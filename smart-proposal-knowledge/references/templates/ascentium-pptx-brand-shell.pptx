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docProps/custom.xml" ContentType="application/vnd.openxmlformats-officedocument.custom-properties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docProps/core.xml" Id="rId3" /><Relationship Type="http://schemas.openxmlformats.org/package/2006/relationships/metadata/thumbnail" Target="docProps/thumbnail.jpeg" Id="rId2" /><Relationship Type="http://schemas.openxmlformats.org/officeDocument/2006/relationships/officeDocument" Target="ppt/presentation.xml" Id="rId1" /><Relationship Type="http://schemas.microsoft.com/office/2020/02/relationships/classificationlabels" Target="docMetadata/LabelInfo.xml" Id="rId5" /><Relationship Type="http://schemas.openxmlformats.org/officeDocument/2006/relationships/extended-properties" Target="docProps/app.xml" Id="rId4" /><Relationship Type="http://schemas.openxmlformats.org/officeDocument/2006/relationships/custom-properties" Target="/docProps/custom.xml" Id="R7f8feead79c4468c" /></Relationships>
</file>

<file path=ppt/presentation.xml><?xml version="1.0" encoding="utf-8"?>
<p:presentation xmlns:p15="http://schemas.microsoft.com/office/powerpoint/2012/main"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</p:sldMasterIdLst>
  <p:notesMasterIdLst>
    <p:notesMasterId r:id="rId9"/>
  </p:notesMasterIdLst>
  <p:sldIdLst>
    <p:sldId id="2147482658" r:id="rId2"/>
    <p:sldId id="2147483069" r:id="rId3"/>
    <p:sldId id="2147483068" r:id="rId4"/>
    <p:sldId id="2147483065" r:id="rId5"/>
    <p:sldId id="2147482605" r:id="rId7"/>
    <p:sldId id="2147482615" r:id="rId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460CCB4F-4976-D482-84AD-75714BDA2D95}" name="Nancy So" initials="NS" userId="S::Nancy.So@ascentium.com::81823e98-fa89-4b9a-9ccd-75cbb5570e16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52"/>
    <p:restoredTop sz="93767" autoAdjust="0"/>
  </p:normalViewPr>
  <p:slideViewPr>
    <p:cSldViewPr snapToGrid="0">
      <p:cViewPr varScale="1">
        <p:scale>
          <a:sx n="119" d="100"/>
          <a:sy n="119" d="100"/>
        </p:scale>
        <p:origin x="848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&#65279;<?xml version="1.0" encoding="utf-8"?><Relationships xmlns="http://schemas.openxmlformats.org/package/2006/relationships"><Relationship Type="http://schemas.openxmlformats.org/officeDocument/2006/relationships/slide" Target="slides/slide7.xml" Id="rId8" /><Relationship Type="http://schemas.openxmlformats.org/officeDocument/2006/relationships/tableStyles" Target="tableStyles.xml" Id="rId13" /><Relationship Type="http://schemas.openxmlformats.org/officeDocument/2006/relationships/slide" Target="slides/slide2.xml" Id="rId3" /><Relationship Type="http://schemas.openxmlformats.org/officeDocument/2006/relationships/slide" Target="slides/slide6.xml" Id="rId7" /><Relationship Type="http://schemas.openxmlformats.org/officeDocument/2006/relationships/theme" Target="theme/theme1.xml" Id="rId12" /><Relationship Type="http://schemas.openxmlformats.org/officeDocument/2006/relationships/slide" Target="slides/slide1.xml" Id="rId2" /><Relationship Type="http://schemas.openxmlformats.org/officeDocument/2006/relationships/slideMaster" Target="slideMasters/slideMaster1.xml" Id="rId1" /><Relationship Type="http://schemas.openxmlformats.org/officeDocument/2006/relationships/viewProps" Target="viewProps.xml" Id="rId11" /><Relationship Type="http://schemas.openxmlformats.org/officeDocument/2006/relationships/slide" Target="slides/slide4.xml" Id="rId5" /><Relationship Type="http://schemas.openxmlformats.org/officeDocument/2006/relationships/presProps" Target="presProps.xml" Id="rId10" /><Relationship Type="http://schemas.openxmlformats.org/officeDocument/2006/relationships/slide" Target="slides/slide3.xml" Id="rId4" /><Relationship Type="http://schemas.openxmlformats.org/officeDocument/2006/relationships/notesMaster" Target="notesMasters/notesMaster1.xml" Id="rId9" /><Relationship Type="http://schemas.microsoft.com/office/2018/10/relationships/authors" Target="authors.xml" Id="rId14" 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223D479-4236-2E4E-B437-915D2A26B389}" type="datetimeFigureOut">
              <a:rPr lang="en-GB" smtClean="0"/>
              <a:t>23/07/2026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3D3EAB2-16B1-3F4C-8395-0BB544B411E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67133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2CD765-03A0-0F69-854B-16A611BAE5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1F30728-0A40-A5B6-B4D5-33A5F395C8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3B96C79-74E5-6871-24DF-7FC11BF043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1FD97C-CADC-5ADF-8F97-2EB350298D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E984BA-F797-434E-88EA-1B6176B5DDE8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935061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4323C-8CFC-8F36-7D98-F155BD420A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74F7B0-8C95-0ECB-6C69-21156D25A5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A5C990-5C9B-D9B8-6607-8710C0BE85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3DB7CD-2768-F067-2B44-AC0C1220DF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E984BA-F797-434E-88EA-1B6176B5DDE8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59381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15649-FA25-42EC-52EB-C1AF6C2B4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8F09C25-967C-3902-9263-47D819FF61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0068C38-A2A5-32D6-333E-4EC5C9BE9B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E8C0EB-EA0D-49DE-33F3-17EAF68E71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E984BA-F797-434E-88EA-1B6176B5DDE8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903833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6E4064DC-B658-95A1-600C-380347558D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69723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E1D21583-64AA-B9AC-F765-055E2B97D27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13C5F28-D418-2AEA-995E-B79000CC758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</p:spTree>
    <p:extLst>
      <p:ext uri="{BB962C8B-B14F-4D97-AF65-F5344CB8AC3E}">
        <p14:creationId xmlns:p14="http://schemas.microsoft.com/office/powerpoint/2010/main" val="10139012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8E56B63-7CBA-E87B-D1C5-2EAA2D4F94F0}"/>
              </a:ext>
            </a:extLst>
          </p:cNvPr>
          <p:cNvSpPr txBox="1"/>
          <p:nvPr userDrawn="1"/>
        </p:nvSpPr>
        <p:spPr>
          <a:xfrm>
            <a:off x="368710" y="1445373"/>
            <a:ext cx="7055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err="1">
                <a:ln>
                  <a:noFill/>
                </a:ln>
                <a:solidFill>
                  <a:srgbClr val="FF661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endParaRPr kumimoji="0" lang="en-GB" sz="1600" i="0" u="none" strike="noStrike" kern="1200" cap="none" spc="0" normalizeH="0" baseline="0" noProof="0">
              <a:ln>
                <a:noFill/>
              </a:ln>
              <a:solidFill>
                <a:srgbClr val="FF6611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8D6C5FBD-D657-D85E-A46C-785D651505B1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9FA2429-0550-198B-5020-D43F03C91E0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49592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7D04107-3224-0F89-19A3-1FC126E077B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F4840AE1-770A-82FA-FE1D-DDB938A9E5C4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8F898BB-0E3D-BE51-86C0-7C34E5AB8B6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8E56B63-7CBA-E87B-D1C5-2EAA2D4F94F0}"/>
              </a:ext>
            </a:extLst>
          </p:cNvPr>
          <p:cNvSpPr txBox="1"/>
          <p:nvPr userDrawn="1"/>
        </p:nvSpPr>
        <p:spPr>
          <a:xfrm>
            <a:off x="368710" y="1445373"/>
            <a:ext cx="7055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endParaRPr kumimoji="0" lang="en-GB" sz="160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</p:spTree>
    <p:extLst>
      <p:ext uri="{BB962C8B-B14F-4D97-AF65-F5344CB8AC3E}">
        <p14:creationId xmlns:p14="http://schemas.microsoft.com/office/powerpoint/2010/main" val="5042290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1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6D28B4C6-C896-00E0-1ABA-91797CFA53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69723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536DB5EF-1B07-9B2B-6AFD-2BDC4C734224}"/>
              </a:ext>
            </a:extLst>
          </p:cNvPr>
          <p:cNvSpPr/>
          <p:nvPr userDrawn="1"/>
        </p:nvSpPr>
        <p:spPr>
          <a:xfrm rot="5400000">
            <a:off x="8758107" y="3433317"/>
            <a:ext cx="3255330" cy="3246697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45AB8B3-BD15-43A8-8436-CAACED569CC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</p:spTree>
    <p:extLst>
      <p:ext uri="{BB962C8B-B14F-4D97-AF65-F5344CB8AC3E}">
        <p14:creationId xmlns:p14="http://schemas.microsoft.com/office/powerpoint/2010/main" val="13270235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1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6AA7DB7-6FDE-6EEF-5876-2E09A4DB256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384B6D-F416-79CC-71DF-923996865B7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536DB5EF-1B07-9B2B-6AFD-2BDC4C734224}"/>
              </a:ext>
            </a:extLst>
          </p:cNvPr>
          <p:cNvSpPr/>
          <p:nvPr userDrawn="1"/>
        </p:nvSpPr>
        <p:spPr>
          <a:xfrm rot="5400000">
            <a:off x="8758107" y="3433317"/>
            <a:ext cx="3255330" cy="3246697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</p:spTree>
    <p:extLst>
      <p:ext uri="{BB962C8B-B14F-4D97-AF65-F5344CB8AC3E}">
        <p14:creationId xmlns:p14="http://schemas.microsoft.com/office/powerpoint/2010/main" val="13102026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2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745AB8B3-BD15-43A8-8436-CAACED569CC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6F07A147-E066-F20E-3B49-8D4BF8C208F5}"/>
              </a:ext>
            </a:extLst>
          </p:cNvPr>
          <p:cNvSpPr/>
          <p:nvPr userDrawn="1"/>
        </p:nvSpPr>
        <p:spPr>
          <a:xfrm rot="5400000">
            <a:off x="7569200" y="2232024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CD4B4E18-A161-A671-92C0-A7F04FA6CCD9}"/>
              </a:ext>
            </a:extLst>
          </p:cNvPr>
          <p:cNvSpPr/>
          <p:nvPr userDrawn="1"/>
        </p:nvSpPr>
        <p:spPr>
          <a:xfrm rot="5400000">
            <a:off x="9618345" y="176846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59ACA4-F6BB-D77E-B6B0-D76098DF30E3}"/>
              </a:ext>
            </a:extLst>
          </p:cNvPr>
          <p:cNvSpPr/>
          <p:nvPr userDrawn="1"/>
        </p:nvSpPr>
        <p:spPr>
          <a:xfrm rot="5400000">
            <a:off x="5507990" y="4280852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633912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2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6AA7DB7-6FDE-6EEF-5876-2E09A4DB256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384B6D-F416-79CC-71DF-923996865B7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0F78A1A0-85E4-46EA-13D9-A079B0F8F561}"/>
              </a:ext>
            </a:extLst>
          </p:cNvPr>
          <p:cNvSpPr/>
          <p:nvPr userDrawn="1"/>
        </p:nvSpPr>
        <p:spPr>
          <a:xfrm rot="5400000">
            <a:off x="7569200" y="2232024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32B643CB-460D-CAB2-CF92-93767617CE24}"/>
              </a:ext>
            </a:extLst>
          </p:cNvPr>
          <p:cNvSpPr/>
          <p:nvPr userDrawn="1"/>
        </p:nvSpPr>
        <p:spPr>
          <a:xfrm rot="5400000">
            <a:off x="9618345" y="176846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E2392744-D04E-ACEA-478F-36346144AE1E}"/>
              </a:ext>
            </a:extLst>
          </p:cNvPr>
          <p:cNvSpPr/>
          <p:nvPr userDrawn="1"/>
        </p:nvSpPr>
        <p:spPr>
          <a:xfrm rot="5400000">
            <a:off x="5507990" y="4280852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0653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995076F9-8584-F3FF-23C3-19CB7A8332B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1334296"/>
            <a:ext cx="5473289" cy="422202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1600" kern="1200" dirty="0" smtClean="0">
                <a:solidFill>
                  <a:schemeClr val="accent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914400" indent="0">
              <a:buNone/>
              <a:defRPr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>
                <a:latin typeface="Poppins" pitchFamily="2" charset="77"/>
                <a:cs typeface="Poppins" pitchFamily="2" charset="77"/>
              </a:defRPr>
            </a:lvl5pPr>
          </a:lstStyle>
          <a:p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Imperdiet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Id </a:t>
            </a:r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Hendrerit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Quisque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sodales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lacus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interdum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magna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tempor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sed. Donec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tortor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mi, a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convallis vitae. Ut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felis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sit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amet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varius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facilisis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mattis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urna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lorem gravida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vehicula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Suspendisse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sed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efficitur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purus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Duis fermentum, ante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egestas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ipsum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tempus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id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ornare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nibh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eros et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Etiam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rutrum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98B404C1-A484-C1A8-7AAF-0092DB90004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49999" y="1334296"/>
            <a:ext cx="5473289" cy="422202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1600" kern="1200" dirty="0" smtClean="0">
                <a:solidFill>
                  <a:schemeClr val="accent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914400" indent="0">
              <a:buNone/>
              <a:defRPr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>
                <a:latin typeface="Poppins" pitchFamily="2" charset="77"/>
                <a:cs typeface="Poppins" pitchFamily="2" charset="77"/>
              </a:defRPr>
            </a:lvl5pPr>
          </a:lstStyle>
          <a:p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Imperdiet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Id </a:t>
            </a:r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Hendrerit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Quisque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sodales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lacus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interdum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magna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tempor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sed. Donec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tortor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mi, a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convallis vitae. Ut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felis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sit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amet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varius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facilisis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mattis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urna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lorem gravida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vehicula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Suspendisse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sed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efficitur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purus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Duis fermentum, ante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egestas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ipsum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tempus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id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ornare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nibh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eros et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Etiam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rutrum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85641357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A1BD215-6A35-2897-3F33-48130C3763B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31348950"/>
              </p:ext>
            </p:extLst>
          </p:nvPr>
        </p:nvGraphicFramePr>
        <p:xfrm>
          <a:off x="368709" y="1371175"/>
          <a:ext cx="11454580" cy="46371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0916">
                  <a:extLst>
                    <a:ext uri="{9D8B030D-6E8A-4147-A177-3AD203B41FA5}">
                      <a16:colId xmlns:a16="http://schemas.microsoft.com/office/drawing/2014/main" val="4064812117"/>
                    </a:ext>
                  </a:extLst>
                </a:gridCol>
                <a:gridCol w="2290916">
                  <a:extLst>
                    <a:ext uri="{9D8B030D-6E8A-4147-A177-3AD203B41FA5}">
                      <a16:colId xmlns:a16="http://schemas.microsoft.com/office/drawing/2014/main" val="82523376"/>
                    </a:ext>
                  </a:extLst>
                </a:gridCol>
                <a:gridCol w="4581832">
                  <a:extLst>
                    <a:ext uri="{9D8B030D-6E8A-4147-A177-3AD203B41FA5}">
                      <a16:colId xmlns:a16="http://schemas.microsoft.com/office/drawing/2014/main" val="3986791649"/>
                    </a:ext>
                  </a:extLst>
                </a:gridCol>
                <a:gridCol w="2290916">
                  <a:extLst>
                    <a:ext uri="{9D8B030D-6E8A-4147-A177-3AD203B41FA5}">
                      <a16:colId xmlns:a16="http://schemas.microsoft.com/office/drawing/2014/main" val="3924022622"/>
                    </a:ext>
                  </a:extLst>
                </a:gridCol>
              </a:tblGrid>
              <a:tr h="1854860">
                <a:tc gridSpan="2"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en-GB" sz="1200" kern="1200">
                        <a:solidFill>
                          <a:schemeClr val="tx1"/>
                        </a:solidFill>
                        <a:latin typeface="Poppins" pitchFamily="2" charset="77"/>
                        <a:ea typeface="+mn-ea"/>
                        <a:cs typeface="Poppins" pitchFamily="2" charset="77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grid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878626"/>
                  </a:ext>
                </a:extLst>
              </a:tr>
              <a:tr h="927430">
                <a:tc rowSpan="2" grid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5969163"/>
                  </a:ext>
                </a:extLst>
              </a:tr>
              <a:tr h="927430">
                <a:tc gridSpan="2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5983946"/>
                  </a:ext>
                </a:extLst>
              </a:tr>
              <a:tr h="92743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51191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52304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33" name="Picture Placeholder 15">
            <a:extLst>
              <a:ext uri="{FF2B5EF4-FFF2-40B4-BE49-F238E27FC236}">
                <a16:creationId xmlns:a16="http://schemas.microsoft.com/office/drawing/2014/main" id="{35C10516-B8F4-3912-2480-3798C6DE3A6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527800" y="1329420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4" name="Picture Placeholder 15">
            <a:extLst>
              <a:ext uri="{FF2B5EF4-FFF2-40B4-BE49-F238E27FC236}">
                <a16:creationId xmlns:a16="http://schemas.microsoft.com/office/drawing/2014/main" id="{F8BEBD34-79AB-7F9F-2053-BC6BE04E19B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527800" y="255290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5" name="Picture Placeholder 15">
            <a:extLst>
              <a:ext uri="{FF2B5EF4-FFF2-40B4-BE49-F238E27FC236}">
                <a16:creationId xmlns:a16="http://schemas.microsoft.com/office/drawing/2014/main" id="{BC6B16CA-DE5F-E5F3-1D8C-15B32A58523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527800" y="3827142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6" name="Picture Placeholder 15">
            <a:extLst>
              <a:ext uri="{FF2B5EF4-FFF2-40B4-BE49-F238E27FC236}">
                <a16:creationId xmlns:a16="http://schemas.microsoft.com/office/drawing/2014/main" id="{3449D407-34D3-E0B7-6872-6A6FCD43E75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527800" y="510137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7" name="Text Placeholder 20">
            <a:extLst>
              <a:ext uri="{FF2B5EF4-FFF2-40B4-BE49-F238E27FC236}">
                <a16:creationId xmlns:a16="http://schemas.microsoft.com/office/drawing/2014/main" id="{8D14B1B6-9E93-9441-74F5-198487C62EC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400924" y="1323571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8" name="Text Placeholder 20">
            <a:extLst>
              <a:ext uri="{FF2B5EF4-FFF2-40B4-BE49-F238E27FC236}">
                <a16:creationId xmlns:a16="http://schemas.microsoft.com/office/drawing/2014/main" id="{70508B80-6D7C-BBD3-06AB-684F4B41D9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00924" y="2540795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9" name="Text Placeholder 20">
            <a:extLst>
              <a:ext uri="{FF2B5EF4-FFF2-40B4-BE49-F238E27FC236}">
                <a16:creationId xmlns:a16="http://schemas.microsoft.com/office/drawing/2014/main" id="{DDC05343-6BAD-C056-0E4C-3DFD16BB8C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00924" y="38170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0" name="Text Placeholder 20">
            <a:extLst>
              <a:ext uri="{FF2B5EF4-FFF2-40B4-BE49-F238E27FC236}">
                <a16:creationId xmlns:a16="http://schemas.microsoft.com/office/drawing/2014/main" id="{8375608E-1A1B-BA45-C7FF-B29DAAF7ABE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00924" y="51013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9" name="Picture Placeholder 15">
            <a:extLst>
              <a:ext uri="{FF2B5EF4-FFF2-40B4-BE49-F238E27FC236}">
                <a16:creationId xmlns:a16="http://schemas.microsoft.com/office/drawing/2014/main" id="{64159347-6851-CC7C-E53E-8422FE93ECC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74678" y="1344509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0" name="Picture Placeholder 15">
            <a:extLst>
              <a:ext uri="{FF2B5EF4-FFF2-40B4-BE49-F238E27FC236}">
                <a16:creationId xmlns:a16="http://schemas.microsoft.com/office/drawing/2014/main" id="{76DD9066-7481-8F0C-731D-01EADF0175D5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74678" y="256799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1" name="Picture Placeholder 15">
            <a:extLst>
              <a:ext uri="{FF2B5EF4-FFF2-40B4-BE49-F238E27FC236}">
                <a16:creationId xmlns:a16="http://schemas.microsoft.com/office/drawing/2014/main" id="{D7DE1E0B-1479-EB79-7428-D7D6C6727F98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74678" y="3842231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2" name="Picture Placeholder 15">
            <a:extLst>
              <a:ext uri="{FF2B5EF4-FFF2-40B4-BE49-F238E27FC236}">
                <a16:creationId xmlns:a16="http://schemas.microsoft.com/office/drawing/2014/main" id="{3A6CA53E-907A-8AB0-0A31-F30A3F0CBEC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74678" y="511646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3" name="Text Placeholder 20">
            <a:extLst>
              <a:ext uri="{FF2B5EF4-FFF2-40B4-BE49-F238E27FC236}">
                <a16:creationId xmlns:a16="http://schemas.microsoft.com/office/drawing/2014/main" id="{4BB8248E-05F4-1A93-BA36-23737FDDD0B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447802" y="1338660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4" name="Text Placeholder 20">
            <a:extLst>
              <a:ext uri="{FF2B5EF4-FFF2-40B4-BE49-F238E27FC236}">
                <a16:creationId xmlns:a16="http://schemas.microsoft.com/office/drawing/2014/main" id="{D40790E6-6557-1137-DFE4-90F90AB934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447802" y="2555884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5" name="Text Placeholder 20">
            <a:extLst>
              <a:ext uri="{FF2B5EF4-FFF2-40B4-BE49-F238E27FC236}">
                <a16:creationId xmlns:a16="http://schemas.microsoft.com/office/drawing/2014/main" id="{645844FC-0883-3C53-4436-5A9E3DA416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447802" y="38321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6" name="Text Placeholder 20">
            <a:extLst>
              <a:ext uri="{FF2B5EF4-FFF2-40B4-BE49-F238E27FC236}">
                <a16:creationId xmlns:a16="http://schemas.microsoft.com/office/drawing/2014/main" id="{9B85D3C7-DE6D-9072-3553-58F6E2C8F02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447802" y="51164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064362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E866A29-86BB-3679-1E11-AB7B193D0DA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E0C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33" name="Picture Placeholder 15">
            <a:extLst>
              <a:ext uri="{FF2B5EF4-FFF2-40B4-BE49-F238E27FC236}">
                <a16:creationId xmlns:a16="http://schemas.microsoft.com/office/drawing/2014/main" id="{35C10516-B8F4-3912-2480-3798C6DE3A6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527800" y="1329420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4" name="Picture Placeholder 15">
            <a:extLst>
              <a:ext uri="{FF2B5EF4-FFF2-40B4-BE49-F238E27FC236}">
                <a16:creationId xmlns:a16="http://schemas.microsoft.com/office/drawing/2014/main" id="{F8BEBD34-79AB-7F9F-2053-BC6BE04E19B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527800" y="255290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5" name="Picture Placeholder 15">
            <a:extLst>
              <a:ext uri="{FF2B5EF4-FFF2-40B4-BE49-F238E27FC236}">
                <a16:creationId xmlns:a16="http://schemas.microsoft.com/office/drawing/2014/main" id="{BC6B16CA-DE5F-E5F3-1D8C-15B32A58523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527800" y="3827142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6" name="Picture Placeholder 15">
            <a:extLst>
              <a:ext uri="{FF2B5EF4-FFF2-40B4-BE49-F238E27FC236}">
                <a16:creationId xmlns:a16="http://schemas.microsoft.com/office/drawing/2014/main" id="{3449D407-34D3-E0B7-6872-6A6FCD43E75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527800" y="510137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7" name="Text Placeholder 20">
            <a:extLst>
              <a:ext uri="{FF2B5EF4-FFF2-40B4-BE49-F238E27FC236}">
                <a16:creationId xmlns:a16="http://schemas.microsoft.com/office/drawing/2014/main" id="{8D14B1B6-9E93-9441-74F5-198487C62EC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400924" y="1323571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8" name="Text Placeholder 20">
            <a:extLst>
              <a:ext uri="{FF2B5EF4-FFF2-40B4-BE49-F238E27FC236}">
                <a16:creationId xmlns:a16="http://schemas.microsoft.com/office/drawing/2014/main" id="{70508B80-6D7C-BBD3-06AB-684F4B41D9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00924" y="2540795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9" name="Text Placeholder 20">
            <a:extLst>
              <a:ext uri="{FF2B5EF4-FFF2-40B4-BE49-F238E27FC236}">
                <a16:creationId xmlns:a16="http://schemas.microsoft.com/office/drawing/2014/main" id="{DDC05343-6BAD-C056-0E4C-3DFD16BB8C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00924" y="38170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0" name="Text Placeholder 20">
            <a:extLst>
              <a:ext uri="{FF2B5EF4-FFF2-40B4-BE49-F238E27FC236}">
                <a16:creationId xmlns:a16="http://schemas.microsoft.com/office/drawing/2014/main" id="{8375608E-1A1B-BA45-C7FF-B29DAAF7ABE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00924" y="51013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9" name="Picture Placeholder 15">
            <a:extLst>
              <a:ext uri="{FF2B5EF4-FFF2-40B4-BE49-F238E27FC236}">
                <a16:creationId xmlns:a16="http://schemas.microsoft.com/office/drawing/2014/main" id="{64159347-6851-CC7C-E53E-8422FE93ECC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74678" y="1344509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0" name="Picture Placeholder 15">
            <a:extLst>
              <a:ext uri="{FF2B5EF4-FFF2-40B4-BE49-F238E27FC236}">
                <a16:creationId xmlns:a16="http://schemas.microsoft.com/office/drawing/2014/main" id="{76DD9066-7481-8F0C-731D-01EADF0175D5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74678" y="256799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1" name="Picture Placeholder 15">
            <a:extLst>
              <a:ext uri="{FF2B5EF4-FFF2-40B4-BE49-F238E27FC236}">
                <a16:creationId xmlns:a16="http://schemas.microsoft.com/office/drawing/2014/main" id="{D7DE1E0B-1479-EB79-7428-D7D6C6727F98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74678" y="3842231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2" name="Picture Placeholder 15">
            <a:extLst>
              <a:ext uri="{FF2B5EF4-FFF2-40B4-BE49-F238E27FC236}">
                <a16:creationId xmlns:a16="http://schemas.microsoft.com/office/drawing/2014/main" id="{3A6CA53E-907A-8AB0-0A31-F30A3F0CBEC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74678" y="511646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3" name="Text Placeholder 20">
            <a:extLst>
              <a:ext uri="{FF2B5EF4-FFF2-40B4-BE49-F238E27FC236}">
                <a16:creationId xmlns:a16="http://schemas.microsoft.com/office/drawing/2014/main" id="{4BB8248E-05F4-1A93-BA36-23737FDDD0B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447802" y="1338660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4" name="Text Placeholder 20">
            <a:extLst>
              <a:ext uri="{FF2B5EF4-FFF2-40B4-BE49-F238E27FC236}">
                <a16:creationId xmlns:a16="http://schemas.microsoft.com/office/drawing/2014/main" id="{D40790E6-6557-1137-DFE4-90F90AB934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447802" y="2555884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5" name="Text Placeholder 20">
            <a:extLst>
              <a:ext uri="{FF2B5EF4-FFF2-40B4-BE49-F238E27FC236}">
                <a16:creationId xmlns:a16="http://schemas.microsoft.com/office/drawing/2014/main" id="{645844FC-0883-3C53-4436-5A9E3DA416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447802" y="38321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6" name="Text Placeholder 20">
            <a:extLst>
              <a:ext uri="{FF2B5EF4-FFF2-40B4-BE49-F238E27FC236}">
                <a16:creationId xmlns:a16="http://schemas.microsoft.com/office/drawing/2014/main" id="{9B85D3C7-DE6D-9072-3553-58F6E2C8F02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447802" y="51164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6209355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D054D53-F719-B1D5-7C69-9A09A575984F}"/>
              </a:ext>
            </a:extLst>
          </p:cNvPr>
          <p:cNvSpPr/>
          <p:nvPr userDrawn="1"/>
        </p:nvSpPr>
        <p:spPr>
          <a:xfrm>
            <a:off x="0" y="0"/>
            <a:ext cx="53213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7586A9C-8D57-E5D4-360F-5EC1072AA7A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2A318043-0031-EDB2-0AE1-43D6C9068D5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4952590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6D0C858-FA15-9E62-BC0A-D761752F4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8710" y="1719089"/>
            <a:ext cx="4292190" cy="185261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100" b="0" i="0" u="none" strike="noStrike" kern="1200" cap="none" spc="0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Quisque</a:t>
            </a:r>
            <a:r>
              <a:rPr lang="en-GB"/>
              <a:t> semper </a:t>
            </a:r>
            <a:r>
              <a:rPr lang="en-GB" err="1"/>
              <a:t>sodales</a:t>
            </a:r>
            <a:r>
              <a:rPr lang="en-GB"/>
              <a:t> </a:t>
            </a:r>
            <a:r>
              <a:rPr lang="en-GB" err="1"/>
              <a:t>lacus</a:t>
            </a:r>
            <a:r>
              <a:rPr lang="en-GB"/>
              <a:t>,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 magna </a:t>
            </a:r>
            <a:r>
              <a:rPr lang="en-GB" err="1"/>
              <a:t>tempor</a:t>
            </a:r>
            <a:r>
              <a:rPr lang="en-GB"/>
              <a:t> sed. Donec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mi, a semper </a:t>
            </a:r>
            <a:r>
              <a:rPr lang="en-GB" err="1"/>
              <a:t>orci</a:t>
            </a:r>
            <a:r>
              <a:rPr lang="en-GB"/>
              <a:t> convallis vitae. Ut ac </a:t>
            </a:r>
            <a:r>
              <a:rPr lang="en-GB" err="1"/>
              <a:t>felis</a:t>
            </a:r>
            <a:r>
              <a:rPr lang="en-GB"/>
              <a:t> sit </a:t>
            </a:r>
            <a:r>
              <a:rPr lang="en-GB" err="1"/>
              <a:t>amet</a:t>
            </a:r>
            <a:r>
              <a:rPr lang="en-GB"/>
              <a:t> </a:t>
            </a:r>
            <a:r>
              <a:rPr lang="en-GB" err="1"/>
              <a:t>orci</a:t>
            </a:r>
            <a:r>
              <a:rPr lang="en-GB"/>
              <a:t> </a:t>
            </a:r>
            <a:r>
              <a:rPr lang="en-GB" err="1"/>
              <a:t>varius</a:t>
            </a:r>
            <a:r>
              <a:rPr lang="en-GB"/>
              <a:t> </a:t>
            </a:r>
            <a:r>
              <a:rPr lang="en-GB" err="1"/>
              <a:t>facilisis</a:t>
            </a:r>
            <a:r>
              <a:rPr lang="en-GB"/>
              <a:t>. </a:t>
            </a:r>
            <a:r>
              <a:rPr lang="en-GB" err="1"/>
              <a:t>Nullam</a:t>
            </a:r>
            <a:r>
              <a:rPr lang="en-GB"/>
              <a:t> </a:t>
            </a:r>
            <a:r>
              <a:rPr lang="en-GB" err="1"/>
              <a:t>mattis</a:t>
            </a:r>
            <a:r>
              <a:rPr lang="en-GB"/>
              <a:t> </a:t>
            </a:r>
            <a:r>
              <a:rPr lang="en-GB" err="1"/>
              <a:t>urna</a:t>
            </a:r>
            <a:r>
              <a:rPr lang="en-GB"/>
              <a:t> </a:t>
            </a:r>
            <a:r>
              <a:rPr lang="en-GB" err="1"/>
              <a:t>ut</a:t>
            </a:r>
            <a:r>
              <a:rPr lang="en-GB"/>
              <a:t> lorem gravida </a:t>
            </a:r>
            <a:r>
              <a:rPr lang="en-GB" err="1"/>
              <a:t>vehicula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efficitur</a:t>
            </a:r>
            <a:r>
              <a:rPr lang="en-GB"/>
              <a:t> </a:t>
            </a:r>
            <a:r>
              <a:rPr lang="en-GB" err="1"/>
              <a:t>purus</a:t>
            </a:r>
            <a:r>
              <a:rPr lang="en-GB"/>
              <a:t>. Duis fermentum, ante ac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egestas</a:t>
            </a:r>
            <a:r>
              <a:rPr lang="en-GB"/>
              <a:t>, ipsum </a:t>
            </a:r>
            <a:r>
              <a:rPr lang="en-GB" err="1"/>
              <a:t>nulla</a:t>
            </a:r>
            <a:r>
              <a:rPr lang="en-GB"/>
              <a:t> tempus </a:t>
            </a:r>
            <a:r>
              <a:rPr lang="en-GB" err="1"/>
              <a:t>quam</a:t>
            </a:r>
            <a:r>
              <a:rPr lang="en-GB"/>
              <a:t>, id </a:t>
            </a:r>
            <a:r>
              <a:rPr lang="en-GB" err="1"/>
              <a:t>ornare</a:t>
            </a:r>
            <a:r>
              <a:rPr lang="en-GB"/>
              <a:t> </a:t>
            </a:r>
            <a:r>
              <a:rPr lang="en-GB" err="1"/>
              <a:t>nibh</a:t>
            </a:r>
            <a:r>
              <a:rPr lang="en-GB"/>
              <a:t> eros et </a:t>
            </a:r>
            <a:r>
              <a:rPr lang="en-GB" err="1"/>
              <a:t>elit</a:t>
            </a:r>
            <a:r>
              <a:rPr lang="en-GB"/>
              <a:t>. </a:t>
            </a:r>
            <a:r>
              <a:rPr lang="en-GB" err="1"/>
              <a:t>Etiam</a:t>
            </a:r>
            <a:r>
              <a:rPr lang="en-GB"/>
              <a:t>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rutrum</a:t>
            </a:r>
            <a:r>
              <a:rPr lang="en-GB"/>
              <a:t> </a:t>
            </a:r>
            <a:r>
              <a:rPr lang="en-GB" err="1"/>
              <a:t>elit</a:t>
            </a:r>
            <a:r>
              <a:rPr lang="en-GB"/>
              <a:t>. 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BC23B69A-4D90-B600-CC9A-0CF8778D6B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8710" y="1334296"/>
            <a:ext cx="4292190" cy="28540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600" b="0" i="0" u="none" strike="noStrike" kern="1200" cap="none" spc="0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Imperdiet</a:t>
            </a:r>
            <a:r>
              <a:rPr lang="en-GB"/>
              <a:t> Id </a:t>
            </a:r>
            <a:r>
              <a:rPr lang="en-GB" err="1"/>
              <a:t>Hendrerit</a:t>
            </a:r>
            <a:r>
              <a:rPr lang="en-GB"/>
              <a:t> </a:t>
            </a: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039AF29A-FBB6-58F9-B367-3FCCCE641AB1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000AB47-D186-A200-C3FA-64A53102FE80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4216839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E866A29-86BB-3679-1E11-AB7B193D0DA4}"/>
              </a:ext>
            </a:extLst>
          </p:cNvPr>
          <p:cNvSpPr/>
          <p:nvPr userDrawn="1"/>
        </p:nvSpPr>
        <p:spPr>
          <a:xfrm>
            <a:off x="0" y="0"/>
            <a:ext cx="5321300" cy="6858000"/>
          </a:xfrm>
          <a:prstGeom prst="rect">
            <a:avLst/>
          </a:prstGeom>
          <a:solidFill>
            <a:srgbClr val="FFE0C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1" y="414044"/>
            <a:ext cx="4952590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04456634-104E-E24F-CCAD-6B60B4D1F91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8710" y="1719089"/>
            <a:ext cx="4292190" cy="185261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100" b="0" i="0" u="none" strike="noStrike" kern="1200" cap="none" spc="0" normalizeH="0" baseline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Quisque</a:t>
            </a:r>
            <a:r>
              <a:rPr lang="en-GB"/>
              <a:t> semper </a:t>
            </a:r>
            <a:r>
              <a:rPr lang="en-GB" err="1"/>
              <a:t>sodales</a:t>
            </a:r>
            <a:r>
              <a:rPr lang="en-GB"/>
              <a:t> </a:t>
            </a:r>
            <a:r>
              <a:rPr lang="en-GB" err="1"/>
              <a:t>lacus</a:t>
            </a:r>
            <a:r>
              <a:rPr lang="en-GB"/>
              <a:t>,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 magna </a:t>
            </a:r>
            <a:r>
              <a:rPr lang="en-GB" err="1"/>
              <a:t>tempor</a:t>
            </a:r>
            <a:r>
              <a:rPr lang="en-GB"/>
              <a:t> sed. Donec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mi, a semper </a:t>
            </a:r>
            <a:r>
              <a:rPr lang="en-GB" err="1"/>
              <a:t>orci</a:t>
            </a:r>
            <a:r>
              <a:rPr lang="en-GB"/>
              <a:t> convallis vitae. Ut ac </a:t>
            </a:r>
            <a:r>
              <a:rPr lang="en-GB" err="1"/>
              <a:t>felis</a:t>
            </a:r>
            <a:r>
              <a:rPr lang="en-GB"/>
              <a:t> sit </a:t>
            </a:r>
            <a:r>
              <a:rPr lang="en-GB" err="1"/>
              <a:t>amet</a:t>
            </a:r>
            <a:r>
              <a:rPr lang="en-GB"/>
              <a:t> </a:t>
            </a:r>
            <a:r>
              <a:rPr lang="en-GB" err="1"/>
              <a:t>orci</a:t>
            </a:r>
            <a:r>
              <a:rPr lang="en-GB"/>
              <a:t> </a:t>
            </a:r>
            <a:r>
              <a:rPr lang="en-GB" err="1"/>
              <a:t>varius</a:t>
            </a:r>
            <a:r>
              <a:rPr lang="en-GB"/>
              <a:t> </a:t>
            </a:r>
            <a:r>
              <a:rPr lang="en-GB" err="1"/>
              <a:t>facilisis</a:t>
            </a:r>
            <a:r>
              <a:rPr lang="en-GB"/>
              <a:t>. </a:t>
            </a:r>
            <a:r>
              <a:rPr lang="en-GB" err="1"/>
              <a:t>Nullam</a:t>
            </a:r>
            <a:r>
              <a:rPr lang="en-GB"/>
              <a:t> </a:t>
            </a:r>
            <a:r>
              <a:rPr lang="en-GB" err="1"/>
              <a:t>mattis</a:t>
            </a:r>
            <a:r>
              <a:rPr lang="en-GB"/>
              <a:t> </a:t>
            </a:r>
            <a:r>
              <a:rPr lang="en-GB" err="1"/>
              <a:t>urna</a:t>
            </a:r>
            <a:r>
              <a:rPr lang="en-GB"/>
              <a:t> </a:t>
            </a:r>
            <a:r>
              <a:rPr lang="en-GB" err="1"/>
              <a:t>ut</a:t>
            </a:r>
            <a:r>
              <a:rPr lang="en-GB"/>
              <a:t> lorem gravida </a:t>
            </a:r>
            <a:r>
              <a:rPr lang="en-GB" err="1"/>
              <a:t>vehicula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efficitur</a:t>
            </a:r>
            <a:r>
              <a:rPr lang="en-GB"/>
              <a:t> </a:t>
            </a:r>
            <a:r>
              <a:rPr lang="en-GB" err="1"/>
              <a:t>purus</a:t>
            </a:r>
            <a:r>
              <a:rPr lang="en-GB"/>
              <a:t>. Duis fermentum, ante ac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egestas</a:t>
            </a:r>
            <a:r>
              <a:rPr lang="en-GB"/>
              <a:t>, ipsum </a:t>
            </a:r>
            <a:r>
              <a:rPr lang="en-GB" err="1"/>
              <a:t>nulla</a:t>
            </a:r>
            <a:r>
              <a:rPr lang="en-GB"/>
              <a:t> tempus </a:t>
            </a:r>
            <a:r>
              <a:rPr lang="en-GB" err="1"/>
              <a:t>quam</a:t>
            </a:r>
            <a:r>
              <a:rPr lang="en-GB"/>
              <a:t>, id </a:t>
            </a:r>
            <a:r>
              <a:rPr lang="en-GB" err="1"/>
              <a:t>ornare</a:t>
            </a:r>
            <a:r>
              <a:rPr lang="en-GB"/>
              <a:t> </a:t>
            </a:r>
            <a:r>
              <a:rPr lang="en-GB" err="1"/>
              <a:t>nibh</a:t>
            </a:r>
            <a:r>
              <a:rPr lang="en-GB"/>
              <a:t> eros et </a:t>
            </a:r>
            <a:r>
              <a:rPr lang="en-GB" err="1"/>
              <a:t>elit</a:t>
            </a:r>
            <a:r>
              <a:rPr lang="en-GB"/>
              <a:t>. </a:t>
            </a:r>
            <a:r>
              <a:rPr lang="en-GB" err="1"/>
              <a:t>Etiam</a:t>
            </a:r>
            <a:r>
              <a:rPr lang="en-GB"/>
              <a:t>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rutrum</a:t>
            </a:r>
            <a:r>
              <a:rPr lang="en-GB"/>
              <a:t> </a:t>
            </a:r>
            <a:r>
              <a:rPr lang="en-GB" err="1"/>
              <a:t>elit</a:t>
            </a:r>
            <a:r>
              <a:rPr lang="en-GB"/>
              <a:t>. 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DABDAC7F-94A2-7057-6D68-60E9051DB61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8710" y="1334296"/>
            <a:ext cx="4292190" cy="28540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600" b="0" i="0" u="none" strike="noStrike" kern="1200" cap="none" spc="0" normalizeH="0" baseline="0" dirty="0" smtClean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Imperdiet</a:t>
            </a:r>
            <a:r>
              <a:rPr lang="en-GB"/>
              <a:t> Id </a:t>
            </a:r>
            <a:r>
              <a:rPr lang="en-GB" err="1"/>
              <a:t>Hendrerit</a:t>
            </a:r>
            <a:r>
              <a:rPr lang="en-GB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4111812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2163A322-2EC9-A5C8-FB75-C74155E91D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1DE87B4C-63D2-CCBA-411E-D0B0C7B8B51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</p:spTree>
    <p:extLst>
      <p:ext uri="{BB962C8B-B14F-4D97-AF65-F5344CB8AC3E}">
        <p14:creationId xmlns:p14="http://schemas.microsoft.com/office/powerpoint/2010/main" val="389970811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01AB3247-07E0-E9EA-CC13-7E82084626DB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9909569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D8DCBA5-7DAB-8BFC-2DE0-75F73CC5E9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F69055F-DB3D-3A6D-7D03-FE45D6A0D9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8E21C094-C6A9-B03B-A3B1-9494C85531E8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</p:spTree>
    <p:extLst>
      <p:ext uri="{BB962C8B-B14F-4D97-AF65-F5344CB8AC3E}">
        <p14:creationId xmlns:p14="http://schemas.microsoft.com/office/powerpoint/2010/main" val="268628216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2163A322-2EC9-A5C8-FB75-C74155E91D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1DE87B4C-63D2-CCBA-411E-D0B0C7B8B51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7425340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01AB3247-07E0-E9EA-CC13-7E82084626DB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558671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D8DCBA5-7DAB-8BFC-2DE0-75F73CC5E9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F69055F-DB3D-3A6D-7D03-FE45D6A0D9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8E21C094-C6A9-B03B-A3B1-9494C85531E8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7783051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</p:spTree>
    <p:extLst>
      <p:ext uri="{BB962C8B-B14F-4D97-AF65-F5344CB8AC3E}">
        <p14:creationId xmlns:p14="http://schemas.microsoft.com/office/powerpoint/2010/main" val="101577279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Bei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F14E692-F935-2869-A78D-048B6407A9E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</p:spTree>
    <p:extLst>
      <p:ext uri="{BB962C8B-B14F-4D97-AF65-F5344CB8AC3E}">
        <p14:creationId xmlns:p14="http://schemas.microsoft.com/office/powerpoint/2010/main" val="35745326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Midn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5A644C1-2625-CE59-0A23-3B2561B9AC7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solidFill>
                  <a:schemeClr val="bg1"/>
                </a:solidFill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solidFill>
                <a:schemeClr val="bg1"/>
              </a:solidFill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FF8FA18-E5A2-5C50-DED9-D14946540F6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8710" y="6338150"/>
            <a:ext cx="1066800" cy="160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52569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495141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A44EF5-CAF6-ED68-F693-A16B9D0976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2A4E05-2C17-F8C9-5CD4-91F390965F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52167F7-5DC8-4169-6947-884DA2CE0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8DF4F9-A5CC-9043-BDEC-04813066CA65}" type="datetimeFigureOut">
              <a:rPr lang="en-GB" smtClean="0"/>
              <a:t>23/07/2026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3D3778-2B5C-3510-59F5-1E92DE02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216EF11-DA37-AC9B-B5DE-CFB88852B8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D0E5D9-5872-5846-939C-4B42778CC1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285522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85B590-7A72-94A6-A27F-251A3CA809B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AEA309D-A2E3-F367-4072-C64CFC7133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33E690-C3E5-8BE2-9F63-62F09398DF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B361AC5-D304-41BD-A1E6-BDFA7DB0A4A4}" type="datetimeFigureOut">
              <a:rPr lang="en-US" smtClean="0"/>
              <a:t>7/23/26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C17039-A10E-C604-727D-DCCCCB645E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0FBA30-521A-2DB9-26EC-B26E42A1F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02F0E3-E7A1-47E1-8260-882790E24AD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75679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72C83C-C06D-1999-E5E4-4AF0449160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929F09F-3409-6C81-7E4A-6F56A860B3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8DF4F9-A5CC-9043-BDEC-04813066CA65}" type="datetimeFigureOut">
              <a:rPr lang="en-GB" smtClean="0"/>
              <a:t>23/07/2026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BE616D1-62C7-B1CE-E4CC-B4F612609F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10D68E-741E-41EE-D33C-0169BA3734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D0E5D9-5872-5846-939C-4B42778CC1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8018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02993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eg"/><Relationship Id="rId13" Type="http://schemas.openxmlformats.org/officeDocument/2006/relationships/image" Target="../media/image16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9.jpe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19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emf"/><Relationship Id="rId3" Type="http://schemas.openxmlformats.org/officeDocument/2006/relationships/image" Target="../media/image20.emf"/><Relationship Id="rId7" Type="http://schemas.openxmlformats.org/officeDocument/2006/relationships/image" Target="../media/image24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23.emf"/><Relationship Id="rId11" Type="http://schemas.openxmlformats.org/officeDocument/2006/relationships/image" Target="../media/image28.emf"/><Relationship Id="rId5" Type="http://schemas.openxmlformats.org/officeDocument/2006/relationships/image" Target="../media/image22.emf"/><Relationship Id="rId10" Type="http://schemas.openxmlformats.org/officeDocument/2006/relationships/image" Target="../media/image27.emf"/><Relationship Id="rId4" Type="http://schemas.openxmlformats.org/officeDocument/2006/relationships/image" Target="../media/image21.emf"/><Relationship Id="rId9" Type="http://schemas.openxmlformats.org/officeDocument/2006/relationships/image" Target="../media/image26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16="http://schemas.microsoft.com/office/drawing/2014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9E1C230-1CA4-F8CD-A9C5-F4E739FEAF4D}"/>
              </a:ext>
            </a:extLst>
          </p:cNvPr>
          <p:cNvSpPr txBox="1"/>
          <p:nvPr/>
        </p:nvSpPr>
        <p:spPr>
          <a:xfrm>
            <a:off x="368709" y="1445373"/>
            <a:ext cx="8415073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b="1" dirty="0">
                <a:latin typeface="Poppins" panose="020B0604020202020204" pitchFamily="34" charset="0"/>
              </a:rPr>
              <a:t>{{</a:t>
            </a:r>
            <a:r>
              <a:rPr lang="en-US" sz="5400" b="1" dirty="0" err="1">
                <a:latin typeface="Poppins" panose="020B0604020202020204" pitchFamily="34" charset="0"/>
              </a:rPr>
              <a:t>proposal_title</a:t>
            </a:r>
            <a:r>
              <a:rPr lang="en-US" sz="5400" b="1" dirty="0">
                <a:latin typeface="Poppins" panose="020B0604020202020204" pitchFamily="34" charset="0"/>
              </a:rPr>
              <a:t>}}</a:t>
            </a:r>
            <a:endParaRPr lang="en-GB" sz="5400" b="1" dirty="0">
              <a:latin typeface="Poppins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FF6611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6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{{</a:t>
            </a:r>
            <a:r>
              <a:rPr lang="en-GB" sz="1600" dirty="0" err="1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proposal_date</a:t>
            </a:r>
            <a:r>
              <a:rPr lang="en-GB" sz="16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}}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600" dirty="0">
                <a:solidFill>
                  <a:srgbClr val="FF6611"/>
                </a:solidFill>
                <a:latin typeface="Poppins" pitchFamily="2" charset="77"/>
                <a:cs typeface="Poppins" pitchFamily="2" charset="77"/>
              </a:rPr>
              <a:t>PRIVATE &amp; CONFIDENTIAL</a:t>
            </a: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588015279"/>
      </p:ext>
    </p:extLst>
  </p:cSld>
  <p:clrMapOvr>
    <a:masterClrMapping/>
  </p:clrMapOvr>
</p:sld>
</file>

<file path=ppt/slides/slide2.xml><?xml version="1.0" encoding="utf-8"?>
<p:sld xmlns:a16="http://schemas.microsoft.com/office/drawing/2014/main" xmlns:a14="http://schemas.microsoft.com/office/drawing/2010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2DC73-4390-CC39-DEAC-5291EF9EC3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887CEC0-B952-9014-FFCC-EAA8805FBFA5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Why Partner with </a:t>
            </a:r>
            <a:r>
              <a:rPr kumimoji="0" lang="en-GB" sz="2800" b="1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?</a:t>
            </a:r>
          </a:p>
        </p:txBody>
      </p:sp>
      <p:pic>
        <p:nvPicPr>
          <p:cNvPr id="36" name="Picture 35">
            <a:extLst>
              <a:ext uri="{FF2B5EF4-FFF2-40B4-BE49-F238E27FC236}">
                <a16:creationId xmlns:a16="http://schemas.microsoft.com/office/drawing/2014/main" id="{656BE7B7-0CB1-8F9C-BA75-BD288FA875D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04931" y="1702063"/>
            <a:ext cx="463781" cy="432599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97C7223A-12D5-BB0A-25AA-23883C17B99A}"/>
              </a:ext>
            </a:extLst>
          </p:cNvPr>
          <p:cNvSpPr txBox="1"/>
          <p:nvPr/>
        </p:nvSpPr>
        <p:spPr>
          <a:xfrm>
            <a:off x="6772545" y="1628634"/>
            <a:ext cx="169904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0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59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Cities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Served</a:t>
            </a:r>
          </a:p>
        </p:txBody>
      </p:sp>
      <p:pic>
        <p:nvPicPr>
          <p:cNvPr id="38" name="Picture 37" descr="A orange line with a gear on a folder&#10;&#10;Description automatically generated with medium confidence">
            <a:extLst>
              <a:ext uri="{FF2B5EF4-FFF2-40B4-BE49-F238E27FC236}">
                <a16:creationId xmlns:a16="http://schemas.microsoft.com/office/drawing/2014/main" id="{1487F895-7D26-1A07-575C-0CCB744D2411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27988" y="1704689"/>
            <a:ext cx="470917" cy="47091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E8C131-94CD-61FB-316B-A6258630685E}"/>
              </a:ext>
            </a:extLst>
          </p:cNvPr>
          <p:cNvSpPr txBox="1"/>
          <p:nvPr/>
        </p:nvSpPr>
        <p:spPr>
          <a:xfrm>
            <a:off x="4216268" y="1628634"/>
            <a:ext cx="1727713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50+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Years Operating Track Record</a:t>
            </a:r>
          </a:p>
        </p:txBody>
      </p:sp>
      <p:pic>
        <p:nvPicPr>
          <p:cNvPr id="37" name="Picture 36" descr="A orange and black map with a pin on it&#10;&#10;Description automatically generated">
            <a:extLst>
              <a:ext uri="{FF2B5EF4-FFF2-40B4-BE49-F238E27FC236}">
                <a16:creationId xmlns:a16="http://schemas.microsoft.com/office/drawing/2014/main" id="{864C3629-F1FE-42D6-B8A2-8A5263519BC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94719" y="1628634"/>
            <a:ext cx="463781" cy="46968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3F571351-79DE-42CD-D95F-8AF579B31891}"/>
              </a:ext>
            </a:extLst>
          </p:cNvPr>
          <p:cNvSpPr txBox="1"/>
          <p:nvPr/>
        </p:nvSpPr>
        <p:spPr>
          <a:xfrm>
            <a:off x="9473598" y="1628634"/>
            <a:ext cx="139294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27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Markets Covered</a:t>
            </a:r>
          </a:p>
        </p:txBody>
      </p:sp>
      <p:pic>
        <p:nvPicPr>
          <p:cNvPr id="4" name="Picture 2" descr="Male colleague smiling at another colleague in an office">
            <a:extLst>
              <a:ext uri="{FF2B5EF4-FFF2-40B4-BE49-F238E27FC236}">
                <a16:creationId xmlns:a16="http://schemas.microsoft.com/office/drawing/2014/main" id="{E57163F9-E18C-A06A-A73D-F100E1877A58}"/>
              </a:ext>
            </a:extLst>
          </p:cNvPr>
          <p:cNvPicPr>
            <a:picLocks noChangeArrowheads="1"/>
          </p:cNvPicPr>
          <p:nvPr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96386" y="1068371"/>
            <a:ext cx="2638146" cy="1516796"/>
          </a:xfrm>
          <a:prstGeom prst="rect">
            <a:avLst/>
          </a:prstGeom>
        </p:spPr>
      </p:pic>
      <p:pic>
        <p:nvPicPr>
          <p:cNvPr id="23" name="Picture 2">
            <a:extLst>
              <a:ext uri="{FF2B5EF4-FFF2-40B4-BE49-F238E27FC236}">
                <a16:creationId xmlns:a16="http://schemas.microsoft.com/office/drawing/2014/main" id="{FC191CB2-B735-C634-F211-3E5E32D00154}"/>
              </a:ext>
            </a:extLst>
          </p:cNvPr>
          <p:cNvPicPr>
            <a:picLocks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96385" y="2872190"/>
            <a:ext cx="2638147" cy="1516797"/>
          </a:xfrm>
          <a:prstGeom prst="rect">
            <a:avLst/>
          </a:prstGeom>
        </p:spPr>
      </p:pic>
      <p:pic>
        <p:nvPicPr>
          <p:cNvPr id="26" name="Picture 2">
            <a:extLst>
              <a:ext uri="{FF2B5EF4-FFF2-40B4-BE49-F238E27FC236}">
                <a16:creationId xmlns:a16="http://schemas.microsoft.com/office/drawing/2014/main" id="{F079397D-4497-E4CD-AEE1-33F9CEFC9436}"/>
              </a:ext>
            </a:extLst>
          </p:cNvPr>
          <p:cNvPicPr>
            <a:picLocks noChangeArrowheads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81"/>
          <a:stretch/>
        </p:blipFill>
        <p:spPr bwMode="auto">
          <a:xfrm>
            <a:off x="496386" y="4697129"/>
            <a:ext cx="2638146" cy="1516796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5C87DD39-8689-9FC8-4461-C919C6A8CAA1}"/>
              </a:ext>
            </a:extLst>
          </p:cNvPr>
          <p:cNvSpPr txBox="1"/>
          <p:nvPr/>
        </p:nvSpPr>
        <p:spPr>
          <a:xfrm>
            <a:off x="6772545" y="3434902"/>
            <a:ext cx="1699051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5,400+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New Incorporations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Annually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9376570-C57D-EE41-EF6C-0DFD9B4B87DB}"/>
              </a:ext>
            </a:extLst>
          </p:cNvPr>
          <p:cNvSpPr txBox="1"/>
          <p:nvPr/>
        </p:nvSpPr>
        <p:spPr>
          <a:xfrm>
            <a:off x="4216268" y="3434902"/>
            <a:ext cx="172771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2,900+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Professionals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C59F81D-8A09-720E-0D2B-634AE19E997F}"/>
              </a:ext>
            </a:extLst>
          </p:cNvPr>
          <p:cNvSpPr txBox="1"/>
          <p:nvPr/>
        </p:nvSpPr>
        <p:spPr>
          <a:xfrm>
            <a:off x="9473598" y="3434902"/>
            <a:ext cx="139294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16,000+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Filings Annually</a:t>
            </a:r>
          </a:p>
        </p:txBody>
      </p:sp>
      <p:pic>
        <p:nvPicPr>
          <p:cNvPr id="53" name="Picture 52" descr="A calculator with a percent sign&#10;&#10;Description automatically generated">
            <a:extLst>
              <a:ext uri="{FF2B5EF4-FFF2-40B4-BE49-F238E27FC236}">
                <a16:creationId xmlns:a16="http://schemas.microsoft.com/office/drawing/2014/main" id="{F3391625-E394-3919-4774-5B1EABA57134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902931" y="3433665"/>
            <a:ext cx="470917" cy="470917"/>
          </a:xfrm>
          <a:prstGeom prst="rect">
            <a:avLst/>
          </a:prstGeom>
        </p:spPr>
      </p:pic>
      <p:pic>
        <p:nvPicPr>
          <p:cNvPr id="55" name="Picture 54" descr="A orange line drawing of a balance scale&#10;&#10;Description automatically generated">
            <a:extLst>
              <a:ext uri="{FF2B5EF4-FFF2-40B4-BE49-F238E27FC236}">
                <a16:creationId xmlns:a16="http://schemas.microsoft.com/office/drawing/2014/main" id="{26D357D4-1E6A-B1D1-8A15-DBEE91472FA1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01363" y="3433665"/>
            <a:ext cx="470917" cy="470917"/>
          </a:xfrm>
          <a:prstGeom prst="rect">
            <a:avLst/>
          </a:prstGeom>
        </p:spPr>
      </p:pic>
      <p:pic>
        <p:nvPicPr>
          <p:cNvPr id="57" name="Picture 56" descr="A two orange icons on a black background&#10;&#10;Description automatically generated">
            <a:extLst>
              <a:ext uri="{FF2B5EF4-FFF2-40B4-BE49-F238E27FC236}">
                <a16:creationId xmlns:a16="http://schemas.microsoft.com/office/drawing/2014/main" id="{BEE0DE05-9494-4812-988A-A69B57116BAE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31556" y="3437106"/>
            <a:ext cx="463781" cy="469680"/>
          </a:xfrm>
          <a:prstGeom prst="rect">
            <a:avLst/>
          </a:prstGeom>
        </p:spPr>
      </p:pic>
      <p:sp>
        <p:nvSpPr>
          <p:cNvPr id="60" name="TextBox 59">
            <a:extLst>
              <a:ext uri="{FF2B5EF4-FFF2-40B4-BE49-F238E27FC236}">
                <a16:creationId xmlns:a16="http://schemas.microsoft.com/office/drawing/2014/main" id="{CBB3F55B-F600-1285-3748-D81F334775B5}"/>
              </a:ext>
            </a:extLst>
          </p:cNvPr>
          <p:cNvSpPr txBox="1"/>
          <p:nvPr/>
        </p:nvSpPr>
        <p:spPr>
          <a:xfrm>
            <a:off x="9474029" y="5229366"/>
            <a:ext cx="169861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488,000+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Payslips Processed Annually</a:t>
            </a:r>
          </a:p>
        </p:txBody>
      </p:sp>
      <p:pic>
        <p:nvPicPr>
          <p:cNvPr id="65" name="Picture 64" descr="A group of people sitting at a table with speech bubbles&#10;&#10;Description automatically generated">
            <a:extLst>
              <a:ext uri="{FF2B5EF4-FFF2-40B4-BE49-F238E27FC236}">
                <a16:creationId xmlns:a16="http://schemas.microsoft.com/office/drawing/2014/main" id="{EE6D042F-FA28-375B-A95C-EDF4E79E5782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87583" y="5228129"/>
            <a:ext cx="470917" cy="470917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EE85375-77DE-4BCB-EB85-99557A0B9654}"/>
              </a:ext>
            </a:extLst>
          </p:cNvPr>
          <p:cNvCxnSpPr>
            <a:cxnSpLocks/>
          </p:cNvCxnSpPr>
          <p:nvPr/>
        </p:nvCxnSpPr>
        <p:spPr>
          <a:xfrm>
            <a:off x="5948670" y="3365820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B2729707-7AFD-B6D3-BAC8-4E7666E113C2}"/>
              </a:ext>
            </a:extLst>
          </p:cNvPr>
          <p:cNvSpPr txBox="1"/>
          <p:nvPr/>
        </p:nvSpPr>
        <p:spPr>
          <a:xfrm>
            <a:off x="3134534" y="4707393"/>
            <a:ext cx="8175723" cy="3077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Tech-Enabled Client Platform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29A960-06DF-339C-2565-0B9ACE8EF06F}"/>
              </a:ext>
            </a:extLst>
          </p:cNvPr>
          <p:cNvSpPr txBox="1"/>
          <p:nvPr/>
        </p:nvSpPr>
        <p:spPr>
          <a:xfrm>
            <a:off x="3134533" y="2872260"/>
            <a:ext cx="8175723" cy="30777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High-Quality Service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4808C9C-3484-83B3-CB7A-606133FAC33F}"/>
              </a:ext>
            </a:extLst>
          </p:cNvPr>
          <p:cNvSpPr txBox="1"/>
          <p:nvPr/>
        </p:nvSpPr>
        <p:spPr>
          <a:xfrm>
            <a:off x="3134532" y="1068283"/>
            <a:ext cx="8175723" cy="307777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Industry Reputation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C3CF110-CE97-0E4F-CF09-BB57239B439F}"/>
              </a:ext>
            </a:extLst>
          </p:cNvPr>
          <p:cNvCxnSpPr>
            <a:cxnSpLocks/>
          </p:cNvCxnSpPr>
          <p:nvPr/>
        </p:nvCxnSpPr>
        <p:spPr>
          <a:xfrm>
            <a:off x="5948670" y="5200789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39F99E2-14AC-DC6A-A5D6-19C8BF2967BB}"/>
              </a:ext>
            </a:extLst>
          </p:cNvPr>
          <p:cNvCxnSpPr>
            <a:cxnSpLocks/>
          </p:cNvCxnSpPr>
          <p:nvPr/>
        </p:nvCxnSpPr>
        <p:spPr>
          <a:xfrm>
            <a:off x="5948670" y="1559552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8857120D-930A-CFCE-87B6-1E5AE58612F5}"/>
              </a:ext>
            </a:extLst>
          </p:cNvPr>
          <p:cNvCxnSpPr>
            <a:cxnSpLocks/>
          </p:cNvCxnSpPr>
          <p:nvPr/>
        </p:nvCxnSpPr>
        <p:spPr>
          <a:xfrm>
            <a:off x="8628634" y="3365820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D71F9A1-2FBF-7589-286A-D17AC8627368}"/>
              </a:ext>
            </a:extLst>
          </p:cNvPr>
          <p:cNvCxnSpPr>
            <a:cxnSpLocks/>
          </p:cNvCxnSpPr>
          <p:nvPr/>
        </p:nvCxnSpPr>
        <p:spPr>
          <a:xfrm>
            <a:off x="8628634" y="5200789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4E9A612-32D9-8DB6-AA7D-67B5CE00BFCE}"/>
              </a:ext>
            </a:extLst>
          </p:cNvPr>
          <p:cNvCxnSpPr>
            <a:cxnSpLocks/>
          </p:cNvCxnSpPr>
          <p:nvPr/>
        </p:nvCxnSpPr>
        <p:spPr>
          <a:xfrm>
            <a:off x="8628634" y="1559552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2317D71F-71DA-062A-4886-9E1D47C70995}"/>
              </a:ext>
            </a:extLst>
          </p:cNvPr>
          <p:cNvSpPr txBox="1"/>
          <p:nvPr/>
        </p:nvSpPr>
        <p:spPr>
          <a:xfrm>
            <a:off x="4245363" y="5272205"/>
            <a:ext cx="169861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65,000+</a:t>
            </a:r>
            <a:endParaRPr kumimoji="0" lang="en-GB" sz="16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Client Entities</a:t>
            </a:r>
          </a:p>
        </p:txBody>
      </p:sp>
      <p:pic>
        <p:nvPicPr>
          <p:cNvPr id="5" name="Picture 4" descr="A handshake in a heart shape&#10;&#10;Description automatically generated">
            <a:extLst>
              <a:ext uri="{FF2B5EF4-FFF2-40B4-BE49-F238E27FC236}">
                <a16:creationId xmlns:a16="http://schemas.microsoft.com/office/drawing/2014/main" id="{2E572FB2-6814-5314-DDD9-DC493CDCD206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31556" y="5312710"/>
            <a:ext cx="463781" cy="469680"/>
          </a:xfrm>
          <a:prstGeom prst="rect">
            <a:avLst/>
          </a:prstGeom>
        </p:spPr>
      </p:pic>
      <p:pic>
        <p:nvPicPr>
          <p:cNvPr id="6" name="Picture 5" descr="A neon sign with a star&#10;&#10;Description automatically generated">
            <a:extLst>
              <a:ext uri="{FF2B5EF4-FFF2-40B4-BE49-F238E27FC236}">
                <a16:creationId xmlns:a16="http://schemas.microsoft.com/office/drawing/2014/main" id="{1EC7A6C7-B08E-2FC7-C69F-BD9D1264CBA4}"/>
              </a:ext>
            </a:extLst>
          </p:cNvPr>
          <p:cNvPicPr>
            <a:picLocks noChangeAspect="1"/>
          </p:cNvPicPr>
          <p:nvPr/>
        </p:nvPicPr>
        <p:blipFill>
          <a:blip r:embed="rId14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01981" y="5272205"/>
            <a:ext cx="469680" cy="469680"/>
          </a:xfrm>
          <a:prstGeom prst="rect">
            <a:avLst/>
          </a:prstGeom>
          <a:ln>
            <a:noFill/>
          </a:ln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F3DC2B5-5D47-6261-DC9A-0961D513FB73}"/>
              </a:ext>
            </a:extLst>
          </p:cNvPr>
          <p:cNvSpPr txBox="1"/>
          <p:nvPr/>
        </p:nvSpPr>
        <p:spPr>
          <a:xfrm>
            <a:off x="6772545" y="5272205"/>
            <a:ext cx="169861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40,000+</a:t>
            </a:r>
            <a:endParaRPr kumimoji="0" lang="en-GB" sz="16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Active Clients</a:t>
            </a:r>
          </a:p>
        </p:txBody>
      </p:sp>
    </p:spTree>
    <p:extLst>
      <p:ext uri="{BB962C8B-B14F-4D97-AF65-F5344CB8AC3E}">
        <p14:creationId xmlns:p14="http://schemas.microsoft.com/office/powerpoint/2010/main" val="1381049059"/>
      </p:ext>
    </p:extLst>
  </p:cSld>
  <p:clrMapOvr>
    <a:masterClrMapping/>
  </p:clrMapOvr>
</p:sld>
</file>

<file path=ppt/slides/slide3.xml><?xml version="1.0" encoding="utf-8"?>
<p:sld xmlns:a16="http://schemas.microsoft.com/office/drawing/2014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AE2FE8-B4A0-B7BB-A405-64FF53B64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9FF737E-1F28-E660-9997-885509DB65CD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GB" sz="2800" b="1">
                <a:latin typeface="Poppins" pitchFamily="2" charset="77"/>
                <a:cs typeface="Poppins" pitchFamily="2" charset="77"/>
              </a:rPr>
              <a:t>Our Global Footprint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33821B0-1235-EAE5-7673-0F3931D4A0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53158" y="5315458"/>
            <a:ext cx="70049" cy="96948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746C6E7A-579A-FE8B-C338-65F50779E2DF}"/>
              </a:ext>
            </a:extLst>
          </p:cNvPr>
          <p:cNvGrpSpPr/>
          <p:nvPr/>
        </p:nvGrpSpPr>
        <p:grpSpPr>
          <a:xfrm>
            <a:off x="0" y="1093773"/>
            <a:ext cx="9132253" cy="5408296"/>
            <a:chOff x="3726246" y="1259564"/>
            <a:chExt cx="8210736" cy="4862556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5B85BBA-364A-46BD-E80D-71C035E3AFC9}"/>
                </a:ext>
              </a:extLst>
            </p:cNvPr>
            <p:cNvGrpSpPr/>
            <p:nvPr/>
          </p:nvGrpSpPr>
          <p:grpSpPr>
            <a:xfrm>
              <a:off x="3726246" y="1259564"/>
              <a:ext cx="8210736" cy="4862556"/>
              <a:chOff x="3925948" y="1237546"/>
              <a:chExt cx="7906185" cy="4682195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487DF9C9-923E-FCF7-7F7B-FC62B20E240B}"/>
                  </a:ext>
                </a:extLst>
              </p:cNvPr>
              <p:cNvGrpSpPr/>
              <p:nvPr/>
            </p:nvGrpSpPr>
            <p:grpSpPr>
              <a:xfrm>
                <a:off x="3925948" y="1251787"/>
                <a:ext cx="7906185" cy="4667954"/>
                <a:chOff x="4498931" y="1154748"/>
                <a:chExt cx="6360210" cy="3657063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BE490E2B-CB21-D61C-FC69-EC15905AD833}"/>
                    </a:ext>
                  </a:extLst>
                </p:cNvPr>
                <p:cNvGrpSpPr/>
                <p:nvPr/>
              </p:nvGrpSpPr>
              <p:grpSpPr>
                <a:xfrm>
                  <a:off x="4498931" y="1154748"/>
                  <a:ext cx="6360210" cy="3469655"/>
                  <a:chOff x="-1041492" y="1090949"/>
                  <a:chExt cx="9263254" cy="5053361"/>
                </a:xfrm>
              </p:grpSpPr>
              <p:grpSp>
                <p:nvGrpSpPr>
                  <p:cNvPr id="83" name="Group 82">
                    <a:extLst>
                      <a:ext uri="{FF2B5EF4-FFF2-40B4-BE49-F238E27FC236}">
                        <a16:creationId xmlns:a16="http://schemas.microsoft.com/office/drawing/2014/main" id="{825B1D45-FF59-2E1C-8117-2D69CCA50AAD}"/>
                      </a:ext>
                    </a:extLst>
                  </p:cNvPr>
                  <p:cNvGrpSpPr/>
                  <p:nvPr/>
                </p:nvGrpSpPr>
                <p:grpSpPr>
                  <a:xfrm>
                    <a:off x="-1041492" y="1090949"/>
                    <a:ext cx="9263254" cy="5053361"/>
                    <a:chOff x="-1181745" y="1090947"/>
                    <a:chExt cx="9263286" cy="5053356"/>
                  </a:xfrm>
                </p:grpSpPr>
                <p:grpSp>
                  <p:nvGrpSpPr>
                    <p:cNvPr id="317" name="Group 316">
                      <a:extLst>
                        <a:ext uri="{FF2B5EF4-FFF2-40B4-BE49-F238E27FC236}">
                          <a16:creationId xmlns:a16="http://schemas.microsoft.com/office/drawing/2014/main" id="{27E9B0E5-C5CF-25E7-728F-840053ABD2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181745" y="1090947"/>
                      <a:ext cx="9263286" cy="5053356"/>
                      <a:chOff x="-1721942" y="884758"/>
                      <a:chExt cx="9770212" cy="5329900"/>
                    </a:xfrm>
                  </p:grpSpPr>
                  <p:grpSp>
                    <p:nvGrpSpPr>
                      <p:cNvPr id="310" name="Group 309">
                        <a:extLst>
                          <a:ext uri="{FF2B5EF4-FFF2-40B4-BE49-F238E27FC236}">
                            <a16:creationId xmlns:a16="http://schemas.microsoft.com/office/drawing/2014/main" id="{91A854B7-980E-8B70-DA18-C840C3B6D2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1721942" y="884758"/>
                        <a:ext cx="9770212" cy="5329900"/>
                        <a:chOff x="0" y="1486840"/>
                        <a:chExt cx="7120327" cy="3884320"/>
                      </a:xfrm>
                    </p:grpSpPr>
                    <p:grpSp>
                      <p:nvGrpSpPr>
                        <p:cNvPr id="86" name="Group 85">
                          <a:extLst>
                            <a:ext uri="{FF2B5EF4-FFF2-40B4-BE49-F238E27FC236}">
                              <a16:creationId xmlns:a16="http://schemas.microsoft.com/office/drawing/2014/main" id="{BBA5859E-7015-1B95-CD01-594E76A6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0" y="1486840"/>
                          <a:ext cx="7120327" cy="3884320"/>
                          <a:chOff x="742950" y="117477"/>
                          <a:chExt cx="10706102" cy="6623048"/>
                        </a:xfrm>
                        <a:solidFill>
                          <a:schemeClr val="bg1">
                            <a:lumMod val="75000"/>
                          </a:schemeClr>
                        </a:solidFill>
                      </p:grpSpPr>
                      <p:sp>
                        <p:nvSpPr>
                          <p:cNvPr id="87" name="Greenland">
                            <a:extLst>
                              <a:ext uri="{FF2B5EF4-FFF2-40B4-BE49-F238E27FC236}">
                                <a16:creationId xmlns:a16="http://schemas.microsoft.com/office/drawing/2014/main" id="{DB2FBC9F-741D-973E-82E2-8EAE469B5BFB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3932238" y="117477"/>
                            <a:ext cx="1722437" cy="2532063"/>
                          </a:xfrm>
                          <a:custGeom>
                            <a:avLst/>
                            <a:gdLst>
                              <a:gd name="T0" fmla="*/ 372 w 414"/>
                              <a:gd name="T1" fmla="*/ 146 h 608"/>
                              <a:gd name="T2" fmla="*/ 380 w 414"/>
                              <a:gd name="T3" fmla="*/ 163 h 608"/>
                              <a:gd name="T4" fmla="*/ 362 w 414"/>
                              <a:gd name="T5" fmla="*/ 204 h 608"/>
                              <a:gd name="T6" fmla="*/ 353 w 414"/>
                              <a:gd name="T7" fmla="*/ 248 h 608"/>
                              <a:gd name="T8" fmla="*/ 351 w 414"/>
                              <a:gd name="T9" fmla="*/ 277 h 608"/>
                              <a:gd name="T10" fmla="*/ 358 w 414"/>
                              <a:gd name="T11" fmla="*/ 310 h 608"/>
                              <a:gd name="T12" fmla="*/ 357 w 414"/>
                              <a:gd name="T13" fmla="*/ 342 h 608"/>
                              <a:gd name="T14" fmla="*/ 352 w 414"/>
                              <a:gd name="T15" fmla="*/ 366 h 608"/>
                              <a:gd name="T16" fmla="*/ 312 w 414"/>
                              <a:gd name="T17" fmla="*/ 377 h 608"/>
                              <a:gd name="T18" fmla="*/ 341 w 414"/>
                              <a:gd name="T19" fmla="*/ 410 h 608"/>
                              <a:gd name="T20" fmla="*/ 302 w 414"/>
                              <a:gd name="T21" fmla="*/ 403 h 608"/>
                              <a:gd name="T22" fmla="*/ 296 w 414"/>
                              <a:gd name="T23" fmla="*/ 434 h 608"/>
                              <a:gd name="T24" fmla="*/ 317 w 414"/>
                              <a:gd name="T25" fmla="*/ 438 h 608"/>
                              <a:gd name="T26" fmla="*/ 304 w 414"/>
                              <a:gd name="T27" fmla="*/ 472 h 608"/>
                              <a:gd name="T28" fmla="*/ 262 w 414"/>
                              <a:gd name="T29" fmla="*/ 502 h 608"/>
                              <a:gd name="T30" fmla="*/ 227 w 414"/>
                              <a:gd name="T31" fmla="*/ 521 h 608"/>
                              <a:gd name="T32" fmla="*/ 208 w 414"/>
                              <a:gd name="T33" fmla="*/ 566 h 608"/>
                              <a:gd name="T34" fmla="*/ 201 w 414"/>
                              <a:gd name="T35" fmla="*/ 601 h 608"/>
                              <a:gd name="T36" fmla="*/ 159 w 414"/>
                              <a:gd name="T37" fmla="*/ 583 h 608"/>
                              <a:gd name="T38" fmla="*/ 142 w 414"/>
                              <a:gd name="T39" fmla="*/ 534 h 608"/>
                              <a:gd name="T40" fmla="*/ 134 w 414"/>
                              <a:gd name="T41" fmla="*/ 479 h 608"/>
                              <a:gd name="T42" fmla="*/ 151 w 414"/>
                              <a:gd name="T43" fmla="*/ 461 h 608"/>
                              <a:gd name="T44" fmla="*/ 148 w 414"/>
                              <a:gd name="T45" fmla="*/ 437 h 608"/>
                              <a:gd name="T46" fmla="*/ 143 w 414"/>
                              <a:gd name="T47" fmla="*/ 409 h 608"/>
                              <a:gd name="T48" fmla="*/ 122 w 414"/>
                              <a:gd name="T49" fmla="*/ 404 h 608"/>
                              <a:gd name="T50" fmla="*/ 113 w 414"/>
                              <a:gd name="T51" fmla="*/ 386 h 608"/>
                              <a:gd name="T52" fmla="*/ 115 w 414"/>
                              <a:gd name="T53" fmla="*/ 361 h 608"/>
                              <a:gd name="T54" fmla="*/ 100 w 414"/>
                              <a:gd name="T55" fmla="*/ 318 h 608"/>
                              <a:gd name="T56" fmla="*/ 27 w 414"/>
                              <a:gd name="T57" fmla="*/ 298 h 608"/>
                              <a:gd name="T58" fmla="*/ 31 w 414"/>
                              <a:gd name="T59" fmla="*/ 265 h 608"/>
                              <a:gd name="T60" fmla="*/ 11 w 414"/>
                              <a:gd name="T61" fmla="*/ 249 h 608"/>
                              <a:gd name="T62" fmla="*/ 60 w 414"/>
                              <a:gd name="T63" fmla="*/ 167 h 608"/>
                              <a:gd name="T64" fmla="*/ 66 w 414"/>
                              <a:gd name="T65" fmla="*/ 127 h 608"/>
                              <a:gd name="T66" fmla="*/ 92 w 414"/>
                              <a:gd name="T67" fmla="*/ 96 h 608"/>
                              <a:gd name="T68" fmla="*/ 141 w 414"/>
                              <a:gd name="T69" fmla="*/ 100 h 608"/>
                              <a:gd name="T70" fmla="*/ 173 w 414"/>
                              <a:gd name="T71" fmla="*/ 90 h 608"/>
                              <a:gd name="T72" fmla="*/ 206 w 414"/>
                              <a:gd name="T73" fmla="*/ 70 h 608"/>
                              <a:gd name="T74" fmla="*/ 180 w 414"/>
                              <a:gd name="T75" fmla="*/ 48 h 608"/>
                              <a:gd name="T76" fmla="*/ 205 w 414"/>
                              <a:gd name="T77" fmla="*/ 32 h 608"/>
                              <a:gd name="T78" fmla="*/ 229 w 414"/>
                              <a:gd name="T79" fmla="*/ 8 h 608"/>
                              <a:gd name="T80" fmla="*/ 302 w 414"/>
                              <a:gd name="T81" fmla="*/ 25 h 608"/>
                              <a:gd name="T82" fmla="*/ 284 w 414"/>
                              <a:gd name="T83" fmla="*/ 30 h 608"/>
                              <a:gd name="T84" fmla="*/ 330 w 414"/>
                              <a:gd name="T85" fmla="*/ 75 h 608"/>
                              <a:gd name="T86" fmla="*/ 322 w 414"/>
                              <a:gd name="T87" fmla="*/ 89 h 608"/>
                              <a:gd name="T88" fmla="*/ 330 w 414"/>
                              <a:gd name="T89" fmla="*/ 148 h 608"/>
                              <a:gd name="T90" fmla="*/ 377 w 414"/>
                              <a:gd name="T91" fmla="*/ 106 h 608"/>
                              <a:gd name="T92" fmla="*/ 301 w 414"/>
                              <a:gd name="T93" fmla="*/ 426 h 608"/>
                              <a:gd name="T94" fmla="*/ 326 w 414"/>
                              <a:gd name="T95" fmla="*/ 386 h 608"/>
                              <a:gd name="T96" fmla="*/ 225 w 414"/>
                              <a:gd name="T97" fmla="*/ 29 h 608"/>
                              <a:gd name="T98" fmla="*/ 364 w 414"/>
                              <a:gd name="T99" fmla="*/ 169 h 608"/>
                              <a:gd name="T100" fmla="*/ 11 w 414"/>
                              <a:gd name="T101" fmla="*/ 266 h 608"/>
                              <a:gd name="T102" fmla="*/ 129 w 414"/>
                              <a:gd name="T103" fmla="*/ 423 h 608"/>
                              <a:gd name="T104" fmla="*/ 137 w 414"/>
                              <a:gd name="T105" fmla="*/ 446 h 608"/>
                              <a:gd name="T106" fmla="*/ 136 w 414"/>
                              <a:gd name="T107" fmla="*/ 80 h 608"/>
                              <a:gd name="T108" fmla="*/ 112 w 414"/>
                              <a:gd name="T109" fmla="*/ 360 h 608"/>
                              <a:gd name="T110" fmla="*/ 207 w 414"/>
                              <a:gd name="T111" fmla="*/ 22 h 608"/>
                              <a:gd name="T112" fmla="*/ 366 w 414"/>
                              <a:gd name="T113" fmla="*/ 225 h 608"/>
                              <a:gd name="T114" fmla="*/ 117 w 414"/>
                              <a:gd name="T115" fmla="*/ 406 h 608"/>
                              <a:gd name="T116" fmla="*/ 352 w 414"/>
                              <a:gd name="T117" fmla="*/ 239 h 608"/>
                              <a:gd name="T118" fmla="*/ 132 w 414"/>
                              <a:gd name="T119" fmla="*/ 476 h 608"/>
                              <a:gd name="T120" fmla="*/ 363 w 414"/>
                              <a:gd name="T121" fmla="*/ 243 h 608"/>
                              <a:gd name="T122" fmla="*/ 346 w 414"/>
                              <a:gd name="T123" fmla="*/ 291 h 60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  <a:cxn ang="0">
                                <a:pos x="T116" y="T117"/>
                              </a:cxn>
                              <a:cxn ang="0">
                                <a:pos x="T118" y="T119"/>
                              </a:cxn>
                              <a:cxn ang="0">
                                <a:pos x="T120" y="T121"/>
                              </a:cxn>
                              <a:cxn ang="0">
                                <a:pos x="T122" y="T123"/>
                              </a:cxn>
                            </a:cxnLst>
                            <a:rect l="0" t="0" r="r" b="b"/>
                            <a:pathLst>
                              <a:path w="414" h="608">
                                <a:moveTo>
                                  <a:pt x="119" y="395"/>
                                </a:move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lose/>
                                <a:moveTo>
                                  <a:pt x="313" y="33"/>
                                </a:move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lose/>
                                <a:moveTo>
                                  <a:pt x="201" y="567"/>
                                </a:moveTo>
                                <a:cubicBezTo>
                                  <a:pt x="201" y="568"/>
                                  <a:pt x="201" y="568"/>
                                  <a:pt x="201" y="568"/>
                                </a:cubicBezTo>
                                <a:cubicBezTo>
                                  <a:pt x="201" y="568"/>
                                  <a:pt x="201" y="568"/>
                                  <a:pt x="201" y="567"/>
                                </a:cubicBezTo>
                                <a:close/>
                                <a:moveTo>
                                  <a:pt x="297" y="433"/>
                                </a:moveTo>
                                <a:cubicBezTo>
                                  <a:pt x="297" y="433"/>
                                  <a:pt x="298" y="433"/>
                                  <a:pt x="298" y="433"/>
                                </a:cubicBezTo>
                                <a:cubicBezTo>
                                  <a:pt x="297" y="433"/>
                                  <a:pt x="297" y="433"/>
                                  <a:pt x="297" y="433"/>
                                </a:cubicBezTo>
                                <a:close/>
                                <a:moveTo>
                                  <a:pt x="63" y="129"/>
                                </a:moveTo>
                                <a:cubicBezTo>
                                  <a:pt x="63" y="129"/>
                                  <a:pt x="63" y="128"/>
                                  <a:pt x="63" y="128"/>
                                </a:cubicBezTo>
                                <a:cubicBezTo>
                                  <a:pt x="63" y="129"/>
                                  <a:pt x="63" y="129"/>
                                  <a:pt x="63" y="129"/>
                                </a:cubicBezTo>
                                <a:close/>
                                <a:moveTo>
                                  <a:pt x="326" y="151"/>
                                </a:move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lose/>
                                <a:moveTo>
                                  <a:pt x="301" y="426"/>
                                </a:move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lose/>
                                <a:moveTo>
                                  <a:pt x="136" y="405"/>
                                </a:move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lose/>
                                <a:moveTo>
                                  <a:pt x="122" y="401"/>
                                </a:move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lose/>
                                <a:moveTo>
                                  <a:pt x="372" y="146"/>
                                </a:moveTo>
                                <a:cubicBezTo>
                                  <a:pt x="372" y="146"/>
                                  <a:pt x="372" y="146"/>
                                  <a:pt x="373" y="146"/>
                                </a:cubicBezTo>
                                <a:cubicBezTo>
                                  <a:pt x="372" y="146"/>
                                  <a:pt x="372" y="146"/>
                                  <a:pt x="372" y="146"/>
                                </a:cubicBezTo>
                                <a:close/>
                                <a:moveTo>
                                  <a:pt x="413" y="115"/>
                                </a:moveTo>
                                <a:cubicBezTo>
                                  <a:pt x="413" y="117"/>
                                  <a:pt x="411" y="120"/>
                                  <a:pt x="409" y="121"/>
                                </a:cubicBezTo>
                                <a:cubicBezTo>
                                  <a:pt x="407" y="121"/>
                                  <a:pt x="406" y="123"/>
                                  <a:pt x="406" y="124"/>
                                </a:cubicBezTo>
                                <a:cubicBezTo>
                                  <a:pt x="406" y="126"/>
                                  <a:pt x="405" y="127"/>
                                  <a:pt x="403" y="127"/>
                                </a:cubicBezTo>
                                <a:cubicBezTo>
                                  <a:pt x="403" y="129"/>
                                  <a:pt x="400" y="131"/>
                                  <a:pt x="400" y="133"/>
                                </a:cubicBezTo>
                                <a:cubicBezTo>
                                  <a:pt x="399" y="134"/>
                                  <a:pt x="398" y="134"/>
                                  <a:pt x="397" y="133"/>
                                </a:cubicBezTo>
                                <a:cubicBezTo>
                                  <a:pt x="395" y="133"/>
                                  <a:pt x="394" y="134"/>
                                  <a:pt x="393" y="135"/>
                                </a:cubicBezTo>
                                <a:cubicBezTo>
                                  <a:pt x="392" y="135"/>
                                  <a:pt x="392" y="136"/>
                                  <a:pt x="393" y="136"/>
                                </a:cubicBezTo>
                                <a:cubicBezTo>
                                  <a:pt x="393" y="137"/>
                                  <a:pt x="393" y="136"/>
                                  <a:pt x="394" y="136"/>
                                </a:cubicBezTo>
                                <a:cubicBezTo>
                                  <a:pt x="395" y="134"/>
                                  <a:pt x="397" y="136"/>
                                  <a:pt x="399" y="136"/>
                                </a:cubicBezTo>
                                <a:cubicBezTo>
                                  <a:pt x="399" y="136"/>
                                  <a:pt x="399" y="136"/>
                                  <a:pt x="399" y="137"/>
                                </a:cubicBezTo>
                                <a:cubicBezTo>
                                  <a:pt x="397" y="138"/>
                                  <a:pt x="397" y="141"/>
                                  <a:pt x="394" y="142"/>
                                </a:cubicBezTo>
                                <a:cubicBezTo>
                                  <a:pt x="394" y="142"/>
                                  <a:pt x="394" y="143"/>
                                  <a:pt x="393" y="143"/>
                                </a:cubicBezTo>
                                <a:cubicBezTo>
                                  <a:pt x="392" y="146"/>
                                  <a:pt x="390" y="146"/>
                                  <a:pt x="387" y="146"/>
                                </a:cubicBezTo>
                                <a:cubicBezTo>
                                  <a:pt x="387" y="146"/>
                                  <a:pt x="387" y="146"/>
                                  <a:pt x="387" y="147"/>
                                </a:cubicBezTo>
                                <a:cubicBezTo>
                                  <a:pt x="387" y="149"/>
                                  <a:pt x="385" y="150"/>
                                  <a:pt x="383" y="150"/>
                                </a:cubicBezTo>
                                <a:cubicBezTo>
                                  <a:pt x="383" y="150"/>
                                  <a:pt x="382" y="150"/>
                                  <a:pt x="382" y="150"/>
                                </a:cubicBezTo>
                                <a:cubicBezTo>
                                  <a:pt x="381" y="150"/>
                                  <a:pt x="380" y="149"/>
                                  <a:pt x="379" y="149"/>
                                </a:cubicBezTo>
                                <a:cubicBezTo>
                                  <a:pt x="377" y="149"/>
                                  <a:pt x="375" y="149"/>
                                  <a:pt x="374" y="146"/>
                                </a:cubicBezTo>
                                <a:cubicBezTo>
                                  <a:pt x="374" y="146"/>
                                  <a:pt x="373" y="146"/>
                                  <a:pt x="373" y="146"/>
                                </a:cubicBezTo>
                                <a:cubicBezTo>
                                  <a:pt x="374" y="149"/>
                                  <a:pt x="372" y="150"/>
                                  <a:pt x="370" y="151"/>
                                </a:cubicBezTo>
                                <a:cubicBezTo>
                                  <a:pt x="369" y="152"/>
                                  <a:pt x="368" y="153"/>
                                  <a:pt x="366" y="152"/>
                                </a:cubicBezTo>
                                <a:cubicBezTo>
                                  <a:pt x="365" y="152"/>
                                  <a:pt x="365" y="151"/>
                                  <a:pt x="364" y="152"/>
                                </a:cubicBezTo>
                                <a:cubicBezTo>
                                  <a:pt x="365" y="155"/>
                                  <a:pt x="370" y="157"/>
                                  <a:pt x="373" y="155"/>
                                </a:cubicBezTo>
                                <a:cubicBezTo>
                                  <a:pt x="373" y="155"/>
                                  <a:pt x="374" y="154"/>
                                  <a:pt x="375" y="154"/>
                                </a:cubicBezTo>
                                <a:cubicBezTo>
                                  <a:pt x="376" y="153"/>
                                  <a:pt x="377" y="153"/>
                                  <a:pt x="378" y="154"/>
                                </a:cubicBezTo>
                                <a:cubicBezTo>
                                  <a:pt x="379" y="156"/>
                                  <a:pt x="381" y="157"/>
                                  <a:pt x="382" y="157"/>
                                </a:cubicBezTo>
                                <a:cubicBezTo>
                                  <a:pt x="384" y="157"/>
                                  <a:pt x="385" y="158"/>
                                  <a:pt x="383" y="160"/>
                                </a:cubicBezTo>
                                <a:cubicBezTo>
                                  <a:pt x="383" y="160"/>
                                  <a:pt x="383" y="161"/>
                                  <a:pt x="382" y="162"/>
                                </a:cubicBezTo>
                                <a:cubicBezTo>
                                  <a:pt x="382" y="162"/>
                                  <a:pt x="381" y="164"/>
                                  <a:pt x="380" y="162"/>
                                </a:cubicBezTo>
                                <a:cubicBezTo>
                                  <a:pt x="380" y="162"/>
                                  <a:pt x="380" y="163"/>
                                  <a:pt x="380" y="163"/>
                                </a:cubicBezTo>
                                <a:cubicBezTo>
                                  <a:pt x="380" y="166"/>
                                  <a:pt x="379" y="168"/>
                                  <a:pt x="376" y="168"/>
                                </a:cubicBezTo>
                                <a:cubicBezTo>
                                  <a:pt x="375" y="168"/>
                                  <a:pt x="374" y="168"/>
                                  <a:pt x="373" y="168"/>
                                </a:cubicBezTo>
                                <a:cubicBezTo>
                                  <a:pt x="372" y="168"/>
                                  <a:pt x="372" y="168"/>
                                  <a:pt x="371" y="168"/>
                                </a:cubicBezTo>
                                <a:cubicBezTo>
                                  <a:pt x="370" y="167"/>
                                  <a:pt x="369" y="169"/>
                                  <a:pt x="368" y="168"/>
                                </a:cubicBezTo>
                                <a:cubicBezTo>
                                  <a:pt x="367" y="168"/>
                                  <a:pt x="366" y="168"/>
                                  <a:pt x="366" y="167"/>
                                </a:cubicBezTo>
                                <a:cubicBezTo>
                                  <a:pt x="364" y="167"/>
                                  <a:pt x="363" y="165"/>
                                  <a:pt x="361" y="165"/>
                                </a:cubicBezTo>
                                <a:cubicBezTo>
                                  <a:pt x="360" y="165"/>
                                  <a:pt x="360" y="165"/>
                                  <a:pt x="359" y="164"/>
                                </a:cubicBezTo>
                                <a:cubicBezTo>
                                  <a:pt x="359" y="165"/>
                                  <a:pt x="358" y="166"/>
                                  <a:pt x="358" y="167"/>
                                </a:cubicBezTo>
                                <a:cubicBezTo>
                                  <a:pt x="357" y="169"/>
                                  <a:pt x="356" y="171"/>
                                  <a:pt x="354" y="171"/>
                                </a:cubicBezTo>
                                <a:cubicBezTo>
                                  <a:pt x="356" y="172"/>
                                  <a:pt x="356" y="172"/>
                                  <a:pt x="355" y="174"/>
                                </a:cubicBezTo>
                                <a:cubicBezTo>
                                  <a:pt x="353" y="175"/>
                                  <a:pt x="355" y="176"/>
                                  <a:pt x="354" y="176"/>
                                </a:cubicBezTo>
                                <a:cubicBezTo>
                                  <a:pt x="354" y="177"/>
                                  <a:pt x="354" y="178"/>
                                  <a:pt x="354" y="179"/>
                                </a:cubicBezTo>
                                <a:cubicBezTo>
                                  <a:pt x="353" y="180"/>
                                  <a:pt x="352" y="181"/>
                                  <a:pt x="355" y="181"/>
                                </a:cubicBezTo>
                                <a:cubicBezTo>
                                  <a:pt x="356" y="181"/>
                                  <a:pt x="355" y="183"/>
                                  <a:pt x="355" y="184"/>
                                </a:cubicBezTo>
                                <a:cubicBezTo>
                                  <a:pt x="356" y="184"/>
                                  <a:pt x="356" y="183"/>
                                  <a:pt x="356" y="182"/>
                                </a:cubicBezTo>
                                <a:cubicBezTo>
                                  <a:pt x="356" y="178"/>
                                  <a:pt x="359" y="175"/>
                                  <a:pt x="362" y="173"/>
                                </a:cubicBezTo>
                                <a:cubicBezTo>
                                  <a:pt x="363" y="173"/>
                                  <a:pt x="363" y="173"/>
                                  <a:pt x="364" y="173"/>
                                </a:cubicBezTo>
                                <a:cubicBezTo>
                                  <a:pt x="366" y="174"/>
                                  <a:pt x="367" y="172"/>
                                  <a:pt x="368" y="172"/>
                                </a:cubicBezTo>
                                <a:cubicBezTo>
                                  <a:pt x="368" y="172"/>
                                  <a:pt x="369" y="172"/>
                                  <a:pt x="369" y="172"/>
                                </a:cubicBezTo>
                                <a:cubicBezTo>
                                  <a:pt x="371" y="171"/>
                                  <a:pt x="372" y="172"/>
                                  <a:pt x="374" y="173"/>
                                </a:cubicBezTo>
                                <a:cubicBezTo>
                                  <a:pt x="375" y="175"/>
                                  <a:pt x="374" y="176"/>
                                  <a:pt x="373" y="176"/>
                                </a:cubicBezTo>
                                <a:cubicBezTo>
                                  <a:pt x="373" y="178"/>
                                  <a:pt x="373" y="179"/>
                                  <a:pt x="372" y="180"/>
                                </a:cubicBezTo>
                                <a:cubicBezTo>
                                  <a:pt x="372" y="182"/>
                                  <a:pt x="371" y="183"/>
                                  <a:pt x="370" y="185"/>
                                </a:cubicBezTo>
                                <a:cubicBezTo>
                                  <a:pt x="369" y="187"/>
                                  <a:pt x="368" y="187"/>
                                  <a:pt x="366" y="186"/>
                                </a:cubicBezTo>
                                <a:cubicBezTo>
                                  <a:pt x="366" y="186"/>
                                  <a:pt x="365" y="186"/>
                                  <a:pt x="365" y="186"/>
                                </a:cubicBezTo>
                                <a:cubicBezTo>
                                  <a:pt x="362" y="185"/>
                                  <a:pt x="360" y="186"/>
                                  <a:pt x="360" y="188"/>
                                </a:cubicBezTo>
                                <a:cubicBezTo>
                                  <a:pt x="360" y="191"/>
                                  <a:pt x="359" y="194"/>
                                  <a:pt x="358" y="196"/>
                                </a:cubicBezTo>
                                <a:cubicBezTo>
                                  <a:pt x="358" y="197"/>
                                  <a:pt x="358" y="198"/>
                                  <a:pt x="359" y="198"/>
                                </a:cubicBezTo>
                                <a:cubicBezTo>
                                  <a:pt x="360" y="199"/>
                                  <a:pt x="359" y="201"/>
                                  <a:pt x="359" y="202"/>
                                </a:cubicBezTo>
                                <a:cubicBezTo>
                                  <a:pt x="361" y="201"/>
                                  <a:pt x="362" y="202"/>
                                  <a:pt x="363" y="202"/>
                                </a:cubicBezTo>
                                <a:cubicBezTo>
                                  <a:pt x="363" y="203"/>
                                  <a:pt x="362" y="204"/>
                                  <a:pt x="362" y="204"/>
                                </a:cubicBezTo>
                                <a:cubicBezTo>
                                  <a:pt x="362" y="204"/>
                                  <a:pt x="363" y="205"/>
                                  <a:pt x="363" y="205"/>
                                </a:cubicBezTo>
                                <a:cubicBezTo>
                                  <a:pt x="363" y="206"/>
                                  <a:pt x="362" y="207"/>
                                  <a:pt x="361" y="207"/>
                                </a:cubicBezTo>
                                <a:cubicBezTo>
                                  <a:pt x="360" y="208"/>
                                  <a:pt x="360" y="206"/>
                                  <a:pt x="360" y="206"/>
                                </a:cubicBezTo>
                                <a:cubicBezTo>
                                  <a:pt x="360" y="207"/>
                                  <a:pt x="360" y="209"/>
                                  <a:pt x="358" y="208"/>
                                </a:cubicBezTo>
                                <a:cubicBezTo>
                                  <a:pt x="358" y="208"/>
                                  <a:pt x="357" y="208"/>
                                  <a:pt x="357" y="208"/>
                                </a:cubicBezTo>
                                <a:cubicBezTo>
                                  <a:pt x="356" y="210"/>
                                  <a:pt x="356" y="212"/>
                                  <a:pt x="357" y="214"/>
                                </a:cubicBezTo>
                                <a:cubicBezTo>
                                  <a:pt x="358" y="216"/>
                                  <a:pt x="356" y="218"/>
                                  <a:pt x="354" y="217"/>
                                </a:cubicBezTo>
                                <a:cubicBezTo>
                                  <a:pt x="351" y="217"/>
                                  <a:pt x="351" y="217"/>
                                  <a:pt x="352" y="220"/>
                                </a:cubicBezTo>
                                <a:cubicBezTo>
                                  <a:pt x="351" y="220"/>
                                  <a:pt x="351" y="219"/>
                                  <a:pt x="350" y="219"/>
                                </a:cubicBezTo>
                                <a:cubicBezTo>
                                  <a:pt x="349" y="218"/>
                                  <a:pt x="349" y="219"/>
                                  <a:pt x="349" y="220"/>
                                </a:cubicBezTo>
                                <a:cubicBezTo>
                                  <a:pt x="349" y="221"/>
                                  <a:pt x="349" y="222"/>
                                  <a:pt x="349" y="223"/>
                                </a:cubicBezTo>
                                <a:cubicBezTo>
                                  <a:pt x="349" y="223"/>
                                  <a:pt x="350" y="223"/>
                                  <a:pt x="350" y="224"/>
                                </a:cubicBezTo>
                                <a:cubicBezTo>
                                  <a:pt x="350" y="224"/>
                                  <a:pt x="350" y="224"/>
                                  <a:pt x="349" y="224"/>
                                </a:cubicBezTo>
                                <a:cubicBezTo>
                                  <a:pt x="349" y="224"/>
                                  <a:pt x="349" y="224"/>
                                  <a:pt x="349" y="224"/>
                                </a:cubicBezTo>
                                <a:cubicBezTo>
                                  <a:pt x="348" y="225"/>
                                  <a:pt x="347" y="224"/>
                                  <a:pt x="347" y="225"/>
                                </a:cubicBezTo>
                                <a:cubicBezTo>
                                  <a:pt x="347" y="226"/>
                                  <a:pt x="348" y="225"/>
                                  <a:pt x="349" y="225"/>
                                </a:cubicBezTo>
                                <a:cubicBezTo>
                                  <a:pt x="350" y="225"/>
                                  <a:pt x="351" y="226"/>
                                  <a:pt x="350" y="227"/>
                                </a:cubicBezTo>
                                <a:cubicBezTo>
                                  <a:pt x="350" y="228"/>
                                  <a:pt x="349" y="228"/>
                                  <a:pt x="348" y="228"/>
                                </a:cubicBezTo>
                                <a:cubicBezTo>
                                  <a:pt x="348" y="229"/>
                                  <a:pt x="349" y="229"/>
                                  <a:pt x="348" y="230"/>
                                </a:cubicBezTo>
                                <a:cubicBezTo>
                                  <a:pt x="349" y="233"/>
                                  <a:pt x="347" y="235"/>
                                  <a:pt x="347" y="238"/>
                                </a:cubicBezTo>
                                <a:cubicBezTo>
                                  <a:pt x="348" y="239"/>
                                  <a:pt x="347" y="240"/>
                                  <a:pt x="347" y="241"/>
                                </a:cubicBezTo>
                                <a:cubicBezTo>
                                  <a:pt x="346" y="244"/>
                                  <a:pt x="344" y="246"/>
                                  <a:pt x="344" y="250"/>
                                </a:cubicBezTo>
                                <a:cubicBezTo>
                                  <a:pt x="344" y="251"/>
                                  <a:pt x="344" y="253"/>
                                  <a:pt x="342" y="255"/>
                                </a:cubicBezTo>
                                <a:cubicBezTo>
                                  <a:pt x="342" y="255"/>
                                  <a:pt x="342" y="255"/>
                                  <a:pt x="342" y="255"/>
                                </a:cubicBezTo>
                                <a:cubicBezTo>
                                  <a:pt x="342" y="255"/>
                                  <a:pt x="342" y="256"/>
                                  <a:pt x="342" y="256"/>
                                </a:cubicBezTo>
                                <a:cubicBezTo>
                                  <a:pt x="344" y="256"/>
                                  <a:pt x="345" y="256"/>
                                  <a:pt x="346" y="256"/>
                                </a:cubicBezTo>
                                <a:cubicBezTo>
                                  <a:pt x="346" y="253"/>
                                  <a:pt x="348" y="250"/>
                                  <a:pt x="349" y="247"/>
                                </a:cubicBezTo>
                                <a:cubicBezTo>
                                  <a:pt x="350" y="246"/>
                                  <a:pt x="351" y="246"/>
                                  <a:pt x="351" y="247"/>
                                </a:cubicBezTo>
                                <a:cubicBezTo>
                                  <a:pt x="351" y="249"/>
                                  <a:pt x="352" y="249"/>
                                  <a:pt x="353" y="250"/>
                                </a:cubicBezTo>
                                <a:cubicBezTo>
                                  <a:pt x="354" y="251"/>
                                  <a:pt x="355" y="252"/>
                                  <a:pt x="356" y="252"/>
                                </a:cubicBezTo>
                                <a:cubicBezTo>
                                  <a:pt x="355" y="250"/>
                                  <a:pt x="354" y="249"/>
                                  <a:pt x="353" y="248"/>
                                </a:cubicBezTo>
                                <a:cubicBezTo>
                                  <a:pt x="355" y="247"/>
                                  <a:pt x="356" y="248"/>
                                  <a:pt x="357" y="249"/>
                                </a:cubicBezTo>
                                <a:cubicBezTo>
                                  <a:pt x="357" y="249"/>
                                  <a:pt x="358" y="250"/>
                                  <a:pt x="359" y="250"/>
                                </a:cubicBezTo>
                                <a:cubicBezTo>
                                  <a:pt x="360" y="250"/>
                                  <a:pt x="361" y="251"/>
                                  <a:pt x="361" y="252"/>
                                </a:cubicBezTo>
                                <a:cubicBezTo>
                                  <a:pt x="360" y="253"/>
                                  <a:pt x="359" y="253"/>
                                  <a:pt x="359" y="252"/>
                                </a:cubicBezTo>
                                <a:cubicBezTo>
                                  <a:pt x="358" y="252"/>
                                  <a:pt x="358" y="252"/>
                                  <a:pt x="358" y="253"/>
                                </a:cubicBezTo>
                                <a:cubicBezTo>
                                  <a:pt x="358" y="253"/>
                                  <a:pt x="358" y="253"/>
                                  <a:pt x="358" y="253"/>
                                </a:cubicBezTo>
                                <a:cubicBezTo>
                                  <a:pt x="360" y="254"/>
                                  <a:pt x="361" y="254"/>
                                  <a:pt x="361" y="256"/>
                                </a:cubicBezTo>
                                <a:cubicBezTo>
                                  <a:pt x="362" y="257"/>
                                  <a:pt x="363" y="258"/>
                                  <a:pt x="362" y="259"/>
                                </a:cubicBezTo>
                                <a:cubicBezTo>
                                  <a:pt x="361" y="259"/>
                                  <a:pt x="361" y="261"/>
                                  <a:pt x="359" y="259"/>
                                </a:cubicBezTo>
                                <a:cubicBezTo>
                                  <a:pt x="358" y="259"/>
                                  <a:pt x="358" y="258"/>
                                  <a:pt x="358" y="258"/>
                                </a:cubicBezTo>
                                <a:cubicBezTo>
                                  <a:pt x="356" y="257"/>
                                  <a:pt x="355" y="255"/>
                                  <a:pt x="353" y="256"/>
                                </a:cubicBezTo>
                                <a:cubicBezTo>
                                  <a:pt x="352" y="256"/>
                                  <a:pt x="352" y="256"/>
                                  <a:pt x="351" y="256"/>
                                </a:cubicBezTo>
                                <a:cubicBezTo>
                                  <a:pt x="351" y="256"/>
                                  <a:pt x="350" y="256"/>
                                  <a:pt x="350" y="257"/>
                                </a:cubicBezTo>
                                <a:cubicBezTo>
                                  <a:pt x="350" y="258"/>
                                  <a:pt x="351" y="258"/>
                                  <a:pt x="351" y="259"/>
                                </a:cubicBezTo>
                                <a:cubicBezTo>
                                  <a:pt x="354" y="259"/>
                                  <a:pt x="354" y="259"/>
                                  <a:pt x="353" y="261"/>
                                </a:cubicBezTo>
                                <a:cubicBezTo>
                                  <a:pt x="353" y="262"/>
                                  <a:pt x="352" y="262"/>
                                  <a:pt x="351" y="262"/>
                                </a:cubicBezTo>
                                <a:cubicBezTo>
                                  <a:pt x="351" y="261"/>
                                  <a:pt x="350" y="261"/>
                                  <a:pt x="350" y="262"/>
                                </a:cubicBezTo>
                                <a:cubicBezTo>
                                  <a:pt x="350" y="263"/>
                                  <a:pt x="351" y="263"/>
                                  <a:pt x="352" y="263"/>
                                </a:cubicBezTo>
                                <a:cubicBezTo>
                                  <a:pt x="353" y="263"/>
                                  <a:pt x="354" y="264"/>
                                  <a:pt x="355" y="264"/>
                                </a:cubicBezTo>
                                <a:cubicBezTo>
                                  <a:pt x="355" y="264"/>
                                  <a:pt x="355" y="264"/>
                                  <a:pt x="355" y="265"/>
                                </a:cubicBezTo>
                                <a:cubicBezTo>
                                  <a:pt x="354" y="265"/>
                                  <a:pt x="352" y="264"/>
                                  <a:pt x="353" y="265"/>
                                </a:cubicBezTo>
                                <a:cubicBezTo>
                                  <a:pt x="353" y="267"/>
                                  <a:pt x="354" y="266"/>
                                  <a:pt x="355" y="266"/>
                                </a:cubicBezTo>
                                <a:cubicBezTo>
                                  <a:pt x="358" y="265"/>
                                  <a:pt x="359" y="267"/>
                                  <a:pt x="359" y="269"/>
                                </a:cubicBezTo>
                                <a:cubicBezTo>
                                  <a:pt x="359" y="270"/>
                                  <a:pt x="360" y="270"/>
                                  <a:pt x="361" y="270"/>
                                </a:cubicBezTo>
                                <a:cubicBezTo>
                                  <a:pt x="362" y="270"/>
                                  <a:pt x="361" y="269"/>
                                  <a:pt x="361" y="269"/>
                                </a:cubicBezTo>
                                <a:cubicBezTo>
                                  <a:pt x="362" y="267"/>
                                  <a:pt x="365" y="266"/>
                                  <a:pt x="366" y="268"/>
                                </a:cubicBezTo>
                                <a:cubicBezTo>
                                  <a:pt x="367" y="269"/>
                                  <a:pt x="368" y="271"/>
                                  <a:pt x="367" y="273"/>
                                </a:cubicBezTo>
                                <a:cubicBezTo>
                                  <a:pt x="368" y="276"/>
                                  <a:pt x="367" y="279"/>
                                  <a:pt x="366" y="282"/>
                                </a:cubicBezTo>
                                <a:cubicBezTo>
                                  <a:pt x="366" y="283"/>
                                  <a:pt x="365" y="284"/>
                                  <a:pt x="363" y="283"/>
                                </a:cubicBezTo>
                                <a:cubicBezTo>
                                  <a:pt x="362" y="282"/>
                                  <a:pt x="361" y="282"/>
                                  <a:pt x="360" y="281"/>
                                </a:cubicBezTo>
                                <a:cubicBezTo>
                                  <a:pt x="357" y="279"/>
                                  <a:pt x="354" y="279"/>
                                  <a:pt x="351" y="277"/>
                                </a:cubicBezTo>
                                <a:cubicBezTo>
                                  <a:pt x="350" y="278"/>
                                  <a:pt x="349" y="277"/>
                                  <a:pt x="349" y="278"/>
                                </a:cubicBezTo>
                                <a:cubicBezTo>
                                  <a:pt x="349" y="278"/>
                                  <a:pt x="349" y="279"/>
                                  <a:pt x="349" y="279"/>
                                </a:cubicBezTo>
                                <a:cubicBezTo>
                                  <a:pt x="350" y="279"/>
                                  <a:pt x="351" y="278"/>
                                  <a:pt x="351" y="279"/>
                                </a:cubicBezTo>
                                <a:cubicBezTo>
                                  <a:pt x="351" y="280"/>
                                  <a:pt x="351" y="280"/>
                                  <a:pt x="351" y="280"/>
                                </a:cubicBezTo>
                                <a:cubicBezTo>
                                  <a:pt x="350" y="281"/>
                                  <a:pt x="349" y="281"/>
                                  <a:pt x="349" y="280"/>
                                </a:cubicBezTo>
                                <a:cubicBezTo>
                                  <a:pt x="348" y="280"/>
                                  <a:pt x="347" y="280"/>
                                  <a:pt x="347" y="280"/>
                                </a:cubicBezTo>
                                <a:cubicBezTo>
                                  <a:pt x="346" y="280"/>
                                  <a:pt x="345" y="280"/>
                                  <a:pt x="344" y="280"/>
                                </a:cubicBezTo>
                                <a:cubicBezTo>
                                  <a:pt x="346" y="281"/>
                                  <a:pt x="347" y="281"/>
                                  <a:pt x="349" y="281"/>
                                </a:cubicBezTo>
                                <a:cubicBezTo>
                                  <a:pt x="349" y="283"/>
                                  <a:pt x="345" y="286"/>
                                  <a:pt x="344" y="286"/>
                                </a:cubicBezTo>
                                <a:cubicBezTo>
                                  <a:pt x="344" y="286"/>
                                  <a:pt x="343" y="285"/>
                                  <a:pt x="343" y="285"/>
                                </a:cubicBezTo>
                                <a:cubicBezTo>
                                  <a:pt x="343" y="284"/>
                                  <a:pt x="342" y="283"/>
                                  <a:pt x="341" y="282"/>
                                </a:cubicBezTo>
                                <a:cubicBezTo>
                                  <a:pt x="341" y="282"/>
                                  <a:pt x="341" y="281"/>
                                  <a:pt x="340" y="281"/>
                                </a:cubicBezTo>
                                <a:cubicBezTo>
                                  <a:pt x="340" y="282"/>
                                  <a:pt x="339" y="282"/>
                                  <a:pt x="340" y="283"/>
                                </a:cubicBezTo>
                                <a:cubicBezTo>
                                  <a:pt x="340" y="283"/>
                                  <a:pt x="340" y="283"/>
                                  <a:pt x="340" y="283"/>
                                </a:cubicBezTo>
                                <a:cubicBezTo>
                                  <a:pt x="336" y="285"/>
                                  <a:pt x="339" y="287"/>
                                  <a:pt x="339" y="289"/>
                                </a:cubicBezTo>
                                <a:cubicBezTo>
                                  <a:pt x="340" y="287"/>
                                  <a:pt x="342" y="287"/>
                                  <a:pt x="343" y="288"/>
                                </a:cubicBezTo>
                                <a:cubicBezTo>
                                  <a:pt x="344" y="289"/>
                                  <a:pt x="343" y="291"/>
                                  <a:pt x="342" y="292"/>
                                </a:cubicBezTo>
                                <a:cubicBezTo>
                                  <a:pt x="345" y="293"/>
                                  <a:pt x="345" y="294"/>
                                  <a:pt x="344" y="298"/>
                                </a:cubicBezTo>
                                <a:cubicBezTo>
                                  <a:pt x="345" y="298"/>
                                  <a:pt x="346" y="299"/>
                                  <a:pt x="346" y="299"/>
                                </a:cubicBezTo>
                                <a:cubicBezTo>
                                  <a:pt x="347" y="299"/>
                                  <a:pt x="347" y="299"/>
                                  <a:pt x="348" y="299"/>
                                </a:cubicBezTo>
                                <a:cubicBezTo>
                                  <a:pt x="348" y="296"/>
                                  <a:pt x="349" y="296"/>
                                  <a:pt x="351" y="298"/>
                                </a:cubicBezTo>
                                <a:cubicBezTo>
                                  <a:pt x="352" y="299"/>
                                  <a:pt x="352" y="299"/>
                                  <a:pt x="354" y="298"/>
                                </a:cubicBezTo>
                                <a:cubicBezTo>
                                  <a:pt x="355" y="298"/>
                                  <a:pt x="356" y="298"/>
                                  <a:pt x="356" y="299"/>
                                </a:cubicBezTo>
                                <a:cubicBezTo>
                                  <a:pt x="356" y="300"/>
                                  <a:pt x="359" y="302"/>
                                  <a:pt x="356" y="303"/>
                                </a:cubicBezTo>
                                <a:cubicBezTo>
                                  <a:pt x="355" y="303"/>
                                  <a:pt x="355" y="303"/>
                                  <a:pt x="354" y="304"/>
                                </a:cubicBezTo>
                                <a:cubicBezTo>
                                  <a:pt x="354" y="305"/>
                                  <a:pt x="352" y="305"/>
                                  <a:pt x="351" y="305"/>
                                </a:cubicBezTo>
                                <a:cubicBezTo>
                                  <a:pt x="348" y="304"/>
                                  <a:pt x="346" y="305"/>
                                  <a:pt x="343" y="306"/>
                                </a:cubicBezTo>
                                <a:cubicBezTo>
                                  <a:pt x="345" y="306"/>
                                  <a:pt x="347" y="306"/>
                                  <a:pt x="349" y="306"/>
                                </a:cubicBezTo>
                                <a:cubicBezTo>
                                  <a:pt x="350" y="306"/>
                                  <a:pt x="352" y="306"/>
                                  <a:pt x="353" y="307"/>
                                </a:cubicBezTo>
                                <a:cubicBezTo>
                                  <a:pt x="353" y="307"/>
                                  <a:pt x="354" y="307"/>
                                  <a:pt x="354" y="307"/>
                                </a:cubicBezTo>
                                <a:cubicBezTo>
                                  <a:pt x="356" y="306"/>
                                  <a:pt x="357" y="308"/>
                                  <a:pt x="358" y="310"/>
                                </a:cubicBezTo>
                                <a:cubicBezTo>
                                  <a:pt x="358" y="310"/>
                                  <a:pt x="358" y="310"/>
                                  <a:pt x="358" y="311"/>
                                </a:cubicBezTo>
                                <a:cubicBezTo>
                                  <a:pt x="359" y="312"/>
                                  <a:pt x="358" y="313"/>
                                  <a:pt x="358" y="314"/>
                                </a:cubicBezTo>
                                <a:cubicBezTo>
                                  <a:pt x="358" y="315"/>
                                  <a:pt x="359" y="316"/>
                                  <a:pt x="359" y="317"/>
                                </a:cubicBezTo>
                                <a:cubicBezTo>
                                  <a:pt x="360" y="319"/>
                                  <a:pt x="360" y="322"/>
                                  <a:pt x="359" y="324"/>
                                </a:cubicBezTo>
                                <a:cubicBezTo>
                                  <a:pt x="360" y="327"/>
                                  <a:pt x="359" y="327"/>
                                  <a:pt x="357" y="328"/>
                                </a:cubicBezTo>
                                <a:cubicBezTo>
                                  <a:pt x="356" y="327"/>
                                  <a:pt x="356" y="326"/>
                                  <a:pt x="356" y="326"/>
                                </a:cubicBezTo>
                                <a:cubicBezTo>
                                  <a:pt x="356" y="324"/>
                                  <a:pt x="355" y="324"/>
                                  <a:pt x="354" y="323"/>
                                </a:cubicBezTo>
                                <a:cubicBezTo>
                                  <a:pt x="353" y="323"/>
                                  <a:pt x="351" y="325"/>
                                  <a:pt x="350" y="323"/>
                                </a:cubicBezTo>
                                <a:cubicBezTo>
                                  <a:pt x="349" y="322"/>
                                  <a:pt x="348" y="321"/>
                                  <a:pt x="347" y="319"/>
                                </a:cubicBezTo>
                                <a:cubicBezTo>
                                  <a:pt x="347" y="319"/>
                                  <a:pt x="346" y="318"/>
                                  <a:pt x="345" y="317"/>
                                </a:cubicBezTo>
                                <a:cubicBezTo>
                                  <a:pt x="345" y="317"/>
                                  <a:pt x="344" y="316"/>
                                  <a:pt x="344" y="316"/>
                                </a:cubicBezTo>
                                <a:cubicBezTo>
                                  <a:pt x="343" y="315"/>
                                  <a:pt x="342" y="315"/>
                                  <a:pt x="341" y="314"/>
                                </a:cubicBezTo>
                                <a:cubicBezTo>
                                  <a:pt x="340" y="314"/>
                                  <a:pt x="342" y="315"/>
                                  <a:pt x="341" y="315"/>
                                </a:cubicBezTo>
                                <a:cubicBezTo>
                                  <a:pt x="342" y="315"/>
                                  <a:pt x="343" y="316"/>
                                  <a:pt x="343" y="317"/>
                                </a:cubicBezTo>
                                <a:cubicBezTo>
                                  <a:pt x="345" y="318"/>
                                  <a:pt x="346" y="318"/>
                                  <a:pt x="344" y="320"/>
                                </a:cubicBezTo>
                                <a:cubicBezTo>
                                  <a:pt x="344" y="320"/>
                                  <a:pt x="344" y="320"/>
                                  <a:pt x="344" y="320"/>
                                </a:cubicBezTo>
                                <a:cubicBezTo>
                                  <a:pt x="346" y="320"/>
                                  <a:pt x="346" y="322"/>
                                  <a:pt x="346" y="323"/>
                                </a:cubicBezTo>
                                <a:cubicBezTo>
                                  <a:pt x="348" y="323"/>
                                  <a:pt x="349" y="324"/>
                                  <a:pt x="349" y="325"/>
                                </a:cubicBezTo>
                                <a:cubicBezTo>
                                  <a:pt x="350" y="325"/>
                                  <a:pt x="350" y="326"/>
                                  <a:pt x="350" y="326"/>
                                </a:cubicBezTo>
                                <a:cubicBezTo>
                                  <a:pt x="351" y="327"/>
                                  <a:pt x="352" y="327"/>
                                  <a:pt x="352" y="328"/>
                                </a:cubicBezTo>
                                <a:cubicBezTo>
                                  <a:pt x="351" y="329"/>
                                  <a:pt x="350" y="329"/>
                                  <a:pt x="349" y="328"/>
                                </a:cubicBezTo>
                                <a:cubicBezTo>
                                  <a:pt x="349" y="328"/>
                                  <a:pt x="348" y="328"/>
                                  <a:pt x="348" y="329"/>
                                </a:cubicBezTo>
                                <a:cubicBezTo>
                                  <a:pt x="347" y="330"/>
                                  <a:pt x="345" y="331"/>
                                  <a:pt x="344" y="333"/>
                                </a:cubicBezTo>
                                <a:cubicBezTo>
                                  <a:pt x="345" y="333"/>
                                  <a:pt x="346" y="332"/>
                                  <a:pt x="347" y="331"/>
                                </a:cubicBezTo>
                                <a:cubicBezTo>
                                  <a:pt x="347" y="330"/>
                                  <a:pt x="348" y="330"/>
                                  <a:pt x="349" y="331"/>
                                </a:cubicBezTo>
                                <a:cubicBezTo>
                                  <a:pt x="350" y="330"/>
                                  <a:pt x="351" y="331"/>
                                  <a:pt x="351" y="331"/>
                                </a:cubicBezTo>
                                <a:cubicBezTo>
                                  <a:pt x="351" y="333"/>
                                  <a:pt x="351" y="334"/>
                                  <a:pt x="350" y="335"/>
                                </a:cubicBezTo>
                                <a:cubicBezTo>
                                  <a:pt x="351" y="336"/>
                                  <a:pt x="351" y="338"/>
                                  <a:pt x="351" y="339"/>
                                </a:cubicBezTo>
                                <a:cubicBezTo>
                                  <a:pt x="351" y="340"/>
                                  <a:pt x="351" y="340"/>
                                  <a:pt x="351" y="340"/>
                                </a:cubicBezTo>
                                <a:cubicBezTo>
                                  <a:pt x="352" y="340"/>
                                  <a:pt x="353" y="340"/>
                                  <a:pt x="354" y="340"/>
                                </a:cubicBezTo>
                                <a:cubicBezTo>
                                  <a:pt x="355" y="341"/>
                                  <a:pt x="356" y="341"/>
                                  <a:pt x="357" y="342"/>
                                </a:cubicBezTo>
                                <a:cubicBezTo>
                                  <a:pt x="357" y="342"/>
                                  <a:pt x="357" y="342"/>
                                  <a:pt x="357" y="342"/>
                                </a:cubicBezTo>
                                <a:cubicBezTo>
                                  <a:pt x="358" y="341"/>
                                  <a:pt x="359" y="340"/>
                                  <a:pt x="360" y="340"/>
                                </a:cubicBezTo>
                                <a:cubicBezTo>
                                  <a:pt x="361" y="341"/>
                                  <a:pt x="360" y="342"/>
                                  <a:pt x="360" y="343"/>
                                </a:cubicBezTo>
                                <a:cubicBezTo>
                                  <a:pt x="362" y="346"/>
                                  <a:pt x="362" y="346"/>
                                  <a:pt x="360" y="349"/>
                                </a:cubicBezTo>
                                <a:cubicBezTo>
                                  <a:pt x="359" y="350"/>
                                  <a:pt x="358" y="352"/>
                                  <a:pt x="356" y="350"/>
                                </a:cubicBezTo>
                                <a:cubicBezTo>
                                  <a:pt x="354" y="350"/>
                                  <a:pt x="354" y="349"/>
                                  <a:pt x="354" y="347"/>
                                </a:cubicBezTo>
                                <a:cubicBezTo>
                                  <a:pt x="353" y="346"/>
                                  <a:pt x="351" y="345"/>
                                  <a:pt x="349" y="345"/>
                                </a:cubicBezTo>
                                <a:cubicBezTo>
                                  <a:pt x="349" y="345"/>
                                  <a:pt x="349" y="346"/>
                                  <a:pt x="349" y="346"/>
                                </a:cubicBezTo>
                                <a:cubicBezTo>
                                  <a:pt x="349" y="346"/>
                                  <a:pt x="349" y="346"/>
                                  <a:pt x="349" y="346"/>
                                </a:cubicBezTo>
                                <a:cubicBezTo>
                                  <a:pt x="351" y="346"/>
                                  <a:pt x="352" y="347"/>
                                  <a:pt x="352" y="349"/>
                                </a:cubicBezTo>
                                <a:cubicBezTo>
                                  <a:pt x="353" y="350"/>
                                  <a:pt x="355" y="351"/>
                                  <a:pt x="354" y="352"/>
                                </a:cubicBezTo>
                                <a:cubicBezTo>
                                  <a:pt x="353" y="354"/>
                                  <a:pt x="351" y="354"/>
                                  <a:pt x="349" y="354"/>
                                </a:cubicBezTo>
                                <a:cubicBezTo>
                                  <a:pt x="348" y="354"/>
                                  <a:pt x="348" y="354"/>
                                  <a:pt x="347" y="354"/>
                                </a:cubicBezTo>
                                <a:cubicBezTo>
                                  <a:pt x="347" y="354"/>
                                  <a:pt x="347" y="354"/>
                                  <a:pt x="347" y="354"/>
                                </a:cubicBezTo>
                                <a:cubicBezTo>
                                  <a:pt x="346" y="354"/>
                                  <a:pt x="345" y="354"/>
                                  <a:pt x="345" y="353"/>
                                </a:cubicBezTo>
                                <a:cubicBezTo>
                                  <a:pt x="344" y="352"/>
                                  <a:pt x="340" y="352"/>
                                  <a:pt x="343" y="349"/>
                                </a:cubicBezTo>
                                <a:cubicBezTo>
                                  <a:pt x="343" y="349"/>
                                  <a:pt x="343" y="349"/>
                                  <a:pt x="342" y="349"/>
                                </a:cubicBezTo>
                                <a:cubicBezTo>
                                  <a:pt x="342" y="349"/>
                                  <a:pt x="341" y="349"/>
                                  <a:pt x="341" y="349"/>
                                </a:cubicBezTo>
                                <a:cubicBezTo>
                                  <a:pt x="340" y="349"/>
                                  <a:pt x="341" y="349"/>
                                  <a:pt x="341" y="350"/>
                                </a:cubicBezTo>
                                <a:cubicBezTo>
                                  <a:pt x="341" y="350"/>
                                  <a:pt x="342" y="351"/>
                                  <a:pt x="341" y="351"/>
                                </a:cubicBezTo>
                                <a:cubicBezTo>
                                  <a:pt x="340" y="352"/>
                                  <a:pt x="341" y="354"/>
                                  <a:pt x="340" y="355"/>
                                </a:cubicBezTo>
                                <a:cubicBezTo>
                                  <a:pt x="339" y="356"/>
                                  <a:pt x="340" y="356"/>
                                  <a:pt x="340" y="356"/>
                                </a:cubicBezTo>
                                <a:cubicBezTo>
                                  <a:pt x="342" y="357"/>
                                  <a:pt x="342" y="358"/>
                                  <a:pt x="342" y="359"/>
                                </a:cubicBezTo>
                                <a:cubicBezTo>
                                  <a:pt x="342" y="357"/>
                                  <a:pt x="343" y="356"/>
                                  <a:pt x="344" y="356"/>
                                </a:cubicBezTo>
                                <a:cubicBezTo>
                                  <a:pt x="346" y="355"/>
                                  <a:pt x="346" y="357"/>
                                  <a:pt x="347" y="358"/>
                                </a:cubicBezTo>
                                <a:cubicBezTo>
                                  <a:pt x="348" y="358"/>
                                  <a:pt x="350" y="359"/>
                                  <a:pt x="350" y="360"/>
                                </a:cubicBezTo>
                                <a:cubicBezTo>
                                  <a:pt x="351" y="360"/>
                                  <a:pt x="351" y="360"/>
                                  <a:pt x="351" y="360"/>
                                </a:cubicBezTo>
                                <a:cubicBezTo>
                                  <a:pt x="352" y="360"/>
                                  <a:pt x="353" y="359"/>
                                  <a:pt x="354" y="360"/>
                                </a:cubicBezTo>
                                <a:cubicBezTo>
                                  <a:pt x="354" y="361"/>
                                  <a:pt x="353" y="362"/>
                                  <a:pt x="353" y="362"/>
                                </a:cubicBezTo>
                                <a:cubicBezTo>
                                  <a:pt x="352" y="363"/>
                                  <a:pt x="352" y="364"/>
                                  <a:pt x="352" y="365"/>
                                </a:cubicBezTo>
                                <a:cubicBezTo>
                                  <a:pt x="352" y="365"/>
                                  <a:pt x="352" y="365"/>
                                  <a:pt x="352" y="366"/>
                                </a:cubicBezTo>
                                <a:cubicBezTo>
                                  <a:pt x="352" y="365"/>
                                  <a:pt x="352" y="365"/>
                                  <a:pt x="352" y="365"/>
                                </a:cubicBezTo>
                                <a:cubicBezTo>
                                  <a:pt x="352" y="366"/>
                                  <a:pt x="352" y="367"/>
                                  <a:pt x="353" y="368"/>
                                </a:cubicBezTo>
                                <a:cubicBezTo>
                                  <a:pt x="353" y="368"/>
                                  <a:pt x="353" y="369"/>
                                  <a:pt x="352" y="369"/>
                                </a:cubicBezTo>
                                <a:cubicBezTo>
                                  <a:pt x="351" y="371"/>
                                  <a:pt x="349" y="370"/>
                                  <a:pt x="347" y="370"/>
                                </a:cubicBezTo>
                                <a:cubicBezTo>
                                  <a:pt x="346" y="370"/>
                                  <a:pt x="345" y="370"/>
                                  <a:pt x="345" y="371"/>
                                </a:cubicBezTo>
                                <a:cubicBezTo>
                                  <a:pt x="344" y="372"/>
                                  <a:pt x="343" y="372"/>
                                  <a:pt x="341" y="373"/>
                                </a:cubicBezTo>
                                <a:cubicBezTo>
                                  <a:pt x="341" y="373"/>
                                  <a:pt x="341" y="373"/>
                                  <a:pt x="341" y="373"/>
                                </a:cubicBezTo>
                                <a:cubicBezTo>
                                  <a:pt x="341" y="374"/>
                                  <a:pt x="340" y="374"/>
                                  <a:pt x="339" y="374"/>
                                </a:cubicBezTo>
                                <a:cubicBezTo>
                                  <a:pt x="335" y="372"/>
                                  <a:pt x="332" y="370"/>
                                  <a:pt x="329" y="367"/>
                                </a:cubicBezTo>
                                <a:cubicBezTo>
                                  <a:pt x="328" y="366"/>
                                  <a:pt x="328" y="365"/>
                                  <a:pt x="328" y="364"/>
                                </a:cubicBezTo>
                                <a:cubicBezTo>
                                  <a:pt x="329" y="363"/>
                                  <a:pt x="330" y="364"/>
                                  <a:pt x="331" y="364"/>
                                </a:cubicBezTo>
                                <a:cubicBezTo>
                                  <a:pt x="331" y="364"/>
                                  <a:pt x="332" y="364"/>
                                  <a:pt x="332" y="364"/>
                                </a:cubicBezTo>
                                <a:cubicBezTo>
                                  <a:pt x="332" y="364"/>
                                  <a:pt x="332" y="363"/>
                                  <a:pt x="332" y="363"/>
                                </a:cubicBezTo>
                                <a:cubicBezTo>
                                  <a:pt x="331" y="363"/>
                                  <a:pt x="329" y="364"/>
                                  <a:pt x="328" y="361"/>
                                </a:cubicBezTo>
                                <a:cubicBezTo>
                                  <a:pt x="328" y="362"/>
                                  <a:pt x="327" y="362"/>
                                  <a:pt x="326" y="362"/>
                                </a:cubicBezTo>
                                <a:cubicBezTo>
                                  <a:pt x="326" y="363"/>
                                  <a:pt x="326" y="363"/>
                                  <a:pt x="326" y="364"/>
                                </a:cubicBezTo>
                                <a:cubicBezTo>
                                  <a:pt x="325" y="367"/>
                                  <a:pt x="325" y="367"/>
                                  <a:pt x="322" y="366"/>
                                </a:cubicBezTo>
                                <a:cubicBezTo>
                                  <a:pt x="322" y="366"/>
                                  <a:pt x="322" y="367"/>
                                  <a:pt x="322" y="367"/>
                                </a:cubicBezTo>
                                <a:cubicBezTo>
                                  <a:pt x="323" y="367"/>
                                  <a:pt x="324" y="368"/>
                                  <a:pt x="323" y="369"/>
                                </a:cubicBezTo>
                                <a:cubicBezTo>
                                  <a:pt x="323" y="369"/>
                                  <a:pt x="322" y="370"/>
                                  <a:pt x="321" y="370"/>
                                </a:cubicBezTo>
                                <a:cubicBezTo>
                                  <a:pt x="320" y="369"/>
                                  <a:pt x="319" y="370"/>
                                  <a:pt x="319" y="372"/>
                                </a:cubicBezTo>
                                <a:cubicBezTo>
                                  <a:pt x="318" y="372"/>
                                  <a:pt x="318" y="373"/>
                                  <a:pt x="318" y="373"/>
                                </a:cubicBezTo>
                                <a:cubicBezTo>
                                  <a:pt x="317" y="375"/>
                                  <a:pt x="316" y="376"/>
                                  <a:pt x="314" y="375"/>
                                </a:cubicBezTo>
                                <a:cubicBezTo>
                                  <a:pt x="314" y="374"/>
                                  <a:pt x="313" y="374"/>
                                  <a:pt x="313" y="374"/>
                                </a:cubicBezTo>
                                <a:cubicBezTo>
                                  <a:pt x="313" y="374"/>
                                  <a:pt x="313" y="374"/>
                                  <a:pt x="313" y="374"/>
                                </a:cubicBezTo>
                                <a:cubicBezTo>
                                  <a:pt x="311" y="377"/>
                                  <a:pt x="310" y="377"/>
                                  <a:pt x="308" y="376"/>
                                </a:cubicBezTo>
                                <a:cubicBezTo>
                                  <a:pt x="307" y="376"/>
                                  <a:pt x="306" y="376"/>
                                  <a:pt x="306" y="377"/>
                                </a:cubicBezTo>
                                <a:cubicBezTo>
                                  <a:pt x="306" y="377"/>
                                  <a:pt x="305" y="377"/>
                                  <a:pt x="305" y="378"/>
                                </a:cubicBezTo>
                                <a:cubicBezTo>
                                  <a:pt x="306" y="378"/>
                                  <a:pt x="306" y="378"/>
                                  <a:pt x="306" y="379"/>
                                </a:cubicBezTo>
                                <a:cubicBezTo>
                                  <a:pt x="307" y="377"/>
                                  <a:pt x="308" y="377"/>
                                  <a:pt x="309" y="378"/>
                                </a:cubicBezTo>
                                <a:cubicBezTo>
                                  <a:pt x="311" y="378"/>
                                  <a:pt x="311" y="378"/>
                                  <a:pt x="312" y="377"/>
                                </a:cubicBezTo>
                                <a:cubicBezTo>
                                  <a:pt x="313" y="375"/>
                                  <a:pt x="315" y="376"/>
                                  <a:pt x="317" y="377"/>
                                </a:cubicBezTo>
                                <a:cubicBezTo>
                                  <a:pt x="318" y="378"/>
                                  <a:pt x="318" y="378"/>
                                  <a:pt x="320" y="379"/>
                                </a:cubicBezTo>
                                <a:cubicBezTo>
                                  <a:pt x="321" y="379"/>
                                  <a:pt x="322" y="379"/>
                                  <a:pt x="322" y="380"/>
                                </a:cubicBezTo>
                                <a:cubicBezTo>
                                  <a:pt x="321" y="381"/>
                                  <a:pt x="321" y="382"/>
                                  <a:pt x="319" y="382"/>
                                </a:cubicBezTo>
                                <a:cubicBezTo>
                                  <a:pt x="318" y="383"/>
                                  <a:pt x="317" y="383"/>
                                  <a:pt x="316" y="384"/>
                                </a:cubicBezTo>
                                <a:cubicBezTo>
                                  <a:pt x="315" y="386"/>
                                  <a:pt x="314" y="386"/>
                                  <a:pt x="312" y="385"/>
                                </a:cubicBezTo>
                                <a:cubicBezTo>
                                  <a:pt x="312" y="385"/>
                                  <a:pt x="312" y="386"/>
                                  <a:pt x="311" y="386"/>
                                </a:cubicBezTo>
                                <a:cubicBezTo>
                                  <a:pt x="313" y="387"/>
                                  <a:pt x="313" y="387"/>
                                  <a:pt x="313" y="389"/>
                                </a:cubicBezTo>
                                <a:cubicBezTo>
                                  <a:pt x="313" y="388"/>
                                  <a:pt x="314" y="388"/>
                                  <a:pt x="314" y="387"/>
                                </a:cubicBezTo>
                                <a:cubicBezTo>
                                  <a:pt x="314" y="386"/>
                                  <a:pt x="315" y="387"/>
                                  <a:pt x="315" y="387"/>
                                </a:cubicBezTo>
                                <a:cubicBezTo>
                                  <a:pt x="317" y="386"/>
                                  <a:pt x="318" y="383"/>
                                  <a:pt x="320" y="385"/>
                                </a:cubicBezTo>
                                <a:cubicBezTo>
                                  <a:pt x="320" y="386"/>
                                  <a:pt x="321" y="386"/>
                                  <a:pt x="321" y="386"/>
                                </a:cubicBezTo>
                                <a:cubicBezTo>
                                  <a:pt x="323" y="387"/>
                                  <a:pt x="324" y="388"/>
                                  <a:pt x="324" y="390"/>
                                </a:cubicBezTo>
                                <a:cubicBezTo>
                                  <a:pt x="324" y="392"/>
                                  <a:pt x="323" y="392"/>
                                  <a:pt x="321" y="393"/>
                                </a:cubicBezTo>
                                <a:cubicBezTo>
                                  <a:pt x="321" y="393"/>
                                  <a:pt x="321" y="394"/>
                                  <a:pt x="321" y="394"/>
                                </a:cubicBezTo>
                                <a:cubicBezTo>
                                  <a:pt x="321" y="394"/>
                                  <a:pt x="321" y="394"/>
                                  <a:pt x="321" y="394"/>
                                </a:cubicBezTo>
                                <a:cubicBezTo>
                                  <a:pt x="323" y="393"/>
                                  <a:pt x="325" y="393"/>
                                  <a:pt x="327" y="395"/>
                                </a:cubicBezTo>
                                <a:cubicBezTo>
                                  <a:pt x="327" y="396"/>
                                  <a:pt x="328" y="397"/>
                                  <a:pt x="329" y="397"/>
                                </a:cubicBezTo>
                                <a:cubicBezTo>
                                  <a:pt x="330" y="397"/>
                                  <a:pt x="331" y="398"/>
                                  <a:pt x="330" y="399"/>
                                </a:cubicBezTo>
                                <a:cubicBezTo>
                                  <a:pt x="331" y="399"/>
                                  <a:pt x="332" y="400"/>
                                  <a:pt x="332" y="400"/>
                                </a:cubicBezTo>
                                <a:cubicBezTo>
                                  <a:pt x="334" y="401"/>
                                  <a:pt x="336" y="403"/>
                                  <a:pt x="337" y="404"/>
                                </a:cubicBezTo>
                                <a:cubicBezTo>
                                  <a:pt x="338" y="404"/>
                                  <a:pt x="338" y="405"/>
                                  <a:pt x="338" y="405"/>
                                </a:cubicBezTo>
                                <a:cubicBezTo>
                                  <a:pt x="337" y="405"/>
                                  <a:pt x="338" y="407"/>
                                  <a:pt x="336" y="407"/>
                                </a:cubicBezTo>
                                <a:cubicBezTo>
                                  <a:pt x="336" y="408"/>
                                  <a:pt x="336" y="408"/>
                                  <a:pt x="335" y="408"/>
                                </a:cubicBezTo>
                                <a:cubicBezTo>
                                  <a:pt x="335" y="409"/>
                                  <a:pt x="334" y="410"/>
                                  <a:pt x="334" y="410"/>
                                </a:cubicBezTo>
                                <a:cubicBezTo>
                                  <a:pt x="337" y="411"/>
                                  <a:pt x="337" y="408"/>
                                  <a:pt x="338" y="408"/>
                                </a:cubicBezTo>
                                <a:cubicBezTo>
                                  <a:pt x="339" y="409"/>
                                  <a:pt x="337" y="410"/>
                                  <a:pt x="339" y="411"/>
                                </a:cubicBezTo>
                                <a:cubicBezTo>
                                  <a:pt x="339" y="411"/>
                                  <a:pt x="340" y="410"/>
                                  <a:pt x="340" y="409"/>
                                </a:cubicBezTo>
                                <a:cubicBezTo>
                                  <a:pt x="340" y="409"/>
                                  <a:pt x="340" y="408"/>
                                  <a:pt x="341" y="408"/>
                                </a:cubicBezTo>
                                <a:cubicBezTo>
                                  <a:pt x="341" y="408"/>
                                  <a:pt x="342" y="409"/>
                                  <a:pt x="342" y="409"/>
                                </a:cubicBezTo>
                                <a:cubicBezTo>
                                  <a:pt x="342" y="410"/>
                                  <a:pt x="341" y="410"/>
                                  <a:pt x="341" y="410"/>
                                </a:cubicBezTo>
                                <a:cubicBezTo>
                                  <a:pt x="341" y="411"/>
                                  <a:pt x="340" y="411"/>
                                  <a:pt x="339" y="412"/>
                                </a:cubicBezTo>
                                <a:cubicBezTo>
                                  <a:pt x="338" y="414"/>
                                  <a:pt x="338" y="416"/>
                                  <a:pt x="339" y="418"/>
                                </a:cubicBezTo>
                                <a:cubicBezTo>
                                  <a:pt x="340" y="417"/>
                                  <a:pt x="339" y="416"/>
                                  <a:pt x="340" y="415"/>
                                </a:cubicBezTo>
                                <a:cubicBezTo>
                                  <a:pt x="341" y="415"/>
                                  <a:pt x="341" y="413"/>
                                  <a:pt x="343" y="414"/>
                                </a:cubicBezTo>
                                <a:cubicBezTo>
                                  <a:pt x="344" y="414"/>
                                  <a:pt x="344" y="415"/>
                                  <a:pt x="344" y="416"/>
                                </a:cubicBezTo>
                                <a:cubicBezTo>
                                  <a:pt x="344" y="417"/>
                                  <a:pt x="344" y="417"/>
                                  <a:pt x="344" y="418"/>
                                </a:cubicBezTo>
                                <a:cubicBezTo>
                                  <a:pt x="344" y="419"/>
                                  <a:pt x="345" y="420"/>
                                  <a:pt x="344" y="421"/>
                                </a:cubicBezTo>
                                <a:cubicBezTo>
                                  <a:pt x="344" y="423"/>
                                  <a:pt x="343" y="426"/>
                                  <a:pt x="345" y="429"/>
                                </a:cubicBezTo>
                                <a:cubicBezTo>
                                  <a:pt x="345" y="431"/>
                                  <a:pt x="343" y="432"/>
                                  <a:pt x="345" y="433"/>
                                </a:cubicBezTo>
                                <a:cubicBezTo>
                                  <a:pt x="345" y="434"/>
                                  <a:pt x="345" y="435"/>
                                  <a:pt x="344" y="435"/>
                                </a:cubicBezTo>
                                <a:cubicBezTo>
                                  <a:pt x="344" y="435"/>
                                  <a:pt x="343" y="436"/>
                                  <a:pt x="342" y="435"/>
                                </a:cubicBezTo>
                                <a:cubicBezTo>
                                  <a:pt x="342" y="435"/>
                                  <a:pt x="342" y="434"/>
                                  <a:pt x="342" y="434"/>
                                </a:cubicBezTo>
                                <a:cubicBezTo>
                                  <a:pt x="338" y="436"/>
                                  <a:pt x="339" y="432"/>
                                  <a:pt x="339" y="431"/>
                                </a:cubicBezTo>
                                <a:cubicBezTo>
                                  <a:pt x="339" y="430"/>
                                  <a:pt x="339" y="428"/>
                                  <a:pt x="339" y="427"/>
                                </a:cubicBezTo>
                                <a:cubicBezTo>
                                  <a:pt x="339" y="427"/>
                                  <a:pt x="339" y="427"/>
                                  <a:pt x="338" y="427"/>
                                </a:cubicBezTo>
                                <a:cubicBezTo>
                                  <a:pt x="337" y="429"/>
                                  <a:pt x="338" y="431"/>
                                  <a:pt x="338" y="433"/>
                                </a:cubicBezTo>
                                <a:cubicBezTo>
                                  <a:pt x="338" y="434"/>
                                  <a:pt x="339" y="436"/>
                                  <a:pt x="336" y="436"/>
                                </a:cubicBezTo>
                                <a:cubicBezTo>
                                  <a:pt x="335" y="436"/>
                                  <a:pt x="334" y="436"/>
                                  <a:pt x="332" y="435"/>
                                </a:cubicBezTo>
                                <a:cubicBezTo>
                                  <a:pt x="330" y="433"/>
                                  <a:pt x="329" y="432"/>
                                  <a:pt x="329" y="430"/>
                                </a:cubicBezTo>
                                <a:cubicBezTo>
                                  <a:pt x="327" y="428"/>
                                  <a:pt x="327" y="425"/>
                                  <a:pt x="327" y="423"/>
                                </a:cubicBezTo>
                                <a:cubicBezTo>
                                  <a:pt x="327" y="421"/>
                                  <a:pt x="325" y="420"/>
                                  <a:pt x="324" y="418"/>
                                </a:cubicBezTo>
                                <a:cubicBezTo>
                                  <a:pt x="324" y="418"/>
                                  <a:pt x="324" y="417"/>
                                  <a:pt x="324" y="416"/>
                                </a:cubicBezTo>
                                <a:cubicBezTo>
                                  <a:pt x="322" y="418"/>
                                  <a:pt x="321" y="418"/>
                                  <a:pt x="320" y="416"/>
                                </a:cubicBezTo>
                                <a:cubicBezTo>
                                  <a:pt x="319" y="414"/>
                                  <a:pt x="318" y="412"/>
                                  <a:pt x="316" y="413"/>
                                </a:cubicBezTo>
                                <a:cubicBezTo>
                                  <a:pt x="315" y="413"/>
                                  <a:pt x="315" y="412"/>
                                  <a:pt x="315" y="412"/>
                                </a:cubicBezTo>
                                <a:cubicBezTo>
                                  <a:pt x="314" y="412"/>
                                  <a:pt x="312" y="411"/>
                                  <a:pt x="311" y="412"/>
                                </a:cubicBezTo>
                                <a:cubicBezTo>
                                  <a:pt x="310" y="413"/>
                                  <a:pt x="309" y="412"/>
                                  <a:pt x="309" y="411"/>
                                </a:cubicBezTo>
                                <a:cubicBezTo>
                                  <a:pt x="308" y="411"/>
                                  <a:pt x="308" y="410"/>
                                  <a:pt x="307" y="409"/>
                                </a:cubicBezTo>
                                <a:cubicBezTo>
                                  <a:pt x="307" y="409"/>
                                  <a:pt x="307" y="408"/>
                                  <a:pt x="307" y="408"/>
                                </a:cubicBezTo>
                                <a:cubicBezTo>
                                  <a:pt x="306" y="407"/>
                                  <a:pt x="305" y="407"/>
                                  <a:pt x="304" y="405"/>
                                </a:cubicBezTo>
                                <a:cubicBezTo>
                                  <a:pt x="304" y="404"/>
                                  <a:pt x="303" y="404"/>
                                  <a:pt x="302" y="403"/>
                                </a:cubicBezTo>
                                <a:cubicBezTo>
                                  <a:pt x="301" y="403"/>
                                  <a:pt x="301" y="403"/>
                                  <a:pt x="300" y="403"/>
                                </a:cubicBezTo>
                                <a:cubicBezTo>
                                  <a:pt x="299" y="402"/>
                                  <a:pt x="298" y="401"/>
                                  <a:pt x="298" y="401"/>
                                </a:cubicBezTo>
                                <a:cubicBezTo>
                                  <a:pt x="297" y="402"/>
                                  <a:pt x="299" y="402"/>
                                  <a:pt x="298" y="403"/>
                                </a:cubicBezTo>
                                <a:cubicBezTo>
                                  <a:pt x="298" y="403"/>
                                  <a:pt x="298" y="403"/>
                                  <a:pt x="298" y="403"/>
                                </a:cubicBezTo>
                                <a:cubicBezTo>
                                  <a:pt x="298" y="405"/>
                                  <a:pt x="300" y="404"/>
                                  <a:pt x="300" y="404"/>
                                </a:cubicBezTo>
                                <a:cubicBezTo>
                                  <a:pt x="301" y="404"/>
                                  <a:pt x="302" y="404"/>
                                  <a:pt x="301" y="405"/>
                                </a:cubicBezTo>
                                <a:cubicBezTo>
                                  <a:pt x="303" y="405"/>
                                  <a:pt x="303" y="406"/>
                                  <a:pt x="304" y="407"/>
                                </a:cubicBezTo>
                                <a:cubicBezTo>
                                  <a:pt x="304" y="407"/>
                                  <a:pt x="304" y="408"/>
                                  <a:pt x="304" y="408"/>
                                </a:cubicBezTo>
                                <a:cubicBezTo>
                                  <a:pt x="305" y="408"/>
                                  <a:pt x="306" y="408"/>
                                  <a:pt x="306" y="409"/>
                                </a:cubicBezTo>
                                <a:cubicBezTo>
                                  <a:pt x="306" y="410"/>
                                  <a:pt x="305" y="410"/>
                                  <a:pt x="304" y="410"/>
                                </a:cubicBezTo>
                                <a:cubicBezTo>
                                  <a:pt x="304" y="411"/>
                                  <a:pt x="303" y="411"/>
                                  <a:pt x="303" y="411"/>
                                </a:cubicBezTo>
                                <a:cubicBezTo>
                                  <a:pt x="303" y="411"/>
                                  <a:pt x="304" y="411"/>
                                  <a:pt x="304" y="411"/>
                                </a:cubicBezTo>
                                <a:cubicBezTo>
                                  <a:pt x="305" y="411"/>
                                  <a:pt x="307" y="411"/>
                                  <a:pt x="307" y="413"/>
                                </a:cubicBezTo>
                                <a:cubicBezTo>
                                  <a:pt x="307" y="413"/>
                                  <a:pt x="307" y="414"/>
                                  <a:pt x="307" y="414"/>
                                </a:cubicBezTo>
                                <a:cubicBezTo>
                                  <a:pt x="307" y="414"/>
                                  <a:pt x="308" y="414"/>
                                  <a:pt x="308" y="414"/>
                                </a:cubicBezTo>
                                <a:cubicBezTo>
                                  <a:pt x="309" y="412"/>
                                  <a:pt x="310" y="414"/>
                                  <a:pt x="311" y="414"/>
                                </a:cubicBezTo>
                                <a:cubicBezTo>
                                  <a:pt x="312" y="414"/>
                                  <a:pt x="312" y="413"/>
                                  <a:pt x="313" y="414"/>
                                </a:cubicBezTo>
                                <a:cubicBezTo>
                                  <a:pt x="316" y="413"/>
                                  <a:pt x="317" y="415"/>
                                  <a:pt x="319" y="417"/>
                                </a:cubicBezTo>
                                <a:cubicBezTo>
                                  <a:pt x="319" y="418"/>
                                  <a:pt x="319" y="419"/>
                                  <a:pt x="318" y="419"/>
                                </a:cubicBezTo>
                                <a:cubicBezTo>
                                  <a:pt x="317" y="421"/>
                                  <a:pt x="316" y="423"/>
                                  <a:pt x="313" y="423"/>
                                </a:cubicBezTo>
                                <a:cubicBezTo>
                                  <a:pt x="312" y="425"/>
                                  <a:pt x="307" y="426"/>
                                  <a:pt x="305" y="424"/>
                                </a:cubicBezTo>
                                <a:cubicBezTo>
                                  <a:pt x="305" y="424"/>
                                  <a:pt x="304" y="424"/>
                                  <a:pt x="304" y="424"/>
                                </a:cubicBezTo>
                                <a:cubicBezTo>
                                  <a:pt x="303" y="425"/>
                                  <a:pt x="302" y="425"/>
                                  <a:pt x="301" y="424"/>
                                </a:cubicBezTo>
                                <a:cubicBezTo>
                                  <a:pt x="301" y="424"/>
                                  <a:pt x="300" y="424"/>
                                  <a:pt x="300" y="424"/>
                                </a:cubicBezTo>
                                <a:cubicBezTo>
                                  <a:pt x="299" y="424"/>
                                  <a:pt x="299" y="425"/>
                                  <a:pt x="299" y="425"/>
                                </a:cubicBezTo>
                                <a:cubicBezTo>
                                  <a:pt x="300" y="425"/>
                                  <a:pt x="300" y="425"/>
                                  <a:pt x="301" y="426"/>
                                </a:cubicBezTo>
                                <a:cubicBezTo>
                                  <a:pt x="303" y="427"/>
                                  <a:pt x="302" y="430"/>
                                  <a:pt x="300" y="432"/>
                                </a:cubicBezTo>
                                <a:cubicBezTo>
                                  <a:pt x="300" y="434"/>
                                  <a:pt x="298" y="433"/>
                                  <a:pt x="297" y="433"/>
                                </a:cubicBezTo>
                                <a:cubicBezTo>
                                  <a:pt x="297" y="433"/>
                                  <a:pt x="298" y="433"/>
                                  <a:pt x="298" y="433"/>
                                </a:cubicBezTo>
                                <a:cubicBezTo>
                                  <a:pt x="297" y="433"/>
                                  <a:pt x="297" y="433"/>
                                  <a:pt x="297" y="433"/>
                                </a:cubicBezTo>
                                <a:cubicBezTo>
                                  <a:pt x="297" y="434"/>
                                  <a:pt x="296" y="434"/>
                                  <a:pt x="296" y="434"/>
                                </a:cubicBezTo>
                                <a:cubicBezTo>
                                  <a:pt x="296" y="435"/>
                                  <a:pt x="293" y="434"/>
                                  <a:pt x="294" y="436"/>
                                </a:cubicBezTo>
                                <a:cubicBezTo>
                                  <a:pt x="295" y="436"/>
                                  <a:pt x="297" y="435"/>
                                  <a:pt x="298" y="435"/>
                                </a:cubicBezTo>
                                <a:cubicBezTo>
                                  <a:pt x="299" y="434"/>
                                  <a:pt x="299" y="434"/>
                                  <a:pt x="300" y="435"/>
                                </a:cubicBezTo>
                                <a:cubicBezTo>
                                  <a:pt x="300" y="436"/>
                                  <a:pt x="300" y="436"/>
                                  <a:pt x="301" y="437"/>
                                </a:cubicBezTo>
                                <a:cubicBezTo>
                                  <a:pt x="302" y="436"/>
                                  <a:pt x="303" y="436"/>
                                  <a:pt x="303" y="436"/>
                                </a:cubicBezTo>
                                <a:cubicBezTo>
                                  <a:pt x="302" y="435"/>
                                  <a:pt x="301" y="436"/>
                                  <a:pt x="302" y="434"/>
                                </a:cubicBezTo>
                                <a:cubicBezTo>
                                  <a:pt x="301" y="432"/>
                                  <a:pt x="302" y="431"/>
                                  <a:pt x="304" y="432"/>
                                </a:cubicBezTo>
                                <a:cubicBezTo>
                                  <a:pt x="305" y="429"/>
                                  <a:pt x="307" y="426"/>
                                  <a:pt x="311" y="426"/>
                                </a:cubicBezTo>
                                <a:cubicBezTo>
                                  <a:pt x="312" y="426"/>
                                  <a:pt x="313" y="425"/>
                                  <a:pt x="314" y="425"/>
                                </a:cubicBezTo>
                                <a:cubicBezTo>
                                  <a:pt x="315" y="424"/>
                                  <a:pt x="316" y="423"/>
                                  <a:pt x="317" y="422"/>
                                </a:cubicBezTo>
                                <a:cubicBezTo>
                                  <a:pt x="317" y="423"/>
                                  <a:pt x="317" y="424"/>
                                  <a:pt x="317" y="424"/>
                                </a:cubicBezTo>
                                <a:cubicBezTo>
                                  <a:pt x="320" y="425"/>
                                  <a:pt x="319" y="428"/>
                                  <a:pt x="320" y="430"/>
                                </a:cubicBezTo>
                                <a:cubicBezTo>
                                  <a:pt x="320" y="431"/>
                                  <a:pt x="320" y="431"/>
                                  <a:pt x="319" y="431"/>
                                </a:cubicBezTo>
                                <a:cubicBezTo>
                                  <a:pt x="317" y="432"/>
                                  <a:pt x="315" y="433"/>
                                  <a:pt x="314" y="434"/>
                                </a:cubicBezTo>
                                <a:cubicBezTo>
                                  <a:pt x="314" y="435"/>
                                  <a:pt x="313" y="435"/>
                                  <a:pt x="313" y="435"/>
                                </a:cubicBezTo>
                                <a:cubicBezTo>
                                  <a:pt x="313" y="432"/>
                                  <a:pt x="311" y="433"/>
                                  <a:pt x="310" y="433"/>
                                </a:cubicBezTo>
                                <a:cubicBezTo>
                                  <a:pt x="310" y="433"/>
                                  <a:pt x="310" y="433"/>
                                  <a:pt x="310" y="434"/>
                                </a:cubicBezTo>
                                <a:cubicBezTo>
                                  <a:pt x="311" y="434"/>
                                  <a:pt x="311" y="434"/>
                                  <a:pt x="311" y="435"/>
                                </a:cubicBezTo>
                                <a:cubicBezTo>
                                  <a:pt x="312" y="435"/>
                                  <a:pt x="313" y="436"/>
                                  <a:pt x="312" y="437"/>
                                </a:cubicBezTo>
                                <a:cubicBezTo>
                                  <a:pt x="312" y="438"/>
                                  <a:pt x="311" y="438"/>
                                  <a:pt x="310" y="438"/>
                                </a:cubicBezTo>
                                <a:cubicBezTo>
                                  <a:pt x="308" y="438"/>
                                  <a:pt x="307" y="439"/>
                                  <a:pt x="306" y="440"/>
                                </a:cubicBezTo>
                                <a:cubicBezTo>
                                  <a:pt x="305" y="441"/>
                                  <a:pt x="304" y="441"/>
                                  <a:pt x="303" y="441"/>
                                </a:cubicBezTo>
                                <a:cubicBezTo>
                                  <a:pt x="303" y="442"/>
                                  <a:pt x="302" y="442"/>
                                  <a:pt x="302" y="442"/>
                                </a:cubicBezTo>
                                <a:cubicBezTo>
                                  <a:pt x="301" y="441"/>
                                  <a:pt x="300" y="441"/>
                                  <a:pt x="299" y="442"/>
                                </a:cubicBezTo>
                                <a:cubicBezTo>
                                  <a:pt x="299" y="442"/>
                                  <a:pt x="298" y="443"/>
                                  <a:pt x="299" y="442"/>
                                </a:cubicBezTo>
                                <a:cubicBezTo>
                                  <a:pt x="301" y="442"/>
                                  <a:pt x="302" y="444"/>
                                  <a:pt x="304" y="443"/>
                                </a:cubicBezTo>
                                <a:cubicBezTo>
                                  <a:pt x="305" y="443"/>
                                  <a:pt x="305" y="444"/>
                                  <a:pt x="305" y="444"/>
                                </a:cubicBezTo>
                                <a:cubicBezTo>
                                  <a:pt x="305" y="444"/>
                                  <a:pt x="306" y="445"/>
                                  <a:pt x="307" y="444"/>
                                </a:cubicBezTo>
                                <a:cubicBezTo>
                                  <a:pt x="307" y="442"/>
                                  <a:pt x="307" y="440"/>
                                  <a:pt x="309" y="439"/>
                                </a:cubicBezTo>
                                <a:cubicBezTo>
                                  <a:pt x="311" y="439"/>
                                  <a:pt x="312" y="440"/>
                                  <a:pt x="314" y="440"/>
                                </a:cubicBezTo>
                                <a:cubicBezTo>
                                  <a:pt x="314" y="439"/>
                                  <a:pt x="315" y="438"/>
                                  <a:pt x="317" y="438"/>
                                </a:cubicBezTo>
                                <a:cubicBezTo>
                                  <a:pt x="317" y="437"/>
                                  <a:pt x="318" y="437"/>
                                  <a:pt x="319" y="437"/>
                                </a:cubicBezTo>
                                <a:cubicBezTo>
                                  <a:pt x="320" y="437"/>
                                  <a:pt x="320" y="437"/>
                                  <a:pt x="320" y="438"/>
                                </a:cubicBezTo>
                                <a:cubicBezTo>
                                  <a:pt x="321" y="438"/>
                                  <a:pt x="321" y="436"/>
                                  <a:pt x="323" y="438"/>
                                </a:cubicBezTo>
                                <a:cubicBezTo>
                                  <a:pt x="324" y="438"/>
                                  <a:pt x="325" y="439"/>
                                  <a:pt x="327" y="440"/>
                                </a:cubicBezTo>
                                <a:cubicBezTo>
                                  <a:pt x="328" y="441"/>
                                  <a:pt x="330" y="442"/>
                                  <a:pt x="332" y="442"/>
                                </a:cubicBezTo>
                                <a:cubicBezTo>
                                  <a:pt x="335" y="442"/>
                                  <a:pt x="338" y="443"/>
                                  <a:pt x="340" y="441"/>
                                </a:cubicBezTo>
                                <a:cubicBezTo>
                                  <a:pt x="340" y="441"/>
                                  <a:pt x="341" y="441"/>
                                  <a:pt x="341" y="441"/>
                                </a:cubicBezTo>
                                <a:cubicBezTo>
                                  <a:pt x="341" y="442"/>
                                  <a:pt x="341" y="442"/>
                                  <a:pt x="341" y="443"/>
                                </a:cubicBezTo>
                                <a:cubicBezTo>
                                  <a:pt x="340" y="444"/>
                                  <a:pt x="338" y="446"/>
                                  <a:pt x="336" y="445"/>
                                </a:cubicBezTo>
                                <a:cubicBezTo>
                                  <a:pt x="336" y="445"/>
                                  <a:pt x="335" y="445"/>
                                  <a:pt x="335" y="445"/>
                                </a:cubicBezTo>
                                <a:cubicBezTo>
                                  <a:pt x="335" y="446"/>
                                  <a:pt x="335" y="446"/>
                                  <a:pt x="335" y="447"/>
                                </a:cubicBezTo>
                                <a:cubicBezTo>
                                  <a:pt x="335" y="448"/>
                                  <a:pt x="335" y="448"/>
                                  <a:pt x="334" y="448"/>
                                </a:cubicBezTo>
                                <a:cubicBezTo>
                                  <a:pt x="334" y="448"/>
                                  <a:pt x="333" y="448"/>
                                  <a:pt x="333" y="448"/>
                                </a:cubicBezTo>
                                <a:cubicBezTo>
                                  <a:pt x="333" y="449"/>
                                  <a:pt x="335" y="451"/>
                                  <a:pt x="332" y="450"/>
                                </a:cubicBezTo>
                                <a:cubicBezTo>
                                  <a:pt x="331" y="449"/>
                                  <a:pt x="332" y="451"/>
                                  <a:pt x="331" y="451"/>
                                </a:cubicBezTo>
                                <a:cubicBezTo>
                                  <a:pt x="331" y="454"/>
                                  <a:pt x="330" y="453"/>
                                  <a:pt x="329" y="452"/>
                                </a:cubicBezTo>
                                <a:cubicBezTo>
                                  <a:pt x="328" y="453"/>
                                  <a:pt x="329" y="455"/>
                                  <a:pt x="327" y="455"/>
                                </a:cubicBezTo>
                                <a:cubicBezTo>
                                  <a:pt x="326" y="455"/>
                                  <a:pt x="326" y="456"/>
                                  <a:pt x="325" y="456"/>
                                </a:cubicBezTo>
                                <a:cubicBezTo>
                                  <a:pt x="324" y="456"/>
                                  <a:pt x="324" y="457"/>
                                  <a:pt x="324" y="457"/>
                                </a:cubicBezTo>
                                <a:cubicBezTo>
                                  <a:pt x="324" y="459"/>
                                  <a:pt x="323" y="459"/>
                                  <a:pt x="322" y="458"/>
                                </a:cubicBezTo>
                                <a:cubicBezTo>
                                  <a:pt x="322" y="458"/>
                                  <a:pt x="321" y="457"/>
                                  <a:pt x="321" y="457"/>
                                </a:cubicBezTo>
                                <a:cubicBezTo>
                                  <a:pt x="321" y="457"/>
                                  <a:pt x="321" y="457"/>
                                  <a:pt x="321" y="457"/>
                                </a:cubicBezTo>
                                <a:cubicBezTo>
                                  <a:pt x="320" y="459"/>
                                  <a:pt x="321" y="459"/>
                                  <a:pt x="322" y="460"/>
                                </a:cubicBezTo>
                                <a:cubicBezTo>
                                  <a:pt x="321" y="461"/>
                                  <a:pt x="319" y="462"/>
                                  <a:pt x="318" y="464"/>
                                </a:cubicBezTo>
                                <a:cubicBezTo>
                                  <a:pt x="318" y="465"/>
                                  <a:pt x="318" y="466"/>
                                  <a:pt x="317" y="466"/>
                                </a:cubicBezTo>
                                <a:cubicBezTo>
                                  <a:pt x="316" y="467"/>
                                  <a:pt x="315" y="467"/>
                                  <a:pt x="315" y="467"/>
                                </a:cubicBezTo>
                                <a:cubicBezTo>
                                  <a:pt x="313" y="466"/>
                                  <a:pt x="313" y="468"/>
                                  <a:pt x="313" y="469"/>
                                </a:cubicBezTo>
                                <a:cubicBezTo>
                                  <a:pt x="312" y="470"/>
                                  <a:pt x="309" y="469"/>
                                  <a:pt x="308" y="471"/>
                                </a:cubicBezTo>
                                <a:cubicBezTo>
                                  <a:pt x="308" y="471"/>
                                  <a:pt x="308" y="471"/>
                                  <a:pt x="308" y="471"/>
                                </a:cubicBezTo>
                                <a:cubicBezTo>
                                  <a:pt x="307" y="471"/>
                                  <a:pt x="307" y="471"/>
                                  <a:pt x="306" y="472"/>
                                </a:cubicBezTo>
                                <a:cubicBezTo>
                                  <a:pt x="305" y="471"/>
                                  <a:pt x="305" y="471"/>
                                  <a:pt x="304" y="472"/>
                                </a:cubicBezTo>
                                <a:cubicBezTo>
                                  <a:pt x="304" y="472"/>
                                  <a:pt x="304" y="472"/>
                                  <a:pt x="304" y="472"/>
                                </a:cubicBezTo>
                                <a:cubicBezTo>
                                  <a:pt x="303" y="473"/>
                                  <a:pt x="302" y="472"/>
                                  <a:pt x="302" y="472"/>
                                </a:cubicBezTo>
                                <a:cubicBezTo>
                                  <a:pt x="301" y="472"/>
                                  <a:pt x="301" y="473"/>
                                  <a:pt x="300" y="473"/>
                                </a:cubicBezTo>
                                <a:cubicBezTo>
                                  <a:pt x="299" y="473"/>
                                  <a:pt x="298" y="475"/>
                                  <a:pt x="296" y="475"/>
                                </a:cubicBezTo>
                                <a:cubicBezTo>
                                  <a:pt x="295" y="475"/>
                                  <a:pt x="295" y="475"/>
                                  <a:pt x="295" y="475"/>
                                </a:cubicBezTo>
                                <a:cubicBezTo>
                                  <a:pt x="292" y="477"/>
                                  <a:pt x="292" y="477"/>
                                  <a:pt x="289" y="474"/>
                                </a:cubicBezTo>
                                <a:cubicBezTo>
                                  <a:pt x="289" y="474"/>
                                  <a:pt x="288" y="475"/>
                                  <a:pt x="288" y="475"/>
                                </a:cubicBezTo>
                                <a:cubicBezTo>
                                  <a:pt x="288" y="476"/>
                                  <a:pt x="288" y="476"/>
                                  <a:pt x="288" y="476"/>
                                </a:cubicBezTo>
                                <a:cubicBezTo>
                                  <a:pt x="288" y="477"/>
                                  <a:pt x="287" y="478"/>
                                  <a:pt x="288" y="479"/>
                                </a:cubicBezTo>
                                <a:cubicBezTo>
                                  <a:pt x="287" y="480"/>
                                  <a:pt x="286" y="480"/>
                                  <a:pt x="286" y="478"/>
                                </a:cubicBezTo>
                                <a:cubicBezTo>
                                  <a:pt x="286" y="477"/>
                                  <a:pt x="285" y="477"/>
                                  <a:pt x="284" y="477"/>
                                </a:cubicBezTo>
                                <a:cubicBezTo>
                                  <a:pt x="286" y="480"/>
                                  <a:pt x="286" y="480"/>
                                  <a:pt x="283" y="480"/>
                                </a:cubicBezTo>
                                <a:cubicBezTo>
                                  <a:pt x="281" y="480"/>
                                  <a:pt x="279" y="480"/>
                                  <a:pt x="277" y="479"/>
                                </a:cubicBezTo>
                                <a:cubicBezTo>
                                  <a:pt x="276" y="479"/>
                                  <a:pt x="276" y="478"/>
                                  <a:pt x="276" y="478"/>
                                </a:cubicBezTo>
                                <a:cubicBezTo>
                                  <a:pt x="276" y="477"/>
                                  <a:pt x="277" y="477"/>
                                  <a:pt x="277" y="477"/>
                                </a:cubicBezTo>
                                <a:cubicBezTo>
                                  <a:pt x="278" y="477"/>
                                  <a:pt x="278" y="477"/>
                                  <a:pt x="278" y="477"/>
                                </a:cubicBezTo>
                                <a:cubicBezTo>
                                  <a:pt x="277" y="477"/>
                                  <a:pt x="275" y="477"/>
                                  <a:pt x="275" y="475"/>
                                </a:cubicBezTo>
                                <a:cubicBezTo>
                                  <a:pt x="273" y="474"/>
                                  <a:pt x="273" y="472"/>
                                  <a:pt x="272" y="470"/>
                                </a:cubicBezTo>
                                <a:cubicBezTo>
                                  <a:pt x="271" y="470"/>
                                  <a:pt x="273" y="472"/>
                                  <a:pt x="271" y="473"/>
                                </a:cubicBezTo>
                                <a:cubicBezTo>
                                  <a:pt x="272" y="473"/>
                                  <a:pt x="272" y="474"/>
                                  <a:pt x="272" y="474"/>
                                </a:cubicBezTo>
                                <a:cubicBezTo>
                                  <a:pt x="272" y="475"/>
                                  <a:pt x="276" y="476"/>
                                  <a:pt x="273" y="478"/>
                                </a:cubicBezTo>
                                <a:cubicBezTo>
                                  <a:pt x="272" y="478"/>
                                  <a:pt x="273" y="479"/>
                                  <a:pt x="274" y="479"/>
                                </a:cubicBezTo>
                                <a:cubicBezTo>
                                  <a:pt x="275" y="479"/>
                                  <a:pt x="275" y="479"/>
                                  <a:pt x="275" y="480"/>
                                </a:cubicBezTo>
                                <a:cubicBezTo>
                                  <a:pt x="274" y="481"/>
                                  <a:pt x="274" y="481"/>
                                  <a:pt x="274" y="482"/>
                                </a:cubicBezTo>
                                <a:cubicBezTo>
                                  <a:pt x="274" y="483"/>
                                  <a:pt x="274" y="483"/>
                                  <a:pt x="274" y="483"/>
                                </a:cubicBezTo>
                                <a:cubicBezTo>
                                  <a:pt x="271" y="482"/>
                                  <a:pt x="271" y="487"/>
                                  <a:pt x="268" y="487"/>
                                </a:cubicBezTo>
                                <a:cubicBezTo>
                                  <a:pt x="268" y="487"/>
                                  <a:pt x="266" y="489"/>
                                  <a:pt x="266" y="491"/>
                                </a:cubicBezTo>
                                <a:cubicBezTo>
                                  <a:pt x="267" y="492"/>
                                  <a:pt x="267" y="493"/>
                                  <a:pt x="265" y="493"/>
                                </a:cubicBezTo>
                                <a:cubicBezTo>
                                  <a:pt x="265" y="493"/>
                                  <a:pt x="265" y="494"/>
                                  <a:pt x="265" y="494"/>
                                </a:cubicBezTo>
                                <a:cubicBezTo>
                                  <a:pt x="265" y="496"/>
                                  <a:pt x="265" y="498"/>
                                  <a:pt x="262" y="499"/>
                                </a:cubicBezTo>
                                <a:cubicBezTo>
                                  <a:pt x="262" y="500"/>
                                  <a:pt x="261" y="501"/>
                                  <a:pt x="262" y="502"/>
                                </a:cubicBezTo>
                                <a:cubicBezTo>
                                  <a:pt x="261" y="503"/>
                                  <a:pt x="261" y="504"/>
                                  <a:pt x="260" y="505"/>
                                </a:cubicBezTo>
                                <a:cubicBezTo>
                                  <a:pt x="260" y="505"/>
                                  <a:pt x="260" y="505"/>
                                  <a:pt x="260" y="505"/>
                                </a:cubicBezTo>
                                <a:cubicBezTo>
                                  <a:pt x="259" y="506"/>
                                  <a:pt x="259" y="506"/>
                                  <a:pt x="259" y="506"/>
                                </a:cubicBezTo>
                                <a:cubicBezTo>
                                  <a:pt x="259" y="507"/>
                                  <a:pt x="258" y="508"/>
                                  <a:pt x="257" y="508"/>
                                </a:cubicBezTo>
                                <a:cubicBezTo>
                                  <a:pt x="256" y="511"/>
                                  <a:pt x="254" y="512"/>
                                  <a:pt x="251" y="510"/>
                                </a:cubicBezTo>
                                <a:cubicBezTo>
                                  <a:pt x="251" y="511"/>
                                  <a:pt x="251" y="511"/>
                                  <a:pt x="251" y="512"/>
                                </a:cubicBezTo>
                                <a:cubicBezTo>
                                  <a:pt x="250" y="513"/>
                                  <a:pt x="249" y="514"/>
                                  <a:pt x="249" y="516"/>
                                </a:cubicBezTo>
                                <a:cubicBezTo>
                                  <a:pt x="248" y="517"/>
                                  <a:pt x="247" y="517"/>
                                  <a:pt x="246" y="517"/>
                                </a:cubicBezTo>
                                <a:cubicBezTo>
                                  <a:pt x="244" y="517"/>
                                  <a:pt x="246" y="515"/>
                                  <a:pt x="245" y="515"/>
                                </a:cubicBezTo>
                                <a:cubicBezTo>
                                  <a:pt x="244" y="515"/>
                                  <a:pt x="246" y="520"/>
                                  <a:pt x="242" y="517"/>
                                </a:cubicBezTo>
                                <a:cubicBezTo>
                                  <a:pt x="242" y="517"/>
                                  <a:pt x="243" y="518"/>
                                  <a:pt x="243" y="518"/>
                                </a:cubicBezTo>
                                <a:cubicBezTo>
                                  <a:pt x="243" y="519"/>
                                  <a:pt x="243" y="520"/>
                                  <a:pt x="242" y="521"/>
                                </a:cubicBezTo>
                                <a:cubicBezTo>
                                  <a:pt x="241" y="520"/>
                                  <a:pt x="242" y="519"/>
                                  <a:pt x="242" y="518"/>
                                </a:cubicBezTo>
                                <a:cubicBezTo>
                                  <a:pt x="241" y="518"/>
                                  <a:pt x="242" y="517"/>
                                  <a:pt x="241" y="516"/>
                                </a:cubicBezTo>
                                <a:cubicBezTo>
                                  <a:pt x="240" y="517"/>
                                  <a:pt x="242" y="519"/>
                                  <a:pt x="239" y="519"/>
                                </a:cubicBezTo>
                                <a:cubicBezTo>
                                  <a:pt x="239" y="520"/>
                                  <a:pt x="239" y="521"/>
                                  <a:pt x="239" y="521"/>
                                </a:cubicBezTo>
                                <a:cubicBezTo>
                                  <a:pt x="238" y="522"/>
                                  <a:pt x="236" y="523"/>
                                  <a:pt x="235" y="522"/>
                                </a:cubicBezTo>
                                <a:cubicBezTo>
                                  <a:pt x="234" y="521"/>
                                  <a:pt x="234" y="520"/>
                                  <a:pt x="235" y="519"/>
                                </a:cubicBezTo>
                                <a:cubicBezTo>
                                  <a:pt x="235" y="519"/>
                                  <a:pt x="236" y="518"/>
                                  <a:pt x="236" y="518"/>
                                </a:cubicBezTo>
                                <a:cubicBezTo>
                                  <a:pt x="235" y="515"/>
                                  <a:pt x="238" y="513"/>
                                  <a:pt x="240" y="511"/>
                                </a:cubicBezTo>
                                <a:cubicBezTo>
                                  <a:pt x="238" y="510"/>
                                  <a:pt x="236" y="510"/>
                                  <a:pt x="233" y="509"/>
                                </a:cubicBezTo>
                                <a:cubicBezTo>
                                  <a:pt x="233" y="510"/>
                                  <a:pt x="234" y="510"/>
                                  <a:pt x="235" y="510"/>
                                </a:cubicBezTo>
                                <a:cubicBezTo>
                                  <a:pt x="235" y="511"/>
                                  <a:pt x="235" y="511"/>
                                  <a:pt x="235" y="511"/>
                                </a:cubicBezTo>
                                <a:cubicBezTo>
                                  <a:pt x="235" y="511"/>
                                  <a:pt x="235" y="511"/>
                                  <a:pt x="235" y="510"/>
                                </a:cubicBezTo>
                                <a:cubicBezTo>
                                  <a:pt x="237" y="511"/>
                                  <a:pt x="235" y="512"/>
                                  <a:pt x="235" y="513"/>
                                </a:cubicBezTo>
                                <a:cubicBezTo>
                                  <a:pt x="235" y="513"/>
                                  <a:pt x="235" y="515"/>
                                  <a:pt x="235" y="516"/>
                                </a:cubicBezTo>
                                <a:cubicBezTo>
                                  <a:pt x="235" y="517"/>
                                  <a:pt x="234" y="518"/>
                                  <a:pt x="233" y="517"/>
                                </a:cubicBezTo>
                                <a:cubicBezTo>
                                  <a:pt x="233" y="519"/>
                                  <a:pt x="233" y="519"/>
                                  <a:pt x="233" y="521"/>
                                </a:cubicBezTo>
                                <a:cubicBezTo>
                                  <a:pt x="233" y="521"/>
                                  <a:pt x="233" y="522"/>
                                  <a:pt x="232" y="522"/>
                                </a:cubicBezTo>
                                <a:cubicBezTo>
                                  <a:pt x="231" y="520"/>
                                  <a:pt x="230" y="522"/>
                                  <a:pt x="229" y="522"/>
                                </a:cubicBezTo>
                                <a:cubicBezTo>
                                  <a:pt x="227" y="523"/>
                                  <a:pt x="228" y="521"/>
                                  <a:pt x="227" y="521"/>
                                </a:cubicBezTo>
                                <a:cubicBezTo>
                                  <a:pt x="226" y="523"/>
                                  <a:pt x="226" y="524"/>
                                  <a:pt x="224" y="522"/>
                                </a:cubicBezTo>
                                <a:cubicBezTo>
                                  <a:pt x="224" y="522"/>
                                  <a:pt x="223" y="522"/>
                                  <a:pt x="223" y="522"/>
                                </a:cubicBezTo>
                                <a:cubicBezTo>
                                  <a:pt x="223" y="525"/>
                                  <a:pt x="222" y="523"/>
                                  <a:pt x="221" y="523"/>
                                </a:cubicBezTo>
                                <a:cubicBezTo>
                                  <a:pt x="221" y="525"/>
                                  <a:pt x="222" y="525"/>
                                  <a:pt x="222" y="527"/>
                                </a:cubicBezTo>
                                <a:cubicBezTo>
                                  <a:pt x="223" y="529"/>
                                  <a:pt x="220" y="530"/>
                                  <a:pt x="220" y="531"/>
                                </a:cubicBezTo>
                                <a:cubicBezTo>
                                  <a:pt x="219" y="532"/>
                                  <a:pt x="218" y="530"/>
                                  <a:pt x="217" y="530"/>
                                </a:cubicBezTo>
                                <a:cubicBezTo>
                                  <a:pt x="217" y="530"/>
                                  <a:pt x="217" y="530"/>
                                  <a:pt x="217" y="530"/>
                                </a:cubicBezTo>
                                <a:cubicBezTo>
                                  <a:pt x="217" y="530"/>
                                  <a:pt x="217" y="530"/>
                                  <a:pt x="217" y="530"/>
                                </a:cubicBezTo>
                                <a:cubicBezTo>
                                  <a:pt x="217" y="530"/>
                                  <a:pt x="216" y="531"/>
                                  <a:pt x="216" y="531"/>
                                </a:cubicBezTo>
                                <a:cubicBezTo>
                                  <a:pt x="214" y="530"/>
                                  <a:pt x="214" y="532"/>
                                  <a:pt x="214" y="534"/>
                                </a:cubicBezTo>
                                <a:cubicBezTo>
                                  <a:pt x="215" y="534"/>
                                  <a:pt x="215" y="536"/>
                                  <a:pt x="216" y="534"/>
                                </a:cubicBezTo>
                                <a:cubicBezTo>
                                  <a:pt x="216" y="533"/>
                                  <a:pt x="217" y="534"/>
                                  <a:pt x="217" y="534"/>
                                </a:cubicBezTo>
                                <a:cubicBezTo>
                                  <a:pt x="218" y="536"/>
                                  <a:pt x="219" y="537"/>
                                  <a:pt x="218" y="539"/>
                                </a:cubicBezTo>
                                <a:cubicBezTo>
                                  <a:pt x="219" y="539"/>
                                  <a:pt x="219" y="539"/>
                                  <a:pt x="220" y="540"/>
                                </a:cubicBezTo>
                                <a:cubicBezTo>
                                  <a:pt x="218" y="540"/>
                                  <a:pt x="216" y="542"/>
                                  <a:pt x="216" y="543"/>
                                </a:cubicBezTo>
                                <a:cubicBezTo>
                                  <a:pt x="216" y="544"/>
                                  <a:pt x="216" y="544"/>
                                  <a:pt x="216" y="544"/>
                                </a:cubicBezTo>
                                <a:cubicBezTo>
                                  <a:pt x="215" y="544"/>
                                  <a:pt x="215" y="544"/>
                                  <a:pt x="215" y="543"/>
                                </a:cubicBezTo>
                                <a:cubicBezTo>
                                  <a:pt x="214" y="542"/>
                                  <a:pt x="212" y="542"/>
                                  <a:pt x="211" y="543"/>
                                </a:cubicBezTo>
                                <a:cubicBezTo>
                                  <a:pt x="211" y="545"/>
                                  <a:pt x="213" y="545"/>
                                  <a:pt x="215" y="545"/>
                                </a:cubicBezTo>
                                <a:cubicBezTo>
                                  <a:pt x="217" y="545"/>
                                  <a:pt x="218" y="546"/>
                                  <a:pt x="217" y="548"/>
                                </a:cubicBezTo>
                                <a:cubicBezTo>
                                  <a:pt x="216" y="548"/>
                                  <a:pt x="216" y="549"/>
                                  <a:pt x="217" y="549"/>
                                </a:cubicBezTo>
                                <a:cubicBezTo>
                                  <a:pt x="218" y="552"/>
                                  <a:pt x="217" y="554"/>
                                  <a:pt x="214" y="555"/>
                                </a:cubicBezTo>
                                <a:cubicBezTo>
                                  <a:pt x="212" y="556"/>
                                  <a:pt x="214" y="556"/>
                                  <a:pt x="214" y="557"/>
                                </a:cubicBezTo>
                                <a:cubicBezTo>
                                  <a:pt x="213" y="557"/>
                                  <a:pt x="213" y="556"/>
                                  <a:pt x="212" y="556"/>
                                </a:cubicBezTo>
                                <a:cubicBezTo>
                                  <a:pt x="212" y="556"/>
                                  <a:pt x="211" y="556"/>
                                  <a:pt x="211" y="556"/>
                                </a:cubicBezTo>
                                <a:cubicBezTo>
                                  <a:pt x="211" y="557"/>
                                  <a:pt x="212" y="557"/>
                                  <a:pt x="212" y="557"/>
                                </a:cubicBezTo>
                                <a:cubicBezTo>
                                  <a:pt x="212" y="558"/>
                                  <a:pt x="214" y="557"/>
                                  <a:pt x="213" y="559"/>
                                </a:cubicBezTo>
                                <a:cubicBezTo>
                                  <a:pt x="212" y="560"/>
                                  <a:pt x="212" y="559"/>
                                  <a:pt x="211" y="558"/>
                                </a:cubicBezTo>
                                <a:cubicBezTo>
                                  <a:pt x="211" y="559"/>
                                  <a:pt x="211" y="559"/>
                                  <a:pt x="211" y="559"/>
                                </a:cubicBezTo>
                                <a:cubicBezTo>
                                  <a:pt x="213" y="561"/>
                                  <a:pt x="212" y="562"/>
                                  <a:pt x="210" y="564"/>
                                </a:cubicBezTo>
                                <a:cubicBezTo>
                                  <a:pt x="209" y="565"/>
                                  <a:pt x="209" y="565"/>
                                  <a:pt x="208" y="566"/>
                                </a:cubicBezTo>
                                <a:cubicBezTo>
                                  <a:pt x="207" y="567"/>
                                  <a:pt x="206" y="567"/>
                                  <a:pt x="205" y="566"/>
                                </a:cubicBezTo>
                                <a:cubicBezTo>
                                  <a:pt x="205" y="566"/>
                                  <a:pt x="206" y="566"/>
                                  <a:pt x="206" y="565"/>
                                </a:cubicBezTo>
                                <a:cubicBezTo>
                                  <a:pt x="206" y="565"/>
                                  <a:pt x="206" y="565"/>
                                  <a:pt x="206" y="565"/>
                                </a:cubicBezTo>
                                <a:cubicBezTo>
                                  <a:pt x="205" y="565"/>
                                  <a:pt x="205" y="565"/>
                                  <a:pt x="205" y="564"/>
                                </a:cubicBezTo>
                                <a:cubicBezTo>
                                  <a:pt x="205" y="564"/>
                                  <a:pt x="204" y="564"/>
                                  <a:pt x="204" y="564"/>
                                </a:cubicBezTo>
                                <a:cubicBezTo>
                                  <a:pt x="204" y="566"/>
                                  <a:pt x="203" y="568"/>
                                  <a:pt x="201" y="566"/>
                                </a:cubicBezTo>
                                <a:cubicBezTo>
                                  <a:pt x="201" y="567"/>
                                  <a:pt x="201" y="567"/>
                                  <a:pt x="201" y="567"/>
                                </a:cubicBezTo>
                                <a:cubicBezTo>
                                  <a:pt x="201" y="568"/>
                                  <a:pt x="201" y="568"/>
                                  <a:pt x="201" y="568"/>
                                </a:cubicBezTo>
                                <a:cubicBezTo>
                                  <a:pt x="201" y="568"/>
                                  <a:pt x="201" y="568"/>
                                  <a:pt x="201" y="567"/>
                                </a:cubicBezTo>
                                <a:cubicBezTo>
                                  <a:pt x="201" y="567"/>
                                  <a:pt x="202" y="567"/>
                                  <a:pt x="203" y="568"/>
                                </a:cubicBezTo>
                                <a:cubicBezTo>
                                  <a:pt x="203" y="568"/>
                                  <a:pt x="203" y="568"/>
                                  <a:pt x="203" y="568"/>
                                </a:cubicBezTo>
                                <a:cubicBezTo>
                                  <a:pt x="204" y="568"/>
                                  <a:pt x="205" y="568"/>
                                  <a:pt x="205" y="569"/>
                                </a:cubicBezTo>
                                <a:cubicBezTo>
                                  <a:pt x="205" y="569"/>
                                  <a:pt x="207" y="569"/>
                                  <a:pt x="206" y="570"/>
                                </a:cubicBezTo>
                                <a:cubicBezTo>
                                  <a:pt x="206" y="572"/>
                                  <a:pt x="205" y="572"/>
                                  <a:pt x="204" y="571"/>
                                </a:cubicBezTo>
                                <a:cubicBezTo>
                                  <a:pt x="204" y="571"/>
                                  <a:pt x="203" y="571"/>
                                  <a:pt x="203" y="571"/>
                                </a:cubicBezTo>
                                <a:cubicBezTo>
                                  <a:pt x="205" y="572"/>
                                  <a:pt x="206" y="574"/>
                                  <a:pt x="205" y="576"/>
                                </a:cubicBezTo>
                                <a:cubicBezTo>
                                  <a:pt x="207" y="577"/>
                                  <a:pt x="205" y="579"/>
                                  <a:pt x="207" y="579"/>
                                </a:cubicBezTo>
                                <a:cubicBezTo>
                                  <a:pt x="207" y="579"/>
                                  <a:pt x="206" y="580"/>
                                  <a:pt x="206" y="580"/>
                                </a:cubicBezTo>
                                <a:cubicBezTo>
                                  <a:pt x="205" y="581"/>
                                  <a:pt x="205" y="581"/>
                                  <a:pt x="204" y="581"/>
                                </a:cubicBezTo>
                                <a:cubicBezTo>
                                  <a:pt x="204" y="582"/>
                                  <a:pt x="205" y="582"/>
                                  <a:pt x="205" y="583"/>
                                </a:cubicBezTo>
                                <a:cubicBezTo>
                                  <a:pt x="205" y="584"/>
                                  <a:pt x="203" y="583"/>
                                  <a:pt x="203" y="584"/>
                                </a:cubicBezTo>
                                <a:cubicBezTo>
                                  <a:pt x="203" y="584"/>
                                  <a:pt x="204" y="584"/>
                                  <a:pt x="204" y="584"/>
                                </a:cubicBezTo>
                                <a:cubicBezTo>
                                  <a:pt x="205" y="585"/>
                                  <a:pt x="205" y="585"/>
                                  <a:pt x="204" y="586"/>
                                </a:cubicBezTo>
                                <a:cubicBezTo>
                                  <a:pt x="203" y="587"/>
                                  <a:pt x="202" y="586"/>
                                  <a:pt x="201" y="587"/>
                                </a:cubicBezTo>
                                <a:cubicBezTo>
                                  <a:pt x="203" y="588"/>
                                  <a:pt x="203" y="588"/>
                                  <a:pt x="200" y="590"/>
                                </a:cubicBezTo>
                                <a:cubicBezTo>
                                  <a:pt x="201" y="591"/>
                                  <a:pt x="203" y="590"/>
                                  <a:pt x="203" y="592"/>
                                </a:cubicBezTo>
                                <a:cubicBezTo>
                                  <a:pt x="203" y="593"/>
                                  <a:pt x="202" y="593"/>
                                  <a:pt x="202" y="593"/>
                                </a:cubicBezTo>
                                <a:cubicBezTo>
                                  <a:pt x="202" y="594"/>
                                  <a:pt x="202" y="594"/>
                                  <a:pt x="202" y="595"/>
                                </a:cubicBezTo>
                                <a:cubicBezTo>
                                  <a:pt x="201" y="596"/>
                                  <a:pt x="202" y="598"/>
                                  <a:pt x="200" y="598"/>
                                </a:cubicBezTo>
                                <a:cubicBezTo>
                                  <a:pt x="199" y="598"/>
                                  <a:pt x="199" y="599"/>
                                  <a:pt x="198" y="600"/>
                                </a:cubicBezTo>
                                <a:cubicBezTo>
                                  <a:pt x="199" y="600"/>
                                  <a:pt x="200" y="599"/>
                                  <a:pt x="201" y="601"/>
                                </a:cubicBezTo>
                                <a:cubicBezTo>
                                  <a:pt x="201" y="603"/>
                                  <a:pt x="201" y="604"/>
                                  <a:pt x="200" y="605"/>
                                </a:cubicBezTo>
                                <a:cubicBezTo>
                                  <a:pt x="199" y="606"/>
                                  <a:pt x="198" y="605"/>
                                  <a:pt x="197" y="605"/>
                                </a:cubicBezTo>
                                <a:cubicBezTo>
                                  <a:pt x="195" y="608"/>
                                  <a:pt x="194" y="607"/>
                                  <a:pt x="192" y="606"/>
                                </a:cubicBezTo>
                                <a:cubicBezTo>
                                  <a:pt x="191" y="604"/>
                                  <a:pt x="188" y="605"/>
                                  <a:pt x="188" y="603"/>
                                </a:cubicBezTo>
                                <a:cubicBezTo>
                                  <a:pt x="188" y="602"/>
                                  <a:pt x="187" y="602"/>
                                  <a:pt x="187" y="602"/>
                                </a:cubicBezTo>
                                <a:cubicBezTo>
                                  <a:pt x="186" y="602"/>
                                  <a:pt x="188" y="601"/>
                                  <a:pt x="187" y="601"/>
                                </a:cubicBezTo>
                                <a:cubicBezTo>
                                  <a:pt x="186" y="601"/>
                                  <a:pt x="186" y="601"/>
                                  <a:pt x="186" y="603"/>
                                </a:cubicBezTo>
                                <a:cubicBezTo>
                                  <a:pt x="185" y="600"/>
                                  <a:pt x="188" y="600"/>
                                  <a:pt x="188" y="598"/>
                                </a:cubicBezTo>
                                <a:cubicBezTo>
                                  <a:pt x="185" y="597"/>
                                  <a:pt x="183" y="597"/>
                                  <a:pt x="182" y="593"/>
                                </a:cubicBezTo>
                                <a:cubicBezTo>
                                  <a:pt x="182" y="592"/>
                                  <a:pt x="181" y="592"/>
                                  <a:pt x="180" y="591"/>
                                </a:cubicBezTo>
                                <a:cubicBezTo>
                                  <a:pt x="180" y="593"/>
                                  <a:pt x="179" y="594"/>
                                  <a:pt x="177" y="594"/>
                                </a:cubicBezTo>
                                <a:cubicBezTo>
                                  <a:pt x="177" y="593"/>
                                  <a:pt x="178" y="593"/>
                                  <a:pt x="179" y="592"/>
                                </a:cubicBezTo>
                                <a:cubicBezTo>
                                  <a:pt x="179" y="592"/>
                                  <a:pt x="179" y="591"/>
                                  <a:pt x="179" y="591"/>
                                </a:cubicBezTo>
                                <a:cubicBezTo>
                                  <a:pt x="179" y="591"/>
                                  <a:pt x="179" y="590"/>
                                  <a:pt x="178" y="590"/>
                                </a:cubicBezTo>
                                <a:cubicBezTo>
                                  <a:pt x="178" y="590"/>
                                  <a:pt x="178" y="591"/>
                                  <a:pt x="178" y="591"/>
                                </a:cubicBezTo>
                                <a:cubicBezTo>
                                  <a:pt x="177" y="592"/>
                                  <a:pt x="176" y="593"/>
                                  <a:pt x="175" y="594"/>
                                </a:cubicBezTo>
                                <a:cubicBezTo>
                                  <a:pt x="175" y="594"/>
                                  <a:pt x="174" y="594"/>
                                  <a:pt x="174" y="593"/>
                                </a:cubicBezTo>
                                <a:cubicBezTo>
                                  <a:pt x="173" y="593"/>
                                  <a:pt x="175" y="593"/>
                                  <a:pt x="174" y="592"/>
                                </a:cubicBezTo>
                                <a:cubicBezTo>
                                  <a:pt x="173" y="594"/>
                                  <a:pt x="170" y="593"/>
                                  <a:pt x="169" y="595"/>
                                </a:cubicBezTo>
                                <a:cubicBezTo>
                                  <a:pt x="169" y="595"/>
                                  <a:pt x="168" y="595"/>
                                  <a:pt x="167" y="595"/>
                                </a:cubicBezTo>
                                <a:cubicBezTo>
                                  <a:pt x="167" y="595"/>
                                  <a:pt x="166" y="594"/>
                                  <a:pt x="166" y="594"/>
                                </a:cubicBezTo>
                                <a:cubicBezTo>
                                  <a:pt x="166" y="593"/>
                                  <a:pt x="167" y="592"/>
                                  <a:pt x="168" y="592"/>
                                </a:cubicBezTo>
                                <a:cubicBezTo>
                                  <a:pt x="168" y="592"/>
                                  <a:pt x="168" y="591"/>
                                  <a:pt x="168" y="591"/>
                                </a:cubicBezTo>
                                <a:cubicBezTo>
                                  <a:pt x="167" y="591"/>
                                  <a:pt x="166" y="591"/>
                                  <a:pt x="165" y="591"/>
                                </a:cubicBezTo>
                                <a:cubicBezTo>
                                  <a:pt x="165" y="590"/>
                                  <a:pt x="165" y="590"/>
                                  <a:pt x="164" y="589"/>
                                </a:cubicBezTo>
                                <a:cubicBezTo>
                                  <a:pt x="164" y="589"/>
                                  <a:pt x="164" y="589"/>
                                  <a:pt x="164" y="588"/>
                                </a:cubicBezTo>
                                <a:cubicBezTo>
                                  <a:pt x="164" y="588"/>
                                  <a:pt x="164" y="588"/>
                                  <a:pt x="164" y="587"/>
                                </a:cubicBezTo>
                                <a:cubicBezTo>
                                  <a:pt x="164" y="587"/>
                                  <a:pt x="163" y="587"/>
                                  <a:pt x="162" y="587"/>
                                </a:cubicBezTo>
                                <a:cubicBezTo>
                                  <a:pt x="162" y="587"/>
                                  <a:pt x="162" y="586"/>
                                  <a:pt x="161" y="586"/>
                                </a:cubicBezTo>
                                <a:cubicBezTo>
                                  <a:pt x="161" y="585"/>
                                  <a:pt x="162" y="585"/>
                                  <a:pt x="162" y="585"/>
                                </a:cubicBezTo>
                                <a:cubicBezTo>
                                  <a:pt x="161" y="584"/>
                                  <a:pt x="160" y="584"/>
                                  <a:pt x="159" y="583"/>
                                </a:cubicBezTo>
                                <a:cubicBezTo>
                                  <a:pt x="161" y="582"/>
                                  <a:pt x="160" y="579"/>
                                  <a:pt x="162" y="578"/>
                                </a:cubicBezTo>
                                <a:cubicBezTo>
                                  <a:pt x="160" y="578"/>
                                  <a:pt x="160" y="580"/>
                                  <a:pt x="159" y="581"/>
                                </a:cubicBezTo>
                                <a:cubicBezTo>
                                  <a:pt x="159" y="579"/>
                                  <a:pt x="159" y="579"/>
                                  <a:pt x="162" y="576"/>
                                </a:cubicBezTo>
                                <a:cubicBezTo>
                                  <a:pt x="161" y="576"/>
                                  <a:pt x="160" y="575"/>
                                  <a:pt x="160" y="576"/>
                                </a:cubicBezTo>
                                <a:cubicBezTo>
                                  <a:pt x="159" y="577"/>
                                  <a:pt x="159" y="577"/>
                                  <a:pt x="158" y="576"/>
                                </a:cubicBezTo>
                                <a:cubicBezTo>
                                  <a:pt x="158" y="577"/>
                                  <a:pt x="158" y="577"/>
                                  <a:pt x="157" y="577"/>
                                </a:cubicBezTo>
                                <a:cubicBezTo>
                                  <a:pt x="157" y="577"/>
                                  <a:pt x="157" y="577"/>
                                  <a:pt x="157" y="577"/>
                                </a:cubicBezTo>
                                <a:cubicBezTo>
                                  <a:pt x="157" y="576"/>
                                  <a:pt x="158" y="576"/>
                                  <a:pt x="158" y="576"/>
                                </a:cubicBezTo>
                                <a:cubicBezTo>
                                  <a:pt x="158" y="575"/>
                                  <a:pt x="160" y="574"/>
                                  <a:pt x="158" y="573"/>
                                </a:cubicBezTo>
                                <a:cubicBezTo>
                                  <a:pt x="157" y="573"/>
                                  <a:pt x="157" y="573"/>
                                  <a:pt x="157" y="573"/>
                                </a:cubicBezTo>
                                <a:cubicBezTo>
                                  <a:pt x="157" y="574"/>
                                  <a:pt x="157" y="574"/>
                                  <a:pt x="157" y="574"/>
                                </a:cubicBezTo>
                                <a:cubicBezTo>
                                  <a:pt x="157" y="574"/>
                                  <a:pt x="158" y="574"/>
                                  <a:pt x="158" y="574"/>
                                </a:cubicBezTo>
                                <a:cubicBezTo>
                                  <a:pt x="158" y="575"/>
                                  <a:pt x="157" y="575"/>
                                  <a:pt x="157" y="575"/>
                                </a:cubicBezTo>
                                <a:cubicBezTo>
                                  <a:pt x="156" y="574"/>
                                  <a:pt x="156" y="574"/>
                                  <a:pt x="156" y="573"/>
                                </a:cubicBezTo>
                                <a:cubicBezTo>
                                  <a:pt x="155" y="573"/>
                                  <a:pt x="155" y="573"/>
                                  <a:pt x="155" y="573"/>
                                </a:cubicBezTo>
                                <a:cubicBezTo>
                                  <a:pt x="153" y="572"/>
                                  <a:pt x="152" y="571"/>
                                  <a:pt x="152" y="569"/>
                                </a:cubicBezTo>
                                <a:cubicBezTo>
                                  <a:pt x="153" y="567"/>
                                  <a:pt x="153" y="565"/>
                                  <a:pt x="151" y="563"/>
                                </a:cubicBezTo>
                                <a:cubicBezTo>
                                  <a:pt x="151" y="563"/>
                                  <a:pt x="149" y="562"/>
                                  <a:pt x="150" y="561"/>
                                </a:cubicBezTo>
                                <a:cubicBezTo>
                                  <a:pt x="150" y="561"/>
                                  <a:pt x="150" y="560"/>
                                  <a:pt x="150" y="560"/>
                                </a:cubicBezTo>
                                <a:cubicBezTo>
                                  <a:pt x="147" y="561"/>
                                  <a:pt x="147" y="559"/>
                                  <a:pt x="147" y="558"/>
                                </a:cubicBezTo>
                                <a:cubicBezTo>
                                  <a:pt x="147" y="557"/>
                                  <a:pt x="147" y="557"/>
                                  <a:pt x="147" y="556"/>
                                </a:cubicBezTo>
                                <a:cubicBezTo>
                                  <a:pt x="146" y="556"/>
                                  <a:pt x="146" y="555"/>
                                  <a:pt x="145" y="554"/>
                                </a:cubicBezTo>
                                <a:cubicBezTo>
                                  <a:pt x="144" y="553"/>
                                  <a:pt x="144" y="552"/>
                                  <a:pt x="146" y="551"/>
                                </a:cubicBezTo>
                                <a:cubicBezTo>
                                  <a:pt x="146" y="550"/>
                                  <a:pt x="145" y="550"/>
                                  <a:pt x="145" y="550"/>
                                </a:cubicBezTo>
                                <a:cubicBezTo>
                                  <a:pt x="144" y="548"/>
                                  <a:pt x="144" y="546"/>
                                  <a:pt x="143" y="544"/>
                                </a:cubicBezTo>
                                <a:cubicBezTo>
                                  <a:pt x="143" y="544"/>
                                  <a:pt x="143" y="544"/>
                                  <a:pt x="143" y="544"/>
                                </a:cubicBezTo>
                                <a:cubicBezTo>
                                  <a:pt x="141" y="545"/>
                                  <a:pt x="140" y="544"/>
                                  <a:pt x="140" y="542"/>
                                </a:cubicBezTo>
                                <a:cubicBezTo>
                                  <a:pt x="140" y="540"/>
                                  <a:pt x="141" y="539"/>
                                  <a:pt x="140" y="537"/>
                                </a:cubicBezTo>
                                <a:cubicBezTo>
                                  <a:pt x="140" y="536"/>
                                  <a:pt x="142" y="535"/>
                                  <a:pt x="144" y="534"/>
                                </a:cubicBezTo>
                                <a:cubicBezTo>
                                  <a:pt x="144" y="534"/>
                                  <a:pt x="144" y="534"/>
                                  <a:pt x="144" y="533"/>
                                </a:cubicBezTo>
                                <a:cubicBezTo>
                                  <a:pt x="143" y="532"/>
                                  <a:pt x="142" y="532"/>
                                  <a:pt x="142" y="534"/>
                                </a:cubicBezTo>
                                <a:cubicBezTo>
                                  <a:pt x="142" y="535"/>
                                  <a:pt x="141" y="535"/>
                                  <a:pt x="140" y="535"/>
                                </a:cubicBezTo>
                                <a:cubicBezTo>
                                  <a:pt x="139" y="535"/>
                                  <a:pt x="139" y="534"/>
                                  <a:pt x="140" y="533"/>
                                </a:cubicBezTo>
                                <a:cubicBezTo>
                                  <a:pt x="140" y="532"/>
                                  <a:pt x="140" y="530"/>
                                  <a:pt x="139" y="528"/>
                                </a:cubicBezTo>
                                <a:cubicBezTo>
                                  <a:pt x="137" y="527"/>
                                  <a:pt x="138" y="526"/>
                                  <a:pt x="139" y="525"/>
                                </a:cubicBezTo>
                                <a:cubicBezTo>
                                  <a:pt x="137" y="526"/>
                                  <a:pt x="137" y="525"/>
                                  <a:pt x="136" y="524"/>
                                </a:cubicBezTo>
                                <a:cubicBezTo>
                                  <a:pt x="135" y="522"/>
                                  <a:pt x="136" y="520"/>
                                  <a:pt x="133" y="521"/>
                                </a:cubicBezTo>
                                <a:cubicBezTo>
                                  <a:pt x="134" y="519"/>
                                  <a:pt x="134" y="517"/>
                                  <a:pt x="132" y="517"/>
                                </a:cubicBezTo>
                                <a:cubicBezTo>
                                  <a:pt x="131" y="516"/>
                                  <a:pt x="133" y="515"/>
                                  <a:pt x="132" y="514"/>
                                </a:cubicBezTo>
                                <a:cubicBezTo>
                                  <a:pt x="129" y="514"/>
                                  <a:pt x="130" y="512"/>
                                  <a:pt x="130" y="511"/>
                                </a:cubicBezTo>
                                <a:cubicBezTo>
                                  <a:pt x="129" y="509"/>
                                  <a:pt x="130" y="507"/>
                                  <a:pt x="132" y="507"/>
                                </a:cubicBezTo>
                                <a:cubicBezTo>
                                  <a:pt x="132" y="506"/>
                                  <a:pt x="131" y="506"/>
                                  <a:pt x="132" y="505"/>
                                </a:cubicBezTo>
                                <a:cubicBezTo>
                                  <a:pt x="132" y="504"/>
                                  <a:pt x="133" y="504"/>
                                  <a:pt x="134" y="504"/>
                                </a:cubicBezTo>
                                <a:cubicBezTo>
                                  <a:pt x="134" y="505"/>
                                  <a:pt x="135" y="504"/>
                                  <a:pt x="135" y="504"/>
                                </a:cubicBezTo>
                                <a:cubicBezTo>
                                  <a:pt x="135" y="503"/>
                                  <a:pt x="134" y="504"/>
                                  <a:pt x="134" y="504"/>
                                </a:cubicBezTo>
                                <a:cubicBezTo>
                                  <a:pt x="135" y="503"/>
                                  <a:pt x="135" y="503"/>
                                  <a:pt x="136" y="503"/>
                                </a:cubicBezTo>
                                <a:cubicBezTo>
                                  <a:pt x="136" y="503"/>
                                  <a:pt x="136" y="503"/>
                                  <a:pt x="136" y="502"/>
                                </a:cubicBezTo>
                                <a:cubicBezTo>
                                  <a:pt x="136" y="502"/>
                                  <a:pt x="135" y="502"/>
                                  <a:pt x="135" y="502"/>
                                </a:cubicBezTo>
                                <a:cubicBezTo>
                                  <a:pt x="134" y="503"/>
                                  <a:pt x="133" y="503"/>
                                  <a:pt x="133" y="501"/>
                                </a:cubicBezTo>
                                <a:cubicBezTo>
                                  <a:pt x="134" y="501"/>
                                  <a:pt x="135" y="502"/>
                                  <a:pt x="136" y="501"/>
                                </a:cubicBezTo>
                                <a:cubicBezTo>
                                  <a:pt x="135" y="501"/>
                                  <a:pt x="133" y="500"/>
                                  <a:pt x="132" y="500"/>
                                </a:cubicBezTo>
                                <a:cubicBezTo>
                                  <a:pt x="131" y="501"/>
                                  <a:pt x="130" y="500"/>
                                  <a:pt x="130" y="499"/>
                                </a:cubicBezTo>
                                <a:cubicBezTo>
                                  <a:pt x="129" y="498"/>
                                  <a:pt x="131" y="498"/>
                                  <a:pt x="131" y="497"/>
                                </a:cubicBezTo>
                                <a:cubicBezTo>
                                  <a:pt x="130" y="497"/>
                                  <a:pt x="129" y="498"/>
                                  <a:pt x="129" y="497"/>
                                </a:cubicBezTo>
                                <a:cubicBezTo>
                                  <a:pt x="128" y="496"/>
                                  <a:pt x="130" y="496"/>
                                  <a:pt x="131" y="495"/>
                                </a:cubicBezTo>
                                <a:cubicBezTo>
                                  <a:pt x="131" y="495"/>
                                  <a:pt x="132" y="495"/>
                                  <a:pt x="132" y="495"/>
                                </a:cubicBezTo>
                                <a:cubicBezTo>
                                  <a:pt x="131" y="494"/>
                                  <a:pt x="129" y="496"/>
                                  <a:pt x="128" y="495"/>
                                </a:cubicBezTo>
                                <a:cubicBezTo>
                                  <a:pt x="128" y="494"/>
                                  <a:pt x="129" y="492"/>
                                  <a:pt x="129" y="491"/>
                                </a:cubicBezTo>
                                <a:cubicBezTo>
                                  <a:pt x="129" y="490"/>
                                  <a:pt x="129" y="488"/>
                                  <a:pt x="130" y="487"/>
                                </a:cubicBezTo>
                                <a:cubicBezTo>
                                  <a:pt x="130" y="486"/>
                                  <a:pt x="129" y="484"/>
                                  <a:pt x="131" y="485"/>
                                </a:cubicBezTo>
                                <a:cubicBezTo>
                                  <a:pt x="131" y="485"/>
                                  <a:pt x="132" y="485"/>
                                  <a:pt x="132" y="484"/>
                                </a:cubicBezTo>
                                <a:cubicBezTo>
                                  <a:pt x="132" y="482"/>
                                  <a:pt x="133" y="481"/>
                                  <a:pt x="134" y="479"/>
                                </a:cubicBezTo>
                                <a:cubicBezTo>
                                  <a:pt x="133" y="479"/>
                                  <a:pt x="132" y="479"/>
                                  <a:pt x="133" y="478"/>
                                </a:cubicBezTo>
                                <a:cubicBezTo>
                                  <a:pt x="133" y="477"/>
                                  <a:pt x="134" y="478"/>
                                  <a:pt x="134" y="478"/>
                                </a:cubicBezTo>
                                <a:cubicBezTo>
                                  <a:pt x="134" y="478"/>
                                  <a:pt x="135" y="478"/>
                                  <a:pt x="135" y="479"/>
                                </a:cubicBezTo>
                                <a:cubicBezTo>
                                  <a:pt x="136" y="479"/>
                                  <a:pt x="137" y="478"/>
                                  <a:pt x="138" y="478"/>
                                </a:cubicBezTo>
                                <a:cubicBezTo>
                                  <a:pt x="137" y="478"/>
                                  <a:pt x="137" y="477"/>
                                  <a:pt x="137" y="477"/>
                                </a:cubicBezTo>
                                <a:cubicBezTo>
                                  <a:pt x="136" y="478"/>
                                  <a:pt x="135" y="477"/>
                                  <a:pt x="135" y="476"/>
                                </a:cubicBezTo>
                                <a:cubicBezTo>
                                  <a:pt x="135" y="476"/>
                                  <a:pt x="134" y="476"/>
                                  <a:pt x="134" y="476"/>
                                </a:cubicBezTo>
                                <a:cubicBezTo>
                                  <a:pt x="134" y="475"/>
                                  <a:pt x="134" y="475"/>
                                  <a:pt x="134" y="475"/>
                                </a:cubicBezTo>
                                <a:cubicBezTo>
                                  <a:pt x="133" y="474"/>
                                  <a:pt x="132" y="474"/>
                                  <a:pt x="133" y="473"/>
                                </a:cubicBezTo>
                                <a:cubicBezTo>
                                  <a:pt x="134" y="473"/>
                                  <a:pt x="135" y="472"/>
                                  <a:pt x="135" y="474"/>
                                </a:cubicBezTo>
                                <a:cubicBezTo>
                                  <a:pt x="136" y="473"/>
                                  <a:pt x="136" y="473"/>
                                  <a:pt x="137" y="473"/>
                                </a:cubicBezTo>
                                <a:cubicBezTo>
                                  <a:pt x="136" y="472"/>
                                  <a:pt x="136" y="471"/>
                                  <a:pt x="137" y="471"/>
                                </a:cubicBezTo>
                                <a:cubicBezTo>
                                  <a:pt x="138" y="471"/>
                                  <a:pt x="138" y="470"/>
                                  <a:pt x="138" y="470"/>
                                </a:cubicBezTo>
                                <a:cubicBezTo>
                                  <a:pt x="136" y="469"/>
                                  <a:pt x="135" y="471"/>
                                  <a:pt x="133" y="470"/>
                                </a:cubicBezTo>
                                <a:cubicBezTo>
                                  <a:pt x="134" y="469"/>
                                  <a:pt x="136" y="470"/>
                                  <a:pt x="136" y="469"/>
                                </a:cubicBezTo>
                                <a:cubicBezTo>
                                  <a:pt x="137" y="468"/>
                                  <a:pt x="138" y="468"/>
                                  <a:pt x="139" y="469"/>
                                </a:cubicBezTo>
                                <a:cubicBezTo>
                                  <a:pt x="139" y="469"/>
                                  <a:pt x="139" y="469"/>
                                  <a:pt x="139" y="470"/>
                                </a:cubicBezTo>
                                <a:cubicBezTo>
                                  <a:pt x="139" y="470"/>
                                  <a:pt x="140" y="470"/>
                                  <a:pt x="140" y="470"/>
                                </a:cubicBezTo>
                                <a:cubicBezTo>
                                  <a:pt x="141" y="470"/>
                                  <a:pt x="142" y="470"/>
                                  <a:pt x="142" y="471"/>
                                </a:cubicBezTo>
                                <a:cubicBezTo>
                                  <a:pt x="142" y="472"/>
                                  <a:pt x="142" y="472"/>
                                  <a:pt x="143" y="472"/>
                                </a:cubicBezTo>
                                <a:cubicBezTo>
                                  <a:pt x="144" y="472"/>
                                  <a:pt x="145" y="471"/>
                                  <a:pt x="146" y="471"/>
                                </a:cubicBezTo>
                                <a:cubicBezTo>
                                  <a:pt x="147" y="471"/>
                                  <a:pt x="148" y="471"/>
                                  <a:pt x="148" y="470"/>
                                </a:cubicBezTo>
                                <a:cubicBezTo>
                                  <a:pt x="145" y="470"/>
                                  <a:pt x="148" y="469"/>
                                  <a:pt x="147" y="468"/>
                                </a:cubicBezTo>
                                <a:cubicBezTo>
                                  <a:pt x="146" y="468"/>
                                  <a:pt x="145" y="468"/>
                                  <a:pt x="146" y="467"/>
                                </a:cubicBezTo>
                                <a:cubicBezTo>
                                  <a:pt x="147" y="465"/>
                                  <a:pt x="147" y="464"/>
                                  <a:pt x="147" y="462"/>
                                </a:cubicBezTo>
                                <a:cubicBezTo>
                                  <a:pt x="147" y="462"/>
                                  <a:pt x="147" y="461"/>
                                  <a:pt x="148" y="461"/>
                                </a:cubicBezTo>
                                <a:cubicBezTo>
                                  <a:pt x="148" y="461"/>
                                  <a:pt x="148" y="461"/>
                                  <a:pt x="149" y="461"/>
                                </a:cubicBezTo>
                                <a:cubicBezTo>
                                  <a:pt x="150" y="462"/>
                                  <a:pt x="151" y="464"/>
                                  <a:pt x="152" y="465"/>
                                </a:cubicBezTo>
                                <a:cubicBezTo>
                                  <a:pt x="152" y="465"/>
                                  <a:pt x="152" y="464"/>
                                  <a:pt x="152" y="464"/>
                                </a:cubicBezTo>
                                <a:cubicBezTo>
                                  <a:pt x="152" y="463"/>
                                  <a:pt x="151" y="463"/>
                                  <a:pt x="152" y="462"/>
                                </a:cubicBezTo>
                                <a:cubicBezTo>
                                  <a:pt x="152" y="461"/>
                                  <a:pt x="151" y="462"/>
                                  <a:pt x="151" y="461"/>
                                </a:cubicBezTo>
                                <a:cubicBezTo>
                                  <a:pt x="152" y="461"/>
                                  <a:pt x="153" y="460"/>
                                  <a:pt x="154" y="461"/>
                                </a:cubicBezTo>
                                <a:cubicBezTo>
                                  <a:pt x="154" y="461"/>
                                  <a:pt x="155" y="461"/>
                                  <a:pt x="155" y="460"/>
                                </a:cubicBezTo>
                                <a:cubicBezTo>
                                  <a:pt x="155" y="460"/>
                                  <a:pt x="156" y="460"/>
                                  <a:pt x="155" y="459"/>
                                </a:cubicBezTo>
                                <a:cubicBezTo>
                                  <a:pt x="154" y="459"/>
                                  <a:pt x="154" y="459"/>
                                  <a:pt x="154" y="458"/>
                                </a:cubicBezTo>
                                <a:cubicBezTo>
                                  <a:pt x="152" y="459"/>
                                  <a:pt x="150" y="459"/>
                                  <a:pt x="148" y="460"/>
                                </a:cubicBezTo>
                                <a:cubicBezTo>
                                  <a:pt x="148" y="460"/>
                                  <a:pt x="147" y="459"/>
                                  <a:pt x="147" y="459"/>
                                </a:cubicBezTo>
                                <a:cubicBezTo>
                                  <a:pt x="148" y="457"/>
                                  <a:pt x="148" y="456"/>
                                  <a:pt x="149" y="454"/>
                                </a:cubicBezTo>
                                <a:cubicBezTo>
                                  <a:pt x="149" y="454"/>
                                  <a:pt x="149" y="454"/>
                                  <a:pt x="149" y="453"/>
                                </a:cubicBezTo>
                                <a:cubicBezTo>
                                  <a:pt x="148" y="451"/>
                                  <a:pt x="149" y="451"/>
                                  <a:pt x="151" y="451"/>
                                </a:cubicBezTo>
                                <a:cubicBezTo>
                                  <a:pt x="151" y="450"/>
                                  <a:pt x="149" y="451"/>
                                  <a:pt x="149" y="450"/>
                                </a:cubicBezTo>
                                <a:cubicBezTo>
                                  <a:pt x="149" y="448"/>
                                  <a:pt x="151" y="448"/>
                                  <a:pt x="153" y="448"/>
                                </a:cubicBezTo>
                                <a:cubicBezTo>
                                  <a:pt x="153" y="448"/>
                                  <a:pt x="153" y="448"/>
                                  <a:pt x="153" y="448"/>
                                </a:cubicBezTo>
                                <a:cubicBezTo>
                                  <a:pt x="152" y="447"/>
                                  <a:pt x="151" y="446"/>
                                  <a:pt x="151" y="445"/>
                                </a:cubicBezTo>
                                <a:cubicBezTo>
                                  <a:pt x="151" y="445"/>
                                  <a:pt x="151" y="444"/>
                                  <a:pt x="152" y="444"/>
                                </a:cubicBezTo>
                                <a:cubicBezTo>
                                  <a:pt x="151" y="444"/>
                                  <a:pt x="150" y="444"/>
                                  <a:pt x="150" y="444"/>
                                </a:cubicBezTo>
                                <a:cubicBezTo>
                                  <a:pt x="148" y="444"/>
                                  <a:pt x="147" y="445"/>
                                  <a:pt x="146" y="444"/>
                                </a:cubicBezTo>
                                <a:cubicBezTo>
                                  <a:pt x="145" y="444"/>
                                  <a:pt x="144" y="444"/>
                                  <a:pt x="144" y="443"/>
                                </a:cubicBezTo>
                                <a:cubicBezTo>
                                  <a:pt x="144" y="443"/>
                                  <a:pt x="144" y="443"/>
                                  <a:pt x="144" y="443"/>
                                </a:cubicBezTo>
                                <a:cubicBezTo>
                                  <a:pt x="141" y="445"/>
                                  <a:pt x="138" y="443"/>
                                  <a:pt x="137" y="440"/>
                                </a:cubicBezTo>
                                <a:cubicBezTo>
                                  <a:pt x="136" y="439"/>
                                  <a:pt x="135" y="438"/>
                                  <a:pt x="133" y="437"/>
                                </a:cubicBezTo>
                                <a:cubicBezTo>
                                  <a:pt x="133" y="437"/>
                                  <a:pt x="133" y="437"/>
                                  <a:pt x="132" y="437"/>
                                </a:cubicBezTo>
                                <a:cubicBezTo>
                                  <a:pt x="131" y="437"/>
                                  <a:pt x="130" y="437"/>
                                  <a:pt x="129" y="437"/>
                                </a:cubicBezTo>
                                <a:cubicBezTo>
                                  <a:pt x="127" y="436"/>
                                  <a:pt x="127" y="435"/>
                                  <a:pt x="126" y="434"/>
                                </a:cubicBezTo>
                                <a:cubicBezTo>
                                  <a:pt x="126" y="433"/>
                                  <a:pt x="126" y="433"/>
                                  <a:pt x="126" y="433"/>
                                </a:cubicBezTo>
                                <a:cubicBezTo>
                                  <a:pt x="123" y="430"/>
                                  <a:pt x="123" y="429"/>
                                  <a:pt x="126" y="428"/>
                                </a:cubicBezTo>
                                <a:cubicBezTo>
                                  <a:pt x="127" y="427"/>
                                  <a:pt x="127" y="427"/>
                                  <a:pt x="128" y="427"/>
                                </a:cubicBezTo>
                                <a:cubicBezTo>
                                  <a:pt x="129" y="429"/>
                                  <a:pt x="132" y="428"/>
                                  <a:pt x="134" y="429"/>
                                </a:cubicBezTo>
                                <a:cubicBezTo>
                                  <a:pt x="135" y="429"/>
                                  <a:pt x="135" y="429"/>
                                  <a:pt x="136" y="429"/>
                                </a:cubicBezTo>
                                <a:cubicBezTo>
                                  <a:pt x="137" y="429"/>
                                  <a:pt x="138" y="431"/>
                                  <a:pt x="139" y="432"/>
                                </a:cubicBezTo>
                                <a:cubicBezTo>
                                  <a:pt x="140" y="432"/>
                                  <a:pt x="140" y="432"/>
                                  <a:pt x="141" y="433"/>
                                </a:cubicBezTo>
                                <a:cubicBezTo>
                                  <a:pt x="143" y="435"/>
                                  <a:pt x="146" y="436"/>
                                  <a:pt x="148" y="437"/>
                                </a:cubicBezTo>
                                <a:cubicBezTo>
                                  <a:pt x="149" y="437"/>
                                  <a:pt x="149" y="437"/>
                                  <a:pt x="149" y="437"/>
                                </a:cubicBezTo>
                                <a:cubicBezTo>
                                  <a:pt x="151" y="437"/>
                                  <a:pt x="149" y="435"/>
                                  <a:pt x="150" y="434"/>
                                </a:cubicBezTo>
                                <a:cubicBezTo>
                                  <a:pt x="149" y="436"/>
                                  <a:pt x="148" y="436"/>
                                  <a:pt x="147" y="434"/>
                                </a:cubicBezTo>
                                <a:cubicBezTo>
                                  <a:pt x="147" y="434"/>
                                  <a:pt x="146" y="434"/>
                                  <a:pt x="146" y="433"/>
                                </a:cubicBezTo>
                                <a:cubicBezTo>
                                  <a:pt x="146" y="433"/>
                                  <a:pt x="146" y="433"/>
                                  <a:pt x="146" y="433"/>
                                </a:cubicBezTo>
                                <a:cubicBezTo>
                                  <a:pt x="147" y="433"/>
                                  <a:pt x="147" y="433"/>
                                  <a:pt x="147" y="434"/>
                                </a:cubicBezTo>
                                <a:cubicBezTo>
                                  <a:pt x="148" y="433"/>
                                  <a:pt x="149" y="434"/>
                                  <a:pt x="148" y="433"/>
                                </a:cubicBezTo>
                                <a:cubicBezTo>
                                  <a:pt x="147" y="431"/>
                                  <a:pt x="149" y="432"/>
                                  <a:pt x="149" y="431"/>
                                </a:cubicBezTo>
                                <a:cubicBezTo>
                                  <a:pt x="149" y="431"/>
                                  <a:pt x="149" y="430"/>
                                  <a:pt x="149" y="430"/>
                                </a:cubicBezTo>
                                <a:cubicBezTo>
                                  <a:pt x="148" y="430"/>
                                  <a:pt x="147" y="431"/>
                                  <a:pt x="147" y="429"/>
                                </a:cubicBezTo>
                                <a:cubicBezTo>
                                  <a:pt x="148" y="429"/>
                                  <a:pt x="149" y="429"/>
                                  <a:pt x="150" y="430"/>
                                </a:cubicBezTo>
                                <a:cubicBezTo>
                                  <a:pt x="149" y="428"/>
                                  <a:pt x="149" y="427"/>
                                  <a:pt x="148" y="426"/>
                                </a:cubicBezTo>
                                <a:cubicBezTo>
                                  <a:pt x="146" y="427"/>
                                  <a:pt x="145" y="426"/>
                                  <a:pt x="143" y="425"/>
                                </a:cubicBezTo>
                                <a:cubicBezTo>
                                  <a:pt x="143" y="425"/>
                                  <a:pt x="142" y="424"/>
                                  <a:pt x="141" y="423"/>
                                </a:cubicBezTo>
                                <a:cubicBezTo>
                                  <a:pt x="143" y="422"/>
                                  <a:pt x="144" y="424"/>
                                  <a:pt x="146" y="424"/>
                                </a:cubicBezTo>
                                <a:cubicBezTo>
                                  <a:pt x="145" y="423"/>
                                  <a:pt x="145" y="422"/>
                                  <a:pt x="145" y="422"/>
                                </a:cubicBezTo>
                                <a:cubicBezTo>
                                  <a:pt x="144" y="422"/>
                                  <a:pt x="143" y="422"/>
                                  <a:pt x="143" y="421"/>
                                </a:cubicBezTo>
                                <a:cubicBezTo>
                                  <a:pt x="142" y="421"/>
                                  <a:pt x="142" y="421"/>
                                  <a:pt x="142" y="421"/>
                                </a:cubicBezTo>
                                <a:cubicBezTo>
                                  <a:pt x="141" y="422"/>
                                  <a:pt x="140" y="422"/>
                                  <a:pt x="140" y="422"/>
                                </a:cubicBezTo>
                                <a:cubicBezTo>
                                  <a:pt x="139" y="421"/>
                                  <a:pt x="140" y="420"/>
                                  <a:pt x="140" y="420"/>
                                </a:cubicBezTo>
                                <a:cubicBezTo>
                                  <a:pt x="140" y="420"/>
                                  <a:pt x="140" y="420"/>
                                  <a:pt x="140" y="420"/>
                                </a:cubicBezTo>
                                <a:cubicBezTo>
                                  <a:pt x="139" y="420"/>
                                  <a:pt x="138" y="420"/>
                                  <a:pt x="138" y="421"/>
                                </a:cubicBezTo>
                                <a:cubicBezTo>
                                  <a:pt x="137" y="421"/>
                                  <a:pt x="137" y="420"/>
                                  <a:pt x="137" y="420"/>
                                </a:cubicBezTo>
                                <a:cubicBezTo>
                                  <a:pt x="136" y="420"/>
                                  <a:pt x="136" y="420"/>
                                  <a:pt x="135" y="420"/>
                                </a:cubicBezTo>
                                <a:cubicBezTo>
                                  <a:pt x="134" y="420"/>
                                  <a:pt x="133" y="420"/>
                                  <a:pt x="133" y="418"/>
                                </a:cubicBezTo>
                                <a:cubicBezTo>
                                  <a:pt x="133" y="417"/>
                                  <a:pt x="134" y="416"/>
                                  <a:pt x="135" y="416"/>
                                </a:cubicBezTo>
                                <a:cubicBezTo>
                                  <a:pt x="135" y="416"/>
                                  <a:pt x="135" y="416"/>
                                  <a:pt x="135" y="416"/>
                                </a:cubicBezTo>
                                <a:cubicBezTo>
                                  <a:pt x="134" y="415"/>
                                  <a:pt x="134" y="415"/>
                                  <a:pt x="135" y="414"/>
                                </a:cubicBezTo>
                                <a:cubicBezTo>
                                  <a:pt x="136" y="413"/>
                                  <a:pt x="137" y="413"/>
                                  <a:pt x="138" y="412"/>
                                </a:cubicBezTo>
                                <a:cubicBezTo>
                                  <a:pt x="138" y="412"/>
                                  <a:pt x="139" y="412"/>
                                  <a:pt x="139" y="412"/>
                                </a:cubicBezTo>
                                <a:cubicBezTo>
                                  <a:pt x="141" y="412"/>
                                  <a:pt x="143" y="411"/>
                                  <a:pt x="143" y="409"/>
                                </a:cubicBezTo>
                                <a:cubicBezTo>
                                  <a:pt x="143" y="408"/>
                                  <a:pt x="143" y="408"/>
                                  <a:pt x="142" y="408"/>
                                </a:cubicBezTo>
                                <a:cubicBezTo>
                                  <a:pt x="142" y="410"/>
                                  <a:pt x="141" y="410"/>
                                  <a:pt x="140" y="411"/>
                                </a:cubicBezTo>
                                <a:cubicBezTo>
                                  <a:pt x="139" y="411"/>
                                  <a:pt x="138" y="411"/>
                                  <a:pt x="137" y="410"/>
                                </a:cubicBezTo>
                                <a:cubicBezTo>
                                  <a:pt x="136" y="409"/>
                                  <a:pt x="136" y="409"/>
                                  <a:pt x="136" y="409"/>
                                </a:cubicBezTo>
                                <a:cubicBezTo>
                                  <a:pt x="135" y="409"/>
                                  <a:pt x="135" y="409"/>
                                  <a:pt x="134" y="409"/>
                                </a:cubicBezTo>
                                <a:cubicBezTo>
                                  <a:pt x="135" y="409"/>
                                  <a:pt x="135" y="409"/>
                                  <a:pt x="135" y="410"/>
                                </a:cubicBezTo>
                                <a:cubicBezTo>
                                  <a:pt x="135" y="410"/>
                                  <a:pt x="135" y="411"/>
                                  <a:pt x="135" y="411"/>
                                </a:cubicBezTo>
                                <a:cubicBezTo>
                                  <a:pt x="134" y="412"/>
                                  <a:pt x="134" y="412"/>
                                  <a:pt x="132" y="412"/>
                                </a:cubicBezTo>
                                <a:cubicBezTo>
                                  <a:pt x="132" y="412"/>
                                  <a:pt x="132" y="411"/>
                                  <a:pt x="132" y="411"/>
                                </a:cubicBezTo>
                                <a:cubicBezTo>
                                  <a:pt x="131" y="408"/>
                                  <a:pt x="133" y="410"/>
                                  <a:pt x="133" y="410"/>
                                </a:cubicBezTo>
                                <a:cubicBezTo>
                                  <a:pt x="133" y="410"/>
                                  <a:pt x="133" y="410"/>
                                  <a:pt x="133" y="410"/>
                                </a:cubicBezTo>
                                <a:cubicBezTo>
                                  <a:pt x="133" y="409"/>
                                  <a:pt x="133" y="409"/>
                                  <a:pt x="133" y="409"/>
                                </a:cubicBezTo>
                                <a:cubicBezTo>
                                  <a:pt x="132" y="408"/>
                                  <a:pt x="133" y="407"/>
                                  <a:pt x="134" y="407"/>
                                </a:cubicBezTo>
                                <a:cubicBezTo>
                                  <a:pt x="135" y="406"/>
                                  <a:pt x="135" y="406"/>
                                  <a:pt x="135" y="404"/>
                                </a:cubicBezTo>
                                <a:cubicBezTo>
                                  <a:pt x="133" y="404"/>
                                  <a:pt x="134" y="407"/>
                                  <a:pt x="132" y="407"/>
                                </a:cubicBezTo>
                                <a:cubicBezTo>
                                  <a:pt x="132" y="407"/>
                                  <a:pt x="132" y="406"/>
                                  <a:pt x="131" y="406"/>
                                </a:cubicBezTo>
                                <a:cubicBezTo>
                                  <a:pt x="131" y="407"/>
                                  <a:pt x="131" y="407"/>
                                  <a:pt x="130" y="407"/>
                                </a:cubicBezTo>
                                <a:cubicBezTo>
                                  <a:pt x="130" y="408"/>
                                  <a:pt x="129" y="408"/>
                                  <a:pt x="129" y="409"/>
                                </a:cubicBezTo>
                                <a:cubicBezTo>
                                  <a:pt x="130" y="411"/>
                                  <a:pt x="128" y="410"/>
                                  <a:pt x="127" y="410"/>
                                </a:cubicBezTo>
                                <a:cubicBezTo>
                                  <a:pt x="129" y="413"/>
                                  <a:pt x="129" y="413"/>
                                  <a:pt x="126" y="415"/>
                                </a:cubicBezTo>
                                <a:cubicBezTo>
                                  <a:pt x="126" y="415"/>
                                  <a:pt x="126" y="415"/>
                                  <a:pt x="126" y="415"/>
                                </a:cubicBezTo>
                                <a:cubicBezTo>
                                  <a:pt x="126" y="415"/>
                                  <a:pt x="126" y="415"/>
                                  <a:pt x="125" y="415"/>
                                </a:cubicBezTo>
                                <a:cubicBezTo>
                                  <a:pt x="125" y="415"/>
                                  <a:pt x="126" y="415"/>
                                  <a:pt x="126" y="415"/>
                                </a:cubicBezTo>
                                <a:cubicBezTo>
                                  <a:pt x="124" y="416"/>
                                  <a:pt x="123" y="417"/>
                                  <a:pt x="121" y="415"/>
                                </a:cubicBezTo>
                                <a:cubicBezTo>
                                  <a:pt x="121" y="415"/>
                                  <a:pt x="121" y="414"/>
                                  <a:pt x="120" y="415"/>
                                </a:cubicBezTo>
                                <a:cubicBezTo>
                                  <a:pt x="119" y="416"/>
                                  <a:pt x="118" y="415"/>
                                  <a:pt x="117" y="414"/>
                                </a:cubicBezTo>
                                <a:cubicBezTo>
                                  <a:pt x="117" y="413"/>
                                  <a:pt x="117" y="411"/>
                                  <a:pt x="115" y="409"/>
                                </a:cubicBezTo>
                                <a:cubicBezTo>
                                  <a:pt x="115" y="409"/>
                                  <a:pt x="115" y="408"/>
                                  <a:pt x="116" y="408"/>
                                </a:cubicBezTo>
                                <a:cubicBezTo>
                                  <a:pt x="117" y="408"/>
                                  <a:pt x="117" y="407"/>
                                  <a:pt x="118" y="407"/>
                                </a:cubicBezTo>
                                <a:cubicBezTo>
                                  <a:pt x="118" y="406"/>
                                  <a:pt x="118" y="406"/>
                                  <a:pt x="119" y="405"/>
                                </a:cubicBezTo>
                                <a:cubicBezTo>
                                  <a:pt x="120" y="404"/>
                                  <a:pt x="121" y="405"/>
                                  <a:pt x="122" y="404"/>
                                </a:cubicBezTo>
                                <a:cubicBezTo>
                                  <a:pt x="122" y="404"/>
                                  <a:pt x="122" y="404"/>
                                  <a:pt x="122" y="404"/>
                                </a:cubicBezTo>
                                <a:cubicBezTo>
                                  <a:pt x="122" y="404"/>
                                  <a:pt x="122" y="403"/>
                                  <a:pt x="122" y="403"/>
                                </a:cubicBezTo>
                                <a:cubicBezTo>
                                  <a:pt x="121" y="404"/>
                                  <a:pt x="120" y="405"/>
                                  <a:pt x="119" y="404"/>
                                </a:cubicBezTo>
                                <a:cubicBezTo>
                                  <a:pt x="118" y="404"/>
                                  <a:pt x="117" y="403"/>
                                  <a:pt x="117" y="402"/>
                                </a:cubicBezTo>
                                <a:cubicBezTo>
                                  <a:pt x="117" y="401"/>
                                  <a:pt x="118" y="400"/>
                                  <a:pt x="119" y="400"/>
                                </a:cubicBezTo>
                                <a:cubicBezTo>
                                  <a:pt x="120" y="399"/>
                                  <a:pt x="121" y="398"/>
                                  <a:pt x="121" y="397"/>
                                </a:cubicBezTo>
                                <a:cubicBezTo>
                                  <a:pt x="121" y="395"/>
                                  <a:pt x="120" y="396"/>
                                  <a:pt x="120" y="397"/>
                                </a:cubicBezTo>
                                <a:cubicBezTo>
                                  <a:pt x="120" y="397"/>
                                  <a:pt x="119" y="398"/>
                                  <a:pt x="119" y="398"/>
                                </a:cubicBezTo>
                                <a:cubicBezTo>
                                  <a:pt x="118" y="398"/>
                                  <a:pt x="118" y="399"/>
                                  <a:pt x="117" y="399"/>
                                </a:cubicBezTo>
                                <a:cubicBezTo>
                                  <a:pt x="116" y="399"/>
                                  <a:pt x="116" y="398"/>
                                  <a:pt x="117" y="398"/>
                                </a:cubicBezTo>
                                <a:cubicBezTo>
                                  <a:pt x="117" y="397"/>
                                  <a:pt x="117" y="396"/>
                                  <a:pt x="118" y="396"/>
                                </a:cubicBezTo>
                                <a:cubicBezTo>
                                  <a:pt x="119" y="396"/>
                                  <a:pt x="119" y="396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4"/>
                                  <a:pt x="119" y="394"/>
                                </a:cubicBezTo>
                                <a:cubicBezTo>
                                  <a:pt x="119" y="394"/>
                                  <a:pt x="119" y="394"/>
                                  <a:pt x="118" y="394"/>
                                </a:cubicBezTo>
                                <a:cubicBezTo>
                                  <a:pt x="117" y="394"/>
                                  <a:pt x="116" y="393"/>
                                  <a:pt x="116" y="393"/>
                                </a:cubicBezTo>
                                <a:cubicBezTo>
                                  <a:pt x="117" y="392"/>
                                  <a:pt x="118" y="391"/>
                                  <a:pt x="119" y="390"/>
                                </a:cubicBezTo>
                                <a:cubicBezTo>
                                  <a:pt x="119" y="390"/>
                                  <a:pt x="119" y="392"/>
                                  <a:pt x="120" y="391"/>
                                </a:cubicBezTo>
                                <a:cubicBezTo>
                                  <a:pt x="120" y="391"/>
                                  <a:pt x="120" y="391"/>
                                  <a:pt x="120" y="391"/>
                                </a:cubicBezTo>
                                <a:cubicBezTo>
                                  <a:pt x="121" y="391"/>
                                  <a:pt x="121" y="391"/>
                                  <a:pt x="121" y="391"/>
                                </a:cubicBezTo>
                                <a:cubicBezTo>
                                  <a:pt x="121" y="390"/>
                                  <a:pt x="121" y="389"/>
                                  <a:pt x="122" y="389"/>
                                </a:cubicBezTo>
                                <a:cubicBezTo>
                                  <a:pt x="122" y="389"/>
                                  <a:pt x="122" y="389"/>
                                  <a:pt x="122" y="389"/>
                                </a:cubicBezTo>
                                <a:cubicBezTo>
                                  <a:pt x="122" y="389"/>
                                  <a:pt x="122" y="389"/>
                                  <a:pt x="122" y="388"/>
                                </a:cubicBezTo>
                                <a:cubicBezTo>
                                  <a:pt x="121" y="388"/>
                                  <a:pt x="121" y="388"/>
                                  <a:pt x="121" y="388"/>
                                </a:cubicBezTo>
                                <a:cubicBezTo>
                                  <a:pt x="120" y="389"/>
                                  <a:pt x="120" y="389"/>
                                  <a:pt x="120" y="387"/>
                                </a:cubicBezTo>
                                <a:cubicBezTo>
                                  <a:pt x="120" y="386"/>
                                  <a:pt x="119" y="387"/>
                                  <a:pt x="119" y="388"/>
                                </a:cubicBezTo>
                                <a:cubicBezTo>
                                  <a:pt x="118" y="389"/>
                                  <a:pt x="118" y="389"/>
                                  <a:pt x="117" y="389"/>
                                </a:cubicBezTo>
                                <a:cubicBezTo>
                                  <a:pt x="115" y="389"/>
                                  <a:pt x="115" y="389"/>
                                  <a:pt x="116" y="387"/>
                                </a:cubicBezTo>
                                <a:cubicBezTo>
                                  <a:pt x="116" y="387"/>
                                  <a:pt x="115" y="386"/>
                                  <a:pt x="114" y="387"/>
                                </a:cubicBezTo>
                                <a:cubicBezTo>
                                  <a:pt x="114" y="388"/>
                                  <a:pt x="113" y="388"/>
                                  <a:pt x="113" y="388"/>
                                </a:cubicBezTo>
                                <a:cubicBezTo>
                                  <a:pt x="112" y="387"/>
                                  <a:pt x="113" y="387"/>
                                  <a:pt x="113" y="386"/>
                                </a:cubicBezTo>
                                <a:cubicBezTo>
                                  <a:pt x="114" y="386"/>
                                  <a:pt x="114" y="385"/>
                                  <a:pt x="115" y="384"/>
                                </a:cubicBezTo>
                                <a:cubicBezTo>
                                  <a:pt x="116" y="386"/>
                                  <a:pt x="117" y="387"/>
                                  <a:pt x="118" y="385"/>
                                </a:cubicBezTo>
                                <a:cubicBezTo>
                                  <a:pt x="119" y="383"/>
                                  <a:pt x="119" y="383"/>
                                  <a:pt x="121" y="385"/>
                                </a:cubicBezTo>
                                <a:cubicBezTo>
                                  <a:pt x="122" y="385"/>
                                  <a:pt x="122" y="385"/>
                                  <a:pt x="123" y="384"/>
                                </a:cubicBezTo>
                                <a:cubicBezTo>
                                  <a:pt x="123" y="383"/>
                                  <a:pt x="123" y="382"/>
                                  <a:pt x="123" y="381"/>
                                </a:cubicBezTo>
                                <a:cubicBezTo>
                                  <a:pt x="122" y="380"/>
                                  <a:pt x="121" y="380"/>
                                  <a:pt x="120" y="380"/>
                                </a:cubicBezTo>
                                <a:cubicBezTo>
                                  <a:pt x="120" y="381"/>
                                  <a:pt x="120" y="383"/>
                                  <a:pt x="118" y="381"/>
                                </a:cubicBezTo>
                                <a:cubicBezTo>
                                  <a:pt x="117" y="382"/>
                                  <a:pt x="117" y="381"/>
                                  <a:pt x="116" y="381"/>
                                </a:cubicBezTo>
                                <a:cubicBezTo>
                                  <a:pt x="116" y="380"/>
                                  <a:pt x="116" y="380"/>
                                  <a:pt x="116" y="380"/>
                                </a:cubicBezTo>
                                <a:cubicBezTo>
                                  <a:pt x="117" y="379"/>
                                  <a:pt x="117" y="379"/>
                                  <a:pt x="118" y="380"/>
                                </a:cubicBezTo>
                                <a:cubicBezTo>
                                  <a:pt x="119" y="379"/>
                                  <a:pt x="117" y="379"/>
                                  <a:pt x="117" y="379"/>
                                </a:cubicBezTo>
                                <a:cubicBezTo>
                                  <a:pt x="117" y="379"/>
                                  <a:pt x="116" y="379"/>
                                  <a:pt x="116" y="378"/>
                                </a:cubicBezTo>
                                <a:cubicBezTo>
                                  <a:pt x="116" y="377"/>
                                  <a:pt x="117" y="378"/>
                                  <a:pt x="118" y="377"/>
                                </a:cubicBezTo>
                                <a:cubicBezTo>
                                  <a:pt x="118" y="376"/>
                                  <a:pt x="119" y="376"/>
                                  <a:pt x="120" y="376"/>
                                </a:cubicBezTo>
                                <a:cubicBezTo>
                                  <a:pt x="120" y="376"/>
                                  <a:pt x="120" y="375"/>
                                  <a:pt x="119" y="375"/>
                                </a:cubicBezTo>
                                <a:cubicBezTo>
                                  <a:pt x="117" y="374"/>
                                  <a:pt x="118" y="373"/>
                                  <a:pt x="119" y="372"/>
                                </a:cubicBezTo>
                                <a:cubicBezTo>
                                  <a:pt x="120" y="369"/>
                                  <a:pt x="118" y="370"/>
                                  <a:pt x="117" y="370"/>
                                </a:cubicBezTo>
                                <a:cubicBezTo>
                                  <a:pt x="117" y="370"/>
                                  <a:pt x="117" y="371"/>
                                  <a:pt x="117" y="371"/>
                                </a:cubicBezTo>
                                <a:cubicBezTo>
                                  <a:pt x="117" y="371"/>
                                  <a:pt x="117" y="372"/>
                                  <a:pt x="117" y="372"/>
                                </a:cubicBezTo>
                                <a:cubicBezTo>
                                  <a:pt x="117" y="372"/>
                                  <a:pt x="118" y="371"/>
                                  <a:pt x="118" y="372"/>
                                </a:cubicBezTo>
                                <a:cubicBezTo>
                                  <a:pt x="118" y="373"/>
                                  <a:pt x="117" y="373"/>
                                  <a:pt x="117" y="373"/>
                                </a:cubicBezTo>
                                <a:cubicBezTo>
                                  <a:pt x="116" y="374"/>
                                  <a:pt x="115" y="374"/>
                                  <a:pt x="115" y="373"/>
                                </a:cubicBezTo>
                                <a:cubicBezTo>
                                  <a:pt x="115" y="373"/>
                                  <a:pt x="115" y="373"/>
                                  <a:pt x="114" y="373"/>
                                </a:cubicBezTo>
                                <a:cubicBezTo>
                                  <a:pt x="114" y="373"/>
                                  <a:pt x="113" y="373"/>
                                  <a:pt x="113" y="372"/>
                                </a:cubicBezTo>
                                <a:cubicBezTo>
                                  <a:pt x="113" y="371"/>
                                  <a:pt x="114" y="371"/>
                                  <a:pt x="114" y="371"/>
                                </a:cubicBezTo>
                                <a:cubicBezTo>
                                  <a:pt x="115" y="372"/>
                                  <a:pt x="115" y="371"/>
                                  <a:pt x="116" y="371"/>
                                </a:cubicBezTo>
                                <a:cubicBezTo>
                                  <a:pt x="116" y="370"/>
                                  <a:pt x="115" y="369"/>
                                  <a:pt x="115" y="368"/>
                                </a:cubicBezTo>
                                <a:cubicBezTo>
                                  <a:pt x="116" y="368"/>
                                  <a:pt x="116" y="369"/>
                                  <a:pt x="117" y="369"/>
                                </a:cubicBezTo>
                                <a:cubicBezTo>
                                  <a:pt x="118" y="368"/>
                                  <a:pt x="116" y="367"/>
                                  <a:pt x="116" y="366"/>
                                </a:cubicBezTo>
                                <a:cubicBezTo>
                                  <a:pt x="115" y="365"/>
                                  <a:pt x="114" y="365"/>
                                  <a:pt x="114" y="364"/>
                                </a:cubicBezTo>
                                <a:cubicBezTo>
                                  <a:pt x="114" y="363"/>
                                  <a:pt x="115" y="362"/>
                                  <a:pt x="115" y="361"/>
                                </a:cubicBezTo>
                                <a:cubicBezTo>
                                  <a:pt x="117" y="361"/>
                                  <a:pt x="117" y="360"/>
                                  <a:pt x="116" y="359"/>
                                </a:cubicBezTo>
                                <a:cubicBezTo>
                                  <a:pt x="114" y="358"/>
                                  <a:pt x="113" y="356"/>
                                  <a:pt x="112" y="355"/>
                                </a:cubicBezTo>
                                <a:cubicBezTo>
                                  <a:pt x="112" y="354"/>
                                  <a:pt x="112" y="353"/>
                                  <a:pt x="113" y="352"/>
                                </a:cubicBezTo>
                                <a:cubicBezTo>
                                  <a:pt x="113" y="352"/>
                                  <a:pt x="114" y="351"/>
                                  <a:pt x="112" y="350"/>
                                </a:cubicBezTo>
                                <a:cubicBezTo>
                                  <a:pt x="111" y="353"/>
                                  <a:pt x="109" y="354"/>
                                  <a:pt x="106" y="354"/>
                                </a:cubicBezTo>
                                <a:cubicBezTo>
                                  <a:pt x="107" y="353"/>
                                  <a:pt x="108" y="352"/>
                                  <a:pt x="109" y="352"/>
                                </a:cubicBezTo>
                                <a:cubicBezTo>
                                  <a:pt x="111" y="351"/>
                                  <a:pt x="112" y="350"/>
                                  <a:pt x="110" y="348"/>
                                </a:cubicBezTo>
                                <a:cubicBezTo>
                                  <a:pt x="111" y="348"/>
                                  <a:pt x="112" y="348"/>
                                  <a:pt x="112" y="348"/>
                                </a:cubicBezTo>
                                <a:cubicBezTo>
                                  <a:pt x="113" y="348"/>
                                  <a:pt x="113" y="347"/>
                                  <a:pt x="112" y="346"/>
                                </a:cubicBezTo>
                                <a:cubicBezTo>
                                  <a:pt x="112" y="346"/>
                                  <a:pt x="112" y="346"/>
                                  <a:pt x="112" y="346"/>
                                </a:cubicBezTo>
                                <a:cubicBezTo>
                                  <a:pt x="111" y="347"/>
                                  <a:pt x="110" y="347"/>
                                  <a:pt x="110" y="346"/>
                                </a:cubicBezTo>
                                <a:cubicBezTo>
                                  <a:pt x="109" y="345"/>
                                  <a:pt x="111" y="346"/>
                                  <a:pt x="111" y="345"/>
                                </a:cubicBezTo>
                                <a:cubicBezTo>
                                  <a:pt x="110" y="345"/>
                                  <a:pt x="109" y="345"/>
                                  <a:pt x="108" y="344"/>
                                </a:cubicBezTo>
                                <a:cubicBezTo>
                                  <a:pt x="107" y="345"/>
                                  <a:pt x="106" y="345"/>
                                  <a:pt x="104" y="344"/>
                                </a:cubicBezTo>
                                <a:cubicBezTo>
                                  <a:pt x="106" y="344"/>
                                  <a:pt x="108" y="343"/>
                                  <a:pt x="109" y="343"/>
                                </a:cubicBezTo>
                                <a:cubicBezTo>
                                  <a:pt x="110" y="343"/>
                                  <a:pt x="111" y="344"/>
                                  <a:pt x="112" y="344"/>
                                </a:cubicBezTo>
                                <a:cubicBezTo>
                                  <a:pt x="113" y="344"/>
                                  <a:pt x="113" y="344"/>
                                  <a:pt x="113" y="344"/>
                                </a:cubicBezTo>
                                <a:cubicBezTo>
                                  <a:pt x="112" y="343"/>
                                  <a:pt x="110" y="343"/>
                                  <a:pt x="111" y="341"/>
                                </a:cubicBezTo>
                                <a:cubicBezTo>
                                  <a:pt x="110" y="341"/>
                                  <a:pt x="109" y="340"/>
                                  <a:pt x="108" y="339"/>
                                </a:cubicBezTo>
                                <a:cubicBezTo>
                                  <a:pt x="107" y="339"/>
                                  <a:pt x="106" y="338"/>
                                  <a:pt x="107" y="337"/>
                                </a:cubicBezTo>
                                <a:cubicBezTo>
                                  <a:pt x="108" y="337"/>
                                  <a:pt x="108" y="336"/>
                                  <a:pt x="108" y="335"/>
                                </a:cubicBezTo>
                                <a:cubicBezTo>
                                  <a:pt x="107" y="334"/>
                                  <a:pt x="106" y="334"/>
                                  <a:pt x="106" y="334"/>
                                </a:cubicBezTo>
                                <a:cubicBezTo>
                                  <a:pt x="105" y="333"/>
                                  <a:pt x="103" y="332"/>
                                  <a:pt x="102" y="331"/>
                                </a:cubicBezTo>
                                <a:cubicBezTo>
                                  <a:pt x="101" y="330"/>
                                  <a:pt x="100" y="330"/>
                                  <a:pt x="100" y="329"/>
                                </a:cubicBezTo>
                                <a:cubicBezTo>
                                  <a:pt x="101" y="328"/>
                                  <a:pt x="102" y="327"/>
                                  <a:pt x="99" y="326"/>
                                </a:cubicBezTo>
                                <a:cubicBezTo>
                                  <a:pt x="98" y="326"/>
                                  <a:pt x="98" y="323"/>
                                  <a:pt x="98" y="322"/>
                                </a:cubicBezTo>
                                <a:cubicBezTo>
                                  <a:pt x="98" y="322"/>
                                  <a:pt x="97" y="322"/>
                                  <a:pt x="97" y="322"/>
                                </a:cubicBezTo>
                                <a:cubicBezTo>
                                  <a:pt x="96" y="322"/>
                                  <a:pt x="97" y="321"/>
                                  <a:pt x="97" y="321"/>
                                </a:cubicBezTo>
                                <a:cubicBezTo>
                                  <a:pt x="98" y="320"/>
                                  <a:pt x="98" y="320"/>
                                  <a:pt x="99" y="320"/>
                                </a:cubicBezTo>
                                <a:cubicBezTo>
                                  <a:pt x="99" y="320"/>
                                  <a:pt x="99" y="320"/>
                                  <a:pt x="99" y="320"/>
                                </a:cubicBezTo>
                                <a:cubicBezTo>
                                  <a:pt x="99" y="319"/>
                                  <a:pt x="99" y="318"/>
                                  <a:pt x="100" y="318"/>
                                </a:cubicBezTo>
                                <a:cubicBezTo>
                                  <a:pt x="99" y="317"/>
                                  <a:pt x="97" y="317"/>
                                  <a:pt x="98" y="315"/>
                                </a:cubicBezTo>
                                <a:cubicBezTo>
                                  <a:pt x="97" y="315"/>
                                  <a:pt x="98" y="310"/>
                                  <a:pt x="95" y="313"/>
                                </a:cubicBezTo>
                                <a:cubicBezTo>
                                  <a:pt x="94" y="313"/>
                                  <a:pt x="92" y="311"/>
                                  <a:pt x="93" y="310"/>
                                </a:cubicBezTo>
                                <a:cubicBezTo>
                                  <a:pt x="93" y="309"/>
                                  <a:pt x="93" y="309"/>
                                  <a:pt x="93" y="308"/>
                                </a:cubicBezTo>
                                <a:cubicBezTo>
                                  <a:pt x="92" y="308"/>
                                  <a:pt x="92" y="308"/>
                                  <a:pt x="91" y="308"/>
                                </a:cubicBezTo>
                                <a:cubicBezTo>
                                  <a:pt x="90" y="310"/>
                                  <a:pt x="90" y="309"/>
                                  <a:pt x="89" y="308"/>
                                </a:cubicBezTo>
                                <a:cubicBezTo>
                                  <a:pt x="86" y="304"/>
                                  <a:pt x="82" y="301"/>
                                  <a:pt x="77" y="300"/>
                                </a:cubicBezTo>
                                <a:cubicBezTo>
                                  <a:pt x="75" y="299"/>
                                  <a:pt x="73" y="299"/>
                                  <a:pt x="73" y="297"/>
                                </a:cubicBezTo>
                                <a:cubicBezTo>
                                  <a:pt x="73" y="297"/>
                                  <a:pt x="72" y="297"/>
                                  <a:pt x="72" y="297"/>
                                </a:cubicBezTo>
                                <a:cubicBezTo>
                                  <a:pt x="71" y="298"/>
                                  <a:pt x="69" y="297"/>
                                  <a:pt x="68" y="298"/>
                                </a:cubicBezTo>
                                <a:cubicBezTo>
                                  <a:pt x="69" y="295"/>
                                  <a:pt x="66" y="296"/>
                                  <a:pt x="65" y="295"/>
                                </a:cubicBezTo>
                                <a:cubicBezTo>
                                  <a:pt x="63" y="297"/>
                                  <a:pt x="63" y="300"/>
                                  <a:pt x="60" y="302"/>
                                </a:cubicBezTo>
                                <a:cubicBezTo>
                                  <a:pt x="60" y="300"/>
                                  <a:pt x="58" y="298"/>
                                  <a:pt x="59" y="296"/>
                                </a:cubicBezTo>
                                <a:cubicBezTo>
                                  <a:pt x="59" y="296"/>
                                  <a:pt x="59" y="295"/>
                                  <a:pt x="59" y="295"/>
                                </a:cubicBezTo>
                                <a:cubicBezTo>
                                  <a:pt x="58" y="295"/>
                                  <a:pt x="58" y="296"/>
                                  <a:pt x="58" y="296"/>
                                </a:cubicBezTo>
                                <a:cubicBezTo>
                                  <a:pt x="59" y="298"/>
                                  <a:pt x="55" y="298"/>
                                  <a:pt x="56" y="300"/>
                                </a:cubicBezTo>
                                <a:cubicBezTo>
                                  <a:pt x="55" y="300"/>
                                  <a:pt x="54" y="300"/>
                                  <a:pt x="53" y="300"/>
                                </a:cubicBezTo>
                                <a:cubicBezTo>
                                  <a:pt x="52" y="301"/>
                                  <a:pt x="51" y="301"/>
                                  <a:pt x="52" y="302"/>
                                </a:cubicBezTo>
                                <a:cubicBezTo>
                                  <a:pt x="52" y="303"/>
                                  <a:pt x="52" y="305"/>
                                  <a:pt x="50" y="304"/>
                                </a:cubicBezTo>
                                <a:cubicBezTo>
                                  <a:pt x="49" y="304"/>
                                  <a:pt x="48" y="303"/>
                                  <a:pt x="48" y="301"/>
                                </a:cubicBezTo>
                                <a:cubicBezTo>
                                  <a:pt x="48" y="301"/>
                                  <a:pt x="49" y="300"/>
                                  <a:pt x="49" y="300"/>
                                </a:cubicBezTo>
                                <a:cubicBezTo>
                                  <a:pt x="49" y="299"/>
                                  <a:pt x="51" y="298"/>
                                  <a:pt x="49" y="297"/>
                                </a:cubicBezTo>
                                <a:cubicBezTo>
                                  <a:pt x="47" y="297"/>
                                  <a:pt x="46" y="297"/>
                                  <a:pt x="45" y="299"/>
                                </a:cubicBezTo>
                                <a:cubicBezTo>
                                  <a:pt x="45" y="299"/>
                                  <a:pt x="45" y="300"/>
                                  <a:pt x="45" y="301"/>
                                </a:cubicBezTo>
                                <a:cubicBezTo>
                                  <a:pt x="45" y="301"/>
                                  <a:pt x="45" y="302"/>
                                  <a:pt x="44" y="302"/>
                                </a:cubicBezTo>
                                <a:cubicBezTo>
                                  <a:pt x="43" y="302"/>
                                  <a:pt x="43" y="301"/>
                                  <a:pt x="43" y="301"/>
                                </a:cubicBezTo>
                                <a:cubicBezTo>
                                  <a:pt x="42" y="300"/>
                                  <a:pt x="43" y="299"/>
                                  <a:pt x="42" y="299"/>
                                </a:cubicBezTo>
                                <a:cubicBezTo>
                                  <a:pt x="41" y="298"/>
                                  <a:pt x="41" y="297"/>
                                  <a:pt x="40" y="298"/>
                                </a:cubicBezTo>
                                <a:cubicBezTo>
                                  <a:pt x="39" y="299"/>
                                  <a:pt x="38" y="300"/>
                                  <a:pt x="39" y="301"/>
                                </a:cubicBezTo>
                                <a:cubicBezTo>
                                  <a:pt x="41" y="302"/>
                                  <a:pt x="40" y="304"/>
                                  <a:pt x="43" y="304"/>
                                </a:cubicBezTo>
                                <a:cubicBezTo>
                                  <a:pt x="37" y="305"/>
                                  <a:pt x="31" y="303"/>
                                  <a:pt x="27" y="298"/>
                                </a:cubicBezTo>
                                <a:cubicBezTo>
                                  <a:pt x="26" y="297"/>
                                  <a:pt x="25" y="296"/>
                                  <a:pt x="24" y="296"/>
                                </a:cubicBezTo>
                                <a:cubicBezTo>
                                  <a:pt x="22" y="294"/>
                                  <a:pt x="22" y="293"/>
                                  <a:pt x="25" y="292"/>
                                </a:cubicBezTo>
                                <a:cubicBezTo>
                                  <a:pt x="25" y="292"/>
                                  <a:pt x="26" y="292"/>
                                  <a:pt x="26" y="292"/>
                                </a:cubicBezTo>
                                <a:cubicBezTo>
                                  <a:pt x="27" y="289"/>
                                  <a:pt x="29" y="288"/>
                                  <a:pt x="32" y="288"/>
                                </a:cubicBezTo>
                                <a:cubicBezTo>
                                  <a:pt x="33" y="288"/>
                                  <a:pt x="34" y="288"/>
                                  <a:pt x="33" y="286"/>
                                </a:cubicBezTo>
                                <a:cubicBezTo>
                                  <a:pt x="33" y="286"/>
                                  <a:pt x="34" y="286"/>
                                  <a:pt x="34" y="285"/>
                                </a:cubicBezTo>
                                <a:cubicBezTo>
                                  <a:pt x="33" y="285"/>
                                  <a:pt x="33" y="285"/>
                                  <a:pt x="32" y="285"/>
                                </a:cubicBezTo>
                                <a:cubicBezTo>
                                  <a:pt x="29" y="286"/>
                                  <a:pt x="26" y="286"/>
                                  <a:pt x="23" y="284"/>
                                </a:cubicBezTo>
                                <a:cubicBezTo>
                                  <a:pt x="23" y="284"/>
                                  <a:pt x="23" y="284"/>
                                  <a:pt x="23" y="284"/>
                                </a:cubicBezTo>
                                <a:cubicBezTo>
                                  <a:pt x="20" y="283"/>
                                  <a:pt x="20" y="282"/>
                                  <a:pt x="21" y="280"/>
                                </a:cubicBezTo>
                                <a:cubicBezTo>
                                  <a:pt x="21" y="279"/>
                                  <a:pt x="21" y="279"/>
                                  <a:pt x="21" y="278"/>
                                </a:cubicBezTo>
                                <a:cubicBezTo>
                                  <a:pt x="19" y="279"/>
                                  <a:pt x="19" y="282"/>
                                  <a:pt x="17" y="282"/>
                                </a:cubicBezTo>
                                <a:cubicBezTo>
                                  <a:pt x="16" y="282"/>
                                  <a:pt x="16" y="282"/>
                                  <a:pt x="16" y="281"/>
                                </a:cubicBezTo>
                                <a:cubicBezTo>
                                  <a:pt x="15" y="281"/>
                                  <a:pt x="15" y="281"/>
                                  <a:pt x="15" y="280"/>
                                </a:cubicBezTo>
                                <a:cubicBezTo>
                                  <a:pt x="14" y="280"/>
                                  <a:pt x="13" y="280"/>
                                  <a:pt x="15" y="279"/>
                                </a:cubicBezTo>
                                <a:cubicBezTo>
                                  <a:pt x="16" y="278"/>
                                  <a:pt x="14" y="278"/>
                                  <a:pt x="14" y="278"/>
                                </a:cubicBezTo>
                                <a:cubicBezTo>
                                  <a:pt x="14" y="277"/>
                                  <a:pt x="14" y="277"/>
                                  <a:pt x="13" y="277"/>
                                </a:cubicBezTo>
                                <a:cubicBezTo>
                                  <a:pt x="13" y="277"/>
                                  <a:pt x="13" y="277"/>
                                  <a:pt x="13" y="277"/>
                                </a:cubicBezTo>
                                <a:cubicBezTo>
                                  <a:pt x="12" y="276"/>
                                  <a:pt x="13" y="274"/>
                                  <a:pt x="12" y="273"/>
                                </a:cubicBezTo>
                                <a:cubicBezTo>
                                  <a:pt x="12" y="272"/>
                                  <a:pt x="13" y="271"/>
                                  <a:pt x="14" y="272"/>
                                </a:cubicBezTo>
                                <a:cubicBezTo>
                                  <a:pt x="14" y="272"/>
                                  <a:pt x="15" y="272"/>
                                  <a:pt x="15" y="272"/>
                                </a:cubicBezTo>
                                <a:cubicBezTo>
                                  <a:pt x="14" y="270"/>
                                  <a:pt x="15" y="270"/>
                                  <a:pt x="16" y="270"/>
                                </a:cubicBezTo>
                                <a:cubicBezTo>
                                  <a:pt x="16" y="270"/>
                                  <a:pt x="17" y="270"/>
                                  <a:pt x="17" y="269"/>
                                </a:cubicBezTo>
                                <a:cubicBezTo>
                                  <a:pt x="21" y="268"/>
                                  <a:pt x="24" y="270"/>
                                  <a:pt x="28" y="271"/>
                                </a:cubicBezTo>
                                <a:cubicBezTo>
                                  <a:pt x="29" y="271"/>
                                  <a:pt x="31" y="271"/>
                                  <a:pt x="32" y="271"/>
                                </a:cubicBezTo>
                                <a:cubicBezTo>
                                  <a:pt x="32" y="271"/>
                                  <a:pt x="32" y="271"/>
                                  <a:pt x="33" y="271"/>
                                </a:cubicBezTo>
                                <a:cubicBezTo>
                                  <a:pt x="33" y="271"/>
                                  <a:pt x="33" y="271"/>
                                  <a:pt x="33" y="271"/>
                                </a:cubicBezTo>
                                <a:cubicBezTo>
                                  <a:pt x="33" y="270"/>
                                  <a:pt x="32" y="270"/>
                                  <a:pt x="31" y="270"/>
                                </a:cubicBezTo>
                                <a:cubicBezTo>
                                  <a:pt x="30" y="270"/>
                                  <a:pt x="28" y="269"/>
                                  <a:pt x="27" y="268"/>
                                </a:cubicBezTo>
                                <a:cubicBezTo>
                                  <a:pt x="26" y="268"/>
                                  <a:pt x="27" y="268"/>
                                  <a:pt x="27" y="268"/>
                                </a:cubicBezTo>
                                <a:cubicBezTo>
                                  <a:pt x="28" y="267"/>
                                  <a:pt x="29" y="265"/>
                                  <a:pt x="31" y="265"/>
                                </a:cubicBezTo>
                                <a:cubicBezTo>
                                  <a:pt x="32" y="264"/>
                                  <a:pt x="34" y="265"/>
                                  <a:pt x="36" y="265"/>
                                </a:cubicBezTo>
                                <a:cubicBezTo>
                                  <a:pt x="38" y="263"/>
                                  <a:pt x="40" y="265"/>
                                  <a:pt x="42" y="266"/>
                                </a:cubicBezTo>
                                <a:cubicBezTo>
                                  <a:pt x="43" y="266"/>
                                  <a:pt x="43" y="268"/>
                                  <a:pt x="45" y="268"/>
                                </a:cubicBezTo>
                                <a:cubicBezTo>
                                  <a:pt x="45" y="267"/>
                                  <a:pt x="45" y="267"/>
                                  <a:pt x="44" y="266"/>
                                </a:cubicBezTo>
                                <a:cubicBezTo>
                                  <a:pt x="43" y="266"/>
                                  <a:pt x="43" y="265"/>
                                  <a:pt x="43" y="264"/>
                                </a:cubicBezTo>
                                <a:cubicBezTo>
                                  <a:pt x="43" y="263"/>
                                  <a:pt x="45" y="263"/>
                                  <a:pt x="45" y="263"/>
                                </a:cubicBezTo>
                                <a:cubicBezTo>
                                  <a:pt x="46" y="263"/>
                                  <a:pt x="46" y="263"/>
                                  <a:pt x="47" y="262"/>
                                </a:cubicBezTo>
                                <a:cubicBezTo>
                                  <a:pt x="47" y="260"/>
                                  <a:pt x="44" y="255"/>
                                  <a:pt x="41" y="255"/>
                                </a:cubicBezTo>
                                <a:cubicBezTo>
                                  <a:pt x="40" y="255"/>
                                  <a:pt x="39" y="255"/>
                                  <a:pt x="40" y="257"/>
                                </a:cubicBezTo>
                                <a:cubicBezTo>
                                  <a:pt x="39" y="258"/>
                                  <a:pt x="38" y="260"/>
                                  <a:pt x="36" y="260"/>
                                </a:cubicBezTo>
                                <a:cubicBezTo>
                                  <a:pt x="34" y="261"/>
                                  <a:pt x="33" y="261"/>
                                  <a:pt x="31" y="260"/>
                                </a:cubicBezTo>
                                <a:cubicBezTo>
                                  <a:pt x="31" y="259"/>
                                  <a:pt x="30" y="258"/>
                                  <a:pt x="30" y="257"/>
                                </a:cubicBezTo>
                                <a:cubicBezTo>
                                  <a:pt x="30" y="256"/>
                                  <a:pt x="29" y="256"/>
                                  <a:pt x="28" y="256"/>
                                </a:cubicBezTo>
                                <a:cubicBezTo>
                                  <a:pt x="29" y="257"/>
                                  <a:pt x="30" y="258"/>
                                  <a:pt x="30" y="260"/>
                                </a:cubicBezTo>
                                <a:cubicBezTo>
                                  <a:pt x="28" y="262"/>
                                  <a:pt x="26" y="263"/>
                                  <a:pt x="23" y="261"/>
                                </a:cubicBezTo>
                                <a:cubicBezTo>
                                  <a:pt x="22" y="260"/>
                                  <a:pt x="21" y="260"/>
                                  <a:pt x="20" y="260"/>
                                </a:cubicBezTo>
                                <a:cubicBezTo>
                                  <a:pt x="20" y="260"/>
                                  <a:pt x="19" y="260"/>
                                  <a:pt x="19" y="259"/>
                                </a:cubicBezTo>
                                <a:cubicBezTo>
                                  <a:pt x="19" y="258"/>
                                  <a:pt x="19" y="258"/>
                                  <a:pt x="20" y="258"/>
                                </a:cubicBezTo>
                                <a:cubicBezTo>
                                  <a:pt x="21" y="257"/>
                                  <a:pt x="21" y="257"/>
                                  <a:pt x="22" y="257"/>
                                </a:cubicBezTo>
                                <a:cubicBezTo>
                                  <a:pt x="22" y="256"/>
                                  <a:pt x="23" y="256"/>
                                  <a:pt x="24" y="255"/>
                                </a:cubicBezTo>
                                <a:cubicBezTo>
                                  <a:pt x="24" y="255"/>
                                  <a:pt x="24" y="254"/>
                                  <a:pt x="24" y="254"/>
                                </a:cubicBezTo>
                                <a:cubicBezTo>
                                  <a:pt x="22" y="254"/>
                                  <a:pt x="21" y="255"/>
                                  <a:pt x="19" y="255"/>
                                </a:cubicBezTo>
                                <a:cubicBezTo>
                                  <a:pt x="17" y="256"/>
                                  <a:pt x="16" y="255"/>
                                  <a:pt x="17" y="254"/>
                                </a:cubicBezTo>
                                <a:cubicBezTo>
                                  <a:pt x="18" y="252"/>
                                  <a:pt x="19" y="251"/>
                                  <a:pt x="21" y="250"/>
                                </a:cubicBezTo>
                                <a:cubicBezTo>
                                  <a:pt x="21" y="250"/>
                                  <a:pt x="21" y="249"/>
                                  <a:pt x="20" y="249"/>
                                </a:cubicBezTo>
                                <a:cubicBezTo>
                                  <a:pt x="18" y="249"/>
                                  <a:pt x="17" y="251"/>
                                  <a:pt x="16" y="252"/>
                                </a:cubicBezTo>
                                <a:cubicBezTo>
                                  <a:pt x="15" y="252"/>
                                  <a:pt x="14" y="252"/>
                                  <a:pt x="14" y="253"/>
                                </a:cubicBezTo>
                                <a:cubicBezTo>
                                  <a:pt x="13" y="253"/>
                                  <a:pt x="12" y="253"/>
                                  <a:pt x="11" y="252"/>
                                </a:cubicBezTo>
                                <a:cubicBezTo>
                                  <a:pt x="10" y="251"/>
                                  <a:pt x="11" y="251"/>
                                  <a:pt x="12" y="250"/>
                                </a:cubicBezTo>
                                <a:cubicBezTo>
                                  <a:pt x="12" y="250"/>
                                  <a:pt x="12" y="249"/>
                                  <a:pt x="12" y="249"/>
                                </a:cubicBezTo>
                                <a:cubicBezTo>
                                  <a:pt x="12" y="249"/>
                                  <a:pt x="12" y="249"/>
                                  <a:pt x="11" y="249"/>
                                </a:cubicBezTo>
                                <a:cubicBezTo>
                                  <a:pt x="10" y="250"/>
                                  <a:pt x="9" y="249"/>
                                  <a:pt x="9" y="248"/>
                                </a:cubicBezTo>
                                <a:cubicBezTo>
                                  <a:pt x="6" y="248"/>
                                  <a:pt x="5" y="247"/>
                                  <a:pt x="5" y="244"/>
                                </a:cubicBezTo>
                                <a:cubicBezTo>
                                  <a:pt x="5" y="242"/>
                                  <a:pt x="3" y="244"/>
                                  <a:pt x="2" y="242"/>
                                </a:cubicBezTo>
                                <a:cubicBezTo>
                                  <a:pt x="1" y="242"/>
                                  <a:pt x="0" y="241"/>
                                  <a:pt x="0" y="240"/>
                                </a:cubicBezTo>
                                <a:cubicBezTo>
                                  <a:pt x="0" y="237"/>
                                  <a:pt x="0" y="235"/>
                                  <a:pt x="1" y="233"/>
                                </a:cubicBezTo>
                                <a:cubicBezTo>
                                  <a:pt x="1" y="231"/>
                                  <a:pt x="2" y="230"/>
                                  <a:pt x="2" y="228"/>
                                </a:cubicBezTo>
                                <a:cubicBezTo>
                                  <a:pt x="4" y="227"/>
                                  <a:pt x="6" y="227"/>
                                  <a:pt x="7" y="227"/>
                                </a:cubicBezTo>
                                <a:cubicBezTo>
                                  <a:pt x="8" y="226"/>
                                  <a:pt x="9" y="226"/>
                                  <a:pt x="10" y="225"/>
                                </a:cubicBezTo>
                                <a:cubicBezTo>
                                  <a:pt x="11" y="224"/>
                                  <a:pt x="12" y="224"/>
                                  <a:pt x="13" y="224"/>
                                </a:cubicBezTo>
                                <a:cubicBezTo>
                                  <a:pt x="14" y="224"/>
                                  <a:pt x="15" y="224"/>
                                  <a:pt x="15" y="224"/>
                                </a:cubicBezTo>
                                <a:cubicBezTo>
                                  <a:pt x="16" y="221"/>
                                  <a:pt x="19" y="221"/>
                                  <a:pt x="21" y="219"/>
                                </a:cubicBezTo>
                                <a:cubicBezTo>
                                  <a:pt x="21" y="219"/>
                                  <a:pt x="22" y="218"/>
                                  <a:pt x="22" y="218"/>
                                </a:cubicBezTo>
                                <a:cubicBezTo>
                                  <a:pt x="24" y="219"/>
                                  <a:pt x="26" y="217"/>
                                  <a:pt x="27" y="216"/>
                                </a:cubicBezTo>
                                <a:cubicBezTo>
                                  <a:pt x="28" y="216"/>
                                  <a:pt x="28" y="215"/>
                                  <a:pt x="27" y="215"/>
                                </a:cubicBezTo>
                                <a:cubicBezTo>
                                  <a:pt x="26" y="214"/>
                                  <a:pt x="26" y="214"/>
                                  <a:pt x="27" y="213"/>
                                </a:cubicBezTo>
                                <a:cubicBezTo>
                                  <a:pt x="29" y="211"/>
                                  <a:pt x="31" y="209"/>
                                  <a:pt x="34" y="209"/>
                                </a:cubicBezTo>
                                <a:cubicBezTo>
                                  <a:pt x="35" y="209"/>
                                  <a:pt x="36" y="208"/>
                                  <a:pt x="37" y="208"/>
                                </a:cubicBezTo>
                                <a:cubicBezTo>
                                  <a:pt x="39" y="206"/>
                                  <a:pt x="42" y="205"/>
                                  <a:pt x="44" y="207"/>
                                </a:cubicBezTo>
                                <a:cubicBezTo>
                                  <a:pt x="45" y="207"/>
                                  <a:pt x="45" y="208"/>
                                  <a:pt x="46" y="208"/>
                                </a:cubicBezTo>
                                <a:cubicBezTo>
                                  <a:pt x="47" y="207"/>
                                  <a:pt x="48" y="206"/>
                                  <a:pt x="48" y="205"/>
                                </a:cubicBezTo>
                                <a:cubicBezTo>
                                  <a:pt x="51" y="201"/>
                                  <a:pt x="53" y="197"/>
                                  <a:pt x="55" y="193"/>
                                </a:cubicBezTo>
                                <a:cubicBezTo>
                                  <a:pt x="55" y="192"/>
                                  <a:pt x="55" y="190"/>
                                  <a:pt x="55" y="189"/>
                                </a:cubicBezTo>
                                <a:cubicBezTo>
                                  <a:pt x="54" y="187"/>
                                  <a:pt x="55" y="185"/>
                                  <a:pt x="54" y="184"/>
                                </a:cubicBezTo>
                                <a:cubicBezTo>
                                  <a:pt x="53" y="181"/>
                                  <a:pt x="54" y="178"/>
                                  <a:pt x="54" y="176"/>
                                </a:cubicBezTo>
                                <a:cubicBezTo>
                                  <a:pt x="54" y="175"/>
                                  <a:pt x="54" y="175"/>
                                  <a:pt x="54" y="175"/>
                                </a:cubicBezTo>
                                <a:cubicBezTo>
                                  <a:pt x="54" y="174"/>
                                  <a:pt x="56" y="175"/>
                                  <a:pt x="57" y="174"/>
                                </a:cubicBezTo>
                                <a:cubicBezTo>
                                  <a:pt x="58" y="173"/>
                                  <a:pt x="60" y="173"/>
                                  <a:pt x="60" y="171"/>
                                </a:cubicBezTo>
                                <a:cubicBezTo>
                                  <a:pt x="61" y="170"/>
                                  <a:pt x="61" y="170"/>
                                  <a:pt x="62" y="170"/>
                                </a:cubicBezTo>
                                <a:cubicBezTo>
                                  <a:pt x="61" y="169"/>
                                  <a:pt x="60" y="169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59" y="167"/>
                                </a:cubicBezTo>
                                <a:cubicBezTo>
                                  <a:pt x="60" y="169"/>
                                  <a:pt x="59" y="171"/>
                                  <a:pt x="58" y="172"/>
                                </a:cubicBezTo>
                                <a:cubicBezTo>
                                  <a:pt x="57" y="173"/>
                                  <a:pt x="55" y="173"/>
                                  <a:pt x="53" y="172"/>
                                </a:cubicBezTo>
                                <a:cubicBezTo>
                                  <a:pt x="52" y="171"/>
                                  <a:pt x="52" y="172"/>
                                  <a:pt x="51" y="173"/>
                                </a:cubicBezTo>
                                <a:cubicBezTo>
                                  <a:pt x="50" y="174"/>
                                  <a:pt x="48" y="175"/>
                                  <a:pt x="47" y="174"/>
                                </a:cubicBezTo>
                                <a:cubicBezTo>
                                  <a:pt x="46" y="173"/>
                                  <a:pt x="46" y="171"/>
                                  <a:pt x="45" y="171"/>
                                </a:cubicBezTo>
                                <a:cubicBezTo>
                                  <a:pt x="44" y="171"/>
                                  <a:pt x="43" y="172"/>
                                  <a:pt x="42" y="172"/>
                                </a:cubicBezTo>
                                <a:cubicBezTo>
                                  <a:pt x="40" y="172"/>
                                  <a:pt x="39" y="171"/>
                                  <a:pt x="40" y="170"/>
                                </a:cubicBezTo>
                                <a:cubicBezTo>
                                  <a:pt x="40" y="169"/>
                                  <a:pt x="39" y="169"/>
                                  <a:pt x="39" y="168"/>
                                </a:cubicBezTo>
                                <a:cubicBezTo>
                                  <a:pt x="36" y="166"/>
                                  <a:pt x="37" y="162"/>
                                  <a:pt x="39" y="159"/>
                                </a:cubicBezTo>
                                <a:cubicBezTo>
                                  <a:pt x="41" y="158"/>
                                  <a:pt x="43" y="156"/>
                                  <a:pt x="42" y="153"/>
                                </a:cubicBezTo>
                                <a:cubicBezTo>
                                  <a:pt x="44" y="152"/>
                                  <a:pt x="46" y="150"/>
                                  <a:pt x="48" y="148"/>
                                </a:cubicBezTo>
                                <a:cubicBezTo>
                                  <a:pt x="48" y="148"/>
                                  <a:pt x="49" y="148"/>
                                  <a:pt x="50" y="149"/>
                                </a:cubicBezTo>
                                <a:cubicBezTo>
                                  <a:pt x="48" y="146"/>
                                  <a:pt x="48" y="146"/>
                                  <a:pt x="51" y="145"/>
                                </a:cubicBezTo>
                                <a:cubicBezTo>
                                  <a:pt x="52" y="145"/>
                                  <a:pt x="52" y="144"/>
                                  <a:pt x="52" y="144"/>
                                </a:cubicBezTo>
                                <a:cubicBezTo>
                                  <a:pt x="53" y="142"/>
                                  <a:pt x="53" y="141"/>
                                  <a:pt x="53" y="139"/>
                                </a:cubicBezTo>
                                <a:cubicBezTo>
                                  <a:pt x="53" y="138"/>
                                  <a:pt x="55" y="138"/>
                                  <a:pt x="54" y="137"/>
                                </a:cubicBezTo>
                                <a:cubicBezTo>
                                  <a:pt x="54" y="135"/>
                                  <a:pt x="55" y="134"/>
                                  <a:pt x="56" y="134"/>
                                </a:cubicBezTo>
                                <a:cubicBezTo>
                                  <a:pt x="57" y="134"/>
                                  <a:pt x="57" y="134"/>
                                  <a:pt x="57" y="134"/>
                                </a:cubicBezTo>
                                <a:cubicBezTo>
                                  <a:pt x="58" y="133"/>
                                  <a:pt x="59" y="132"/>
                                  <a:pt x="59" y="131"/>
                                </a:cubicBezTo>
                                <a:cubicBezTo>
                                  <a:pt x="59" y="130"/>
                                  <a:pt x="60" y="129"/>
                                  <a:pt x="61" y="129"/>
                                </a:cubicBezTo>
                                <a:cubicBezTo>
                                  <a:pt x="61" y="129"/>
                                  <a:pt x="61" y="130"/>
                                  <a:pt x="61" y="131"/>
                                </a:cubicBezTo>
                                <a:cubicBezTo>
                                  <a:pt x="62" y="133"/>
                                  <a:pt x="62" y="136"/>
                                  <a:pt x="63" y="138"/>
                                </a:cubicBezTo>
                                <a:cubicBezTo>
                                  <a:pt x="64" y="138"/>
                                  <a:pt x="64" y="139"/>
                                  <a:pt x="64" y="139"/>
                                </a:cubicBezTo>
                                <a:cubicBezTo>
                                  <a:pt x="65" y="139"/>
                                  <a:pt x="65" y="139"/>
                                  <a:pt x="65" y="139"/>
                                </a:cubicBezTo>
                                <a:cubicBezTo>
                                  <a:pt x="64" y="138"/>
                                  <a:pt x="64" y="137"/>
                                  <a:pt x="64" y="136"/>
                                </a:cubicBezTo>
                                <a:cubicBezTo>
                                  <a:pt x="63" y="135"/>
                                  <a:pt x="63" y="133"/>
                                  <a:pt x="62" y="131"/>
                                </a:cubicBezTo>
                                <a:cubicBezTo>
                                  <a:pt x="62" y="131"/>
                                  <a:pt x="62" y="131"/>
                                  <a:pt x="62" y="131"/>
                                </a:cubicBezTo>
                                <a:cubicBezTo>
                                  <a:pt x="62" y="131"/>
                                  <a:pt x="62" y="131"/>
                                  <a:pt x="62" y="131"/>
                                </a:cubicBezTo>
                                <a:cubicBezTo>
                                  <a:pt x="61" y="128"/>
                                  <a:pt x="62" y="127"/>
                                  <a:pt x="64" y="125"/>
                                </a:cubicBezTo>
                                <a:cubicBezTo>
                                  <a:pt x="65" y="124"/>
                                  <a:pt x="66" y="126"/>
                                  <a:pt x="66" y="127"/>
                                </a:cubicBezTo>
                                <a:cubicBezTo>
                                  <a:pt x="67" y="127"/>
                                  <a:pt x="67" y="127"/>
                                  <a:pt x="67" y="127"/>
                                </a:cubicBezTo>
                                <a:cubicBezTo>
                                  <a:pt x="67" y="127"/>
                                  <a:pt x="68" y="127"/>
                                  <a:pt x="68" y="127"/>
                                </a:cubicBezTo>
                                <a:cubicBezTo>
                                  <a:pt x="70" y="127"/>
                                  <a:pt x="71" y="128"/>
                                  <a:pt x="71" y="130"/>
                                </a:cubicBezTo>
                                <a:cubicBezTo>
                                  <a:pt x="71" y="130"/>
                                  <a:pt x="71" y="130"/>
                                  <a:pt x="71" y="130"/>
                                </a:cubicBezTo>
                                <a:cubicBezTo>
                                  <a:pt x="72" y="130"/>
                                  <a:pt x="72" y="130"/>
                                  <a:pt x="73" y="130"/>
                                </a:cubicBezTo>
                                <a:cubicBezTo>
                                  <a:pt x="74" y="133"/>
                                  <a:pt x="76" y="136"/>
                                  <a:pt x="76" y="139"/>
                                </a:cubicBezTo>
                                <a:cubicBezTo>
                                  <a:pt x="78" y="139"/>
                                  <a:pt x="79" y="138"/>
                                  <a:pt x="81" y="138"/>
                                </a:cubicBezTo>
                                <a:cubicBezTo>
                                  <a:pt x="83" y="138"/>
                                  <a:pt x="83" y="136"/>
                                  <a:pt x="82" y="135"/>
                                </a:cubicBezTo>
                                <a:cubicBezTo>
                                  <a:pt x="82" y="134"/>
                                  <a:pt x="82" y="134"/>
                                  <a:pt x="81" y="133"/>
                                </a:cubicBezTo>
                                <a:cubicBezTo>
                                  <a:pt x="80" y="131"/>
                                  <a:pt x="79" y="130"/>
                                  <a:pt x="78" y="128"/>
                                </a:cubicBezTo>
                                <a:cubicBezTo>
                                  <a:pt x="78" y="127"/>
                                  <a:pt x="77" y="126"/>
                                  <a:pt x="77" y="125"/>
                                </a:cubicBezTo>
                                <a:cubicBezTo>
                                  <a:pt x="76" y="123"/>
                                  <a:pt x="76" y="122"/>
                                  <a:pt x="76" y="120"/>
                                </a:cubicBezTo>
                                <a:cubicBezTo>
                                  <a:pt x="74" y="119"/>
                                  <a:pt x="75" y="118"/>
                                  <a:pt x="76" y="117"/>
                                </a:cubicBezTo>
                                <a:cubicBezTo>
                                  <a:pt x="77" y="115"/>
                                  <a:pt x="78" y="114"/>
                                  <a:pt x="79" y="111"/>
                                </a:cubicBezTo>
                                <a:cubicBezTo>
                                  <a:pt x="76" y="111"/>
                                  <a:pt x="77" y="109"/>
                                  <a:pt x="76" y="107"/>
                                </a:cubicBezTo>
                                <a:cubicBezTo>
                                  <a:pt x="75" y="105"/>
                                  <a:pt x="73" y="102"/>
                                  <a:pt x="75" y="99"/>
                                </a:cubicBezTo>
                                <a:cubicBezTo>
                                  <a:pt x="76" y="97"/>
                                  <a:pt x="77" y="96"/>
                                  <a:pt x="79" y="95"/>
                                </a:cubicBezTo>
                                <a:cubicBezTo>
                                  <a:pt x="81" y="93"/>
                                  <a:pt x="83" y="93"/>
                                  <a:pt x="85" y="94"/>
                                </a:cubicBezTo>
                                <a:cubicBezTo>
                                  <a:pt x="86" y="94"/>
                                  <a:pt x="87" y="95"/>
                                  <a:pt x="88" y="95"/>
                                </a:cubicBezTo>
                                <a:cubicBezTo>
                                  <a:pt x="90" y="96"/>
                                  <a:pt x="91" y="99"/>
                                  <a:pt x="91" y="100"/>
                                </a:cubicBezTo>
                                <a:cubicBezTo>
                                  <a:pt x="91" y="104"/>
                                  <a:pt x="93" y="106"/>
                                  <a:pt x="96" y="108"/>
                                </a:cubicBezTo>
                                <a:cubicBezTo>
                                  <a:pt x="96" y="108"/>
                                  <a:pt x="97" y="108"/>
                                  <a:pt x="97" y="108"/>
                                </a:cubicBezTo>
                                <a:cubicBezTo>
                                  <a:pt x="99" y="109"/>
                                  <a:pt x="99" y="112"/>
                                  <a:pt x="101" y="113"/>
                                </a:cubicBezTo>
                                <a:cubicBezTo>
                                  <a:pt x="101" y="115"/>
                                  <a:pt x="101" y="117"/>
                                  <a:pt x="103" y="117"/>
                                </a:cubicBezTo>
                                <a:cubicBezTo>
                                  <a:pt x="104" y="117"/>
                                  <a:pt x="104" y="119"/>
                                  <a:pt x="106" y="119"/>
                                </a:cubicBezTo>
                                <a:cubicBezTo>
                                  <a:pt x="106" y="119"/>
                                  <a:pt x="105" y="118"/>
                                  <a:pt x="105" y="118"/>
                                </a:cubicBezTo>
                                <a:cubicBezTo>
                                  <a:pt x="103" y="116"/>
                                  <a:pt x="101" y="115"/>
                                  <a:pt x="101" y="111"/>
                                </a:cubicBezTo>
                                <a:cubicBezTo>
                                  <a:pt x="100" y="111"/>
                                  <a:pt x="100" y="109"/>
                                  <a:pt x="99" y="108"/>
                                </a:cubicBezTo>
                                <a:cubicBezTo>
                                  <a:pt x="98" y="107"/>
                                  <a:pt x="98" y="105"/>
                                  <a:pt x="96" y="105"/>
                                </a:cubicBezTo>
                                <a:cubicBezTo>
                                  <a:pt x="95" y="105"/>
                                  <a:pt x="95" y="105"/>
                                  <a:pt x="95" y="104"/>
                                </a:cubicBezTo>
                                <a:cubicBezTo>
                                  <a:pt x="94" y="101"/>
                                  <a:pt x="93" y="99"/>
                                  <a:pt x="92" y="96"/>
                                </a:cubicBezTo>
                                <a:cubicBezTo>
                                  <a:pt x="92" y="94"/>
                                  <a:pt x="90" y="93"/>
                                  <a:pt x="88" y="92"/>
                                </a:cubicBezTo>
                                <a:cubicBezTo>
                                  <a:pt x="87" y="91"/>
                                  <a:pt x="86" y="91"/>
                                  <a:pt x="86" y="89"/>
                                </a:cubicBezTo>
                                <a:cubicBezTo>
                                  <a:pt x="86" y="88"/>
                                  <a:pt x="87" y="87"/>
                                  <a:pt x="88" y="86"/>
                                </a:cubicBezTo>
                                <a:cubicBezTo>
                                  <a:pt x="91" y="84"/>
                                  <a:pt x="93" y="83"/>
                                  <a:pt x="96" y="82"/>
                                </a:cubicBezTo>
                                <a:cubicBezTo>
                                  <a:pt x="97" y="81"/>
                                  <a:pt x="98" y="81"/>
                                  <a:pt x="99" y="81"/>
                                </a:cubicBezTo>
                                <a:cubicBezTo>
                                  <a:pt x="101" y="80"/>
                                  <a:pt x="103" y="80"/>
                                  <a:pt x="105" y="79"/>
                                </a:cubicBezTo>
                                <a:cubicBezTo>
                                  <a:pt x="105" y="78"/>
                                  <a:pt x="107" y="79"/>
                                  <a:pt x="106" y="80"/>
                                </a:cubicBezTo>
                                <a:cubicBezTo>
                                  <a:pt x="106" y="81"/>
                                  <a:pt x="106" y="82"/>
                                  <a:pt x="107" y="82"/>
                                </a:cubicBezTo>
                                <a:cubicBezTo>
                                  <a:pt x="107" y="80"/>
                                  <a:pt x="108" y="79"/>
                                  <a:pt x="108" y="78"/>
                                </a:cubicBezTo>
                                <a:cubicBezTo>
                                  <a:pt x="108" y="77"/>
                                  <a:pt x="109" y="77"/>
                                  <a:pt x="109" y="77"/>
                                </a:cubicBezTo>
                                <a:cubicBezTo>
                                  <a:pt x="110" y="77"/>
                                  <a:pt x="112" y="78"/>
                                  <a:pt x="113" y="78"/>
                                </a:cubicBezTo>
                                <a:cubicBezTo>
                                  <a:pt x="114" y="78"/>
                                  <a:pt x="113" y="80"/>
                                  <a:pt x="113" y="81"/>
                                </a:cubicBezTo>
                                <a:cubicBezTo>
                                  <a:pt x="114" y="81"/>
                                  <a:pt x="114" y="81"/>
                                  <a:pt x="115" y="81"/>
                                </a:cubicBezTo>
                                <a:cubicBezTo>
                                  <a:pt x="115" y="81"/>
                                  <a:pt x="115" y="80"/>
                                  <a:pt x="115" y="80"/>
                                </a:cubicBezTo>
                                <a:cubicBezTo>
                                  <a:pt x="114" y="80"/>
                                  <a:pt x="114" y="80"/>
                                  <a:pt x="114" y="79"/>
                                </a:cubicBezTo>
                                <a:cubicBezTo>
                                  <a:pt x="115" y="78"/>
                                  <a:pt x="114" y="77"/>
                                  <a:pt x="113" y="76"/>
                                </a:cubicBezTo>
                                <a:cubicBezTo>
                                  <a:pt x="118" y="71"/>
                                  <a:pt x="120" y="71"/>
                                  <a:pt x="122" y="77"/>
                                </a:cubicBezTo>
                                <a:cubicBezTo>
                                  <a:pt x="122" y="77"/>
                                  <a:pt x="123" y="78"/>
                                  <a:pt x="123" y="79"/>
                                </a:cubicBezTo>
                                <a:cubicBezTo>
                                  <a:pt x="124" y="82"/>
                                  <a:pt x="125" y="85"/>
                                  <a:pt x="124" y="89"/>
                                </a:cubicBezTo>
                                <a:cubicBezTo>
                                  <a:pt x="124" y="91"/>
                                  <a:pt x="124" y="94"/>
                                  <a:pt x="124" y="96"/>
                                </a:cubicBezTo>
                                <a:cubicBezTo>
                                  <a:pt x="124" y="97"/>
                                  <a:pt x="125" y="98"/>
                                  <a:pt x="124" y="99"/>
                                </a:cubicBezTo>
                                <a:cubicBezTo>
                                  <a:pt x="123" y="101"/>
                                  <a:pt x="123" y="103"/>
                                  <a:pt x="122" y="105"/>
                                </a:cubicBezTo>
                                <a:cubicBezTo>
                                  <a:pt x="122" y="105"/>
                                  <a:pt x="123" y="106"/>
                                  <a:pt x="123" y="106"/>
                                </a:cubicBezTo>
                                <a:cubicBezTo>
                                  <a:pt x="123" y="106"/>
                                  <a:pt x="124" y="107"/>
                                  <a:pt x="124" y="106"/>
                                </a:cubicBezTo>
                                <a:cubicBezTo>
                                  <a:pt x="125" y="104"/>
                                  <a:pt x="126" y="103"/>
                                  <a:pt x="127" y="101"/>
                                </a:cubicBezTo>
                                <a:cubicBezTo>
                                  <a:pt x="129" y="98"/>
                                  <a:pt x="129" y="95"/>
                                  <a:pt x="129" y="92"/>
                                </a:cubicBezTo>
                                <a:cubicBezTo>
                                  <a:pt x="129" y="91"/>
                                  <a:pt x="129" y="90"/>
                                  <a:pt x="129" y="90"/>
                                </a:cubicBezTo>
                                <a:cubicBezTo>
                                  <a:pt x="130" y="89"/>
                                  <a:pt x="130" y="90"/>
                                  <a:pt x="131" y="91"/>
                                </a:cubicBezTo>
                                <a:cubicBezTo>
                                  <a:pt x="132" y="92"/>
                                  <a:pt x="134" y="93"/>
                                  <a:pt x="135" y="95"/>
                                </a:cubicBezTo>
                                <a:cubicBezTo>
                                  <a:pt x="135" y="95"/>
                                  <a:pt x="136" y="95"/>
                                  <a:pt x="136" y="96"/>
                                </a:cubicBezTo>
                                <a:cubicBezTo>
                                  <a:pt x="139" y="96"/>
                                  <a:pt x="140" y="99"/>
                                  <a:pt x="141" y="100"/>
                                </a:cubicBezTo>
                                <a:cubicBezTo>
                                  <a:pt x="143" y="103"/>
                                  <a:pt x="144" y="105"/>
                                  <a:pt x="146" y="107"/>
                                </a:cubicBezTo>
                                <a:cubicBezTo>
                                  <a:pt x="146" y="108"/>
                                  <a:pt x="146" y="109"/>
                                  <a:pt x="146" y="110"/>
                                </a:cubicBezTo>
                                <a:cubicBezTo>
                                  <a:pt x="146" y="111"/>
                                  <a:pt x="147" y="111"/>
                                  <a:pt x="148" y="112"/>
                                </a:cubicBezTo>
                                <a:cubicBezTo>
                                  <a:pt x="148" y="112"/>
                                  <a:pt x="149" y="112"/>
                                  <a:pt x="149" y="112"/>
                                </a:cubicBezTo>
                                <a:cubicBezTo>
                                  <a:pt x="149" y="112"/>
                                  <a:pt x="150" y="111"/>
                                  <a:pt x="149" y="110"/>
                                </a:cubicBezTo>
                                <a:cubicBezTo>
                                  <a:pt x="147" y="109"/>
                                  <a:pt x="148" y="107"/>
                                  <a:pt x="148" y="105"/>
                                </a:cubicBezTo>
                                <a:cubicBezTo>
                                  <a:pt x="145" y="104"/>
                                  <a:pt x="143" y="103"/>
                                  <a:pt x="144" y="100"/>
                                </a:cubicBezTo>
                                <a:cubicBezTo>
                                  <a:pt x="144" y="100"/>
                                  <a:pt x="143" y="99"/>
                                  <a:pt x="143" y="99"/>
                                </a:cubicBezTo>
                                <a:cubicBezTo>
                                  <a:pt x="142" y="99"/>
                                  <a:pt x="142" y="98"/>
                                  <a:pt x="142" y="97"/>
                                </a:cubicBezTo>
                                <a:cubicBezTo>
                                  <a:pt x="141" y="96"/>
                                  <a:pt x="141" y="96"/>
                                  <a:pt x="141" y="95"/>
                                </a:cubicBezTo>
                                <a:cubicBezTo>
                                  <a:pt x="142" y="95"/>
                                  <a:pt x="143" y="96"/>
                                  <a:pt x="144" y="97"/>
                                </a:cubicBezTo>
                                <a:cubicBezTo>
                                  <a:pt x="146" y="96"/>
                                  <a:pt x="147" y="98"/>
                                  <a:pt x="148" y="98"/>
                                </a:cubicBezTo>
                                <a:cubicBezTo>
                                  <a:pt x="149" y="98"/>
                                  <a:pt x="149" y="96"/>
                                  <a:pt x="150" y="97"/>
                                </a:cubicBezTo>
                                <a:cubicBezTo>
                                  <a:pt x="151" y="97"/>
                                  <a:pt x="151" y="96"/>
                                  <a:pt x="151" y="96"/>
                                </a:cubicBezTo>
                                <a:cubicBezTo>
                                  <a:pt x="151" y="95"/>
                                  <a:pt x="151" y="95"/>
                                  <a:pt x="151" y="95"/>
                                </a:cubicBezTo>
                                <a:cubicBezTo>
                                  <a:pt x="151" y="95"/>
                                  <a:pt x="151" y="95"/>
                                  <a:pt x="151" y="94"/>
                                </a:cubicBezTo>
                                <a:cubicBezTo>
                                  <a:pt x="149" y="93"/>
                                  <a:pt x="148" y="92"/>
                                  <a:pt x="148" y="90"/>
                                </a:cubicBezTo>
                                <a:cubicBezTo>
                                  <a:pt x="147" y="89"/>
                                  <a:pt x="146" y="88"/>
                                  <a:pt x="146" y="86"/>
                                </a:cubicBezTo>
                                <a:cubicBezTo>
                                  <a:pt x="144" y="82"/>
                                  <a:pt x="143" y="78"/>
                                  <a:pt x="143" y="74"/>
                                </a:cubicBezTo>
                                <a:cubicBezTo>
                                  <a:pt x="143" y="72"/>
                                  <a:pt x="141" y="70"/>
                                  <a:pt x="142" y="68"/>
                                </a:cubicBezTo>
                                <a:cubicBezTo>
                                  <a:pt x="142" y="67"/>
                                  <a:pt x="142" y="66"/>
                                  <a:pt x="144" y="66"/>
                                </a:cubicBezTo>
                                <a:cubicBezTo>
                                  <a:pt x="146" y="65"/>
                                  <a:pt x="148" y="66"/>
                                  <a:pt x="150" y="66"/>
                                </a:cubicBezTo>
                                <a:cubicBezTo>
                                  <a:pt x="151" y="67"/>
                                  <a:pt x="153" y="67"/>
                                  <a:pt x="154" y="68"/>
                                </a:cubicBezTo>
                                <a:cubicBezTo>
                                  <a:pt x="154" y="68"/>
                                  <a:pt x="155" y="69"/>
                                  <a:pt x="155" y="70"/>
                                </a:cubicBezTo>
                                <a:cubicBezTo>
                                  <a:pt x="156" y="71"/>
                                  <a:pt x="157" y="73"/>
                                  <a:pt x="157" y="74"/>
                                </a:cubicBezTo>
                                <a:cubicBezTo>
                                  <a:pt x="157" y="75"/>
                                  <a:pt x="158" y="76"/>
                                  <a:pt x="158" y="77"/>
                                </a:cubicBezTo>
                                <a:cubicBezTo>
                                  <a:pt x="158" y="77"/>
                                  <a:pt x="158" y="77"/>
                                  <a:pt x="159" y="77"/>
                                </a:cubicBezTo>
                                <a:cubicBezTo>
                                  <a:pt x="159" y="77"/>
                                  <a:pt x="159" y="78"/>
                                  <a:pt x="160" y="78"/>
                                </a:cubicBezTo>
                                <a:cubicBezTo>
                                  <a:pt x="161" y="78"/>
                                  <a:pt x="163" y="80"/>
                                  <a:pt x="163" y="81"/>
                                </a:cubicBezTo>
                                <a:cubicBezTo>
                                  <a:pt x="164" y="83"/>
                                  <a:pt x="166" y="85"/>
                                  <a:pt x="167" y="86"/>
                                </a:cubicBezTo>
                                <a:cubicBezTo>
                                  <a:pt x="170" y="87"/>
                                  <a:pt x="172" y="88"/>
                                  <a:pt x="173" y="90"/>
                                </a:cubicBezTo>
                                <a:cubicBezTo>
                                  <a:pt x="174" y="92"/>
                                  <a:pt x="176" y="94"/>
                                  <a:pt x="175" y="97"/>
                                </a:cubicBezTo>
                                <a:cubicBezTo>
                                  <a:pt x="175" y="98"/>
                                  <a:pt x="176" y="98"/>
                                  <a:pt x="176" y="99"/>
                                </a:cubicBezTo>
                                <a:cubicBezTo>
                                  <a:pt x="177" y="100"/>
                                  <a:pt x="178" y="101"/>
                                  <a:pt x="178" y="102"/>
                                </a:cubicBezTo>
                                <a:cubicBezTo>
                                  <a:pt x="179" y="102"/>
                                  <a:pt x="179" y="102"/>
                                  <a:pt x="179" y="102"/>
                                </a:cubicBezTo>
                                <a:cubicBezTo>
                                  <a:pt x="184" y="101"/>
                                  <a:pt x="184" y="101"/>
                                  <a:pt x="183" y="96"/>
                                </a:cubicBezTo>
                                <a:cubicBezTo>
                                  <a:pt x="182" y="94"/>
                                  <a:pt x="182" y="93"/>
                                  <a:pt x="184" y="93"/>
                                </a:cubicBezTo>
                                <a:cubicBezTo>
                                  <a:pt x="186" y="91"/>
                                  <a:pt x="185" y="89"/>
                                  <a:pt x="185" y="87"/>
                                </a:cubicBezTo>
                                <a:cubicBezTo>
                                  <a:pt x="183" y="84"/>
                                  <a:pt x="184" y="82"/>
                                  <a:pt x="186" y="80"/>
                                </a:cubicBezTo>
                                <a:cubicBezTo>
                                  <a:pt x="188" y="78"/>
                                  <a:pt x="189" y="79"/>
                                  <a:pt x="191" y="80"/>
                                </a:cubicBezTo>
                                <a:cubicBezTo>
                                  <a:pt x="192" y="80"/>
                                  <a:pt x="193" y="81"/>
                                  <a:pt x="194" y="82"/>
                                </a:cubicBezTo>
                                <a:cubicBezTo>
                                  <a:pt x="195" y="82"/>
                                  <a:pt x="196" y="82"/>
                                  <a:pt x="197" y="83"/>
                                </a:cubicBezTo>
                                <a:cubicBezTo>
                                  <a:pt x="198" y="82"/>
                                  <a:pt x="199" y="84"/>
                                  <a:pt x="199" y="85"/>
                                </a:cubicBezTo>
                                <a:cubicBezTo>
                                  <a:pt x="199" y="85"/>
                                  <a:pt x="199" y="85"/>
                                  <a:pt x="200" y="85"/>
                                </a:cubicBezTo>
                                <a:cubicBezTo>
                                  <a:pt x="201" y="84"/>
                                  <a:pt x="202" y="84"/>
                                  <a:pt x="203" y="83"/>
                                </a:cubicBezTo>
                                <a:cubicBezTo>
                                  <a:pt x="200" y="83"/>
                                  <a:pt x="198" y="80"/>
                                  <a:pt x="194" y="80"/>
                                </a:cubicBezTo>
                                <a:cubicBezTo>
                                  <a:pt x="193" y="80"/>
                                  <a:pt x="192" y="79"/>
                                  <a:pt x="191" y="78"/>
                                </a:cubicBezTo>
                                <a:cubicBezTo>
                                  <a:pt x="191" y="77"/>
                                  <a:pt x="191" y="76"/>
                                  <a:pt x="192" y="75"/>
                                </a:cubicBezTo>
                                <a:cubicBezTo>
                                  <a:pt x="192" y="75"/>
                                  <a:pt x="193" y="74"/>
                                  <a:pt x="193" y="74"/>
                                </a:cubicBezTo>
                                <a:cubicBezTo>
                                  <a:pt x="189" y="72"/>
                                  <a:pt x="186" y="69"/>
                                  <a:pt x="186" y="64"/>
                                </a:cubicBezTo>
                                <a:cubicBezTo>
                                  <a:pt x="184" y="64"/>
                                  <a:pt x="184" y="63"/>
                                  <a:pt x="183" y="61"/>
                                </a:cubicBezTo>
                                <a:cubicBezTo>
                                  <a:pt x="182" y="61"/>
                                  <a:pt x="183" y="59"/>
                                  <a:pt x="182" y="58"/>
                                </a:cubicBezTo>
                                <a:cubicBezTo>
                                  <a:pt x="181" y="58"/>
                                  <a:pt x="180" y="58"/>
                                  <a:pt x="179" y="57"/>
                                </a:cubicBezTo>
                                <a:cubicBezTo>
                                  <a:pt x="179" y="56"/>
                                  <a:pt x="178" y="55"/>
                                  <a:pt x="178" y="55"/>
                                </a:cubicBezTo>
                                <a:cubicBezTo>
                                  <a:pt x="178" y="53"/>
                                  <a:pt x="179" y="52"/>
                                  <a:pt x="181" y="52"/>
                                </a:cubicBezTo>
                                <a:cubicBezTo>
                                  <a:pt x="185" y="52"/>
                                  <a:pt x="190" y="52"/>
                                  <a:pt x="194" y="52"/>
                                </a:cubicBezTo>
                                <a:cubicBezTo>
                                  <a:pt x="195" y="52"/>
                                  <a:pt x="196" y="52"/>
                                  <a:pt x="197" y="52"/>
                                </a:cubicBezTo>
                                <a:cubicBezTo>
                                  <a:pt x="197" y="52"/>
                                  <a:pt x="198" y="52"/>
                                  <a:pt x="198" y="52"/>
                                </a:cubicBezTo>
                                <a:cubicBezTo>
                                  <a:pt x="202" y="52"/>
                                  <a:pt x="203" y="53"/>
                                  <a:pt x="203" y="56"/>
                                </a:cubicBezTo>
                                <a:cubicBezTo>
                                  <a:pt x="203" y="57"/>
                                  <a:pt x="204" y="58"/>
                                  <a:pt x="204" y="58"/>
                                </a:cubicBezTo>
                                <a:cubicBezTo>
                                  <a:pt x="205" y="60"/>
                                  <a:pt x="205" y="61"/>
                                  <a:pt x="205" y="62"/>
                                </a:cubicBezTo>
                                <a:cubicBezTo>
                                  <a:pt x="204" y="65"/>
                                  <a:pt x="206" y="67"/>
                                  <a:pt x="206" y="70"/>
                                </a:cubicBezTo>
                                <a:cubicBezTo>
                                  <a:pt x="206" y="71"/>
                                  <a:pt x="207" y="71"/>
                                  <a:pt x="208" y="70"/>
                                </a:cubicBezTo>
                                <a:cubicBezTo>
                                  <a:pt x="208" y="69"/>
                                  <a:pt x="208" y="69"/>
                                  <a:pt x="208" y="69"/>
                                </a:cubicBezTo>
                                <a:cubicBezTo>
                                  <a:pt x="207" y="68"/>
                                  <a:pt x="206" y="66"/>
                                  <a:pt x="207" y="65"/>
                                </a:cubicBezTo>
                                <a:cubicBezTo>
                                  <a:pt x="207" y="63"/>
                                  <a:pt x="207" y="60"/>
                                  <a:pt x="205" y="58"/>
                                </a:cubicBezTo>
                                <a:cubicBezTo>
                                  <a:pt x="205" y="57"/>
                                  <a:pt x="204" y="55"/>
                                  <a:pt x="205" y="54"/>
                                </a:cubicBezTo>
                                <a:cubicBezTo>
                                  <a:pt x="206" y="54"/>
                                  <a:pt x="208" y="55"/>
                                  <a:pt x="208" y="56"/>
                                </a:cubicBezTo>
                                <a:cubicBezTo>
                                  <a:pt x="209" y="56"/>
                                  <a:pt x="209" y="57"/>
                                  <a:pt x="209" y="57"/>
                                </a:cubicBezTo>
                                <a:cubicBezTo>
                                  <a:pt x="211" y="59"/>
                                  <a:pt x="213" y="61"/>
                                  <a:pt x="215" y="63"/>
                                </a:cubicBezTo>
                                <a:cubicBezTo>
                                  <a:pt x="215" y="64"/>
                                  <a:pt x="218" y="64"/>
                                  <a:pt x="217" y="66"/>
                                </a:cubicBezTo>
                                <a:cubicBezTo>
                                  <a:pt x="218" y="67"/>
                                  <a:pt x="218" y="68"/>
                                  <a:pt x="218" y="69"/>
                                </a:cubicBezTo>
                                <a:cubicBezTo>
                                  <a:pt x="218" y="71"/>
                                  <a:pt x="218" y="73"/>
                                  <a:pt x="219" y="74"/>
                                </a:cubicBezTo>
                                <a:cubicBezTo>
                                  <a:pt x="220" y="75"/>
                                  <a:pt x="220" y="75"/>
                                  <a:pt x="220" y="75"/>
                                </a:cubicBezTo>
                                <a:cubicBezTo>
                                  <a:pt x="221" y="75"/>
                                  <a:pt x="220" y="74"/>
                                  <a:pt x="221" y="74"/>
                                </a:cubicBezTo>
                                <a:cubicBezTo>
                                  <a:pt x="221" y="73"/>
                                  <a:pt x="221" y="73"/>
                                  <a:pt x="221" y="72"/>
                                </a:cubicBezTo>
                                <a:cubicBezTo>
                                  <a:pt x="220" y="71"/>
                                  <a:pt x="219" y="69"/>
                                  <a:pt x="220" y="68"/>
                                </a:cubicBezTo>
                                <a:cubicBezTo>
                                  <a:pt x="221" y="67"/>
                                  <a:pt x="221" y="67"/>
                                  <a:pt x="220" y="67"/>
                                </a:cubicBezTo>
                                <a:cubicBezTo>
                                  <a:pt x="219" y="67"/>
                                  <a:pt x="219" y="66"/>
                                  <a:pt x="219" y="65"/>
                                </a:cubicBezTo>
                                <a:cubicBezTo>
                                  <a:pt x="219" y="65"/>
                                  <a:pt x="219" y="65"/>
                                  <a:pt x="219" y="64"/>
                                </a:cubicBezTo>
                                <a:cubicBezTo>
                                  <a:pt x="218" y="64"/>
                                  <a:pt x="218" y="63"/>
                                  <a:pt x="218" y="62"/>
                                </a:cubicBezTo>
                                <a:cubicBezTo>
                                  <a:pt x="218" y="60"/>
                                  <a:pt x="218" y="58"/>
                                  <a:pt x="218" y="57"/>
                                </a:cubicBezTo>
                                <a:cubicBezTo>
                                  <a:pt x="217" y="55"/>
                                  <a:pt x="217" y="55"/>
                                  <a:pt x="216" y="54"/>
                                </a:cubicBezTo>
                                <a:cubicBezTo>
                                  <a:pt x="214" y="55"/>
                                  <a:pt x="213" y="56"/>
                                  <a:pt x="212" y="53"/>
                                </a:cubicBezTo>
                                <a:cubicBezTo>
                                  <a:pt x="212" y="53"/>
                                  <a:pt x="211" y="52"/>
                                  <a:pt x="211" y="52"/>
                                </a:cubicBezTo>
                                <a:cubicBezTo>
                                  <a:pt x="211" y="52"/>
                                  <a:pt x="210" y="52"/>
                                  <a:pt x="210" y="51"/>
                                </a:cubicBezTo>
                                <a:cubicBezTo>
                                  <a:pt x="209" y="51"/>
                                  <a:pt x="208" y="52"/>
                                  <a:pt x="208" y="51"/>
                                </a:cubicBezTo>
                                <a:cubicBezTo>
                                  <a:pt x="206" y="51"/>
                                  <a:pt x="205" y="50"/>
                                  <a:pt x="204" y="48"/>
                                </a:cubicBezTo>
                                <a:cubicBezTo>
                                  <a:pt x="202" y="48"/>
                                  <a:pt x="200" y="48"/>
                                  <a:pt x="198" y="48"/>
                                </a:cubicBezTo>
                                <a:cubicBezTo>
                                  <a:pt x="195" y="49"/>
                                  <a:pt x="192" y="49"/>
                                  <a:pt x="190" y="49"/>
                                </a:cubicBezTo>
                                <a:cubicBezTo>
                                  <a:pt x="189" y="49"/>
                                  <a:pt x="189" y="49"/>
                                  <a:pt x="188" y="49"/>
                                </a:cubicBezTo>
                                <a:cubicBezTo>
                                  <a:pt x="187" y="49"/>
                                  <a:pt x="186" y="49"/>
                                  <a:pt x="186" y="48"/>
                                </a:cubicBezTo>
                                <a:cubicBezTo>
                                  <a:pt x="184" y="48"/>
                                  <a:pt x="182" y="48"/>
                                  <a:pt x="180" y="48"/>
                                </a:cubicBezTo>
                                <a:cubicBezTo>
                                  <a:pt x="179" y="48"/>
                                  <a:pt x="178" y="48"/>
                                  <a:pt x="177" y="48"/>
                                </a:cubicBezTo>
                                <a:cubicBezTo>
                                  <a:pt x="175" y="50"/>
                                  <a:pt x="173" y="50"/>
                                  <a:pt x="171" y="49"/>
                                </a:cubicBezTo>
                                <a:cubicBezTo>
                                  <a:pt x="170" y="48"/>
                                  <a:pt x="169" y="48"/>
                                  <a:pt x="169" y="47"/>
                                </a:cubicBezTo>
                                <a:cubicBezTo>
                                  <a:pt x="168" y="46"/>
                                  <a:pt x="168" y="45"/>
                                  <a:pt x="169" y="44"/>
                                </a:cubicBezTo>
                                <a:cubicBezTo>
                                  <a:pt x="170" y="43"/>
                                  <a:pt x="170" y="41"/>
                                  <a:pt x="171" y="41"/>
                                </a:cubicBezTo>
                                <a:cubicBezTo>
                                  <a:pt x="172" y="38"/>
                                  <a:pt x="174" y="36"/>
                                  <a:pt x="176" y="36"/>
                                </a:cubicBezTo>
                                <a:cubicBezTo>
                                  <a:pt x="177" y="36"/>
                                  <a:pt x="178" y="37"/>
                                  <a:pt x="178" y="38"/>
                                </a:cubicBezTo>
                                <a:cubicBezTo>
                                  <a:pt x="179" y="38"/>
                                  <a:pt x="179" y="38"/>
                                  <a:pt x="179" y="38"/>
                                </a:cubicBezTo>
                                <a:cubicBezTo>
                                  <a:pt x="180" y="39"/>
                                  <a:pt x="181" y="39"/>
                                  <a:pt x="181" y="37"/>
                                </a:cubicBezTo>
                                <a:cubicBezTo>
                                  <a:pt x="181" y="35"/>
                                  <a:pt x="179" y="35"/>
                                  <a:pt x="179" y="33"/>
                                </a:cubicBezTo>
                                <a:cubicBezTo>
                                  <a:pt x="180" y="31"/>
                                  <a:pt x="180" y="31"/>
                                  <a:pt x="182" y="32"/>
                                </a:cubicBezTo>
                                <a:cubicBezTo>
                                  <a:pt x="182" y="32"/>
                                  <a:pt x="182" y="32"/>
                                  <a:pt x="182" y="33"/>
                                </a:cubicBezTo>
                                <a:cubicBezTo>
                                  <a:pt x="183" y="33"/>
                                  <a:pt x="184" y="34"/>
                                  <a:pt x="185" y="34"/>
                                </a:cubicBezTo>
                                <a:cubicBezTo>
                                  <a:pt x="185" y="34"/>
                                  <a:pt x="185" y="34"/>
                                  <a:pt x="185" y="33"/>
                                </a:cubicBezTo>
                                <a:cubicBezTo>
                                  <a:pt x="185" y="33"/>
                                  <a:pt x="184" y="32"/>
                                  <a:pt x="185" y="31"/>
                                </a:cubicBezTo>
                                <a:cubicBezTo>
                                  <a:pt x="186" y="30"/>
                                  <a:pt x="187" y="31"/>
                                  <a:pt x="188" y="31"/>
                                </a:cubicBezTo>
                                <a:cubicBezTo>
                                  <a:pt x="189" y="32"/>
                                  <a:pt x="191" y="34"/>
                                  <a:pt x="193" y="31"/>
                                </a:cubicBezTo>
                                <a:cubicBezTo>
                                  <a:pt x="192" y="30"/>
                                  <a:pt x="191" y="31"/>
                                  <a:pt x="191" y="30"/>
                                </a:cubicBezTo>
                                <a:cubicBezTo>
                                  <a:pt x="190" y="29"/>
                                  <a:pt x="190" y="29"/>
                                  <a:pt x="189" y="29"/>
                                </a:cubicBezTo>
                                <a:cubicBezTo>
                                  <a:pt x="189" y="28"/>
                                  <a:pt x="188" y="27"/>
                                  <a:pt x="190" y="28"/>
                                </a:cubicBezTo>
                                <a:cubicBezTo>
                                  <a:pt x="190" y="28"/>
                                  <a:pt x="191" y="27"/>
                                  <a:pt x="192" y="28"/>
                                </a:cubicBezTo>
                                <a:cubicBezTo>
                                  <a:pt x="192" y="28"/>
                                  <a:pt x="192" y="28"/>
                                  <a:pt x="193" y="28"/>
                                </a:cubicBezTo>
                                <a:cubicBezTo>
                                  <a:pt x="193" y="28"/>
                                  <a:pt x="194" y="28"/>
                                  <a:pt x="195" y="28"/>
                                </a:cubicBezTo>
                                <a:cubicBezTo>
                                  <a:pt x="195" y="28"/>
                                  <a:pt x="195" y="27"/>
                                  <a:pt x="194" y="27"/>
                                </a:cubicBezTo>
                                <a:cubicBezTo>
                                  <a:pt x="193" y="27"/>
                                  <a:pt x="192" y="26"/>
                                  <a:pt x="192" y="25"/>
                                </a:cubicBezTo>
                                <a:cubicBezTo>
                                  <a:pt x="192" y="24"/>
                                  <a:pt x="194" y="25"/>
                                  <a:pt x="195" y="24"/>
                                </a:cubicBezTo>
                                <a:cubicBezTo>
                                  <a:pt x="195" y="24"/>
                                  <a:pt x="196" y="24"/>
                                  <a:pt x="197" y="24"/>
                                </a:cubicBezTo>
                                <a:cubicBezTo>
                                  <a:pt x="198" y="24"/>
                                  <a:pt x="199" y="24"/>
                                  <a:pt x="199" y="24"/>
                                </a:cubicBezTo>
                                <a:cubicBezTo>
                                  <a:pt x="200" y="24"/>
                                  <a:pt x="202" y="24"/>
                                  <a:pt x="202" y="25"/>
                                </a:cubicBezTo>
                                <a:cubicBezTo>
                                  <a:pt x="202" y="27"/>
                                  <a:pt x="204" y="29"/>
                                  <a:pt x="204" y="32"/>
                                </a:cubicBezTo>
                                <a:cubicBezTo>
                                  <a:pt x="204" y="32"/>
                                  <a:pt x="204" y="32"/>
                                  <a:pt x="205" y="32"/>
                                </a:cubicBezTo>
                                <a:cubicBezTo>
                                  <a:pt x="208" y="33"/>
                                  <a:pt x="210" y="36"/>
                                  <a:pt x="211" y="39"/>
                                </a:cubicBezTo>
                                <a:cubicBezTo>
                                  <a:pt x="212" y="41"/>
                                  <a:pt x="214" y="40"/>
                                  <a:pt x="216" y="41"/>
                                </a:cubicBezTo>
                                <a:cubicBezTo>
                                  <a:pt x="218" y="41"/>
                                  <a:pt x="221" y="40"/>
                                  <a:pt x="222" y="44"/>
                                </a:cubicBezTo>
                                <a:cubicBezTo>
                                  <a:pt x="224" y="46"/>
                                  <a:pt x="225" y="48"/>
                                  <a:pt x="227" y="50"/>
                                </a:cubicBezTo>
                                <a:cubicBezTo>
                                  <a:pt x="227" y="50"/>
                                  <a:pt x="228" y="51"/>
                                  <a:pt x="228" y="51"/>
                                </a:cubicBezTo>
                                <a:cubicBezTo>
                                  <a:pt x="228" y="49"/>
                                  <a:pt x="230" y="50"/>
                                  <a:pt x="231" y="49"/>
                                </a:cubicBezTo>
                                <a:cubicBezTo>
                                  <a:pt x="231" y="48"/>
                                  <a:pt x="230" y="47"/>
                                  <a:pt x="228" y="47"/>
                                </a:cubicBezTo>
                                <a:cubicBezTo>
                                  <a:pt x="226" y="48"/>
                                  <a:pt x="226" y="46"/>
                                  <a:pt x="226" y="45"/>
                                </a:cubicBezTo>
                                <a:cubicBezTo>
                                  <a:pt x="226" y="45"/>
                                  <a:pt x="226" y="45"/>
                                  <a:pt x="226" y="45"/>
                                </a:cubicBezTo>
                                <a:cubicBezTo>
                                  <a:pt x="226" y="44"/>
                                  <a:pt x="226" y="44"/>
                                  <a:pt x="225" y="43"/>
                                </a:cubicBezTo>
                                <a:cubicBezTo>
                                  <a:pt x="225" y="43"/>
                                  <a:pt x="225" y="43"/>
                                  <a:pt x="225" y="42"/>
                                </a:cubicBezTo>
                                <a:cubicBezTo>
                                  <a:pt x="224" y="41"/>
                                  <a:pt x="222" y="41"/>
                                  <a:pt x="223" y="39"/>
                                </a:cubicBezTo>
                                <a:cubicBezTo>
                                  <a:pt x="224" y="37"/>
                                  <a:pt x="226" y="37"/>
                                  <a:pt x="227" y="37"/>
                                </a:cubicBezTo>
                                <a:cubicBezTo>
                                  <a:pt x="228" y="37"/>
                                  <a:pt x="229" y="37"/>
                                  <a:pt x="230" y="37"/>
                                </a:cubicBezTo>
                                <a:cubicBezTo>
                                  <a:pt x="231" y="37"/>
                                  <a:pt x="232" y="37"/>
                                  <a:pt x="233" y="37"/>
                                </a:cubicBezTo>
                                <a:cubicBezTo>
                                  <a:pt x="232" y="35"/>
                                  <a:pt x="231" y="37"/>
                                  <a:pt x="230" y="36"/>
                                </a:cubicBezTo>
                                <a:cubicBezTo>
                                  <a:pt x="229" y="36"/>
                                  <a:pt x="227" y="36"/>
                                  <a:pt x="226" y="36"/>
                                </a:cubicBezTo>
                                <a:cubicBezTo>
                                  <a:pt x="225" y="35"/>
                                  <a:pt x="225" y="35"/>
                                  <a:pt x="225" y="34"/>
                                </a:cubicBezTo>
                                <a:cubicBezTo>
                                  <a:pt x="226" y="33"/>
                                  <a:pt x="228" y="32"/>
                                  <a:pt x="229" y="32"/>
                                </a:cubicBezTo>
                                <a:cubicBezTo>
                                  <a:pt x="231" y="30"/>
                                  <a:pt x="233" y="31"/>
                                  <a:pt x="236" y="31"/>
                                </a:cubicBezTo>
                                <a:cubicBezTo>
                                  <a:pt x="236" y="31"/>
                                  <a:pt x="236" y="30"/>
                                  <a:pt x="236" y="30"/>
                                </a:cubicBezTo>
                                <a:cubicBezTo>
                                  <a:pt x="236" y="30"/>
                                  <a:pt x="235" y="29"/>
                                  <a:pt x="235" y="29"/>
                                </a:cubicBezTo>
                                <a:cubicBezTo>
                                  <a:pt x="234" y="29"/>
                                  <a:pt x="233" y="29"/>
                                  <a:pt x="232" y="28"/>
                                </a:cubicBezTo>
                                <a:cubicBezTo>
                                  <a:pt x="232" y="28"/>
                                  <a:pt x="231" y="27"/>
                                  <a:pt x="231" y="26"/>
                                </a:cubicBezTo>
                                <a:cubicBezTo>
                                  <a:pt x="231" y="26"/>
                                  <a:pt x="230" y="26"/>
                                  <a:pt x="229" y="26"/>
                                </a:cubicBezTo>
                                <a:cubicBezTo>
                                  <a:pt x="226" y="27"/>
                                  <a:pt x="225" y="27"/>
                                  <a:pt x="224" y="24"/>
                                </a:cubicBezTo>
                                <a:cubicBezTo>
                                  <a:pt x="223" y="23"/>
                                  <a:pt x="223" y="22"/>
                                  <a:pt x="222" y="22"/>
                                </a:cubicBezTo>
                                <a:cubicBezTo>
                                  <a:pt x="221" y="21"/>
                                  <a:pt x="220" y="21"/>
                                  <a:pt x="219" y="20"/>
                                </a:cubicBezTo>
                                <a:cubicBezTo>
                                  <a:pt x="217" y="18"/>
                                  <a:pt x="218" y="17"/>
                                  <a:pt x="219" y="15"/>
                                </a:cubicBezTo>
                                <a:cubicBezTo>
                                  <a:pt x="222" y="12"/>
                                  <a:pt x="226" y="11"/>
                                  <a:pt x="229" y="15"/>
                                </a:cubicBezTo>
                                <a:cubicBezTo>
                                  <a:pt x="229" y="12"/>
                                  <a:pt x="228" y="10"/>
                                  <a:pt x="229" y="8"/>
                                </a:cubicBezTo>
                                <a:cubicBezTo>
                                  <a:pt x="229" y="7"/>
                                  <a:pt x="229" y="6"/>
                                  <a:pt x="230" y="6"/>
                                </a:cubicBezTo>
                                <a:cubicBezTo>
                                  <a:pt x="232" y="7"/>
                                  <a:pt x="233" y="9"/>
                                  <a:pt x="235" y="7"/>
                                </a:cubicBezTo>
                                <a:cubicBezTo>
                                  <a:pt x="236" y="6"/>
                                  <a:pt x="237" y="6"/>
                                  <a:pt x="238" y="5"/>
                                </a:cubicBezTo>
                                <a:cubicBezTo>
                                  <a:pt x="239" y="5"/>
                                  <a:pt x="239" y="4"/>
                                  <a:pt x="240" y="4"/>
                                </a:cubicBezTo>
                                <a:cubicBezTo>
                                  <a:pt x="241" y="3"/>
                                  <a:pt x="241" y="3"/>
                                  <a:pt x="242" y="3"/>
                                </a:cubicBezTo>
                                <a:cubicBezTo>
                                  <a:pt x="243" y="3"/>
                                  <a:pt x="245" y="2"/>
                                  <a:pt x="246" y="2"/>
                                </a:cubicBezTo>
                                <a:cubicBezTo>
                                  <a:pt x="247" y="2"/>
                                  <a:pt x="248" y="3"/>
                                  <a:pt x="248" y="4"/>
                                </a:cubicBezTo>
                                <a:cubicBezTo>
                                  <a:pt x="248" y="4"/>
                                  <a:pt x="248" y="4"/>
                                  <a:pt x="248" y="4"/>
                                </a:cubicBezTo>
                                <a:cubicBezTo>
                                  <a:pt x="249" y="4"/>
                                  <a:pt x="249" y="4"/>
                                  <a:pt x="249" y="3"/>
                                </a:cubicBezTo>
                                <a:cubicBezTo>
                                  <a:pt x="250" y="1"/>
                                  <a:pt x="252" y="1"/>
                                  <a:pt x="254" y="2"/>
                                </a:cubicBezTo>
                                <a:cubicBezTo>
                                  <a:pt x="254" y="2"/>
                                  <a:pt x="254" y="2"/>
                                  <a:pt x="255" y="3"/>
                                </a:cubicBezTo>
                                <a:cubicBezTo>
                                  <a:pt x="256" y="3"/>
                                  <a:pt x="257" y="2"/>
                                  <a:pt x="258" y="1"/>
                                </a:cubicBezTo>
                                <a:cubicBezTo>
                                  <a:pt x="259" y="0"/>
                                  <a:pt x="263" y="0"/>
                                  <a:pt x="265" y="1"/>
                                </a:cubicBezTo>
                                <a:cubicBezTo>
                                  <a:pt x="265" y="2"/>
                                  <a:pt x="265" y="2"/>
                                  <a:pt x="266" y="2"/>
                                </a:cubicBezTo>
                                <a:cubicBezTo>
                                  <a:pt x="266" y="2"/>
                                  <a:pt x="266" y="2"/>
                                  <a:pt x="267" y="2"/>
                                </a:cubicBezTo>
                                <a:cubicBezTo>
                                  <a:pt x="267" y="1"/>
                                  <a:pt x="268" y="1"/>
                                  <a:pt x="269" y="2"/>
                                </a:cubicBezTo>
                                <a:cubicBezTo>
                                  <a:pt x="270" y="3"/>
                                  <a:pt x="271" y="3"/>
                                  <a:pt x="273" y="3"/>
                                </a:cubicBezTo>
                                <a:cubicBezTo>
                                  <a:pt x="276" y="1"/>
                                  <a:pt x="278" y="2"/>
                                  <a:pt x="283" y="5"/>
                                </a:cubicBezTo>
                                <a:cubicBezTo>
                                  <a:pt x="284" y="5"/>
                                  <a:pt x="284" y="5"/>
                                  <a:pt x="284" y="5"/>
                                </a:cubicBezTo>
                                <a:cubicBezTo>
                                  <a:pt x="285" y="6"/>
                                  <a:pt x="285" y="7"/>
                                  <a:pt x="285" y="8"/>
                                </a:cubicBezTo>
                                <a:cubicBezTo>
                                  <a:pt x="286" y="8"/>
                                  <a:pt x="286" y="7"/>
                                  <a:pt x="287" y="7"/>
                                </a:cubicBezTo>
                                <a:cubicBezTo>
                                  <a:pt x="288" y="6"/>
                                  <a:pt x="288" y="6"/>
                                  <a:pt x="289" y="7"/>
                                </a:cubicBezTo>
                                <a:cubicBezTo>
                                  <a:pt x="290" y="7"/>
                                  <a:pt x="290" y="7"/>
                                  <a:pt x="290" y="7"/>
                                </a:cubicBezTo>
                                <a:cubicBezTo>
                                  <a:pt x="291" y="7"/>
                                  <a:pt x="291" y="7"/>
                                  <a:pt x="291" y="8"/>
                                </a:cubicBezTo>
                                <a:cubicBezTo>
                                  <a:pt x="292" y="8"/>
                                  <a:pt x="293" y="8"/>
                                  <a:pt x="294" y="9"/>
                                </a:cubicBezTo>
                                <a:cubicBezTo>
                                  <a:pt x="297" y="9"/>
                                  <a:pt x="298" y="9"/>
                                  <a:pt x="300" y="11"/>
                                </a:cubicBezTo>
                                <a:cubicBezTo>
                                  <a:pt x="303" y="12"/>
                                  <a:pt x="306" y="14"/>
                                  <a:pt x="308" y="16"/>
                                </a:cubicBezTo>
                                <a:cubicBezTo>
                                  <a:pt x="309" y="16"/>
                                  <a:pt x="309" y="16"/>
                                  <a:pt x="309" y="17"/>
                                </a:cubicBezTo>
                                <a:cubicBezTo>
                                  <a:pt x="311" y="19"/>
                                  <a:pt x="311" y="20"/>
                                  <a:pt x="310" y="22"/>
                                </a:cubicBezTo>
                                <a:cubicBezTo>
                                  <a:pt x="309" y="24"/>
                                  <a:pt x="308" y="25"/>
                                  <a:pt x="306" y="25"/>
                                </a:cubicBezTo>
                                <a:cubicBezTo>
                                  <a:pt x="305" y="25"/>
                                  <a:pt x="303" y="25"/>
                                  <a:pt x="302" y="25"/>
                                </a:cubicBezTo>
                                <a:cubicBezTo>
                                  <a:pt x="302" y="25"/>
                                  <a:pt x="302" y="25"/>
                                  <a:pt x="302" y="25"/>
                                </a:cubicBezTo>
                                <a:cubicBezTo>
                                  <a:pt x="299" y="25"/>
                                  <a:pt x="296" y="24"/>
                                  <a:pt x="294" y="24"/>
                                </a:cubicBezTo>
                                <a:cubicBezTo>
                                  <a:pt x="293" y="24"/>
                                  <a:pt x="293" y="24"/>
                                  <a:pt x="292" y="24"/>
                                </a:cubicBezTo>
                                <a:cubicBezTo>
                                  <a:pt x="288" y="24"/>
                                  <a:pt x="284" y="25"/>
                                  <a:pt x="280" y="26"/>
                                </a:cubicBezTo>
                                <a:cubicBezTo>
                                  <a:pt x="280" y="27"/>
                                  <a:pt x="280" y="28"/>
                                  <a:pt x="279" y="29"/>
                                </a:cubicBezTo>
                                <a:cubicBezTo>
                                  <a:pt x="277" y="30"/>
                                  <a:pt x="275" y="31"/>
                                  <a:pt x="274" y="32"/>
                                </a:cubicBezTo>
                                <a:cubicBezTo>
                                  <a:pt x="273" y="33"/>
                                  <a:pt x="272" y="33"/>
                                  <a:pt x="271" y="32"/>
                                </a:cubicBezTo>
                                <a:cubicBezTo>
                                  <a:pt x="268" y="31"/>
                                  <a:pt x="266" y="29"/>
                                  <a:pt x="264" y="28"/>
                                </a:cubicBezTo>
                                <a:cubicBezTo>
                                  <a:pt x="263" y="27"/>
                                  <a:pt x="262" y="27"/>
                                  <a:pt x="260" y="27"/>
                                </a:cubicBezTo>
                                <a:cubicBezTo>
                                  <a:pt x="261" y="29"/>
                                  <a:pt x="263" y="28"/>
                                  <a:pt x="264" y="29"/>
                                </a:cubicBezTo>
                                <a:cubicBezTo>
                                  <a:pt x="264" y="30"/>
                                  <a:pt x="265" y="30"/>
                                  <a:pt x="266" y="30"/>
                                </a:cubicBezTo>
                                <a:cubicBezTo>
                                  <a:pt x="268" y="31"/>
                                  <a:pt x="268" y="33"/>
                                  <a:pt x="267" y="35"/>
                                </a:cubicBezTo>
                                <a:cubicBezTo>
                                  <a:pt x="265" y="36"/>
                                  <a:pt x="263" y="36"/>
                                  <a:pt x="261" y="37"/>
                                </a:cubicBezTo>
                                <a:cubicBezTo>
                                  <a:pt x="259" y="38"/>
                                  <a:pt x="259" y="39"/>
                                  <a:pt x="258" y="40"/>
                                </a:cubicBezTo>
                                <a:cubicBezTo>
                                  <a:pt x="256" y="40"/>
                                  <a:pt x="254" y="40"/>
                                  <a:pt x="252" y="41"/>
                                </a:cubicBezTo>
                                <a:cubicBezTo>
                                  <a:pt x="251" y="41"/>
                                  <a:pt x="251" y="41"/>
                                  <a:pt x="251" y="41"/>
                                </a:cubicBezTo>
                                <a:cubicBezTo>
                                  <a:pt x="250" y="42"/>
                                  <a:pt x="249" y="42"/>
                                  <a:pt x="248" y="43"/>
                                </a:cubicBezTo>
                                <a:cubicBezTo>
                                  <a:pt x="249" y="43"/>
                                  <a:pt x="248" y="45"/>
                                  <a:pt x="250" y="46"/>
                                </a:cubicBezTo>
                                <a:cubicBezTo>
                                  <a:pt x="251" y="46"/>
                                  <a:pt x="251" y="44"/>
                                  <a:pt x="252" y="44"/>
                                </a:cubicBezTo>
                                <a:cubicBezTo>
                                  <a:pt x="254" y="42"/>
                                  <a:pt x="255" y="41"/>
                                  <a:pt x="258" y="42"/>
                                </a:cubicBezTo>
                                <a:cubicBezTo>
                                  <a:pt x="258" y="42"/>
                                  <a:pt x="259" y="42"/>
                                  <a:pt x="260" y="43"/>
                                </a:cubicBezTo>
                                <a:cubicBezTo>
                                  <a:pt x="260" y="43"/>
                                  <a:pt x="260" y="44"/>
                                  <a:pt x="261" y="44"/>
                                </a:cubicBezTo>
                                <a:cubicBezTo>
                                  <a:pt x="262" y="43"/>
                                  <a:pt x="259" y="41"/>
                                  <a:pt x="262" y="40"/>
                                </a:cubicBezTo>
                                <a:cubicBezTo>
                                  <a:pt x="262" y="40"/>
                                  <a:pt x="263" y="39"/>
                                  <a:pt x="264" y="39"/>
                                </a:cubicBezTo>
                                <a:cubicBezTo>
                                  <a:pt x="264" y="39"/>
                                  <a:pt x="264" y="39"/>
                                  <a:pt x="265" y="39"/>
                                </a:cubicBezTo>
                                <a:cubicBezTo>
                                  <a:pt x="265" y="38"/>
                                  <a:pt x="265" y="38"/>
                                  <a:pt x="266" y="38"/>
                                </a:cubicBezTo>
                                <a:cubicBezTo>
                                  <a:pt x="268" y="38"/>
                                  <a:pt x="270" y="37"/>
                                  <a:pt x="273" y="37"/>
                                </a:cubicBezTo>
                                <a:cubicBezTo>
                                  <a:pt x="273" y="37"/>
                                  <a:pt x="273" y="37"/>
                                  <a:pt x="274" y="37"/>
                                </a:cubicBezTo>
                                <a:cubicBezTo>
                                  <a:pt x="275" y="38"/>
                                  <a:pt x="276" y="36"/>
                                  <a:pt x="277" y="35"/>
                                </a:cubicBezTo>
                                <a:cubicBezTo>
                                  <a:pt x="278" y="34"/>
                                  <a:pt x="279" y="32"/>
                                  <a:pt x="281" y="31"/>
                                </a:cubicBezTo>
                                <a:cubicBezTo>
                                  <a:pt x="282" y="30"/>
                                  <a:pt x="283" y="30"/>
                                  <a:pt x="284" y="30"/>
                                </a:cubicBezTo>
                                <a:cubicBezTo>
                                  <a:pt x="284" y="29"/>
                                  <a:pt x="285" y="29"/>
                                  <a:pt x="285" y="29"/>
                                </a:cubicBezTo>
                                <a:cubicBezTo>
                                  <a:pt x="286" y="28"/>
                                  <a:pt x="287" y="28"/>
                                  <a:pt x="289" y="28"/>
                                </a:cubicBezTo>
                                <a:cubicBezTo>
                                  <a:pt x="291" y="27"/>
                                  <a:pt x="292" y="28"/>
                                  <a:pt x="294" y="28"/>
                                </a:cubicBezTo>
                                <a:cubicBezTo>
                                  <a:pt x="296" y="28"/>
                                  <a:pt x="299" y="29"/>
                                  <a:pt x="300" y="31"/>
                                </a:cubicBezTo>
                                <a:cubicBezTo>
                                  <a:pt x="301" y="30"/>
                                  <a:pt x="302" y="29"/>
                                  <a:pt x="304" y="30"/>
                                </a:cubicBezTo>
                                <a:cubicBezTo>
                                  <a:pt x="305" y="30"/>
                                  <a:pt x="306" y="30"/>
                                  <a:pt x="307" y="30"/>
                                </a:cubicBezTo>
                                <a:cubicBezTo>
                                  <a:pt x="307" y="30"/>
                                  <a:pt x="308" y="30"/>
                                  <a:pt x="309" y="30"/>
                                </a:cubicBezTo>
                                <a:cubicBezTo>
                                  <a:pt x="310" y="30"/>
                                  <a:pt x="311" y="30"/>
                                  <a:pt x="312" y="30"/>
                                </a:cubicBezTo>
                                <a:cubicBezTo>
                                  <a:pt x="312" y="30"/>
                                  <a:pt x="312" y="29"/>
                                  <a:pt x="313" y="29"/>
                                </a:cubicBezTo>
                                <a:cubicBezTo>
                                  <a:pt x="314" y="28"/>
                                  <a:pt x="314" y="27"/>
                                  <a:pt x="315" y="27"/>
                                </a:cubicBezTo>
                                <a:cubicBezTo>
                                  <a:pt x="317" y="28"/>
                                  <a:pt x="316" y="29"/>
                                  <a:pt x="316" y="30"/>
                                </a:cubicBezTo>
                                <a:cubicBezTo>
                                  <a:pt x="317" y="30"/>
                                  <a:pt x="317" y="31"/>
                                  <a:pt x="317" y="31"/>
                                </a:cubicBezTo>
                                <a:cubicBezTo>
                                  <a:pt x="316" y="32"/>
                                  <a:pt x="316" y="32"/>
                                  <a:pt x="316" y="33"/>
                                </a:cubicBezTo>
                                <a:cubicBezTo>
                                  <a:pt x="316" y="34"/>
                                  <a:pt x="317" y="34"/>
                                  <a:pt x="317" y="35"/>
                                </a:cubicBezTo>
                                <a:cubicBezTo>
                                  <a:pt x="318" y="36"/>
                                  <a:pt x="318" y="36"/>
                                  <a:pt x="319" y="37"/>
                                </a:cubicBezTo>
                                <a:cubicBezTo>
                                  <a:pt x="321" y="39"/>
                                  <a:pt x="323" y="40"/>
                                  <a:pt x="324" y="42"/>
                                </a:cubicBezTo>
                                <a:cubicBezTo>
                                  <a:pt x="326" y="43"/>
                                  <a:pt x="324" y="44"/>
                                  <a:pt x="324" y="45"/>
                                </a:cubicBezTo>
                                <a:cubicBezTo>
                                  <a:pt x="325" y="45"/>
                                  <a:pt x="327" y="43"/>
                                  <a:pt x="328" y="45"/>
                                </a:cubicBezTo>
                                <a:cubicBezTo>
                                  <a:pt x="328" y="45"/>
                                  <a:pt x="329" y="45"/>
                                  <a:pt x="329" y="45"/>
                                </a:cubicBezTo>
                                <a:cubicBezTo>
                                  <a:pt x="329" y="45"/>
                                  <a:pt x="329" y="46"/>
                                  <a:pt x="330" y="46"/>
                                </a:cubicBezTo>
                                <a:cubicBezTo>
                                  <a:pt x="330" y="45"/>
                                  <a:pt x="331" y="46"/>
                                  <a:pt x="331" y="46"/>
                                </a:cubicBezTo>
                                <a:cubicBezTo>
                                  <a:pt x="332" y="46"/>
                                  <a:pt x="333" y="46"/>
                                  <a:pt x="333" y="47"/>
                                </a:cubicBezTo>
                                <a:cubicBezTo>
                                  <a:pt x="335" y="49"/>
                                  <a:pt x="335" y="49"/>
                                  <a:pt x="333" y="51"/>
                                </a:cubicBezTo>
                                <a:cubicBezTo>
                                  <a:pt x="333" y="52"/>
                                  <a:pt x="333" y="52"/>
                                  <a:pt x="333" y="53"/>
                                </a:cubicBezTo>
                                <a:cubicBezTo>
                                  <a:pt x="334" y="53"/>
                                  <a:pt x="335" y="54"/>
                                  <a:pt x="335" y="55"/>
                                </a:cubicBezTo>
                                <a:cubicBezTo>
                                  <a:pt x="336" y="56"/>
                                  <a:pt x="337" y="57"/>
                                  <a:pt x="337" y="58"/>
                                </a:cubicBezTo>
                                <a:cubicBezTo>
                                  <a:pt x="338" y="58"/>
                                  <a:pt x="339" y="59"/>
                                  <a:pt x="339" y="60"/>
                                </a:cubicBezTo>
                                <a:cubicBezTo>
                                  <a:pt x="340" y="60"/>
                                  <a:pt x="340" y="60"/>
                                  <a:pt x="340" y="60"/>
                                </a:cubicBezTo>
                                <a:cubicBezTo>
                                  <a:pt x="341" y="62"/>
                                  <a:pt x="341" y="64"/>
                                  <a:pt x="339" y="65"/>
                                </a:cubicBezTo>
                                <a:cubicBezTo>
                                  <a:pt x="338" y="66"/>
                                  <a:pt x="337" y="66"/>
                                  <a:pt x="336" y="67"/>
                                </a:cubicBezTo>
                                <a:cubicBezTo>
                                  <a:pt x="336" y="72"/>
                                  <a:pt x="335" y="74"/>
                                  <a:pt x="330" y="75"/>
                                </a:cubicBezTo>
                                <a:cubicBezTo>
                                  <a:pt x="329" y="76"/>
                                  <a:pt x="328" y="77"/>
                                  <a:pt x="327" y="77"/>
                                </a:cubicBezTo>
                                <a:cubicBezTo>
                                  <a:pt x="327" y="78"/>
                                  <a:pt x="326" y="78"/>
                                  <a:pt x="326" y="78"/>
                                </a:cubicBezTo>
                                <a:cubicBezTo>
                                  <a:pt x="325" y="79"/>
                                  <a:pt x="324" y="79"/>
                                  <a:pt x="323" y="79"/>
                                </a:cubicBezTo>
                                <a:cubicBezTo>
                                  <a:pt x="321" y="79"/>
                                  <a:pt x="319" y="79"/>
                                  <a:pt x="318" y="80"/>
                                </a:cubicBezTo>
                                <a:cubicBezTo>
                                  <a:pt x="317" y="81"/>
                                  <a:pt x="316" y="81"/>
                                  <a:pt x="315" y="81"/>
                                </a:cubicBezTo>
                                <a:cubicBezTo>
                                  <a:pt x="309" y="79"/>
                                  <a:pt x="303" y="79"/>
                                  <a:pt x="297" y="80"/>
                                </a:cubicBezTo>
                                <a:cubicBezTo>
                                  <a:pt x="296" y="81"/>
                                  <a:pt x="294" y="82"/>
                                  <a:pt x="292" y="81"/>
                                </a:cubicBezTo>
                                <a:cubicBezTo>
                                  <a:pt x="291" y="81"/>
                                  <a:pt x="290" y="82"/>
                                  <a:pt x="289" y="82"/>
                                </a:cubicBezTo>
                                <a:cubicBezTo>
                                  <a:pt x="289" y="80"/>
                                  <a:pt x="287" y="80"/>
                                  <a:pt x="286" y="80"/>
                                </a:cubicBezTo>
                                <a:cubicBezTo>
                                  <a:pt x="286" y="81"/>
                                  <a:pt x="287" y="81"/>
                                  <a:pt x="287" y="82"/>
                                </a:cubicBezTo>
                                <a:cubicBezTo>
                                  <a:pt x="289" y="83"/>
                                  <a:pt x="289" y="84"/>
                                  <a:pt x="287" y="85"/>
                                </a:cubicBezTo>
                                <a:cubicBezTo>
                                  <a:pt x="285" y="87"/>
                                  <a:pt x="282" y="88"/>
                                  <a:pt x="280" y="90"/>
                                </a:cubicBezTo>
                                <a:cubicBezTo>
                                  <a:pt x="279" y="91"/>
                                  <a:pt x="278" y="91"/>
                                  <a:pt x="277" y="92"/>
                                </a:cubicBezTo>
                                <a:cubicBezTo>
                                  <a:pt x="274" y="93"/>
                                  <a:pt x="272" y="95"/>
                                  <a:pt x="270" y="98"/>
                                </a:cubicBezTo>
                                <a:cubicBezTo>
                                  <a:pt x="270" y="98"/>
                                  <a:pt x="269" y="99"/>
                                  <a:pt x="270" y="100"/>
                                </a:cubicBezTo>
                                <a:cubicBezTo>
                                  <a:pt x="272" y="101"/>
                                  <a:pt x="270" y="103"/>
                                  <a:pt x="271" y="105"/>
                                </a:cubicBezTo>
                                <a:cubicBezTo>
                                  <a:pt x="273" y="105"/>
                                  <a:pt x="274" y="105"/>
                                  <a:pt x="275" y="102"/>
                                </a:cubicBezTo>
                                <a:cubicBezTo>
                                  <a:pt x="275" y="101"/>
                                  <a:pt x="276" y="100"/>
                                  <a:pt x="277" y="100"/>
                                </a:cubicBezTo>
                                <a:cubicBezTo>
                                  <a:pt x="279" y="97"/>
                                  <a:pt x="282" y="96"/>
                                  <a:pt x="285" y="95"/>
                                </a:cubicBezTo>
                                <a:cubicBezTo>
                                  <a:pt x="286" y="94"/>
                                  <a:pt x="286" y="94"/>
                                  <a:pt x="286" y="94"/>
                                </a:cubicBezTo>
                                <a:cubicBezTo>
                                  <a:pt x="287" y="93"/>
                                  <a:pt x="289" y="93"/>
                                  <a:pt x="290" y="92"/>
                                </a:cubicBezTo>
                                <a:cubicBezTo>
                                  <a:pt x="290" y="92"/>
                                  <a:pt x="291" y="91"/>
                                  <a:pt x="291" y="92"/>
                                </a:cubicBezTo>
                                <a:cubicBezTo>
                                  <a:pt x="292" y="92"/>
                                  <a:pt x="292" y="93"/>
                                  <a:pt x="292" y="93"/>
                                </a:cubicBezTo>
                                <a:cubicBezTo>
                                  <a:pt x="291" y="94"/>
                                  <a:pt x="291" y="94"/>
                                  <a:pt x="291" y="95"/>
                                </a:cubicBezTo>
                                <a:cubicBezTo>
                                  <a:pt x="292" y="95"/>
                                  <a:pt x="292" y="94"/>
                                  <a:pt x="293" y="94"/>
                                </a:cubicBezTo>
                                <a:cubicBezTo>
                                  <a:pt x="293" y="94"/>
                                  <a:pt x="293" y="93"/>
                                  <a:pt x="293" y="93"/>
                                </a:cubicBezTo>
                                <a:cubicBezTo>
                                  <a:pt x="294" y="90"/>
                                  <a:pt x="296" y="89"/>
                                  <a:pt x="299" y="89"/>
                                </a:cubicBezTo>
                                <a:cubicBezTo>
                                  <a:pt x="301" y="87"/>
                                  <a:pt x="303" y="88"/>
                                  <a:pt x="305" y="87"/>
                                </a:cubicBezTo>
                                <a:cubicBezTo>
                                  <a:pt x="306" y="87"/>
                                  <a:pt x="307" y="87"/>
                                  <a:pt x="308" y="87"/>
                                </a:cubicBezTo>
                                <a:cubicBezTo>
                                  <a:pt x="310" y="87"/>
                                  <a:pt x="313" y="87"/>
                                  <a:pt x="315" y="88"/>
                                </a:cubicBezTo>
                                <a:cubicBezTo>
                                  <a:pt x="317" y="89"/>
                                  <a:pt x="320" y="89"/>
                                  <a:pt x="322" y="89"/>
                                </a:cubicBezTo>
                                <a:cubicBezTo>
                                  <a:pt x="324" y="89"/>
                                  <a:pt x="326" y="88"/>
                                  <a:pt x="324" y="91"/>
                                </a:cubicBezTo>
                                <a:cubicBezTo>
                                  <a:pt x="324" y="92"/>
                                  <a:pt x="326" y="94"/>
                                  <a:pt x="325" y="96"/>
                                </a:cubicBezTo>
                                <a:cubicBezTo>
                                  <a:pt x="325" y="99"/>
                                  <a:pt x="324" y="102"/>
                                  <a:pt x="321" y="103"/>
                                </a:cubicBezTo>
                                <a:cubicBezTo>
                                  <a:pt x="320" y="105"/>
                                  <a:pt x="318" y="105"/>
                                  <a:pt x="316" y="106"/>
                                </a:cubicBezTo>
                                <a:cubicBezTo>
                                  <a:pt x="315" y="108"/>
                                  <a:pt x="312" y="109"/>
                                  <a:pt x="311" y="110"/>
                                </a:cubicBezTo>
                                <a:cubicBezTo>
                                  <a:pt x="311" y="111"/>
                                  <a:pt x="311" y="112"/>
                                  <a:pt x="311" y="112"/>
                                </a:cubicBezTo>
                                <a:cubicBezTo>
                                  <a:pt x="310" y="114"/>
                                  <a:pt x="311" y="114"/>
                                  <a:pt x="312" y="115"/>
                                </a:cubicBezTo>
                                <a:cubicBezTo>
                                  <a:pt x="314" y="115"/>
                                  <a:pt x="314" y="114"/>
                                  <a:pt x="315" y="113"/>
                                </a:cubicBezTo>
                                <a:cubicBezTo>
                                  <a:pt x="316" y="112"/>
                                  <a:pt x="316" y="111"/>
                                  <a:pt x="317" y="111"/>
                                </a:cubicBezTo>
                                <a:cubicBezTo>
                                  <a:pt x="317" y="111"/>
                                  <a:pt x="318" y="111"/>
                                  <a:pt x="318" y="111"/>
                                </a:cubicBezTo>
                                <a:cubicBezTo>
                                  <a:pt x="321" y="109"/>
                                  <a:pt x="325" y="107"/>
                                  <a:pt x="327" y="104"/>
                                </a:cubicBezTo>
                                <a:cubicBezTo>
                                  <a:pt x="328" y="103"/>
                                  <a:pt x="329" y="103"/>
                                  <a:pt x="330" y="103"/>
                                </a:cubicBezTo>
                                <a:cubicBezTo>
                                  <a:pt x="331" y="102"/>
                                  <a:pt x="332" y="103"/>
                                  <a:pt x="333" y="102"/>
                                </a:cubicBezTo>
                                <a:cubicBezTo>
                                  <a:pt x="333" y="101"/>
                                  <a:pt x="333" y="100"/>
                                  <a:pt x="334" y="99"/>
                                </a:cubicBezTo>
                                <a:cubicBezTo>
                                  <a:pt x="332" y="96"/>
                                  <a:pt x="333" y="94"/>
                                  <a:pt x="333" y="91"/>
                                </a:cubicBezTo>
                                <a:cubicBezTo>
                                  <a:pt x="332" y="90"/>
                                  <a:pt x="334" y="89"/>
                                  <a:pt x="335" y="89"/>
                                </a:cubicBezTo>
                                <a:cubicBezTo>
                                  <a:pt x="337" y="87"/>
                                  <a:pt x="340" y="86"/>
                                  <a:pt x="343" y="85"/>
                                </a:cubicBezTo>
                                <a:cubicBezTo>
                                  <a:pt x="347" y="84"/>
                                  <a:pt x="348" y="85"/>
                                  <a:pt x="348" y="89"/>
                                </a:cubicBezTo>
                                <a:cubicBezTo>
                                  <a:pt x="348" y="91"/>
                                  <a:pt x="349" y="92"/>
                                  <a:pt x="349" y="95"/>
                                </a:cubicBezTo>
                                <a:cubicBezTo>
                                  <a:pt x="349" y="96"/>
                                  <a:pt x="349" y="97"/>
                                  <a:pt x="348" y="98"/>
                                </a:cubicBezTo>
                                <a:cubicBezTo>
                                  <a:pt x="348" y="98"/>
                                  <a:pt x="348" y="99"/>
                                  <a:pt x="348" y="99"/>
                                </a:cubicBezTo>
                                <a:cubicBezTo>
                                  <a:pt x="349" y="102"/>
                                  <a:pt x="348" y="104"/>
                                  <a:pt x="348" y="107"/>
                                </a:cubicBezTo>
                                <a:cubicBezTo>
                                  <a:pt x="348" y="108"/>
                                  <a:pt x="348" y="110"/>
                                  <a:pt x="347" y="111"/>
                                </a:cubicBezTo>
                                <a:cubicBezTo>
                                  <a:pt x="346" y="114"/>
                                  <a:pt x="346" y="116"/>
                                  <a:pt x="345" y="118"/>
                                </a:cubicBezTo>
                                <a:cubicBezTo>
                                  <a:pt x="345" y="119"/>
                                  <a:pt x="345" y="120"/>
                                  <a:pt x="344" y="121"/>
                                </a:cubicBezTo>
                                <a:cubicBezTo>
                                  <a:pt x="342" y="122"/>
                                  <a:pt x="342" y="124"/>
                                  <a:pt x="341" y="126"/>
                                </a:cubicBezTo>
                                <a:cubicBezTo>
                                  <a:pt x="339" y="129"/>
                                  <a:pt x="339" y="133"/>
                                  <a:pt x="335" y="135"/>
                                </a:cubicBezTo>
                                <a:cubicBezTo>
                                  <a:pt x="335" y="136"/>
                                  <a:pt x="334" y="137"/>
                                  <a:pt x="333" y="138"/>
                                </a:cubicBezTo>
                                <a:cubicBezTo>
                                  <a:pt x="334" y="140"/>
                                  <a:pt x="334" y="142"/>
                                  <a:pt x="333" y="144"/>
                                </a:cubicBezTo>
                                <a:cubicBezTo>
                                  <a:pt x="333" y="145"/>
                                  <a:pt x="331" y="145"/>
                                  <a:pt x="331" y="146"/>
                                </a:cubicBezTo>
                                <a:cubicBezTo>
                                  <a:pt x="332" y="147"/>
                                  <a:pt x="331" y="148"/>
                                  <a:pt x="330" y="148"/>
                                </a:cubicBezTo>
                                <a:cubicBezTo>
                                  <a:pt x="329" y="148"/>
                                  <a:pt x="329" y="149"/>
                                  <a:pt x="330" y="150"/>
                                </a:cubicBezTo>
                                <a:cubicBezTo>
                                  <a:pt x="330" y="151"/>
                                  <a:pt x="330" y="151"/>
                                  <a:pt x="331" y="150"/>
                                </a:cubicBezTo>
                                <a:cubicBezTo>
                                  <a:pt x="331" y="149"/>
                                  <a:pt x="332" y="149"/>
                                  <a:pt x="333" y="148"/>
                                </a:cubicBezTo>
                                <a:cubicBezTo>
                                  <a:pt x="335" y="145"/>
                                  <a:pt x="336" y="143"/>
                                  <a:pt x="336" y="140"/>
                                </a:cubicBezTo>
                                <a:cubicBezTo>
                                  <a:pt x="336" y="139"/>
                                  <a:pt x="336" y="139"/>
                                  <a:pt x="337" y="139"/>
                                </a:cubicBezTo>
                                <a:cubicBezTo>
                                  <a:pt x="338" y="138"/>
                                  <a:pt x="339" y="137"/>
                                  <a:pt x="340" y="136"/>
                                </a:cubicBezTo>
                                <a:cubicBezTo>
                                  <a:pt x="342" y="135"/>
                                  <a:pt x="342" y="134"/>
                                  <a:pt x="342" y="132"/>
                                </a:cubicBezTo>
                                <a:cubicBezTo>
                                  <a:pt x="343" y="131"/>
                                  <a:pt x="344" y="131"/>
                                  <a:pt x="344" y="130"/>
                                </a:cubicBezTo>
                                <a:cubicBezTo>
                                  <a:pt x="344" y="130"/>
                                  <a:pt x="345" y="129"/>
                                  <a:pt x="345" y="129"/>
                                </a:cubicBezTo>
                                <a:cubicBezTo>
                                  <a:pt x="345" y="127"/>
                                  <a:pt x="347" y="126"/>
                                  <a:pt x="348" y="125"/>
                                </a:cubicBezTo>
                                <a:cubicBezTo>
                                  <a:pt x="349" y="125"/>
                                  <a:pt x="349" y="124"/>
                                  <a:pt x="350" y="124"/>
                                </a:cubicBezTo>
                                <a:cubicBezTo>
                                  <a:pt x="348" y="122"/>
                                  <a:pt x="351" y="122"/>
                                  <a:pt x="351" y="121"/>
                                </a:cubicBezTo>
                                <a:cubicBezTo>
                                  <a:pt x="350" y="117"/>
                                  <a:pt x="353" y="116"/>
                                  <a:pt x="355" y="113"/>
                                </a:cubicBezTo>
                                <a:cubicBezTo>
                                  <a:pt x="356" y="112"/>
                                  <a:pt x="356" y="111"/>
                                  <a:pt x="358" y="110"/>
                                </a:cubicBezTo>
                                <a:cubicBezTo>
                                  <a:pt x="358" y="110"/>
                                  <a:pt x="358" y="109"/>
                                  <a:pt x="358" y="109"/>
                                </a:cubicBezTo>
                                <a:cubicBezTo>
                                  <a:pt x="356" y="109"/>
                                  <a:pt x="357" y="107"/>
                                  <a:pt x="356" y="106"/>
                                </a:cubicBezTo>
                                <a:cubicBezTo>
                                  <a:pt x="356" y="105"/>
                                  <a:pt x="356" y="105"/>
                                  <a:pt x="356" y="105"/>
                                </a:cubicBezTo>
                                <a:cubicBezTo>
                                  <a:pt x="357" y="104"/>
                                  <a:pt x="358" y="105"/>
                                  <a:pt x="358" y="105"/>
                                </a:cubicBezTo>
                                <a:cubicBezTo>
                                  <a:pt x="358" y="107"/>
                                  <a:pt x="359" y="108"/>
                                  <a:pt x="360" y="107"/>
                                </a:cubicBezTo>
                                <a:cubicBezTo>
                                  <a:pt x="361" y="108"/>
                                  <a:pt x="360" y="108"/>
                                  <a:pt x="360" y="109"/>
                                </a:cubicBezTo>
                                <a:cubicBezTo>
                                  <a:pt x="361" y="109"/>
                                  <a:pt x="361" y="107"/>
                                  <a:pt x="363" y="108"/>
                                </a:cubicBezTo>
                                <a:cubicBezTo>
                                  <a:pt x="360" y="110"/>
                                  <a:pt x="361" y="114"/>
                                  <a:pt x="359" y="118"/>
                                </a:cubicBezTo>
                                <a:cubicBezTo>
                                  <a:pt x="361" y="118"/>
                                  <a:pt x="361" y="117"/>
                                  <a:pt x="362" y="116"/>
                                </a:cubicBezTo>
                                <a:cubicBezTo>
                                  <a:pt x="365" y="112"/>
                                  <a:pt x="367" y="112"/>
                                  <a:pt x="370" y="116"/>
                                </a:cubicBezTo>
                                <a:cubicBezTo>
                                  <a:pt x="371" y="116"/>
                                  <a:pt x="370" y="114"/>
                                  <a:pt x="371" y="115"/>
                                </a:cubicBezTo>
                                <a:cubicBezTo>
                                  <a:pt x="372" y="115"/>
                                  <a:pt x="372" y="116"/>
                                  <a:pt x="372" y="116"/>
                                </a:cubicBezTo>
                                <a:cubicBezTo>
                                  <a:pt x="372" y="117"/>
                                  <a:pt x="372" y="118"/>
                                  <a:pt x="373" y="118"/>
                                </a:cubicBezTo>
                                <a:cubicBezTo>
                                  <a:pt x="374" y="118"/>
                                  <a:pt x="375" y="118"/>
                                  <a:pt x="375" y="116"/>
                                </a:cubicBezTo>
                                <a:cubicBezTo>
                                  <a:pt x="375" y="114"/>
                                  <a:pt x="377" y="113"/>
                                  <a:pt x="378" y="111"/>
                                </a:cubicBezTo>
                                <a:cubicBezTo>
                                  <a:pt x="377" y="111"/>
                                  <a:pt x="377" y="110"/>
                                  <a:pt x="377" y="110"/>
                                </a:cubicBezTo>
                                <a:cubicBezTo>
                                  <a:pt x="376" y="109"/>
                                  <a:pt x="376" y="106"/>
                                  <a:pt x="377" y="106"/>
                                </a:cubicBezTo>
                                <a:cubicBezTo>
                                  <a:pt x="379" y="105"/>
                                  <a:pt x="378" y="107"/>
                                  <a:pt x="379" y="107"/>
                                </a:cubicBezTo>
                                <a:cubicBezTo>
                                  <a:pt x="379" y="107"/>
                                  <a:pt x="379" y="107"/>
                                  <a:pt x="380" y="107"/>
                                </a:cubicBezTo>
                                <a:cubicBezTo>
                                  <a:pt x="379" y="105"/>
                                  <a:pt x="380" y="103"/>
                                  <a:pt x="379" y="101"/>
                                </a:cubicBezTo>
                                <a:cubicBezTo>
                                  <a:pt x="379" y="99"/>
                                  <a:pt x="381" y="100"/>
                                  <a:pt x="381" y="99"/>
                                </a:cubicBezTo>
                                <a:cubicBezTo>
                                  <a:pt x="383" y="101"/>
                                  <a:pt x="383" y="99"/>
                                  <a:pt x="383" y="98"/>
                                </a:cubicBezTo>
                                <a:cubicBezTo>
                                  <a:pt x="384" y="97"/>
                                  <a:pt x="385" y="96"/>
                                  <a:pt x="386" y="98"/>
                                </a:cubicBezTo>
                                <a:cubicBezTo>
                                  <a:pt x="389" y="96"/>
                                  <a:pt x="392" y="100"/>
                                  <a:pt x="395" y="98"/>
                                </a:cubicBezTo>
                                <a:cubicBezTo>
                                  <a:pt x="396" y="97"/>
                                  <a:pt x="398" y="98"/>
                                  <a:pt x="399" y="99"/>
                                </a:cubicBezTo>
                                <a:cubicBezTo>
                                  <a:pt x="401" y="102"/>
                                  <a:pt x="405" y="103"/>
                                  <a:pt x="408" y="106"/>
                                </a:cubicBezTo>
                                <a:cubicBezTo>
                                  <a:pt x="409" y="107"/>
                                  <a:pt x="410" y="108"/>
                                  <a:pt x="410" y="109"/>
                                </a:cubicBezTo>
                                <a:cubicBezTo>
                                  <a:pt x="411" y="111"/>
                                  <a:pt x="411" y="112"/>
                                  <a:pt x="413" y="113"/>
                                </a:cubicBezTo>
                                <a:cubicBezTo>
                                  <a:pt x="414" y="113"/>
                                  <a:pt x="413" y="114"/>
                                  <a:pt x="413" y="115"/>
                                </a:cubicBezTo>
                                <a:close/>
                                <a:moveTo>
                                  <a:pt x="313" y="33"/>
                                </a:move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lose/>
                                <a:moveTo>
                                  <a:pt x="63" y="129"/>
                                </a:moveTo>
                                <a:cubicBezTo>
                                  <a:pt x="63" y="129"/>
                                  <a:pt x="63" y="128"/>
                                  <a:pt x="63" y="128"/>
                                </a:cubicBezTo>
                                <a:cubicBezTo>
                                  <a:pt x="63" y="129"/>
                                  <a:pt x="63" y="129"/>
                                  <a:pt x="63" y="129"/>
                                </a:cubicBezTo>
                                <a:close/>
                                <a:moveTo>
                                  <a:pt x="119" y="395"/>
                                </a:move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lose/>
                                <a:moveTo>
                                  <a:pt x="122" y="401"/>
                                </a:move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lose/>
                                <a:moveTo>
                                  <a:pt x="136" y="405"/>
                                </a:move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lose/>
                                <a:moveTo>
                                  <a:pt x="301" y="426"/>
                                </a:move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lose/>
                                <a:moveTo>
                                  <a:pt x="326" y="151"/>
                                </a:move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lose/>
                                <a:moveTo>
                                  <a:pt x="373" y="146"/>
                                </a:moveTo>
                                <a:cubicBezTo>
                                  <a:pt x="372" y="146"/>
                                  <a:pt x="372" y="146"/>
                                  <a:pt x="372" y="146"/>
                                </a:cubicBezTo>
                                <a:cubicBezTo>
                                  <a:pt x="372" y="146"/>
                                  <a:pt x="372" y="146"/>
                                  <a:pt x="373" y="146"/>
                                </a:cubicBezTo>
                                <a:close/>
                                <a:moveTo>
                                  <a:pt x="373" y="329"/>
                                </a:moveTo>
                                <a:cubicBezTo>
                                  <a:pt x="372" y="328"/>
                                  <a:pt x="372" y="329"/>
                                  <a:pt x="372" y="329"/>
                                </a:cubicBezTo>
                                <a:cubicBezTo>
                                  <a:pt x="371" y="330"/>
                                  <a:pt x="371" y="330"/>
                                  <a:pt x="370" y="329"/>
                                </a:cubicBezTo>
                                <a:cubicBezTo>
                                  <a:pt x="369" y="328"/>
                                  <a:pt x="369" y="327"/>
                                  <a:pt x="368" y="325"/>
                                </a:cubicBezTo>
                                <a:cubicBezTo>
                                  <a:pt x="368" y="325"/>
                                  <a:pt x="369" y="325"/>
                                  <a:pt x="369" y="324"/>
                                </a:cubicBezTo>
                                <a:cubicBezTo>
                                  <a:pt x="370" y="324"/>
                                  <a:pt x="370" y="323"/>
                                  <a:pt x="370" y="323"/>
                                </a:cubicBezTo>
                                <a:cubicBezTo>
                                  <a:pt x="369" y="322"/>
                                  <a:pt x="369" y="321"/>
                                  <a:pt x="369" y="321"/>
                                </a:cubicBezTo>
                                <a:cubicBezTo>
                                  <a:pt x="368" y="321"/>
                                  <a:pt x="368" y="322"/>
                                  <a:pt x="368" y="322"/>
                                </a:cubicBezTo>
                                <a:cubicBezTo>
                                  <a:pt x="367" y="323"/>
                                  <a:pt x="367" y="324"/>
                                  <a:pt x="366" y="323"/>
                                </a:cubicBezTo>
                                <a:cubicBezTo>
                                  <a:pt x="365" y="322"/>
                                  <a:pt x="363" y="323"/>
                                  <a:pt x="363" y="324"/>
                                </a:cubicBezTo>
                                <a:cubicBezTo>
                                  <a:pt x="363" y="326"/>
                                  <a:pt x="363" y="327"/>
                                  <a:pt x="363" y="328"/>
                                </a:cubicBezTo>
                                <a:cubicBezTo>
                                  <a:pt x="363" y="330"/>
                                  <a:pt x="362" y="331"/>
                                  <a:pt x="363" y="332"/>
                                </a:cubicBezTo>
                                <a:cubicBezTo>
                                  <a:pt x="364" y="332"/>
                                  <a:pt x="366" y="333"/>
                                  <a:pt x="367" y="332"/>
                                </a:cubicBezTo>
                                <a:cubicBezTo>
                                  <a:pt x="368" y="331"/>
                                  <a:pt x="370" y="331"/>
                                  <a:pt x="371" y="332"/>
                                </a:cubicBezTo>
                                <a:cubicBezTo>
                                  <a:pt x="372" y="332"/>
                                  <a:pt x="373" y="332"/>
                                  <a:pt x="373" y="330"/>
                                </a:cubicBezTo>
                                <a:cubicBezTo>
                                  <a:pt x="373" y="329"/>
                                  <a:pt x="373" y="329"/>
                                  <a:pt x="373" y="329"/>
                                </a:cubicBezTo>
                                <a:close/>
                                <a:moveTo>
                                  <a:pt x="340" y="393"/>
                                </a:moveTo>
                                <a:cubicBezTo>
                                  <a:pt x="340" y="393"/>
                                  <a:pt x="340" y="393"/>
                                  <a:pt x="340" y="393"/>
                                </a:cubicBezTo>
                                <a:cubicBezTo>
                                  <a:pt x="341" y="394"/>
                                  <a:pt x="342" y="394"/>
                                  <a:pt x="342" y="393"/>
                                </a:cubicBezTo>
                                <a:cubicBezTo>
                                  <a:pt x="343" y="393"/>
                                  <a:pt x="342" y="392"/>
                                  <a:pt x="342" y="391"/>
                                </a:cubicBezTo>
                                <a:cubicBezTo>
                                  <a:pt x="340" y="390"/>
                                  <a:pt x="338" y="389"/>
                                  <a:pt x="337" y="388"/>
                                </a:cubicBezTo>
                                <a:cubicBezTo>
                                  <a:pt x="336" y="387"/>
                                  <a:pt x="335" y="386"/>
                                  <a:pt x="335" y="385"/>
                                </a:cubicBezTo>
                                <a:cubicBezTo>
                                  <a:pt x="334" y="384"/>
                                  <a:pt x="333" y="383"/>
                                  <a:pt x="331" y="384"/>
                                </a:cubicBezTo>
                                <a:cubicBezTo>
                                  <a:pt x="330" y="383"/>
                                  <a:pt x="330" y="383"/>
                                  <a:pt x="329" y="383"/>
                                </a:cubicBezTo>
                                <a:cubicBezTo>
                                  <a:pt x="326" y="382"/>
                                  <a:pt x="325" y="383"/>
                                  <a:pt x="326" y="386"/>
                                </a:cubicBezTo>
                                <a:cubicBezTo>
                                  <a:pt x="326" y="387"/>
                                  <a:pt x="326" y="388"/>
                                  <a:pt x="326" y="389"/>
                                </a:cubicBezTo>
                                <a:cubicBezTo>
                                  <a:pt x="328" y="391"/>
                                  <a:pt x="329" y="393"/>
                                  <a:pt x="332" y="394"/>
                                </a:cubicBezTo>
                                <a:cubicBezTo>
                                  <a:pt x="333" y="395"/>
                                  <a:pt x="334" y="395"/>
                                  <a:pt x="335" y="396"/>
                                </a:cubicBezTo>
                                <a:cubicBezTo>
                                  <a:pt x="336" y="398"/>
                                  <a:pt x="337" y="399"/>
                                  <a:pt x="339" y="399"/>
                                </a:cubicBezTo>
                                <a:cubicBezTo>
                                  <a:pt x="339" y="400"/>
                                  <a:pt x="340" y="401"/>
                                  <a:pt x="340" y="400"/>
                                </a:cubicBezTo>
                                <a:cubicBezTo>
                                  <a:pt x="341" y="400"/>
                                  <a:pt x="341" y="399"/>
                                  <a:pt x="341" y="398"/>
                                </a:cubicBezTo>
                                <a:cubicBezTo>
                                  <a:pt x="341" y="396"/>
                                  <a:pt x="340" y="396"/>
                                  <a:pt x="339" y="395"/>
                                </a:cubicBezTo>
                                <a:cubicBezTo>
                                  <a:pt x="338" y="395"/>
                                  <a:pt x="337" y="394"/>
                                  <a:pt x="338" y="393"/>
                                </a:cubicBezTo>
                                <a:cubicBezTo>
                                  <a:pt x="338" y="392"/>
                                  <a:pt x="339" y="393"/>
                                  <a:pt x="340" y="393"/>
                                </a:cubicBezTo>
                                <a:close/>
                                <a:moveTo>
                                  <a:pt x="129" y="86"/>
                                </a:moveTo>
                                <a:cubicBezTo>
                                  <a:pt x="129" y="87"/>
                                  <a:pt x="130" y="87"/>
                                  <a:pt x="131" y="88"/>
                                </a:cubicBezTo>
                                <a:cubicBezTo>
                                  <a:pt x="131" y="88"/>
                                  <a:pt x="131" y="88"/>
                                  <a:pt x="131" y="88"/>
                                </a:cubicBezTo>
                                <a:cubicBezTo>
                                  <a:pt x="132" y="89"/>
                                  <a:pt x="132" y="89"/>
                                  <a:pt x="133" y="90"/>
                                </a:cubicBezTo>
                                <a:cubicBezTo>
                                  <a:pt x="134" y="91"/>
                                  <a:pt x="135" y="92"/>
                                  <a:pt x="137" y="93"/>
                                </a:cubicBezTo>
                                <a:cubicBezTo>
                                  <a:pt x="138" y="93"/>
                                  <a:pt x="139" y="93"/>
                                  <a:pt x="139" y="92"/>
                                </a:cubicBezTo>
                                <a:cubicBezTo>
                                  <a:pt x="140" y="92"/>
                                  <a:pt x="139" y="91"/>
                                  <a:pt x="139" y="90"/>
                                </a:cubicBezTo>
                                <a:cubicBezTo>
                                  <a:pt x="138" y="90"/>
                                  <a:pt x="138" y="89"/>
                                  <a:pt x="137" y="88"/>
                                </a:cubicBezTo>
                                <a:cubicBezTo>
                                  <a:pt x="137" y="86"/>
                                  <a:pt x="136" y="83"/>
                                  <a:pt x="133" y="83"/>
                                </a:cubicBezTo>
                                <a:cubicBezTo>
                                  <a:pt x="132" y="82"/>
                                  <a:pt x="132" y="80"/>
                                  <a:pt x="131" y="79"/>
                                </a:cubicBezTo>
                                <a:cubicBezTo>
                                  <a:pt x="132" y="78"/>
                                  <a:pt x="132" y="78"/>
                                  <a:pt x="131" y="77"/>
                                </a:cubicBezTo>
                                <a:cubicBezTo>
                                  <a:pt x="131" y="76"/>
                                  <a:pt x="130" y="75"/>
                                  <a:pt x="129" y="75"/>
                                </a:cubicBezTo>
                                <a:cubicBezTo>
                                  <a:pt x="129" y="74"/>
                                  <a:pt x="128" y="74"/>
                                  <a:pt x="127" y="75"/>
                                </a:cubicBezTo>
                                <a:cubicBezTo>
                                  <a:pt x="126" y="78"/>
                                  <a:pt x="126" y="82"/>
                                  <a:pt x="127" y="85"/>
                                </a:cubicBezTo>
                                <a:cubicBezTo>
                                  <a:pt x="128" y="86"/>
                                  <a:pt x="128" y="86"/>
                                  <a:pt x="129" y="86"/>
                                </a:cubicBezTo>
                                <a:close/>
                                <a:moveTo>
                                  <a:pt x="216" y="27"/>
                                </a:moveTo>
                                <a:cubicBezTo>
                                  <a:pt x="217" y="27"/>
                                  <a:pt x="217" y="27"/>
                                  <a:pt x="218" y="27"/>
                                </a:cubicBezTo>
                                <a:cubicBezTo>
                                  <a:pt x="218" y="27"/>
                                  <a:pt x="218" y="27"/>
                                  <a:pt x="219" y="28"/>
                                </a:cubicBezTo>
                                <a:cubicBezTo>
                                  <a:pt x="219" y="28"/>
                                  <a:pt x="219" y="28"/>
                                  <a:pt x="219" y="28"/>
                                </a:cubicBezTo>
                                <a:cubicBezTo>
                                  <a:pt x="221" y="29"/>
                                  <a:pt x="222" y="30"/>
                                  <a:pt x="223" y="31"/>
                                </a:cubicBezTo>
                                <a:cubicBezTo>
                                  <a:pt x="224" y="32"/>
                                  <a:pt x="225" y="32"/>
                                  <a:pt x="225" y="31"/>
                                </a:cubicBezTo>
                                <a:cubicBezTo>
                                  <a:pt x="226" y="31"/>
                                  <a:pt x="226" y="30"/>
                                  <a:pt x="225" y="29"/>
                                </a:cubicBezTo>
                                <a:cubicBezTo>
                                  <a:pt x="225" y="29"/>
                                  <a:pt x="224" y="29"/>
                                  <a:pt x="224" y="28"/>
                                </a:cubicBezTo>
                                <a:cubicBezTo>
                                  <a:pt x="223" y="27"/>
                                  <a:pt x="222" y="28"/>
                                  <a:pt x="221" y="28"/>
                                </a:cubicBezTo>
                                <a:cubicBezTo>
                                  <a:pt x="221" y="27"/>
                                  <a:pt x="221" y="27"/>
                                  <a:pt x="220" y="27"/>
                                </a:cubicBezTo>
                                <a:cubicBezTo>
                                  <a:pt x="220" y="23"/>
                                  <a:pt x="217" y="21"/>
                                  <a:pt x="214" y="19"/>
                                </a:cubicBezTo>
                                <a:cubicBezTo>
                                  <a:pt x="213" y="18"/>
                                  <a:pt x="212" y="19"/>
                                  <a:pt x="211" y="20"/>
                                </a:cubicBezTo>
                                <a:cubicBezTo>
                                  <a:pt x="211" y="23"/>
                                  <a:pt x="211" y="27"/>
                                  <a:pt x="216" y="27"/>
                                </a:cubicBezTo>
                                <a:close/>
                                <a:moveTo>
                                  <a:pt x="208" y="32"/>
                                </a:moveTo>
                                <a:cubicBezTo>
                                  <a:pt x="209" y="34"/>
                                  <a:pt x="211" y="36"/>
                                  <a:pt x="212" y="38"/>
                                </a:cubicBezTo>
                                <a:cubicBezTo>
                                  <a:pt x="212" y="38"/>
                                  <a:pt x="213" y="39"/>
                                  <a:pt x="213" y="39"/>
                                </a:cubicBezTo>
                                <a:cubicBezTo>
                                  <a:pt x="214" y="40"/>
                                  <a:pt x="216" y="41"/>
                                  <a:pt x="217" y="40"/>
                                </a:cubicBezTo>
                                <a:cubicBezTo>
                                  <a:pt x="218" y="39"/>
                                  <a:pt x="216" y="38"/>
                                  <a:pt x="216" y="37"/>
                                </a:cubicBezTo>
                                <a:cubicBezTo>
                                  <a:pt x="214" y="35"/>
                                  <a:pt x="212" y="32"/>
                                  <a:pt x="210" y="29"/>
                                </a:cubicBezTo>
                                <a:cubicBezTo>
                                  <a:pt x="209" y="28"/>
                                  <a:pt x="209" y="29"/>
                                  <a:pt x="208" y="29"/>
                                </a:cubicBezTo>
                                <a:cubicBezTo>
                                  <a:pt x="206" y="30"/>
                                  <a:pt x="207" y="31"/>
                                  <a:pt x="208" y="32"/>
                                </a:cubicBezTo>
                                <a:close/>
                                <a:moveTo>
                                  <a:pt x="336" y="377"/>
                                </a:moveTo>
                                <a:cubicBezTo>
                                  <a:pt x="334" y="375"/>
                                  <a:pt x="332" y="377"/>
                                  <a:pt x="330" y="376"/>
                                </a:cubicBezTo>
                                <a:cubicBezTo>
                                  <a:pt x="330" y="375"/>
                                  <a:pt x="330" y="375"/>
                                  <a:pt x="330" y="375"/>
                                </a:cubicBezTo>
                                <a:cubicBezTo>
                                  <a:pt x="330" y="375"/>
                                  <a:pt x="331" y="375"/>
                                  <a:pt x="331" y="375"/>
                                </a:cubicBezTo>
                                <a:cubicBezTo>
                                  <a:pt x="332" y="375"/>
                                  <a:pt x="332" y="376"/>
                                  <a:pt x="333" y="375"/>
                                </a:cubicBezTo>
                                <a:cubicBezTo>
                                  <a:pt x="333" y="374"/>
                                  <a:pt x="332" y="374"/>
                                  <a:pt x="332" y="373"/>
                                </a:cubicBezTo>
                                <a:cubicBezTo>
                                  <a:pt x="331" y="372"/>
                                  <a:pt x="330" y="372"/>
                                  <a:pt x="329" y="372"/>
                                </a:cubicBezTo>
                                <a:cubicBezTo>
                                  <a:pt x="326" y="370"/>
                                  <a:pt x="323" y="370"/>
                                  <a:pt x="320" y="371"/>
                                </a:cubicBezTo>
                                <a:cubicBezTo>
                                  <a:pt x="320" y="372"/>
                                  <a:pt x="320" y="372"/>
                                  <a:pt x="320" y="373"/>
                                </a:cubicBezTo>
                                <a:cubicBezTo>
                                  <a:pt x="319" y="374"/>
                                  <a:pt x="318" y="375"/>
                                  <a:pt x="318" y="376"/>
                                </a:cubicBezTo>
                                <a:cubicBezTo>
                                  <a:pt x="317" y="378"/>
                                  <a:pt x="319" y="377"/>
                                  <a:pt x="320" y="377"/>
                                </a:cubicBezTo>
                                <a:cubicBezTo>
                                  <a:pt x="321" y="378"/>
                                  <a:pt x="322" y="378"/>
                                  <a:pt x="323" y="379"/>
                                </a:cubicBezTo>
                                <a:cubicBezTo>
                                  <a:pt x="326" y="380"/>
                                  <a:pt x="333" y="379"/>
                                  <a:pt x="336" y="377"/>
                                </a:cubicBezTo>
                                <a:close/>
                                <a:moveTo>
                                  <a:pt x="358" y="173"/>
                                </a:moveTo>
                                <a:cubicBezTo>
                                  <a:pt x="358" y="174"/>
                                  <a:pt x="359" y="173"/>
                                  <a:pt x="360" y="173"/>
                                </a:cubicBezTo>
                                <a:cubicBezTo>
                                  <a:pt x="361" y="172"/>
                                  <a:pt x="362" y="171"/>
                                  <a:pt x="364" y="170"/>
                                </a:cubicBezTo>
                                <a:cubicBezTo>
                                  <a:pt x="364" y="170"/>
                                  <a:pt x="364" y="170"/>
                                  <a:pt x="364" y="169"/>
                                </a:cubicBezTo>
                                <a:cubicBezTo>
                                  <a:pt x="363" y="168"/>
                                  <a:pt x="362" y="167"/>
                                  <a:pt x="361" y="167"/>
                                </a:cubicBezTo>
                                <a:cubicBezTo>
                                  <a:pt x="359" y="166"/>
                                  <a:pt x="359" y="168"/>
                                  <a:pt x="359" y="168"/>
                                </a:cubicBezTo>
                                <a:cubicBezTo>
                                  <a:pt x="358" y="169"/>
                                  <a:pt x="359" y="171"/>
                                  <a:pt x="358" y="172"/>
                                </a:cubicBezTo>
                                <a:cubicBezTo>
                                  <a:pt x="358" y="172"/>
                                  <a:pt x="357" y="173"/>
                                  <a:pt x="358" y="173"/>
                                </a:cubicBezTo>
                                <a:close/>
                                <a:moveTo>
                                  <a:pt x="371" y="108"/>
                                </a:moveTo>
                                <a:cubicBezTo>
                                  <a:pt x="371" y="109"/>
                                  <a:pt x="372" y="109"/>
                                  <a:pt x="373" y="109"/>
                                </a:cubicBezTo>
                                <a:cubicBezTo>
                                  <a:pt x="373" y="108"/>
                                  <a:pt x="373" y="107"/>
                                  <a:pt x="373" y="107"/>
                                </a:cubicBezTo>
                                <a:cubicBezTo>
                                  <a:pt x="372" y="105"/>
                                  <a:pt x="372" y="104"/>
                                  <a:pt x="371" y="102"/>
                                </a:cubicBezTo>
                                <a:cubicBezTo>
                                  <a:pt x="370" y="102"/>
                                  <a:pt x="370" y="102"/>
                                  <a:pt x="369" y="102"/>
                                </a:cubicBezTo>
                                <a:cubicBezTo>
                                  <a:pt x="369" y="102"/>
                                  <a:pt x="367" y="102"/>
                                  <a:pt x="368" y="103"/>
                                </a:cubicBezTo>
                                <a:cubicBezTo>
                                  <a:pt x="368" y="105"/>
                                  <a:pt x="369" y="107"/>
                                  <a:pt x="371" y="108"/>
                                </a:cubicBezTo>
                                <a:close/>
                                <a:moveTo>
                                  <a:pt x="369" y="257"/>
                                </a:moveTo>
                                <a:cubicBezTo>
                                  <a:pt x="369" y="257"/>
                                  <a:pt x="370" y="257"/>
                                  <a:pt x="370" y="256"/>
                                </a:cubicBezTo>
                                <a:cubicBezTo>
                                  <a:pt x="371" y="255"/>
                                  <a:pt x="371" y="253"/>
                                  <a:pt x="371" y="252"/>
                                </a:cubicBezTo>
                                <a:cubicBezTo>
                                  <a:pt x="372" y="251"/>
                                  <a:pt x="371" y="250"/>
                                  <a:pt x="370" y="249"/>
                                </a:cubicBezTo>
                                <a:cubicBezTo>
                                  <a:pt x="370" y="249"/>
                                  <a:pt x="369" y="249"/>
                                  <a:pt x="369" y="250"/>
                                </a:cubicBezTo>
                                <a:cubicBezTo>
                                  <a:pt x="370" y="252"/>
                                  <a:pt x="368" y="253"/>
                                  <a:pt x="368" y="256"/>
                                </a:cubicBezTo>
                                <a:cubicBezTo>
                                  <a:pt x="368" y="256"/>
                                  <a:pt x="368" y="257"/>
                                  <a:pt x="369" y="257"/>
                                </a:cubicBezTo>
                                <a:close/>
                                <a:moveTo>
                                  <a:pt x="361" y="292"/>
                                </a:moveTo>
                                <a:cubicBezTo>
                                  <a:pt x="363" y="295"/>
                                  <a:pt x="363" y="297"/>
                                  <a:pt x="364" y="300"/>
                                </a:cubicBezTo>
                                <a:cubicBezTo>
                                  <a:pt x="364" y="302"/>
                                  <a:pt x="365" y="304"/>
                                  <a:pt x="365" y="305"/>
                                </a:cubicBezTo>
                                <a:cubicBezTo>
                                  <a:pt x="366" y="303"/>
                                  <a:pt x="365" y="300"/>
                                  <a:pt x="365" y="297"/>
                                </a:cubicBezTo>
                                <a:cubicBezTo>
                                  <a:pt x="364" y="295"/>
                                  <a:pt x="364" y="293"/>
                                  <a:pt x="364" y="291"/>
                                </a:cubicBezTo>
                                <a:cubicBezTo>
                                  <a:pt x="364" y="290"/>
                                  <a:pt x="363" y="289"/>
                                  <a:pt x="362" y="289"/>
                                </a:cubicBezTo>
                                <a:cubicBezTo>
                                  <a:pt x="361" y="289"/>
                                  <a:pt x="361" y="290"/>
                                  <a:pt x="361" y="291"/>
                                </a:cubicBezTo>
                                <a:cubicBezTo>
                                  <a:pt x="361" y="291"/>
                                  <a:pt x="361" y="292"/>
                                  <a:pt x="361" y="292"/>
                                </a:cubicBezTo>
                                <a:close/>
                                <a:moveTo>
                                  <a:pt x="11" y="264"/>
                                </a:moveTo>
                                <a:cubicBezTo>
                                  <a:pt x="9" y="264"/>
                                  <a:pt x="8" y="263"/>
                                  <a:pt x="6" y="263"/>
                                </a:cubicBezTo>
                                <a:cubicBezTo>
                                  <a:pt x="5" y="263"/>
                                  <a:pt x="4" y="264"/>
                                  <a:pt x="4" y="264"/>
                                </a:cubicBezTo>
                                <a:cubicBezTo>
                                  <a:pt x="5" y="265"/>
                                  <a:pt x="6" y="267"/>
                                  <a:pt x="7" y="267"/>
                                </a:cubicBezTo>
                                <a:cubicBezTo>
                                  <a:pt x="9" y="267"/>
                                  <a:pt x="10" y="266"/>
                                  <a:pt x="11" y="266"/>
                                </a:cubicBezTo>
                                <a:cubicBezTo>
                                  <a:pt x="11" y="265"/>
                                  <a:pt x="11" y="265"/>
                                  <a:pt x="11" y="264"/>
                                </a:cubicBezTo>
                                <a:close/>
                                <a:moveTo>
                                  <a:pt x="219" y="32"/>
                                </a:moveTo>
                                <a:cubicBezTo>
                                  <a:pt x="218" y="31"/>
                                  <a:pt x="217" y="32"/>
                                  <a:pt x="216" y="31"/>
                                </a:cubicBezTo>
                                <a:cubicBezTo>
                                  <a:pt x="216" y="29"/>
                                  <a:pt x="215" y="28"/>
                                  <a:pt x="213" y="29"/>
                                </a:cubicBezTo>
                                <a:cubicBezTo>
                                  <a:pt x="212" y="30"/>
                                  <a:pt x="213" y="32"/>
                                  <a:pt x="214" y="33"/>
                                </a:cubicBezTo>
                                <a:cubicBezTo>
                                  <a:pt x="214" y="33"/>
                                  <a:pt x="214" y="33"/>
                                  <a:pt x="214" y="33"/>
                                </a:cubicBezTo>
                                <a:cubicBezTo>
                                  <a:pt x="215" y="34"/>
                                  <a:pt x="217" y="36"/>
                                  <a:pt x="218" y="37"/>
                                </a:cubicBezTo>
                                <a:cubicBezTo>
                                  <a:pt x="218" y="38"/>
                                  <a:pt x="218" y="38"/>
                                  <a:pt x="218" y="38"/>
                                </a:cubicBezTo>
                                <a:cubicBezTo>
                                  <a:pt x="219" y="39"/>
                                  <a:pt x="220" y="38"/>
                                  <a:pt x="220" y="38"/>
                                </a:cubicBezTo>
                                <a:cubicBezTo>
                                  <a:pt x="221" y="37"/>
                                  <a:pt x="222" y="37"/>
                                  <a:pt x="222" y="36"/>
                                </a:cubicBezTo>
                                <a:cubicBezTo>
                                  <a:pt x="222" y="33"/>
                                  <a:pt x="220" y="33"/>
                                  <a:pt x="219" y="32"/>
                                </a:cubicBezTo>
                                <a:close/>
                                <a:moveTo>
                                  <a:pt x="361" y="221"/>
                                </a:moveTo>
                                <a:cubicBezTo>
                                  <a:pt x="361" y="219"/>
                                  <a:pt x="362" y="217"/>
                                  <a:pt x="361" y="215"/>
                                </a:cubicBezTo>
                                <a:cubicBezTo>
                                  <a:pt x="360" y="216"/>
                                  <a:pt x="359" y="218"/>
                                  <a:pt x="358" y="219"/>
                                </a:cubicBezTo>
                                <a:cubicBezTo>
                                  <a:pt x="357" y="221"/>
                                  <a:pt x="359" y="222"/>
                                  <a:pt x="360" y="222"/>
                                </a:cubicBezTo>
                                <a:cubicBezTo>
                                  <a:pt x="361" y="223"/>
                                  <a:pt x="361" y="222"/>
                                  <a:pt x="361" y="221"/>
                                </a:cubicBezTo>
                                <a:close/>
                                <a:moveTo>
                                  <a:pt x="370" y="212"/>
                                </a:moveTo>
                                <a:cubicBezTo>
                                  <a:pt x="370" y="212"/>
                                  <a:pt x="370" y="212"/>
                                  <a:pt x="371" y="212"/>
                                </a:cubicBezTo>
                                <a:cubicBezTo>
                                  <a:pt x="373" y="210"/>
                                  <a:pt x="374" y="209"/>
                                  <a:pt x="372" y="205"/>
                                </a:cubicBezTo>
                                <a:cubicBezTo>
                                  <a:pt x="370" y="207"/>
                                  <a:pt x="370" y="209"/>
                                  <a:pt x="369" y="211"/>
                                </a:cubicBezTo>
                                <a:cubicBezTo>
                                  <a:pt x="369" y="212"/>
                                  <a:pt x="369" y="212"/>
                                  <a:pt x="370" y="212"/>
                                </a:cubicBezTo>
                                <a:close/>
                                <a:moveTo>
                                  <a:pt x="14" y="265"/>
                                </a:moveTo>
                                <a:cubicBezTo>
                                  <a:pt x="16" y="265"/>
                                  <a:pt x="17" y="264"/>
                                  <a:pt x="19" y="264"/>
                                </a:cubicBezTo>
                                <a:cubicBezTo>
                                  <a:pt x="17" y="263"/>
                                  <a:pt x="16" y="261"/>
                                  <a:pt x="14" y="262"/>
                                </a:cubicBezTo>
                                <a:cubicBezTo>
                                  <a:pt x="13" y="262"/>
                                  <a:pt x="12" y="262"/>
                                  <a:pt x="12" y="263"/>
                                </a:cubicBezTo>
                                <a:cubicBezTo>
                                  <a:pt x="12" y="264"/>
                                  <a:pt x="13" y="265"/>
                                  <a:pt x="14" y="265"/>
                                </a:cubicBezTo>
                                <a:close/>
                                <a:moveTo>
                                  <a:pt x="131" y="423"/>
                                </a:moveTo>
                                <a:cubicBezTo>
                                  <a:pt x="131" y="422"/>
                                  <a:pt x="132" y="422"/>
                                  <a:pt x="132" y="421"/>
                                </a:cubicBezTo>
                                <a:cubicBezTo>
                                  <a:pt x="131" y="420"/>
                                  <a:pt x="131" y="419"/>
                                  <a:pt x="130" y="418"/>
                                </a:cubicBezTo>
                                <a:cubicBezTo>
                                  <a:pt x="129" y="418"/>
                                  <a:pt x="128" y="419"/>
                                  <a:pt x="128" y="420"/>
                                </a:cubicBezTo>
                                <a:cubicBezTo>
                                  <a:pt x="127" y="422"/>
                                  <a:pt x="128" y="422"/>
                                  <a:pt x="129" y="423"/>
                                </a:cubicBezTo>
                                <a:cubicBezTo>
                                  <a:pt x="130" y="423"/>
                                  <a:pt x="130" y="423"/>
                                  <a:pt x="131" y="423"/>
                                </a:cubicBezTo>
                                <a:close/>
                                <a:moveTo>
                                  <a:pt x="149" y="447"/>
                                </a:moveTo>
                                <a:cubicBezTo>
                                  <a:pt x="148" y="446"/>
                                  <a:pt x="147" y="445"/>
                                  <a:pt x="146" y="446"/>
                                </a:cubicBezTo>
                                <a:cubicBezTo>
                                  <a:pt x="145" y="446"/>
                                  <a:pt x="145" y="447"/>
                                  <a:pt x="146" y="447"/>
                                </a:cubicBezTo>
                                <a:cubicBezTo>
                                  <a:pt x="146" y="447"/>
                                  <a:pt x="146" y="448"/>
                                  <a:pt x="146" y="448"/>
                                </a:cubicBezTo>
                                <a:cubicBezTo>
                                  <a:pt x="145" y="450"/>
                                  <a:pt x="146" y="451"/>
                                  <a:pt x="146" y="453"/>
                                </a:cubicBezTo>
                                <a:cubicBezTo>
                                  <a:pt x="148" y="453"/>
                                  <a:pt x="148" y="452"/>
                                  <a:pt x="148" y="451"/>
                                </a:cubicBezTo>
                                <a:cubicBezTo>
                                  <a:pt x="148" y="450"/>
                                  <a:pt x="148" y="449"/>
                                  <a:pt x="148" y="448"/>
                                </a:cubicBezTo>
                                <a:cubicBezTo>
                                  <a:pt x="149" y="448"/>
                                  <a:pt x="150" y="448"/>
                                  <a:pt x="149" y="447"/>
                                </a:cubicBezTo>
                                <a:close/>
                                <a:moveTo>
                                  <a:pt x="326" y="383"/>
                                </a:moveTo>
                                <a:cubicBezTo>
                                  <a:pt x="328" y="383"/>
                                  <a:pt x="329" y="382"/>
                                  <a:pt x="331" y="383"/>
                                </a:cubicBezTo>
                                <a:cubicBezTo>
                                  <a:pt x="333" y="383"/>
                                  <a:pt x="335" y="383"/>
                                  <a:pt x="337" y="386"/>
                                </a:cubicBezTo>
                                <a:cubicBezTo>
                                  <a:pt x="337" y="387"/>
                                  <a:pt x="338" y="387"/>
                                  <a:pt x="339" y="386"/>
                                </a:cubicBezTo>
                                <a:cubicBezTo>
                                  <a:pt x="340" y="386"/>
                                  <a:pt x="341" y="387"/>
                                  <a:pt x="342" y="387"/>
                                </a:cubicBezTo>
                                <a:cubicBezTo>
                                  <a:pt x="342" y="386"/>
                                  <a:pt x="341" y="385"/>
                                  <a:pt x="342" y="383"/>
                                </a:cubicBezTo>
                                <a:cubicBezTo>
                                  <a:pt x="342" y="383"/>
                                  <a:pt x="342" y="382"/>
                                  <a:pt x="342" y="382"/>
                                </a:cubicBezTo>
                                <a:cubicBezTo>
                                  <a:pt x="340" y="382"/>
                                  <a:pt x="340" y="381"/>
                                  <a:pt x="338" y="380"/>
                                </a:cubicBezTo>
                                <a:cubicBezTo>
                                  <a:pt x="335" y="379"/>
                                  <a:pt x="332" y="380"/>
                                  <a:pt x="329" y="380"/>
                                </a:cubicBezTo>
                                <a:cubicBezTo>
                                  <a:pt x="328" y="380"/>
                                  <a:pt x="327" y="380"/>
                                  <a:pt x="326" y="380"/>
                                </a:cubicBezTo>
                                <a:cubicBezTo>
                                  <a:pt x="326" y="381"/>
                                  <a:pt x="325" y="381"/>
                                  <a:pt x="325" y="382"/>
                                </a:cubicBezTo>
                                <a:cubicBezTo>
                                  <a:pt x="325" y="382"/>
                                  <a:pt x="326" y="382"/>
                                  <a:pt x="326" y="383"/>
                                </a:cubicBezTo>
                                <a:close/>
                                <a:moveTo>
                                  <a:pt x="363" y="237"/>
                                </a:moveTo>
                                <a:cubicBezTo>
                                  <a:pt x="362" y="236"/>
                                  <a:pt x="362" y="235"/>
                                  <a:pt x="361" y="234"/>
                                </a:cubicBezTo>
                                <a:cubicBezTo>
                                  <a:pt x="360" y="235"/>
                                  <a:pt x="361" y="236"/>
                                  <a:pt x="361" y="238"/>
                                </a:cubicBezTo>
                                <a:cubicBezTo>
                                  <a:pt x="361" y="238"/>
                                  <a:pt x="361" y="239"/>
                                  <a:pt x="362" y="239"/>
                                </a:cubicBezTo>
                                <a:cubicBezTo>
                                  <a:pt x="363" y="239"/>
                                  <a:pt x="363" y="238"/>
                                  <a:pt x="363" y="237"/>
                                </a:cubicBezTo>
                                <a:close/>
                                <a:moveTo>
                                  <a:pt x="131" y="458"/>
                                </a:moveTo>
                                <a:cubicBezTo>
                                  <a:pt x="133" y="457"/>
                                  <a:pt x="135" y="457"/>
                                  <a:pt x="136" y="455"/>
                                </a:cubicBezTo>
                                <a:cubicBezTo>
                                  <a:pt x="138" y="455"/>
                                  <a:pt x="140" y="455"/>
                                  <a:pt x="140" y="453"/>
                                </a:cubicBezTo>
                                <a:cubicBezTo>
                                  <a:pt x="143" y="451"/>
                                  <a:pt x="141" y="450"/>
                                  <a:pt x="141" y="448"/>
                                </a:cubicBezTo>
                                <a:cubicBezTo>
                                  <a:pt x="140" y="447"/>
                                  <a:pt x="138" y="447"/>
                                  <a:pt x="137" y="446"/>
                                </a:cubicBezTo>
                                <a:cubicBezTo>
                                  <a:pt x="135" y="445"/>
                                  <a:pt x="135" y="443"/>
                                  <a:pt x="133" y="441"/>
                                </a:cubicBezTo>
                                <a:cubicBezTo>
                                  <a:pt x="132" y="440"/>
                                  <a:pt x="131" y="439"/>
                                  <a:pt x="129" y="439"/>
                                </a:cubicBezTo>
                                <a:cubicBezTo>
                                  <a:pt x="129" y="439"/>
                                  <a:pt x="129" y="439"/>
                                  <a:pt x="128" y="439"/>
                                </a:cubicBezTo>
                                <a:cubicBezTo>
                                  <a:pt x="128" y="439"/>
                                  <a:pt x="128" y="438"/>
                                  <a:pt x="127" y="438"/>
                                </a:cubicBezTo>
                                <a:cubicBezTo>
                                  <a:pt x="127" y="438"/>
                                  <a:pt x="127" y="438"/>
                                  <a:pt x="126" y="438"/>
                                </a:cubicBezTo>
                                <a:cubicBezTo>
                                  <a:pt x="125" y="438"/>
                                  <a:pt x="124" y="438"/>
                                  <a:pt x="123" y="439"/>
                                </a:cubicBezTo>
                                <a:cubicBezTo>
                                  <a:pt x="121" y="440"/>
                                  <a:pt x="122" y="443"/>
                                  <a:pt x="124" y="444"/>
                                </a:cubicBezTo>
                                <a:cubicBezTo>
                                  <a:pt x="124" y="445"/>
                                  <a:pt x="125" y="446"/>
                                  <a:pt x="124" y="445"/>
                                </a:cubicBezTo>
                                <a:cubicBezTo>
                                  <a:pt x="122" y="445"/>
                                  <a:pt x="122" y="446"/>
                                  <a:pt x="122" y="447"/>
                                </a:cubicBezTo>
                                <a:cubicBezTo>
                                  <a:pt x="121" y="448"/>
                                  <a:pt x="122" y="448"/>
                                  <a:pt x="123" y="448"/>
                                </a:cubicBezTo>
                                <a:cubicBezTo>
                                  <a:pt x="123" y="449"/>
                                  <a:pt x="124" y="449"/>
                                  <a:pt x="124" y="449"/>
                                </a:cubicBezTo>
                                <a:cubicBezTo>
                                  <a:pt x="124" y="450"/>
                                  <a:pt x="123" y="449"/>
                                  <a:pt x="123" y="449"/>
                                </a:cubicBezTo>
                                <a:cubicBezTo>
                                  <a:pt x="122" y="449"/>
                                  <a:pt x="122" y="449"/>
                                  <a:pt x="121" y="450"/>
                                </a:cubicBezTo>
                                <a:cubicBezTo>
                                  <a:pt x="121" y="450"/>
                                  <a:pt x="121" y="452"/>
                                  <a:pt x="122" y="452"/>
                                </a:cubicBezTo>
                                <a:cubicBezTo>
                                  <a:pt x="124" y="452"/>
                                  <a:pt x="126" y="453"/>
                                  <a:pt x="128" y="452"/>
                                </a:cubicBezTo>
                                <a:cubicBezTo>
                                  <a:pt x="128" y="454"/>
                                  <a:pt x="129" y="454"/>
                                  <a:pt x="131" y="454"/>
                                </a:cubicBezTo>
                                <a:cubicBezTo>
                                  <a:pt x="129" y="455"/>
                                  <a:pt x="129" y="455"/>
                                  <a:pt x="127" y="455"/>
                                </a:cubicBezTo>
                                <a:cubicBezTo>
                                  <a:pt x="126" y="455"/>
                                  <a:pt x="126" y="456"/>
                                  <a:pt x="126" y="456"/>
                                </a:cubicBezTo>
                                <a:cubicBezTo>
                                  <a:pt x="128" y="457"/>
                                  <a:pt x="129" y="459"/>
                                  <a:pt x="131" y="458"/>
                                </a:cubicBezTo>
                                <a:close/>
                                <a:moveTo>
                                  <a:pt x="351" y="298"/>
                                </a:moveTo>
                                <a:cubicBezTo>
                                  <a:pt x="353" y="298"/>
                                  <a:pt x="353" y="295"/>
                                  <a:pt x="354" y="294"/>
                                </a:cubicBezTo>
                                <a:cubicBezTo>
                                  <a:pt x="354" y="294"/>
                                  <a:pt x="354" y="294"/>
                                  <a:pt x="354" y="293"/>
                                </a:cubicBezTo>
                                <a:cubicBezTo>
                                  <a:pt x="353" y="293"/>
                                  <a:pt x="353" y="293"/>
                                  <a:pt x="353" y="294"/>
                                </a:cubicBezTo>
                                <a:cubicBezTo>
                                  <a:pt x="352" y="295"/>
                                  <a:pt x="350" y="296"/>
                                  <a:pt x="351" y="298"/>
                                </a:cubicBezTo>
                                <a:close/>
                                <a:moveTo>
                                  <a:pt x="207" y="25"/>
                                </a:moveTo>
                                <a:cubicBezTo>
                                  <a:pt x="206" y="25"/>
                                  <a:pt x="205" y="25"/>
                                  <a:pt x="205" y="26"/>
                                </a:cubicBezTo>
                                <a:cubicBezTo>
                                  <a:pt x="205" y="27"/>
                                  <a:pt x="206" y="27"/>
                                  <a:pt x="208" y="27"/>
                                </a:cubicBezTo>
                                <a:cubicBezTo>
                                  <a:pt x="208" y="27"/>
                                  <a:pt x="209" y="27"/>
                                  <a:pt x="209" y="26"/>
                                </a:cubicBezTo>
                                <a:cubicBezTo>
                                  <a:pt x="209" y="25"/>
                                  <a:pt x="208" y="25"/>
                                  <a:pt x="207" y="25"/>
                                </a:cubicBezTo>
                                <a:close/>
                                <a:moveTo>
                                  <a:pt x="135" y="81"/>
                                </a:moveTo>
                                <a:cubicBezTo>
                                  <a:pt x="136" y="81"/>
                                  <a:pt x="137" y="81"/>
                                  <a:pt x="136" y="80"/>
                                </a:cubicBezTo>
                                <a:cubicBezTo>
                                  <a:pt x="136" y="79"/>
                                  <a:pt x="136" y="78"/>
                                  <a:pt x="135" y="77"/>
                                </a:cubicBezTo>
                                <a:cubicBezTo>
                                  <a:pt x="134" y="77"/>
                                  <a:pt x="134" y="78"/>
                                  <a:pt x="134" y="79"/>
                                </a:cubicBezTo>
                                <a:cubicBezTo>
                                  <a:pt x="134" y="80"/>
                                  <a:pt x="134" y="81"/>
                                  <a:pt x="135" y="81"/>
                                </a:cubicBezTo>
                                <a:close/>
                                <a:moveTo>
                                  <a:pt x="176" y="60"/>
                                </a:moveTo>
                                <a:cubicBezTo>
                                  <a:pt x="175" y="58"/>
                                  <a:pt x="173" y="58"/>
                                  <a:pt x="171" y="58"/>
                                </a:cubicBezTo>
                                <a:cubicBezTo>
                                  <a:pt x="169" y="58"/>
                                  <a:pt x="168" y="59"/>
                                  <a:pt x="167" y="59"/>
                                </a:cubicBezTo>
                                <a:cubicBezTo>
                                  <a:pt x="164" y="60"/>
                                  <a:pt x="164" y="60"/>
                                  <a:pt x="165" y="61"/>
                                </a:cubicBezTo>
                                <a:cubicBezTo>
                                  <a:pt x="168" y="65"/>
                                  <a:pt x="168" y="70"/>
                                  <a:pt x="169" y="75"/>
                                </a:cubicBezTo>
                                <a:cubicBezTo>
                                  <a:pt x="169" y="75"/>
                                  <a:pt x="170" y="76"/>
                                  <a:pt x="170" y="77"/>
                                </a:cubicBezTo>
                                <a:cubicBezTo>
                                  <a:pt x="171" y="77"/>
                                  <a:pt x="171" y="77"/>
                                  <a:pt x="171" y="77"/>
                                </a:cubicBezTo>
                                <a:cubicBezTo>
                                  <a:pt x="173" y="80"/>
                                  <a:pt x="176" y="82"/>
                                  <a:pt x="178" y="84"/>
                                </a:cubicBezTo>
                                <a:cubicBezTo>
                                  <a:pt x="179" y="85"/>
                                  <a:pt x="181" y="87"/>
                                  <a:pt x="181" y="89"/>
                                </a:cubicBezTo>
                                <a:cubicBezTo>
                                  <a:pt x="181" y="90"/>
                                  <a:pt x="181" y="90"/>
                                  <a:pt x="181" y="91"/>
                                </a:cubicBezTo>
                                <a:cubicBezTo>
                                  <a:pt x="182" y="92"/>
                                  <a:pt x="182" y="92"/>
                                  <a:pt x="182" y="92"/>
                                </a:cubicBezTo>
                                <a:cubicBezTo>
                                  <a:pt x="183" y="92"/>
                                  <a:pt x="183" y="92"/>
                                  <a:pt x="184" y="92"/>
                                </a:cubicBezTo>
                                <a:cubicBezTo>
                                  <a:pt x="184" y="91"/>
                                  <a:pt x="184" y="90"/>
                                  <a:pt x="184" y="90"/>
                                </a:cubicBezTo>
                                <a:cubicBezTo>
                                  <a:pt x="183" y="88"/>
                                  <a:pt x="183" y="86"/>
                                  <a:pt x="182" y="85"/>
                                </a:cubicBezTo>
                                <a:cubicBezTo>
                                  <a:pt x="182" y="84"/>
                                  <a:pt x="183" y="82"/>
                                  <a:pt x="183" y="81"/>
                                </a:cubicBezTo>
                                <a:cubicBezTo>
                                  <a:pt x="183" y="80"/>
                                  <a:pt x="184" y="80"/>
                                  <a:pt x="184" y="80"/>
                                </a:cubicBezTo>
                                <a:cubicBezTo>
                                  <a:pt x="187" y="78"/>
                                  <a:pt x="187" y="77"/>
                                  <a:pt x="186" y="74"/>
                                </a:cubicBezTo>
                                <a:cubicBezTo>
                                  <a:pt x="186" y="73"/>
                                  <a:pt x="186" y="73"/>
                                  <a:pt x="185" y="73"/>
                                </a:cubicBezTo>
                                <a:cubicBezTo>
                                  <a:pt x="184" y="70"/>
                                  <a:pt x="184" y="68"/>
                                  <a:pt x="182" y="66"/>
                                </a:cubicBezTo>
                                <a:cubicBezTo>
                                  <a:pt x="181" y="65"/>
                                  <a:pt x="181" y="65"/>
                                  <a:pt x="180" y="64"/>
                                </a:cubicBezTo>
                                <a:cubicBezTo>
                                  <a:pt x="180" y="64"/>
                                  <a:pt x="179" y="64"/>
                                  <a:pt x="179" y="63"/>
                                </a:cubicBezTo>
                                <a:cubicBezTo>
                                  <a:pt x="179" y="63"/>
                                  <a:pt x="179" y="63"/>
                                  <a:pt x="179" y="63"/>
                                </a:cubicBezTo>
                                <a:cubicBezTo>
                                  <a:pt x="179" y="63"/>
                                  <a:pt x="179" y="63"/>
                                  <a:pt x="179" y="63"/>
                                </a:cubicBezTo>
                                <a:cubicBezTo>
                                  <a:pt x="179" y="61"/>
                                  <a:pt x="177" y="61"/>
                                  <a:pt x="176" y="60"/>
                                </a:cubicBezTo>
                                <a:close/>
                                <a:moveTo>
                                  <a:pt x="110" y="361"/>
                                </a:moveTo>
                                <a:cubicBezTo>
                                  <a:pt x="111" y="361"/>
                                  <a:pt x="111" y="361"/>
                                  <a:pt x="112" y="361"/>
                                </a:cubicBezTo>
                                <a:cubicBezTo>
                                  <a:pt x="113" y="361"/>
                                  <a:pt x="113" y="362"/>
                                  <a:pt x="114" y="361"/>
                                </a:cubicBezTo>
                                <a:cubicBezTo>
                                  <a:pt x="114" y="360"/>
                                  <a:pt x="113" y="360"/>
                                  <a:pt x="112" y="360"/>
                                </a:cubicBezTo>
                                <a:cubicBezTo>
                                  <a:pt x="112" y="360"/>
                                  <a:pt x="111" y="359"/>
                                  <a:pt x="111" y="359"/>
                                </a:cubicBezTo>
                                <a:cubicBezTo>
                                  <a:pt x="111" y="359"/>
                                  <a:pt x="110" y="358"/>
                                  <a:pt x="110" y="359"/>
                                </a:cubicBezTo>
                                <a:cubicBezTo>
                                  <a:pt x="109" y="360"/>
                                  <a:pt x="110" y="361"/>
                                  <a:pt x="110" y="361"/>
                                </a:cubicBezTo>
                                <a:close/>
                                <a:moveTo>
                                  <a:pt x="364" y="289"/>
                                </a:moveTo>
                                <a:cubicBezTo>
                                  <a:pt x="364" y="287"/>
                                  <a:pt x="364" y="286"/>
                                  <a:pt x="362" y="285"/>
                                </a:cubicBezTo>
                                <a:cubicBezTo>
                                  <a:pt x="362" y="285"/>
                                  <a:pt x="361" y="285"/>
                                  <a:pt x="361" y="286"/>
                                </a:cubicBezTo>
                                <a:cubicBezTo>
                                  <a:pt x="361" y="287"/>
                                  <a:pt x="362" y="288"/>
                                  <a:pt x="364" y="289"/>
                                </a:cubicBezTo>
                                <a:close/>
                                <a:moveTo>
                                  <a:pt x="230" y="29"/>
                                </a:moveTo>
                                <a:cubicBezTo>
                                  <a:pt x="229" y="27"/>
                                  <a:pt x="229" y="27"/>
                                  <a:pt x="226" y="28"/>
                                </a:cubicBezTo>
                                <a:cubicBezTo>
                                  <a:pt x="226" y="31"/>
                                  <a:pt x="228" y="31"/>
                                  <a:pt x="230" y="29"/>
                                </a:cubicBezTo>
                                <a:close/>
                                <a:moveTo>
                                  <a:pt x="350" y="291"/>
                                </a:moveTo>
                                <a:cubicBezTo>
                                  <a:pt x="349" y="291"/>
                                  <a:pt x="348" y="292"/>
                                  <a:pt x="348" y="293"/>
                                </a:cubicBezTo>
                                <a:cubicBezTo>
                                  <a:pt x="348" y="294"/>
                                  <a:pt x="349" y="294"/>
                                  <a:pt x="349" y="294"/>
                                </a:cubicBezTo>
                                <a:cubicBezTo>
                                  <a:pt x="350" y="294"/>
                                  <a:pt x="350" y="293"/>
                                  <a:pt x="350" y="292"/>
                                </a:cubicBezTo>
                                <a:cubicBezTo>
                                  <a:pt x="350" y="292"/>
                                  <a:pt x="350" y="291"/>
                                  <a:pt x="350" y="291"/>
                                </a:cubicBezTo>
                                <a:close/>
                                <a:moveTo>
                                  <a:pt x="363" y="341"/>
                                </a:moveTo>
                                <a:cubicBezTo>
                                  <a:pt x="362" y="341"/>
                                  <a:pt x="361" y="341"/>
                                  <a:pt x="361" y="342"/>
                                </a:cubicBezTo>
                                <a:cubicBezTo>
                                  <a:pt x="361" y="343"/>
                                  <a:pt x="362" y="343"/>
                                  <a:pt x="363" y="343"/>
                                </a:cubicBezTo>
                                <a:cubicBezTo>
                                  <a:pt x="363" y="343"/>
                                  <a:pt x="364" y="343"/>
                                  <a:pt x="364" y="342"/>
                                </a:cubicBezTo>
                                <a:cubicBezTo>
                                  <a:pt x="363" y="342"/>
                                  <a:pt x="364" y="341"/>
                                  <a:pt x="363" y="341"/>
                                </a:cubicBezTo>
                                <a:close/>
                                <a:moveTo>
                                  <a:pt x="320" y="384"/>
                                </a:moveTo>
                                <a:cubicBezTo>
                                  <a:pt x="321" y="385"/>
                                  <a:pt x="322" y="386"/>
                                  <a:pt x="323" y="385"/>
                                </a:cubicBezTo>
                                <a:cubicBezTo>
                                  <a:pt x="323" y="385"/>
                                  <a:pt x="323" y="383"/>
                                  <a:pt x="323" y="383"/>
                                </a:cubicBezTo>
                                <a:cubicBezTo>
                                  <a:pt x="322" y="382"/>
                                  <a:pt x="321" y="383"/>
                                  <a:pt x="320" y="384"/>
                                </a:cubicBezTo>
                                <a:close/>
                                <a:moveTo>
                                  <a:pt x="140" y="424"/>
                                </a:moveTo>
                                <a:cubicBezTo>
                                  <a:pt x="139" y="425"/>
                                  <a:pt x="140" y="426"/>
                                  <a:pt x="141" y="427"/>
                                </a:cubicBezTo>
                                <a:cubicBezTo>
                                  <a:pt x="142" y="427"/>
                                  <a:pt x="142" y="427"/>
                                  <a:pt x="143" y="427"/>
                                </a:cubicBezTo>
                                <a:cubicBezTo>
                                  <a:pt x="143" y="426"/>
                                  <a:pt x="142" y="426"/>
                                  <a:pt x="142" y="425"/>
                                </a:cubicBezTo>
                                <a:cubicBezTo>
                                  <a:pt x="141" y="425"/>
                                  <a:pt x="141" y="424"/>
                                  <a:pt x="140" y="424"/>
                                </a:cubicBezTo>
                                <a:close/>
                                <a:moveTo>
                                  <a:pt x="206" y="22"/>
                                </a:moveTo>
                                <a:cubicBezTo>
                                  <a:pt x="207" y="22"/>
                                  <a:pt x="208" y="22"/>
                                  <a:pt x="207" y="22"/>
                                </a:cubicBezTo>
                                <a:cubicBezTo>
                                  <a:pt x="207" y="21"/>
                                  <a:pt x="207" y="20"/>
                                  <a:pt x="206" y="20"/>
                                </a:cubicBezTo>
                                <a:cubicBezTo>
                                  <a:pt x="205" y="20"/>
                                  <a:pt x="204" y="21"/>
                                  <a:pt x="204" y="21"/>
                                </a:cubicBezTo>
                                <a:cubicBezTo>
                                  <a:pt x="205" y="22"/>
                                  <a:pt x="205" y="22"/>
                                  <a:pt x="206" y="22"/>
                                </a:cubicBezTo>
                                <a:close/>
                                <a:moveTo>
                                  <a:pt x="24" y="289"/>
                                </a:moveTo>
                                <a:cubicBezTo>
                                  <a:pt x="23" y="288"/>
                                  <a:pt x="23" y="288"/>
                                  <a:pt x="22" y="288"/>
                                </a:cubicBezTo>
                                <a:cubicBezTo>
                                  <a:pt x="21" y="288"/>
                                  <a:pt x="20" y="288"/>
                                  <a:pt x="20" y="289"/>
                                </a:cubicBezTo>
                                <a:cubicBezTo>
                                  <a:pt x="21" y="290"/>
                                  <a:pt x="22" y="290"/>
                                  <a:pt x="22" y="290"/>
                                </a:cubicBezTo>
                                <a:cubicBezTo>
                                  <a:pt x="23" y="290"/>
                                  <a:pt x="24" y="289"/>
                                  <a:pt x="24" y="289"/>
                                </a:cubicBezTo>
                                <a:close/>
                                <a:moveTo>
                                  <a:pt x="159" y="68"/>
                                </a:moveTo>
                                <a:cubicBezTo>
                                  <a:pt x="159" y="68"/>
                                  <a:pt x="159" y="68"/>
                                  <a:pt x="159" y="67"/>
                                </a:cubicBezTo>
                                <a:cubicBezTo>
                                  <a:pt x="158" y="67"/>
                                  <a:pt x="159" y="65"/>
                                  <a:pt x="158" y="65"/>
                                </a:cubicBezTo>
                                <a:cubicBezTo>
                                  <a:pt x="157" y="65"/>
                                  <a:pt x="157" y="66"/>
                                  <a:pt x="157" y="66"/>
                                </a:cubicBezTo>
                                <a:cubicBezTo>
                                  <a:pt x="157" y="67"/>
                                  <a:pt x="158" y="68"/>
                                  <a:pt x="159" y="68"/>
                                </a:cubicBezTo>
                                <a:close/>
                                <a:moveTo>
                                  <a:pt x="151" y="49"/>
                                </a:moveTo>
                                <a:cubicBezTo>
                                  <a:pt x="151" y="49"/>
                                  <a:pt x="150" y="47"/>
                                  <a:pt x="149" y="48"/>
                                </a:cubicBezTo>
                                <a:cubicBezTo>
                                  <a:pt x="149" y="48"/>
                                  <a:pt x="148" y="49"/>
                                  <a:pt x="149" y="50"/>
                                </a:cubicBezTo>
                                <a:cubicBezTo>
                                  <a:pt x="150" y="51"/>
                                  <a:pt x="150" y="49"/>
                                  <a:pt x="151" y="49"/>
                                </a:cubicBezTo>
                                <a:close/>
                                <a:moveTo>
                                  <a:pt x="348" y="289"/>
                                </a:moveTo>
                                <a:cubicBezTo>
                                  <a:pt x="348" y="288"/>
                                  <a:pt x="347" y="288"/>
                                  <a:pt x="346" y="287"/>
                                </a:cubicBezTo>
                                <a:cubicBezTo>
                                  <a:pt x="346" y="287"/>
                                  <a:pt x="345" y="287"/>
                                  <a:pt x="345" y="288"/>
                                </a:cubicBezTo>
                                <a:cubicBezTo>
                                  <a:pt x="345" y="289"/>
                                  <a:pt x="346" y="289"/>
                                  <a:pt x="347" y="289"/>
                                </a:cubicBezTo>
                                <a:cubicBezTo>
                                  <a:pt x="347" y="289"/>
                                  <a:pt x="348" y="289"/>
                                  <a:pt x="348" y="289"/>
                                </a:cubicBezTo>
                                <a:close/>
                                <a:moveTo>
                                  <a:pt x="304" y="427"/>
                                </a:moveTo>
                                <a:cubicBezTo>
                                  <a:pt x="304" y="427"/>
                                  <a:pt x="304" y="428"/>
                                  <a:pt x="304" y="428"/>
                                </a:cubicBezTo>
                                <a:cubicBezTo>
                                  <a:pt x="305" y="428"/>
                                  <a:pt x="306" y="427"/>
                                  <a:pt x="306" y="426"/>
                                </a:cubicBezTo>
                                <a:cubicBezTo>
                                  <a:pt x="305" y="426"/>
                                  <a:pt x="304" y="425"/>
                                  <a:pt x="304" y="427"/>
                                </a:cubicBezTo>
                                <a:close/>
                                <a:moveTo>
                                  <a:pt x="366" y="225"/>
                                </a:moveTo>
                                <a:cubicBezTo>
                                  <a:pt x="365" y="225"/>
                                  <a:pt x="365" y="226"/>
                                  <a:pt x="365" y="227"/>
                                </a:cubicBezTo>
                                <a:cubicBezTo>
                                  <a:pt x="364" y="227"/>
                                  <a:pt x="365" y="227"/>
                                  <a:pt x="365" y="227"/>
                                </a:cubicBezTo>
                                <a:cubicBezTo>
                                  <a:pt x="366" y="227"/>
                                  <a:pt x="367" y="226"/>
                                  <a:pt x="367" y="225"/>
                                </a:cubicBezTo>
                                <a:cubicBezTo>
                                  <a:pt x="367" y="225"/>
                                  <a:pt x="367" y="224"/>
                                  <a:pt x="366" y="225"/>
                                </a:cubicBezTo>
                                <a:close/>
                                <a:moveTo>
                                  <a:pt x="346" y="250"/>
                                </a:moveTo>
                                <a:cubicBezTo>
                                  <a:pt x="348" y="249"/>
                                  <a:pt x="348" y="248"/>
                                  <a:pt x="348" y="246"/>
                                </a:cubicBezTo>
                                <a:cubicBezTo>
                                  <a:pt x="346" y="247"/>
                                  <a:pt x="346" y="249"/>
                                  <a:pt x="346" y="250"/>
                                </a:cubicBezTo>
                                <a:close/>
                                <a:moveTo>
                                  <a:pt x="42" y="151"/>
                                </a:moveTo>
                                <a:cubicBezTo>
                                  <a:pt x="42" y="151"/>
                                  <a:pt x="42" y="150"/>
                                  <a:pt x="42" y="150"/>
                                </a:cubicBezTo>
                                <a:cubicBezTo>
                                  <a:pt x="42" y="149"/>
                                  <a:pt x="42" y="149"/>
                                  <a:pt x="41" y="148"/>
                                </a:cubicBezTo>
                                <a:cubicBezTo>
                                  <a:pt x="41" y="148"/>
                                  <a:pt x="41" y="149"/>
                                  <a:pt x="41" y="149"/>
                                </a:cubicBezTo>
                                <a:cubicBezTo>
                                  <a:pt x="41" y="150"/>
                                  <a:pt x="41" y="150"/>
                                  <a:pt x="42" y="151"/>
                                </a:cubicBezTo>
                                <a:close/>
                                <a:moveTo>
                                  <a:pt x="359" y="235"/>
                                </a:moveTo>
                                <a:cubicBezTo>
                                  <a:pt x="358" y="234"/>
                                  <a:pt x="358" y="235"/>
                                  <a:pt x="358" y="235"/>
                                </a:cubicBezTo>
                                <a:cubicBezTo>
                                  <a:pt x="358" y="237"/>
                                  <a:pt x="358" y="237"/>
                                  <a:pt x="359" y="237"/>
                                </a:cubicBezTo>
                                <a:cubicBezTo>
                                  <a:pt x="360" y="236"/>
                                  <a:pt x="360" y="235"/>
                                  <a:pt x="359" y="235"/>
                                </a:cubicBezTo>
                                <a:close/>
                                <a:moveTo>
                                  <a:pt x="353" y="338"/>
                                </a:moveTo>
                                <a:cubicBezTo>
                                  <a:pt x="353" y="339"/>
                                  <a:pt x="354" y="339"/>
                                  <a:pt x="354" y="339"/>
                                </a:cubicBezTo>
                                <a:cubicBezTo>
                                  <a:pt x="355" y="339"/>
                                  <a:pt x="355" y="338"/>
                                  <a:pt x="355" y="338"/>
                                </a:cubicBezTo>
                                <a:cubicBezTo>
                                  <a:pt x="356" y="337"/>
                                  <a:pt x="358" y="336"/>
                                  <a:pt x="357" y="335"/>
                                </a:cubicBezTo>
                                <a:cubicBezTo>
                                  <a:pt x="356" y="334"/>
                                  <a:pt x="356" y="333"/>
                                  <a:pt x="356" y="333"/>
                                </a:cubicBezTo>
                                <a:cubicBezTo>
                                  <a:pt x="355" y="331"/>
                                  <a:pt x="354" y="330"/>
                                  <a:pt x="352" y="331"/>
                                </a:cubicBezTo>
                                <a:cubicBezTo>
                                  <a:pt x="351" y="332"/>
                                  <a:pt x="352" y="334"/>
                                  <a:pt x="352" y="335"/>
                                </a:cubicBezTo>
                                <a:cubicBezTo>
                                  <a:pt x="351" y="336"/>
                                  <a:pt x="352" y="337"/>
                                  <a:pt x="353" y="338"/>
                                </a:cubicBezTo>
                                <a:close/>
                                <a:moveTo>
                                  <a:pt x="123" y="436"/>
                                </a:moveTo>
                                <a:cubicBezTo>
                                  <a:pt x="122" y="435"/>
                                  <a:pt x="122" y="435"/>
                                  <a:pt x="121" y="435"/>
                                </a:cubicBezTo>
                                <a:cubicBezTo>
                                  <a:pt x="121" y="435"/>
                                  <a:pt x="120" y="435"/>
                                  <a:pt x="121" y="435"/>
                                </a:cubicBezTo>
                                <a:cubicBezTo>
                                  <a:pt x="121" y="436"/>
                                  <a:pt x="121" y="437"/>
                                  <a:pt x="122" y="437"/>
                                </a:cubicBezTo>
                                <a:cubicBezTo>
                                  <a:pt x="122" y="436"/>
                                  <a:pt x="123" y="436"/>
                                  <a:pt x="123" y="436"/>
                                </a:cubicBezTo>
                                <a:close/>
                                <a:moveTo>
                                  <a:pt x="368" y="219"/>
                                </a:moveTo>
                                <a:cubicBezTo>
                                  <a:pt x="367" y="219"/>
                                  <a:pt x="367" y="219"/>
                                  <a:pt x="367" y="220"/>
                                </a:cubicBezTo>
                                <a:cubicBezTo>
                                  <a:pt x="367" y="220"/>
                                  <a:pt x="368" y="221"/>
                                  <a:pt x="368" y="221"/>
                                </a:cubicBezTo>
                                <a:cubicBezTo>
                                  <a:pt x="369" y="221"/>
                                  <a:pt x="369" y="220"/>
                                  <a:pt x="369" y="220"/>
                                </a:cubicBezTo>
                                <a:cubicBezTo>
                                  <a:pt x="369" y="219"/>
                                  <a:pt x="369" y="219"/>
                                  <a:pt x="368" y="219"/>
                                </a:cubicBezTo>
                                <a:close/>
                                <a:moveTo>
                                  <a:pt x="117" y="406"/>
                                </a:moveTo>
                                <a:cubicBezTo>
                                  <a:pt x="117" y="406"/>
                                  <a:pt x="117" y="405"/>
                                  <a:pt x="118" y="405"/>
                                </a:cubicBezTo>
                                <a:cubicBezTo>
                                  <a:pt x="118" y="404"/>
                                  <a:pt x="117" y="404"/>
                                  <a:pt x="117" y="404"/>
                                </a:cubicBezTo>
                                <a:cubicBezTo>
                                  <a:pt x="116" y="405"/>
                                  <a:pt x="116" y="405"/>
                                  <a:pt x="116" y="405"/>
                                </a:cubicBezTo>
                                <a:cubicBezTo>
                                  <a:pt x="116" y="406"/>
                                  <a:pt x="116" y="406"/>
                                  <a:pt x="117" y="406"/>
                                </a:cubicBezTo>
                                <a:close/>
                                <a:moveTo>
                                  <a:pt x="112" y="364"/>
                                </a:moveTo>
                                <a:cubicBezTo>
                                  <a:pt x="111" y="363"/>
                                  <a:pt x="111" y="364"/>
                                  <a:pt x="110" y="364"/>
                                </a:cubicBezTo>
                                <a:cubicBezTo>
                                  <a:pt x="110" y="365"/>
                                  <a:pt x="109" y="364"/>
                                  <a:pt x="108" y="365"/>
                                </a:cubicBezTo>
                                <a:cubicBezTo>
                                  <a:pt x="109" y="366"/>
                                  <a:pt x="110" y="365"/>
                                  <a:pt x="111" y="365"/>
                                </a:cubicBezTo>
                                <a:cubicBezTo>
                                  <a:pt x="111" y="365"/>
                                  <a:pt x="112" y="365"/>
                                  <a:pt x="112" y="364"/>
                                </a:cubicBezTo>
                                <a:close/>
                                <a:moveTo>
                                  <a:pt x="166" y="50"/>
                                </a:moveTo>
                                <a:cubicBezTo>
                                  <a:pt x="166" y="50"/>
                                  <a:pt x="167" y="50"/>
                                  <a:pt x="167" y="50"/>
                                </a:cubicBezTo>
                                <a:cubicBezTo>
                                  <a:pt x="167" y="49"/>
                                  <a:pt x="167" y="49"/>
                                  <a:pt x="166" y="49"/>
                                </a:cubicBezTo>
                                <a:cubicBezTo>
                                  <a:pt x="166" y="48"/>
                                  <a:pt x="165" y="48"/>
                                  <a:pt x="164" y="48"/>
                                </a:cubicBezTo>
                                <a:cubicBezTo>
                                  <a:pt x="164" y="47"/>
                                  <a:pt x="162" y="46"/>
                                  <a:pt x="161" y="46"/>
                                </a:cubicBezTo>
                                <a:cubicBezTo>
                                  <a:pt x="160" y="47"/>
                                  <a:pt x="160" y="49"/>
                                  <a:pt x="161" y="50"/>
                                </a:cubicBezTo>
                                <a:cubicBezTo>
                                  <a:pt x="163" y="51"/>
                                  <a:pt x="164" y="49"/>
                                  <a:pt x="166" y="50"/>
                                </a:cubicBezTo>
                                <a:close/>
                                <a:moveTo>
                                  <a:pt x="216" y="58"/>
                                </a:moveTo>
                                <a:cubicBezTo>
                                  <a:pt x="216" y="58"/>
                                  <a:pt x="216" y="58"/>
                                  <a:pt x="216" y="57"/>
                                </a:cubicBezTo>
                                <a:cubicBezTo>
                                  <a:pt x="216" y="57"/>
                                  <a:pt x="216" y="57"/>
                                  <a:pt x="215" y="56"/>
                                </a:cubicBezTo>
                                <a:cubicBezTo>
                                  <a:pt x="215" y="57"/>
                                  <a:pt x="215" y="57"/>
                                  <a:pt x="215" y="57"/>
                                </a:cubicBezTo>
                                <a:cubicBezTo>
                                  <a:pt x="215" y="58"/>
                                  <a:pt x="215" y="58"/>
                                  <a:pt x="216" y="58"/>
                                </a:cubicBezTo>
                                <a:close/>
                                <a:moveTo>
                                  <a:pt x="142" y="431"/>
                                </a:moveTo>
                                <a:cubicBezTo>
                                  <a:pt x="143" y="431"/>
                                  <a:pt x="144" y="431"/>
                                  <a:pt x="144" y="430"/>
                                </a:cubicBezTo>
                                <a:cubicBezTo>
                                  <a:pt x="143" y="430"/>
                                  <a:pt x="142" y="429"/>
                                  <a:pt x="142" y="429"/>
                                </a:cubicBezTo>
                                <a:cubicBezTo>
                                  <a:pt x="141" y="430"/>
                                  <a:pt x="141" y="430"/>
                                  <a:pt x="142" y="431"/>
                                </a:cubicBezTo>
                                <a:close/>
                                <a:moveTo>
                                  <a:pt x="54" y="303"/>
                                </a:moveTo>
                                <a:cubicBezTo>
                                  <a:pt x="53" y="303"/>
                                  <a:pt x="53" y="303"/>
                                  <a:pt x="53" y="304"/>
                                </a:cubicBezTo>
                                <a:cubicBezTo>
                                  <a:pt x="53" y="304"/>
                                  <a:pt x="53" y="305"/>
                                  <a:pt x="53" y="304"/>
                                </a:cubicBezTo>
                                <a:cubicBezTo>
                                  <a:pt x="54" y="304"/>
                                  <a:pt x="54" y="304"/>
                                  <a:pt x="54" y="303"/>
                                </a:cubicBezTo>
                                <a:cubicBezTo>
                                  <a:pt x="54" y="303"/>
                                  <a:pt x="54" y="302"/>
                                  <a:pt x="54" y="303"/>
                                </a:cubicBezTo>
                                <a:close/>
                                <a:moveTo>
                                  <a:pt x="352" y="239"/>
                                </a:moveTo>
                                <a:cubicBezTo>
                                  <a:pt x="352" y="239"/>
                                  <a:pt x="351" y="240"/>
                                  <a:pt x="351" y="240"/>
                                </a:cubicBezTo>
                                <a:cubicBezTo>
                                  <a:pt x="351" y="241"/>
                                  <a:pt x="352" y="241"/>
                                  <a:pt x="352" y="241"/>
                                </a:cubicBezTo>
                                <a:cubicBezTo>
                                  <a:pt x="352" y="241"/>
                                  <a:pt x="353" y="240"/>
                                  <a:pt x="353" y="240"/>
                                </a:cubicBezTo>
                                <a:cubicBezTo>
                                  <a:pt x="353" y="240"/>
                                  <a:pt x="353" y="239"/>
                                  <a:pt x="352" y="239"/>
                                </a:cubicBezTo>
                                <a:close/>
                                <a:moveTo>
                                  <a:pt x="134" y="522"/>
                                </a:moveTo>
                                <a:cubicBezTo>
                                  <a:pt x="133" y="522"/>
                                  <a:pt x="133" y="522"/>
                                  <a:pt x="133" y="522"/>
                                </a:cubicBezTo>
                                <a:cubicBezTo>
                                  <a:pt x="133" y="523"/>
                                  <a:pt x="133" y="523"/>
                                  <a:pt x="134" y="523"/>
                                </a:cubicBezTo>
                                <a:cubicBezTo>
                                  <a:pt x="134" y="523"/>
                                  <a:pt x="135" y="523"/>
                                  <a:pt x="135" y="523"/>
                                </a:cubicBezTo>
                                <a:cubicBezTo>
                                  <a:pt x="135" y="522"/>
                                  <a:pt x="134" y="522"/>
                                  <a:pt x="134" y="522"/>
                                </a:cubicBezTo>
                                <a:close/>
                                <a:moveTo>
                                  <a:pt x="366" y="340"/>
                                </a:moveTo>
                                <a:cubicBezTo>
                                  <a:pt x="365" y="339"/>
                                  <a:pt x="365" y="340"/>
                                  <a:pt x="365" y="340"/>
                                </a:cubicBezTo>
                                <a:cubicBezTo>
                                  <a:pt x="365" y="341"/>
                                  <a:pt x="365" y="341"/>
                                  <a:pt x="366" y="341"/>
                                </a:cubicBezTo>
                                <a:cubicBezTo>
                                  <a:pt x="366" y="341"/>
                                  <a:pt x="366" y="341"/>
                                  <a:pt x="366" y="341"/>
                                </a:cubicBezTo>
                                <a:cubicBezTo>
                                  <a:pt x="367" y="340"/>
                                  <a:pt x="366" y="340"/>
                                  <a:pt x="366" y="340"/>
                                </a:cubicBezTo>
                                <a:close/>
                                <a:moveTo>
                                  <a:pt x="145" y="429"/>
                                </a:moveTo>
                                <a:cubicBezTo>
                                  <a:pt x="145" y="429"/>
                                  <a:pt x="145" y="430"/>
                                  <a:pt x="145" y="430"/>
                                </a:cubicBezTo>
                                <a:cubicBezTo>
                                  <a:pt x="145" y="430"/>
                                  <a:pt x="146" y="429"/>
                                  <a:pt x="147" y="429"/>
                                </a:cubicBezTo>
                                <a:cubicBezTo>
                                  <a:pt x="146" y="428"/>
                                  <a:pt x="145" y="429"/>
                                  <a:pt x="145" y="429"/>
                                </a:cubicBezTo>
                                <a:close/>
                                <a:moveTo>
                                  <a:pt x="353" y="307"/>
                                </a:moveTo>
                                <a:cubicBezTo>
                                  <a:pt x="354" y="307"/>
                                  <a:pt x="355" y="306"/>
                                  <a:pt x="355" y="305"/>
                                </a:cubicBezTo>
                                <a:cubicBezTo>
                                  <a:pt x="354" y="305"/>
                                  <a:pt x="353" y="306"/>
                                  <a:pt x="353" y="307"/>
                                </a:cubicBezTo>
                                <a:close/>
                                <a:moveTo>
                                  <a:pt x="216" y="62"/>
                                </a:moveTo>
                                <a:cubicBezTo>
                                  <a:pt x="216" y="61"/>
                                  <a:pt x="216" y="60"/>
                                  <a:pt x="215" y="60"/>
                                </a:cubicBezTo>
                                <a:cubicBezTo>
                                  <a:pt x="215" y="61"/>
                                  <a:pt x="215" y="62"/>
                                  <a:pt x="216" y="62"/>
                                </a:cubicBezTo>
                                <a:close/>
                                <a:moveTo>
                                  <a:pt x="359" y="238"/>
                                </a:moveTo>
                                <a:cubicBezTo>
                                  <a:pt x="359" y="239"/>
                                  <a:pt x="360" y="238"/>
                                  <a:pt x="360" y="238"/>
                                </a:cubicBezTo>
                                <a:cubicBezTo>
                                  <a:pt x="360" y="237"/>
                                  <a:pt x="360" y="237"/>
                                  <a:pt x="359" y="237"/>
                                </a:cubicBezTo>
                                <a:cubicBezTo>
                                  <a:pt x="359" y="237"/>
                                  <a:pt x="358" y="238"/>
                                  <a:pt x="359" y="238"/>
                                </a:cubicBezTo>
                                <a:close/>
                                <a:moveTo>
                                  <a:pt x="132" y="476"/>
                                </a:moveTo>
                                <a:cubicBezTo>
                                  <a:pt x="133" y="477"/>
                                  <a:pt x="133" y="476"/>
                                  <a:pt x="134" y="476"/>
                                </a:cubicBezTo>
                                <a:cubicBezTo>
                                  <a:pt x="133" y="476"/>
                                  <a:pt x="133" y="475"/>
                                  <a:pt x="132" y="476"/>
                                </a:cubicBezTo>
                                <a:cubicBezTo>
                                  <a:pt x="132" y="476"/>
                                  <a:pt x="132" y="476"/>
                                  <a:pt x="132" y="476"/>
                                </a:cubicBezTo>
                                <a:close/>
                                <a:moveTo>
                                  <a:pt x="346" y="377"/>
                                </a:moveTo>
                                <a:cubicBezTo>
                                  <a:pt x="346" y="377"/>
                                  <a:pt x="346" y="377"/>
                                  <a:pt x="346" y="377"/>
                                </a:cubicBezTo>
                                <a:cubicBezTo>
                                  <a:pt x="346" y="378"/>
                                  <a:pt x="346" y="378"/>
                                  <a:pt x="346" y="378"/>
                                </a:cubicBezTo>
                                <a:cubicBezTo>
                                  <a:pt x="347" y="378"/>
                                  <a:pt x="347" y="378"/>
                                  <a:pt x="347" y="378"/>
                                </a:cubicBezTo>
                                <a:cubicBezTo>
                                  <a:pt x="347" y="377"/>
                                  <a:pt x="347" y="377"/>
                                  <a:pt x="346" y="377"/>
                                </a:cubicBezTo>
                                <a:close/>
                                <a:moveTo>
                                  <a:pt x="115" y="374"/>
                                </a:moveTo>
                                <a:cubicBezTo>
                                  <a:pt x="114" y="375"/>
                                  <a:pt x="114" y="376"/>
                                  <a:pt x="114" y="376"/>
                                </a:cubicBezTo>
                                <a:cubicBezTo>
                                  <a:pt x="115" y="376"/>
                                  <a:pt x="115" y="375"/>
                                  <a:pt x="115" y="374"/>
                                </a:cubicBezTo>
                                <a:close/>
                                <a:moveTo>
                                  <a:pt x="133" y="501"/>
                                </a:moveTo>
                                <a:cubicBezTo>
                                  <a:pt x="133" y="501"/>
                                  <a:pt x="132" y="501"/>
                                  <a:pt x="132" y="502"/>
                                </a:cubicBezTo>
                                <a:cubicBezTo>
                                  <a:pt x="132" y="502"/>
                                  <a:pt x="133" y="502"/>
                                  <a:pt x="133" y="501"/>
                                </a:cubicBezTo>
                                <a:close/>
                                <a:moveTo>
                                  <a:pt x="111" y="366"/>
                                </a:moveTo>
                                <a:cubicBezTo>
                                  <a:pt x="111" y="366"/>
                                  <a:pt x="111" y="367"/>
                                  <a:pt x="111" y="367"/>
                                </a:cubicBezTo>
                                <a:cubicBezTo>
                                  <a:pt x="111" y="367"/>
                                  <a:pt x="111" y="367"/>
                                  <a:pt x="111" y="367"/>
                                </a:cubicBezTo>
                                <a:cubicBezTo>
                                  <a:pt x="111" y="367"/>
                                  <a:pt x="112" y="367"/>
                                  <a:pt x="112" y="367"/>
                                </a:cubicBezTo>
                                <a:cubicBezTo>
                                  <a:pt x="112" y="367"/>
                                  <a:pt x="111" y="366"/>
                                  <a:pt x="111" y="366"/>
                                </a:cubicBezTo>
                                <a:close/>
                                <a:moveTo>
                                  <a:pt x="349" y="295"/>
                                </a:moveTo>
                                <a:cubicBezTo>
                                  <a:pt x="349" y="295"/>
                                  <a:pt x="349" y="296"/>
                                  <a:pt x="350" y="296"/>
                                </a:cubicBezTo>
                                <a:cubicBezTo>
                                  <a:pt x="350" y="296"/>
                                  <a:pt x="350" y="296"/>
                                  <a:pt x="350" y="295"/>
                                </a:cubicBezTo>
                                <a:cubicBezTo>
                                  <a:pt x="350" y="295"/>
                                  <a:pt x="350" y="295"/>
                                  <a:pt x="349" y="295"/>
                                </a:cubicBezTo>
                                <a:cubicBezTo>
                                  <a:pt x="349" y="295"/>
                                  <a:pt x="349" y="295"/>
                                  <a:pt x="349" y="295"/>
                                </a:cubicBezTo>
                                <a:close/>
                                <a:moveTo>
                                  <a:pt x="352" y="245"/>
                                </a:moveTo>
                                <a:cubicBezTo>
                                  <a:pt x="352" y="245"/>
                                  <a:pt x="352" y="245"/>
                                  <a:pt x="352" y="245"/>
                                </a:cubicBezTo>
                                <a:cubicBezTo>
                                  <a:pt x="352" y="245"/>
                                  <a:pt x="352" y="245"/>
                                  <a:pt x="352" y="246"/>
                                </a:cubicBezTo>
                                <a:cubicBezTo>
                                  <a:pt x="353" y="245"/>
                                  <a:pt x="353" y="245"/>
                                  <a:pt x="353" y="245"/>
                                </a:cubicBezTo>
                                <a:cubicBezTo>
                                  <a:pt x="353" y="245"/>
                                  <a:pt x="353" y="245"/>
                                  <a:pt x="352" y="245"/>
                                </a:cubicBezTo>
                                <a:close/>
                                <a:moveTo>
                                  <a:pt x="362" y="242"/>
                                </a:moveTo>
                                <a:cubicBezTo>
                                  <a:pt x="362" y="242"/>
                                  <a:pt x="362" y="243"/>
                                  <a:pt x="362" y="243"/>
                                </a:cubicBezTo>
                                <a:cubicBezTo>
                                  <a:pt x="361" y="243"/>
                                  <a:pt x="362" y="243"/>
                                  <a:pt x="362" y="243"/>
                                </a:cubicBezTo>
                                <a:cubicBezTo>
                                  <a:pt x="362" y="243"/>
                                  <a:pt x="362" y="243"/>
                                  <a:pt x="363" y="243"/>
                                </a:cubicBezTo>
                                <a:cubicBezTo>
                                  <a:pt x="363" y="243"/>
                                  <a:pt x="362" y="242"/>
                                  <a:pt x="362" y="242"/>
                                </a:cubicBezTo>
                                <a:close/>
                                <a:moveTo>
                                  <a:pt x="357" y="282"/>
                                </a:moveTo>
                                <a:cubicBezTo>
                                  <a:pt x="357" y="282"/>
                                  <a:pt x="356" y="283"/>
                                  <a:pt x="356" y="283"/>
                                </a:cubicBezTo>
                                <a:cubicBezTo>
                                  <a:pt x="356" y="283"/>
                                  <a:pt x="357" y="283"/>
                                  <a:pt x="357" y="283"/>
                                </a:cubicBezTo>
                                <a:cubicBezTo>
                                  <a:pt x="357" y="283"/>
                                  <a:pt x="357" y="283"/>
                                  <a:pt x="357" y="283"/>
                                </a:cubicBezTo>
                                <a:cubicBezTo>
                                  <a:pt x="357" y="282"/>
                                  <a:pt x="357" y="282"/>
                                  <a:pt x="357" y="282"/>
                                </a:cubicBezTo>
                                <a:close/>
                                <a:moveTo>
                                  <a:pt x="181" y="597"/>
                                </a:moveTo>
                                <a:cubicBezTo>
                                  <a:pt x="181" y="597"/>
                                  <a:pt x="182" y="597"/>
                                  <a:pt x="182" y="598"/>
                                </a:cubicBezTo>
                                <a:cubicBezTo>
                                  <a:pt x="182" y="597"/>
                                  <a:pt x="182" y="597"/>
                                  <a:pt x="182" y="597"/>
                                </a:cubicBezTo>
                                <a:cubicBezTo>
                                  <a:pt x="182" y="597"/>
                                  <a:pt x="182" y="597"/>
                                  <a:pt x="182" y="596"/>
                                </a:cubicBezTo>
                                <a:cubicBezTo>
                                  <a:pt x="182" y="597"/>
                                  <a:pt x="182" y="597"/>
                                  <a:pt x="181" y="597"/>
                                </a:cubicBezTo>
                                <a:close/>
                                <a:moveTo>
                                  <a:pt x="180" y="594"/>
                                </a:moveTo>
                                <a:cubicBezTo>
                                  <a:pt x="180" y="594"/>
                                  <a:pt x="179" y="594"/>
                                  <a:pt x="179" y="594"/>
                                </a:cubicBezTo>
                                <a:cubicBezTo>
                                  <a:pt x="179" y="594"/>
                                  <a:pt x="180" y="595"/>
                                  <a:pt x="180" y="595"/>
                                </a:cubicBezTo>
                                <a:cubicBezTo>
                                  <a:pt x="180" y="595"/>
                                  <a:pt x="180" y="595"/>
                                  <a:pt x="181" y="594"/>
                                </a:cubicBezTo>
                                <a:cubicBezTo>
                                  <a:pt x="180" y="594"/>
                                  <a:pt x="180" y="594"/>
                                  <a:pt x="180" y="594"/>
                                </a:cubicBezTo>
                                <a:close/>
                                <a:moveTo>
                                  <a:pt x="353" y="292"/>
                                </a:moveTo>
                                <a:cubicBezTo>
                                  <a:pt x="353" y="292"/>
                                  <a:pt x="353" y="291"/>
                                  <a:pt x="353" y="291"/>
                                </a:cubicBezTo>
                                <a:cubicBezTo>
                                  <a:pt x="352" y="292"/>
                                  <a:pt x="352" y="292"/>
                                  <a:pt x="352" y="292"/>
                                </a:cubicBezTo>
                                <a:cubicBezTo>
                                  <a:pt x="352" y="292"/>
                                  <a:pt x="352" y="292"/>
                                  <a:pt x="353" y="292"/>
                                </a:cubicBezTo>
                                <a:cubicBezTo>
                                  <a:pt x="353" y="292"/>
                                  <a:pt x="353" y="292"/>
                                  <a:pt x="353" y="292"/>
                                </a:cubicBezTo>
                                <a:close/>
                                <a:moveTo>
                                  <a:pt x="356" y="261"/>
                                </a:moveTo>
                                <a:cubicBezTo>
                                  <a:pt x="356" y="262"/>
                                  <a:pt x="356" y="262"/>
                                  <a:pt x="356" y="262"/>
                                </a:cubicBezTo>
                                <a:cubicBezTo>
                                  <a:pt x="356" y="262"/>
                                  <a:pt x="357" y="262"/>
                                  <a:pt x="357" y="261"/>
                                </a:cubicBezTo>
                                <a:cubicBezTo>
                                  <a:pt x="356" y="261"/>
                                  <a:pt x="356" y="261"/>
                                  <a:pt x="356" y="261"/>
                                </a:cubicBezTo>
                                <a:cubicBezTo>
                                  <a:pt x="356" y="261"/>
                                  <a:pt x="356" y="261"/>
                                  <a:pt x="356" y="261"/>
                                </a:cubicBezTo>
                                <a:close/>
                                <a:moveTo>
                                  <a:pt x="346" y="291"/>
                                </a:moveTo>
                                <a:cubicBezTo>
                                  <a:pt x="346" y="292"/>
                                  <a:pt x="346" y="292"/>
                                  <a:pt x="346" y="292"/>
                                </a:cubicBezTo>
                                <a:cubicBezTo>
                                  <a:pt x="346" y="292"/>
                                  <a:pt x="347" y="292"/>
                                  <a:pt x="346" y="291"/>
                                </a:cubicBezTo>
                                <a:cubicBezTo>
                                  <a:pt x="346" y="291"/>
                                  <a:pt x="346" y="291"/>
                                  <a:pt x="346" y="291"/>
                                </a:cubicBezTo>
                                <a:cubicBezTo>
                                  <a:pt x="346" y="291"/>
                                  <a:pt x="345" y="291"/>
                                  <a:pt x="346" y="291"/>
                                </a:cubicBezTo>
                                <a:close/>
                                <a:moveTo>
                                  <a:pt x="288" y="479"/>
                                </a:move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lose/>
                                <a:moveTo>
                                  <a:pt x="288" y="479"/>
                                </a:moveTo>
                                <a:cubicBezTo>
                                  <a:pt x="289" y="479"/>
                                  <a:pt x="290" y="479"/>
                                  <a:pt x="290" y="477"/>
                                </a:cubicBezTo>
                                <a:cubicBezTo>
                                  <a:pt x="289" y="478"/>
                                  <a:pt x="289" y="478"/>
                                  <a:pt x="288" y="47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3175" cap="rnd">
                            <a:solidFill>
                              <a:schemeClr val="bg2"/>
                            </a:solidFill>
                            <a:prstDash val="solid"/>
                            <a:round/>
                            <a:headEnd/>
                            <a:tailEnd/>
                          </a:ln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ru-RU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272C2C"/>
                              </a:solidFill>
                              <a:effectLst/>
                              <a:uLnTx/>
                              <a:uFillTx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" name="Svalbard">
                            <a:extLst>
                              <a:ext uri="{FF2B5EF4-FFF2-40B4-BE49-F238E27FC236}">
                                <a16:creationId xmlns:a16="http://schemas.microsoft.com/office/drawing/2014/main" id="{77C6DE50-FD58-BECF-D619-28AB00E80D03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6308725" y="704850"/>
                            <a:ext cx="649287" cy="620713"/>
                          </a:xfrm>
                          <a:custGeom>
                            <a:avLst/>
                            <a:gdLst>
                              <a:gd name="T0" fmla="*/ 97 w 156"/>
                              <a:gd name="T1" fmla="*/ 17 h 149"/>
                              <a:gd name="T2" fmla="*/ 90 w 156"/>
                              <a:gd name="T3" fmla="*/ 19 h 149"/>
                              <a:gd name="T4" fmla="*/ 86 w 156"/>
                              <a:gd name="T5" fmla="*/ 15 h 149"/>
                              <a:gd name="T6" fmla="*/ 81 w 156"/>
                              <a:gd name="T7" fmla="*/ 29 h 149"/>
                              <a:gd name="T8" fmla="*/ 69 w 156"/>
                              <a:gd name="T9" fmla="*/ 19 h 149"/>
                              <a:gd name="T10" fmla="*/ 62 w 156"/>
                              <a:gd name="T11" fmla="*/ 15 h 149"/>
                              <a:gd name="T12" fmla="*/ 60 w 156"/>
                              <a:gd name="T13" fmla="*/ 24 h 149"/>
                              <a:gd name="T14" fmla="*/ 56 w 156"/>
                              <a:gd name="T15" fmla="*/ 41 h 149"/>
                              <a:gd name="T16" fmla="*/ 71 w 156"/>
                              <a:gd name="T17" fmla="*/ 48 h 149"/>
                              <a:gd name="T18" fmla="*/ 83 w 156"/>
                              <a:gd name="T19" fmla="*/ 54 h 149"/>
                              <a:gd name="T20" fmla="*/ 112 w 156"/>
                              <a:gd name="T21" fmla="*/ 31 h 149"/>
                              <a:gd name="T22" fmla="*/ 71 w 156"/>
                              <a:gd name="T23" fmla="*/ 71 h 149"/>
                              <a:gd name="T24" fmla="*/ 55 w 156"/>
                              <a:gd name="T25" fmla="*/ 58 h 149"/>
                              <a:gd name="T26" fmla="*/ 49 w 156"/>
                              <a:gd name="T27" fmla="*/ 53 h 149"/>
                              <a:gd name="T28" fmla="*/ 41 w 156"/>
                              <a:gd name="T29" fmla="*/ 29 h 149"/>
                              <a:gd name="T30" fmla="*/ 38 w 156"/>
                              <a:gd name="T31" fmla="*/ 58 h 149"/>
                              <a:gd name="T32" fmla="*/ 36 w 156"/>
                              <a:gd name="T33" fmla="*/ 62 h 149"/>
                              <a:gd name="T34" fmla="*/ 33 w 156"/>
                              <a:gd name="T35" fmla="*/ 54 h 149"/>
                              <a:gd name="T36" fmla="*/ 31 w 156"/>
                              <a:gd name="T37" fmla="*/ 42 h 149"/>
                              <a:gd name="T38" fmla="*/ 24 w 156"/>
                              <a:gd name="T39" fmla="*/ 56 h 149"/>
                              <a:gd name="T40" fmla="*/ 13 w 156"/>
                              <a:gd name="T41" fmla="*/ 49 h 149"/>
                              <a:gd name="T42" fmla="*/ 23 w 156"/>
                              <a:gd name="T43" fmla="*/ 36 h 149"/>
                              <a:gd name="T44" fmla="*/ 12 w 156"/>
                              <a:gd name="T45" fmla="*/ 43 h 149"/>
                              <a:gd name="T46" fmla="*/ 6 w 156"/>
                              <a:gd name="T47" fmla="*/ 39 h 149"/>
                              <a:gd name="T48" fmla="*/ 3 w 156"/>
                              <a:gd name="T49" fmla="*/ 54 h 149"/>
                              <a:gd name="T50" fmla="*/ 7 w 156"/>
                              <a:gd name="T51" fmla="*/ 58 h 149"/>
                              <a:gd name="T52" fmla="*/ 9 w 156"/>
                              <a:gd name="T53" fmla="*/ 64 h 149"/>
                              <a:gd name="T54" fmla="*/ 6 w 156"/>
                              <a:gd name="T55" fmla="*/ 69 h 149"/>
                              <a:gd name="T56" fmla="*/ 13 w 156"/>
                              <a:gd name="T57" fmla="*/ 83 h 149"/>
                              <a:gd name="T58" fmla="*/ 18 w 156"/>
                              <a:gd name="T59" fmla="*/ 94 h 149"/>
                              <a:gd name="T60" fmla="*/ 25 w 156"/>
                              <a:gd name="T61" fmla="*/ 88 h 149"/>
                              <a:gd name="T62" fmla="*/ 30 w 156"/>
                              <a:gd name="T63" fmla="*/ 81 h 149"/>
                              <a:gd name="T64" fmla="*/ 34 w 156"/>
                              <a:gd name="T65" fmla="*/ 77 h 149"/>
                              <a:gd name="T66" fmla="*/ 42 w 156"/>
                              <a:gd name="T67" fmla="*/ 82 h 149"/>
                              <a:gd name="T68" fmla="*/ 44 w 156"/>
                              <a:gd name="T69" fmla="*/ 89 h 149"/>
                              <a:gd name="T70" fmla="*/ 32 w 156"/>
                              <a:gd name="T71" fmla="*/ 96 h 149"/>
                              <a:gd name="T72" fmla="*/ 26 w 156"/>
                              <a:gd name="T73" fmla="*/ 109 h 149"/>
                              <a:gd name="T74" fmla="*/ 43 w 156"/>
                              <a:gd name="T75" fmla="*/ 108 h 149"/>
                              <a:gd name="T76" fmla="*/ 34 w 156"/>
                              <a:gd name="T77" fmla="*/ 115 h 149"/>
                              <a:gd name="T78" fmla="*/ 24 w 156"/>
                              <a:gd name="T79" fmla="*/ 119 h 149"/>
                              <a:gd name="T80" fmla="*/ 40 w 156"/>
                              <a:gd name="T81" fmla="*/ 131 h 149"/>
                              <a:gd name="T82" fmla="*/ 41 w 156"/>
                              <a:gd name="T83" fmla="*/ 145 h 149"/>
                              <a:gd name="T84" fmla="*/ 48 w 156"/>
                              <a:gd name="T85" fmla="*/ 125 h 149"/>
                              <a:gd name="T86" fmla="*/ 54 w 156"/>
                              <a:gd name="T87" fmla="*/ 110 h 149"/>
                              <a:gd name="T88" fmla="*/ 56 w 156"/>
                              <a:gd name="T89" fmla="*/ 95 h 149"/>
                              <a:gd name="T90" fmla="*/ 64 w 156"/>
                              <a:gd name="T91" fmla="*/ 81 h 149"/>
                              <a:gd name="T92" fmla="*/ 89 w 156"/>
                              <a:gd name="T93" fmla="*/ 105 h 149"/>
                              <a:gd name="T94" fmla="*/ 71 w 156"/>
                              <a:gd name="T95" fmla="*/ 115 h 149"/>
                              <a:gd name="T96" fmla="*/ 83 w 156"/>
                              <a:gd name="T97" fmla="*/ 125 h 149"/>
                              <a:gd name="T98" fmla="*/ 144 w 156"/>
                              <a:gd name="T99" fmla="*/ 22 h 149"/>
                              <a:gd name="T100" fmla="*/ 73 w 156"/>
                              <a:gd name="T101" fmla="*/ 80 h 149"/>
                              <a:gd name="T102" fmla="*/ 72 w 156"/>
                              <a:gd name="T103" fmla="*/ 94 h 149"/>
                              <a:gd name="T104" fmla="*/ 129 w 156"/>
                              <a:gd name="T105" fmla="*/ 71 h 149"/>
                              <a:gd name="T106" fmla="*/ 67 w 156"/>
                              <a:gd name="T107" fmla="*/ 67 h 149"/>
                              <a:gd name="T108" fmla="*/ 112 w 156"/>
                              <a:gd name="T109" fmla="*/ 78 h 149"/>
                              <a:gd name="T110" fmla="*/ 102 w 156"/>
                              <a:gd name="T111" fmla="*/ 142 h 149"/>
                              <a:gd name="T112" fmla="*/ 70 w 156"/>
                              <a:gd name="T113" fmla="*/ 3 h 149"/>
                              <a:gd name="T114" fmla="*/ 72 w 156"/>
                              <a:gd name="T115" fmla="*/ 4 h 149"/>
                              <a:gd name="T116" fmla="*/ 65 w 156"/>
                              <a:gd name="T117" fmla="*/ 59 h 149"/>
                              <a:gd name="T118" fmla="*/ 42 w 156"/>
                              <a:gd name="T119" fmla="*/ 148 h 149"/>
                              <a:gd name="T120" fmla="*/ 92 w 156"/>
                              <a:gd name="T121" fmla="*/ 11 h 149"/>
                              <a:gd name="T122" fmla="*/ 3 w 156"/>
                              <a:gd name="T123" fmla="*/ 76 h 149"/>
                              <a:gd name="T124" fmla="*/ 124 w 156"/>
                              <a:gd name="T125" fmla="*/ 75 h 149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  <a:cxn ang="0">
                                <a:pos x="T116" y="T117"/>
                              </a:cxn>
                              <a:cxn ang="0">
                                <a:pos x="T118" y="T119"/>
                              </a:cxn>
                              <a:cxn ang="0">
                                <a:pos x="T120" y="T121"/>
                              </a:cxn>
                              <a:cxn ang="0">
                                <a:pos x="T122" y="T123"/>
                              </a:cxn>
                              <a:cxn ang="0">
                                <a:pos x="T124" y="T125"/>
                              </a:cxn>
                            </a:cxnLst>
                            <a:rect l="0" t="0" r="r" b="b"/>
                            <a:pathLst>
                              <a:path w="156" h="149">
                                <a:moveTo>
                                  <a:pt x="111" y="24"/>
                                </a:moveTo>
                                <a:cubicBezTo>
                                  <a:pt x="109" y="23"/>
                                  <a:pt x="107" y="23"/>
                                  <a:pt x="105" y="24"/>
                                </a:cubicBezTo>
                                <a:cubicBezTo>
                                  <a:pt x="104" y="24"/>
                                  <a:pt x="104" y="24"/>
                                  <a:pt x="104" y="24"/>
                                </a:cubicBezTo>
                                <a:cubicBezTo>
                                  <a:pt x="103" y="23"/>
                                  <a:pt x="104" y="23"/>
                                  <a:pt x="104" y="23"/>
                                </a:cubicBezTo>
                                <a:cubicBezTo>
                                  <a:pt x="104" y="23"/>
                                  <a:pt x="104" y="22"/>
                                  <a:pt x="104" y="22"/>
                                </a:cubicBezTo>
                                <a:cubicBezTo>
                                  <a:pt x="104" y="22"/>
                                  <a:pt x="104" y="22"/>
                                  <a:pt x="103" y="22"/>
                                </a:cubicBezTo>
                                <a:cubicBezTo>
                                  <a:pt x="103" y="22"/>
                                  <a:pt x="103" y="22"/>
                                  <a:pt x="102" y="23"/>
                                </a:cubicBezTo>
                                <a:cubicBezTo>
                                  <a:pt x="103" y="22"/>
                                  <a:pt x="102" y="21"/>
                                  <a:pt x="102" y="21"/>
                                </a:cubicBezTo>
                                <a:cubicBezTo>
                                  <a:pt x="100" y="21"/>
                                  <a:pt x="100" y="20"/>
                                  <a:pt x="101" y="19"/>
                                </a:cubicBezTo>
                                <a:cubicBezTo>
                                  <a:pt x="100" y="19"/>
                                  <a:pt x="100" y="20"/>
                                  <a:pt x="99" y="20"/>
                                </a:cubicBezTo>
                                <a:cubicBezTo>
                                  <a:pt x="99" y="20"/>
                                  <a:pt x="99" y="20"/>
                                  <a:pt x="98" y="20"/>
                                </a:cubicBezTo>
                                <a:cubicBezTo>
                                  <a:pt x="98" y="20"/>
                                  <a:pt x="98" y="20"/>
                                  <a:pt x="98" y="19"/>
                                </a:cubicBezTo>
                                <a:cubicBezTo>
                                  <a:pt x="98" y="19"/>
                                  <a:pt x="98" y="18"/>
                                  <a:pt x="98" y="18"/>
                                </a:cubicBezTo>
                                <a:cubicBezTo>
                                  <a:pt x="98" y="17"/>
                                  <a:pt x="97" y="17"/>
                                  <a:pt x="97" y="17"/>
                                </a:cubicBezTo>
                                <a:cubicBezTo>
                                  <a:pt x="97" y="18"/>
                                  <a:pt x="97" y="19"/>
                                  <a:pt x="95" y="20"/>
                                </a:cubicBezTo>
                                <a:cubicBezTo>
                                  <a:pt x="95" y="19"/>
                                  <a:pt x="95" y="18"/>
                                  <a:pt x="95" y="18"/>
                                </a:cubicBezTo>
                                <a:cubicBezTo>
                                  <a:pt x="96" y="17"/>
                                  <a:pt x="95" y="16"/>
                                  <a:pt x="94" y="16"/>
                                </a:cubicBezTo>
                                <a:cubicBezTo>
                                  <a:pt x="94" y="16"/>
                                  <a:pt x="93" y="16"/>
                                  <a:pt x="93" y="16"/>
                                </a:cubicBezTo>
                                <a:cubicBezTo>
                                  <a:pt x="93" y="17"/>
                                  <a:pt x="93" y="17"/>
                                  <a:pt x="94" y="17"/>
                                </a:cubicBezTo>
                                <a:cubicBezTo>
                                  <a:pt x="94" y="18"/>
                                  <a:pt x="95" y="18"/>
                                  <a:pt x="94" y="18"/>
                                </a:cubicBezTo>
                                <a:cubicBezTo>
                                  <a:pt x="94" y="18"/>
                                  <a:pt x="94" y="19"/>
                                  <a:pt x="94" y="19"/>
                                </a:cubicBezTo>
                                <a:cubicBezTo>
                                  <a:pt x="93" y="18"/>
                                  <a:pt x="93" y="20"/>
                                  <a:pt x="93" y="20"/>
                                </a:cubicBezTo>
                                <a:cubicBezTo>
                                  <a:pt x="93" y="20"/>
                                  <a:pt x="92" y="19"/>
                                  <a:pt x="92" y="19"/>
                                </a:cubicBezTo>
                                <a:cubicBezTo>
                                  <a:pt x="92" y="19"/>
                                  <a:pt x="92" y="18"/>
                                  <a:pt x="92" y="18"/>
                                </a:cubicBezTo>
                                <a:cubicBezTo>
                                  <a:pt x="91" y="18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0" y="19"/>
                                </a:cubicBezTo>
                                <a:cubicBezTo>
                                  <a:pt x="90" y="20"/>
                                  <a:pt x="90" y="20"/>
                                  <a:pt x="90" y="21"/>
                                </a:cubicBezTo>
                                <a:cubicBezTo>
                                  <a:pt x="90" y="21"/>
                                  <a:pt x="90" y="21"/>
                                  <a:pt x="90" y="21"/>
                                </a:cubicBezTo>
                                <a:cubicBezTo>
                                  <a:pt x="90" y="21"/>
                                  <a:pt x="90" y="21"/>
                                  <a:pt x="90" y="22"/>
                                </a:cubicBezTo>
                                <a:cubicBezTo>
                                  <a:pt x="90" y="23"/>
                                  <a:pt x="89" y="24"/>
                                  <a:pt x="89" y="24"/>
                                </a:cubicBezTo>
                                <a:cubicBezTo>
                                  <a:pt x="88" y="24"/>
                                  <a:pt x="89" y="23"/>
                                  <a:pt x="88" y="23"/>
                                </a:cubicBezTo>
                                <a:cubicBezTo>
                                  <a:pt x="88" y="23"/>
                                  <a:pt x="88" y="23"/>
                                  <a:pt x="88" y="23"/>
                                </a:cubicBezTo>
                                <a:cubicBezTo>
                                  <a:pt x="87" y="23"/>
                                  <a:pt x="88" y="24"/>
                                  <a:pt x="88" y="25"/>
                                </a:cubicBezTo>
                                <a:cubicBezTo>
                                  <a:pt x="87" y="24"/>
                                  <a:pt x="87" y="24"/>
                                  <a:pt x="87" y="23"/>
                                </a:cubicBezTo>
                                <a:cubicBezTo>
                                  <a:pt x="86" y="24"/>
                                  <a:pt x="86" y="25"/>
                                  <a:pt x="86" y="26"/>
                                </a:cubicBezTo>
                                <a:cubicBezTo>
                                  <a:pt x="86" y="26"/>
                                  <a:pt x="86" y="26"/>
                                  <a:pt x="86" y="25"/>
                                </a:cubicBezTo>
                                <a:cubicBezTo>
                                  <a:pt x="85" y="24"/>
                                  <a:pt x="85" y="21"/>
                                  <a:pt x="86" y="20"/>
                                </a:cubicBezTo>
                                <a:cubicBezTo>
                                  <a:pt x="87" y="20"/>
                                  <a:pt x="87" y="19"/>
                                  <a:pt x="87" y="19"/>
                                </a:cubicBezTo>
                                <a:cubicBezTo>
                                  <a:pt x="87" y="18"/>
                                  <a:pt x="87" y="17"/>
                                  <a:pt x="86" y="15"/>
                                </a:cubicBezTo>
                                <a:cubicBezTo>
                                  <a:pt x="86" y="15"/>
                                  <a:pt x="86" y="15"/>
                                  <a:pt x="86" y="15"/>
                                </a:cubicBezTo>
                                <a:cubicBezTo>
                                  <a:pt x="86" y="15"/>
                                  <a:pt x="86" y="15"/>
                                  <a:pt x="86" y="15"/>
                                </a:cubicBezTo>
                                <a:cubicBezTo>
                                  <a:pt x="87" y="14"/>
                                  <a:pt x="87" y="13"/>
                                  <a:pt x="86" y="12"/>
                                </a:cubicBezTo>
                                <a:cubicBezTo>
                                  <a:pt x="85" y="12"/>
                                  <a:pt x="85" y="11"/>
                                  <a:pt x="84" y="10"/>
                                </a:cubicBezTo>
                                <a:cubicBezTo>
                                  <a:pt x="83" y="12"/>
                                  <a:pt x="84" y="13"/>
                                  <a:pt x="84" y="14"/>
                                </a:cubicBezTo>
                                <a:cubicBezTo>
                                  <a:pt x="84" y="14"/>
                                  <a:pt x="84" y="14"/>
                                  <a:pt x="84" y="14"/>
                                </a:cubicBezTo>
                                <a:cubicBezTo>
                                  <a:pt x="83" y="15"/>
                                  <a:pt x="83" y="15"/>
                                  <a:pt x="83" y="16"/>
                                </a:cubicBezTo>
                                <a:cubicBezTo>
                                  <a:pt x="82" y="15"/>
                                  <a:pt x="83" y="15"/>
                                  <a:pt x="83" y="15"/>
                                </a:cubicBezTo>
                                <a:cubicBezTo>
                                  <a:pt x="83" y="14"/>
                                  <a:pt x="83" y="13"/>
                                  <a:pt x="82" y="14"/>
                                </a:cubicBezTo>
                                <a:cubicBezTo>
                                  <a:pt x="82" y="14"/>
                                  <a:pt x="81" y="14"/>
                                  <a:pt x="81" y="15"/>
                                </a:cubicBezTo>
                                <a:cubicBezTo>
                                  <a:pt x="80" y="16"/>
                                  <a:pt x="80" y="17"/>
                                  <a:pt x="82" y="18"/>
                                </a:cubicBezTo>
                                <a:cubicBezTo>
                                  <a:pt x="82" y="18"/>
                                  <a:pt x="82" y="18"/>
                                  <a:pt x="82" y="18"/>
                                </a:cubicBezTo>
                                <a:cubicBezTo>
                                  <a:pt x="81" y="20"/>
                                  <a:pt x="82" y="21"/>
                                  <a:pt x="81" y="23"/>
                                </a:cubicBezTo>
                                <a:cubicBezTo>
                                  <a:pt x="81" y="25"/>
                                  <a:pt x="81" y="27"/>
                                  <a:pt x="81" y="29"/>
                                </a:cubicBezTo>
                                <a:cubicBezTo>
                                  <a:pt x="81" y="30"/>
                                  <a:pt x="81" y="29"/>
                                  <a:pt x="81" y="29"/>
                                </a:cubicBezTo>
                                <a:cubicBezTo>
                                  <a:pt x="79" y="30"/>
                                  <a:pt x="79" y="29"/>
                                  <a:pt x="79" y="28"/>
                                </a:cubicBezTo>
                                <a:cubicBezTo>
                                  <a:pt x="79" y="28"/>
                                  <a:pt x="79" y="28"/>
                                  <a:pt x="79" y="27"/>
                                </a:cubicBezTo>
                                <a:cubicBezTo>
                                  <a:pt x="79" y="26"/>
                                  <a:pt x="77" y="24"/>
                                  <a:pt x="76" y="25"/>
                                </a:cubicBezTo>
                                <a:cubicBezTo>
                                  <a:pt x="76" y="24"/>
                                  <a:pt x="77" y="23"/>
                                  <a:pt x="77" y="21"/>
                                </a:cubicBezTo>
                                <a:cubicBezTo>
                                  <a:pt x="77" y="20"/>
                                  <a:pt x="77" y="20"/>
                                  <a:pt x="77" y="20"/>
                                </a:cubicBezTo>
                                <a:cubicBezTo>
                                  <a:pt x="76" y="20"/>
                                  <a:pt x="76" y="20"/>
                                  <a:pt x="76" y="21"/>
                                </a:cubicBezTo>
                                <a:cubicBezTo>
                                  <a:pt x="76" y="21"/>
                                  <a:pt x="76" y="21"/>
                                  <a:pt x="76" y="21"/>
                                </a:cubicBezTo>
                                <a:cubicBezTo>
                                  <a:pt x="75" y="21"/>
                                  <a:pt x="75" y="20"/>
                                  <a:pt x="75" y="20"/>
                                </a:cubicBezTo>
                                <a:cubicBezTo>
                                  <a:pt x="74" y="20"/>
                                  <a:pt x="74" y="22"/>
                                  <a:pt x="74" y="21"/>
                                </a:cubicBezTo>
                                <a:cubicBezTo>
                                  <a:pt x="73" y="21"/>
                                  <a:pt x="73" y="21"/>
                                  <a:pt x="73" y="22"/>
                                </a:cubicBezTo>
                                <a:cubicBezTo>
                                  <a:pt x="72" y="22"/>
                                  <a:pt x="71" y="22"/>
                                  <a:pt x="71" y="22"/>
                                </a:cubicBezTo>
                                <a:cubicBezTo>
                                  <a:pt x="70" y="22"/>
                                  <a:pt x="70" y="21"/>
                                  <a:pt x="70" y="21"/>
                                </a:cubicBezTo>
                                <a:cubicBezTo>
                                  <a:pt x="70" y="20"/>
                                  <a:pt x="70" y="20"/>
                                  <a:pt x="70" y="19"/>
                                </a:cubicBezTo>
                                <a:cubicBezTo>
                                  <a:pt x="70" y="19"/>
                                  <a:pt x="70" y="18"/>
                                  <a:pt x="69" y="19"/>
                                </a:cubicBezTo>
                                <a:cubicBezTo>
                                  <a:pt x="68" y="19"/>
                                  <a:pt x="68" y="19"/>
                                  <a:pt x="68" y="18"/>
                                </a:cubicBezTo>
                                <a:cubicBezTo>
                                  <a:pt x="68" y="17"/>
                                  <a:pt x="68" y="15"/>
                                  <a:pt x="67" y="14"/>
                                </a:cubicBezTo>
                                <a:cubicBezTo>
                                  <a:pt x="67" y="14"/>
                                  <a:pt x="67" y="14"/>
                                  <a:pt x="66" y="14"/>
                                </a:cubicBezTo>
                                <a:cubicBezTo>
                                  <a:pt x="65" y="14"/>
                                  <a:pt x="65" y="13"/>
                                  <a:pt x="65" y="12"/>
                                </a:cubicBezTo>
                                <a:cubicBezTo>
                                  <a:pt x="65" y="12"/>
                                  <a:pt x="64" y="13"/>
                                  <a:pt x="64" y="13"/>
                                </a:cubicBezTo>
                                <a:cubicBezTo>
                                  <a:pt x="64" y="12"/>
                                  <a:pt x="64" y="12"/>
                                  <a:pt x="65" y="12"/>
                                </a:cubicBezTo>
                                <a:cubicBezTo>
                                  <a:pt x="65" y="12"/>
                                  <a:pt x="65" y="11"/>
                                  <a:pt x="64" y="12"/>
                                </a:cubicBezTo>
                                <a:cubicBezTo>
                                  <a:pt x="63" y="12"/>
                                  <a:pt x="63" y="11"/>
                                  <a:pt x="63" y="11"/>
                                </a:cubicBezTo>
                                <a:cubicBezTo>
                                  <a:pt x="63" y="11"/>
                                  <a:pt x="63" y="10"/>
                                  <a:pt x="62" y="10"/>
                                </a:cubicBezTo>
                                <a:cubicBezTo>
                                  <a:pt x="62" y="10"/>
                                  <a:pt x="62" y="11"/>
                                  <a:pt x="62" y="11"/>
                                </a:cubicBezTo>
                                <a:cubicBezTo>
                                  <a:pt x="62" y="12"/>
                                  <a:pt x="62" y="12"/>
                                  <a:pt x="62" y="12"/>
                                </a:cubicBezTo>
                                <a:cubicBezTo>
                                  <a:pt x="61" y="12"/>
                                  <a:pt x="61" y="13"/>
                                  <a:pt x="61" y="13"/>
                                </a:cubicBezTo>
                                <a:cubicBezTo>
                                  <a:pt x="61" y="14"/>
                                  <a:pt x="61" y="15"/>
                                  <a:pt x="62" y="15"/>
                                </a:cubicBezTo>
                                <a:cubicBezTo>
                                  <a:pt x="62" y="15"/>
                                  <a:pt x="62" y="15"/>
                                  <a:pt x="62" y="15"/>
                                </a:cubicBezTo>
                                <a:cubicBezTo>
                                  <a:pt x="63" y="15"/>
                                  <a:pt x="64" y="15"/>
                                  <a:pt x="64" y="16"/>
                                </a:cubicBezTo>
                                <a:cubicBezTo>
                                  <a:pt x="63" y="16"/>
                                  <a:pt x="63" y="17"/>
                                  <a:pt x="63" y="18"/>
                                </a:cubicBezTo>
                                <a:cubicBezTo>
                                  <a:pt x="63" y="18"/>
                                  <a:pt x="63" y="18"/>
                                  <a:pt x="63" y="18"/>
                                </a:cubicBezTo>
                                <a:cubicBezTo>
                                  <a:pt x="63" y="19"/>
                                  <a:pt x="62" y="20"/>
                                  <a:pt x="63" y="21"/>
                                </a:cubicBezTo>
                                <a:cubicBezTo>
                                  <a:pt x="63" y="21"/>
                                  <a:pt x="63" y="21"/>
                                  <a:pt x="62" y="22"/>
                                </a:cubicBezTo>
                                <a:cubicBezTo>
                                  <a:pt x="62" y="21"/>
                                  <a:pt x="62" y="21"/>
                                  <a:pt x="61" y="21"/>
                                </a:cubicBezTo>
                                <a:cubicBezTo>
                                  <a:pt x="61" y="19"/>
                                  <a:pt x="60" y="18"/>
                                  <a:pt x="59" y="17"/>
                                </a:cubicBezTo>
                                <a:cubicBezTo>
                                  <a:pt x="59" y="17"/>
                                  <a:pt x="59" y="16"/>
                                  <a:pt x="58" y="17"/>
                                </a:cubicBezTo>
                                <a:cubicBezTo>
                                  <a:pt x="58" y="17"/>
                                  <a:pt x="58" y="17"/>
                                  <a:pt x="58" y="18"/>
                                </a:cubicBezTo>
                                <a:cubicBezTo>
                                  <a:pt x="58" y="19"/>
                                  <a:pt x="58" y="20"/>
                                  <a:pt x="59" y="21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3"/>
                                  <a:pt x="60" y="23"/>
                                  <a:pt x="60" y="24"/>
                                </a:cubicBezTo>
                                <a:cubicBezTo>
                                  <a:pt x="61" y="24"/>
                                  <a:pt x="61" y="24"/>
                                  <a:pt x="61" y="24"/>
                                </a:cubicBezTo>
                                <a:cubicBezTo>
                                  <a:pt x="60" y="25"/>
                                  <a:pt x="61" y="26"/>
                                  <a:pt x="60" y="27"/>
                                </a:cubicBezTo>
                                <a:cubicBezTo>
                                  <a:pt x="59" y="26"/>
                                  <a:pt x="58" y="24"/>
                                  <a:pt x="57" y="23"/>
                                </a:cubicBezTo>
                                <a:cubicBezTo>
                                  <a:pt x="57" y="22"/>
                                  <a:pt x="57" y="22"/>
                                  <a:pt x="56" y="23"/>
                                </a:cubicBezTo>
                                <a:cubicBezTo>
                                  <a:pt x="56" y="23"/>
                                  <a:pt x="56" y="24"/>
                                  <a:pt x="55" y="23"/>
                                </a:cubicBezTo>
                                <a:cubicBezTo>
                                  <a:pt x="54" y="22"/>
                                  <a:pt x="51" y="23"/>
                                  <a:pt x="49" y="25"/>
                                </a:cubicBezTo>
                                <a:cubicBezTo>
                                  <a:pt x="50" y="24"/>
                                  <a:pt x="51" y="25"/>
                                  <a:pt x="51" y="25"/>
                                </a:cubicBezTo>
                                <a:cubicBezTo>
                                  <a:pt x="51" y="27"/>
                                  <a:pt x="52" y="28"/>
                                  <a:pt x="52" y="30"/>
                                </a:cubicBezTo>
                                <a:cubicBezTo>
                                  <a:pt x="52" y="30"/>
                                  <a:pt x="52" y="30"/>
                                  <a:pt x="52" y="30"/>
                                </a:cubicBezTo>
                                <a:cubicBezTo>
                                  <a:pt x="51" y="30"/>
                                  <a:pt x="50" y="31"/>
                                  <a:pt x="51" y="32"/>
                                </a:cubicBezTo>
                                <a:cubicBezTo>
                                  <a:pt x="51" y="33"/>
                                  <a:pt x="51" y="34"/>
                                  <a:pt x="52" y="35"/>
                                </a:cubicBezTo>
                                <a:cubicBezTo>
                                  <a:pt x="52" y="35"/>
                                  <a:pt x="52" y="35"/>
                                  <a:pt x="52" y="35"/>
                                </a:cubicBezTo>
                                <a:cubicBezTo>
                                  <a:pt x="53" y="36"/>
                                  <a:pt x="53" y="38"/>
                                  <a:pt x="54" y="39"/>
                                </a:cubicBezTo>
                                <a:cubicBezTo>
                                  <a:pt x="55" y="39"/>
                                  <a:pt x="56" y="40"/>
                                  <a:pt x="56" y="41"/>
                                </a:cubicBezTo>
                                <a:cubicBezTo>
                                  <a:pt x="56" y="41"/>
                                  <a:pt x="56" y="41"/>
                                  <a:pt x="57" y="41"/>
                                </a:cubicBezTo>
                                <a:cubicBezTo>
                                  <a:pt x="58" y="40"/>
                                  <a:pt x="59" y="40"/>
                                  <a:pt x="60" y="41"/>
                                </a:cubicBezTo>
                                <a:cubicBezTo>
                                  <a:pt x="61" y="41"/>
                                  <a:pt x="63" y="41"/>
                                  <a:pt x="64" y="41"/>
                                </a:cubicBezTo>
                                <a:cubicBezTo>
                                  <a:pt x="65" y="40"/>
                                  <a:pt x="66" y="40"/>
                                  <a:pt x="67" y="39"/>
                                </a:cubicBezTo>
                                <a:cubicBezTo>
                                  <a:pt x="69" y="38"/>
                                  <a:pt x="72" y="38"/>
                                  <a:pt x="74" y="37"/>
                                </a:cubicBezTo>
                                <a:cubicBezTo>
                                  <a:pt x="75" y="37"/>
                                  <a:pt x="76" y="37"/>
                                  <a:pt x="76" y="38"/>
                                </a:cubicBezTo>
                                <a:cubicBezTo>
                                  <a:pt x="75" y="39"/>
                                  <a:pt x="75" y="40"/>
                                  <a:pt x="75" y="41"/>
                                </a:cubicBezTo>
                                <a:cubicBezTo>
                                  <a:pt x="75" y="42"/>
                                  <a:pt x="75" y="42"/>
                                  <a:pt x="74" y="42"/>
                                </a:cubicBezTo>
                                <a:cubicBezTo>
                                  <a:pt x="72" y="41"/>
                                  <a:pt x="71" y="42"/>
                                  <a:pt x="69" y="42"/>
                                </a:cubicBezTo>
                                <a:cubicBezTo>
                                  <a:pt x="69" y="42"/>
                                  <a:pt x="68" y="43"/>
                                  <a:pt x="68" y="43"/>
                                </a:cubicBezTo>
                                <a:cubicBezTo>
                                  <a:pt x="68" y="44"/>
                                  <a:pt x="68" y="45"/>
                                  <a:pt x="69" y="45"/>
                                </a:cubicBezTo>
                                <a:cubicBezTo>
                                  <a:pt x="70" y="45"/>
                                  <a:pt x="71" y="46"/>
                                  <a:pt x="72" y="46"/>
                                </a:cubicBezTo>
                                <a:cubicBezTo>
                                  <a:pt x="72" y="47"/>
                                  <a:pt x="73" y="46"/>
                                  <a:pt x="73" y="47"/>
                                </a:cubicBezTo>
                                <a:cubicBezTo>
                                  <a:pt x="73" y="48"/>
                                  <a:pt x="72" y="48"/>
                                  <a:pt x="71" y="48"/>
                                </a:cubicBezTo>
                                <a:cubicBezTo>
                                  <a:pt x="71" y="47"/>
                                  <a:pt x="70" y="47"/>
                                  <a:pt x="69" y="47"/>
                                </a:cubicBezTo>
                                <a:cubicBezTo>
                                  <a:pt x="68" y="46"/>
                                  <a:pt x="67" y="46"/>
                                  <a:pt x="66" y="45"/>
                                </a:cubicBezTo>
                                <a:cubicBezTo>
                                  <a:pt x="66" y="45"/>
                                  <a:pt x="66" y="44"/>
                                  <a:pt x="65" y="44"/>
                                </a:cubicBezTo>
                                <a:cubicBezTo>
                                  <a:pt x="64" y="44"/>
                                  <a:pt x="63" y="44"/>
                                  <a:pt x="62" y="45"/>
                                </a:cubicBezTo>
                                <a:cubicBezTo>
                                  <a:pt x="62" y="45"/>
                                  <a:pt x="62" y="46"/>
                                  <a:pt x="62" y="46"/>
                                </a:cubicBezTo>
                                <a:cubicBezTo>
                                  <a:pt x="64" y="48"/>
                                  <a:pt x="65" y="51"/>
                                  <a:pt x="67" y="51"/>
                                </a:cubicBezTo>
                                <a:cubicBezTo>
                                  <a:pt x="68" y="52"/>
                                  <a:pt x="68" y="52"/>
                                  <a:pt x="69" y="52"/>
                                </a:cubicBezTo>
                                <a:cubicBezTo>
                                  <a:pt x="69" y="52"/>
                                  <a:pt x="69" y="52"/>
                                  <a:pt x="69" y="52"/>
                                </a:cubicBezTo>
                                <a:cubicBezTo>
                                  <a:pt x="69" y="52"/>
                                  <a:pt x="70" y="52"/>
                                  <a:pt x="70" y="53"/>
                                </a:cubicBezTo>
                                <a:cubicBezTo>
                                  <a:pt x="70" y="55"/>
                                  <a:pt x="71" y="55"/>
                                  <a:pt x="73" y="54"/>
                                </a:cubicBezTo>
                                <a:cubicBezTo>
                                  <a:pt x="74" y="54"/>
                                  <a:pt x="75" y="54"/>
                                  <a:pt x="76" y="54"/>
                                </a:cubicBezTo>
                                <a:cubicBezTo>
                                  <a:pt x="77" y="55"/>
                                  <a:pt x="78" y="55"/>
                                  <a:pt x="78" y="54"/>
                                </a:cubicBezTo>
                                <a:cubicBezTo>
                                  <a:pt x="80" y="53"/>
                                  <a:pt x="81" y="53"/>
                                  <a:pt x="82" y="53"/>
                                </a:cubicBezTo>
                                <a:cubicBezTo>
                                  <a:pt x="83" y="53"/>
                                  <a:pt x="83" y="53"/>
                                  <a:pt x="83" y="54"/>
                                </a:cubicBezTo>
                                <a:cubicBezTo>
                                  <a:pt x="83" y="56"/>
                                  <a:pt x="83" y="57"/>
                                  <a:pt x="85" y="58"/>
                                </a:cubicBezTo>
                                <a:cubicBezTo>
                                  <a:pt x="87" y="60"/>
                                  <a:pt x="90" y="60"/>
                                  <a:pt x="92" y="59"/>
                                </a:cubicBezTo>
                                <a:cubicBezTo>
                                  <a:pt x="93" y="59"/>
                                  <a:pt x="93" y="59"/>
                                  <a:pt x="93" y="58"/>
                                </a:cubicBezTo>
                                <a:cubicBezTo>
                                  <a:pt x="93" y="57"/>
                                  <a:pt x="94" y="56"/>
                                  <a:pt x="95" y="56"/>
                                </a:cubicBezTo>
                                <a:cubicBezTo>
                                  <a:pt x="95" y="55"/>
                                  <a:pt x="96" y="55"/>
                                  <a:pt x="96" y="55"/>
                                </a:cubicBezTo>
                                <a:cubicBezTo>
                                  <a:pt x="97" y="54"/>
                                  <a:pt x="97" y="53"/>
                                  <a:pt x="98" y="55"/>
                                </a:cubicBezTo>
                                <a:cubicBezTo>
                                  <a:pt x="98" y="56"/>
                                  <a:pt x="99" y="56"/>
                                  <a:pt x="100" y="55"/>
                                </a:cubicBezTo>
                                <a:cubicBezTo>
                                  <a:pt x="101" y="54"/>
                                  <a:pt x="103" y="53"/>
                                  <a:pt x="104" y="50"/>
                                </a:cubicBezTo>
                                <a:cubicBezTo>
                                  <a:pt x="104" y="49"/>
                                  <a:pt x="105" y="47"/>
                                  <a:pt x="104" y="46"/>
                                </a:cubicBezTo>
                                <a:cubicBezTo>
                                  <a:pt x="103" y="45"/>
                                  <a:pt x="104" y="44"/>
                                  <a:pt x="105" y="44"/>
                                </a:cubicBezTo>
                                <a:cubicBezTo>
                                  <a:pt x="107" y="43"/>
                                  <a:pt x="108" y="41"/>
                                  <a:pt x="109" y="39"/>
                                </a:cubicBezTo>
                                <a:cubicBezTo>
                                  <a:pt x="110" y="38"/>
                                  <a:pt x="110" y="37"/>
                                  <a:pt x="111" y="36"/>
                                </a:cubicBezTo>
                                <a:cubicBezTo>
                                  <a:pt x="113" y="35"/>
                                  <a:pt x="113" y="34"/>
                                  <a:pt x="112" y="32"/>
                                </a:cubicBezTo>
                                <a:cubicBezTo>
                                  <a:pt x="112" y="31"/>
                                  <a:pt x="112" y="31"/>
                                  <a:pt x="112" y="31"/>
                                </a:cubicBezTo>
                                <a:cubicBezTo>
                                  <a:pt x="114" y="30"/>
                                  <a:pt x="114" y="29"/>
                                  <a:pt x="114" y="28"/>
                                </a:cubicBezTo>
                                <a:cubicBezTo>
                                  <a:pt x="113" y="27"/>
                                  <a:pt x="112" y="25"/>
                                  <a:pt x="111" y="24"/>
                                </a:cubicBezTo>
                                <a:close/>
                                <a:moveTo>
                                  <a:pt x="62" y="15"/>
                                </a:moveTo>
                                <a:cubicBezTo>
                                  <a:pt x="62" y="14"/>
                                  <a:pt x="62" y="14"/>
                                  <a:pt x="63" y="14"/>
                                </a:cubicBezTo>
                                <a:cubicBezTo>
                                  <a:pt x="62" y="14"/>
                                  <a:pt x="62" y="14"/>
                                  <a:pt x="62" y="15"/>
                                </a:cubicBezTo>
                                <a:close/>
                                <a:moveTo>
                                  <a:pt x="68" y="78"/>
                                </a:moveTo>
                                <a:cubicBezTo>
                                  <a:pt x="69" y="78"/>
                                  <a:pt x="70" y="78"/>
                                  <a:pt x="71" y="78"/>
                                </a:cubicBezTo>
                                <a:cubicBezTo>
                                  <a:pt x="71" y="78"/>
                                  <a:pt x="71" y="78"/>
                                  <a:pt x="71" y="78"/>
                                </a:cubicBezTo>
                                <a:cubicBezTo>
                                  <a:pt x="71" y="78"/>
                                  <a:pt x="71" y="80"/>
                                  <a:pt x="72" y="79"/>
                                </a:cubicBezTo>
                                <a:cubicBezTo>
                                  <a:pt x="73" y="79"/>
                                  <a:pt x="74" y="79"/>
                                  <a:pt x="74" y="78"/>
                                </a:cubicBezTo>
                                <a:cubicBezTo>
                                  <a:pt x="74" y="77"/>
                                  <a:pt x="75" y="75"/>
                                  <a:pt x="75" y="74"/>
                                </a:cubicBezTo>
                                <a:cubicBezTo>
                                  <a:pt x="75" y="73"/>
                                  <a:pt x="74" y="72"/>
                                  <a:pt x="73" y="73"/>
                                </a:cubicBezTo>
                                <a:cubicBezTo>
                                  <a:pt x="73" y="73"/>
                                  <a:pt x="72" y="72"/>
                                  <a:pt x="72" y="72"/>
                                </a:cubicBezTo>
                                <a:cubicBezTo>
                                  <a:pt x="72" y="72"/>
                                  <a:pt x="71" y="71"/>
                                  <a:pt x="71" y="71"/>
                                </a:cubicBezTo>
                                <a:cubicBezTo>
                                  <a:pt x="69" y="71"/>
                                  <a:pt x="68" y="70"/>
                                  <a:pt x="67" y="68"/>
                                </a:cubicBezTo>
                                <a:cubicBezTo>
                                  <a:pt x="67" y="68"/>
                                  <a:pt x="66" y="67"/>
                                  <a:pt x="66" y="68"/>
                                </a:cubicBezTo>
                                <a:cubicBezTo>
                                  <a:pt x="64" y="68"/>
                                  <a:pt x="64" y="67"/>
                                  <a:pt x="64" y="66"/>
                                </a:cubicBezTo>
                                <a:cubicBezTo>
                                  <a:pt x="64" y="66"/>
                                  <a:pt x="64" y="66"/>
                                  <a:pt x="64" y="65"/>
                                </a:cubicBezTo>
                                <a:cubicBezTo>
                                  <a:pt x="63" y="64"/>
                                  <a:pt x="63" y="61"/>
                                  <a:pt x="61" y="61"/>
                                </a:cubicBezTo>
                                <a:cubicBezTo>
                                  <a:pt x="61" y="61"/>
                                  <a:pt x="60" y="61"/>
                                  <a:pt x="60" y="61"/>
                                </a:cubicBezTo>
                                <a:cubicBezTo>
                                  <a:pt x="60" y="60"/>
                                  <a:pt x="60" y="60"/>
                                  <a:pt x="59" y="61"/>
                                </a:cubicBezTo>
                                <a:cubicBezTo>
                                  <a:pt x="59" y="63"/>
                                  <a:pt x="58" y="62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0"/>
                                  <a:pt x="57" y="59"/>
                                  <a:pt x="56" y="59"/>
                                </a:cubicBezTo>
                                <a:cubicBezTo>
                                  <a:pt x="55" y="59"/>
                                  <a:pt x="55" y="58"/>
                                  <a:pt x="55" y="58"/>
                                </a:cubicBezTo>
                                <a:cubicBezTo>
                                  <a:pt x="56" y="58"/>
                                  <a:pt x="56" y="57"/>
                                  <a:pt x="56" y="57"/>
                                </a:cubicBezTo>
                                <a:cubicBezTo>
                                  <a:pt x="57" y="55"/>
                                  <a:pt x="57" y="54"/>
                                  <a:pt x="57" y="52"/>
                                </a:cubicBezTo>
                                <a:cubicBezTo>
                                  <a:pt x="56" y="51"/>
                                  <a:pt x="57" y="50"/>
                                  <a:pt x="56" y="49"/>
                                </a:cubicBezTo>
                                <a:cubicBezTo>
                                  <a:pt x="56" y="49"/>
                                  <a:pt x="56" y="48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4" y="46"/>
                                  <a:pt x="54" y="46"/>
                                </a:cubicBezTo>
                                <a:cubicBezTo>
                                  <a:pt x="54" y="46"/>
                                  <a:pt x="54" y="46"/>
                                  <a:pt x="54" y="46"/>
                                </a:cubicBezTo>
                                <a:cubicBezTo>
                                  <a:pt x="54" y="45"/>
                                  <a:pt x="53" y="45"/>
                                  <a:pt x="53" y="45"/>
                                </a:cubicBezTo>
                                <a:cubicBezTo>
                                  <a:pt x="52" y="45"/>
                                  <a:pt x="52" y="46"/>
                                  <a:pt x="52" y="46"/>
                                </a:cubicBezTo>
                                <a:cubicBezTo>
                                  <a:pt x="51" y="47"/>
                                  <a:pt x="51" y="48"/>
                                  <a:pt x="51" y="49"/>
                                </a:cubicBezTo>
                                <a:cubicBezTo>
                                  <a:pt x="52" y="51"/>
                                  <a:pt x="50" y="53"/>
                                  <a:pt x="49" y="54"/>
                                </a:cubicBezTo>
                                <a:cubicBezTo>
                                  <a:pt x="49" y="54"/>
                                  <a:pt x="49" y="53"/>
                                  <a:pt x="49" y="53"/>
                                </a:cubicBezTo>
                                <a:cubicBezTo>
                                  <a:pt x="50" y="51"/>
                                  <a:pt x="50" y="49"/>
                                  <a:pt x="49" y="47"/>
                                </a:cubicBezTo>
                                <a:cubicBezTo>
                                  <a:pt x="49" y="47"/>
                                  <a:pt x="49" y="47"/>
                                  <a:pt x="49" y="47"/>
                                </a:cubicBezTo>
                                <a:cubicBezTo>
                                  <a:pt x="49" y="47"/>
                                  <a:pt x="49" y="47"/>
                                  <a:pt x="49" y="47"/>
                                </a:cubicBezTo>
                                <a:cubicBezTo>
                                  <a:pt x="49" y="46"/>
                                  <a:pt x="49" y="45"/>
                                  <a:pt x="50" y="44"/>
                                </a:cubicBezTo>
                                <a:cubicBezTo>
                                  <a:pt x="51" y="42"/>
                                  <a:pt x="52" y="40"/>
                                  <a:pt x="50" y="38"/>
                                </a:cubicBezTo>
                                <a:cubicBezTo>
                                  <a:pt x="50" y="38"/>
                                  <a:pt x="49" y="37"/>
                                  <a:pt x="49" y="37"/>
                                </a:cubicBezTo>
                                <a:cubicBezTo>
                                  <a:pt x="49" y="35"/>
                                  <a:pt x="47" y="34"/>
                                  <a:pt x="46" y="33"/>
                                </a:cubicBezTo>
                                <a:cubicBezTo>
                                  <a:pt x="44" y="31"/>
                                  <a:pt x="44" y="32"/>
                                  <a:pt x="44" y="33"/>
                                </a:cubicBezTo>
                                <a:cubicBezTo>
                                  <a:pt x="43" y="34"/>
                                  <a:pt x="44" y="35"/>
                                  <a:pt x="44" y="35"/>
                                </a:cubicBezTo>
                                <a:cubicBezTo>
                                  <a:pt x="43" y="35"/>
                                  <a:pt x="43" y="35"/>
                                  <a:pt x="42" y="34"/>
                                </a:cubicBezTo>
                                <a:cubicBezTo>
                                  <a:pt x="42" y="34"/>
                                  <a:pt x="42" y="34"/>
                                  <a:pt x="42" y="34"/>
                                </a:cubicBezTo>
                                <a:cubicBezTo>
                                  <a:pt x="42" y="34"/>
                                  <a:pt x="42" y="34"/>
                                  <a:pt x="42" y="34"/>
                                </a:cubicBezTo>
                                <a:cubicBezTo>
                                  <a:pt x="42" y="33"/>
                                  <a:pt x="43" y="33"/>
                                  <a:pt x="42" y="32"/>
                                </a:cubicBezTo>
                                <a:cubicBezTo>
                                  <a:pt x="41" y="31"/>
                                  <a:pt x="41" y="30"/>
                                  <a:pt x="41" y="29"/>
                                </a:cubicBezTo>
                                <a:cubicBezTo>
                                  <a:pt x="41" y="29"/>
                                  <a:pt x="39" y="28"/>
                                  <a:pt x="39" y="28"/>
                                </a:cubicBezTo>
                                <a:cubicBezTo>
                                  <a:pt x="38" y="29"/>
                                  <a:pt x="36" y="32"/>
                                  <a:pt x="37" y="34"/>
                                </a:cubicBezTo>
                                <a:cubicBezTo>
                                  <a:pt x="38" y="34"/>
                                  <a:pt x="38" y="35"/>
                                  <a:pt x="38" y="35"/>
                                </a:cubicBezTo>
                                <a:cubicBezTo>
                                  <a:pt x="37" y="36"/>
                                  <a:pt x="37" y="35"/>
                                  <a:pt x="37" y="35"/>
                                </a:cubicBezTo>
                                <a:cubicBezTo>
                                  <a:pt x="36" y="35"/>
                                  <a:pt x="35" y="35"/>
                                  <a:pt x="35" y="36"/>
                                </a:cubicBezTo>
                                <a:cubicBezTo>
                                  <a:pt x="35" y="38"/>
                                  <a:pt x="35" y="39"/>
                                  <a:pt x="35" y="41"/>
                                </a:cubicBezTo>
                                <a:cubicBezTo>
                                  <a:pt x="35" y="41"/>
                                  <a:pt x="35" y="41"/>
                                  <a:pt x="35" y="41"/>
                                </a:cubicBezTo>
                                <a:cubicBezTo>
                                  <a:pt x="36" y="44"/>
                                  <a:pt x="36" y="46"/>
                                  <a:pt x="37" y="49"/>
                                </a:cubicBezTo>
                                <a:cubicBezTo>
                                  <a:pt x="37" y="50"/>
                                  <a:pt x="36" y="51"/>
                                  <a:pt x="37" y="52"/>
                                </a:cubicBezTo>
                                <a:cubicBezTo>
                                  <a:pt x="37" y="52"/>
                                  <a:pt x="37" y="52"/>
                                  <a:pt x="37" y="52"/>
                                </a:cubicBezTo>
                                <a:cubicBezTo>
                                  <a:pt x="37" y="52"/>
                                  <a:pt x="37" y="52"/>
                                  <a:pt x="37" y="52"/>
                                </a:cubicBezTo>
                                <a:cubicBezTo>
                                  <a:pt x="37" y="54"/>
                                  <a:pt x="37" y="55"/>
                                  <a:pt x="37" y="56"/>
                                </a:cubicBezTo>
                                <a:cubicBezTo>
                                  <a:pt x="37" y="57"/>
                                  <a:pt x="37" y="57"/>
                                  <a:pt x="38" y="58"/>
                                </a:cubicBezTo>
                                <a:cubicBezTo>
                                  <a:pt x="38" y="58"/>
                                  <a:pt x="38" y="58"/>
                                  <a:pt x="38" y="58"/>
                                </a:cubicBezTo>
                                <a:cubicBezTo>
                                  <a:pt x="38" y="58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60"/>
                                  <a:pt x="38" y="61"/>
                                  <a:pt x="39" y="62"/>
                                </a:cubicBezTo>
                                <a:cubicBezTo>
                                  <a:pt x="39" y="65"/>
                                  <a:pt x="40" y="69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0" y="71"/>
                                  <a:pt x="40" y="70"/>
                                  <a:pt x="39" y="70"/>
                                </a:cubicBezTo>
                                <a:cubicBezTo>
                                  <a:pt x="39" y="69"/>
                                  <a:pt x="39" y="68"/>
                                  <a:pt x="38" y="67"/>
                                </a:cubicBezTo>
                                <a:cubicBezTo>
                                  <a:pt x="38" y="67"/>
                                  <a:pt x="38" y="67"/>
                                  <a:pt x="38" y="67"/>
                                </a:cubicBezTo>
                                <a:cubicBezTo>
                                  <a:pt x="38" y="65"/>
                                  <a:pt x="37" y="63"/>
                                  <a:pt x="36" y="62"/>
                                </a:cubicBezTo>
                                <a:cubicBezTo>
                                  <a:pt x="36" y="62"/>
                                  <a:pt x="35" y="63"/>
                                  <a:pt x="35" y="64"/>
                                </a:cubicBezTo>
                                <a:cubicBezTo>
                                  <a:pt x="35" y="64"/>
                                  <a:pt x="35" y="64"/>
                                  <a:pt x="35" y="64"/>
                                </a:cubicBezTo>
                                <a:cubicBezTo>
                                  <a:pt x="35" y="64"/>
                                  <a:pt x="35" y="64"/>
                                  <a:pt x="35" y="64"/>
                                </a:cubicBezTo>
                                <a:cubicBezTo>
                                  <a:pt x="35" y="64"/>
                                  <a:pt x="35" y="63"/>
                                  <a:pt x="35" y="63"/>
                                </a:cubicBezTo>
                                <a:cubicBezTo>
                                  <a:pt x="35" y="62"/>
                                  <a:pt x="35" y="61"/>
                                  <a:pt x="36" y="60"/>
                                </a:cubicBezTo>
                                <a:cubicBezTo>
                                  <a:pt x="36" y="59"/>
                                  <a:pt x="36" y="59"/>
                                  <a:pt x="35" y="58"/>
                                </a:cubicBezTo>
                                <a:cubicBezTo>
                                  <a:pt x="35" y="58"/>
                                  <a:pt x="35" y="58"/>
                                  <a:pt x="35" y="58"/>
                                </a:cubicBezTo>
                                <a:cubicBezTo>
                                  <a:pt x="35" y="58"/>
                                  <a:pt x="35" y="58"/>
                                  <a:pt x="35" y="58"/>
                                </a:cubicBezTo>
                                <a:cubicBezTo>
                                  <a:pt x="35" y="58"/>
                                  <a:pt x="34" y="57"/>
                                  <a:pt x="34" y="56"/>
                                </a:cubicBezTo>
                                <a:cubicBezTo>
                                  <a:pt x="34" y="56"/>
                                  <a:pt x="34" y="56"/>
                                  <a:pt x="34" y="56"/>
                                </a:cubicBezTo>
                                <a:cubicBezTo>
                                  <a:pt x="34" y="56"/>
                                  <a:pt x="34" y="56"/>
                                  <a:pt x="34" y="56"/>
                                </a:cubicBezTo>
                                <a:cubicBezTo>
                                  <a:pt x="34" y="55"/>
                                  <a:pt x="34" y="55"/>
                                  <a:pt x="33" y="55"/>
                                </a:cubicBezTo>
                                <a:cubicBezTo>
                                  <a:pt x="33" y="55"/>
                                  <a:pt x="33" y="55"/>
                                  <a:pt x="33" y="55"/>
                                </a:cubicBezTo>
                                <a:cubicBezTo>
                                  <a:pt x="33" y="54"/>
                                  <a:pt x="33" y="54"/>
                                  <a:pt x="33" y="54"/>
                                </a:cubicBezTo>
                                <a:cubicBezTo>
                                  <a:pt x="33" y="54"/>
                                  <a:pt x="33" y="54"/>
                                  <a:pt x="33" y="54"/>
                                </a:cubicBezTo>
                                <a:cubicBezTo>
                                  <a:pt x="34" y="53"/>
                                  <a:pt x="33" y="51"/>
                                  <a:pt x="33" y="50"/>
                                </a:cubicBezTo>
                                <a:cubicBezTo>
                                  <a:pt x="33" y="50"/>
                                  <a:pt x="33" y="49"/>
                                  <a:pt x="32" y="49"/>
                                </a:cubicBezTo>
                                <a:cubicBezTo>
                                  <a:pt x="32" y="49"/>
                                  <a:pt x="32" y="49"/>
                                  <a:pt x="32" y="49"/>
                                </a:cubicBezTo>
                                <a:cubicBezTo>
                                  <a:pt x="32" y="48"/>
                                  <a:pt x="32" y="48"/>
                                  <a:pt x="32" y="48"/>
                                </a:cubicBezTo>
                                <a:cubicBezTo>
                                  <a:pt x="32" y="48"/>
                                  <a:pt x="32" y="48"/>
                                  <a:pt x="32" y="48"/>
                                </a:cubicBezTo>
                                <a:cubicBezTo>
                                  <a:pt x="32" y="47"/>
                                  <a:pt x="32" y="47"/>
                                  <a:pt x="32" y="47"/>
                                </a:cubicBezTo>
                                <a:cubicBezTo>
                                  <a:pt x="32" y="46"/>
                                  <a:pt x="32" y="46"/>
                                  <a:pt x="32" y="46"/>
                                </a:cubicBezTo>
                                <a:cubicBezTo>
                                  <a:pt x="32" y="46"/>
                                  <a:pt x="32" y="46"/>
                                  <a:pt x="32" y="47"/>
                                </a:cubicBezTo>
                                <a:cubicBezTo>
                                  <a:pt x="32" y="46"/>
                                  <a:pt x="32" y="45"/>
                                  <a:pt x="32" y="45"/>
                                </a:cubicBezTo>
                                <a:cubicBezTo>
                                  <a:pt x="31" y="44"/>
                                  <a:pt x="31" y="44"/>
                                  <a:pt x="31" y="44"/>
                                </a:cubicBezTo>
                                <a:cubicBezTo>
                                  <a:pt x="31" y="44"/>
                                  <a:pt x="31" y="44"/>
                                  <a:pt x="31" y="44"/>
                                </a:cubicBezTo>
                                <a:cubicBezTo>
                                  <a:pt x="31" y="43"/>
                                  <a:pt x="31" y="43"/>
                                  <a:pt x="31" y="43"/>
                                </a:cubicBezTo>
                                <a:cubicBezTo>
                                  <a:pt x="31" y="43"/>
                                  <a:pt x="31" y="42"/>
                                  <a:pt x="31" y="42"/>
                                </a:cubicBezTo>
                                <a:cubicBezTo>
                                  <a:pt x="31" y="42"/>
                                  <a:pt x="31" y="42"/>
                                  <a:pt x="31" y="42"/>
                                </a:cubicBezTo>
                                <a:cubicBezTo>
                                  <a:pt x="31" y="42"/>
                                  <a:pt x="30" y="41"/>
                                  <a:pt x="30" y="41"/>
                                </a:cubicBezTo>
                                <a:cubicBezTo>
                                  <a:pt x="30" y="40"/>
                                  <a:pt x="30" y="39"/>
                                  <a:pt x="29" y="38"/>
                                </a:cubicBezTo>
                                <a:cubicBezTo>
                                  <a:pt x="28" y="38"/>
                                  <a:pt x="27" y="38"/>
                                  <a:pt x="27" y="39"/>
                                </a:cubicBezTo>
                                <a:cubicBezTo>
                                  <a:pt x="26" y="41"/>
                                  <a:pt x="25" y="43"/>
                                  <a:pt x="25" y="45"/>
                                </a:cubicBezTo>
                                <a:cubicBezTo>
                                  <a:pt x="25" y="45"/>
                                  <a:pt x="24" y="45"/>
                                  <a:pt x="24" y="46"/>
                                </a:cubicBezTo>
                                <a:cubicBezTo>
                                  <a:pt x="24" y="46"/>
                                  <a:pt x="24" y="46"/>
                                  <a:pt x="24" y="46"/>
                                </a:cubicBezTo>
                                <a:cubicBezTo>
                                  <a:pt x="24" y="46"/>
                                  <a:pt x="24" y="46"/>
                                  <a:pt x="24" y="46"/>
                                </a:cubicBezTo>
                                <a:cubicBezTo>
                                  <a:pt x="23" y="47"/>
                                  <a:pt x="23" y="48"/>
                                  <a:pt x="23" y="49"/>
                                </a:cubicBezTo>
                                <a:cubicBezTo>
                                  <a:pt x="24" y="51"/>
                                  <a:pt x="24" y="53"/>
                                  <a:pt x="25" y="55"/>
                                </a:cubicBezTo>
                                <a:cubicBezTo>
                                  <a:pt x="25" y="55"/>
                                  <a:pt x="25" y="55"/>
                                  <a:pt x="25" y="55"/>
                                </a:cubicBezTo>
                                <a:cubicBezTo>
                                  <a:pt x="25" y="56"/>
                                  <a:pt x="25" y="56"/>
                                  <a:pt x="24" y="56"/>
                                </a:cubicBezTo>
                                <a:cubicBezTo>
                                  <a:pt x="24" y="56"/>
                                  <a:pt x="24" y="56"/>
                                  <a:pt x="24" y="56"/>
                                </a:cubicBezTo>
                                <a:cubicBezTo>
                                  <a:pt x="24" y="56"/>
                                  <a:pt x="24" y="56"/>
                                  <a:pt x="24" y="56"/>
                                </a:cubicBezTo>
                                <a:cubicBezTo>
                                  <a:pt x="24" y="56"/>
                                  <a:pt x="24" y="58"/>
                                  <a:pt x="23" y="57"/>
                                </a:cubicBezTo>
                                <a:cubicBezTo>
                                  <a:pt x="23" y="55"/>
                                  <a:pt x="23" y="52"/>
                                  <a:pt x="21" y="50"/>
                                </a:cubicBezTo>
                                <a:cubicBezTo>
                                  <a:pt x="20" y="50"/>
                                  <a:pt x="20" y="50"/>
                                  <a:pt x="20" y="52"/>
                                </a:cubicBezTo>
                                <a:cubicBezTo>
                                  <a:pt x="20" y="52"/>
                                  <a:pt x="20" y="52"/>
                                  <a:pt x="20" y="52"/>
                                </a:cubicBezTo>
                                <a:cubicBezTo>
                                  <a:pt x="20" y="52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0"/>
                                  <a:pt x="19" y="50"/>
                                  <a:pt x="19" y="49"/>
                                </a:cubicBezTo>
                                <a:cubicBezTo>
                                  <a:pt x="20" y="48"/>
                                  <a:pt x="20" y="47"/>
                                  <a:pt x="20" y="46"/>
                                </a:cubicBezTo>
                                <a:cubicBezTo>
                                  <a:pt x="20" y="46"/>
                                  <a:pt x="20" y="46"/>
                                  <a:pt x="20" y="46"/>
                                </a:cubicBezTo>
                                <a:cubicBezTo>
                                  <a:pt x="20" y="46"/>
                                  <a:pt x="19" y="46"/>
                                  <a:pt x="18" y="46"/>
                                </a:cubicBezTo>
                                <a:cubicBezTo>
                                  <a:pt x="17" y="46"/>
                                  <a:pt x="15" y="47"/>
                                  <a:pt x="14" y="49"/>
                                </a:cubicBezTo>
                                <a:cubicBezTo>
                                  <a:pt x="14" y="49"/>
                                  <a:pt x="14" y="49"/>
                                  <a:pt x="13" y="49"/>
                                </a:cubicBezTo>
                                <a:cubicBezTo>
                                  <a:pt x="13" y="49"/>
                                  <a:pt x="13" y="49"/>
                                  <a:pt x="13" y="48"/>
                                </a:cubicBezTo>
                                <a:cubicBezTo>
                                  <a:pt x="13" y="48"/>
                                  <a:pt x="13" y="47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4" y="46"/>
                                  <a:pt x="15" y="46"/>
                                  <a:pt x="15" y="45"/>
                                </a:cubicBezTo>
                                <a:cubicBezTo>
                                  <a:pt x="15" y="45"/>
                                  <a:pt x="15" y="45"/>
                                  <a:pt x="15" y="45"/>
                                </a:cubicBezTo>
                                <a:cubicBezTo>
                                  <a:pt x="16" y="44"/>
                                  <a:pt x="16" y="43"/>
                                  <a:pt x="17" y="43"/>
                                </a:cubicBezTo>
                                <a:cubicBezTo>
                                  <a:pt x="17" y="42"/>
                                  <a:pt x="18" y="42"/>
                                  <a:pt x="18" y="42"/>
                                </a:cubicBezTo>
                                <a:cubicBezTo>
                                  <a:pt x="19" y="42"/>
                                  <a:pt x="19" y="42"/>
                                  <a:pt x="19" y="42"/>
                                </a:cubicBezTo>
                                <a:cubicBezTo>
                                  <a:pt x="22" y="42"/>
                                  <a:pt x="22" y="42"/>
                                  <a:pt x="23" y="40"/>
                                </a:cubicBezTo>
                                <a:cubicBezTo>
                                  <a:pt x="23" y="40"/>
                                  <a:pt x="23" y="40"/>
                                  <a:pt x="23" y="40"/>
                                </a:cubicBezTo>
                                <a:cubicBezTo>
                                  <a:pt x="23" y="40"/>
                                  <a:pt x="23" y="40"/>
                                  <a:pt x="23" y="40"/>
                                </a:cubicBezTo>
                                <a:cubicBezTo>
                                  <a:pt x="23" y="39"/>
                                  <a:pt x="23" y="37"/>
                                  <a:pt x="23" y="36"/>
                                </a:cubicBezTo>
                                <a:cubicBezTo>
                                  <a:pt x="23" y="36"/>
                                  <a:pt x="23" y="35"/>
                                  <a:pt x="22" y="35"/>
                                </a:cubicBezTo>
                                <a:cubicBezTo>
                                  <a:pt x="20" y="36"/>
                                  <a:pt x="18" y="37"/>
                                  <a:pt x="17" y="38"/>
                                </a:cubicBezTo>
                                <a:cubicBezTo>
                                  <a:pt x="16" y="38"/>
                                  <a:pt x="15" y="39"/>
                                  <a:pt x="15" y="39"/>
                                </a:cubicBezTo>
                                <a:cubicBezTo>
                                  <a:pt x="15" y="39"/>
                                  <a:pt x="15" y="39"/>
                                  <a:pt x="15" y="39"/>
                                </a:cubicBezTo>
                                <a:cubicBezTo>
                                  <a:pt x="15" y="39"/>
                                  <a:pt x="15" y="39"/>
                                  <a:pt x="15" y="39"/>
                                </a:cubicBezTo>
                                <a:cubicBezTo>
                                  <a:pt x="14" y="39"/>
                                  <a:pt x="14" y="39"/>
                                  <a:pt x="14" y="39"/>
                                </a:cubicBezTo>
                                <a:cubicBezTo>
                                  <a:pt x="14" y="39"/>
                                  <a:pt x="14" y="39"/>
                                  <a:pt x="14" y="39"/>
                                </a:cubicBezTo>
                                <a:cubicBezTo>
                                  <a:pt x="14" y="38"/>
                                  <a:pt x="14" y="37"/>
                                  <a:pt x="12" y="36"/>
                                </a:cubicBezTo>
                                <a:cubicBezTo>
                                  <a:pt x="11" y="38"/>
                                  <a:pt x="11" y="39"/>
                                  <a:pt x="12" y="41"/>
                                </a:cubicBezTo>
                                <a:cubicBezTo>
                                  <a:pt x="12" y="41"/>
                                  <a:pt x="12" y="41"/>
                                  <a:pt x="12" y="41"/>
                                </a:cubicBezTo>
                                <a:cubicBezTo>
                                  <a:pt x="12" y="41"/>
                                  <a:pt x="12" y="41"/>
                                  <a:pt x="12" y="41"/>
                                </a:cubicBezTo>
                                <a:cubicBezTo>
                                  <a:pt x="12" y="41"/>
                                  <a:pt x="12" y="42"/>
                                  <a:pt x="13" y="42"/>
                                </a:cubicBezTo>
                                <a:cubicBezTo>
                                  <a:pt x="12" y="42"/>
                                  <a:pt x="13" y="43"/>
                                  <a:pt x="12" y="43"/>
                                </a:cubicBezTo>
                                <a:cubicBezTo>
                                  <a:pt x="12" y="43"/>
                                  <a:pt x="12" y="43"/>
                                  <a:pt x="12" y="43"/>
                                </a:cubicBezTo>
                                <a:cubicBezTo>
                                  <a:pt x="12" y="43"/>
                                  <a:pt x="12" y="41"/>
                                  <a:pt x="11" y="43"/>
                                </a:cubicBezTo>
                                <a:cubicBezTo>
                                  <a:pt x="11" y="43"/>
                                  <a:pt x="11" y="43"/>
                                  <a:pt x="11" y="43"/>
                                </a:cubicBezTo>
                                <a:cubicBezTo>
                                  <a:pt x="11" y="43"/>
                                  <a:pt x="11" y="43"/>
                                  <a:pt x="11" y="43"/>
                                </a:cubicBezTo>
                                <a:cubicBezTo>
                                  <a:pt x="11" y="42"/>
                                  <a:pt x="11" y="41"/>
                                  <a:pt x="11" y="41"/>
                                </a:cubicBezTo>
                                <a:cubicBezTo>
                                  <a:pt x="10" y="40"/>
                                  <a:pt x="11" y="39"/>
                                  <a:pt x="10" y="38"/>
                                </a:cubicBezTo>
                                <a:cubicBezTo>
                                  <a:pt x="10" y="38"/>
                                  <a:pt x="10" y="38"/>
                                  <a:pt x="10" y="38"/>
                                </a:cubicBezTo>
                                <a:cubicBezTo>
                                  <a:pt x="10" y="38"/>
                                  <a:pt x="10" y="38"/>
                                  <a:pt x="10" y="38"/>
                                </a:cubicBezTo>
                                <a:cubicBezTo>
                                  <a:pt x="9" y="38"/>
                                  <a:pt x="9" y="38"/>
                                  <a:pt x="9" y="38"/>
                                </a:cubicBezTo>
                                <a:cubicBezTo>
                                  <a:pt x="10" y="37"/>
                                  <a:pt x="9" y="37"/>
                                  <a:pt x="9" y="37"/>
                                </a:cubicBezTo>
                                <a:cubicBezTo>
                                  <a:pt x="9" y="37"/>
                                  <a:pt x="9" y="37"/>
                                  <a:pt x="9" y="37"/>
                                </a:cubicBezTo>
                                <a:cubicBezTo>
                                  <a:pt x="9" y="37"/>
                                  <a:pt x="8" y="37"/>
                                  <a:pt x="8" y="37"/>
                                </a:cubicBezTo>
                                <a:cubicBezTo>
                                  <a:pt x="8" y="37"/>
                                  <a:pt x="8" y="37"/>
                                  <a:pt x="8" y="37"/>
                                </a:cubicBezTo>
                                <a:cubicBezTo>
                                  <a:pt x="7" y="37"/>
                                  <a:pt x="7" y="38"/>
                                  <a:pt x="7" y="39"/>
                                </a:cubicBezTo>
                                <a:cubicBezTo>
                                  <a:pt x="6" y="39"/>
                                  <a:pt x="6" y="39"/>
                                  <a:pt x="6" y="39"/>
                                </a:cubicBezTo>
                                <a:cubicBezTo>
                                  <a:pt x="6" y="39"/>
                                  <a:pt x="6" y="39"/>
                                  <a:pt x="6" y="39"/>
                                </a:cubicBezTo>
                                <a:cubicBezTo>
                                  <a:pt x="5" y="38"/>
                                  <a:pt x="5" y="38"/>
                                  <a:pt x="5" y="39"/>
                                </a:cubicBezTo>
                                <a:cubicBezTo>
                                  <a:pt x="5" y="40"/>
                                  <a:pt x="5" y="42"/>
                                  <a:pt x="6" y="43"/>
                                </a:cubicBezTo>
                                <a:cubicBezTo>
                                  <a:pt x="6" y="43"/>
                                  <a:pt x="6" y="44"/>
                                  <a:pt x="6" y="44"/>
                                </a:cubicBezTo>
                                <a:cubicBezTo>
                                  <a:pt x="6" y="44"/>
                                  <a:pt x="5" y="44"/>
                                  <a:pt x="5" y="44"/>
                                </a:cubicBezTo>
                                <a:cubicBezTo>
                                  <a:pt x="5" y="44"/>
                                  <a:pt x="4" y="44"/>
                                  <a:pt x="4" y="44"/>
                                </a:cubicBezTo>
                                <a:cubicBezTo>
                                  <a:pt x="3" y="44"/>
                                  <a:pt x="3" y="44"/>
                                  <a:pt x="3" y="45"/>
                                </a:cubicBezTo>
                                <a:cubicBezTo>
                                  <a:pt x="2" y="46"/>
                                  <a:pt x="3" y="46"/>
                                  <a:pt x="3" y="46"/>
                                </a:cubicBezTo>
                                <a:cubicBezTo>
                                  <a:pt x="4" y="46"/>
                                  <a:pt x="4" y="46"/>
                                  <a:pt x="4" y="47"/>
                                </a:cubicBezTo>
                                <a:cubicBezTo>
                                  <a:pt x="4" y="47"/>
                                  <a:pt x="3" y="47"/>
                                  <a:pt x="3" y="47"/>
                                </a:cubicBezTo>
                                <a:cubicBezTo>
                                  <a:pt x="2" y="47"/>
                                  <a:pt x="1" y="47"/>
                                  <a:pt x="2" y="49"/>
                                </a:cubicBezTo>
                                <a:cubicBezTo>
                                  <a:pt x="2" y="49"/>
                                  <a:pt x="2" y="49"/>
                                  <a:pt x="2" y="50"/>
                                </a:cubicBezTo>
                                <a:cubicBezTo>
                                  <a:pt x="3" y="50"/>
                                  <a:pt x="3" y="51"/>
                                  <a:pt x="3" y="52"/>
                                </a:cubicBezTo>
                                <a:cubicBezTo>
                                  <a:pt x="3" y="53"/>
                                  <a:pt x="3" y="53"/>
                                  <a:pt x="3" y="54"/>
                                </a:cubicBezTo>
                                <a:cubicBezTo>
                                  <a:pt x="2" y="55"/>
                                  <a:pt x="2" y="55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3" y="57"/>
                                  <a:pt x="4" y="57"/>
                                </a:cubicBezTo>
                                <a:cubicBezTo>
                                  <a:pt x="4" y="59"/>
                                  <a:pt x="5" y="61"/>
                                  <a:pt x="5" y="63"/>
                                </a:cubicBezTo>
                                <a:cubicBezTo>
                                  <a:pt x="5" y="64"/>
                                  <a:pt x="6" y="64"/>
                                  <a:pt x="6" y="63"/>
                                </a:cubicBezTo>
                                <a:cubicBezTo>
                                  <a:pt x="7" y="63"/>
                                  <a:pt x="8" y="61"/>
                                  <a:pt x="8" y="60"/>
                                </a:cubicBezTo>
                                <a:cubicBezTo>
                                  <a:pt x="8" y="60"/>
                                  <a:pt x="8" y="60"/>
                                  <a:pt x="8" y="60"/>
                                </a:cubicBezTo>
                                <a:cubicBezTo>
                                  <a:pt x="8" y="59"/>
                                  <a:pt x="8" y="58"/>
                                  <a:pt x="7" y="58"/>
                                </a:cubicBezTo>
                                <a:cubicBezTo>
                                  <a:pt x="7" y="58"/>
                                  <a:pt x="7" y="58"/>
                                  <a:pt x="7" y="58"/>
                                </a:cubicBezTo>
                                <a:cubicBezTo>
                                  <a:pt x="7" y="58"/>
                                  <a:pt x="7" y="58"/>
                                  <a:pt x="7" y="58"/>
                                </a:cubicBezTo>
                                <a:cubicBezTo>
                                  <a:pt x="7" y="57"/>
                                  <a:pt x="7" y="56"/>
                                  <a:pt x="8" y="57"/>
                                </a:cubicBezTo>
                                <a:cubicBezTo>
                                  <a:pt x="9" y="58"/>
                                  <a:pt x="8" y="59"/>
                                  <a:pt x="9" y="59"/>
                                </a:cubicBezTo>
                                <a:cubicBezTo>
                                  <a:pt x="10" y="59"/>
                                  <a:pt x="10" y="59"/>
                                  <a:pt x="9" y="58"/>
                                </a:cubicBezTo>
                                <a:cubicBezTo>
                                  <a:pt x="9" y="58"/>
                                  <a:pt x="9" y="58"/>
                                  <a:pt x="9" y="58"/>
                                </a:cubicBezTo>
                                <a:cubicBezTo>
                                  <a:pt x="9" y="57"/>
                                  <a:pt x="11" y="57"/>
                                  <a:pt x="11" y="56"/>
                                </a:cubicBezTo>
                                <a:cubicBezTo>
                                  <a:pt x="11" y="58"/>
                                  <a:pt x="10" y="59"/>
                                  <a:pt x="11" y="60"/>
                                </a:cubicBezTo>
                                <a:cubicBezTo>
                                  <a:pt x="11" y="60"/>
                                  <a:pt x="11" y="60"/>
                                  <a:pt x="11" y="60"/>
                                </a:cubicBezTo>
                                <a:cubicBezTo>
                                  <a:pt x="11" y="60"/>
                                  <a:pt x="11" y="60"/>
                                  <a:pt x="11" y="60"/>
                                </a:cubicBezTo>
                                <a:cubicBezTo>
                                  <a:pt x="11" y="60"/>
                                  <a:pt x="10" y="60"/>
                                  <a:pt x="10" y="60"/>
                                </a:cubicBezTo>
                                <a:cubicBezTo>
                                  <a:pt x="9" y="60"/>
                                  <a:pt x="10" y="61"/>
                                  <a:pt x="10" y="62"/>
                                </a:cubicBezTo>
                                <a:cubicBezTo>
                                  <a:pt x="10" y="62"/>
                                  <a:pt x="10" y="62"/>
                                  <a:pt x="10" y="62"/>
                                </a:cubicBezTo>
                                <a:cubicBezTo>
                                  <a:pt x="9" y="62"/>
                                  <a:pt x="9" y="62"/>
                                  <a:pt x="9" y="62"/>
                                </a:cubicBezTo>
                                <a:cubicBezTo>
                                  <a:pt x="9" y="63"/>
                                  <a:pt x="9" y="63"/>
                                  <a:pt x="9" y="64"/>
                                </a:cubicBezTo>
                                <a:cubicBezTo>
                                  <a:pt x="9" y="64"/>
                                  <a:pt x="9" y="64"/>
                                  <a:pt x="9" y="64"/>
                                </a:cubicBezTo>
                                <a:cubicBezTo>
                                  <a:pt x="8" y="65"/>
                                  <a:pt x="8" y="65"/>
                                  <a:pt x="9" y="66"/>
                                </a:cubicBezTo>
                                <a:cubicBezTo>
                                  <a:pt x="10" y="67"/>
                                  <a:pt x="10" y="67"/>
                                  <a:pt x="11" y="67"/>
                                </a:cubicBezTo>
                                <a:cubicBezTo>
                                  <a:pt x="11" y="67"/>
                                  <a:pt x="11" y="67"/>
                                  <a:pt x="11" y="67"/>
                                </a:cubicBezTo>
                                <a:cubicBezTo>
                                  <a:pt x="10" y="68"/>
                                  <a:pt x="10" y="68"/>
                                  <a:pt x="10" y="68"/>
                                </a:cubicBezTo>
                                <a:cubicBezTo>
                                  <a:pt x="11" y="69"/>
                                  <a:pt x="11" y="68"/>
                                  <a:pt x="12" y="68"/>
                                </a:cubicBezTo>
                                <a:cubicBezTo>
                                  <a:pt x="12" y="68"/>
                                  <a:pt x="12" y="68"/>
                                  <a:pt x="12" y="67"/>
                                </a:cubicBezTo>
                                <a:cubicBezTo>
                                  <a:pt x="13" y="68"/>
                                  <a:pt x="13" y="68"/>
                                  <a:pt x="13" y="68"/>
                                </a:cubicBezTo>
                                <a:cubicBezTo>
                                  <a:pt x="13" y="68"/>
                                  <a:pt x="13" y="68"/>
                                  <a:pt x="13" y="68"/>
                                </a:cubicBezTo>
                                <a:cubicBezTo>
                                  <a:pt x="13" y="68"/>
                                  <a:pt x="13" y="69"/>
                                  <a:pt x="13" y="70"/>
                                </a:cubicBezTo>
                                <a:cubicBezTo>
                                  <a:pt x="13" y="70"/>
                                  <a:pt x="14" y="70"/>
                                  <a:pt x="13" y="71"/>
                                </a:cubicBezTo>
                                <a:cubicBezTo>
                                  <a:pt x="13" y="71"/>
                                  <a:pt x="12" y="71"/>
                                  <a:pt x="12" y="71"/>
                                </a:cubicBezTo>
                                <a:cubicBezTo>
                                  <a:pt x="11" y="70"/>
                                  <a:pt x="10" y="70"/>
                                  <a:pt x="10" y="70"/>
                                </a:cubicBezTo>
                                <a:cubicBezTo>
                                  <a:pt x="9" y="69"/>
                                  <a:pt x="8" y="69"/>
                                  <a:pt x="7" y="68"/>
                                </a:cubicBezTo>
                                <a:cubicBezTo>
                                  <a:pt x="7" y="68"/>
                                  <a:pt x="6" y="68"/>
                                  <a:pt x="6" y="69"/>
                                </a:cubicBezTo>
                                <a:cubicBezTo>
                                  <a:pt x="6" y="69"/>
                                  <a:pt x="6" y="70"/>
                                  <a:pt x="6" y="70"/>
                                </a:cubicBezTo>
                                <a:cubicBezTo>
                                  <a:pt x="7" y="71"/>
                                  <a:pt x="7" y="72"/>
                                  <a:pt x="9" y="73"/>
                                </a:cubicBezTo>
                                <a:cubicBezTo>
                                  <a:pt x="9" y="73"/>
                                  <a:pt x="10" y="73"/>
                                  <a:pt x="10" y="74"/>
                                </a:cubicBezTo>
                                <a:cubicBezTo>
                                  <a:pt x="9" y="74"/>
                                  <a:pt x="8" y="74"/>
                                  <a:pt x="8" y="75"/>
                                </a:cubicBezTo>
                                <a:cubicBezTo>
                                  <a:pt x="8" y="76"/>
                                  <a:pt x="8" y="76"/>
                                  <a:pt x="8" y="77"/>
                                </a:cubicBezTo>
                                <a:cubicBezTo>
                                  <a:pt x="8" y="77"/>
                                  <a:pt x="9" y="78"/>
                                  <a:pt x="10" y="78"/>
                                </a:cubicBezTo>
                                <a:cubicBezTo>
                                  <a:pt x="10" y="78"/>
                                  <a:pt x="10" y="78"/>
                                  <a:pt x="10" y="78"/>
                                </a:cubicBezTo>
                                <a:cubicBezTo>
                                  <a:pt x="10" y="78"/>
                                  <a:pt x="10" y="78"/>
                                  <a:pt x="10" y="78"/>
                                </a:cubicBezTo>
                                <a:cubicBezTo>
                                  <a:pt x="10" y="79"/>
                                  <a:pt x="9" y="79"/>
                                  <a:pt x="10" y="80"/>
                                </a:cubicBezTo>
                                <a:cubicBezTo>
                                  <a:pt x="10" y="81"/>
                                  <a:pt x="10" y="81"/>
                                  <a:pt x="11" y="81"/>
                                </a:cubicBezTo>
                                <a:cubicBezTo>
                                  <a:pt x="11" y="81"/>
                                  <a:pt x="11" y="81"/>
                                  <a:pt x="11" y="81"/>
                                </a:cubicBezTo>
                                <a:cubicBezTo>
                                  <a:pt x="12" y="82"/>
                                  <a:pt x="13" y="82"/>
                                  <a:pt x="13" y="82"/>
                                </a:cubicBezTo>
                                <a:cubicBezTo>
                                  <a:pt x="13" y="82"/>
                                  <a:pt x="13" y="82"/>
                                  <a:pt x="13" y="82"/>
                                </a:cubicBezTo>
                                <a:cubicBezTo>
                                  <a:pt x="13" y="82"/>
                                  <a:pt x="13" y="83"/>
                                  <a:pt x="13" y="83"/>
                                </a:cubicBezTo>
                                <a:cubicBezTo>
                                  <a:pt x="14" y="84"/>
                                  <a:pt x="17" y="84"/>
                                  <a:pt x="18" y="83"/>
                                </a:cubicBezTo>
                                <a:cubicBezTo>
                                  <a:pt x="18" y="83"/>
                                  <a:pt x="18" y="83"/>
                                  <a:pt x="18" y="83"/>
                                </a:cubicBezTo>
                                <a:cubicBezTo>
                                  <a:pt x="18" y="83"/>
                                  <a:pt x="18" y="82"/>
                                  <a:pt x="19" y="83"/>
                                </a:cubicBezTo>
                                <a:cubicBezTo>
                                  <a:pt x="19" y="83"/>
                                  <a:pt x="19" y="84"/>
                                  <a:pt x="18" y="84"/>
                                </a:cubicBezTo>
                                <a:cubicBezTo>
                                  <a:pt x="17" y="85"/>
                                  <a:pt x="15" y="85"/>
                                  <a:pt x="14" y="85"/>
                                </a:cubicBezTo>
                                <a:cubicBezTo>
                                  <a:pt x="14" y="85"/>
                                  <a:pt x="14" y="85"/>
                                  <a:pt x="14" y="85"/>
                                </a:cubicBezTo>
                                <a:cubicBezTo>
                                  <a:pt x="13" y="86"/>
                                  <a:pt x="13" y="87"/>
                                  <a:pt x="14" y="88"/>
                                </a:cubicBezTo>
                                <a:cubicBezTo>
                                  <a:pt x="15" y="89"/>
                                  <a:pt x="16" y="90"/>
                                  <a:pt x="16" y="91"/>
                                </a:cubicBezTo>
                                <a:cubicBezTo>
                                  <a:pt x="17" y="91"/>
                                  <a:pt x="17" y="91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3"/>
                                  <a:pt x="17" y="94"/>
                                </a:cubicBezTo>
                                <a:cubicBezTo>
                                  <a:pt x="17" y="95"/>
                                  <a:pt x="17" y="94"/>
                                  <a:pt x="18" y="94"/>
                                </a:cubicBezTo>
                                <a:cubicBezTo>
                                  <a:pt x="19" y="94"/>
                                  <a:pt x="20" y="95"/>
                                  <a:pt x="21" y="95"/>
                                </a:cubicBezTo>
                                <a:cubicBezTo>
                                  <a:pt x="21" y="95"/>
                                  <a:pt x="22" y="95"/>
                                  <a:pt x="23" y="94"/>
                                </a:cubicBezTo>
                                <a:cubicBezTo>
                                  <a:pt x="23" y="94"/>
                                  <a:pt x="23" y="94"/>
                                  <a:pt x="23" y="94"/>
                                </a:cubicBezTo>
                                <a:cubicBezTo>
                                  <a:pt x="23" y="94"/>
                                  <a:pt x="23" y="94"/>
                                  <a:pt x="23" y="94"/>
                                </a:cubicBezTo>
                                <a:cubicBezTo>
                                  <a:pt x="23" y="94"/>
                                  <a:pt x="22" y="93"/>
                                  <a:pt x="23" y="93"/>
                                </a:cubicBezTo>
                                <a:cubicBezTo>
                                  <a:pt x="24" y="94"/>
                                  <a:pt x="23" y="93"/>
                                  <a:pt x="23" y="92"/>
                                </a:cubicBezTo>
                                <a:cubicBezTo>
                                  <a:pt x="23" y="92"/>
                                  <a:pt x="24" y="92"/>
                                  <a:pt x="24" y="92"/>
                                </a:cubicBezTo>
                                <a:cubicBezTo>
                                  <a:pt x="24" y="92"/>
                                  <a:pt x="24" y="92"/>
                                  <a:pt x="24" y="93"/>
                                </a:cubicBezTo>
                                <a:cubicBezTo>
                                  <a:pt x="24" y="92"/>
                                  <a:pt x="26" y="92"/>
                                  <a:pt x="26" y="91"/>
                                </a:cubicBezTo>
                                <a:cubicBezTo>
                                  <a:pt x="26" y="91"/>
                                  <a:pt x="26" y="91"/>
                                  <a:pt x="26" y="91"/>
                                </a:cubicBezTo>
                                <a:cubicBezTo>
                                  <a:pt x="26" y="90"/>
                                  <a:pt x="25" y="90"/>
                                  <a:pt x="25" y="90"/>
                                </a:cubicBezTo>
                                <a:cubicBezTo>
                                  <a:pt x="25" y="90"/>
                                  <a:pt x="24" y="90"/>
                                  <a:pt x="25" y="90"/>
                                </a:cubicBezTo>
                                <a:cubicBezTo>
                                  <a:pt x="26" y="89"/>
                                  <a:pt x="25" y="89"/>
                                  <a:pt x="25" y="89"/>
                                </a:cubicBezTo>
                                <a:cubicBezTo>
                                  <a:pt x="25" y="88"/>
                                  <a:pt x="24" y="88"/>
                                  <a:pt x="25" y="88"/>
                                </a:cubicBezTo>
                                <a:cubicBezTo>
                                  <a:pt x="25" y="87"/>
                                  <a:pt x="25" y="88"/>
                                  <a:pt x="26" y="88"/>
                                </a:cubicBezTo>
                                <a:cubicBezTo>
                                  <a:pt x="26" y="89"/>
                                  <a:pt x="28" y="88"/>
                                  <a:pt x="28" y="89"/>
                                </a:cubicBezTo>
                                <a:cubicBezTo>
                                  <a:pt x="28" y="89"/>
                                  <a:pt x="29" y="89"/>
                                  <a:pt x="29" y="88"/>
                                </a:cubicBezTo>
                                <a:cubicBezTo>
                                  <a:pt x="29" y="88"/>
                                  <a:pt x="28" y="86"/>
                                  <a:pt x="27" y="86"/>
                                </a:cubicBezTo>
                                <a:cubicBezTo>
                                  <a:pt x="26" y="86"/>
                                  <a:pt x="25" y="86"/>
                                  <a:pt x="26" y="85"/>
                                </a:cubicBezTo>
                                <a:cubicBezTo>
                                  <a:pt x="26" y="84"/>
                                  <a:pt x="26" y="84"/>
                                  <a:pt x="26" y="84"/>
                                </a:cubicBezTo>
                                <a:cubicBezTo>
                                  <a:pt x="26" y="83"/>
                                  <a:pt x="26" y="83"/>
                                  <a:pt x="27" y="83"/>
                                </a:cubicBezTo>
                                <a:cubicBezTo>
                                  <a:pt x="27" y="83"/>
                                  <a:pt x="28" y="83"/>
                                  <a:pt x="28" y="83"/>
                                </a:cubicBezTo>
                                <a:cubicBezTo>
                                  <a:pt x="27" y="81"/>
                                  <a:pt x="27" y="79"/>
                                  <a:pt x="26" y="78"/>
                                </a:cubicBezTo>
                                <a:cubicBezTo>
                                  <a:pt x="26" y="78"/>
                                  <a:pt x="26" y="78"/>
                                  <a:pt x="26" y="77"/>
                                </a:cubicBezTo>
                                <a:cubicBezTo>
                                  <a:pt x="27" y="78"/>
                                  <a:pt x="27" y="78"/>
                                  <a:pt x="28" y="77"/>
                                </a:cubicBezTo>
                                <a:cubicBezTo>
                                  <a:pt x="29" y="77"/>
                                  <a:pt x="29" y="77"/>
                                  <a:pt x="29" y="77"/>
                                </a:cubicBezTo>
                                <a:cubicBezTo>
                                  <a:pt x="29" y="78"/>
                                  <a:pt x="30" y="79"/>
                                  <a:pt x="29" y="80"/>
                                </a:cubicBezTo>
                                <a:cubicBezTo>
                                  <a:pt x="29" y="80"/>
                                  <a:pt x="30" y="81"/>
                                  <a:pt x="30" y="81"/>
                                </a:cubicBezTo>
                                <a:cubicBezTo>
                                  <a:pt x="30" y="81"/>
                                  <a:pt x="30" y="81"/>
                                  <a:pt x="30" y="81"/>
                                </a:cubicBezTo>
                                <a:cubicBezTo>
                                  <a:pt x="31" y="80"/>
                                  <a:pt x="32" y="79"/>
                                  <a:pt x="32" y="78"/>
                                </a:cubicBezTo>
                                <a:cubicBezTo>
                                  <a:pt x="32" y="78"/>
                                  <a:pt x="32" y="78"/>
                                  <a:pt x="32" y="78"/>
                                </a:cubicBezTo>
                                <a:cubicBezTo>
                                  <a:pt x="32" y="78"/>
                                  <a:pt x="32" y="78"/>
                                  <a:pt x="32" y="78"/>
                                </a:cubicBezTo>
                                <a:cubicBezTo>
                                  <a:pt x="32" y="77"/>
                                  <a:pt x="32" y="76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4"/>
                                </a:cubicBezTo>
                                <a:cubicBezTo>
                                  <a:pt x="33" y="74"/>
                                  <a:pt x="33" y="73"/>
                                  <a:pt x="34" y="74"/>
                                </a:cubicBezTo>
                                <a:cubicBezTo>
                                  <a:pt x="34" y="74"/>
                                  <a:pt x="34" y="74"/>
                                  <a:pt x="34" y="74"/>
                                </a:cubicBezTo>
                                <a:cubicBezTo>
                                  <a:pt x="34" y="74"/>
                                  <a:pt x="34" y="74"/>
                                  <a:pt x="34" y="74"/>
                                </a:cubicBezTo>
                                <a:cubicBezTo>
                                  <a:pt x="34" y="75"/>
                                  <a:pt x="33" y="75"/>
                                  <a:pt x="34" y="75"/>
                                </a:cubicBezTo>
                                <a:cubicBezTo>
                                  <a:pt x="34" y="75"/>
                                  <a:pt x="34" y="75"/>
                                  <a:pt x="34" y="75"/>
                                </a:cubicBezTo>
                                <a:cubicBezTo>
                                  <a:pt x="34" y="75"/>
                                  <a:pt x="34" y="75"/>
                                  <a:pt x="34" y="75"/>
                                </a:cubicBezTo>
                                <a:cubicBezTo>
                                  <a:pt x="34" y="76"/>
                                  <a:pt x="34" y="76"/>
                                  <a:pt x="34" y="77"/>
                                </a:cubicBezTo>
                                <a:cubicBezTo>
                                  <a:pt x="34" y="77"/>
                                  <a:pt x="34" y="77"/>
                                  <a:pt x="34" y="77"/>
                                </a:cubicBezTo>
                                <a:cubicBezTo>
                                  <a:pt x="34" y="77"/>
                                  <a:pt x="34" y="78"/>
                                  <a:pt x="34" y="78"/>
                                </a:cubicBezTo>
                                <a:cubicBezTo>
                                  <a:pt x="34" y="79"/>
                                  <a:pt x="34" y="80"/>
                                  <a:pt x="33" y="81"/>
                                </a:cubicBezTo>
                                <a:cubicBezTo>
                                  <a:pt x="33" y="81"/>
                                  <a:pt x="32" y="82"/>
                                  <a:pt x="32" y="83"/>
                                </a:cubicBezTo>
                                <a:cubicBezTo>
                                  <a:pt x="33" y="84"/>
                                  <a:pt x="32" y="85"/>
                                  <a:pt x="33" y="85"/>
                                </a:cubicBezTo>
                                <a:cubicBezTo>
                                  <a:pt x="34" y="86"/>
                                  <a:pt x="35" y="86"/>
                                  <a:pt x="35" y="86"/>
                                </a:cubicBezTo>
                                <a:cubicBezTo>
                                  <a:pt x="35" y="86"/>
                                  <a:pt x="35" y="86"/>
                                  <a:pt x="35" y="86"/>
                                </a:cubicBezTo>
                                <a:cubicBezTo>
                                  <a:pt x="36" y="86"/>
                                  <a:pt x="37" y="86"/>
                                  <a:pt x="37" y="85"/>
                                </a:cubicBezTo>
                                <a:cubicBezTo>
                                  <a:pt x="38" y="84"/>
                                  <a:pt x="40" y="83"/>
                                  <a:pt x="40" y="81"/>
                                </a:cubicBezTo>
                                <a:cubicBezTo>
                                  <a:pt x="40" y="81"/>
                                  <a:pt x="40" y="81"/>
                                  <a:pt x="40" y="81"/>
                                </a:cubicBezTo>
                                <a:cubicBezTo>
                                  <a:pt x="41" y="81"/>
                                  <a:pt x="41" y="81"/>
                                  <a:pt x="42" y="81"/>
                                </a:cubicBezTo>
                                <a:cubicBezTo>
                                  <a:pt x="42" y="81"/>
                                  <a:pt x="42" y="81"/>
                                  <a:pt x="42" y="81"/>
                                </a:cubicBezTo>
                                <a:cubicBezTo>
                                  <a:pt x="42" y="81"/>
                                  <a:pt x="42" y="81"/>
                                  <a:pt x="42" y="81"/>
                                </a:cubicBezTo>
                                <a:cubicBezTo>
                                  <a:pt x="42" y="81"/>
                                  <a:pt x="42" y="82"/>
                                  <a:pt x="42" y="82"/>
                                </a:cubicBezTo>
                                <a:cubicBezTo>
                                  <a:pt x="41" y="83"/>
                                  <a:pt x="41" y="84"/>
                                  <a:pt x="41" y="86"/>
                                </a:cubicBezTo>
                                <a:cubicBezTo>
                                  <a:pt x="40" y="86"/>
                                  <a:pt x="40" y="86"/>
                                  <a:pt x="40" y="87"/>
                                </a:cubicBezTo>
                                <a:cubicBezTo>
                                  <a:pt x="40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8"/>
                                  <a:pt x="42" y="88"/>
                                  <a:pt x="43" y="89"/>
                                </a:cubicBezTo>
                                <a:cubicBezTo>
                                  <a:pt x="43" y="89"/>
                                  <a:pt x="43" y="89"/>
                                  <a:pt x="43" y="89"/>
                                </a:cubicBezTo>
                                <a:cubicBezTo>
                                  <a:pt x="43" y="89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9"/>
                                  <a:pt x="44" y="89"/>
                                </a:cubicBezTo>
                                <a:cubicBezTo>
                                  <a:pt x="44" y="89"/>
                                  <a:pt x="44" y="89"/>
                                  <a:pt x="44" y="89"/>
                                </a:cubicBezTo>
                                <a:cubicBezTo>
                                  <a:pt x="44" y="89"/>
                                  <a:pt x="44" y="89"/>
                                  <a:pt x="44" y="89"/>
                                </a:cubicBezTo>
                                <a:cubicBezTo>
                                  <a:pt x="44" y="90"/>
                                  <a:pt x="43" y="90"/>
                                  <a:pt x="43" y="90"/>
                                </a:cubicBezTo>
                                <a:cubicBezTo>
                                  <a:pt x="42" y="90"/>
                                  <a:pt x="40" y="90"/>
                                  <a:pt x="39" y="90"/>
                                </a:cubicBezTo>
                                <a:cubicBezTo>
                                  <a:pt x="38" y="89"/>
                                  <a:pt x="37" y="90"/>
                                  <a:pt x="36" y="90"/>
                                </a:cubicBezTo>
                                <a:cubicBezTo>
                                  <a:pt x="35" y="91"/>
                                  <a:pt x="34" y="92"/>
                                  <a:pt x="35" y="93"/>
                                </a:cubicBezTo>
                                <a:cubicBezTo>
                                  <a:pt x="36" y="93"/>
                                  <a:pt x="36" y="94"/>
                                  <a:pt x="35" y="94"/>
                                </a:cubicBezTo>
                                <a:cubicBezTo>
                                  <a:pt x="33" y="93"/>
                                  <a:pt x="33" y="93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1" y="96"/>
                                  <a:pt x="31" y="97"/>
                                  <a:pt x="31" y="97"/>
                                </a:cubicBezTo>
                                <a:cubicBezTo>
                                  <a:pt x="31" y="98"/>
                                  <a:pt x="30" y="98"/>
                                  <a:pt x="30" y="98"/>
                                </a:cubicBezTo>
                                <a:cubicBezTo>
                                  <a:pt x="29" y="97"/>
                                  <a:pt x="27" y="98"/>
                                  <a:pt x="26" y="98"/>
                                </a:cubicBezTo>
                                <a:cubicBezTo>
                                  <a:pt x="26" y="98"/>
                                  <a:pt x="25" y="98"/>
                                  <a:pt x="25" y="99"/>
                                </a:cubicBezTo>
                                <a:cubicBezTo>
                                  <a:pt x="25" y="100"/>
                                  <a:pt x="24" y="99"/>
                                  <a:pt x="24" y="99"/>
                                </a:cubicBezTo>
                                <a:cubicBezTo>
                                  <a:pt x="24" y="98"/>
                                  <a:pt x="23" y="98"/>
                                  <a:pt x="23" y="98"/>
                                </a:cubicBezTo>
                                <a:cubicBezTo>
                                  <a:pt x="22" y="99"/>
                                  <a:pt x="21" y="100"/>
                                  <a:pt x="21" y="101"/>
                                </a:cubicBezTo>
                                <a:cubicBezTo>
                                  <a:pt x="21" y="102"/>
                                  <a:pt x="21" y="104"/>
                                  <a:pt x="22" y="105"/>
                                </a:cubicBezTo>
                                <a:cubicBezTo>
                                  <a:pt x="22" y="106"/>
                                  <a:pt x="22" y="106"/>
                                  <a:pt x="22" y="107"/>
                                </a:cubicBezTo>
                                <a:cubicBezTo>
                                  <a:pt x="22" y="107"/>
                                  <a:pt x="23" y="108"/>
                                  <a:pt x="22" y="109"/>
                                </a:cubicBezTo>
                                <a:cubicBezTo>
                                  <a:pt x="22" y="109"/>
                                  <a:pt x="22" y="110"/>
                                  <a:pt x="23" y="110"/>
                                </a:cubicBezTo>
                                <a:cubicBezTo>
                                  <a:pt x="23" y="110"/>
                                  <a:pt x="23" y="110"/>
                                  <a:pt x="24" y="110"/>
                                </a:cubicBezTo>
                                <a:cubicBezTo>
                                  <a:pt x="24" y="109"/>
                                  <a:pt x="25" y="109"/>
                                  <a:pt x="26" y="109"/>
                                </a:cubicBezTo>
                                <a:cubicBezTo>
                                  <a:pt x="27" y="110"/>
                                  <a:pt x="27" y="109"/>
                                  <a:pt x="27" y="109"/>
                                </a:cubicBezTo>
                                <a:cubicBezTo>
                                  <a:pt x="28" y="109"/>
                                  <a:pt x="29" y="109"/>
                                  <a:pt x="30" y="108"/>
                                </a:cubicBezTo>
                                <a:cubicBezTo>
                                  <a:pt x="30" y="108"/>
                                  <a:pt x="31" y="108"/>
                                  <a:pt x="31" y="108"/>
                                </a:cubicBezTo>
                                <a:cubicBezTo>
                                  <a:pt x="31" y="108"/>
                                  <a:pt x="31" y="108"/>
                                  <a:pt x="31" y="108"/>
                                </a:cubicBezTo>
                                <a:cubicBezTo>
                                  <a:pt x="32" y="106"/>
                                  <a:pt x="34" y="105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7" y="107"/>
                                  <a:pt x="38" y="106"/>
                                  <a:pt x="39" y="106"/>
                                </a:cubicBezTo>
                                <a:cubicBezTo>
                                  <a:pt x="39" y="106"/>
                                  <a:pt x="39" y="106"/>
                                  <a:pt x="39" y="106"/>
                                </a:cubicBezTo>
                                <a:cubicBezTo>
                                  <a:pt x="40" y="107"/>
                                  <a:pt x="41" y="106"/>
                                  <a:pt x="42" y="106"/>
                                </a:cubicBezTo>
                                <a:cubicBezTo>
                                  <a:pt x="42" y="106"/>
                                  <a:pt x="42" y="105"/>
                                  <a:pt x="43" y="106"/>
                                </a:cubicBezTo>
                                <a:cubicBezTo>
                                  <a:pt x="43" y="106"/>
                                  <a:pt x="43" y="107"/>
                                  <a:pt x="43" y="107"/>
                                </a:cubicBezTo>
                                <a:cubicBezTo>
                                  <a:pt x="43" y="108"/>
                                  <a:pt x="43" y="108"/>
                                  <a:pt x="43" y="108"/>
                                </a:cubicBezTo>
                                <a:cubicBezTo>
                                  <a:pt x="41" y="108"/>
                                  <a:pt x="40" y="108"/>
                                  <a:pt x="39" y="109"/>
                                </a:cubicBezTo>
                                <a:cubicBezTo>
                                  <a:pt x="38" y="109"/>
                                  <a:pt x="38" y="109"/>
                                  <a:pt x="37" y="110"/>
                                </a:cubicBezTo>
                                <a:cubicBezTo>
                                  <a:pt x="37" y="110"/>
                                  <a:pt x="37" y="110"/>
                                  <a:pt x="37" y="110"/>
                                </a:cubicBezTo>
                                <a:cubicBezTo>
                                  <a:pt x="37" y="110"/>
                                  <a:pt x="37" y="110"/>
                                  <a:pt x="37" y="110"/>
                                </a:cubicBezTo>
                                <a:cubicBezTo>
                                  <a:pt x="37" y="109"/>
                                  <a:pt x="36" y="109"/>
                                  <a:pt x="36" y="110"/>
                                </a:cubicBezTo>
                                <a:cubicBezTo>
                                  <a:pt x="36" y="110"/>
                                  <a:pt x="36" y="110"/>
                                  <a:pt x="36" y="110"/>
                                </a:cubicBezTo>
                                <a:cubicBezTo>
                                  <a:pt x="36" y="110"/>
                                  <a:pt x="36" y="110"/>
                                  <a:pt x="36" y="110"/>
                                </a:cubicBezTo>
                                <a:cubicBezTo>
                                  <a:pt x="35" y="110"/>
                                  <a:pt x="35" y="110"/>
                                  <a:pt x="35" y="110"/>
                                </a:cubicBezTo>
                                <a:cubicBezTo>
                                  <a:pt x="33" y="110"/>
                                  <a:pt x="32" y="111"/>
                                  <a:pt x="30" y="112"/>
                                </a:cubicBezTo>
                                <a:cubicBezTo>
                                  <a:pt x="30" y="112"/>
                                  <a:pt x="29" y="112"/>
                                  <a:pt x="29" y="113"/>
                                </a:cubicBezTo>
                                <a:cubicBezTo>
                                  <a:pt x="29" y="113"/>
                                  <a:pt x="30" y="114"/>
                                  <a:pt x="30" y="114"/>
                                </a:cubicBezTo>
                                <a:cubicBezTo>
                                  <a:pt x="31" y="114"/>
                                  <a:pt x="33" y="114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6" y="115"/>
                                  <a:pt x="37" y="116"/>
                                  <a:pt x="38" y="117"/>
                                </a:cubicBezTo>
                                <a:cubicBezTo>
                                  <a:pt x="38" y="117"/>
                                  <a:pt x="38" y="117"/>
                                  <a:pt x="38" y="117"/>
                                </a:cubicBezTo>
                                <a:cubicBezTo>
                                  <a:pt x="37" y="117"/>
                                  <a:pt x="37" y="118"/>
                                  <a:pt x="36" y="117"/>
                                </a:cubicBezTo>
                                <a:cubicBezTo>
                                  <a:pt x="36" y="116"/>
                                  <a:pt x="36" y="117"/>
                                  <a:pt x="35" y="117"/>
                                </a:cubicBezTo>
                                <a:cubicBezTo>
                                  <a:pt x="34" y="117"/>
                                  <a:pt x="33" y="116"/>
                                  <a:pt x="31" y="116"/>
                                </a:cubicBezTo>
                                <a:cubicBezTo>
                                  <a:pt x="30" y="116"/>
                                  <a:pt x="30" y="116"/>
                                  <a:pt x="29" y="117"/>
                                </a:cubicBezTo>
                                <a:cubicBezTo>
                                  <a:pt x="29" y="118"/>
                                  <a:pt x="28" y="118"/>
                                  <a:pt x="27" y="118"/>
                                </a:cubicBezTo>
                                <a:cubicBezTo>
                                  <a:pt x="27" y="117"/>
                                  <a:pt x="27" y="117"/>
                                  <a:pt x="27" y="117"/>
                                </a:cubicBezTo>
                                <a:cubicBezTo>
                                  <a:pt x="27" y="117"/>
                                  <a:pt x="27" y="117"/>
                                  <a:pt x="27" y="117"/>
                                </a:cubicBezTo>
                                <a:cubicBezTo>
                                  <a:pt x="28" y="116"/>
                                  <a:pt x="28" y="115"/>
                                  <a:pt x="26" y="115"/>
                                </a:cubicBezTo>
                                <a:cubicBezTo>
                                  <a:pt x="25" y="115"/>
                                  <a:pt x="24" y="116"/>
                                  <a:pt x="24" y="116"/>
                                </a:cubicBezTo>
                                <a:cubicBezTo>
                                  <a:pt x="23" y="117"/>
                                  <a:pt x="23" y="117"/>
                                  <a:pt x="24" y="118"/>
                                </a:cubicBezTo>
                                <a:cubicBezTo>
                                  <a:pt x="24" y="118"/>
                                  <a:pt x="24" y="119"/>
                                  <a:pt x="24" y="119"/>
                                </a:cubicBezTo>
                                <a:cubicBezTo>
                                  <a:pt x="24" y="120"/>
                                  <a:pt x="24" y="120"/>
                                  <a:pt x="24" y="120"/>
                                </a:cubicBezTo>
                                <a:cubicBezTo>
                                  <a:pt x="25" y="122"/>
                                  <a:pt x="26" y="124"/>
                                  <a:pt x="26" y="126"/>
                                </a:cubicBezTo>
                                <a:cubicBezTo>
                                  <a:pt x="26" y="127"/>
                                  <a:pt x="27" y="127"/>
                                  <a:pt x="27" y="127"/>
                                </a:cubicBezTo>
                                <a:cubicBezTo>
                                  <a:pt x="29" y="127"/>
                                  <a:pt x="29" y="128"/>
                                  <a:pt x="30" y="128"/>
                                </a:cubicBezTo>
                                <a:cubicBezTo>
                                  <a:pt x="31" y="129"/>
                                  <a:pt x="31" y="129"/>
                                  <a:pt x="31" y="130"/>
                                </a:cubicBezTo>
                                <a:cubicBezTo>
                                  <a:pt x="31" y="131"/>
                                  <a:pt x="32" y="132"/>
                                  <a:pt x="33" y="133"/>
                                </a:cubicBezTo>
                                <a:cubicBezTo>
                                  <a:pt x="34" y="133"/>
                                  <a:pt x="36" y="133"/>
                                  <a:pt x="37" y="132"/>
                                </a:cubicBezTo>
                                <a:cubicBezTo>
                                  <a:pt x="37" y="132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8" y="131"/>
                                  <a:pt x="38" y="131"/>
                                </a:cubicBezTo>
                                <a:cubicBezTo>
                                  <a:pt x="38" y="132"/>
                                  <a:pt x="39" y="133"/>
                                  <a:pt x="40" y="132"/>
                                </a:cubicBezTo>
                                <a:cubicBezTo>
                                  <a:pt x="40" y="132"/>
                                  <a:pt x="40" y="131"/>
                                  <a:pt x="40" y="131"/>
                                </a:cubicBezTo>
                                <a:cubicBezTo>
                                  <a:pt x="40" y="131"/>
                                  <a:pt x="40" y="130"/>
                                  <a:pt x="40" y="131"/>
                                </a:cubicBezTo>
                                <a:cubicBezTo>
                                  <a:pt x="41" y="131"/>
                                  <a:pt x="43" y="130"/>
                                  <a:pt x="42" y="132"/>
                                </a:cubicBezTo>
                                <a:cubicBezTo>
                                  <a:pt x="41" y="133"/>
                                  <a:pt x="42" y="133"/>
                                  <a:pt x="42" y="133"/>
                                </a:cubicBezTo>
                                <a:cubicBezTo>
                                  <a:pt x="41" y="134"/>
                                  <a:pt x="39" y="133"/>
                                  <a:pt x="40" y="136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4"/>
                                  <a:pt x="38" y="134"/>
                                </a:cubicBezTo>
                                <a:cubicBezTo>
                                  <a:pt x="38" y="134"/>
                                  <a:pt x="38" y="134"/>
                                  <a:pt x="38" y="134"/>
                                </a:cubicBezTo>
                                <a:cubicBezTo>
                                  <a:pt x="37" y="134"/>
                                  <a:pt x="35" y="135"/>
                                  <a:pt x="34" y="136"/>
                                </a:cubicBezTo>
                                <a:cubicBezTo>
                                  <a:pt x="35" y="138"/>
                                  <a:pt x="37" y="140"/>
                                  <a:pt x="38" y="141"/>
                                </a:cubicBezTo>
                                <a:cubicBezTo>
                                  <a:pt x="38" y="141"/>
                                  <a:pt x="39" y="141"/>
                                  <a:pt x="39" y="141"/>
                                </a:cubicBezTo>
                                <a:cubicBezTo>
                                  <a:pt x="40" y="142"/>
                                  <a:pt x="41" y="142"/>
                                  <a:pt x="40" y="142"/>
                                </a:cubicBezTo>
                                <a:cubicBezTo>
                                  <a:pt x="39" y="143"/>
                                  <a:pt x="40" y="145"/>
                                  <a:pt x="39" y="146"/>
                                </a:cubicBezTo>
                                <a:cubicBezTo>
                                  <a:pt x="40" y="146"/>
                                  <a:pt x="40" y="144"/>
                                  <a:pt x="41" y="145"/>
                                </a:cubicBezTo>
                                <a:cubicBezTo>
                                  <a:pt x="42" y="146"/>
                                  <a:pt x="42" y="146"/>
                                  <a:pt x="43" y="146"/>
                                </a:cubicBezTo>
                                <a:cubicBezTo>
                                  <a:pt x="44" y="145"/>
                                  <a:pt x="45" y="144"/>
                                  <a:pt x="45" y="143"/>
                                </a:cubicBezTo>
                                <a:cubicBezTo>
                                  <a:pt x="45" y="142"/>
                                  <a:pt x="46" y="142"/>
                                  <a:pt x="45" y="141"/>
                                </a:cubicBezTo>
                                <a:cubicBezTo>
                                  <a:pt x="45" y="140"/>
                                  <a:pt x="45" y="140"/>
                                  <a:pt x="44" y="140"/>
                                </a:cubicBezTo>
                                <a:cubicBezTo>
                                  <a:pt x="44" y="140"/>
                                  <a:pt x="44" y="140"/>
                                  <a:pt x="44" y="140"/>
                                </a:cubicBezTo>
                                <a:cubicBezTo>
                                  <a:pt x="44" y="140"/>
                                  <a:pt x="44" y="140"/>
                                  <a:pt x="44" y="140"/>
                                </a:cubicBezTo>
                                <a:cubicBezTo>
                                  <a:pt x="44" y="140"/>
                                  <a:pt x="44" y="139"/>
                                  <a:pt x="44" y="139"/>
                                </a:cubicBezTo>
                                <a:cubicBezTo>
                                  <a:pt x="45" y="138"/>
                                  <a:pt x="45" y="137"/>
                                  <a:pt x="46" y="135"/>
                                </a:cubicBezTo>
                                <a:cubicBezTo>
                                  <a:pt x="47" y="133"/>
                                  <a:pt x="47" y="133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1"/>
                                  <a:pt x="47" y="132"/>
                                  <a:pt x="47" y="131"/>
                                </a:cubicBezTo>
                                <a:cubicBezTo>
                                  <a:pt x="47" y="129"/>
                                  <a:pt x="47" y="127"/>
                                  <a:pt x="48" y="125"/>
                                </a:cubicBezTo>
                                <a:cubicBezTo>
                                  <a:pt x="48" y="124"/>
                                  <a:pt x="47" y="124"/>
                                  <a:pt x="47" y="124"/>
                                </a:cubicBezTo>
                                <a:cubicBezTo>
                                  <a:pt x="47" y="124"/>
                                  <a:pt x="47" y="124"/>
                                  <a:pt x="47" y="124"/>
                                </a:cubicBezTo>
                                <a:cubicBezTo>
                                  <a:pt x="47" y="124"/>
                                  <a:pt x="47" y="124"/>
                                  <a:pt x="47" y="123"/>
                                </a:cubicBezTo>
                                <a:cubicBezTo>
                                  <a:pt x="48" y="123"/>
                                  <a:pt x="48" y="123"/>
                                  <a:pt x="48" y="122"/>
                                </a:cubicBezTo>
                                <a:cubicBezTo>
                                  <a:pt x="48" y="121"/>
                                  <a:pt x="48" y="121"/>
                                  <a:pt x="47" y="121"/>
                                </a:cubicBezTo>
                                <a:cubicBezTo>
                                  <a:pt x="46" y="121"/>
                                  <a:pt x="47" y="121"/>
                                  <a:pt x="48" y="120"/>
                                </a:cubicBezTo>
                                <a:cubicBezTo>
                                  <a:pt x="49" y="119"/>
                                  <a:pt x="49" y="118"/>
                                  <a:pt x="48" y="116"/>
                                </a:cubicBezTo>
                                <a:cubicBezTo>
                                  <a:pt x="48" y="116"/>
                                  <a:pt x="48" y="115"/>
                                  <a:pt x="48" y="115"/>
                                </a:cubicBezTo>
                                <a:cubicBezTo>
                                  <a:pt x="49" y="115"/>
                                  <a:pt x="49" y="115"/>
                                  <a:pt x="49" y="115"/>
                                </a:cubicBezTo>
                                <a:cubicBezTo>
                                  <a:pt x="50" y="116"/>
                                  <a:pt x="50" y="116"/>
                                  <a:pt x="51" y="117"/>
                                </a:cubicBezTo>
                                <a:cubicBezTo>
                                  <a:pt x="51" y="117"/>
                                  <a:pt x="52" y="118"/>
                                  <a:pt x="53" y="117"/>
                                </a:cubicBezTo>
                                <a:cubicBezTo>
                                  <a:pt x="53" y="116"/>
                                  <a:pt x="53" y="114"/>
                                  <a:pt x="53" y="113"/>
                                </a:cubicBezTo>
                                <a:cubicBezTo>
                                  <a:pt x="53" y="112"/>
                                  <a:pt x="53" y="111"/>
                                  <a:pt x="53" y="111"/>
                                </a:cubicBezTo>
                                <a:cubicBezTo>
                                  <a:pt x="53" y="111"/>
                                  <a:pt x="54" y="110"/>
                                  <a:pt x="54" y="110"/>
                                </a:cubicBezTo>
                                <a:cubicBezTo>
                                  <a:pt x="54" y="109"/>
                                  <a:pt x="55" y="108"/>
                                  <a:pt x="53" y="107"/>
                                </a:cubicBezTo>
                                <a:cubicBezTo>
                                  <a:pt x="53" y="107"/>
                                  <a:pt x="53" y="107"/>
                                  <a:pt x="53" y="107"/>
                                </a:cubicBezTo>
                                <a:cubicBezTo>
                                  <a:pt x="53" y="107"/>
                                  <a:pt x="53" y="106"/>
                                  <a:pt x="53" y="106"/>
                                </a:cubicBezTo>
                                <a:cubicBezTo>
                                  <a:pt x="53" y="106"/>
                                  <a:pt x="53" y="106"/>
                                  <a:pt x="53" y="106"/>
                                </a:cubicBezTo>
                                <a:cubicBezTo>
                                  <a:pt x="53" y="106"/>
                                  <a:pt x="54" y="106"/>
                                  <a:pt x="53" y="106"/>
                                </a:cubicBezTo>
                                <a:cubicBezTo>
                                  <a:pt x="53" y="105"/>
                                  <a:pt x="53" y="105"/>
                                  <a:pt x="53" y="105"/>
                                </a:cubicBezTo>
                                <a:cubicBezTo>
                                  <a:pt x="52" y="105"/>
                                  <a:pt x="52" y="105"/>
                                  <a:pt x="52" y="105"/>
                                </a:cubicBezTo>
                                <a:cubicBezTo>
                                  <a:pt x="52" y="104"/>
                                  <a:pt x="52" y="104"/>
                                  <a:pt x="53" y="104"/>
                                </a:cubicBezTo>
                                <a:cubicBezTo>
                                  <a:pt x="54" y="104"/>
                                  <a:pt x="54" y="103"/>
                                  <a:pt x="54" y="102"/>
                                </a:cubicBezTo>
                                <a:cubicBezTo>
                                  <a:pt x="54" y="101"/>
                                  <a:pt x="53" y="101"/>
                                  <a:pt x="54" y="100"/>
                                </a:cubicBezTo>
                                <a:cubicBezTo>
                                  <a:pt x="54" y="100"/>
                                  <a:pt x="55" y="100"/>
                                  <a:pt x="56" y="100"/>
                                </a:cubicBezTo>
                                <a:cubicBezTo>
                                  <a:pt x="56" y="101"/>
                                  <a:pt x="57" y="100"/>
                                  <a:pt x="57" y="100"/>
                                </a:cubicBezTo>
                                <a:cubicBezTo>
                                  <a:pt x="59" y="98"/>
                                  <a:pt x="58" y="96"/>
                                  <a:pt x="56" y="95"/>
                                </a:cubicBezTo>
                                <a:cubicBezTo>
                                  <a:pt x="56" y="95"/>
                                  <a:pt x="56" y="95"/>
                                  <a:pt x="56" y="95"/>
                                </a:cubicBezTo>
                                <a:cubicBezTo>
                                  <a:pt x="56" y="95"/>
                                  <a:pt x="57" y="95"/>
                                  <a:pt x="57" y="95"/>
                                </a:cubicBezTo>
                                <a:cubicBezTo>
                                  <a:pt x="57" y="95"/>
                                  <a:pt x="58" y="95"/>
                                  <a:pt x="58" y="95"/>
                                </a:cubicBezTo>
                                <a:cubicBezTo>
                                  <a:pt x="59" y="94"/>
                                  <a:pt x="58" y="93"/>
                                  <a:pt x="58" y="93"/>
                                </a:cubicBezTo>
                                <a:cubicBezTo>
                                  <a:pt x="58" y="93"/>
                                  <a:pt x="58" y="93"/>
                                  <a:pt x="58" y="93"/>
                                </a:cubicBezTo>
                                <a:cubicBezTo>
                                  <a:pt x="58" y="92"/>
                                  <a:pt x="57" y="92"/>
                                  <a:pt x="57" y="91"/>
                                </a:cubicBezTo>
                                <a:cubicBezTo>
                                  <a:pt x="56" y="91"/>
                                  <a:pt x="56" y="91"/>
                                  <a:pt x="57" y="90"/>
                                </a:cubicBezTo>
                                <a:cubicBezTo>
                                  <a:pt x="57" y="90"/>
                                  <a:pt x="57" y="90"/>
                                  <a:pt x="57" y="90"/>
                                </a:cubicBezTo>
                                <a:cubicBezTo>
                                  <a:pt x="58" y="91"/>
                                  <a:pt x="58" y="90"/>
                                  <a:pt x="58" y="89"/>
                                </a:cubicBezTo>
                                <a:cubicBezTo>
                                  <a:pt x="58" y="88"/>
                                  <a:pt x="58" y="88"/>
                                  <a:pt x="58" y="87"/>
                                </a:cubicBezTo>
                                <a:cubicBezTo>
                                  <a:pt x="58" y="86"/>
                                  <a:pt x="58" y="86"/>
                                  <a:pt x="58" y="86"/>
                                </a:cubicBezTo>
                                <a:cubicBezTo>
                                  <a:pt x="59" y="86"/>
                                  <a:pt x="60" y="85"/>
                                  <a:pt x="61" y="85"/>
                                </a:cubicBezTo>
                                <a:cubicBezTo>
                                  <a:pt x="62" y="84"/>
                                  <a:pt x="63" y="84"/>
                                  <a:pt x="62" y="83"/>
                                </a:cubicBezTo>
                                <a:cubicBezTo>
                                  <a:pt x="62" y="83"/>
                                  <a:pt x="62" y="83"/>
                                  <a:pt x="62" y="82"/>
                                </a:cubicBezTo>
                                <a:cubicBezTo>
                                  <a:pt x="62" y="81"/>
                                  <a:pt x="63" y="81"/>
                                  <a:pt x="64" y="81"/>
                                </a:cubicBezTo>
                                <a:cubicBezTo>
                                  <a:pt x="65" y="81"/>
                                  <a:pt x="65" y="81"/>
                                  <a:pt x="65" y="81"/>
                                </a:cubicBezTo>
                                <a:cubicBezTo>
                                  <a:pt x="66" y="79"/>
                                  <a:pt x="67" y="79"/>
                                  <a:pt x="68" y="78"/>
                                </a:cubicBezTo>
                                <a:close/>
                                <a:moveTo>
                                  <a:pt x="56" y="53"/>
                                </a:move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lose/>
                                <a:moveTo>
                                  <a:pt x="32" y="75"/>
                                </a:move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lose/>
                                <a:moveTo>
                                  <a:pt x="94" y="107"/>
                                </a:moveTo>
                                <a:cubicBezTo>
                                  <a:pt x="94" y="106"/>
                                  <a:pt x="92" y="105"/>
                                  <a:pt x="91" y="106"/>
                                </a:cubicBezTo>
                                <a:cubicBezTo>
                                  <a:pt x="90" y="107"/>
                                  <a:pt x="89" y="106"/>
                                  <a:pt x="89" y="105"/>
                                </a:cubicBezTo>
                                <a:cubicBezTo>
                                  <a:pt x="89" y="105"/>
                                  <a:pt x="89" y="105"/>
                                  <a:pt x="89" y="105"/>
                                </a:cubicBezTo>
                                <a:cubicBezTo>
                                  <a:pt x="89" y="105"/>
                                  <a:pt x="89" y="105"/>
                                  <a:pt x="89" y="105"/>
                                </a:cubicBezTo>
                                <a:cubicBezTo>
                                  <a:pt x="88" y="103"/>
                                  <a:pt x="87" y="102"/>
                                  <a:pt x="87" y="101"/>
                                </a:cubicBezTo>
                                <a:cubicBezTo>
                                  <a:pt x="86" y="99"/>
                                  <a:pt x="86" y="98"/>
                                  <a:pt x="87" y="97"/>
                                </a:cubicBezTo>
                                <a:cubicBezTo>
                                  <a:pt x="87" y="96"/>
                                  <a:pt x="85" y="93"/>
                                  <a:pt x="84" y="93"/>
                                </a:cubicBezTo>
                                <a:cubicBezTo>
                                  <a:pt x="83" y="93"/>
                                  <a:pt x="83" y="93"/>
                                  <a:pt x="83" y="93"/>
                                </a:cubicBezTo>
                                <a:cubicBezTo>
                                  <a:pt x="83" y="94"/>
                                  <a:pt x="82" y="94"/>
                                  <a:pt x="81" y="95"/>
                                </a:cubicBezTo>
                                <a:cubicBezTo>
                                  <a:pt x="80" y="95"/>
                                  <a:pt x="79" y="95"/>
                                  <a:pt x="79" y="95"/>
                                </a:cubicBezTo>
                                <a:cubicBezTo>
                                  <a:pt x="76" y="94"/>
                                  <a:pt x="72" y="96"/>
                                  <a:pt x="71" y="97"/>
                                </a:cubicBezTo>
                                <a:cubicBezTo>
                                  <a:pt x="70" y="98"/>
                                  <a:pt x="70" y="98"/>
                                  <a:pt x="70" y="99"/>
                                </a:cubicBezTo>
                                <a:cubicBezTo>
                                  <a:pt x="71" y="100"/>
                                  <a:pt x="72" y="102"/>
                                  <a:pt x="73" y="103"/>
                                </a:cubicBezTo>
                                <a:cubicBezTo>
                                  <a:pt x="75" y="104"/>
                                  <a:pt x="75" y="104"/>
                                  <a:pt x="75" y="106"/>
                                </a:cubicBezTo>
                                <a:cubicBezTo>
                                  <a:pt x="74" y="106"/>
                                  <a:pt x="74" y="107"/>
                                  <a:pt x="74" y="107"/>
                                </a:cubicBezTo>
                                <a:cubicBezTo>
                                  <a:pt x="74" y="109"/>
                                  <a:pt x="72" y="110"/>
                                  <a:pt x="73" y="112"/>
                                </a:cubicBezTo>
                                <a:cubicBezTo>
                                  <a:pt x="73" y="113"/>
                                  <a:pt x="73" y="114"/>
                                  <a:pt x="71" y="115"/>
                                </a:cubicBezTo>
                                <a:cubicBezTo>
                                  <a:pt x="71" y="115"/>
                                  <a:pt x="71" y="115"/>
                                  <a:pt x="71" y="115"/>
                                </a:cubicBezTo>
                                <a:cubicBezTo>
                                  <a:pt x="70" y="116"/>
                                  <a:pt x="71" y="117"/>
                                  <a:pt x="70" y="119"/>
                                </a:cubicBezTo>
                                <a:cubicBezTo>
                                  <a:pt x="70" y="119"/>
                                  <a:pt x="71" y="119"/>
                                  <a:pt x="71" y="119"/>
                                </a:cubicBezTo>
                                <a:cubicBezTo>
                                  <a:pt x="72" y="119"/>
                                  <a:pt x="72" y="119"/>
                                  <a:pt x="73" y="119"/>
                                </a:cubicBezTo>
                                <a:cubicBezTo>
                                  <a:pt x="74" y="118"/>
                                  <a:pt x="75" y="117"/>
                                  <a:pt x="76" y="118"/>
                                </a:cubicBezTo>
                                <a:cubicBezTo>
                                  <a:pt x="77" y="118"/>
                                  <a:pt x="78" y="117"/>
                                  <a:pt x="79" y="116"/>
                                </a:cubicBezTo>
                                <a:cubicBezTo>
                                  <a:pt x="80" y="115"/>
                                  <a:pt x="80" y="114"/>
                                  <a:pt x="82" y="114"/>
                                </a:cubicBezTo>
                                <a:cubicBezTo>
                                  <a:pt x="82" y="114"/>
                                  <a:pt x="82" y="114"/>
                                  <a:pt x="82" y="114"/>
                                </a:cubicBezTo>
                                <a:cubicBezTo>
                                  <a:pt x="83" y="116"/>
                                  <a:pt x="83" y="117"/>
                                  <a:pt x="83" y="118"/>
                                </a:cubicBezTo>
                                <a:cubicBezTo>
                                  <a:pt x="84" y="119"/>
                                  <a:pt x="84" y="119"/>
                                  <a:pt x="83" y="119"/>
                                </a:cubicBezTo>
                                <a:cubicBezTo>
                                  <a:pt x="82" y="120"/>
                                  <a:pt x="83" y="121"/>
                                  <a:pt x="83" y="122"/>
                                </a:cubicBezTo>
                                <a:cubicBezTo>
                                  <a:pt x="83" y="123"/>
                                  <a:pt x="82" y="123"/>
                                  <a:pt x="82" y="124"/>
                                </a:cubicBezTo>
                                <a:cubicBezTo>
                                  <a:pt x="82" y="124"/>
                                  <a:pt x="82" y="125"/>
                                  <a:pt x="82" y="125"/>
                                </a:cubicBezTo>
                                <a:cubicBezTo>
                                  <a:pt x="83" y="126"/>
                                  <a:pt x="83" y="125"/>
                                  <a:pt x="83" y="125"/>
                                </a:cubicBezTo>
                                <a:cubicBezTo>
                                  <a:pt x="85" y="124"/>
                                  <a:pt x="86" y="122"/>
                                  <a:pt x="87" y="121"/>
                                </a:cubicBezTo>
                                <a:cubicBezTo>
                                  <a:pt x="88" y="120"/>
                                  <a:pt x="89" y="119"/>
                                  <a:pt x="90" y="117"/>
                                </a:cubicBezTo>
                                <a:cubicBezTo>
                                  <a:pt x="90" y="116"/>
                                  <a:pt x="91" y="116"/>
                                  <a:pt x="92" y="115"/>
                                </a:cubicBezTo>
                                <a:cubicBezTo>
                                  <a:pt x="92" y="115"/>
                                  <a:pt x="92" y="115"/>
                                  <a:pt x="92" y="115"/>
                                </a:cubicBezTo>
                                <a:cubicBezTo>
                                  <a:pt x="93" y="115"/>
                                  <a:pt x="93" y="115"/>
                                  <a:pt x="92" y="113"/>
                                </a:cubicBezTo>
                                <a:cubicBezTo>
                                  <a:pt x="94" y="113"/>
                                  <a:pt x="94" y="112"/>
                                  <a:pt x="93" y="111"/>
                                </a:cubicBezTo>
                                <a:cubicBezTo>
                                  <a:pt x="93" y="110"/>
                                  <a:pt x="93" y="109"/>
                                  <a:pt x="94" y="108"/>
                                </a:cubicBezTo>
                                <a:cubicBezTo>
                                  <a:pt x="94" y="107"/>
                                  <a:pt x="94" y="107"/>
                                  <a:pt x="94" y="107"/>
                                </a:cubicBezTo>
                                <a:close/>
                                <a:moveTo>
                                  <a:pt x="156" y="22"/>
                                </a:moveTo>
                                <a:cubicBezTo>
                                  <a:pt x="156" y="23"/>
                                  <a:pt x="156" y="24"/>
                                  <a:pt x="154" y="24"/>
                                </a:cubicBezTo>
                                <a:cubicBezTo>
                                  <a:pt x="152" y="25"/>
                                  <a:pt x="150" y="26"/>
                                  <a:pt x="148" y="26"/>
                                </a:cubicBezTo>
                                <a:cubicBezTo>
                                  <a:pt x="147" y="26"/>
                                  <a:pt x="146" y="28"/>
                                  <a:pt x="145" y="28"/>
                                </a:cubicBezTo>
                                <a:cubicBezTo>
                                  <a:pt x="144" y="28"/>
                                  <a:pt x="143" y="28"/>
                                  <a:pt x="143" y="27"/>
                                </a:cubicBezTo>
                                <a:cubicBezTo>
                                  <a:pt x="142" y="25"/>
                                  <a:pt x="143" y="23"/>
                                  <a:pt x="144" y="22"/>
                                </a:cubicBezTo>
                                <a:cubicBezTo>
                                  <a:pt x="146" y="21"/>
                                  <a:pt x="147" y="20"/>
                                  <a:pt x="148" y="19"/>
                                </a:cubicBezTo>
                                <a:cubicBezTo>
                                  <a:pt x="149" y="18"/>
                                  <a:pt x="150" y="18"/>
                                  <a:pt x="152" y="17"/>
                                </a:cubicBezTo>
                                <a:cubicBezTo>
                                  <a:pt x="152" y="17"/>
                                  <a:pt x="153" y="17"/>
                                  <a:pt x="154" y="18"/>
                                </a:cubicBezTo>
                                <a:cubicBezTo>
                                  <a:pt x="155" y="19"/>
                                  <a:pt x="156" y="20"/>
                                  <a:pt x="156" y="22"/>
                                </a:cubicBezTo>
                                <a:close/>
                                <a:moveTo>
                                  <a:pt x="70" y="94"/>
                                </a:moveTo>
                                <a:cubicBezTo>
                                  <a:pt x="69" y="94"/>
                                  <a:pt x="70" y="93"/>
                                  <a:pt x="70" y="93"/>
                                </a:cubicBezTo>
                                <a:cubicBezTo>
                                  <a:pt x="70" y="92"/>
                                  <a:pt x="69" y="91"/>
                                  <a:pt x="69" y="91"/>
                                </a:cubicBezTo>
                                <a:cubicBezTo>
                                  <a:pt x="69" y="90"/>
                                  <a:pt x="69" y="89"/>
                                  <a:pt x="69" y="88"/>
                                </a:cubicBezTo>
                                <a:cubicBezTo>
                                  <a:pt x="69" y="87"/>
                                  <a:pt x="68" y="86"/>
                                  <a:pt x="67" y="86"/>
                                </a:cubicBezTo>
                                <a:cubicBezTo>
                                  <a:pt x="67" y="86"/>
                                  <a:pt x="66" y="86"/>
                                  <a:pt x="66" y="85"/>
                                </a:cubicBezTo>
                                <a:cubicBezTo>
                                  <a:pt x="66" y="85"/>
                                  <a:pt x="66" y="84"/>
                                  <a:pt x="67" y="84"/>
                                </a:cubicBezTo>
                                <a:cubicBezTo>
                                  <a:pt x="68" y="84"/>
                                  <a:pt x="70" y="83"/>
                                  <a:pt x="71" y="83"/>
                                </a:cubicBezTo>
                                <a:cubicBezTo>
                                  <a:pt x="72" y="83"/>
                                  <a:pt x="72" y="82"/>
                                  <a:pt x="72" y="82"/>
                                </a:cubicBezTo>
                                <a:cubicBezTo>
                                  <a:pt x="72" y="81"/>
                                  <a:pt x="72" y="80"/>
                                  <a:pt x="73" y="80"/>
                                </a:cubicBezTo>
                                <a:cubicBezTo>
                                  <a:pt x="74" y="80"/>
                                  <a:pt x="74" y="81"/>
                                  <a:pt x="74" y="81"/>
                                </a:cubicBezTo>
                                <a:cubicBezTo>
                                  <a:pt x="74" y="82"/>
                                  <a:pt x="74" y="82"/>
                                  <a:pt x="74" y="82"/>
                                </a:cubicBezTo>
                                <a:cubicBezTo>
                                  <a:pt x="75" y="81"/>
                                  <a:pt x="75" y="80"/>
                                  <a:pt x="76" y="81"/>
                                </a:cubicBezTo>
                                <a:cubicBezTo>
                                  <a:pt x="77" y="82"/>
                                  <a:pt x="78" y="82"/>
                                  <a:pt x="78" y="83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9" y="85"/>
                                  <a:pt x="79" y="85"/>
                                  <a:pt x="79" y="86"/>
                                </a:cubicBezTo>
                                <a:cubicBezTo>
                                  <a:pt x="79" y="86"/>
                                  <a:pt x="79" y="86"/>
                                  <a:pt x="79" y="86"/>
                                </a:cubicBezTo>
                                <a:cubicBezTo>
                                  <a:pt x="79" y="87"/>
                                  <a:pt x="79" y="87"/>
                                  <a:pt x="79" y="88"/>
                                </a:cubicBezTo>
                                <a:cubicBezTo>
                                  <a:pt x="80" y="90"/>
                                  <a:pt x="79" y="91"/>
                                  <a:pt x="79" y="92"/>
                                </a:cubicBezTo>
                                <a:cubicBezTo>
                                  <a:pt x="79" y="93"/>
                                  <a:pt x="78" y="93"/>
                                  <a:pt x="77" y="93"/>
                                </a:cubicBezTo>
                                <a:cubicBezTo>
                                  <a:pt x="77" y="94"/>
                                  <a:pt x="76" y="93"/>
                                  <a:pt x="76" y="93"/>
                                </a:cubicBezTo>
                                <a:cubicBezTo>
                                  <a:pt x="75" y="93"/>
                                  <a:pt x="73" y="94"/>
                                  <a:pt x="72" y="94"/>
                                </a:cubicBezTo>
                                <a:cubicBezTo>
                                  <a:pt x="71" y="95"/>
                                  <a:pt x="71" y="93"/>
                                  <a:pt x="70" y="94"/>
                                </a:cubicBezTo>
                                <a:close/>
                                <a:moveTo>
                                  <a:pt x="130" y="71"/>
                                </a:moveTo>
                                <a:cubicBezTo>
                                  <a:pt x="130" y="71"/>
                                  <a:pt x="130" y="71"/>
                                  <a:pt x="130" y="71"/>
                                </a:cubicBezTo>
                                <a:cubicBezTo>
                                  <a:pt x="129" y="71"/>
                                  <a:pt x="129" y="72"/>
                                  <a:pt x="129" y="72"/>
                                </a:cubicBezTo>
                                <a:cubicBezTo>
                                  <a:pt x="128" y="73"/>
                                  <a:pt x="127" y="73"/>
                                  <a:pt x="126" y="72"/>
                                </a:cubicBezTo>
                                <a:cubicBezTo>
                                  <a:pt x="125" y="71"/>
                                  <a:pt x="124" y="71"/>
                                  <a:pt x="123" y="71"/>
                                </a:cubicBezTo>
                                <a:cubicBezTo>
                                  <a:pt x="122" y="72"/>
                                  <a:pt x="121" y="72"/>
                                  <a:pt x="120" y="73"/>
                                </a:cubicBezTo>
                                <a:cubicBezTo>
                                  <a:pt x="120" y="73"/>
                                  <a:pt x="120" y="73"/>
                                  <a:pt x="120" y="73"/>
                                </a:cubicBezTo>
                                <a:cubicBezTo>
                                  <a:pt x="120" y="74"/>
                                  <a:pt x="120" y="74"/>
                                  <a:pt x="119" y="74"/>
                                </a:cubicBezTo>
                                <a:cubicBezTo>
                                  <a:pt x="119" y="74"/>
                                  <a:pt x="119" y="74"/>
                                  <a:pt x="119" y="74"/>
                                </a:cubicBezTo>
                                <a:cubicBezTo>
                                  <a:pt x="118" y="73"/>
                                  <a:pt x="118" y="73"/>
                                  <a:pt x="119" y="72"/>
                                </a:cubicBezTo>
                                <a:cubicBezTo>
                                  <a:pt x="120" y="70"/>
                                  <a:pt x="122" y="71"/>
                                  <a:pt x="122" y="69"/>
                                </a:cubicBezTo>
                                <a:cubicBezTo>
                                  <a:pt x="122" y="69"/>
                                  <a:pt x="125" y="69"/>
                                  <a:pt x="125" y="69"/>
                                </a:cubicBezTo>
                                <a:cubicBezTo>
                                  <a:pt x="127" y="71"/>
                                  <a:pt x="128" y="71"/>
                                  <a:pt x="129" y="71"/>
                                </a:cubicBezTo>
                                <a:cubicBezTo>
                                  <a:pt x="130" y="71"/>
                                  <a:pt x="130" y="70"/>
                                  <a:pt x="130" y="71"/>
                                </a:cubicBezTo>
                                <a:close/>
                                <a:moveTo>
                                  <a:pt x="118" y="27"/>
                                </a:moveTo>
                                <a:cubicBezTo>
                                  <a:pt x="117" y="26"/>
                                  <a:pt x="117" y="25"/>
                                  <a:pt x="117" y="24"/>
                                </a:cubicBezTo>
                                <a:cubicBezTo>
                                  <a:pt x="117" y="23"/>
                                  <a:pt x="117" y="22"/>
                                  <a:pt x="118" y="22"/>
                                </a:cubicBezTo>
                                <a:cubicBezTo>
                                  <a:pt x="118" y="22"/>
                                  <a:pt x="119" y="22"/>
                                  <a:pt x="119" y="23"/>
                                </a:cubicBezTo>
                                <a:cubicBezTo>
                                  <a:pt x="120" y="24"/>
                                  <a:pt x="121" y="24"/>
                                  <a:pt x="121" y="25"/>
                                </a:cubicBezTo>
                                <a:cubicBezTo>
                                  <a:pt x="121" y="25"/>
                                  <a:pt x="121" y="25"/>
                                  <a:pt x="121" y="25"/>
                                </a:cubicBezTo>
                                <a:cubicBezTo>
                                  <a:pt x="122" y="26"/>
                                  <a:pt x="122" y="26"/>
                                  <a:pt x="121" y="27"/>
                                </a:cubicBezTo>
                                <a:cubicBezTo>
                                  <a:pt x="121" y="27"/>
                                  <a:pt x="121" y="27"/>
                                  <a:pt x="120" y="28"/>
                                </a:cubicBezTo>
                                <a:cubicBezTo>
                                  <a:pt x="119" y="28"/>
                                  <a:pt x="118" y="28"/>
                                  <a:pt x="118" y="27"/>
                                </a:cubicBezTo>
                                <a:close/>
                                <a:moveTo>
                                  <a:pt x="65" y="65"/>
                                </a:moveTo>
                                <a:cubicBezTo>
                                  <a:pt x="65" y="63"/>
                                  <a:pt x="66" y="63"/>
                                  <a:pt x="68" y="64"/>
                                </a:cubicBezTo>
                                <a:cubicBezTo>
                                  <a:pt x="70" y="64"/>
                                  <a:pt x="70" y="65"/>
                                  <a:pt x="70" y="66"/>
                                </a:cubicBezTo>
                                <a:cubicBezTo>
                                  <a:pt x="69" y="67"/>
                                  <a:pt x="68" y="67"/>
                                  <a:pt x="67" y="67"/>
                                </a:cubicBezTo>
                                <a:cubicBezTo>
                                  <a:pt x="66" y="67"/>
                                  <a:pt x="65" y="66"/>
                                  <a:pt x="65" y="65"/>
                                </a:cubicBezTo>
                                <a:close/>
                                <a:moveTo>
                                  <a:pt x="52" y="16"/>
                                </a:moveTo>
                                <a:cubicBezTo>
                                  <a:pt x="52" y="16"/>
                                  <a:pt x="53" y="15"/>
                                  <a:pt x="53" y="15"/>
                                </a:cubicBezTo>
                                <a:cubicBezTo>
                                  <a:pt x="54" y="16"/>
                                  <a:pt x="55" y="16"/>
                                  <a:pt x="55" y="17"/>
                                </a:cubicBezTo>
                                <a:cubicBezTo>
                                  <a:pt x="55" y="18"/>
                                  <a:pt x="55" y="18"/>
                                  <a:pt x="56" y="18"/>
                                </a:cubicBezTo>
                                <a:cubicBezTo>
                                  <a:pt x="56" y="19"/>
                                  <a:pt x="55" y="19"/>
                                  <a:pt x="55" y="19"/>
                                </a:cubicBezTo>
                                <a:cubicBezTo>
                                  <a:pt x="55" y="20"/>
                                  <a:pt x="54" y="20"/>
                                  <a:pt x="53" y="20"/>
                                </a:cubicBezTo>
                                <a:cubicBezTo>
                                  <a:pt x="52" y="19"/>
                                  <a:pt x="51" y="18"/>
                                  <a:pt x="52" y="16"/>
                                </a:cubicBezTo>
                                <a:close/>
                                <a:moveTo>
                                  <a:pt x="112" y="79"/>
                                </a:moveTo>
                                <a:cubicBezTo>
                                  <a:pt x="111" y="80"/>
                                  <a:pt x="111" y="80"/>
                                  <a:pt x="110" y="80"/>
                                </a:cubicBezTo>
                                <a:cubicBezTo>
                                  <a:pt x="109" y="79"/>
                                  <a:pt x="108" y="77"/>
                                  <a:pt x="108" y="75"/>
                                </a:cubicBezTo>
                                <a:cubicBezTo>
                                  <a:pt x="108" y="75"/>
                                  <a:pt x="108" y="74"/>
                                  <a:pt x="109" y="74"/>
                                </a:cubicBezTo>
                                <a:cubicBezTo>
                                  <a:pt x="109" y="74"/>
                                  <a:pt x="109" y="75"/>
                                  <a:pt x="110" y="75"/>
                                </a:cubicBezTo>
                                <a:cubicBezTo>
                                  <a:pt x="110" y="76"/>
                                  <a:pt x="110" y="77"/>
                                  <a:pt x="112" y="78"/>
                                </a:cubicBezTo>
                                <a:cubicBezTo>
                                  <a:pt x="112" y="78"/>
                                  <a:pt x="112" y="79"/>
                                  <a:pt x="112" y="79"/>
                                </a:cubicBezTo>
                                <a:close/>
                                <a:moveTo>
                                  <a:pt x="135" y="67"/>
                                </a:moveTo>
                                <a:cubicBezTo>
                                  <a:pt x="135" y="68"/>
                                  <a:pt x="134" y="69"/>
                                  <a:pt x="133" y="69"/>
                                </a:cubicBezTo>
                                <a:cubicBezTo>
                                  <a:pt x="133" y="69"/>
                                  <a:pt x="132" y="68"/>
                                  <a:pt x="132" y="68"/>
                                </a:cubicBezTo>
                                <a:cubicBezTo>
                                  <a:pt x="132" y="67"/>
                                  <a:pt x="133" y="66"/>
                                  <a:pt x="134" y="66"/>
                                </a:cubicBezTo>
                                <a:cubicBezTo>
                                  <a:pt x="134" y="66"/>
                                  <a:pt x="135" y="66"/>
                                  <a:pt x="135" y="67"/>
                                </a:cubicBezTo>
                                <a:close/>
                                <a:moveTo>
                                  <a:pt x="65" y="55"/>
                                </a:moveTo>
                                <a:cubicBezTo>
                                  <a:pt x="65" y="55"/>
                                  <a:pt x="64" y="55"/>
                                  <a:pt x="63" y="55"/>
                                </a:cubicBezTo>
                                <a:cubicBezTo>
                                  <a:pt x="63" y="55"/>
                                  <a:pt x="63" y="55"/>
                                  <a:pt x="62" y="55"/>
                                </a:cubicBezTo>
                                <a:cubicBezTo>
                                  <a:pt x="62" y="54"/>
                                  <a:pt x="62" y="54"/>
                                  <a:pt x="62" y="53"/>
                                </a:cubicBezTo>
                                <a:cubicBezTo>
                                  <a:pt x="62" y="52"/>
                                  <a:pt x="63" y="53"/>
                                  <a:pt x="63" y="53"/>
                                </a:cubicBezTo>
                                <a:cubicBezTo>
                                  <a:pt x="64" y="53"/>
                                  <a:pt x="65" y="54"/>
                                  <a:pt x="65" y="55"/>
                                </a:cubicBezTo>
                                <a:close/>
                                <a:moveTo>
                                  <a:pt x="102" y="142"/>
                                </a:moveTo>
                                <a:cubicBezTo>
                                  <a:pt x="102" y="142"/>
                                  <a:pt x="102" y="142"/>
                                  <a:pt x="102" y="142"/>
                                </a:cubicBezTo>
                                <a:cubicBezTo>
                                  <a:pt x="101" y="145"/>
                                  <a:pt x="100" y="147"/>
                                  <a:pt x="98" y="149"/>
                                </a:cubicBezTo>
                                <a:cubicBezTo>
                                  <a:pt x="99" y="146"/>
                                  <a:pt x="101" y="144"/>
                                  <a:pt x="102" y="142"/>
                                </a:cubicBezTo>
                                <a:close/>
                                <a:moveTo>
                                  <a:pt x="4" y="43"/>
                                </a:moveTo>
                                <a:cubicBezTo>
                                  <a:pt x="4" y="43"/>
                                  <a:pt x="3" y="43"/>
                                  <a:pt x="3" y="44"/>
                                </a:cubicBezTo>
                                <a:cubicBezTo>
                                  <a:pt x="2" y="43"/>
                                  <a:pt x="2" y="43"/>
                                  <a:pt x="2" y="43"/>
                                </a:cubicBezTo>
                                <a:cubicBezTo>
                                  <a:pt x="2" y="42"/>
                                  <a:pt x="3" y="42"/>
                                  <a:pt x="2" y="41"/>
                                </a:cubicBezTo>
                                <a:cubicBezTo>
                                  <a:pt x="2" y="41"/>
                                  <a:pt x="2" y="41"/>
                                  <a:pt x="3" y="41"/>
                                </a:cubicBezTo>
                                <a:cubicBezTo>
                                  <a:pt x="4" y="41"/>
                                  <a:pt x="4" y="42"/>
                                  <a:pt x="4" y="43"/>
                                </a:cubicBezTo>
                                <a:close/>
                                <a:moveTo>
                                  <a:pt x="68" y="4"/>
                                </a:moveTo>
                                <a:cubicBezTo>
                                  <a:pt x="68" y="3"/>
                                  <a:pt x="68" y="3"/>
                                  <a:pt x="69" y="3"/>
                                </a:cubicBezTo>
                                <a:cubicBezTo>
                                  <a:pt x="69" y="3"/>
                                  <a:pt x="70" y="3"/>
                                  <a:pt x="70" y="4"/>
                                </a:cubicBezTo>
                                <a:cubicBezTo>
                                  <a:pt x="70" y="4"/>
                                  <a:pt x="70" y="5"/>
                                  <a:pt x="70" y="5"/>
                                </a:cubicBezTo>
                                <a:cubicBezTo>
                                  <a:pt x="69" y="5"/>
                                  <a:pt x="68" y="4"/>
                                  <a:pt x="68" y="4"/>
                                </a:cubicBezTo>
                                <a:close/>
                                <a:moveTo>
                                  <a:pt x="70" y="3"/>
                                </a:moveTo>
                                <a:cubicBezTo>
                                  <a:pt x="70" y="1"/>
                                  <a:pt x="69" y="1"/>
                                  <a:pt x="69" y="0"/>
                                </a:cubicBezTo>
                                <a:cubicBezTo>
                                  <a:pt x="69" y="0"/>
                                  <a:pt x="69" y="0"/>
                                  <a:pt x="70" y="0"/>
                                </a:cubicBezTo>
                                <a:cubicBezTo>
                                  <a:pt x="70" y="1"/>
                                  <a:pt x="70" y="1"/>
                                  <a:pt x="70" y="1"/>
                                </a:cubicBezTo>
                                <a:cubicBezTo>
                                  <a:pt x="71" y="1"/>
                                  <a:pt x="71" y="0"/>
                                  <a:pt x="71" y="1"/>
                                </a:cubicBezTo>
                                <a:cubicBezTo>
                                  <a:pt x="71" y="2"/>
                                  <a:pt x="71" y="2"/>
                                  <a:pt x="70" y="3"/>
                                </a:cubicBezTo>
                                <a:close/>
                                <a:moveTo>
                                  <a:pt x="2" y="40"/>
                                </a:moveTo>
                                <a:cubicBezTo>
                                  <a:pt x="2" y="39"/>
                                  <a:pt x="2" y="39"/>
                                  <a:pt x="2" y="39"/>
                                </a:cubicBezTo>
                                <a:cubicBezTo>
                                  <a:pt x="3" y="39"/>
                                  <a:pt x="3" y="39"/>
                                  <a:pt x="3" y="40"/>
                                </a:cubicBezTo>
                                <a:cubicBezTo>
                                  <a:pt x="4" y="40"/>
                                  <a:pt x="3" y="40"/>
                                  <a:pt x="3" y="40"/>
                                </a:cubicBezTo>
                                <a:cubicBezTo>
                                  <a:pt x="2" y="40"/>
                                  <a:pt x="2" y="40"/>
                                  <a:pt x="2" y="40"/>
                                </a:cubicBezTo>
                                <a:close/>
                                <a:moveTo>
                                  <a:pt x="72" y="3"/>
                                </a:moveTo>
                                <a:cubicBezTo>
                                  <a:pt x="72" y="2"/>
                                  <a:pt x="73" y="2"/>
                                  <a:pt x="73" y="2"/>
                                </a:cubicBezTo>
                                <a:cubicBezTo>
                                  <a:pt x="74" y="2"/>
                                  <a:pt x="74" y="2"/>
                                  <a:pt x="74" y="3"/>
                                </a:cubicBezTo>
                                <a:cubicBezTo>
                                  <a:pt x="73" y="3"/>
                                  <a:pt x="73" y="3"/>
                                  <a:pt x="72" y="4"/>
                                </a:cubicBezTo>
                                <a:cubicBezTo>
                                  <a:pt x="72" y="4"/>
                                  <a:pt x="72" y="3"/>
                                  <a:pt x="72" y="3"/>
                                </a:cubicBezTo>
                                <a:close/>
                                <a:moveTo>
                                  <a:pt x="93" y="14"/>
                                </a:moveTo>
                                <a:cubicBezTo>
                                  <a:pt x="93" y="14"/>
                                  <a:pt x="92" y="13"/>
                                  <a:pt x="93" y="13"/>
                                </a:cubicBezTo>
                                <a:cubicBezTo>
                                  <a:pt x="94" y="13"/>
                                  <a:pt x="94" y="14"/>
                                  <a:pt x="94" y="14"/>
                                </a:cubicBezTo>
                                <a:cubicBezTo>
                                  <a:pt x="94" y="15"/>
                                  <a:pt x="94" y="15"/>
                                  <a:pt x="93" y="15"/>
                                </a:cubicBezTo>
                                <a:cubicBezTo>
                                  <a:pt x="93" y="15"/>
                                  <a:pt x="92" y="15"/>
                                  <a:pt x="93" y="14"/>
                                </a:cubicBezTo>
                                <a:close/>
                                <a:moveTo>
                                  <a:pt x="64" y="11"/>
                                </a:moveTo>
                                <a:cubicBezTo>
                                  <a:pt x="63" y="10"/>
                                  <a:pt x="64" y="9"/>
                                  <a:pt x="65" y="8"/>
                                </a:cubicBezTo>
                                <a:cubicBezTo>
                                  <a:pt x="65" y="9"/>
                                  <a:pt x="66" y="10"/>
                                  <a:pt x="65" y="11"/>
                                </a:cubicBezTo>
                                <a:cubicBezTo>
                                  <a:pt x="64" y="11"/>
                                  <a:pt x="64" y="11"/>
                                  <a:pt x="64" y="11"/>
                                </a:cubicBezTo>
                                <a:close/>
                                <a:moveTo>
                                  <a:pt x="65" y="58"/>
                                </a:moveTo>
                                <a:cubicBezTo>
                                  <a:pt x="65" y="57"/>
                                  <a:pt x="64" y="57"/>
                                  <a:pt x="65" y="57"/>
                                </a:cubicBezTo>
                                <a:cubicBezTo>
                                  <a:pt x="65" y="57"/>
                                  <a:pt x="65" y="57"/>
                                  <a:pt x="65" y="58"/>
                                </a:cubicBezTo>
                                <a:cubicBezTo>
                                  <a:pt x="65" y="58"/>
                                  <a:pt x="65" y="59"/>
                                  <a:pt x="65" y="59"/>
                                </a:cubicBezTo>
                                <a:cubicBezTo>
                                  <a:pt x="64" y="59"/>
                                  <a:pt x="64" y="58"/>
                                  <a:pt x="65" y="58"/>
                                </a:cubicBezTo>
                                <a:close/>
                                <a:moveTo>
                                  <a:pt x="27" y="29"/>
                                </a:moveTo>
                                <a:cubicBezTo>
                                  <a:pt x="27" y="29"/>
                                  <a:pt x="27" y="29"/>
                                  <a:pt x="27" y="29"/>
                                </a:cubicBezTo>
                                <a:cubicBezTo>
                                  <a:pt x="28" y="29"/>
                                  <a:pt x="28" y="29"/>
                                  <a:pt x="28" y="29"/>
                                </a:cubicBezTo>
                                <a:cubicBezTo>
                                  <a:pt x="28" y="29"/>
                                  <a:pt x="27" y="30"/>
                                  <a:pt x="27" y="30"/>
                                </a:cubicBezTo>
                                <a:cubicBezTo>
                                  <a:pt x="27" y="30"/>
                                  <a:pt x="27" y="29"/>
                                  <a:pt x="27" y="29"/>
                                </a:cubicBezTo>
                                <a:close/>
                                <a:moveTo>
                                  <a:pt x="75" y="16"/>
                                </a:moveTo>
                                <a:cubicBezTo>
                                  <a:pt x="75" y="16"/>
                                  <a:pt x="74" y="17"/>
                                  <a:pt x="74" y="17"/>
                                </a:cubicBezTo>
                                <a:cubicBezTo>
                                  <a:pt x="74" y="16"/>
                                  <a:pt x="74" y="16"/>
                                  <a:pt x="75" y="16"/>
                                </a:cubicBezTo>
                                <a:close/>
                                <a:moveTo>
                                  <a:pt x="42" y="148"/>
                                </a:moveTo>
                                <a:cubicBezTo>
                                  <a:pt x="42" y="148"/>
                                  <a:pt x="42" y="148"/>
                                  <a:pt x="42" y="148"/>
                                </a:cubicBezTo>
                                <a:cubicBezTo>
                                  <a:pt x="41" y="148"/>
                                  <a:pt x="41" y="148"/>
                                  <a:pt x="41" y="148"/>
                                </a:cubicBezTo>
                                <a:cubicBezTo>
                                  <a:pt x="41" y="148"/>
                                  <a:pt x="41" y="147"/>
                                  <a:pt x="42" y="147"/>
                                </a:cubicBezTo>
                                <a:cubicBezTo>
                                  <a:pt x="42" y="148"/>
                                  <a:pt x="42" y="148"/>
                                  <a:pt x="42" y="148"/>
                                </a:cubicBezTo>
                                <a:close/>
                                <a:moveTo>
                                  <a:pt x="29" y="79"/>
                                </a:moveTo>
                                <a:cubicBezTo>
                                  <a:pt x="29" y="79"/>
                                  <a:pt x="28" y="79"/>
                                  <a:pt x="29" y="79"/>
                                </a:cubicBezTo>
                                <a:cubicBezTo>
                                  <a:pt x="29" y="78"/>
                                  <a:pt x="29" y="78"/>
                                  <a:pt x="29" y="78"/>
                                </a:cubicBezTo>
                                <a:cubicBezTo>
                                  <a:pt x="29" y="78"/>
                                  <a:pt x="29" y="78"/>
                                  <a:pt x="29" y="79"/>
                                </a:cubicBezTo>
                                <a:cubicBezTo>
                                  <a:pt x="29" y="79"/>
                                  <a:pt x="29" y="79"/>
                                  <a:pt x="29" y="79"/>
                                </a:cubicBezTo>
                                <a:close/>
                                <a:moveTo>
                                  <a:pt x="86" y="124"/>
                                </a:moveTo>
                                <a:cubicBezTo>
                                  <a:pt x="86" y="124"/>
                                  <a:pt x="86" y="125"/>
                                  <a:pt x="86" y="125"/>
                                </a:cubicBezTo>
                                <a:cubicBezTo>
                                  <a:pt x="86" y="125"/>
                                  <a:pt x="86" y="125"/>
                                  <a:pt x="86" y="125"/>
                                </a:cubicBezTo>
                                <a:cubicBezTo>
                                  <a:pt x="86" y="125"/>
                                  <a:pt x="85" y="125"/>
                                  <a:pt x="85" y="125"/>
                                </a:cubicBezTo>
                                <a:cubicBezTo>
                                  <a:pt x="85" y="125"/>
                                  <a:pt x="86" y="124"/>
                                  <a:pt x="86" y="124"/>
                                </a:cubicBezTo>
                                <a:close/>
                                <a:moveTo>
                                  <a:pt x="92" y="11"/>
                                </a:moveTo>
                                <a:cubicBezTo>
                                  <a:pt x="92" y="11"/>
                                  <a:pt x="92" y="11"/>
                                  <a:pt x="92" y="11"/>
                                </a:cubicBezTo>
                                <a:cubicBezTo>
                                  <a:pt x="92" y="10"/>
                                  <a:pt x="92" y="10"/>
                                  <a:pt x="93" y="11"/>
                                </a:cubicBezTo>
                                <a:cubicBezTo>
                                  <a:pt x="93" y="11"/>
                                  <a:pt x="92" y="11"/>
                                  <a:pt x="92" y="11"/>
                                </a:cubicBezTo>
                                <a:close/>
                                <a:moveTo>
                                  <a:pt x="11" y="93"/>
                                </a:moveTo>
                                <a:cubicBezTo>
                                  <a:pt x="11" y="93"/>
                                  <a:pt x="11" y="94"/>
                                  <a:pt x="11" y="95"/>
                                </a:cubicBezTo>
                                <a:cubicBezTo>
                                  <a:pt x="11" y="94"/>
                                  <a:pt x="10" y="94"/>
                                  <a:pt x="10" y="94"/>
                                </a:cubicBezTo>
                                <a:cubicBezTo>
                                  <a:pt x="9" y="93"/>
                                  <a:pt x="9" y="93"/>
                                  <a:pt x="9" y="93"/>
                                </a:cubicBezTo>
                                <a:cubicBezTo>
                                  <a:pt x="9" y="91"/>
                                  <a:pt x="7" y="89"/>
                                  <a:pt x="6" y="87"/>
                                </a:cubicBezTo>
                                <a:cubicBezTo>
                                  <a:pt x="6" y="87"/>
                                  <a:pt x="6" y="86"/>
                                  <a:pt x="6" y="87"/>
                                </a:cubicBezTo>
                                <a:cubicBezTo>
                                  <a:pt x="3" y="87"/>
                                  <a:pt x="3" y="85"/>
                                  <a:pt x="3" y="84"/>
                                </a:cubicBezTo>
                                <a:cubicBezTo>
                                  <a:pt x="3" y="81"/>
                                  <a:pt x="2" y="79"/>
                                  <a:pt x="1" y="76"/>
                                </a:cubicBezTo>
                                <a:cubicBezTo>
                                  <a:pt x="0" y="75"/>
                                  <a:pt x="1" y="73"/>
                                  <a:pt x="0" y="72"/>
                                </a:cubicBezTo>
                                <a:cubicBezTo>
                                  <a:pt x="0" y="71"/>
                                  <a:pt x="1" y="71"/>
                                  <a:pt x="1" y="71"/>
                                </a:cubicBezTo>
                                <a:cubicBezTo>
                                  <a:pt x="2" y="72"/>
                                  <a:pt x="3" y="72"/>
                                  <a:pt x="3" y="73"/>
                                </a:cubicBezTo>
                                <a:cubicBezTo>
                                  <a:pt x="3" y="73"/>
                                  <a:pt x="3" y="73"/>
                                  <a:pt x="3" y="73"/>
                                </a:cubicBezTo>
                                <a:cubicBezTo>
                                  <a:pt x="4" y="73"/>
                                  <a:pt x="4" y="74"/>
                                  <a:pt x="3" y="74"/>
                                </a:cubicBezTo>
                                <a:cubicBezTo>
                                  <a:pt x="3" y="75"/>
                                  <a:pt x="3" y="75"/>
                                  <a:pt x="3" y="76"/>
                                </a:cubicBezTo>
                                <a:cubicBezTo>
                                  <a:pt x="5" y="76"/>
                                  <a:pt x="4" y="77"/>
                                  <a:pt x="4" y="77"/>
                                </a:cubicBezTo>
                                <a:cubicBezTo>
                                  <a:pt x="4" y="78"/>
                                  <a:pt x="4" y="79"/>
                                  <a:pt x="4" y="79"/>
                                </a:cubicBezTo>
                                <a:cubicBezTo>
                                  <a:pt x="5" y="79"/>
                                  <a:pt x="4" y="80"/>
                                  <a:pt x="4" y="80"/>
                                </a:cubicBezTo>
                                <a:cubicBezTo>
                                  <a:pt x="4" y="81"/>
                                  <a:pt x="4" y="81"/>
                                  <a:pt x="5" y="81"/>
                                </a:cubicBezTo>
                                <a:cubicBezTo>
                                  <a:pt x="5" y="81"/>
                                  <a:pt x="5" y="81"/>
                                  <a:pt x="5" y="82"/>
                                </a:cubicBezTo>
                                <a:cubicBezTo>
                                  <a:pt x="5" y="82"/>
                                  <a:pt x="5" y="83"/>
                                  <a:pt x="6" y="83"/>
                                </a:cubicBezTo>
                                <a:cubicBezTo>
                                  <a:pt x="6" y="83"/>
                                  <a:pt x="7" y="84"/>
                                  <a:pt x="7" y="84"/>
                                </a:cubicBezTo>
                                <a:cubicBezTo>
                                  <a:pt x="7" y="85"/>
                                  <a:pt x="8" y="86"/>
                                  <a:pt x="9" y="87"/>
                                </a:cubicBezTo>
                                <a:cubicBezTo>
                                  <a:pt x="9" y="87"/>
                                  <a:pt x="10" y="87"/>
                                  <a:pt x="9" y="87"/>
                                </a:cubicBezTo>
                                <a:cubicBezTo>
                                  <a:pt x="9" y="89"/>
                                  <a:pt x="10" y="90"/>
                                  <a:pt x="10" y="92"/>
                                </a:cubicBezTo>
                                <a:cubicBezTo>
                                  <a:pt x="10" y="92"/>
                                  <a:pt x="10" y="92"/>
                                  <a:pt x="10" y="92"/>
                                </a:cubicBezTo>
                                <a:cubicBezTo>
                                  <a:pt x="11" y="92"/>
                                  <a:pt x="11" y="93"/>
                                  <a:pt x="11" y="93"/>
                                </a:cubicBezTo>
                                <a:close/>
                                <a:moveTo>
                                  <a:pt x="124" y="75"/>
                                </a:move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ubicBezTo>
                                  <a:pt x="124" y="75"/>
                                  <a:pt x="123" y="75"/>
                                  <a:pt x="123" y="75"/>
                                </a:cubicBez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lose/>
                                <a:moveTo>
                                  <a:pt x="62" y="52"/>
                                </a:moveTo>
                                <a:cubicBezTo>
                                  <a:pt x="62" y="52"/>
                                  <a:pt x="62" y="51"/>
                                  <a:pt x="62" y="51"/>
                                </a:cubicBezTo>
                                <a:cubicBezTo>
                                  <a:pt x="62" y="51"/>
                                  <a:pt x="62" y="52"/>
                                  <a:pt x="62" y="52"/>
                                </a:cubicBezTo>
                                <a:cubicBezTo>
                                  <a:pt x="62" y="52"/>
                                  <a:pt x="62" y="52"/>
                                  <a:pt x="62" y="52"/>
                                </a:cubicBezTo>
                                <a:cubicBezTo>
                                  <a:pt x="62" y="52"/>
                                  <a:pt x="62" y="52"/>
                                  <a:pt x="62" y="5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3175" cap="rnd">
                            <a:solidFill>
                              <a:schemeClr val="bg2"/>
                            </a:solidFill>
                            <a:prstDash val="solid"/>
                            <a:round/>
                            <a:headEnd/>
                            <a:tailEnd/>
                          </a:ln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ru-RU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272C2C"/>
                              </a:solidFill>
                              <a:effectLst/>
                              <a:uLnTx/>
                              <a:uFillTx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89" name="Oceania">
                            <a:extLst>
                              <a:ext uri="{FF2B5EF4-FFF2-40B4-BE49-F238E27FC236}">
                                <a16:creationId xmlns:a16="http://schemas.microsoft.com/office/drawing/2014/main" id="{F07A8744-33AF-54FB-5545-E44281F63AB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9196388" y="4837113"/>
                            <a:ext cx="2014537" cy="1549400"/>
                            <a:chOff x="8555038" y="4954588"/>
                            <a:chExt cx="2014537" cy="1549400"/>
                          </a:xfrm>
                          <a:grpFill/>
                        </p:grpSpPr>
                        <p:sp>
                          <p:nvSpPr>
                            <p:cNvPr id="225" name="Freeform 703">
                              <a:extLst>
                                <a:ext uri="{FF2B5EF4-FFF2-40B4-BE49-F238E27FC236}">
                                  <a16:creationId xmlns:a16="http://schemas.microsoft.com/office/drawing/2014/main" id="{5FA6120B-214B-C79D-E9E6-DE3DBC06901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9725025" y="5026025"/>
                              <a:ext cx="50800" cy="66675"/>
                            </a:xfrm>
                            <a:custGeom>
                              <a:avLst/>
                              <a:gdLst>
                                <a:gd name="T0" fmla="*/ 1 w 12"/>
                                <a:gd name="T1" fmla="*/ 0 h 16"/>
                                <a:gd name="T2" fmla="*/ 1 w 12"/>
                                <a:gd name="T3" fmla="*/ 0 h 16"/>
                                <a:gd name="T4" fmla="*/ 0 w 12"/>
                                <a:gd name="T5" fmla="*/ 0 h 16"/>
                                <a:gd name="T6" fmla="*/ 4 w 12"/>
                                <a:gd name="T7" fmla="*/ 7 h 16"/>
                                <a:gd name="T8" fmla="*/ 4 w 12"/>
                                <a:gd name="T9" fmla="*/ 9 h 16"/>
                                <a:gd name="T10" fmla="*/ 5 w 12"/>
                                <a:gd name="T11" fmla="*/ 11 h 16"/>
                                <a:gd name="T12" fmla="*/ 6 w 12"/>
                                <a:gd name="T13" fmla="*/ 12 h 16"/>
                                <a:gd name="T14" fmla="*/ 7 w 12"/>
                                <a:gd name="T15" fmla="*/ 13 h 16"/>
                                <a:gd name="T16" fmla="*/ 7 w 12"/>
                                <a:gd name="T17" fmla="*/ 14 h 16"/>
                                <a:gd name="T18" fmla="*/ 8 w 12"/>
                                <a:gd name="T19" fmla="*/ 15 h 16"/>
                                <a:gd name="T20" fmla="*/ 11 w 12"/>
                                <a:gd name="T21" fmla="*/ 16 h 16"/>
                                <a:gd name="T22" fmla="*/ 11 w 12"/>
                                <a:gd name="T23" fmla="*/ 15 h 16"/>
                                <a:gd name="T24" fmla="*/ 12 w 12"/>
                                <a:gd name="T25" fmla="*/ 16 h 16"/>
                                <a:gd name="T26" fmla="*/ 12 w 12"/>
                                <a:gd name="T27" fmla="*/ 14 h 16"/>
                                <a:gd name="T28" fmla="*/ 11 w 12"/>
                                <a:gd name="T29" fmla="*/ 13 h 16"/>
                                <a:gd name="T30" fmla="*/ 10 w 12"/>
                                <a:gd name="T31" fmla="*/ 12 h 16"/>
                                <a:gd name="T32" fmla="*/ 9 w 12"/>
                                <a:gd name="T33" fmla="*/ 10 h 16"/>
                                <a:gd name="T34" fmla="*/ 8 w 12"/>
                                <a:gd name="T35" fmla="*/ 10 h 16"/>
                                <a:gd name="T36" fmla="*/ 7 w 12"/>
                                <a:gd name="T37" fmla="*/ 9 h 16"/>
                                <a:gd name="T38" fmla="*/ 7 w 12"/>
                                <a:gd name="T39" fmla="*/ 8 h 16"/>
                                <a:gd name="T40" fmla="*/ 6 w 12"/>
                                <a:gd name="T41" fmla="*/ 7 h 16"/>
                                <a:gd name="T42" fmla="*/ 6 w 12"/>
                                <a:gd name="T43" fmla="*/ 7 h 16"/>
                                <a:gd name="T44" fmla="*/ 6 w 12"/>
                                <a:gd name="T45" fmla="*/ 7 h 16"/>
                                <a:gd name="T46" fmla="*/ 5 w 12"/>
                                <a:gd name="T47" fmla="*/ 7 h 16"/>
                                <a:gd name="T48" fmla="*/ 4 w 12"/>
                                <a:gd name="T49" fmla="*/ 6 h 16"/>
                                <a:gd name="T50" fmla="*/ 4 w 12"/>
                                <a:gd name="T51" fmla="*/ 6 h 16"/>
                                <a:gd name="T52" fmla="*/ 4 w 12"/>
                                <a:gd name="T53" fmla="*/ 7 h 16"/>
                                <a:gd name="T54" fmla="*/ 3 w 12"/>
                                <a:gd name="T55" fmla="*/ 7 h 16"/>
                                <a:gd name="T56" fmla="*/ 4 w 12"/>
                                <a:gd name="T57" fmla="*/ 7 h 16"/>
                                <a:gd name="T58" fmla="*/ 4 w 12"/>
                                <a:gd name="T59" fmla="*/ 7 h 16"/>
                                <a:gd name="T60" fmla="*/ 4 w 12"/>
                                <a:gd name="T61" fmla="*/ 7 h 16"/>
                                <a:gd name="T62" fmla="*/ 3 w 12"/>
                                <a:gd name="T63" fmla="*/ 7 h 16"/>
                                <a:gd name="T64" fmla="*/ 3 w 12"/>
                                <a:gd name="T65" fmla="*/ 7 h 16"/>
                                <a:gd name="T66" fmla="*/ 3 w 12"/>
                                <a:gd name="T67" fmla="*/ 7 h 16"/>
                                <a:gd name="T68" fmla="*/ 4 w 12"/>
                                <a:gd name="T69" fmla="*/ 6 h 16"/>
                                <a:gd name="T70" fmla="*/ 4 w 12"/>
                                <a:gd name="T71" fmla="*/ 5 h 16"/>
                                <a:gd name="T72" fmla="*/ 4 w 12"/>
                                <a:gd name="T73" fmla="*/ 5 h 16"/>
                                <a:gd name="T74" fmla="*/ 4 w 12"/>
                                <a:gd name="T75" fmla="*/ 4 h 16"/>
                                <a:gd name="T76" fmla="*/ 3 w 12"/>
                                <a:gd name="T77" fmla="*/ 3 h 16"/>
                                <a:gd name="T78" fmla="*/ 3 w 12"/>
                                <a:gd name="T79" fmla="*/ 4 h 16"/>
                                <a:gd name="T80" fmla="*/ 3 w 12"/>
                                <a:gd name="T81" fmla="*/ 4 h 16"/>
                                <a:gd name="T82" fmla="*/ 3 w 12"/>
                                <a:gd name="T83" fmla="*/ 4 h 16"/>
                                <a:gd name="T84" fmla="*/ 3 w 12"/>
                                <a:gd name="T85" fmla="*/ 4 h 16"/>
                                <a:gd name="T86" fmla="*/ 3 w 12"/>
                                <a:gd name="T87" fmla="*/ 5 h 16"/>
                                <a:gd name="T88" fmla="*/ 3 w 12"/>
                                <a:gd name="T89" fmla="*/ 6 h 16"/>
                                <a:gd name="T90" fmla="*/ 3 w 12"/>
                                <a:gd name="T91" fmla="*/ 6 h 16"/>
                                <a:gd name="T92" fmla="*/ 3 w 12"/>
                                <a:gd name="T93" fmla="*/ 6 h 1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12" h="16"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4" y="7"/>
                                  </a:move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5" y="10"/>
                                    <a:pt x="5" y="10"/>
                                    <a:pt x="5" y="11"/>
                                  </a:cubicBezTo>
                                  <a:cubicBezTo>
                                    <a:pt x="5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9" y="16"/>
                                    <a:pt x="10" y="16"/>
                                    <a:pt x="10" y="16"/>
                                  </a:cubicBezTo>
                                  <a:cubicBezTo>
                                    <a:pt x="10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6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2"/>
                                    <a:pt x="10" y="12"/>
                                    <a:pt x="10" y="11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1"/>
                                    <a:pt x="10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0"/>
                                  </a:cubicBezTo>
                                  <a:cubicBezTo>
                                    <a:pt x="9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9"/>
                                    <a:pt x="8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6" y="8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4" y="7"/>
                                  </a:cubicBezTo>
                                  <a:cubicBezTo>
                                    <a:pt x="4" y="7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lose/>
                                  <a:moveTo>
                                    <a:pt x="3" y="7"/>
                                  </a:move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3" y="4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4" y="6"/>
                                    <a:pt x="4" y="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6" name="Freeform 707">
                              <a:extLst>
                                <a:ext uri="{FF2B5EF4-FFF2-40B4-BE49-F238E27FC236}">
                                  <a16:creationId xmlns:a16="http://schemas.microsoft.com/office/drawing/2014/main" id="{189846B7-F557-D374-89C2-51B88A29E70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9578975" y="5137150"/>
                              <a:ext cx="150812" cy="92075"/>
                            </a:xfrm>
                            <a:custGeom>
                              <a:avLst/>
                              <a:gdLst>
                                <a:gd name="T0" fmla="*/ 8 w 36"/>
                                <a:gd name="T1" fmla="*/ 5 h 22"/>
                                <a:gd name="T2" fmla="*/ 9 w 36"/>
                                <a:gd name="T3" fmla="*/ 7 h 22"/>
                                <a:gd name="T4" fmla="*/ 10 w 36"/>
                                <a:gd name="T5" fmla="*/ 8 h 22"/>
                                <a:gd name="T6" fmla="*/ 12 w 36"/>
                                <a:gd name="T7" fmla="*/ 8 h 22"/>
                                <a:gd name="T8" fmla="*/ 13 w 36"/>
                                <a:gd name="T9" fmla="*/ 8 h 22"/>
                                <a:gd name="T10" fmla="*/ 11 w 36"/>
                                <a:gd name="T11" fmla="*/ 7 h 22"/>
                                <a:gd name="T12" fmla="*/ 14 w 36"/>
                                <a:gd name="T13" fmla="*/ 10 h 22"/>
                                <a:gd name="T14" fmla="*/ 13 w 36"/>
                                <a:gd name="T15" fmla="*/ 10 h 22"/>
                                <a:gd name="T16" fmla="*/ 14 w 36"/>
                                <a:gd name="T17" fmla="*/ 12 h 22"/>
                                <a:gd name="T18" fmla="*/ 15 w 36"/>
                                <a:gd name="T19" fmla="*/ 11 h 22"/>
                                <a:gd name="T20" fmla="*/ 13 w 36"/>
                                <a:gd name="T21" fmla="*/ 8 h 22"/>
                                <a:gd name="T22" fmla="*/ 13 w 36"/>
                                <a:gd name="T23" fmla="*/ 15 h 22"/>
                                <a:gd name="T24" fmla="*/ 12 w 36"/>
                                <a:gd name="T25" fmla="*/ 15 h 22"/>
                                <a:gd name="T26" fmla="*/ 14 w 36"/>
                                <a:gd name="T27" fmla="*/ 15 h 22"/>
                                <a:gd name="T28" fmla="*/ 14 w 36"/>
                                <a:gd name="T29" fmla="*/ 15 h 22"/>
                                <a:gd name="T30" fmla="*/ 13 w 36"/>
                                <a:gd name="T31" fmla="*/ 15 h 22"/>
                                <a:gd name="T32" fmla="*/ 23 w 36"/>
                                <a:gd name="T33" fmla="*/ 15 h 22"/>
                                <a:gd name="T34" fmla="*/ 24 w 36"/>
                                <a:gd name="T35" fmla="*/ 15 h 22"/>
                                <a:gd name="T36" fmla="*/ 25 w 36"/>
                                <a:gd name="T37" fmla="*/ 16 h 22"/>
                                <a:gd name="T38" fmla="*/ 26 w 36"/>
                                <a:gd name="T39" fmla="*/ 15 h 22"/>
                                <a:gd name="T40" fmla="*/ 24 w 36"/>
                                <a:gd name="T41" fmla="*/ 15 h 22"/>
                                <a:gd name="T42" fmla="*/ 27 w 36"/>
                                <a:gd name="T43" fmla="*/ 19 h 22"/>
                                <a:gd name="T44" fmla="*/ 29 w 36"/>
                                <a:gd name="T45" fmla="*/ 19 h 22"/>
                                <a:gd name="T46" fmla="*/ 28 w 36"/>
                                <a:gd name="T47" fmla="*/ 19 h 22"/>
                                <a:gd name="T48" fmla="*/ 28 w 36"/>
                                <a:gd name="T49" fmla="*/ 20 h 22"/>
                                <a:gd name="T50" fmla="*/ 29 w 36"/>
                                <a:gd name="T51" fmla="*/ 21 h 22"/>
                                <a:gd name="T52" fmla="*/ 30 w 36"/>
                                <a:gd name="T53" fmla="*/ 21 h 22"/>
                                <a:gd name="T54" fmla="*/ 32 w 36"/>
                                <a:gd name="T55" fmla="*/ 22 h 22"/>
                                <a:gd name="T56" fmla="*/ 31 w 36"/>
                                <a:gd name="T57" fmla="*/ 21 h 22"/>
                                <a:gd name="T58" fmla="*/ 29 w 36"/>
                                <a:gd name="T59" fmla="*/ 20 h 22"/>
                                <a:gd name="T60" fmla="*/ 35 w 36"/>
                                <a:gd name="T61" fmla="*/ 20 h 22"/>
                                <a:gd name="T62" fmla="*/ 36 w 36"/>
                                <a:gd name="T63" fmla="*/ 20 h 22"/>
                                <a:gd name="T64" fmla="*/ 35 w 36"/>
                                <a:gd name="T65" fmla="*/ 20 h 22"/>
                                <a:gd name="T66" fmla="*/ 34 w 36"/>
                                <a:gd name="T67" fmla="*/ 20 h 22"/>
                                <a:gd name="T68" fmla="*/ 27 w 36"/>
                                <a:gd name="T69" fmla="*/ 5 h 22"/>
                                <a:gd name="T70" fmla="*/ 27 w 36"/>
                                <a:gd name="T71" fmla="*/ 5 h 22"/>
                                <a:gd name="T72" fmla="*/ 25 w 36"/>
                                <a:gd name="T73" fmla="*/ 4 h 22"/>
                                <a:gd name="T74" fmla="*/ 25 w 36"/>
                                <a:gd name="T75" fmla="*/ 5 h 22"/>
                                <a:gd name="T76" fmla="*/ 26 w 36"/>
                                <a:gd name="T77" fmla="*/ 5 h 22"/>
                                <a:gd name="T78" fmla="*/ 23 w 36"/>
                                <a:gd name="T79" fmla="*/ 4 h 22"/>
                                <a:gd name="T80" fmla="*/ 23 w 36"/>
                                <a:gd name="T81" fmla="*/ 3 h 22"/>
                                <a:gd name="T82" fmla="*/ 24 w 36"/>
                                <a:gd name="T83" fmla="*/ 4 h 22"/>
                                <a:gd name="T84" fmla="*/ 13 w 36"/>
                                <a:gd name="T85" fmla="*/ 1 h 22"/>
                                <a:gd name="T86" fmla="*/ 14 w 36"/>
                                <a:gd name="T87" fmla="*/ 1 h 22"/>
                                <a:gd name="T88" fmla="*/ 14 w 36"/>
                                <a:gd name="T89" fmla="*/ 2 h 22"/>
                                <a:gd name="T90" fmla="*/ 14 w 36"/>
                                <a:gd name="T91" fmla="*/ 0 h 22"/>
                                <a:gd name="T92" fmla="*/ 12 w 36"/>
                                <a:gd name="T93" fmla="*/ 12 h 22"/>
                                <a:gd name="T94" fmla="*/ 10 w 36"/>
                                <a:gd name="T95" fmla="*/ 12 h 22"/>
                                <a:gd name="T96" fmla="*/ 7 w 36"/>
                                <a:gd name="T97" fmla="*/ 11 h 22"/>
                                <a:gd name="T98" fmla="*/ 5 w 36"/>
                                <a:gd name="T99" fmla="*/ 9 h 22"/>
                                <a:gd name="T100" fmla="*/ 7 w 36"/>
                                <a:gd name="T101" fmla="*/ 8 h 22"/>
                                <a:gd name="T102" fmla="*/ 4 w 36"/>
                                <a:gd name="T103" fmla="*/ 8 h 22"/>
                                <a:gd name="T104" fmla="*/ 0 w 36"/>
                                <a:gd name="T105" fmla="*/ 9 h 22"/>
                                <a:gd name="T106" fmla="*/ 3 w 36"/>
                                <a:gd name="T107" fmla="*/ 10 h 22"/>
                                <a:gd name="T108" fmla="*/ 6 w 36"/>
                                <a:gd name="T109" fmla="*/ 14 h 22"/>
                                <a:gd name="T110" fmla="*/ 7 w 36"/>
                                <a:gd name="T111" fmla="*/ 14 h 22"/>
                                <a:gd name="T112" fmla="*/ 7 w 36"/>
                                <a:gd name="T113" fmla="*/ 15 h 22"/>
                                <a:gd name="T114" fmla="*/ 8 w 36"/>
                                <a:gd name="T115" fmla="*/ 15 h 22"/>
                                <a:gd name="T116" fmla="*/ 10 w 36"/>
                                <a:gd name="T117" fmla="*/ 15 h 22"/>
                                <a:gd name="T118" fmla="*/ 9 w 36"/>
                                <a:gd name="T119" fmla="*/ 13 h 2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6" h="22">
                                  <a:moveTo>
                                    <a:pt x="8" y="7"/>
                                  </a:move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8" y="6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lose/>
                                  <a:moveTo>
                                    <a:pt x="10" y="7"/>
                                  </a:move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1" y="7"/>
                                    <a:pt x="11" y="7"/>
                                    <a:pt x="11" y="7"/>
                                  </a:cubicBezTo>
                                  <a:cubicBezTo>
                                    <a:pt x="11" y="7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7"/>
                                  </a:cubicBezTo>
                                  <a:close/>
                                  <a:moveTo>
                                    <a:pt x="14" y="10"/>
                                  </a:move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10"/>
                                  </a:cubicBezTo>
                                  <a:cubicBezTo>
                                    <a:pt x="12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6" y="11"/>
                                    <a:pt x="16" y="11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0"/>
                                    <a:pt x="14" y="10"/>
                                  </a:cubicBezTo>
                                  <a:close/>
                                  <a:moveTo>
                                    <a:pt x="14" y="8"/>
                                  </a:move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lose/>
                                  <a:moveTo>
                                    <a:pt x="13" y="15"/>
                                  </a:move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4"/>
                                  </a:cubicBezTo>
                                  <a:cubicBezTo>
                                    <a:pt x="13" y="14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lose/>
                                  <a:moveTo>
                                    <a:pt x="14" y="15"/>
                                  </a:move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lose/>
                                  <a:moveTo>
                                    <a:pt x="23" y="15"/>
                                  </a:move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lose/>
                                  <a:moveTo>
                                    <a:pt x="24" y="15"/>
                                  </a:move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lose/>
                                  <a:moveTo>
                                    <a:pt x="27" y="19"/>
                                  </a:move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lose/>
                                  <a:moveTo>
                                    <a:pt x="29" y="19"/>
                                  </a:move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8" y="20"/>
                                  </a:cubicBezTo>
                                  <a:cubicBezTo>
                                    <a:pt x="29" y="20"/>
                                    <a:pt x="29" y="20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lose/>
                                  <a:moveTo>
                                    <a:pt x="28" y="20"/>
                                  </a:moveTo>
                                  <a:cubicBezTo>
                                    <a:pt x="28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2"/>
                                    <a:pt x="30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0"/>
                                    <a:pt x="30" y="20"/>
                                  </a:cubicBezTo>
                                  <a:cubicBezTo>
                                    <a:pt x="30" y="20"/>
                                    <a:pt x="30" y="20"/>
                                    <a:pt x="30" y="20"/>
                                  </a:cubicBezTo>
                                  <a:cubicBezTo>
                                    <a:pt x="30" y="20"/>
                                    <a:pt x="30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9" y="20"/>
                                  </a:cubicBezTo>
                                  <a:cubicBezTo>
                                    <a:pt x="29" y="20"/>
                                    <a:pt x="28" y="20"/>
                                    <a:pt x="28" y="20"/>
                                  </a:cubicBezTo>
                                  <a:close/>
                                  <a:moveTo>
                                    <a:pt x="35" y="20"/>
                                  </a:move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5" y="21"/>
                                    <a:pt x="35" y="21"/>
                                  </a:cubicBezTo>
                                  <a:cubicBezTo>
                                    <a:pt x="35" y="21"/>
                                    <a:pt x="35" y="21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lose/>
                                  <a:moveTo>
                                    <a:pt x="27" y="5"/>
                                  </a:move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4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5" y="4"/>
                                    <a:pt x="25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6" y="5"/>
                                    <a:pt x="26" y="6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lose/>
                                  <a:moveTo>
                                    <a:pt x="23" y="4"/>
                                  </a:move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lose/>
                                  <a:moveTo>
                                    <a:pt x="24" y="4"/>
                                  </a:move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3"/>
                                    <a:pt x="24" y="3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4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lose/>
                                  <a:moveTo>
                                    <a:pt x="13" y="0"/>
                                  </a:move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lose/>
                                  <a:moveTo>
                                    <a:pt x="14" y="0"/>
                                  </a:move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1"/>
                                    <a:pt x="14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lose/>
                                  <a:moveTo>
                                    <a:pt x="13" y="12"/>
                                  </a:moveTo>
                                  <a:cubicBezTo>
                                    <a:pt x="12" y="13"/>
                                    <a:pt x="12" y="13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2"/>
                                  </a:cubicBezTo>
                                  <a:cubicBezTo>
                                    <a:pt x="8" y="12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3" y="10"/>
                                    <a:pt x="3" y="10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9" y="16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0" y="14"/>
                                    <a:pt x="10" y="14"/>
                                  </a:cubicBezTo>
                                  <a:cubicBezTo>
                                    <a:pt x="10" y="14"/>
                                    <a:pt x="9" y="14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10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2"/>
                                    <a:pt x="12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227" name="Group 226">
                              <a:extLst>
                                <a:ext uri="{FF2B5EF4-FFF2-40B4-BE49-F238E27FC236}">
                                  <a16:creationId xmlns:a16="http://schemas.microsoft.com/office/drawing/2014/main" id="{F0C10F28-FF5B-56A3-399C-53DCDCE368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347200" y="4954588"/>
                              <a:ext cx="365125" cy="236538"/>
                              <a:chOff x="9347200" y="4954588"/>
                              <a:chExt cx="365125" cy="236538"/>
                            </a:xfrm>
                            <a:grpFill/>
                          </p:grpSpPr>
                          <p:sp>
                            <p:nvSpPr>
                              <p:cNvPr id="369" name="Freeform 697">
                                <a:extLst>
                                  <a:ext uri="{FF2B5EF4-FFF2-40B4-BE49-F238E27FC236}">
                                    <a16:creationId xmlns:a16="http://schemas.microsoft.com/office/drawing/2014/main" id="{2CBB6B87-C204-F66F-1A73-170D012EFC0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25000" y="5162550"/>
                                <a:ext cx="4762" cy="4763"/>
                              </a:xfrm>
                              <a:custGeom>
                                <a:avLst/>
                                <a:gdLst>
                                  <a:gd name="T0" fmla="*/ 1 w 1"/>
                                  <a:gd name="T1" fmla="*/ 1 h 1"/>
                                  <a:gd name="T2" fmla="*/ 1 w 1"/>
                                  <a:gd name="T3" fmla="*/ 1 h 1"/>
                                  <a:gd name="T4" fmla="*/ 1 w 1"/>
                                  <a:gd name="T5" fmla="*/ 0 h 1"/>
                                  <a:gd name="T6" fmla="*/ 1 w 1"/>
                                  <a:gd name="T7" fmla="*/ 0 h 1"/>
                                  <a:gd name="T8" fmla="*/ 1 w 1"/>
                                  <a:gd name="T9" fmla="*/ 0 h 1"/>
                                  <a:gd name="T10" fmla="*/ 1 w 1"/>
                                  <a:gd name="T11" fmla="*/ 0 h 1"/>
                                  <a:gd name="T12" fmla="*/ 1 w 1"/>
                                  <a:gd name="T13" fmla="*/ 0 h 1"/>
                                  <a:gd name="T14" fmla="*/ 1 w 1"/>
                                  <a:gd name="T15" fmla="*/ 0 h 1"/>
                                  <a:gd name="T16" fmla="*/ 0 w 1"/>
                                  <a:gd name="T17" fmla="*/ 0 h 1"/>
                                  <a:gd name="T18" fmla="*/ 0 w 1"/>
                                  <a:gd name="T19" fmla="*/ 0 h 1"/>
                                  <a:gd name="T20" fmla="*/ 0 w 1"/>
                                  <a:gd name="T21" fmla="*/ 0 h 1"/>
                                  <a:gd name="T22" fmla="*/ 0 w 1"/>
                                  <a:gd name="T23" fmla="*/ 0 h 1"/>
                                  <a:gd name="T24" fmla="*/ 0 w 1"/>
                                  <a:gd name="T25" fmla="*/ 1 h 1"/>
                                  <a:gd name="T26" fmla="*/ 0 w 1"/>
                                  <a:gd name="T27" fmla="*/ 1 h 1"/>
                                  <a:gd name="T28" fmla="*/ 0 w 1"/>
                                  <a:gd name="T29" fmla="*/ 1 h 1"/>
                                  <a:gd name="T30" fmla="*/ 0 w 1"/>
                                  <a:gd name="T31" fmla="*/ 1 h 1"/>
                                  <a:gd name="T32" fmla="*/ 0 w 1"/>
                                  <a:gd name="T33" fmla="*/ 1 h 1"/>
                                  <a:gd name="T34" fmla="*/ 0 w 1"/>
                                  <a:gd name="T35" fmla="*/ 1 h 1"/>
                                  <a:gd name="T36" fmla="*/ 0 w 1"/>
                                  <a:gd name="T37" fmla="*/ 1 h 1"/>
                                  <a:gd name="T38" fmla="*/ 1 w 1"/>
                                  <a:gd name="T39" fmla="*/ 1 h 1"/>
                                  <a:gd name="T40" fmla="*/ 1 w 1"/>
                                  <a:gd name="T41" fmla="*/ 1 h 1"/>
                                  <a:gd name="T42" fmla="*/ 1 w 1"/>
                                  <a:gd name="T43" fmla="*/ 1 h 1"/>
                                  <a:gd name="T44" fmla="*/ 1 w 1"/>
                                  <a:gd name="T45" fmla="*/ 1 h 1"/>
                                  <a:gd name="T46" fmla="*/ 1 w 1"/>
                                  <a:gd name="T47" fmla="*/ 1 h 1"/>
                                  <a:gd name="T48" fmla="*/ 1 w 1"/>
                                  <a:gd name="T49" fmla="*/ 1 h 1"/>
                                  <a:gd name="T50" fmla="*/ 1 w 1"/>
                                  <a:gd name="T51" fmla="*/ 1 h 1"/>
                                  <a:gd name="T52" fmla="*/ 1 w 1"/>
                                  <a:gd name="T53" fmla="*/ 1 h 1"/>
                                  <a:gd name="T54" fmla="*/ 1 w 1"/>
                                  <a:gd name="T55" fmla="*/ 1 h 1"/>
                                  <a:gd name="T56" fmla="*/ 1 w 1"/>
                                  <a:gd name="T57" fmla="*/ 1 h 1"/>
                                  <a:gd name="T58" fmla="*/ 1 w 1"/>
                                  <a:gd name="T59" fmla="*/ 1 h 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</a:cxnLst>
                                <a:rect l="0" t="0" r="r" b="b"/>
                                <a:pathLst>
                                  <a:path w="1" h="1">
                                    <a:moveTo>
                                      <a:pt x="1" y="1"/>
                                    </a:move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0" name="Freeform 698">
                                <a:extLst>
                                  <a:ext uri="{FF2B5EF4-FFF2-40B4-BE49-F238E27FC236}">
                                    <a16:creationId xmlns:a16="http://schemas.microsoft.com/office/drawing/2014/main" id="{EABF3047-223B-9D38-0E15-47125396F498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50375" y="4970463"/>
                                <a:ext cx="63500" cy="79375"/>
                              </a:xfrm>
                              <a:custGeom>
                                <a:avLst/>
                                <a:gdLst>
                                  <a:gd name="T0" fmla="*/ 9 w 15"/>
                                  <a:gd name="T1" fmla="*/ 19 h 19"/>
                                  <a:gd name="T2" fmla="*/ 9 w 15"/>
                                  <a:gd name="T3" fmla="*/ 18 h 19"/>
                                  <a:gd name="T4" fmla="*/ 9 w 15"/>
                                  <a:gd name="T5" fmla="*/ 17 h 19"/>
                                  <a:gd name="T6" fmla="*/ 9 w 15"/>
                                  <a:gd name="T7" fmla="*/ 17 h 19"/>
                                  <a:gd name="T8" fmla="*/ 9 w 15"/>
                                  <a:gd name="T9" fmla="*/ 14 h 19"/>
                                  <a:gd name="T10" fmla="*/ 3 w 15"/>
                                  <a:gd name="T11" fmla="*/ 11 h 19"/>
                                  <a:gd name="T12" fmla="*/ 6 w 15"/>
                                  <a:gd name="T13" fmla="*/ 9 h 19"/>
                                  <a:gd name="T14" fmla="*/ 6 w 15"/>
                                  <a:gd name="T15" fmla="*/ 9 h 19"/>
                                  <a:gd name="T16" fmla="*/ 6 w 15"/>
                                  <a:gd name="T17" fmla="*/ 10 h 19"/>
                                  <a:gd name="T18" fmla="*/ 6 w 15"/>
                                  <a:gd name="T19" fmla="*/ 10 h 19"/>
                                  <a:gd name="T20" fmla="*/ 6 w 15"/>
                                  <a:gd name="T21" fmla="*/ 10 h 19"/>
                                  <a:gd name="T22" fmla="*/ 11 w 15"/>
                                  <a:gd name="T23" fmla="*/ 10 h 19"/>
                                  <a:gd name="T24" fmla="*/ 12 w 15"/>
                                  <a:gd name="T25" fmla="*/ 9 h 19"/>
                                  <a:gd name="T26" fmla="*/ 12 w 15"/>
                                  <a:gd name="T27" fmla="*/ 7 h 19"/>
                                  <a:gd name="T28" fmla="*/ 12 w 15"/>
                                  <a:gd name="T29" fmla="*/ 6 h 19"/>
                                  <a:gd name="T30" fmla="*/ 12 w 15"/>
                                  <a:gd name="T31" fmla="*/ 6 h 19"/>
                                  <a:gd name="T32" fmla="*/ 13 w 15"/>
                                  <a:gd name="T33" fmla="*/ 6 h 19"/>
                                  <a:gd name="T34" fmla="*/ 14 w 15"/>
                                  <a:gd name="T35" fmla="*/ 6 h 19"/>
                                  <a:gd name="T36" fmla="*/ 15 w 15"/>
                                  <a:gd name="T37" fmla="*/ 6 h 19"/>
                                  <a:gd name="T38" fmla="*/ 15 w 15"/>
                                  <a:gd name="T39" fmla="*/ 5 h 19"/>
                                  <a:gd name="T40" fmla="*/ 14 w 15"/>
                                  <a:gd name="T41" fmla="*/ 5 h 19"/>
                                  <a:gd name="T42" fmla="*/ 14 w 15"/>
                                  <a:gd name="T43" fmla="*/ 5 h 19"/>
                                  <a:gd name="T44" fmla="*/ 13 w 15"/>
                                  <a:gd name="T45" fmla="*/ 5 h 19"/>
                                  <a:gd name="T46" fmla="*/ 11 w 15"/>
                                  <a:gd name="T47" fmla="*/ 4 h 19"/>
                                  <a:gd name="T48" fmla="*/ 11 w 15"/>
                                  <a:gd name="T49" fmla="*/ 4 h 19"/>
                                  <a:gd name="T50" fmla="*/ 10 w 15"/>
                                  <a:gd name="T51" fmla="*/ 4 h 19"/>
                                  <a:gd name="T52" fmla="*/ 9 w 15"/>
                                  <a:gd name="T53" fmla="*/ 4 h 19"/>
                                  <a:gd name="T54" fmla="*/ 9 w 15"/>
                                  <a:gd name="T55" fmla="*/ 3 h 19"/>
                                  <a:gd name="T56" fmla="*/ 8 w 15"/>
                                  <a:gd name="T57" fmla="*/ 3 h 19"/>
                                  <a:gd name="T58" fmla="*/ 8 w 15"/>
                                  <a:gd name="T59" fmla="*/ 3 h 19"/>
                                  <a:gd name="T60" fmla="*/ 7 w 15"/>
                                  <a:gd name="T61" fmla="*/ 2 h 19"/>
                                  <a:gd name="T62" fmla="*/ 7 w 15"/>
                                  <a:gd name="T63" fmla="*/ 2 h 19"/>
                                  <a:gd name="T64" fmla="*/ 7 w 15"/>
                                  <a:gd name="T65" fmla="*/ 2 h 19"/>
                                  <a:gd name="T66" fmla="*/ 6 w 15"/>
                                  <a:gd name="T67" fmla="*/ 2 h 19"/>
                                  <a:gd name="T68" fmla="*/ 6 w 15"/>
                                  <a:gd name="T69" fmla="*/ 2 h 19"/>
                                  <a:gd name="T70" fmla="*/ 4 w 15"/>
                                  <a:gd name="T71" fmla="*/ 1 h 19"/>
                                  <a:gd name="T72" fmla="*/ 3 w 15"/>
                                  <a:gd name="T73" fmla="*/ 1 h 19"/>
                                  <a:gd name="T74" fmla="*/ 3 w 15"/>
                                  <a:gd name="T75" fmla="*/ 1 h 19"/>
                                  <a:gd name="T76" fmla="*/ 2 w 15"/>
                                  <a:gd name="T77" fmla="*/ 0 h 19"/>
                                  <a:gd name="T78" fmla="*/ 2 w 15"/>
                                  <a:gd name="T79" fmla="*/ 0 h 19"/>
                                  <a:gd name="T80" fmla="*/ 1 w 15"/>
                                  <a:gd name="T81" fmla="*/ 0 h 19"/>
                                  <a:gd name="T82" fmla="*/ 1 w 15"/>
                                  <a:gd name="T83" fmla="*/ 0 h 19"/>
                                  <a:gd name="T84" fmla="*/ 0 w 15"/>
                                  <a:gd name="T85" fmla="*/ 17 h 19"/>
                                  <a:gd name="T86" fmla="*/ 9 w 15"/>
                                  <a:gd name="T87" fmla="*/ 19 h 1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</a:cxnLst>
                                <a:rect l="0" t="0" r="r" b="b"/>
                                <a:pathLst>
                                  <a:path w="15" h="19">
                                    <a:moveTo>
                                      <a:pt x="9" y="19"/>
                                    </a:move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cubicBezTo>
                                      <a:pt x="9" y="18"/>
                                      <a:pt x="10" y="18"/>
                                      <a:pt x="10" y="18"/>
                                    </a:cubicBezTo>
                                    <a:cubicBezTo>
                                      <a:pt x="10" y="18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4"/>
                                      <a:pt x="12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lnTo>
                                      <a:pt x="9" y="19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1" name="Freeform 699">
                                <a:extLst>
                                  <a:ext uri="{FF2B5EF4-FFF2-40B4-BE49-F238E27FC236}">
                                    <a16:creationId xmlns:a16="http://schemas.microsoft.com/office/drawing/2014/main" id="{E48EFD3B-84E5-733F-8E89-84D0D3FC549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47200" y="5041900"/>
                                <a:ext cx="87312" cy="120650"/>
                              </a:xfrm>
                              <a:custGeom>
                                <a:avLst/>
                                <a:gdLst>
                                  <a:gd name="T0" fmla="*/ 17 w 21"/>
                                  <a:gd name="T1" fmla="*/ 22 h 29"/>
                                  <a:gd name="T2" fmla="*/ 17 w 21"/>
                                  <a:gd name="T3" fmla="*/ 23 h 29"/>
                                  <a:gd name="T4" fmla="*/ 17 w 21"/>
                                  <a:gd name="T5" fmla="*/ 23 h 29"/>
                                  <a:gd name="T6" fmla="*/ 19 w 21"/>
                                  <a:gd name="T7" fmla="*/ 23 h 29"/>
                                  <a:gd name="T8" fmla="*/ 19 w 21"/>
                                  <a:gd name="T9" fmla="*/ 22 h 29"/>
                                  <a:gd name="T10" fmla="*/ 17 w 21"/>
                                  <a:gd name="T11" fmla="*/ 23 h 29"/>
                                  <a:gd name="T12" fmla="*/ 19 w 21"/>
                                  <a:gd name="T13" fmla="*/ 24 h 29"/>
                                  <a:gd name="T14" fmla="*/ 16 w 21"/>
                                  <a:gd name="T15" fmla="*/ 23 h 29"/>
                                  <a:gd name="T16" fmla="*/ 17 w 21"/>
                                  <a:gd name="T17" fmla="*/ 27 h 29"/>
                                  <a:gd name="T18" fmla="*/ 16 w 21"/>
                                  <a:gd name="T19" fmla="*/ 27 h 29"/>
                                  <a:gd name="T20" fmla="*/ 17 w 21"/>
                                  <a:gd name="T21" fmla="*/ 27 h 29"/>
                                  <a:gd name="T22" fmla="*/ 17 w 21"/>
                                  <a:gd name="T23" fmla="*/ 28 h 29"/>
                                  <a:gd name="T24" fmla="*/ 18 w 21"/>
                                  <a:gd name="T25" fmla="*/ 25 h 29"/>
                                  <a:gd name="T26" fmla="*/ 19 w 21"/>
                                  <a:gd name="T27" fmla="*/ 24 h 29"/>
                                  <a:gd name="T28" fmla="*/ 17 w 21"/>
                                  <a:gd name="T29" fmla="*/ 23 h 29"/>
                                  <a:gd name="T30" fmla="*/ 19 w 21"/>
                                  <a:gd name="T31" fmla="*/ 25 h 29"/>
                                  <a:gd name="T32" fmla="*/ 17 w 21"/>
                                  <a:gd name="T33" fmla="*/ 24 h 29"/>
                                  <a:gd name="T34" fmla="*/ 17 w 21"/>
                                  <a:gd name="T35" fmla="*/ 24 h 29"/>
                                  <a:gd name="T36" fmla="*/ 20 w 21"/>
                                  <a:gd name="T37" fmla="*/ 20 h 29"/>
                                  <a:gd name="T38" fmla="*/ 19 w 21"/>
                                  <a:gd name="T39" fmla="*/ 20 h 29"/>
                                  <a:gd name="T40" fmla="*/ 20 w 21"/>
                                  <a:gd name="T41" fmla="*/ 21 h 29"/>
                                  <a:gd name="T42" fmla="*/ 11 w 21"/>
                                  <a:gd name="T43" fmla="*/ 4 h 29"/>
                                  <a:gd name="T44" fmla="*/ 1 w 21"/>
                                  <a:gd name="T45" fmla="*/ 9 h 29"/>
                                  <a:gd name="T46" fmla="*/ 1 w 21"/>
                                  <a:gd name="T47" fmla="*/ 9 h 29"/>
                                  <a:gd name="T48" fmla="*/ 1 w 21"/>
                                  <a:gd name="T49" fmla="*/ 9 h 29"/>
                                  <a:gd name="T50" fmla="*/ 1 w 21"/>
                                  <a:gd name="T51" fmla="*/ 9 h 29"/>
                                  <a:gd name="T52" fmla="*/ 1 w 21"/>
                                  <a:gd name="T53" fmla="*/ 10 h 29"/>
                                  <a:gd name="T54" fmla="*/ 0 w 21"/>
                                  <a:gd name="T55" fmla="*/ 10 h 29"/>
                                  <a:gd name="T56" fmla="*/ 1 w 21"/>
                                  <a:gd name="T57" fmla="*/ 11 h 29"/>
                                  <a:gd name="T58" fmla="*/ 1 w 21"/>
                                  <a:gd name="T59" fmla="*/ 11 h 29"/>
                                  <a:gd name="T60" fmla="*/ 1 w 21"/>
                                  <a:gd name="T61" fmla="*/ 12 h 29"/>
                                  <a:gd name="T62" fmla="*/ 1 w 21"/>
                                  <a:gd name="T63" fmla="*/ 12 h 29"/>
                                  <a:gd name="T64" fmla="*/ 2 w 21"/>
                                  <a:gd name="T65" fmla="*/ 28 h 29"/>
                                  <a:gd name="T66" fmla="*/ 6 w 21"/>
                                  <a:gd name="T67" fmla="*/ 28 h 29"/>
                                  <a:gd name="T68" fmla="*/ 8 w 21"/>
                                  <a:gd name="T69" fmla="*/ 28 h 29"/>
                                  <a:gd name="T70" fmla="*/ 11 w 21"/>
                                  <a:gd name="T71" fmla="*/ 28 h 29"/>
                                  <a:gd name="T72" fmla="*/ 15 w 21"/>
                                  <a:gd name="T73" fmla="*/ 28 h 29"/>
                                  <a:gd name="T74" fmla="*/ 18 w 21"/>
                                  <a:gd name="T75" fmla="*/ 27 h 29"/>
                                  <a:gd name="T76" fmla="*/ 17 w 21"/>
                                  <a:gd name="T77" fmla="*/ 25 h 29"/>
                                  <a:gd name="T78" fmla="*/ 16 w 21"/>
                                  <a:gd name="T79" fmla="*/ 23 h 29"/>
                                  <a:gd name="T80" fmla="*/ 10 w 21"/>
                                  <a:gd name="T81" fmla="*/ 21 h 29"/>
                                  <a:gd name="T82" fmla="*/ 11 w 21"/>
                                  <a:gd name="T83" fmla="*/ 22 h 29"/>
                                  <a:gd name="T84" fmla="*/ 16 w 21"/>
                                  <a:gd name="T85" fmla="*/ 22 h 29"/>
                                  <a:gd name="T86" fmla="*/ 19 w 21"/>
                                  <a:gd name="T87" fmla="*/ 22 h 29"/>
                                  <a:gd name="T88" fmla="*/ 20 w 21"/>
                                  <a:gd name="T89" fmla="*/ 21 h 29"/>
                                  <a:gd name="T90" fmla="*/ 18 w 21"/>
                                  <a:gd name="T91" fmla="*/ 20 h 29"/>
                                  <a:gd name="T92" fmla="*/ 18 w 21"/>
                                  <a:gd name="T93" fmla="*/ 19 h 29"/>
                                  <a:gd name="T94" fmla="*/ 17 w 21"/>
                                  <a:gd name="T95" fmla="*/ 19 h 29"/>
                                  <a:gd name="T96" fmla="*/ 18 w 21"/>
                                  <a:gd name="T97" fmla="*/ 20 h 29"/>
                                  <a:gd name="T98" fmla="*/ 20 w 21"/>
                                  <a:gd name="T99" fmla="*/ 20 h 29"/>
                                  <a:gd name="T100" fmla="*/ 21 w 21"/>
                                  <a:gd name="T101" fmla="*/ 20 h 29"/>
                                  <a:gd name="T102" fmla="*/ 19 w 21"/>
                                  <a:gd name="T103" fmla="*/ 21 h 29"/>
                                  <a:gd name="T104" fmla="*/ 16 w 21"/>
                                  <a:gd name="T105" fmla="*/ 22 h 29"/>
                                  <a:gd name="T106" fmla="*/ 15 w 21"/>
                                  <a:gd name="T107" fmla="*/ 23 h 29"/>
                                  <a:gd name="T108" fmla="*/ 20 w 21"/>
                                  <a:gd name="T109" fmla="*/ 23 h 29"/>
                                  <a:gd name="T110" fmla="*/ 20 w 21"/>
                                  <a:gd name="T111" fmla="*/ 23 h 29"/>
                                  <a:gd name="T112" fmla="*/ 19 w 21"/>
                                  <a:gd name="T113" fmla="*/ 22 h 29"/>
                                  <a:gd name="T114" fmla="*/ 20 w 21"/>
                                  <a:gd name="T115" fmla="*/ 23 h 29"/>
                                  <a:gd name="T116" fmla="*/ 18 w 21"/>
                                  <a:gd name="T117" fmla="*/ 22 h 29"/>
                                  <a:gd name="T118" fmla="*/ 20 w 21"/>
                                  <a:gd name="T119" fmla="*/ 23 h 2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</a:cxnLst>
                                <a:rect l="0" t="0" r="r" b="b"/>
                                <a:pathLst>
                                  <a:path w="21" h="29">
                                    <a:moveTo>
                                      <a:pt x="17" y="22"/>
                                    </a:move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lose/>
                                    <a:moveTo>
                                      <a:pt x="17" y="23"/>
                                    </a:move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lose/>
                                    <a:moveTo>
                                      <a:pt x="18" y="24"/>
                                    </a:move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lose/>
                                    <a:moveTo>
                                      <a:pt x="19" y="23"/>
                                    </a:move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20" y="24"/>
                                      <a:pt x="20" y="24"/>
                                      <a:pt x="20" y="24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19" y="23"/>
                                    </a:cubicBezTo>
                                    <a:close/>
                                    <a:moveTo>
                                      <a:pt x="16" y="23"/>
                                    </a:move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lose/>
                                    <a:moveTo>
                                      <a:pt x="17" y="27"/>
                                    </a:move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lose/>
                                    <a:moveTo>
                                      <a:pt x="17" y="27"/>
                                    </a:move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lose/>
                                    <a:moveTo>
                                      <a:pt x="18" y="25"/>
                                    </a:move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lose/>
                                    <a:moveTo>
                                      <a:pt x="19" y="24"/>
                                    </a:move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8" y="24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8" y="23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5"/>
                                    </a:cubicBezTo>
                                    <a:cubicBezTo>
                                      <a:pt x="20" y="25"/>
                                      <a:pt x="19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20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20" y="25"/>
                                      <a:pt x="20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lose/>
                                    <a:moveTo>
                                      <a:pt x="17" y="24"/>
                                    </a:move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lose/>
                                    <a:moveTo>
                                      <a:pt x="20" y="20"/>
                                    </a:move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0"/>
                                      <a:pt x="20" y="20"/>
                                    </a:cubicBezTo>
                                    <a:close/>
                                    <a:moveTo>
                                      <a:pt x="21" y="20"/>
                                    </a:move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3" y="28"/>
                                      <a:pt x="3" y="28"/>
                                    </a:cubicBezTo>
                                    <a:cubicBezTo>
                                      <a:pt x="3" y="28"/>
                                      <a:pt x="3" y="28"/>
                                      <a:pt x="3" y="28"/>
                                    </a:cubicBezTo>
                                    <a:cubicBezTo>
                                      <a:pt x="4" y="28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8"/>
                                      <a:pt x="5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0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0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4" y="29"/>
                                    </a:cubicBezTo>
                                    <a:cubicBezTo>
                                      <a:pt x="14" y="28"/>
                                      <a:pt x="14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4" y="23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2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1"/>
                                    </a:cubicBezTo>
                                    <a:cubicBezTo>
                                      <a:pt x="11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9" y="22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1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lose/>
                                    <a:moveTo>
                                      <a:pt x="19" y="21"/>
                                    </a:move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lose/>
                                    <a:moveTo>
                                      <a:pt x="16" y="22"/>
                                    </a:move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lose/>
                                    <a:moveTo>
                                      <a:pt x="16" y="23"/>
                                    </a:move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lose/>
                                    <a:moveTo>
                                      <a:pt x="20" y="23"/>
                                    </a:move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lose/>
                                    <a:moveTo>
                                      <a:pt x="20" y="23"/>
                                    </a:moveTo>
                                    <a:cubicBezTo>
                                      <a:pt x="20" y="23"/>
                                      <a:pt x="20" y="22"/>
                                      <a:pt x="20" y="22"/>
                                    </a:cubicBezTo>
                                    <a:cubicBezTo>
                                      <a:pt x="20" y="22"/>
                                      <a:pt x="20" y="22"/>
                                      <a:pt x="20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lose/>
                                    <a:moveTo>
                                      <a:pt x="18" y="22"/>
                                    </a:move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lose/>
                                    <a:moveTo>
                                      <a:pt x="21" y="23"/>
                                    </a:move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4"/>
                                    </a:cubicBezTo>
                                    <a:cubicBezTo>
                                      <a:pt x="20" y="24"/>
                                      <a:pt x="20" y="24"/>
                                      <a:pt x="20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2" name="Freeform 700">
                                <a:extLst>
                                  <a:ext uri="{FF2B5EF4-FFF2-40B4-BE49-F238E27FC236}">
                                    <a16:creationId xmlns:a16="http://schemas.microsoft.com/office/drawing/2014/main" id="{66A19B4C-1589-07CC-AB33-6E5B92671575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558338" y="5029200"/>
                                <a:ext cx="96837" cy="46038"/>
                              </a:xfrm>
                              <a:custGeom>
                                <a:avLst/>
                                <a:gdLst>
                                  <a:gd name="T0" fmla="*/ 6 w 23"/>
                                  <a:gd name="T1" fmla="*/ 1 h 11"/>
                                  <a:gd name="T2" fmla="*/ 6 w 23"/>
                                  <a:gd name="T3" fmla="*/ 2 h 11"/>
                                  <a:gd name="T4" fmla="*/ 8 w 23"/>
                                  <a:gd name="T5" fmla="*/ 0 h 11"/>
                                  <a:gd name="T6" fmla="*/ 8 w 23"/>
                                  <a:gd name="T7" fmla="*/ 0 h 11"/>
                                  <a:gd name="T8" fmla="*/ 9 w 23"/>
                                  <a:gd name="T9" fmla="*/ 0 h 11"/>
                                  <a:gd name="T10" fmla="*/ 8 w 23"/>
                                  <a:gd name="T11" fmla="*/ 0 h 11"/>
                                  <a:gd name="T12" fmla="*/ 8 w 23"/>
                                  <a:gd name="T13" fmla="*/ 0 h 11"/>
                                  <a:gd name="T14" fmla="*/ 20 w 23"/>
                                  <a:gd name="T15" fmla="*/ 2 h 11"/>
                                  <a:gd name="T16" fmla="*/ 20 w 23"/>
                                  <a:gd name="T17" fmla="*/ 2 h 11"/>
                                  <a:gd name="T18" fmla="*/ 19 w 23"/>
                                  <a:gd name="T19" fmla="*/ 2 h 11"/>
                                  <a:gd name="T20" fmla="*/ 20 w 23"/>
                                  <a:gd name="T21" fmla="*/ 2 h 11"/>
                                  <a:gd name="T22" fmla="*/ 16 w 23"/>
                                  <a:gd name="T23" fmla="*/ 7 h 11"/>
                                  <a:gd name="T24" fmla="*/ 19 w 23"/>
                                  <a:gd name="T25" fmla="*/ 6 h 11"/>
                                  <a:gd name="T26" fmla="*/ 20 w 23"/>
                                  <a:gd name="T27" fmla="*/ 5 h 11"/>
                                  <a:gd name="T28" fmla="*/ 23 w 23"/>
                                  <a:gd name="T29" fmla="*/ 2 h 11"/>
                                  <a:gd name="T30" fmla="*/ 22 w 23"/>
                                  <a:gd name="T31" fmla="*/ 2 h 11"/>
                                  <a:gd name="T32" fmla="*/ 21 w 23"/>
                                  <a:gd name="T33" fmla="*/ 2 h 11"/>
                                  <a:gd name="T34" fmla="*/ 19 w 23"/>
                                  <a:gd name="T35" fmla="*/ 5 h 11"/>
                                  <a:gd name="T36" fmla="*/ 17 w 23"/>
                                  <a:gd name="T37" fmla="*/ 6 h 11"/>
                                  <a:gd name="T38" fmla="*/ 16 w 23"/>
                                  <a:gd name="T39" fmla="*/ 6 h 11"/>
                                  <a:gd name="T40" fmla="*/ 15 w 23"/>
                                  <a:gd name="T41" fmla="*/ 5 h 11"/>
                                  <a:gd name="T42" fmla="*/ 13 w 23"/>
                                  <a:gd name="T43" fmla="*/ 6 h 11"/>
                                  <a:gd name="T44" fmla="*/ 12 w 23"/>
                                  <a:gd name="T45" fmla="*/ 5 h 11"/>
                                  <a:gd name="T46" fmla="*/ 12 w 23"/>
                                  <a:gd name="T47" fmla="*/ 4 h 11"/>
                                  <a:gd name="T48" fmla="*/ 12 w 23"/>
                                  <a:gd name="T49" fmla="*/ 4 h 11"/>
                                  <a:gd name="T50" fmla="*/ 13 w 23"/>
                                  <a:gd name="T51" fmla="*/ 3 h 11"/>
                                  <a:gd name="T52" fmla="*/ 13 w 23"/>
                                  <a:gd name="T53" fmla="*/ 2 h 11"/>
                                  <a:gd name="T54" fmla="*/ 12 w 23"/>
                                  <a:gd name="T55" fmla="*/ 3 h 11"/>
                                  <a:gd name="T56" fmla="*/ 12 w 23"/>
                                  <a:gd name="T57" fmla="*/ 4 h 11"/>
                                  <a:gd name="T58" fmla="*/ 11 w 23"/>
                                  <a:gd name="T59" fmla="*/ 5 h 11"/>
                                  <a:gd name="T60" fmla="*/ 10 w 23"/>
                                  <a:gd name="T61" fmla="*/ 6 h 11"/>
                                  <a:gd name="T62" fmla="*/ 10 w 23"/>
                                  <a:gd name="T63" fmla="*/ 5 h 11"/>
                                  <a:gd name="T64" fmla="*/ 8 w 23"/>
                                  <a:gd name="T65" fmla="*/ 6 h 11"/>
                                  <a:gd name="T66" fmla="*/ 8 w 23"/>
                                  <a:gd name="T67" fmla="*/ 6 h 11"/>
                                  <a:gd name="T68" fmla="*/ 7 w 23"/>
                                  <a:gd name="T69" fmla="*/ 6 h 11"/>
                                  <a:gd name="T70" fmla="*/ 6 w 23"/>
                                  <a:gd name="T71" fmla="*/ 6 h 11"/>
                                  <a:gd name="T72" fmla="*/ 5 w 23"/>
                                  <a:gd name="T73" fmla="*/ 5 h 11"/>
                                  <a:gd name="T74" fmla="*/ 4 w 23"/>
                                  <a:gd name="T75" fmla="*/ 6 h 11"/>
                                  <a:gd name="T76" fmla="*/ 3 w 23"/>
                                  <a:gd name="T77" fmla="*/ 6 h 11"/>
                                  <a:gd name="T78" fmla="*/ 1 w 23"/>
                                  <a:gd name="T79" fmla="*/ 5 h 11"/>
                                  <a:gd name="T80" fmla="*/ 0 w 23"/>
                                  <a:gd name="T81" fmla="*/ 6 h 11"/>
                                  <a:gd name="T82" fmla="*/ 2 w 23"/>
                                  <a:gd name="T83" fmla="*/ 8 h 11"/>
                                  <a:gd name="T84" fmla="*/ 3 w 23"/>
                                  <a:gd name="T85" fmla="*/ 8 h 11"/>
                                  <a:gd name="T86" fmla="*/ 3 w 23"/>
                                  <a:gd name="T87" fmla="*/ 8 h 11"/>
                                  <a:gd name="T88" fmla="*/ 4 w 23"/>
                                  <a:gd name="T89" fmla="*/ 9 h 11"/>
                                  <a:gd name="T90" fmla="*/ 4 w 23"/>
                                  <a:gd name="T91" fmla="*/ 9 h 11"/>
                                  <a:gd name="T92" fmla="*/ 5 w 23"/>
                                  <a:gd name="T93" fmla="*/ 10 h 11"/>
                                  <a:gd name="T94" fmla="*/ 6 w 23"/>
                                  <a:gd name="T95" fmla="*/ 10 h 11"/>
                                  <a:gd name="T96" fmla="*/ 7 w 23"/>
                                  <a:gd name="T97" fmla="*/ 10 h 11"/>
                                  <a:gd name="T98" fmla="*/ 9 w 23"/>
                                  <a:gd name="T99" fmla="*/ 10 h 11"/>
                                  <a:gd name="T100" fmla="*/ 11 w 23"/>
                                  <a:gd name="T101" fmla="*/ 11 h 11"/>
                                  <a:gd name="T102" fmla="*/ 12 w 23"/>
                                  <a:gd name="T103" fmla="*/ 11 h 11"/>
                                  <a:gd name="T104" fmla="*/ 13 w 23"/>
                                  <a:gd name="T105" fmla="*/ 11 h 11"/>
                                  <a:gd name="T106" fmla="*/ 15 w 23"/>
                                  <a:gd name="T107" fmla="*/ 11 h 11"/>
                                  <a:gd name="T108" fmla="*/ 17 w 23"/>
                                  <a:gd name="T109" fmla="*/ 10 h 1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23" h="11">
                                    <a:moveTo>
                                      <a:pt x="6" y="1"/>
                                    </a:move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1"/>
                                      <a:pt x="6" y="1"/>
                                    </a:cubicBezTo>
                                    <a:close/>
                                    <a:moveTo>
                                      <a:pt x="8" y="0"/>
                                    </a:move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lose/>
                                    <a:moveTo>
                                      <a:pt x="20" y="2"/>
                                    </a:move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lose/>
                                    <a:moveTo>
                                      <a:pt x="16" y="8"/>
                                    </a:moveTo>
                                    <a:cubicBezTo>
                                      <a:pt x="16" y="8"/>
                                      <a:pt x="16" y="7"/>
                                      <a:pt x="16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19" y="3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1" y="4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5"/>
                                    </a:cubicBezTo>
                                    <a:cubicBezTo>
                                      <a:pt x="10" y="6"/>
                                      <a:pt x="10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1" y="6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3" name="Freeform 701">
                                <a:extLst>
                                  <a:ext uri="{FF2B5EF4-FFF2-40B4-BE49-F238E27FC236}">
                                    <a16:creationId xmlns:a16="http://schemas.microsoft.com/office/drawing/2014/main" id="{401F55CC-C6AA-EFBB-BE9D-31C6DE12CAE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29750" y="5046663"/>
                                <a:ext cx="25400" cy="33338"/>
                              </a:xfrm>
                              <a:custGeom>
                                <a:avLst/>
                                <a:gdLst>
                                  <a:gd name="T0" fmla="*/ 3 w 6"/>
                                  <a:gd name="T1" fmla="*/ 1 h 8"/>
                                  <a:gd name="T2" fmla="*/ 2 w 6"/>
                                  <a:gd name="T3" fmla="*/ 1 h 8"/>
                                  <a:gd name="T4" fmla="*/ 2 w 6"/>
                                  <a:gd name="T5" fmla="*/ 1 h 8"/>
                                  <a:gd name="T6" fmla="*/ 2 w 6"/>
                                  <a:gd name="T7" fmla="*/ 2 h 8"/>
                                  <a:gd name="T8" fmla="*/ 2 w 6"/>
                                  <a:gd name="T9" fmla="*/ 2 h 8"/>
                                  <a:gd name="T10" fmla="*/ 2 w 6"/>
                                  <a:gd name="T11" fmla="*/ 2 h 8"/>
                                  <a:gd name="T12" fmla="*/ 2 w 6"/>
                                  <a:gd name="T13" fmla="*/ 3 h 8"/>
                                  <a:gd name="T14" fmla="*/ 2 w 6"/>
                                  <a:gd name="T15" fmla="*/ 3 h 8"/>
                                  <a:gd name="T16" fmla="*/ 2 w 6"/>
                                  <a:gd name="T17" fmla="*/ 4 h 8"/>
                                  <a:gd name="T18" fmla="*/ 2 w 6"/>
                                  <a:gd name="T19" fmla="*/ 4 h 8"/>
                                  <a:gd name="T20" fmla="*/ 1 w 6"/>
                                  <a:gd name="T21" fmla="*/ 4 h 8"/>
                                  <a:gd name="T22" fmla="*/ 0 w 6"/>
                                  <a:gd name="T23" fmla="*/ 4 h 8"/>
                                  <a:gd name="T24" fmla="*/ 1 w 6"/>
                                  <a:gd name="T25" fmla="*/ 5 h 8"/>
                                  <a:gd name="T26" fmla="*/ 1 w 6"/>
                                  <a:gd name="T27" fmla="*/ 5 h 8"/>
                                  <a:gd name="T28" fmla="*/ 2 w 6"/>
                                  <a:gd name="T29" fmla="*/ 5 h 8"/>
                                  <a:gd name="T30" fmla="*/ 3 w 6"/>
                                  <a:gd name="T31" fmla="*/ 6 h 8"/>
                                  <a:gd name="T32" fmla="*/ 3 w 6"/>
                                  <a:gd name="T33" fmla="*/ 6 h 8"/>
                                  <a:gd name="T34" fmla="*/ 3 w 6"/>
                                  <a:gd name="T35" fmla="*/ 6 h 8"/>
                                  <a:gd name="T36" fmla="*/ 4 w 6"/>
                                  <a:gd name="T37" fmla="*/ 6 h 8"/>
                                  <a:gd name="T38" fmla="*/ 5 w 6"/>
                                  <a:gd name="T39" fmla="*/ 7 h 8"/>
                                  <a:gd name="T40" fmla="*/ 5 w 6"/>
                                  <a:gd name="T41" fmla="*/ 7 h 8"/>
                                  <a:gd name="T42" fmla="*/ 5 w 6"/>
                                  <a:gd name="T43" fmla="*/ 7 h 8"/>
                                  <a:gd name="T44" fmla="*/ 6 w 6"/>
                                  <a:gd name="T45" fmla="*/ 7 h 8"/>
                                  <a:gd name="T46" fmla="*/ 6 w 6"/>
                                  <a:gd name="T47" fmla="*/ 6 h 8"/>
                                  <a:gd name="T48" fmla="*/ 5 w 6"/>
                                  <a:gd name="T49" fmla="*/ 6 h 8"/>
                                  <a:gd name="T50" fmla="*/ 5 w 6"/>
                                  <a:gd name="T51" fmla="*/ 5 h 8"/>
                                  <a:gd name="T52" fmla="*/ 5 w 6"/>
                                  <a:gd name="T53" fmla="*/ 5 h 8"/>
                                  <a:gd name="T54" fmla="*/ 5 w 6"/>
                                  <a:gd name="T55" fmla="*/ 4 h 8"/>
                                  <a:gd name="T56" fmla="*/ 5 w 6"/>
                                  <a:gd name="T57" fmla="*/ 4 h 8"/>
                                  <a:gd name="T58" fmla="*/ 6 w 6"/>
                                  <a:gd name="T59" fmla="*/ 3 h 8"/>
                                  <a:gd name="T60" fmla="*/ 6 w 6"/>
                                  <a:gd name="T61" fmla="*/ 3 h 8"/>
                                  <a:gd name="T62" fmla="*/ 6 w 6"/>
                                  <a:gd name="T63" fmla="*/ 2 h 8"/>
                                  <a:gd name="T64" fmla="*/ 5 w 6"/>
                                  <a:gd name="T65" fmla="*/ 2 h 8"/>
                                  <a:gd name="T66" fmla="*/ 6 w 6"/>
                                  <a:gd name="T67" fmla="*/ 1 h 8"/>
                                  <a:gd name="T68" fmla="*/ 5 w 6"/>
                                  <a:gd name="T69" fmla="*/ 1 h 8"/>
                                  <a:gd name="T70" fmla="*/ 5 w 6"/>
                                  <a:gd name="T71" fmla="*/ 0 h 8"/>
                                  <a:gd name="T72" fmla="*/ 4 w 6"/>
                                  <a:gd name="T73" fmla="*/ 0 h 8"/>
                                  <a:gd name="T74" fmla="*/ 4 w 6"/>
                                  <a:gd name="T75" fmla="*/ 1 h 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</a:cxnLst>
                                <a:rect l="0" t="0" r="r" b="b"/>
                                <a:pathLst>
                                  <a:path w="6" h="8">
                                    <a:moveTo>
                                      <a:pt x="3" y="1"/>
                                    </a:move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8"/>
                                      <a:pt x="6" y="8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2"/>
                                      <a:pt x="6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lnTo>
                                      <a:pt x="3" y="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4" name="Freeform 702">
                                <a:extLst>
                                  <a:ext uri="{FF2B5EF4-FFF2-40B4-BE49-F238E27FC236}">
                                    <a16:creationId xmlns:a16="http://schemas.microsoft.com/office/drawing/2014/main" id="{3A93B16C-7472-0681-4ACC-B0D0C3BA968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83713" y="5037138"/>
                                <a:ext cx="74612" cy="55563"/>
                              </a:xfrm>
                              <a:custGeom>
                                <a:avLst/>
                                <a:gdLst>
                                  <a:gd name="T0" fmla="*/ 17 w 18"/>
                                  <a:gd name="T1" fmla="*/ 12 h 13"/>
                                  <a:gd name="T2" fmla="*/ 17 w 18"/>
                                  <a:gd name="T3" fmla="*/ 11 h 13"/>
                                  <a:gd name="T4" fmla="*/ 16 w 18"/>
                                  <a:gd name="T5" fmla="*/ 11 h 13"/>
                                  <a:gd name="T6" fmla="*/ 16 w 18"/>
                                  <a:gd name="T7" fmla="*/ 10 h 13"/>
                                  <a:gd name="T8" fmla="*/ 17 w 18"/>
                                  <a:gd name="T9" fmla="*/ 10 h 13"/>
                                  <a:gd name="T10" fmla="*/ 16 w 18"/>
                                  <a:gd name="T11" fmla="*/ 9 h 13"/>
                                  <a:gd name="T12" fmla="*/ 16 w 18"/>
                                  <a:gd name="T13" fmla="*/ 9 h 13"/>
                                  <a:gd name="T14" fmla="*/ 15 w 18"/>
                                  <a:gd name="T15" fmla="*/ 9 h 13"/>
                                  <a:gd name="T16" fmla="*/ 15 w 18"/>
                                  <a:gd name="T17" fmla="*/ 8 h 13"/>
                                  <a:gd name="T18" fmla="*/ 14 w 18"/>
                                  <a:gd name="T19" fmla="*/ 8 h 13"/>
                                  <a:gd name="T20" fmla="*/ 14 w 18"/>
                                  <a:gd name="T21" fmla="*/ 8 h 13"/>
                                  <a:gd name="T22" fmla="*/ 13 w 18"/>
                                  <a:gd name="T23" fmla="*/ 7 h 13"/>
                                  <a:gd name="T24" fmla="*/ 13 w 18"/>
                                  <a:gd name="T25" fmla="*/ 7 h 13"/>
                                  <a:gd name="T26" fmla="*/ 12 w 18"/>
                                  <a:gd name="T27" fmla="*/ 7 h 13"/>
                                  <a:gd name="T28" fmla="*/ 12 w 18"/>
                                  <a:gd name="T29" fmla="*/ 7 h 13"/>
                                  <a:gd name="T30" fmla="*/ 10 w 18"/>
                                  <a:gd name="T31" fmla="*/ 7 h 13"/>
                                  <a:gd name="T32" fmla="*/ 9 w 18"/>
                                  <a:gd name="T33" fmla="*/ 6 h 13"/>
                                  <a:gd name="T34" fmla="*/ 8 w 18"/>
                                  <a:gd name="T35" fmla="*/ 6 h 13"/>
                                  <a:gd name="T36" fmla="*/ 8 w 18"/>
                                  <a:gd name="T37" fmla="*/ 5 h 13"/>
                                  <a:gd name="T38" fmla="*/ 4 w 18"/>
                                  <a:gd name="T39" fmla="*/ 4 h 13"/>
                                  <a:gd name="T40" fmla="*/ 4 w 18"/>
                                  <a:gd name="T41" fmla="*/ 0 h 13"/>
                                  <a:gd name="T42" fmla="*/ 2 w 18"/>
                                  <a:gd name="T43" fmla="*/ 0 h 13"/>
                                  <a:gd name="T44" fmla="*/ 1 w 18"/>
                                  <a:gd name="T45" fmla="*/ 1 h 13"/>
                                  <a:gd name="T46" fmla="*/ 1 w 18"/>
                                  <a:gd name="T47" fmla="*/ 1 h 13"/>
                                  <a:gd name="T48" fmla="*/ 1 w 18"/>
                                  <a:gd name="T49" fmla="*/ 2 h 13"/>
                                  <a:gd name="T50" fmla="*/ 1 w 18"/>
                                  <a:gd name="T51" fmla="*/ 3 h 13"/>
                                  <a:gd name="T52" fmla="*/ 1 w 18"/>
                                  <a:gd name="T53" fmla="*/ 2 h 13"/>
                                  <a:gd name="T54" fmla="*/ 0 w 18"/>
                                  <a:gd name="T55" fmla="*/ 4 h 13"/>
                                  <a:gd name="T56" fmla="*/ 2 w 18"/>
                                  <a:gd name="T57" fmla="*/ 5 h 13"/>
                                  <a:gd name="T58" fmla="*/ 4 w 18"/>
                                  <a:gd name="T59" fmla="*/ 6 h 13"/>
                                  <a:gd name="T60" fmla="*/ 6 w 18"/>
                                  <a:gd name="T61" fmla="*/ 13 h 13"/>
                                  <a:gd name="T62" fmla="*/ 17 w 18"/>
                                  <a:gd name="T63" fmla="*/ 12 h 13"/>
                                  <a:gd name="T64" fmla="*/ 17 w 18"/>
                                  <a:gd name="T65" fmla="*/ 12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</a:cxnLst>
                                <a:rect l="0" t="0" r="r" b="b"/>
                                <a:pathLst>
                                  <a:path w="18" h="13">
                                    <a:moveTo>
                                      <a:pt x="17" y="12"/>
                                    </a:move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lnTo>
                                      <a:pt x="17" y="1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5" name="Freeform 704">
                                <a:extLst>
                                  <a:ext uri="{FF2B5EF4-FFF2-40B4-BE49-F238E27FC236}">
                                    <a16:creationId xmlns:a16="http://schemas.microsoft.com/office/drawing/2014/main" id="{E3AA8A3E-6FCC-7163-E809-715CEC23698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21825" y="5126038"/>
                                <a:ext cx="69850" cy="53975"/>
                              </a:xfrm>
                              <a:custGeom>
                                <a:avLst/>
                                <a:gdLst>
                                  <a:gd name="T0" fmla="*/ 0 w 17"/>
                                  <a:gd name="T1" fmla="*/ 0 h 13"/>
                                  <a:gd name="T2" fmla="*/ 5 w 17"/>
                                  <a:gd name="T3" fmla="*/ 4 h 13"/>
                                  <a:gd name="T4" fmla="*/ 4 w 17"/>
                                  <a:gd name="T5" fmla="*/ 6 h 13"/>
                                  <a:gd name="T6" fmla="*/ 4 w 17"/>
                                  <a:gd name="T7" fmla="*/ 6 h 13"/>
                                  <a:gd name="T8" fmla="*/ 5 w 17"/>
                                  <a:gd name="T9" fmla="*/ 7 h 13"/>
                                  <a:gd name="T10" fmla="*/ 6 w 17"/>
                                  <a:gd name="T11" fmla="*/ 8 h 13"/>
                                  <a:gd name="T12" fmla="*/ 7 w 17"/>
                                  <a:gd name="T13" fmla="*/ 9 h 13"/>
                                  <a:gd name="T14" fmla="*/ 7 w 17"/>
                                  <a:gd name="T15" fmla="*/ 10 h 13"/>
                                  <a:gd name="T16" fmla="*/ 7 w 17"/>
                                  <a:gd name="T17" fmla="*/ 10 h 13"/>
                                  <a:gd name="T18" fmla="*/ 9 w 17"/>
                                  <a:gd name="T19" fmla="*/ 12 h 13"/>
                                  <a:gd name="T20" fmla="*/ 10 w 17"/>
                                  <a:gd name="T21" fmla="*/ 12 h 13"/>
                                  <a:gd name="T22" fmla="*/ 11 w 17"/>
                                  <a:gd name="T23" fmla="*/ 13 h 13"/>
                                  <a:gd name="T24" fmla="*/ 13 w 17"/>
                                  <a:gd name="T25" fmla="*/ 13 h 13"/>
                                  <a:gd name="T26" fmla="*/ 13 w 17"/>
                                  <a:gd name="T27" fmla="*/ 13 h 13"/>
                                  <a:gd name="T28" fmla="*/ 14 w 17"/>
                                  <a:gd name="T29" fmla="*/ 13 h 13"/>
                                  <a:gd name="T30" fmla="*/ 14 w 17"/>
                                  <a:gd name="T31" fmla="*/ 12 h 13"/>
                                  <a:gd name="T32" fmla="*/ 15 w 17"/>
                                  <a:gd name="T33" fmla="*/ 12 h 13"/>
                                  <a:gd name="T34" fmla="*/ 17 w 17"/>
                                  <a:gd name="T35" fmla="*/ 11 h 13"/>
                                  <a:gd name="T36" fmla="*/ 17 w 17"/>
                                  <a:gd name="T37" fmla="*/ 11 h 13"/>
                                  <a:gd name="T38" fmla="*/ 16 w 17"/>
                                  <a:gd name="T39" fmla="*/ 10 h 13"/>
                                  <a:gd name="T40" fmla="*/ 16 w 17"/>
                                  <a:gd name="T41" fmla="*/ 10 h 13"/>
                                  <a:gd name="T42" fmla="*/ 15 w 17"/>
                                  <a:gd name="T43" fmla="*/ 10 h 13"/>
                                  <a:gd name="T44" fmla="*/ 15 w 17"/>
                                  <a:gd name="T45" fmla="*/ 10 h 13"/>
                                  <a:gd name="T46" fmla="*/ 15 w 17"/>
                                  <a:gd name="T47" fmla="*/ 9 h 13"/>
                                  <a:gd name="T48" fmla="*/ 16 w 17"/>
                                  <a:gd name="T49" fmla="*/ 8 h 13"/>
                                  <a:gd name="T50" fmla="*/ 16 w 17"/>
                                  <a:gd name="T51" fmla="*/ 8 h 13"/>
                                  <a:gd name="T52" fmla="*/ 16 w 17"/>
                                  <a:gd name="T53" fmla="*/ 8 h 13"/>
                                  <a:gd name="T54" fmla="*/ 16 w 17"/>
                                  <a:gd name="T55" fmla="*/ 8 h 13"/>
                                  <a:gd name="T56" fmla="*/ 16 w 17"/>
                                  <a:gd name="T57" fmla="*/ 7 h 13"/>
                                  <a:gd name="T58" fmla="*/ 16 w 17"/>
                                  <a:gd name="T59" fmla="*/ 7 h 13"/>
                                  <a:gd name="T60" fmla="*/ 16 w 17"/>
                                  <a:gd name="T61" fmla="*/ 7 h 13"/>
                                  <a:gd name="T62" fmla="*/ 15 w 17"/>
                                  <a:gd name="T63" fmla="*/ 7 h 13"/>
                                  <a:gd name="T64" fmla="*/ 15 w 17"/>
                                  <a:gd name="T65" fmla="*/ 7 h 13"/>
                                  <a:gd name="T66" fmla="*/ 13 w 17"/>
                                  <a:gd name="T67" fmla="*/ 7 h 13"/>
                                  <a:gd name="T68" fmla="*/ 13 w 17"/>
                                  <a:gd name="T69" fmla="*/ 8 h 13"/>
                                  <a:gd name="T70" fmla="*/ 12 w 17"/>
                                  <a:gd name="T71" fmla="*/ 8 h 13"/>
                                  <a:gd name="T72" fmla="*/ 12 w 17"/>
                                  <a:gd name="T73" fmla="*/ 7 h 13"/>
                                  <a:gd name="T74" fmla="*/ 11 w 17"/>
                                  <a:gd name="T75" fmla="*/ 7 h 13"/>
                                  <a:gd name="T76" fmla="*/ 11 w 17"/>
                                  <a:gd name="T77" fmla="*/ 7 h 13"/>
                                  <a:gd name="T78" fmla="*/ 11 w 17"/>
                                  <a:gd name="T79" fmla="*/ 6 h 13"/>
                                  <a:gd name="T80" fmla="*/ 10 w 17"/>
                                  <a:gd name="T81" fmla="*/ 6 h 13"/>
                                  <a:gd name="T82" fmla="*/ 10 w 17"/>
                                  <a:gd name="T83" fmla="*/ 5 h 13"/>
                                  <a:gd name="T84" fmla="*/ 10 w 17"/>
                                  <a:gd name="T85" fmla="*/ 4 h 13"/>
                                  <a:gd name="T86" fmla="*/ 9 w 17"/>
                                  <a:gd name="T87" fmla="*/ 4 h 13"/>
                                  <a:gd name="T88" fmla="*/ 9 w 17"/>
                                  <a:gd name="T89" fmla="*/ 4 h 13"/>
                                  <a:gd name="T90" fmla="*/ 9 w 17"/>
                                  <a:gd name="T91" fmla="*/ 3 h 13"/>
                                  <a:gd name="T92" fmla="*/ 9 w 17"/>
                                  <a:gd name="T93" fmla="*/ 3 h 13"/>
                                  <a:gd name="T94" fmla="*/ 8 w 17"/>
                                  <a:gd name="T95" fmla="*/ 2 h 13"/>
                                  <a:gd name="T96" fmla="*/ 8 w 17"/>
                                  <a:gd name="T97" fmla="*/ 1 h 13"/>
                                  <a:gd name="T98" fmla="*/ 8 w 17"/>
                                  <a:gd name="T99" fmla="*/ 0 h 13"/>
                                  <a:gd name="T100" fmla="*/ 7 w 17"/>
                                  <a:gd name="T101" fmla="*/ 0 h 13"/>
                                  <a:gd name="T102" fmla="*/ 7 w 17"/>
                                  <a:gd name="T103" fmla="*/ 0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</a:cxnLst>
                                <a:rect l="0" t="0" r="r" b="b"/>
                                <a:pathLst>
                                  <a:path w="17" h="13">
                                    <a:moveTo>
                                      <a:pt x="2" y="0"/>
                                    </a:move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8"/>
                                    </a:cubicBezTo>
                                    <a:cubicBezTo>
                                      <a:pt x="13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6" name="Freeform 705">
                                <a:extLst>
                                  <a:ext uri="{FF2B5EF4-FFF2-40B4-BE49-F238E27FC236}">
                                    <a16:creationId xmlns:a16="http://schemas.microsoft.com/office/drawing/2014/main" id="{FD56D8AE-3557-4F62-2F4B-D934F6F06C8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604375" y="4962525"/>
                                <a:ext cx="107950" cy="71438"/>
                              </a:xfrm>
                              <a:custGeom>
                                <a:avLst/>
                                <a:gdLst>
                                  <a:gd name="T0" fmla="*/ 2 w 26"/>
                                  <a:gd name="T1" fmla="*/ 2 h 17"/>
                                  <a:gd name="T2" fmla="*/ 1 w 26"/>
                                  <a:gd name="T3" fmla="*/ 1 h 17"/>
                                  <a:gd name="T4" fmla="*/ 2 w 26"/>
                                  <a:gd name="T5" fmla="*/ 1 h 17"/>
                                  <a:gd name="T6" fmla="*/ 3 w 26"/>
                                  <a:gd name="T7" fmla="*/ 1 h 17"/>
                                  <a:gd name="T8" fmla="*/ 4 w 26"/>
                                  <a:gd name="T9" fmla="*/ 2 h 17"/>
                                  <a:gd name="T10" fmla="*/ 3 w 26"/>
                                  <a:gd name="T11" fmla="*/ 2 h 17"/>
                                  <a:gd name="T12" fmla="*/ 5 w 26"/>
                                  <a:gd name="T13" fmla="*/ 3 h 17"/>
                                  <a:gd name="T14" fmla="*/ 5 w 26"/>
                                  <a:gd name="T15" fmla="*/ 2 h 17"/>
                                  <a:gd name="T16" fmla="*/ 6 w 26"/>
                                  <a:gd name="T17" fmla="*/ 3 h 17"/>
                                  <a:gd name="T18" fmla="*/ 9 w 26"/>
                                  <a:gd name="T19" fmla="*/ 4 h 17"/>
                                  <a:gd name="T20" fmla="*/ 14 w 26"/>
                                  <a:gd name="T21" fmla="*/ 8 h 17"/>
                                  <a:gd name="T22" fmla="*/ 16 w 26"/>
                                  <a:gd name="T23" fmla="*/ 8 h 17"/>
                                  <a:gd name="T24" fmla="*/ 17 w 26"/>
                                  <a:gd name="T25" fmla="*/ 9 h 17"/>
                                  <a:gd name="T26" fmla="*/ 19 w 26"/>
                                  <a:gd name="T27" fmla="*/ 12 h 17"/>
                                  <a:gd name="T28" fmla="*/ 19 w 26"/>
                                  <a:gd name="T29" fmla="*/ 15 h 17"/>
                                  <a:gd name="T30" fmla="*/ 19 w 26"/>
                                  <a:gd name="T31" fmla="*/ 16 h 17"/>
                                  <a:gd name="T32" fmla="*/ 21 w 26"/>
                                  <a:gd name="T33" fmla="*/ 17 h 17"/>
                                  <a:gd name="T34" fmla="*/ 22 w 26"/>
                                  <a:gd name="T35" fmla="*/ 16 h 17"/>
                                  <a:gd name="T36" fmla="*/ 21 w 26"/>
                                  <a:gd name="T37" fmla="*/ 15 h 17"/>
                                  <a:gd name="T38" fmla="*/ 22 w 26"/>
                                  <a:gd name="T39" fmla="*/ 13 h 17"/>
                                  <a:gd name="T40" fmla="*/ 21 w 26"/>
                                  <a:gd name="T41" fmla="*/ 12 h 17"/>
                                  <a:gd name="T42" fmla="*/ 19 w 26"/>
                                  <a:gd name="T43" fmla="*/ 11 h 17"/>
                                  <a:gd name="T44" fmla="*/ 18 w 26"/>
                                  <a:gd name="T45" fmla="*/ 9 h 17"/>
                                  <a:gd name="T46" fmla="*/ 16 w 26"/>
                                  <a:gd name="T47" fmla="*/ 8 h 17"/>
                                  <a:gd name="T48" fmla="*/ 14 w 26"/>
                                  <a:gd name="T49" fmla="*/ 6 h 17"/>
                                  <a:gd name="T50" fmla="*/ 12 w 26"/>
                                  <a:gd name="T51" fmla="*/ 5 h 17"/>
                                  <a:gd name="T52" fmla="*/ 10 w 26"/>
                                  <a:gd name="T53" fmla="*/ 4 h 17"/>
                                  <a:gd name="T54" fmla="*/ 8 w 26"/>
                                  <a:gd name="T55" fmla="*/ 3 h 17"/>
                                  <a:gd name="T56" fmla="*/ 6 w 26"/>
                                  <a:gd name="T57" fmla="*/ 2 h 17"/>
                                  <a:gd name="T58" fmla="*/ 6 w 26"/>
                                  <a:gd name="T59" fmla="*/ 3 h 17"/>
                                  <a:gd name="T60" fmla="*/ 5 w 26"/>
                                  <a:gd name="T61" fmla="*/ 3 h 17"/>
                                  <a:gd name="T62" fmla="*/ 7 w 26"/>
                                  <a:gd name="T63" fmla="*/ 4 h 17"/>
                                  <a:gd name="T64" fmla="*/ 6 w 26"/>
                                  <a:gd name="T65" fmla="*/ 4 h 17"/>
                                  <a:gd name="T66" fmla="*/ 6 w 26"/>
                                  <a:gd name="T67" fmla="*/ 5 h 17"/>
                                  <a:gd name="T68" fmla="*/ 6 w 26"/>
                                  <a:gd name="T69" fmla="*/ 4 h 17"/>
                                  <a:gd name="T70" fmla="*/ 7 w 26"/>
                                  <a:gd name="T71" fmla="*/ 4 h 17"/>
                                  <a:gd name="T72" fmla="*/ 14 w 26"/>
                                  <a:gd name="T73" fmla="*/ 3 h 17"/>
                                  <a:gd name="T74" fmla="*/ 14 w 26"/>
                                  <a:gd name="T75" fmla="*/ 3 h 17"/>
                                  <a:gd name="T76" fmla="*/ 14 w 26"/>
                                  <a:gd name="T77" fmla="*/ 4 h 17"/>
                                  <a:gd name="T78" fmla="*/ 14 w 26"/>
                                  <a:gd name="T79" fmla="*/ 3 h 17"/>
                                  <a:gd name="T80" fmla="*/ 14 w 26"/>
                                  <a:gd name="T81" fmla="*/ 4 h 17"/>
                                  <a:gd name="T82" fmla="*/ 14 w 26"/>
                                  <a:gd name="T83" fmla="*/ 4 h 17"/>
                                  <a:gd name="T84" fmla="*/ 15 w 26"/>
                                  <a:gd name="T85" fmla="*/ 5 h 17"/>
                                  <a:gd name="T86" fmla="*/ 14 w 26"/>
                                  <a:gd name="T87" fmla="*/ 2 h 17"/>
                                  <a:gd name="T88" fmla="*/ 14 w 26"/>
                                  <a:gd name="T89" fmla="*/ 2 h 17"/>
                                  <a:gd name="T90" fmla="*/ 15 w 26"/>
                                  <a:gd name="T91" fmla="*/ 2 h 17"/>
                                  <a:gd name="T92" fmla="*/ 18 w 26"/>
                                  <a:gd name="T93" fmla="*/ 5 h 17"/>
                                  <a:gd name="T94" fmla="*/ 19 w 26"/>
                                  <a:gd name="T95" fmla="*/ 6 h 17"/>
                                  <a:gd name="T96" fmla="*/ 19 w 26"/>
                                  <a:gd name="T97" fmla="*/ 5 h 17"/>
                                  <a:gd name="T98" fmla="*/ 22 w 26"/>
                                  <a:gd name="T99" fmla="*/ 8 h 17"/>
                                  <a:gd name="T100" fmla="*/ 23 w 26"/>
                                  <a:gd name="T101" fmla="*/ 8 h 17"/>
                                  <a:gd name="T102" fmla="*/ 23 w 26"/>
                                  <a:gd name="T103" fmla="*/ 7 h 17"/>
                                  <a:gd name="T104" fmla="*/ 23 w 26"/>
                                  <a:gd name="T105" fmla="*/ 7 h 17"/>
                                  <a:gd name="T106" fmla="*/ 26 w 26"/>
                                  <a:gd name="T107" fmla="*/ 12 h 17"/>
                                  <a:gd name="T108" fmla="*/ 25 w 26"/>
                                  <a:gd name="T109" fmla="*/ 12 h 17"/>
                                  <a:gd name="T110" fmla="*/ 26 w 26"/>
                                  <a:gd name="T111" fmla="*/ 12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</a:cxnLst>
                                <a:rect l="0" t="0" r="r" b="b"/>
                                <a:pathLst>
                                  <a:path w="26" h="17">
                                    <a:moveTo>
                                      <a:pt x="3" y="2"/>
                                    </a:moveTo>
                                    <a:cubicBezTo>
                                      <a:pt x="3" y="3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0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5" y="2"/>
                                    </a:move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lose/>
                                    <a:moveTo>
                                      <a:pt x="5" y="2"/>
                                    </a:move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lose/>
                                    <a:moveTo>
                                      <a:pt x="6" y="3"/>
                                    </a:move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5"/>
                                      <a:pt x="10" y="5"/>
                                      <a:pt x="10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4" y="7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8" y="10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2"/>
                                      <a:pt x="19" y="12"/>
                                      <a:pt x="19" y="12"/>
                                    </a:cubicBezTo>
                                    <a:cubicBezTo>
                                      <a:pt x="19" y="12"/>
                                      <a:pt x="19" y="12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20" y="16"/>
                                    </a:cubicBezTo>
                                    <a:cubicBezTo>
                                      <a:pt x="20" y="16"/>
                                      <a:pt x="20" y="16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1" y="13"/>
                                      <a:pt x="22" y="13"/>
                                      <a:pt x="21" y="13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19" y="11"/>
                                      <a:pt x="19" y="11"/>
                                      <a:pt x="19" y="11"/>
                                    </a:cubicBezTo>
                                    <a:cubicBezTo>
                                      <a:pt x="19" y="11"/>
                                      <a:pt x="19" y="10"/>
                                      <a:pt x="19" y="10"/>
                                    </a:cubicBezTo>
                                    <a:cubicBezTo>
                                      <a:pt x="19" y="10"/>
                                      <a:pt x="19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5"/>
                                    </a:cubicBezTo>
                                    <a:cubicBezTo>
                                      <a:pt x="13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lose/>
                                    <a:moveTo>
                                      <a:pt x="8" y="4"/>
                                    </a:move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lose/>
                                    <a:moveTo>
                                      <a:pt x="14" y="3"/>
                                    </a:move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lose/>
                                    <a:moveTo>
                                      <a:pt x="15" y="4"/>
                                    </a:move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5" y="4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18" y="5"/>
                                    </a:move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8" y="5"/>
                                      <a:pt x="18" y="5"/>
                                    </a:cubicBezTo>
                                    <a:close/>
                                    <a:moveTo>
                                      <a:pt x="23" y="8"/>
                                    </a:move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lose/>
                                    <a:moveTo>
                                      <a:pt x="23" y="7"/>
                                    </a:move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4" y="7"/>
                                      <a:pt x="24" y="7"/>
                                    </a:cubicBezTo>
                                    <a:cubicBezTo>
                                      <a:pt x="24" y="7"/>
                                      <a:pt x="24" y="7"/>
                                      <a:pt x="24" y="7"/>
                                    </a:cubicBezTo>
                                    <a:cubicBezTo>
                                      <a:pt x="24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lose/>
                                    <a:moveTo>
                                      <a:pt x="25" y="12"/>
                                    </a:move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lose/>
                                    <a:moveTo>
                                      <a:pt x="26" y="12"/>
                                    </a:move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1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7" name="Freeform 706">
                                <a:extLst>
                                  <a:ext uri="{FF2B5EF4-FFF2-40B4-BE49-F238E27FC236}">
                                    <a16:creationId xmlns:a16="http://schemas.microsoft.com/office/drawing/2014/main" id="{C9D56330-3A03-E6A8-38DA-85370E22887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88488" y="5046663"/>
                                <a:ext cx="66675" cy="79375"/>
                              </a:xfrm>
                              <a:custGeom>
                                <a:avLst/>
                                <a:gdLst>
                                  <a:gd name="T0" fmla="*/ 12 w 16"/>
                                  <a:gd name="T1" fmla="*/ 0 h 19"/>
                                  <a:gd name="T2" fmla="*/ 12 w 16"/>
                                  <a:gd name="T3" fmla="*/ 0 h 19"/>
                                  <a:gd name="T4" fmla="*/ 13 w 16"/>
                                  <a:gd name="T5" fmla="*/ 0 h 19"/>
                                  <a:gd name="T6" fmla="*/ 13 w 16"/>
                                  <a:gd name="T7" fmla="*/ 0 h 19"/>
                                  <a:gd name="T8" fmla="*/ 12 w 16"/>
                                  <a:gd name="T9" fmla="*/ 1 h 19"/>
                                  <a:gd name="T10" fmla="*/ 14 w 16"/>
                                  <a:gd name="T11" fmla="*/ 2 h 19"/>
                                  <a:gd name="T12" fmla="*/ 14 w 16"/>
                                  <a:gd name="T13" fmla="*/ 2 h 19"/>
                                  <a:gd name="T14" fmla="*/ 14 w 16"/>
                                  <a:gd name="T15" fmla="*/ 3 h 19"/>
                                  <a:gd name="T16" fmla="*/ 14 w 16"/>
                                  <a:gd name="T17" fmla="*/ 3 h 19"/>
                                  <a:gd name="T18" fmla="*/ 15 w 16"/>
                                  <a:gd name="T19" fmla="*/ 4 h 19"/>
                                  <a:gd name="T20" fmla="*/ 16 w 16"/>
                                  <a:gd name="T21" fmla="*/ 3 h 19"/>
                                  <a:gd name="T22" fmla="*/ 15 w 16"/>
                                  <a:gd name="T23" fmla="*/ 2 h 19"/>
                                  <a:gd name="T24" fmla="*/ 16 w 16"/>
                                  <a:gd name="T25" fmla="*/ 1 h 19"/>
                                  <a:gd name="T26" fmla="*/ 16 w 16"/>
                                  <a:gd name="T27" fmla="*/ 1 h 19"/>
                                  <a:gd name="T28" fmla="*/ 16 w 16"/>
                                  <a:gd name="T29" fmla="*/ 1 h 19"/>
                                  <a:gd name="T30" fmla="*/ 16 w 16"/>
                                  <a:gd name="T31" fmla="*/ 1 h 19"/>
                                  <a:gd name="T32" fmla="*/ 16 w 16"/>
                                  <a:gd name="T33" fmla="*/ 1 h 19"/>
                                  <a:gd name="T34" fmla="*/ 15 w 16"/>
                                  <a:gd name="T35" fmla="*/ 19 h 19"/>
                                  <a:gd name="T36" fmla="*/ 14 w 16"/>
                                  <a:gd name="T37" fmla="*/ 19 h 19"/>
                                  <a:gd name="T38" fmla="*/ 13 w 16"/>
                                  <a:gd name="T39" fmla="*/ 19 h 19"/>
                                  <a:gd name="T40" fmla="*/ 13 w 16"/>
                                  <a:gd name="T41" fmla="*/ 18 h 19"/>
                                  <a:gd name="T42" fmla="*/ 12 w 16"/>
                                  <a:gd name="T43" fmla="*/ 17 h 19"/>
                                  <a:gd name="T44" fmla="*/ 12 w 16"/>
                                  <a:gd name="T45" fmla="*/ 17 h 19"/>
                                  <a:gd name="T46" fmla="*/ 12 w 16"/>
                                  <a:gd name="T47" fmla="*/ 17 h 19"/>
                                  <a:gd name="T48" fmla="*/ 11 w 16"/>
                                  <a:gd name="T49" fmla="*/ 16 h 19"/>
                                  <a:gd name="T50" fmla="*/ 10 w 16"/>
                                  <a:gd name="T51" fmla="*/ 15 h 19"/>
                                  <a:gd name="T52" fmla="*/ 10 w 16"/>
                                  <a:gd name="T53" fmla="*/ 15 h 19"/>
                                  <a:gd name="T54" fmla="*/ 10 w 16"/>
                                  <a:gd name="T55" fmla="*/ 15 h 19"/>
                                  <a:gd name="T56" fmla="*/ 9 w 16"/>
                                  <a:gd name="T57" fmla="*/ 14 h 19"/>
                                  <a:gd name="T58" fmla="*/ 9 w 16"/>
                                  <a:gd name="T59" fmla="*/ 14 h 19"/>
                                  <a:gd name="T60" fmla="*/ 9 w 16"/>
                                  <a:gd name="T61" fmla="*/ 13 h 19"/>
                                  <a:gd name="T62" fmla="*/ 8 w 16"/>
                                  <a:gd name="T63" fmla="*/ 12 h 19"/>
                                  <a:gd name="T64" fmla="*/ 8 w 16"/>
                                  <a:gd name="T65" fmla="*/ 11 h 19"/>
                                  <a:gd name="T66" fmla="*/ 8 w 16"/>
                                  <a:gd name="T67" fmla="*/ 10 h 19"/>
                                  <a:gd name="T68" fmla="*/ 9 w 16"/>
                                  <a:gd name="T69" fmla="*/ 10 h 19"/>
                                  <a:gd name="T70" fmla="*/ 10 w 16"/>
                                  <a:gd name="T71" fmla="*/ 10 h 19"/>
                                  <a:gd name="T72" fmla="*/ 12 w 16"/>
                                  <a:gd name="T73" fmla="*/ 10 h 19"/>
                                  <a:gd name="T74" fmla="*/ 12 w 16"/>
                                  <a:gd name="T75" fmla="*/ 10 h 19"/>
                                  <a:gd name="T76" fmla="*/ 14 w 16"/>
                                  <a:gd name="T77" fmla="*/ 10 h 19"/>
                                  <a:gd name="T78" fmla="*/ 14 w 16"/>
                                  <a:gd name="T79" fmla="*/ 9 h 19"/>
                                  <a:gd name="T80" fmla="*/ 14 w 16"/>
                                  <a:gd name="T81" fmla="*/ 8 h 19"/>
                                  <a:gd name="T82" fmla="*/ 14 w 16"/>
                                  <a:gd name="T83" fmla="*/ 7 h 19"/>
                                  <a:gd name="T84" fmla="*/ 13 w 16"/>
                                  <a:gd name="T85" fmla="*/ 6 h 19"/>
                                  <a:gd name="T86" fmla="*/ 12 w 16"/>
                                  <a:gd name="T87" fmla="*/ 5 h 19"/>
                                  <a:gd name="T88" fmla="*/ 11 w 16"/>
                                  <a:gd name="T89" fmla="*/ 5 h 19"/>
                                  <a:gd name="T90" fmla="*/ 10 w 16"/>
                                  <a:gd name="T91" fmla="*/ 5 h 19"/>
                                  <a:gd name="T92" fmla="*/ 9 w 16"/>
                                  <a:gd name="T93" fmla="*/ 5 h 19"/>
                                  <a:gd name="T94" fmla="*/ 8 w 16"/>
                                  <a:gd name="T95" fmla="*/ 5 h 19"/>
                                  <a:gd name="T96" fmla="*/ 8 w 16"/>
                                  <a:gd name="T97" fmla="*/ 4 h 19"/>
                                  <a:gd name="T98" fmla="*/ 7 w 16"/>
                                  <a:gd name="T99" fmla="*/ 4 h 19"/>
                                  <a:gd name="T100" fmla="*/ 1 w 16"/>
                                  <a:gd name="T101" fmla="*/ 5 h 19"/>
                                  <a:gd name="T102" fmla="*/ 1 w 16"/>
                                  <a:gd name="T103" fmla="*/ 6 h 19"/>
                                  <a:gd name="T104" fmla="*/ 2 w 16"/>
                                  <a:gd name="T105" fmla="*/ 7 h 19"/>
                                  <a:gd name="T106" fmla="*/ 1 w 16"/>
                                  <a:gd name="T107" fmla="*/ 11 h 19"/>
                                  <a:gd name="T108" fmla="*/ 1 w 16"/>
                                  <a:gd name="T109" fmla="*/ 13 h 19"/>
                                  <a:gd name="T110" fmla="*/ 0 w 16"/>
                                  <a:gd name="T111" fmla="*/ 13 h 19"/>
                                  <a:gd name="T112" fmla="*/ 3 w 16"/>
                                  <a:gd name="T113" fmla="*/ 16 h 19"/>
                                  <a:gd name="T114" fmla="*/ 6 w 16"/>
                                  <a:gd name="T115" fmla="*/ 18 h 19"/>
                                  <a:gd name="T116" fmla="*/ 7 w 16"/>
                                  <a:gd name="T117" fmla="*/ 18 h 19"/>
                                  <a:gd name="T118" fmla="*/ 8 w 16"/>
                                  <a:gd name="T119" fmla="*/ 19 h 19"/>
                                  <a:gd name="T120" fmla="*/ 10 w 16"/>
                                  <a:gd name="T121" fmla="*/ 19 h 1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16" h="19">
                                    <a:moveTo>
                                      <a:pt x="12" y="1"/>
                                    </a:move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1"/>
                                      <a:pt x="13" y="0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4" y="2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6" y="4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2"/>
                                      <a:pt x="16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6" y="1"/>
                                    </a:move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lose/>
                                    <a:moveTo>
                                      <a:pt x="15" y="19"/>
                                    </a:move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ubicBezTo>
                                      <a:pt x="15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8"/>
                                    </a:cubicBezTo>
                                    <a:cubicBezTo>
                                      <a:pt x="14" y="18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8"/>
                                      <a:pt x="14" y="18"/>
                                    </a:cubicBezTo>
                                    <a:cubicBezTo>
                                      <a:pt x="14" y="18"/>
                                      <a:pt x="14" y="18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3" y="19"/>
                                      <a:pt x="13" y="19"/>
                                      <a:pt x="13" y="19"/>
                                    </a:cubicBezTo>
                                    <a:cubicBezTo>
                                      <a:pt x="13" y="19"/>
                                      <a:pt x="13" y="19"/>
                                      <a:pt x="13" y="19"/>
                                    </a:cubicBezTo>
                                    <a:cubicBezTo>
                                      <a:pt x="13" y="19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0" y="16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9" y="15"/>
                                      <a:pt x="9" y="15"/>
                                    </a:cubicBezTo>
                                    <a:cubicBezTo>
                                      <a:pt x="9" y="15"/>
                                      <a:pt x="9" y="15"/>
                                      <a:pt x="9" y="15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1"/>
                                      <a:pt x="8" y="11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2" y="11"/>
                                      <a:pt x="2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5" y="16"/>
                                      <a:pt x="5" y="16"/>
                                      <a:pt x="5" y="16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9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8" name="Freeform 708">
                                <a:extLst>
                                  <a:ext uri="{FF2B5EF4-FFF2-40B4-BE49-F238E27FC236}">
                                    <a16:creationId xmlns:a16="http://schemas.microsoft.com/office/drawing/2014/main" id="{AB611BE7-7C58-8482-A0A4-5127DFF2FC29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509125" y="4954588"/>
                                <a:ext cx="36512" cy="7938"/>
                              </a:xfrm>
                              <a:custGeom>
                                <a:avLst/>
                                <a:gdLst>
                                  <a:gd name="T0" fmla="*/ 1 w 9"/>
                                  <a:gd name="T1" fmla="*/ 0 h 2"/>
                                  <a:gd name="T2" fmla="*/ 1 w 9"/>
                                  <a:gd name="T3" fmla="*/ 0 h 2"/>
                                  <a:gd name="T4" fmla="*/ 2 w 9"/>
                                  <a:gd name="T5" fmla="*/ 0 h 2"/>
                                  <a:gd name="T6" fmla="*/ 3 w 9"/>
                                  <a:gd name="T7" fmla="*/ 0 h 2"/>
                                  <a:gd name="T8" fmla="*/ 4 w 9"/>
                                  <a:gd name="T9" fmla="*/ 0 h 2"/>
                                  <a:gd name="T10" fmla="*/ 5 w 9"/>
                                  <a:gd name="T11" fmla="*/ 0 h 2"/>
                                  <a:gd name="T12" fmla="*/ 5 w 9"/>
                                  <a:gd name="T13" fmla="*/ 0 h 2"/>
                                  <a:gd name="T14" fmla="*/ 6 w 9"/>
                                  <a:gd name="T15" fmla="*/ 0 h 2"/>
                                  <a:gd name="T16" fmla="*/ 6 w 9"/>
                                  <a:gd name="T17" fmla="*/ 0 h 2"/>
                                  <a:gd name="T18" fmla="*/ 6 w 9"/>
                                  <a:gd name="T19" fmla="*/ 0 h 2"/>
                                  <a:gd name="T20" fmla="*/ 6 w 9"/>
                                  <a:gd name="T21" fmla="*/ 0 h 2"/>
                                  <a:gd name="T22" fmla="*/ 6 w 9"/>
                                  <a:gd name="T23" fmla="*/ 0 h 2"/>
                                  <a:gd name="T24" fmla="*/ 5 w 9"/>
                                  <a:gd name="T25" fmla="*/ 0 h 2"/>
                                  <a:gd name="T26" fmla="*/ 5 w 9"/>
                                  <a:gd name="T27" fmla="*/ 1 h 2"/>
                                  <a:gd name="T28" fmla="*/ 5 w 9"/>
                                  <a:gd name="T29" fmla="*/ 1 h 2"/>
                                  <a:gd name="T30" fmla="*/ 4 w 9"/>
                                  <a:gd name="T31" fmla="*/ 1 h 2"/>
                                  <a:gd name="T32" fmla="*/ 4 w 9"/>
                                  <a:gd name="T33" fmla="*/ 1 h 2"/>
                                  <a:gd name="T34" fmla="*/ 3 w 9"/>
                                  <a:gd name="T35" fmla="*/ 1 h 2"/>
                                  <a:gd name="T36" fmla="*/ 3 w 9"/>
                                  <a:gd name="T37" fmla="*/ 1 h 2"/>
                                  <a:gd name="T38" fmla="*/ 2 w 9"/>
                                  <a:gd name="T39" fmla="*/ 1 h 2"/>
                                  <a:gd name="T40" fmla="*/ 2 w 9"/>
                                  <a:gd name="T41" fmla="*/ 1 h 2"/>
                                  <a:gd name="T42" fmla="*/ 1 w 9"/>
                                  <a:gd name="T43" fmla="*/ 1 h 2"/>
                                  <a:gd name="T44" fmla="*/ 1 w 9"/>
                                  <a:gd name="T45" fmla="*/ 1 h 2"/>
                                  <a:gd name="T46" fmla="*/ 0 w 9"/>
                                  <a:gd name="T47" fmla="*/ 2 h 2"/>
                                  <a:gd name="T48" fmla="*/ 0 w 9"/>
                                  <a:gd name="T49" fmla="*/ 1 h 2"/>
                                  <a:gd name="T50" fmla="*/ 0 w 9"/>
                                  <a:gd name="T51" fmla="*/ 1 h 2"/>
                                  <a:gd name="T52" fmla="*/ 1 w 9"/>
                                  <a:gd name="T53" fmla="*/ 1 h 2"/>
                                  <a:gd name="T54" fmla="*/ 0 w 9"/>
                                  <a:gd name="T55" fmla="*/ 0 h 2"/>
                                  <a:gd name="T56" fmla="*/ 1 w 9"/>
                                  <a:gd name="T57" fmla="*/ 0 h 2"/>
                                  <a:gd name="T58" fmla="*/ 8 w 9"/>
                                  <a:gd name="T59" fmla="*/ 2 h 2"/>
                                  <a:gd name="T60" fmla="*/ 8 w 9"/>
                                  <a:gd name="T61" fmla="*/ 2 h 2"/>
                                  <a:gd name="T62" fmla="*/ 8 w 9"/>
                                  <a:gd name="T63" fmla="*/ 2 h 2"/>
                                  <a:gd name="T64" fmla="*/ 9 w 9"/>
                                  <a:gd name="T65" fmla="*/ 2 h 2"/>
                                  <a:gd name="T66" fmla="*/ 9 w 9"/>
                                  <a:gd name="T67" fmla="*/ 2 h 2"/>
                                  <a:gd name="T68" fmla="*/ 9 w 9"/>
                                  <a:gd name="T69" fmla="*/ 2 h 2"/>
                                  <a:gd name="T70" fmla="*/ 9 w 9"/>
                                  <a:gd name="T71" fmla="*/ 2 h 2"/>
                                  <a:gd name="T72" fmla="*/ 9 w 9"/>
                                  <a:gd name="T73" fmla="*/ 2 h 2"/>
                                  <a:gd name="T74" fmla="*/ 9 w 9"/>
                                  <a:gd name="T75" fmla="*/ 2 h 2"/>
                                  <a:gd name="T76" fmla="*/ 9 w 9"/>
                                  <a:gd name="T77" fmla="*/ 2 h 2"/>
                                  <a:gd name="T78" fmla="*/ 9 w 9"/>
                                  <a:gd name="T79" fmla="*/ 2 h 2"/>
                                  <a:gd name="T80" fmla="*/ 9 w 9"/>
                                  <a:gd name="T81" fmla="*/ 2 h 2"/>
                                  <a:gd name="T82" fmla="*/ 9 w 9"/>
                                  <a:gd name="T83" fmla="*/ 2 h 2"/>
                                  <a:gd name="T84" fmla="*/ 8 w 9"/>
                                  <a:gd name="T85" fmla="*/ 2 h 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</a:cxnLst>
                                <a:rect l="0" t="0" r="r" b="b"/>
                                <a:pathLst>
                                  <a:path w="9" h="2">
                                    <a:moveTo>
                                      <a:pt x="1" y="0"/>
                                    </a:move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lose/>
                                    <a:moveTo>
                                      <a:pt x="8" y="2"/>
                                    </a:move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9" name="Freeform 709">
                                <a:extLst>
                                  <a:ext uri="{FF2B5EF4-FFF2-40B4-BE49-F238E27FC236}">
                                    <a16:creationId xmlns:a16="http://schemas.microsoft.com/office/drawing/2014/main" id="{CE52110C-D732-577B-5FAD-C4A0623E1611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37688" y="5008563"/>
                                <a:ext cx="92075" cy="58738"/>
                              </a:xfrm>
                              <a:custGeom>
                                <a:avLst/>
                                <a:gdLst>
                                  <a:gd name="T0" fmla="*/ 19 w 22"/>
                                  <a:gd name="T1" fmla="*/ 13 h 14"/>
                                  <a:gd name="T2" fmla="*/ 18 w 22"/>
                                  <a:gd name="T3" fmla="*/ 12 h 14"/>
                                  <a:gd name="T4" fmla="*/ 17 w 22"/>
                                  <a:gd name="T5" fmla="*/ 12 h 14"/>
                                  <a:gd name="T6" fmla="*/ 16 w 22"/>
                                  <a:gd name="T7" fmla="*/ 11 h 14"/>
                                  <a:gd name="T8" fmla="*/ 14 w 22"/>
                                  <a:gd name="T9" fmla="*/ 11 h 14"/>
                                  <a:gd name="T10" fmla="*/ 13 w 22"/>
                                  <a:gd name="T11" fmla="*/ 11 h 14"/>
                                  <a:gd name="T12" fmla="*/ 12 w 22"/>
                                  <a:gd name="T13" fmla="*/ 10 h 14"/>
                                  <a:gd name="T14" fmla="*/ 12 w 22"/>
                                  <a:gd name="T15" fmla="*/ 9 h 14"/>
                                  <a:gd name="T16" fmla="*/ 12 w 22"/>
                                  <a:gd name="T17" fmla="*/ 9 h 14"/>
                                  <a:gd name="T18" fmla="*/ 12 w 22"/>
                                  <a:gd name="T19" fmla="*/ 8 h 14"/>
                                  <a:gd name="T20" fmla="*/ 12 w 22"/>
                                  <a:gd name="T21" fmla="*/ 6 h 14"/>
                                  <a:gd name="T22" fmla="*/ 10 w 22"/>
                                  <a:gd name="T23" fmla="*/ 4 h 14"/>
                                  <a:gd name="T24" fmla="*/ 9 w 22"/>
                                  <a:gd name="T25" fmla="*/ 3 h 14"/>
                                  <a:gd name="T26" fmla="*/ 7 w 22"/>
                                  <a:gd name="T27" fmla="*/ 2 h 14"/>
                                  <a:gd name="T28" fmla="*/ 6 w 22"/>
                                  <a:gd name="T29" fmla="*/ 1 h 14"/>
                                  <a:gd name="T30" fmla="*/ 5 w 22"/>
                                  <a:gd name="T31" fmla="*/ 1 h 14"/>
                                  <a:gd name="T32" fmla="*/ 0 w 22"/>
                                  <a:gd name="T33" fmla="*/ 7 h 14"/>
                                  <a:gd name="T34" fmla="*/ 1 w 22"/>
                                  <a:gd name="T35" fmla="*/ 8 h 14"/>
                                  <a:gd name="T36" fmla="*/ 3 w 22"/>
                                  <a:gd name="T37" fmla="*/ 9 h 14"/>
                                  <a:gd name="T38" fmla="*/ 4 w 22"/>
                                  <a:gd name="T39" fmla="*/ 10 h 14"/>
                                  <a:gd name="T40" fmla="*/ 6 w 22"/>
                                  <a:gd name="T41" fmla="*/ 12 h 14"/>
                                  <a:gd name="T42" fmla="*/ 7 w 22"/>
                                  <a:gd name="T43" fmla="*/ 13 h 14"/>
                                  <a:gd name="T44" fmla="*/ 9 w 22"/>
                                  <a:gd name="T45" fmla="*/ 13 h 14"/>
                                  <a:gd name="T46" fmla="*/ 11 w 22"/>
                                  <a:gd name="T47" fmla="*/ 14 h 14"/>
                                  <a:gd name="T48" fmla="*/ 14 w 22"/>
                                  <a:gd name="T49" fmla="*/ 14 h 14"/>
                                  <a:gd name="T50" fmla="*/ 21 w 22"/>
                                  <a:gd name="T51" fmla="*/ 10 h 14"/>
                                  <a:gd name="T52" fmla="*/ 21 w 22"/>
                                  <a:gd name="T53" fmla="*/ 9 h 14"/>
                                  <a:gd name="T54" fmla="*/ 21 w 22"/>
                                  <a:gd name="T55" fmla="*/ 10 h 14"/>
                                  <a:gd name="T56" fmla="*/ 21 w 22"/>
                                  <a:gd name="T57" fmla="*/ 10 h 14"/>
                                  <a:gd name="T58" fmla="*/ 22 w 22"/>
                                  <a:gd name="T59" fmla="*/ 10 h 14"/>
                                  <a:gd name="T60" fmla="*/ 21 w 22"/>
                                  <a:gd name="T61" fmla="*/ 9 h 14"/>
                                  <a:gd name="T62" fmla="*/ 20 w 22"/>
                                  <a:gd name="T63" fmla="*/ 9 h 14"/>
                                  <a:gd name="T64" fmla="*/ 20 w 22"/>
                                  <a:gd name="T65" fmla="*/ 9 h 14"/>
                                  <a:gd name="T66" fmla="*/ 21 w 22"/>
                                  <a:gd name="T67" fmla="*/ 10 h 14"/>
                                  <a:gd name="T68" fmla="*/ 21 w 22"/>
                                  <a:gd name="T69" fmla="*/ 10 h 14"/>
                                  <a:gd name="T70" fmla="*/ 22 w 22"/>
                                  <a:gd name="T71" fmla="*/ 10 h 14"/>
                                  <a:gd name="T72" fmla="*/ 20 w 22"/>
                                  <a:gd name="T73" fmla="*/ 8 h 14"/>
                                  <a:gd name="T74" fmla="*/ 20 w 22"/>
                                  <a:gd name="T75" fmla="*/ 8 h 14"/>
                                  <a:gd name="T76" fmla="*/ 20 w 22"/>
                                  <a:gd name="T77" fmla="*/ 8 h 14"/>
                                  <a:gd name="T78" fmla="*/ 20 w 22"/>
                                  <a:gd name="T79" fmla="*/ 8 h 14"/>
                                  <a:gd name="T80" fmla="*/ 15 w 22"/>
                                  <a:gd name="T81" fmla="*/ 6 h 14"/>
                                  <a:gd name="T82" fmla="*/ 15 w 22"/>
                                  <a:gd name="T83" fmla="*/ 6 h 14"/>
                                  <a:gd name="T84" fmla="*/ 15 w 22"/>
                                  <a:gd name="T85" fmla="*/ 6 h 14"/>
                                  <a:gd name="T86" fmla="*/ 14 w 22"/>
                                  <a:gd name="T87" fmla="*/ 4 h 14"/>
                                  <a:gd name="T88" fmla="*/ 13 w 22"/>
                                  <a:gd name="T89" fmla="*/ 4 h 14"/>
                                  <a:gd name="T90" fmla="*/ 13 w 22"/>
                                  <a:gd name="T91" fmla="*/ 5 h 14"/>
                                  <a:gd name="T92" fmla="*/ 13 w 22"/>
                                  <a:gd name="T93" fmla="*/ 5 h 14"/>
                                  <a:gd name="T94" fmla="*/ 13 w 22"/>
                                  <a:gd name="T95" fmla="*/ 6 h 14"/>
                                  <a:gd name="T96" fmla="*/ 14 w 22"/>
                                  <a:gd name="T97" fmla="*/ 5 h 14"/>
                                  <a:gd name="T98" fmla="*/ 7 w 22"/>
                                  <a:gd name="T99" fmla="*/ 1 h 14"/>
                                  <a:gd name="T100" fmla="*/ 7 w 22"/>
                                  <a:gd name="T101" fmla="*/ 1 h 14"/>
                                  <a:gd name="T102" fmla="*/ 7 w 22"/>
                                  <a:gd name="T103" fmla="*/ 1 h 14"/>
                                  <a:gd name="T104" fmla="*/ 7 w 22"/>
                                  <a:gd name="T105" fmla="*/ 1 h 1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2" h="14">
                                    <a:moveTo>
                                      <a:pt x="3" y="9"/>
                                    </a:move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lnTo>
                                      <a:pt x="3" y="9"/>
                                    </a:lnTo>
                                    <a:close/>
                                    <a:moveTo>
                                      <a:pt x="19" y="13"/>
                                    </a:move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6" y="11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0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1" y="6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0"/>
                                      <a:pt x="4" y="0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9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lose/>
                                    <a:moveTo>
                                      <a:pt x="21" y="10"/>
                                    </a:move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1" y="10"/>
                                    </a:cubicBezTo>
                                    <a:close/>
                                    <a:moveTo>
                                      <a:pt x="22" y="10"/>
                                    </a:move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15" y="6"/>
                                    </a:move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lose/>
                                    <a:moveTo>
                                      <a:pt x="14" y="5"/>
                                    </a:move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lose/>
                                    <a:moveTo>
                                      <a:pt x="7" y="1"/>
                                    </a:move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" name="Freeform 710">
                                <a:extLst>
                                  <a:ext uri="{FF2B5EF4-FFF2-40B4-BE49-F238E27FC236}">
                                    <a16:creationId xmlns:a16="http://schemas.microsoft.com/office/drawing/2014/main" id="{EB0E7948-DAEF-CC8E-D8A3-87529A6422BA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50388" y="5046663"/>
                                <a:ext cx="17462" cy="33338"/>
                              </a:xfrm>
                              <a:custGeom>
                                <a:avLst/>
                                <a:gdLst>
                                  <a:gd name="T0" fmla="*/ 4 w 4"/>
                                  <a:gd name="T1" fmla="*/ 3 h 8"/>
                                  <a:gd name="T2" fmla="*/ 3 w 4"/>
                                  <a:gd name="T3" fmla="*/ 3 h 8"/>
                                  <a:gd name="T4" fmla="*/ 3 w 4"/>
                                  <a:gd name="T5" fmla="*/ 2 h 8"/>
                                  <a:gd name="T6" fmla="*/ 2 w 4"/>
                                  <a:gd name="T7" fmla="*/ 1 h 8"/>
                                  <a:gd name="T8" fmla="*/ 1 w 4"/>
                                  <a:gd name="T9" fmla="*/ 1 h 8"/>
                                  <a:gd name="T10" fmla="*/ 1 w 4"/>
                                  <a:gd name="T11" fmla="*/ 0 h 8"/>
                                  <a:gd name="T12" fmla="*/ 0 w 4"/>
                                  <a:gd name="T13" fmla="*/ 0 h 8"/>
                                  <a:gd name="T14" fmla="*/ 1 w 4"/>
                                  <a:gd name="T15" fmla="*/ 1 h 8"/>
                                  <a:gd name="T16" fmla="*/ 1 w 4"/>
                                  <a:gd name="T17" fmla="*/ 1 h 8"/>
                                  <a:gd name="T18" fmla="*/ 0 w 4"/>
                                  <a:gd name="T19" fmla="*/ 2 h 8"/>
                                  <a:gd name="T20" fmla="*/ 1 w 4"/>
                                  <a:gd name="T21" fmla="*/ 3 h 8"/>
                                  <a:gd name="T22" fmla="*/ 1 w 4"/>
                                  <a:gd name="T23" fmla="*/ 3 h 8"/>
                                  <a:gd name="T24" fmla="*/ 0 w 4"/>
                                  <a:gd name="T25" fmla="*/ 4 h 8"/>
                                  <a:gd name="T26" fmla="*/ 0 w 4"/>
                                  <a:gd name="T27" fmla="*/ 4 h 8"/>
                                  <a:gd name="T28" fmla="*/ 0 w 4"/>
                                  <a:gd name="T29" fmla="*/ 4 h 8"/>
                                  <a:gd name="T30" fmla="*/ 0 w 4"/>
                                  <a:gd name="T31" fmla="*/ 5 h 8"/>
                                  <a:gd name="T32" fmla="*/ 0 w 4"/>
                                  <a:gd name="T33" fmla="*/ 6 h 8"/>
                                  <a:gd name="T34" fmla="*/ 1 w 4"/>
                                  <a:gd name="T35" fmla="*/ 6 h 8"/>
                                  <a:gd name="T36" fmla="*/ 0 w 4"/>
                                  <a:gd name="T37" fmla="*/ 7 h 8"/>
                                  <a:gd name="T38" fmla="*/ 1 w 4"/>
                                  <a:gd name="T39" fmla="*/ 8 h 8"/>
                                  <a:gd name="T40" fmla="*/ 1 w 4"/>
                                  <a:gd name="T41" fmla="*/ 7 h 8"/>
                                  <a:gd name="T42" fmla="*/ 1 w 4"/>
                                  <a:gd name="T43" fmla="*/ 7 h 8"/>
                                  <a:gd name="T44" fmla="*/ 2 w 4"/>
                                  <a:gd name="T45" fmla="*/ 7 h 8"/>
                                  <a:gd name="T46" fmla="*/ 2 w 4"/>
                                  <a:gd name="T47" fmla="*/ 6 h 8"/>
                                  <a:gd name="T48" fmla="*/ 2 w 4"/>
                                  <a:gd name="T49" fmla="*/ 6 h 8"/>
                                  <a:gd name="T50" fmla="*/ 2 w 4"/>
                                  <a:gd name="T51" fmla="*/ 5 h 8"/>
                                  <a:gd name="T52" fmla="*/ 2 w 4"/>
                                  <a:gd name="T53" fmla="*/ 4 h 8"/>
                                  <a:gd name="T54" fmla="*/ 2 w 4"/>
                                  <a:gd name="T55" fmla="*/ 4 h 8"/>
                                  <a:gd name="T56" fmla="*/ 3 w 4"/>
                                  <a:gd name="T57" fmla="*/ 4 h 8"/>
                                  <a:gd name="T58" fmla="*/ 3 w 4"/>
                                  <a:gd name="T59" fmla="*/ 4 h 8"/>
                                  <a:gd name="T60" fmla="*/ 4 w 4"/>
                                  <a:gd name="T61" fmla="*/ 4 h 8"/>
                                  <a:gd name="T62" fmla="*/ 0 w 4"/>
                                  <a:gd name="T63" fmla="*/ 0 h 8"/>
                                  <a:gd name="T64" fmla="*/ 1 w 4"/>
                                  <a:gd name="T65" fmla="*/ 0 h 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</a:cxnLst>
                                <a:rect l="0" t="0" r="r" b="b"/>
                                <a:pathLst>
                                  <a:path w="4" h="8">
                                    <a:moveTo>
                                      <a:pt x="4" y="3"/>
                                    </a:move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0" y="3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0" y="7"/>
                                      <a:pt x="0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lnTo>
                                      <a:pt x="4" y="3"/>
                                    </a:lnTo>
                                    <a:close/>
                                    <a:moveTo>
                                      <a:pt x="0" y="0"/>
                                    </a:move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" name="Freeform 711">
                                <a:extLst>
                                  <a:ext uri="{FF2B5EF4-FFF2-40B4-BE49-F238E27FC236}">
                                    <a16:creationId xmlns:a16="http://schemas.microsoft.com/office/drawing/2014/main" id="{F96D7CF1-B5B6-76B2-654E-00F6A37B811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09113" y="5087938"/>
                                <a:ext cx="103187" cy="53975"/>
                              </a:xfrm>
                              <a:custGeom>
                                <a:avLst/>
                                <a:gdLst>
                                  <a:gd name="T0" fmla="*/ 6 w 25"/>
                                  <a:gd name="T1" fmla="*/ 7 h 13"/>
                                  <a:gd name="T2" fmla="*/ 7 w 25"/>
                                  <a:gd name="T3" fmla="*/ 8 h 13"/>
                                  <a:gd name="T4" fmla="*/ 7 w 25"/>
                                  <a:gd name="T5" fmla="*/ 8 h 13"/>
                                  <a:gd name="T6" fmla="*/ 6 w 25"/>
                                  <a:gd name="T7" fmla="*/ 7 h 13"/>
                                  <a:gd name="T8" fmla="*/ 6 w 25"/>
                                  <a:gd name="T9" fmla="*/ 7 h 13"/>
                                  <a:gd name="T10" fmla="*/ 8 w 25"/>
                                  <a:gd name="T11" fmla="*/ 8 h 13"/>
                                  <a:gd name="T12" fmla="*/ 9 w 25"/>
                                  <a:gd name="T13" fmla="*/ 7 h 13"/>
                                  <a:gd name="T14" fmla="*/ 10 w 25"/>
                                  <a:gd name="T15" fmla="*/ 7 h 13"/>
                                  <a:gd name="T16" fmla="*/ 10 w 25"/>
                                  <a:gd name="T17" fmla="*/ 7 h 13"/>
                                  <a:gd name="T18" fmla="*/ 12 w 25"/>
                                  <a:gd name="T19" fmla="*/ 5 h 13"/>
                                  <a:gd name="T20" fmla="*/ 11 w 25"/>
                                  <a:gd name="T21" fmla="*/ 6 h 13"/>
                                  <a:gd name="T22" fmla="*/ 24 w 25"/>
                                  <a:gd name="T23" fmla="*/ 6 h 13"/>
                                  <a:gd name="T24" fmla="*/ 23 w 25"/>
                                  <a:gd name="T25" fmla="*/ 13 h 13"/>
                                  <a:gd name="T26" fmla="*/ 22 w 25"/>
                                  <a:gd name="T27" fmla="*/ 12 h 13"/>
                                  <a:gd name="T28" fmla="*/ 22 w 25"/>
                                  <a:gd name="T29" fmla="*/ 11 h 13"/>
                                  <a:gd name="T30" fmla="*/ 21 w 25"/>
                                  <a:gd name="T31" fmla="*/ 10 h 13"/>
                                  <a:gd name="T32" fmla="*/ 20 w 25"/>
                                  <a:gd name="T33" fmla="*/ 9 h 13"/>
                                  <a:gd name="T34" fmla="*/ 19 w 25"/>
                                  <a:gd name="T35" fmla="*/ 8 h 13"/>
                                  <a:gd name="T36" fmla="*/ 17 w 25"/>
                                  <a:gd name="T37" fmla="*/ 8 h 13"/>
                                  <a:gd name="T38" fmla="*/ 16 w 25"/>
                                  <a:gd name="T39" fmla="*/ 8 h 13"/>
                                  <a:gd name="T40" fmla="*/ 15 w 25"/>
                                  <a:gd name="T41" fmla="*/ 8 h 13"/>
                                  <a:gd name="T42" fmla="*/ 14 w 25"/>
                                  <a:gd name="T43" fmla="*/ 8 h 13"/>
                                  <a:gd name="T44" fmla="*/ 14 w 25"/>
                                  <a:gd name="T45" fmla="*/ 8 h 13"/>
                                  <a:gd name="T46" fmla="*/ 14 w 25"/>
                                  <a:gd name="T47" fmla="*/ 8 h 13"/>
                                  <a:gd name="T48" fmla="*/ 13 w 25"/>
                                  <a:gd name="T49" fmla="*/ 7 h 13"/>
                                  <a:gd name="T50" fmla="*/ 13 w 25"/>
                                  <a:gd name="T51" fmla="*/ 7 h 13"/>
                                  <a:gd name="T52" fmla="*/ 13 w 25"/>
                                  <a:gd name="T53" fmla="*/ 7 h 13"/>
                                  <a:gd name="T54" fmla="*/ 13 w 25"/>
                                  <a:gd name="T55" fmla="*/ 6 h 13"/>
                                  <a:gd name="T56" fmla="*/ 13 w 25"/>
                                  <a:gd name="T57" fmla="*/ 7 h 13"/>
                                  <a:gd name="T58" fmla="*/ 12 w 25"/>
                                  <a:gd name="T59" fmla="*/ 6 h 13"/>
                                  <a:gd name="T60" fmla="*/ 12 w 25"/>
                                  <a:gd name="T61" fmla="*/ 6 h 13"/>
                                  <a:gd name="T62" fmla="*/ 11 w 25"/>
                                  <a:gd name="T63" fmla="*/ 5 h 13"/>
                                  <a:gd name="T64" fmla="*/ 11 w 25"/>
                                  <a:gd name="T65" fmla="*/ 6 h 13"/>
                                  <a:gd name="T66" fmla="*/ 11 w 25"/>
                                  <a:gd name="T67" fmla="*/ 6 h 13"/>
                                  <a:gd name="T68" fmla="*/ 11 w 25"/>
                                  <a:gd name="T69" fmla="*/ 5 h 13"/>
                                  <a:gd name="T70" fmla="*/ 10 w 25"/>
                                  <a:gd name="T71" fmla="*/ 6 h 13"/>
                                  <a:gd name="T72" fmla="*/ 11 w 25"/>
                                  <a:gd name="T73" fmla="*/ 7 h 13"/>
                                  <a:gd name="T74" fmla="*/ 10 w 25"/>
                                  <a:gd name="T75" fmla="*/ 5 h 13"/>
                                  <a:gd name="T76" fmla="*/ 10 w 25"/>
                                  <a:gd name="T77" fmla="*/ 6 h 13"/>
                                  <a:gd name="T78" fmla="*/ 10 w 25"/>
                                  <a:gd name="T79" fmla="*/ 6 h 13"/>
                                  <a:gd name="T80" fmla="*/ 10 w 25"/>
                                  <a:gd name="T81" fmla="*/ 6 h 13"/>
                                  <a:gd name="T82" fmla="*/ 10 w 25"/>
                                  <a:gd name="T83" fmla="*/ 7 h 13"/>
                                  <a:gd name="T84" fmla="*/ 10 w 25"/>
                                  <a:gd name="T85" fmla="*/ 7 h 13"/>
                                  <a:gd name="T86" fmla="*/ 10 w 25"/>
                                  <a:gd name="T87" fmla="*/ 6 h 13"/>
                                  <a:gd name="T88" fmla="*/ 9 w 25"/>
                                  <a:gd name="T89" fmla="*/ 6 h 13"/>
                                  <a:gd name="T90" fmla="*/ 9 w 25"/>
                                  <a:gd name="T91" fmla="*/ 7 h 13"/>
                                  <a:gd name="T92" fmla="*/ 8 w 25"/>
                                  <a:gd name="T93" fmla="*/ 6 h 13"/>
                                  <a:gd name="T94" fmla="*/ 9 w 25"/>
                                  <a:gd name="T95" fmla="*/ 7 h 13"/>
                                  <a:gd name="T96" fmla="*/ 8 w 25"/>
                                  <a:gd name="T97" fmla="*/ 6 h 13"/>
                                  <a:gd name="T98" fmla="*/ 7 w 25"/>
                                  <a:gd name="T99" fmla="*/ 6 h 13"/>
                                  <a:gd name="T100" fmla="*/ 8 w 25"/>
                                  <a:gd name="T101" fmla="*/ 7 h 13"/>
                                  <a:gd name="T102" fmla="*/ 8 w 25"/>
                                  <a:gd name="T103" fmla="*/ 7 h 13"/>
                                  <a:gd name="T104" fmla="*/ 7 w 25"/>
                                  <a:gd name="T105" fmla="*/ 7 h 13"/>
                                  <a:gd name="T106" fmla="*/ 5 w 25"/>
                                  <a:gd name="T107" fmla="*/ 6 h 13"/>
                                  <a:gd name="T108" fmla="*/ 5 w 25"/>
                                  <a:gd name="T109" fmla="*/ 4 h 13"/>
                                  <a:gd name="T110" fmla="*/ 4 w 25"/>
                                  <a:gd name="T111" fmla="*/ 5 h 13"/>
                                  <a:gd name="T112" fmla="*/ 5 w 25"/>
                                  <a:gd name="T113" fmla="*/ 6 h 13"/>
                                  <a:gd name="T114" fmla="*/ 6 w 25"/>
                                  <a:gd name="T115" fmla="*/ 8 h 13"/>
                                  <a:gd name="T116" fmla="*/ 12 w 25"/>
                                  <a:gd name="T117" fmla="*/ 0 h 13"/>
                                  <a:gd name="T118" fmla="*/ 14 w 25"/>
                                  <a:gd name="T119" fmla="*/ 1 h 13"/>
                                  <a:gd name="T120" fmla="*/ 16 w 25"/>
                                  <a:gd name="T121" fmla="*/ 1 h 13"/>
                                  <a:gd name="T122" fmla="*/ 19 w 25"/>
                                  <a:gd name="T123" fmla="*/ 3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25" h="13">
                                    <a:moveTo>
                                      <a:pt x="6" y="8"/>
                                    </a:move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lose/>
                                    <a:moveTo>
                                      <a:pt x="7" y="8"/>
                                    </a:move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lose/>
                                    <a:moveTo>
                                      <a:pt x="8" y="7"/>
                                    </a:moveTo>
                                    <a:cubicBezTo>
                                      <a:pt x="8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lose/>
                                    <a:moveTo>
                                      <a:pt x="10" y="7"/>
                                    </a:move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lose/>
                                    <a:moveTo>
                                      <a:pt x="12" y="6"/>
                                    </a:move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lose/>
                                    <a:moveTo>
                                      <a:pt x="12" y="6"/>
                                    </a:move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lose/>
                                    <a:moveTo>
                                      <a:pt x="24" y="6"/>
                                    </a:moveTo>
                                    <a:cubicBezTo>
                                      <a:pt x="25" y="7"/>
                                      <a:pt x="25" y="7"/>
                                      <a:pt x="25" y="7"/>
                                    </a:cubicBezTo>
                                    <a:cubicBezTo>
                                      <a:pt x="25" y="8"/>
                                      <a:pt x="25" y="8"/>
                                      <a:pt x="25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0"/>
                                      <a:pt x="22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8"/>
                                      <a:pt x="18" y="8"/>
                                    </a:cubicBezTo>
                                    <a:cubicBezTo>
                                      <a:pt x="18" y="8"/>
                                      <a:pt x="18" y="8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7"/>
                                      <a:pt x="14" y="7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3" y="8"/>
                                      <a:pt x="13" y="8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5" y="5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8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6"/>
                                      <a:pt x="21" y="6"/>
                                      <a:pt x="21" y="6"/>
                                    </a:cubicBezTo>
                                    <a:cubicBezTo>
                                      <a:pt x="22" y="6"/>
                                      <a:pt x="22" y="6"/>
                                      <a:pt x="22" y="6"/>
                                    </a:cubicBezTo>
                                    <a:cubicBezTo>
                                      <a:pt x="23" y="6"/>
                                      <a:pt x="23" y="6"/>
                                      <a:pt x="23" y="6"/>
                                    </a:cubicBezTo>
                                    <a:lnTo>
                                      <a:pt x="24" y="6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2" name="Freeform 712">
                                <a:extLst>
                                  <a:ext uri="{FF2B5EF4-FFF2-40B4-BE49-F238E27FC236}">
                                    <a16:creationId xmlns:a16="http://schemas.microsoft.com/office/drawing/2014/main" id="{813BD900-9AE7-E1C4-1B3D-DD1025F956D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01175" y="5037138"/>
                                <a:ext cx="46037" cy="30163"/>
                              </a:xfrm>
                              <a:custGeom>
                                <a:avLst/>
                                <a:gdLst>
                                  <a:gd name="T0" fmla="*/ 1 w 11"/>
                                  <a:gd name="T1" fmla="*/ 4 h 7"/>
                                  <a:gd name="T2" fmla="*/ 4 w 11"/>
                                  <a:gd name="T3" fmla="*/ 5 h 7"/>
                                  <a:gd name="T4" fmla="*/ 4 w 11"/>
                                  <a:gd name="T5" fmla="*/ 5 h 7"/>
                                  <a:gd name="T6" fmla="*/ 4 w 11"/>
                                  <a:gd name="T7" fmla="*/ 6 h 7"/>
                                  <a:gd name="T8" fmla="*/ 4 w 11"/>
                                  <a:gd name="T9" fmla="*/ 6 h 7"/>
                                  <a:gd name="T10" fmla="*/ 5 w 11"/>
                                  <a:gd name="T11" fmla="*/ 6 h 7"/>
                                  <a:gd name="T12" fmla="*/ 5 w 11"/>
                                  <a:gd name="T13" fmla="*/ 7 h 7"/>
                                  <a:gd name="T14" fmla="*/ 6 w 11"/>
                                  <a:gd name="T15" fmla="*/ 7 h 7"/>
                                  <a:gd name="T16" fmla="*/ 7 w 11"/>
                                  <a:gd name="T17" fmla="*/ 7 h 7"/>
                                  <a:gd name="T18" fmla="*/ 8 w 11"/>
                                  <a:gd name="T19" fmla="*/ 7 h 7"/>
                                  <a:gd name="T20" fmla="*/ 8 w 11"/>
                                  <a:gd name="T21" fmla="*/ 7 h 7"/>
                                  <a:gd name="T22" fmla="*/ 7 w 11"/>
                                  <a:gd name="T23" fmla="*/ 6 h 7"/>
                                  <a:gd name="T24" fmla="*/ 7 w 11"/>
                                  <a:gd name="T25" fmla="*/ 6 h 7"/>
                                  <a:gd name="T26" fmla="*/ 8 w 11"/>
                                  <a:gd name="T27" fmla="*/ 6 h 7"/>
                                  <a:gd name="T28" fmla="*/ 8 w 11"/>
                                  <a:gd name="T29" fmla="*/ 6 h 7"/>
                                  <a:gd name="T30" fmla="*/ 9 w 11"/>
                                  <a:gd name="T31" fmla="*/ 6 h 7"/>
                                  <a:gd name="T32" fmla="*/ 9 w 11"/>
                                  <a:gd name="T33" fmla="*/ 6 h 7"/>
                                  <a:gd name="T34" fmla="*/ 9 w 11"/>
                                  <a:gd name="T35" fmla="*/ 6 h 7"/>
                                  <a:gd name="T36" fmla="*/ 9 w 11"/>
                                  <a:gd name="T37" fmla="*/ 5 h 7"/>
                                  <a:gd name="T38" fmla="*/ 9 w 11"/>
                                  <a:gd name="T39" fmla="*/ 5 h 7"/>
                                  <a:gd name="T40" fmla="*/ 9 w 11"/>
                                  <a:gd name="T41" fmla="*/ 5 h 7"/>
                                  <a:gd name="T42" fmla="*/ 9 w 11"/>
                                  <a:gd name="T43" fmla="*/ 5 h 7"/>
                                  <a:gd name="T44" fmla="*/ 9 w 11"/>
                                  <a:gd name="T45" fmla="*/ 4 h 7"/>
                                  <a:gd name="T46" fmla="*/ 9 w 11"/>
                                  <a:gd name="T47" fmla="*/ 4 h 7"/>
                                  <a:gd name="T48" fmla="*/ 9 w 11"/>
                                  <a:gd name="T49" fmla="*/ 4 h 7"/>
                                  <a:gd name="T50" fmla="*/ 9 w 11"/>
                                  <a:gd name="T51" fmla="*/ 4 h 7"/>
                                  <a:gd name="T52" fmla="*/ 9 w 11"/>
                                  <a:gd name="T53" fmla="*/ 4 h 7"/>
                                  <a:gd name="T54" fmla="*/ 9 w 11"/>
                                  <a:gd name="T55" fmla="*/ 4 h 7"/>
                                  <a:gd name="T56" fmla="*/ 9 w 11"/>
                                  <a:gd name="T57" fmla="*/ 4 h 7"/>
                                  <a:gd name="T58" fmla="*/ 9 w 11"/>
                                  <a:gd name="T59" fmla="*/ 3 h 7"/>
                                  <a:gd name="T60" fmla="*/ 9 w 11"/>
                                  <a:gd name="T61" fmla="*/ 3 h 7"/>
                                  <a:gd name="T62" fmla="*/ 9 w 11"/>
                                  <a:gd name="T63" fmla="*/ 3 h 7"/>
                                  <a:gd name="T64" fmla="*/ 9 w 11"/>
                                  <a:gd name="T65" fmla="*/ 3 h 7"/>
                                  <a:gd name="T66" fmla="*/ 10 w 11"/>
                                  <a:gd name="T67" fmla="*/ 3 h 7"/>
                                  <a:gd name="T68" fmla="*/ 10 w 11"/>
                                  <a:gd name="T69" fmla="*/ 3 h 7"/>
                                  <a:gd name="T70" fmla="*/ 11 w 11"/>
                                  <a:gd name="T71" fmla="*/ 3 h 7"/>
                                  <a:gd name="T72" fmla="*/ 11 w 11"/>
                                  <a:gd name="T73" fmla="*/ 2 h 7"/>
                                  <a:gd name="T74" fmla="*/ 11 w 11"/>
                                  <a:gd name="T75" fmla="*/ 2 h 7"/>
                                  <a:gd name="T76" fmla="*/ 10 w 11"/>
                                  <a:gd name="T77" fmla="*/ 2 h 7"/>
                                  <a:gd name="T78" fmla="*/ 10 w 11"/>
                                  <a:gd name="T79" fmla="*/ 1 h 7"/>
                                  <a:gd name="T80" fmla="*/ 10 w 11"/>
                                  <a:gd name="T81" fmla="*/ 1 h 7"/>
                                  <a:gd name="T82" fmla="*/ 10 w 11"/>
                                  <a:gd name="T83" fmla="*/ 1 h 7"/>
                                  <a:gd name="T84" fmla="*/ 9 w 11"/>
                                  <a:gd name="T85" fmla="*/ 1 h 7"/>
                                  <a:gd name="T86" fmla="*/ 9 w 11"/>
                                  <a:gd name="T87" fmla="*/ 0 h 7"/>
                                  <a:gd name="T88" fmla="*/ 7 w 11"/>
                                  <a:gd name="T89" fmla="*/ 1 h 7"/>
                                  <a:gd name="T90" fmla="*/ 7 w 11"/>
                                  <a:gd name="T91" fmla="*/ 1 h 7"/>
                                  <a:gd name="T92" fmla="*/ 6 w 11"/>
                                  <a:gd name="T93" fmla="*/ 1 h 7"/>
                                  <a:gd name="T94" fmla="*/ 6 w 11"/>
                                  <a:gd name="T95" fmla="*/ 1 h 7"/>
                                  <a:gd name="T96" fmla="*/ 5 w 11"/>
                                  <a:gd name="T97" fmla="*/ 1 h 7"/>
                                  <a:gd name="T98" fmla="*/ 5 w 11"/>
                                  <a:gd name="T99" fmla="*/ 1 h 7"/>
                                  <a:gd name="T100" fmla="*/ 5 w 11"/>
                                  <a:gd name="T101" fmla="*/ 1 h 7"/>
                                  <a:gd name="T102" fmla="*/ 4 w 11"/>
                                  <a:gd name="T103" fmla="*/ 1 h 7"/>
                                  <a:gd name="T104" fmla="*/ 4 w 11"/>
                                  <a:gd name="T105" fmla="*/ 1 h 7"/>
                                  <a:gd name="T106" fmla="*/ 2 w 11"/>
                                  <a:gd name="T107" fmla="*/ 1 h 7"/>
                                  <a:gd name="T108" fmla="*/ 2 w 11"/>
                                  <a:gd name="T109" fmla="*/ 1 h 7"/>
                                  <a:gd name="T110" fmla="*/ 1 w 11"/>
                                  <a:gd name="T111" fmla="*/ 1 h 7"/>
                                  <a:gd name="T112" fmla="*/ 0 w 11"/>
                                  <a:gd name="T113" fmla="*/ 1 h 7"/>
                                  <a:gd name="T114" fmla="*/ 0 w 11"/>
                                  <a:gd name="T115" fmla="*/ 4 h 7"/>
                                  <a:gd name="T116" fmla="*/ 1 w 11"/>
                                  <a:gd name="T117" fmla="*/ 4 h 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11" h="7">
                                    <a:moveTo>
                                      <a:pt x="1" y="4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lnTo>
                                      <a:pt x="1" y="4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3" name="Freeform 713">
                                <a:extLst>
                                  <a:ext uri="{FF2B5EF4-FFF2-40B4-BE49-F238E27FC236}">
                                    <a16:creationId xmlns:a16="http://schemas.microsoft.com/office/drawing/2014/main" id="{C515528C-6D73-DFFE-BBB0-CE21BEF1CD8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63075" y="4987925"/>
                                <a:ext cx="92075" cy="53975"/>
                              </a:xfrm>
                              <a:custGeom>
                                <a:avLst/>
                                <a:gdLst>
                                  <a:gd name="T0" fmla="*/ 15 w 22"/>
                                  <a:gd name="T1" fmla="*/ 1 h 13"/>
                                  <a:gd name="T2" fmla="*/ 15 w 22"/>
                                  <a:gd name="T3" fmla="*/ 1 h 13"/>
                                  <a:gd name="T4" fmla="*/ 15 w 22"/>
                                  <a:gd name="T5" fmla="*/ 1 h 13"/>
                                  <a:gd name="T6" fmla="*/ 15 w 22"/>
                                  <a:gd name="T7" fmla="*/ 1 h 13"/>
                                  <a:gd name="T8" fmla="*/ 15 w 22"/>
                                  <a:gd name="T9" fmla="*/ 1 h 13"/>
                                  <a:gd name="T10" fmla="*/ 15 w 22"/>
                                  <a:gd name="T11" fmla="*/ 1 h 13"/>
                                  <a:gd name="T12" fmla="*/ 15 w 22"/>
                                  <a:gd name="T13" fmla="*/ 1 h 13"/>
                                  <a:gd name="T14" fmla="*/ 15 w 22"/>
                                  <a:gd name="T15" fmla="*/ 2 h 13"/>
                                  <a:gd name="T16" fmla="*/ 15 w 22"/>
                                  <a:gd name="T17" fmla="*/ 1 h 13"/>
                                  <a:gd name="T18" fmla="*/ 15 w 22"/>
                                  <a:gd name="T19" fmla="*/ 1 h 13"/>
                                  <a:gd name="T20" fmla="*/ 15 w 22"/>
                                  <a:gd name="T21" fmla="*/ 1 h 13"/>
                                  <a:gd name="T22" fmla="*/ 15 w 22"/>
                                  <a:gd name="T23" fmla="*/ 1 h 13"/>
                                  <a:gd name="T24" fmla="*/ 15 w 22"/>
                                  <a:gd name="T25" fmla="*/ 2 h 13"/>
                                  <a:gd name="T26" fmla="*/ 18 w 22"/>
                                  <a:gd name="T27" fmla="*/ 0 h 13"/>
                                  <a:gd name="T28" fmla="*/ 18 w 22"/>
                                  <a:gd name="T29" fmla="*/ 0 h 13"/>
                                  <a:gd name="T30" fmla="*/ 19 w 22"/>
                                  <a:gd name="T31" fmla="*/ 0 h 13"/>
                                  <a:gd name="T32" fmla="*/ 19 w 22"/>
                                  <a:gd name="T33" fmla="*/ 0 h 13"/>
                                  <a:gd name="T34" fmla="*/ 9 w 22"/>
                                  <a:gd name="T35" fmla="*/ 12 h 13"/>
                                  <a:gd name="T36" fmla="*/ 10 w 22"/>
                                  <a:gd name="T37" fmla="*/ 13 h 13"/>
                                  <a:gd name="T38" fmla="*/ 13 w 22"/>
                                  <a:gd name="T39" fmla="*/ 13 h 13"/>
                                  <a:gd name="T40" fmla="*/ 14 w 22"/>
                                  <a:gd name="T41" fmla="*/ 13 h 13"/>
                                  <a:gd name="T42" fmla="*/ 15 w 22"/>
                                  <a:gd name="T43" fmla="*/ 13 h 13"/>
                                  <a:gd name="T44" fmla="*/ 18 w 22"/>
                                  <a:gd name="T45" fmla="*/ 12 h 13"/>
                                  <a:gd name="T46" fmla="*/ 22 w 22"/>
                                  <a:gd name="T47" fmla="*/ 5 h 13"/>
                                  <a:gd name="T48" fmla="*/ 22 w 22"/>
                                  <a:gd name="T49" fmla="*/ 5 h 13"/>
                                  <a:gd name="T50" fmla="*/ 22 w 22"/>
                                  <a:gd name="T51" fmla="*/ 4 h 13"/>
                                  <a:gd name="T52" fmla="*/ 21 w 22"/>
                                  <a:gd name="T53" fmla="*/ 4 h 13"/>
                                  <a:gd name="T54" fmla="*/ 20 w 22"/>
                                  <a:gd name="T55" fmla="*/ 4 h 13"/>
                                  <a:gd name="T56" fmla="*/ 20 w 22"/>
                                  <a:gd name="T57" fmla="*/ 4 h 13"/>
                                  <a:gd name="T58" fmla="*/ 19 w 22"/>
                                  <a:gd name="T59" fmla="*/ 4 h 13"/>
                                  <a:gd name="T60" fmla="*/ 19 w 22"/>
                                  <a:gd name="T61" fmla="*/ 4 h 13"/>
                                  <a:gd name="T62" fmla="*/ 19 w 22"/>
                                  <a:gd name="T63" fmla="*/ 4 h 13"/>
                                  <a:gd name="T64" fmla="*/ 18 w 22"/>
                                  <a:gd name="T65" fmla="*/ 4 h 13"/>
                                  <a:gd name="T66" fmla="*/ 17 w 22"/>
                                  <a:gd name="T67" fmla="*/ 3 h 13"/>
                                  <a:gd name="T68" fmla="*/ 16 w 22"/>
                                  <a:gd name="T69" fmla="*/ 3 h 13"/>
                                  <a:gd name="T70" fmla="*/ 15 w 22"/>
                                  <a:gd name="T71" fmla="*/ 2 h 13"/>
                                  <a:gd name="T72" fmla="*/ 15 w 22"/>
                                  <a:gd name="T73" fmla="*/ 2 h 13"/>
                                  <a:gd name="T74" fmla="*/ 14 w 22"/>
                                  <a:gd name="T75" fmla="*/ 1 h 13"/>
                                  <a:gd name="T76" fmla="*/ 13 w 22"/>
                                  <a:gd name="T77" fmla="*/ 1 h 13"/>
                                  <a:gd name="T78" fmla="*/ 12 w 22"/>
                                  <a:gd name="T79" fmla="*/ 1 h 13"/>
                                  <a:gd name="T80" fmla="*/ 11 w 22"/>
                                  <a:gd name="T81" fmla="*/ 2 h 13"/>
                                  <a:gd name="T82" fmla="*/ 10 w 22"/>
                                  <a:gd name="T83" fmla="*/ 2 h 13"/>
                                  <a:gd name="T84" fmla="*/ 9 w 22"/>
                                  <a:gd name="T85" fmla="*/ 2 h 13"/>
                                  <a:gd name="T86" fmla="*/ 9 w 22"/>
                                  <a:gd name="T87" fmla="*/ 3 h 13"/>
                                  <a:gd name="T88" fmla="*/ 8 w 22"/>
                                  <a:gd name="T89" fmla="*/ 5 h 13"/>
                                  <a:gd name="T90" fmla="*/ 3 w 22"/>
                                  <a:gd name="T91" fmla="*/ 6 h 13"/>
                                  <a:gd name="T92" fmla="*/ 3 w 22"/>
                                  <a:gd name="T93" fmla="*/ 6 h 13"/>
                                  <a:gd name="T94" fmla="*/ 3 w 22"/>
                                  <a:gd name="T95" fmla="*/ 5 h 13"/>
                                  <a:gd name="T96" fmla="*/ 2 w 22"/>
                                  <a:gd name="T97" fmla="*/ 6 h 13"/>
                                  <a:gd name="T98" fmla="*/ 6 w 22"/>
                                  <a:gd name="T99" fmla="*/ 10 h 13"/>
                                  <a:gd name="T100" fmla="*/ 7 w 22"/>
                                  <a:gd name="T101" fmla="*/ 12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22" h="13">
                                    <a:moveTo>
                                      <a:pt x="15" y="1"/>
                                    </a:move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9" y="0"/>
                                    </a:moveTo>
                                    <a:cubicBezTo>
                                      <a:pt x="19" y="0"/>
                                      <a:pt x="19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lose/>
                                    <a:moveTo>
                                      <a:pt x="9" y="12"/>
                                    </a:move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lnTo>
                                      <a:pt x="9" y="1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4" name="Freeform 714">
                                <a:extLst>
                                  <a:ext uri="{FF2B5EF4-FFF2-40B4-BE49-F238E27FC236}">
                                    <a16:creationId xmlns:a16="http://schemas.microsoft.com/office/drawing/2014/main" id="{3772F3F2-2AF0-27E7-9B08-681C2598D57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625013" y="5013325"/>
                                <a:ext cx="53975" cy="57150"/>
                              </a:xfrm>
                              <a:custGeom>
                                <a:avLst/>
                                <a:gdLst>
                                  <a:gd name="T0" fmla="*/ 12 w 13"/>
                                  <a:gd name="T1" fmla="*/ 0 h 14"/>
                                  <a:gd name="T2" fmla="*/ 13 w 13"/>
                                  <a:gd name="T3" fmla="*/ 1 h 14"/>
                                  <a:gd name="T4" fmla="*/ 12 w 13"/>
                                  <a:gd name="T5" fmla="*/ 1 h 14"/>
                                  <a:gd name="T6" fmla="*/ 12 w 13"/>
                                  <a:gd name="T7" fmla="*/ 1 h 14"/>
                                  <a:gd name="T8" fmla="*/ 12 w 13"/>
                                  <a:gd name="T9" fmla="*/ 2 h 14"/>
                                  <a:gd name="T10" fmla="*/ 11 w 13"/>
                                  <a:gd name="T11" fmla="*/ 2 h 14"/>
                                  <a:gd name="T12" fmla="*/ 11 w 13"/>
                                  <a:gd name="T13" fmla="*/ 1 h 14"/>
                                  <a:gd name="T14" fmla="*/ 11 w 13"/>
                                  <a:gd name="T15" fmla="*/ 1 h 14"/>
                                  <a:gd name="T16" fmla="*/ 11 w 13"/>
                                  <a:gd name="T17" fmla="*/ 1 h 14"/>
                                  <a:gd name="T18" fmla="*/ 11 w 13"/>
                                  <a:gd name="T19" fmla="*/ 1 h 14"/>
                                  <a:gd name="T20" fmla="*/ 11 w 13"/>
                                  <a:gd name="T21" fmla="*/ 0 h 14"/>
                                  <a:gd name="T22" fmla="*/ 10 w 13"/>
                                  <a:gd name="T23" fmla="*/ 1 h 14"/>
                                  <a:gd name="T24" fmla="*/ 9 w 13"/>
                                  <a:gd name="T25" fmla="*/ 1 h 14"/>
                                  <a:gd name="T26" fmla="*/ 9 w 13"/>
                                  <a:gd name="T27" fmla="*/ 2 h 14"/>
                                  <a:gd name="T28" fmla="*/ 9 w 13"/>
                                  <a:gd name="T29" fmla="*/ 2 h 14"/>
                                  <a:gd name="T30" fmla="*/ 8 w 13"/>
                                  <a:gd name="T31" fmla="*/ 1 h 14"/>
                                  <a:gd name="T32" fmla="*/ 6 w 13"/>
                                  <a:gd name="T33" fmla="*/ 1 h 14"/>
                                  <a:gd name="T34" fmla="*/ 6 w 13"/>
                                  <a:gd name="T35" fmla="*/ 1 h 14"/>
                                  <a:gd name="T36" fmla="*/ 6 w 13"/>
                                  <a:gd name="T37" fmla="*/ 2 h 14"/>
                                  <a:gd name="T38" fmla="*/ 6 w 13"/>
                                  <a:gd name="T39" fmla="*/ 2 h 14"/>
                                  <a:gd name="T40" fmla="*/ 7 w 13"/>
                                  <a:gd name="T41" fmla="*/ 3 h 14"/>
                                  <a:gd name="T42" fmla="*/ 7 w 13"/>
                                  <a:gd name="T43" fmla="*/ 4 h 14"/>
                                  <a:gd name="T44" fmla="*/ 7 w 13"/>
                                  <a:gd name="T45" fmla="*/ 5 h 14"/>
                                  <a:gd name="T46" fmla="*/ 7 w 13"/>
                                  <a:gd name="T47" fmla="*/ 5 h 14"/>
                                  <a:gd name="T48" fmla="*/ 7 w 13"/>
                                  <a:gd name="T49" fmla="*/ 6 h 14"/>
                                  <a:gd name="T50" fmla="*/ 6 w 13"/>
                                  <a:gd name="T51" fmla="*/ 6 h 14"/>
                                  <a:gd name="T52" fmla="*/ 4 w 13"/>
                                  <a:gd name="T53" fmla="*/ 8 h 14"/>
                                  <a:gd name="T54" fmla="*/ 4 w 13"/>
                                  <a:gd name="T55" fmla="*/ 9 h 14"/>
                                  <a:gd name="T56" fmla="*/ 3 w 13"/>
                                  <a:gd name="T57" fmla="*/ 10 h 14"/>
                                  <a:gd name="T58" fmla="*/ 2 w 13"/>
                                  <a:gd name="T59" fmla="*/ 11 h 14"/>
                                  <a:gd name="T60" fmla="*/ 2 w 13"/>
                                  <a:gd name="T61" fmla="*/ 11 h 14"/>
                                  <a:gd name="T62" fmla="*/ 0 w 13"/>
                                  <a:gd name="T63" fmla="*/ 13 h 14"/>
                                  <a:gd name="T64" fmla="*/ 1 w 13"/>
                                  <a:gd name="T65" fmla="*/ 13 h 14"/>
                                  <a:gd name="T66" fmla="*/ 2 w 13"/>
                                  <a:gd name="T67" fmla="*/ 13 h 14"/>
                                  <a:gd name="T68" fmla="*/ 3 w 13"/>
                                  <a:gd name="T69" fmla="*/ 13 h 14"/>
                                  <a:gd name="T70" fmla="*/ 3 w 13"/>
                                  <a:gd name="T71" fmla="*/ 13 h 14"/>
                                  <a:gd name="T72" fmla="*/ 4 w 13"/>
                                  <a:gd name="T73" fmla="*/ 13 h 14"/>
                                  <a:gd name="T74" fmla="*/ 4 w 13"/>
                                  <a:gd name="T75" fmla="*/ 13 h 14"/>
                                  <a:gd name="T76" fmla="*/ 5 w 13"/>
                                  <a:gd name="T77" fmla="*/ 12 h 14"/>
                                  <a:gd name="T78" fmla="*/ 6 w 13"/>
                                  <a:gd name="T79" fmla="*/ 11 h 14"/>
                                  <a:gd name="T80" fmla="*/ 6 w 13"/>
                                  <a:gd name="T81" fmla="*/ 11 h 14"/>
                                  <a:gd name="T82" fmla="*/ 6 w 13"/>
                                  <a:gd name="T83" fmla="*/ 10 h 14"/>
                                  <a:gd name="T84" fmla="*/ 7 w 13"/>
                                  <a:gd name="T85" fmla="*/ 10 h 14"/>
                                  <a:gd name="T86" fmla="*/ 7 w 13"/>
                                  <a:gd name="T87" fmla="*/ 10 h 14"/>
                                  <a:gd name="T88" fmla="*/ 8 w 13"/>
                                  <a:gd name="T89" fmla="*/ 10 h 14"/>
                                  <a:gd name="T90" fmla="*/ 10 w 13"/>
                                  <a:gd name="T91" fmla="*/ 10 h 14"/>
                                  <a:gd name="T92" fmla="*/ 10 w 13"/>
                                  <a:gd name="T93" fmla="*/ 9 h 14"/>
                                  <a:gd name="T94" fmla="*/ 10 w 13"/>
                                  <a:gd name="T95" fmla="*/ 8 h 14"/>
                                  <a:gd name="T96" fmla="*/ 9 w 13"/>
                                  <a:gd name="T97" fmla="*/ 7 h 14"/>
                                  <a:gd name="T98" fmla="*/ 9 w 13"/>
                                  <a:gd name="T99" fmla="*/ 7 h 14"/>
                                  <a:gd name="T100" fmla="*/ 10 w 13"/>
                                  <a:gd name="T101" fmla="*/ 6 h 14"/>
                                  <a:gd name="T102" fmla="*/ 11 w 13"/>
                                  <a:gd name="T103" fmla="*/ 6 h 14"/>
                                  <a:gd name="T104" fmla="*/ 11 w 13"/>
                                  <a:gd name="T105" fmla="*/ 6 h 14"/>
                                  <a:gd name="T106" fmla="*/ 12 w 13"/>
                                  <a:gd name="T107" fmla="*/ 4 h 14"/>
                                  <a:gd name="T108" fmla="*/ 12 w 13"/>
                                  <a:gd name="T109" fmla="*/ 3 h 1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13" h="14">
                                    <a:moveTo>
                                      <a:pt x="12" y="1"/>
                                    </a:moveTo>
                                    <a:cubicBezTo>
                                      <a:pt x="12" y="1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lose/>
                                    <a:moveTo>
                                      <a:pt x="12" y="2"/>
                                    </a:move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1"/>
                                      <a:pt x="10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0" y="1"/>
                                      <a:pt x="10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0"/>
                                      <a:pt x="11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7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3"/>
                                      <a:pt x="0" y="13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2"/>
                                      <a:pt x="4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10" y="10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5"/>
                                      <a:pt x="11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5" name="Freeform 715">
                                <a:extLst>
                                  <a:ext uri="{FF2B5EF4-FFF2-40B4-BE49-F238E27FC236}">
                                    <a16:creationId xmlns:a16="http://schemas.microsoft.com/office/drawing/2014/main" id="{26070370-8063-2103-9865-A3D5320AAA3D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67850" y="5062538"/>
                                <a:ext cx="33337" cy="38100"/>
                              </a:xfrm>
                              <a:custGeom>
                                <a:avLst/>
                                <a:gdLst>
                                  <a:gd name="T0" fmla="*/ 4 w 8"/>
                                  <a:gd name="T1" fmla="*/ 1 h 9"/>
                                  <a:gd name="T2" fmla="*/ 4 w 8"/>
                                  <a:gd name="T3" fmla="*/ 1 h 9"/>
                                  <a:gd name="T4" fmla="*/ 4 w 8"/>
                                  <a:gd name="T5" fmla="*/ 0 h 9"/>
                                  <a:gd name="T6" fmla="*/ 4 w 8"/>
                                  <a:gd name="T7" fmla="*/ 1 h 9"/>
                                  <a:gd name="T8" fmla="*/ 3 w 8"/>
                                  <a:gd name="T9" fmla="*/ 1 h 9"/>
                                  <a:gd name="T10" fmla="*/ 2 w 8"/>
                                  <a:gd name="T11" fmla="*/ 1 h 9"/>
                                  <a:gd name="T12" fmla="*/ 2 w 8"/>
                                  <a:gd name="T13" fmla="*/ 0 h 9"/>
                                  <a:gd name="T14" fmla="*/ 2 w 8"/>
                                  <a:gd name="T15" fmla="*/ 0 h 9"/>
                                  <a:gd name="T16" fmla="*/ 1 w 8"/>
                                  <a:gd name="T17" fmla="*/ 0 h 9"/>
                                  <a:gd name="T18" fmla="*/ 1 w 8"/>
                                  <a:gd name="T19" fmla="*/ 0 h 9"/>
                                  <a:gd name="T20" fmla="*/ 1 w 8"/>
                                  <a:gd name="T21" fmla="*/ 1 h 9"/>
                                  <a:gd name="T22" fmla="*/ 1 w 8"/>
                                  <a:gd name="T23" fmla="*/ 2 h 9"/>
                                  <a:gd name="T24" fmla="*/ 1 w 8"/>
                                  <a:gd name="T25" fmla="*/ 2 h 9"/>
                                  <a:gd name="T26" fmla="*/ 1 w 8"/>
                                  <a:gd name="T27" fmla="*/ 2 h 9"/>
                                  <a:gd name="T28" fmla="*/ 1 w 8"/>
                                  <a:gd name="T29" fmla="*/ 3 h 9"/>
                                  <a:gd name="T30" fmla="*/ 2 w 8"/>
                                  <a:gd name="T31" fmla="*/ 3 h 9"/>
                                  <a:gd name="T32" fmla="*/ 1 w 8"/>
                                  <a:gd name="T33" fmla="*/ 3 h 9"/>
                                  <a:gd name="T34" fmla="*/ 1 w 8"/>
                                  <a:gd name="T35" fmla="*/ 4 h 9"/>
                                  <a:gd name="T36" fmla="*/ 1 w 8"/>
                                  <a:gd name="T37" fmla="*/ 4 h 9"/>
                                  <a:gd name="T38" fmla="*/ 1 w 8"/>
                                  <a:gd name="T39" fmla="*/ 4 h 9"/>
                                  <a:gd name="T40" fmla="*/ 0 w 8"/>
                                  <a:gd name="T41" fmla="*/ 4 h 9"/>
                                  <a:gd name="T42" fmla="*/ 0 w 8"/>
                                  <a:gd name="T43" fmla="*/ 4 h 9"/>
                                  <a:gd name="T44" fmla="*/ 0 w 8"/>
                                  <a:gd name="T45" fmla="*/ 5 h 9"/>
                                  <a:gd name="T46" fmla="*/ 0 w 8"/>
                                  <a:gd name="T47" fmla="*/ 5 h 9"/>
                                  <a:gd name="T48" fmla="*/ 0 w 8"/>
                                  <a:gd name="T49" fmla="*/ 5 h 9"/>
                                  <a:gd name="T50" fmla="*/ 1 w 8"/>
                                  <a:gd name="T51" fmla="*/ 6 h 9"/>
                                  <a:gd name="T52" fmla="*/ 2 w 8"/>
                                  <a:gd name="T53" fmla="*/ 6 h 9"/>
                                  <a:gd name="T54" fmla="*/ 2 w 8"/>
                                  <a:gd name="T55" fmla="*/ 6 h 9"/>
                                  <a:gd name="T56" fmla="*/ 2 w 8"/>
                                  <a:gd name="T57" fmla="*/ 7 h 9"/>
                                  <a:gd name="T58" fmla="*/ 2 w 8"/>
                                  <a:gd name="T59" fmla="*/ 7 h 9"/>
                                  <a:gd name="T60" fmla="*/ 4 w 8"/>
                                  <a:gd name="T61" fmla="*/ 8 h 9"/>
                                  <a:gd name="T62" fmla="*/ 4 w 8"/>
                                  <a:gd name="T63" fmla="*/ 9 h 9"/>
                                  <a:gd name="T64" fmla="*/ 4 w 8"/>
                                  <a:gd name="T65" fmla="*/ 9 h 9"/>
                                  <a:gd name="T66" fmla="*/ 4 w 8"/>
                                  <a:gd name="T67" fmla="*/ 9 h 9"/>
                                  <a:gd name="T68" fmla="*/ 4 w 8"/>
                                  <a:gd name="T69" fmla="*/ 9 h 9"/>
                                  <a:gd name="T70" fmla="*/ 4 w 8"/>
                                  <a:gd name="T71" fmla="*/ 9 h 9"/>
                                  <a:gd name="T72" fmla="*/ 4 w 8"/>
                                  <a:gd name="T73" fmla="*/ 9 h 9"/>
                                  <a:gd name="T74" fmla="*/ 5 w 8"/>
                                  <a:gd name="T75" fmla="*/ 9 h 9"/>
                                  <a:gd name="T76" fmla="*/ 5 w 8"/>
                                  <a:gd name="T77" fmla="*/ 9 h 9"/>
                                  <a:gd name="T78" fmla="*/ 5 w 8"/>
                                  <a:gd name="T79" fmla="*/ 9 h 9"/>
                                  <a:gd name="T80" fmla="*/ 5 w 8"/>
                                  <a:gd name="T81" fmla="*/ 9 h 9"/>
                                  <a:gd name="T82" fmla="*/ 5 w 8"/>
                                  <a:gd name="T83" fmla="*/ 9 h 9"/>
                                  <a:gd name="T84" fmla="*/ 6 w 8"/>
                                  <a:gd name="T85" fmla="*/ 9 h 9"/>
                                  <a:gd name="T86" fmla="*/ 6 w 8"/>
                                  <a:gd name="T87" fmla="*/ 9 h 9"/>
                                  <a:gd name="T88" fmla="*/ 6 w 8"/>
                                  <a:gd name="T89" fmla="*/ 8 h 9"/>
                                  <a:gd name="T90" fmla="*/ 6 w 8"/>
                                  <a:gd name="T91" fmla="*/ 8 h 9"/>
                                  <a:gd name="T92" fmla="*/ 6 w 8"/>
                                  <a:gd name="T93" fmla="*/ 7 h 9"/>
                                  <a:gd name="T94" fmla="*/ 7 w 8"/>
                                  <a:gd name="T95" fmla="*/ 7 h 9"/>
                                  <a:gd name="T96" fmla="*/ 6 w 8"/>
                                  <a:gd name="T97" fmla="*/ 6 h 9"/>
                                  <a:gd name="T98" fmla="*/ 7 w 8"/>
                                  <a:gd name="T99" fmla="*/ 6 h 9"/>
                                  <a:gd name="T100" fmla="*/ 7 w 8"/>
                                  <a:gd name="T101" fmla="*/ 3 h 9"/>
                                  <a:gd name="T102" fmla="*/ 8 w 8"/>
                                  <a:gd name="T103" fmla="*/ 3 h 9"/>
                                  <a:gd name="T104" fmla="*/ 7 w 8"/>
                                  <a:gd name="T105" fmla="*/ 2 h 9"/>
                                  <a:gd name="T106" fmla="*/ 7 w 8"/>
                                  <a:gd name="T107" fmla="*/ 2 h 9"/>
                                  <a:gd name="T108" fmla="*/ 6 w 8"/>
                                  <a:gd name="T109" fmla="*/ 2 h 9"/>
                                  <a:gd name="T110" fmla="*/ 6 w 8"/>
                                  <a:gd name="T111" fmla="*/ 2 h 9"/>
                                  <a:gd name="T112" fmla="*/ 6 w 8"/>
                                  <a:gd name="T113" fmla="*/ 2 h 9"/>
                                  <a:gd name="T114" fmla="*/ 6 w 8"/>
                                  <a:gd name="T115" fmla="*/ 1 h 9"/>
                                  <a:gd name="T116" fmla="*/ 6 w 8"/>
                                  <a:gd name="T117" fmla="*/ 1 h 9"/>
                                  <a:gd name="T118" fmla="*/ 5 w 8"/>
                                  <a:gd name="T119" fmla="*/ 1 h 9"/>
                                  <a:gd name="T120" fmla="*/ 4 w 8"/>
                                  <a:gd name="T121" fmla="*/ 1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8" h="9">
                                    <a:moveTo>
                                      <a:pt x="4" y="1"/>
                                    </a:move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lnTo>
                                      <a:pt x="4" y="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6" name="Freeform 716">
                                <a:extLst>
                                  <a:ext uri="{FF2B5EF4-FFF2-40B4-BE49-F238E27FC236}">
                                    <a16:creationId xmlns:a16="http://schemas.microsoft.com/office/drawing/2014/main" id="{60FC17B3-BB42-AED5-72C2-9D5AF83BFA3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50388" y="5062538"/>
                                <a:ext cx="25400" cy="30163"/>
                              </a:xfrm>
                              <a:custGeom>
                                <a:avLst/>
                                <a:gdLst>
                                  <a:gd name="T0" fmla="*/ 4 w 6"/>
                                  <a:gd name="T1" fmla="*/ 0 h 7"/>
                                  <a:gd name="T2" fmla="*/ 3 w 6"/>
                                  <a:gd name="T3" fmla="*/ 0 h 7"/>
                                  <a:gd name="T4" fmla="*/ 3 w 6"/>
                                  <a:gd name="T5" fmla="*/ 0 h 7"/>
                                  <a:gd name="T6" fmla="*/ 2 w 6"/>
                                  <a:gd name="T7" fmla="*/ 0 h 7"/>
                                  <a:gd name="T8" fmla="*/ 2 w 6"/>
                                  <a:gd name="T9" fmla="*/ 1 h 7"/>
                                  <a:gd name="T10" fmla="*/ 2 w 6"/>
                                  <a:gd name="T11" fmla="*/ 2 h 7"/>
                                  <a:gd name="T12" fmla="*/ 2 w 6"/>
                                  <a:gd name="T13" fmla="*/ 2 h 7"/>
                                  <a:gd name="T14" fmla="*/ 2 w 6"/>
                                  <a:gd name="T15" fmla="*/ 3 h 7"/>
                                  <a:gd name="T16" fmla="*/ 2 w 6"/>
                                  <a:gd name="T17" fmla="*/ 3 h 7"/>
                                  <a:gd name="T18" fmla="*/ 1 w 6"/>
                                  <a:gd name="T19" fmla="*/ 3 h 7"/>
                                  <a:gd name="T20" fmla="*/ 1 w 6"/>
                                  <a:gd name="T21" fmla="*/ 4 h 7"/>
                                  <a:gd name="T22" fmla="*/ 1 w 6"/>
                                  <a:gd name="T23" fmla="*/ 4 h 7"/>
                                  <a:gd name="T24" fmla="*/ 0 w 6"/>
                                  <a:gd name="T25" fmla="*/ 4 h 7"/>
                                  <a:gd name="T26" fmla="*/ 0 w 6"/>
                                  <a:gd name="T27" fmla="*/ 5 h 7"/>
                                  <a:gd name="T28" fmla="*/ 1 w 6"/>
                                  <a:gd name="T29" fmla="*/ 6 h 7"/>
                                  <a:gd name="T30" fmla="*/ 1 w 6"/>
                                  <a:gd name="T31" fmla="*/ 6 h 7"/>
                                  <a:gd name="T32" fmla="*/ 2 w 6"/>
                                  <a:gd name="T33" fmla="*/ 6 h 7"/>
                                  <a:gd name="T34" fmla="*/ 2 w 6"/>
                                  <a:gd name="T35" fmla="*/ 6 h 7"/>
                                  <a:gd name="T36" fmla="*/ 3 w 6"/>
                                  <a:gd name="T37" fmla="*/ 6 h 7"/>
                                  <a:gd name="T38" fmla="*/ 3 w 6"/>
                                  <a:gd name="T39" fmla="*/ 6 h 7"/>
                                  <a:gd name="T40" fmla="*/ 3 w 6"/>
                                  <a:gd name="T41" fmla="*/ 6 h 7"/>
                                  <a:gd name="T42" fmla="*/ 4 w 6"/>
                                  <a:gd name="T43" fmla="*/ 7 h 7"/>
                                  <a:gd name="T44" fmla="*/ 4 w 6"/>
                                  <a:gd name="T45" fmla="*/ 7 h 7"/>
                                  <a:gd name="T46" fmla="*/ 5 w 6"/>
                                  <a:gd name="T47" fmla="*/ 7 h 7"/>
                                  <a:gd name="T48" fmla="*/ 5 w 6"/>
                                  <a:gd name="T49" fmla="*/ 7 h 7"/>
                                  <a:gd name="T50" fmla="*/ 5 w 6"/>
                                  <a:gd name="T51" fmla="*/ 7 h 7"/>
                                  <a:gd name="T52" fmla="*/ 6 w 6"/>
                                  <a:gd name="T53" fmla="*/ 6 h 7"/>
                                  <a:gd name="T54" fmla="*/ 5 w 6"/>
                                  <a:gd name="T55" fmla="*/ 6 h 7"/>
                                  <a:gd name="T56" fmla="*/ 4 w 6"/>
                                  <a:gd name="T57" fmla="*/ 5 h 7"/>
                                  <a:gd name="T58" fmla="*/ 4 w 6"/>
                                  <a:gd name="T59" fmla="*/ 4 h 7"/>
                                  <a:gd name="T60" fmla="*/ 5 w 6"/>
                                  <a:gd name="T61" fmla="*/ 4 h 7"/>
                                  <a:gd name="T62" fmla="*/ 5 w 6"/>
                                  <a:gd name="T63" fmla="*/ 4 h 7"/>
                                  <a:gd name="T64" fmla="*/ 6 w 6"/>
                                  <a:gd name="T65" fmla="*/ 3 h 7"/>
                                  <a:gd name="T66" fmla="*/ 5 w 6"/>
                                  <a:gd name="T67" fmla="*/ 2 h 7"/>
                                  <a:gd name="T68" fmla="*/ 5 w 6"/>
                                  <a:gd name="T69" fmla="*/ 2 h 7"/>
                                  <a:gd name="T70" fmla="*/ 5 w 6"/>
                                  <a:gd name="T71" fmla="*/ 0 h 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</a:cxnLst>
                                <a:rect l="0" t="0" r="r" b="b"/>
                                <a:pathLst>
                                  <a:path w="6" h="7">
                                    <a:moveTo>
                                      <a:pt x="4" y="0"/>
                                    </a:move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7" name="Freeform 717">
                                <a:extLst>
                                  <a:ext uri="{FF2B5EF4-FFF2-40B4-BE49-F238E27FC236}">
                                    <a16:creationId xmlns:a16="http://schemas.microsoft.com/office/drawing/2014/main" id="{4DB0C791-284F-D16E-4A72-A359624549A0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04363" y="5116513"/>
                                <a:ext cx="96837" cy="74613"/>
                              </a:xfrm>
                              <a:custGeom>
                                <a:avLst/>
                                <a:gdLst>
                                  <a:gd name="T0" fmla="*/ 20 w 23"/>
                                  <a:gd name="T1" fmla="*/ 15 h 18"/>
                                  <a:gd name="T2" fmla="*/ 18 w 23"/>
                                  <a:gd name="T3" fmla="*/ 14 h 18"/>
                                  <a:gd name="T4" fmla="*/ 18 w 23"/>
                                  <a:gd name="T5" fmla="*/ 15 h 18"/>
                                  <a:gd name="T6" fmla="*/ 16 w 23"/>
                                  <a:gd name="T7" fmla="*/ 15 h 18"/>
                                  <a:gd name="T8" fmla="*/ 14 w 23"/>
                                  <a:gd name="T9" fmla="*/ 14 h 18"/>
                                  <a:gd name="T10" fmla="*/ 11 w 23"/>
                                  <a:gd name="T11" fmla="*/ 12 h 18"/>
                                  <a:gd name="T12" fmla="*/ 10 w 23"/>
                                  <a:gd name="T13" fmla="*/ 11 h 18"/>
                                  <a:gd name="T14" fmla="*/ 9 w 23"/>
                                  <a:gd name="T15" fmla="*/ 9 h 18"/>
                                  <a:gd name="T16" fmla="*/ 7 w 23"/>
                                  <a:gd name="T17" fmla="*/ 7 h 18"/>
                                  <a:gd name="T18" fmla="*/ 4 w 23"/>
                                  <a:gd name="T19" fmla="*/ 2 h 18"/>
                                  <a:gd name="T20" fmla="*/ 2 w 23"/>
                                  <a:gd name="T21" fmla="*/ 1 h 18"/>
                                  <a:gd name="T22" fmla="*/ 1 w 23"/>
                                  <a:gd name="T23" fmla="*/ 1 h 18"/>
                                  <a:gd name="T24" fmla="*/ 0 w 23"/>
                                  <a:gd name="T25" fmla="*/ 6 h 18"/>
                                  <a:gd name="T26" fmla="*/ 1 w 23"/>
                                  <a:gd name="T27" fmla="*/ 6 h 18"/>
                                  <a:gd name="T28" fmla="*/ 1 w 23"/>
                                  <a:gd name="T29" fmla="*/ 7 h 18"/>
                                  <a:gd name="T30" fmla="*/ 1 w 23"/>
                                  <a:gd name="T31" fmla="*/ 7 h 18"/>
                                  <a:gd name="T32" fmla="*/ 1 w 23"/>
                                  <a:gd name="T33" fmla="*/ 8 h 18"/>
                                  <a:gd name="T34" fmla="*/ 2 w 23"/>
                                  <a:gd name="T35" fmla="*/ 9 h 18"/>
                                  <a:gd name="T36" fmla="*/ 3 w 23"/>
                                  <a:gd name="T37" fmla="*/ 9 h 18"/>
                                  <a:gd name="T38" fmla="*/ 4 w 23"/>
                                  <a:gd name="T39" fmla="*/ 9 h 18"/>
                                  <a:gd name="T40" fmla="*/ 4 w 23"/>
                                  <a:gd name="T41" fmla="*/ 10 h 18"/>
                                  <a:gd name="T42" fmla="*/ 4 w 23"/>
                                  <a:gd name="T43" fmla="*/ 10 h 18"/>
                                  <a:gd name="T44" fmla="*/ 4 w 23"/>
                                  <a:gd name="T45" fmla="*/ 11 h 18"/>
                                  <a:gd name="T46" fmla="*/ 4 w 23"/>
                                  <a:gd name="T47" fmla="*/ 11 h 18"/>
                                  <a:gd name="T48" fmla="*/ 5 w 23"/>
                                  <a:gd name="T49" fmla="*/ 11 h 18"/>
                                  <a:gd name="T50" fmla="*/ 5 w 23"/>
                                  <a:gd name="T51" fmla="*/ 12 h 18"/>
                                  <a:gd name="T52" fmla="*/ 5 w 23"/>
                                  <a:gd name="T53" fmla="*/ 12 h 18"/>
                                  <a:gd name="T54" fmla="*/ 6 w 23"/>
                                  <a:gd name="T55" fmla="*/ 11 h 18"/>
                                  <a:gd name="T56" fmla="*/ 6 w 23"/>
                                  <a:gd name="T57" fmla="*/ 12 h 18"/>
                                  <a:gd name="T58" fmla="*/ 7 w 23"/>
                                  <a:gd name="T59" fmla="*/ 13 h 18"/>
                                  <a:gd name="T60" fmla="*/ 8 w 23"/>
                                  <a:gd name="T61" fmla="*/ 14 h 18"/>
                                  <a:gd name="T62" fmla="*/ 8 w 23"/>
                                  <a:gd name="T63" fmla="*/ 15 h 18"/>
                                  <a:gd name="T64" fmla="*/ 9 w 23"/>
                                  <a:gd name="T65" fmla="*/ 16 h 18"/>
                                  <a:gd name="T66" fmla="*/ 9 w 23"/>
                                  <a:gd name="T67" fmla="*/ 16 h 18"/>
                                  <a:gd name="T68" fmla="*/ 10 w 23"/>
                                  <a:gd name="T69" fmla="*/ 16 h 18"/>
                                  <a:gd name="T70" fmla="*/ 10 w 23"/>
                                  <a:gd name="T71" fmla="*/ 16 h 18"/>
                                  <a:gd name="T72" fmla="*/ 10 w 23"/>
                                  <a:gd name="T73" fmla="*/ 16 h 18"/>
                                  <a:gd name="T74" fmla="*/ 11 w 23"/>
                                  <a:gd name="T75" fmla="*/ 17 h 18"/>
                                  <a:gd name="T76" fmla="*/ 12 w 23"/>
                                  <a:gd name="T77" fmla="*/ 17 h 18"/>
                                  <a:gd name="T78" fmla="*/ 12 w 23"/>
                                  <a:gd name="T79" fmla="*/ 16 h 18"/>
                                  <a:gd name="T80" fmla="*/ 12 w 23"/>
                                  <a:gd name="T81" fmla="*/ 16 h 18"/>
                                  <a:gd name="T82" fmla="*/ 13 w 23"/>
                                  <a:gd name="T83" fmla="*/ 17 h 18"/>
                                  <a:gd name="T84" fmla="*/ 14 w 23"/>
                                  <a:gd name="T85" fmla="*/ 17 h 18"/>
                                  <a:gd name="T86" fmla="*/ 14 w 23"/>
                                  <a:gd name="T87" fmla="*/ 17 h 18"/>
                                  <a:gd name="T88" fmla="*/ 15 w 23"/>
                                  <a:gd name="T89" fmla="*/ 17 h 18"/>
                                  <a:gd name="T90" fmla="*/ 16 w 23"/>
                                  <a:gd name="T91" fmla="*/ 17 h 18"/>
                                  <a:gd name="T92" fmla="*/ 16 w 23"/>
                                  <a:gd name="T93" fmla="*/ 17 h 18"/>
                                  <a:gd name="T94" fmla="*/ 17 w 23"/>
                                  <a:gd name="T95" fmla="*/ 17 h 18"/>
                                  <a:gd name="T96" fmla="*/ 18 w 23"/>
                                  <a:gd name="T97" fmla="*/ 17 h 18"/>
                                  <a:gd name="T98" fmla="*/ 19 w 23"/>
                                  <a:gd name="T99" fmla="*/ 17 h 18"/>
                                  <a:gd name="T100" fmla="*/ 21 w 23"/>
                                  <a:gd name="T101" fmla="*/ 18 h 18"/>
                                  <a:gd name="T102" fmla="*/ 21 w 23"/>
                                  <a:gd name="T103" fmla="*/ 18 h 18"/>
                                  <a:gd name="T104" fmla="*/ 23 w 23"/>
                                  <a:gd name="T105" fmla="*/ 18 h 1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3" h="18">
                                    <a:moveTo>
                                      <a:pt x="22" y="16"/>
                                    </a:move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4"/>
                                      <a:pt x="20" y="14"/>
                                    </a:cubicBezTo>
                                    <a:cubicBezTo>
                                      <a:pt x="20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5" y="15"/>
                                      <a:pt x="15" y="15"/>
                                      <a:pt x="15" y="15"/>
                                    </a:cubicBezTo>
                                    <a:cubicBezTo>
                                      <a:pt x="15" y="15"/>
                                      <a:pt x="15" y="15"/>
                                      <a:pt x="15" y="15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3"/>
                                      <a:pt x="13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8" y="9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2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7" y="17"/>
                                      <a:pt x="17" y="17"/>
                                    </a:cubicBezTo>
                                    <a:cubicBezTo>
                                      <a:pt x="17" y="17"/>
                                      <a:pt x="17" y="17"/>
                                      <a:pt x="17" y="17"/>
                                    </a:cubicBezTo>
                                    <a:cubicBezTo>
                                      <a:pt x="17" y="17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3" y="18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lnTo>
                                      <a:pt x="22" y="16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28" name="Group 227">
                              <a:extLst>
                                <a:ext uri="{FF2B5EF4-FFF2-40B4-BE49-F238E27FC236}">
                                  <a16:creationId xmlns:a16="http://schemas.microsoft.com/office/drawing/2014/main" id="{E41D1BE8-AECC-A685-DBD0-DAE50DF000F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0066338" y="5942013"/>
                              <a:ext cx="503237" cy="561975"/>
                              <a:chOff x="10066338" y="5942013"/>
                              <a:chExt cx="503237" cy="561975"/>
                            </a:xfrm>
                            <a:grpFill/>
                          </p:grpSpPr>
                          <p:sp>
                            <p:nvSpPr>
                              <p:cNvPr id="243" name="Freeform 718">
                                <a:extLst>
                                  <a:ext uri="{FF2B5EF4-FFF2-40B4-BE49-F238E27FC236}">
                                    <a16:creationId xmlns:a16="http://schemas.microsoft.com/office/drawing/2014/main" id="{9AF03809-70EE-0276-DEE0-334CB97A584C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117138" y="6167438"/>
                                <a:ext cx="133350" cy="149225"/>
                              </a:xfrm>
                              <a:custGeom>
                                <a:avLst/>
                                <a:gdLst>
                                  <a:gd name="T0" fmla="*/ 13 w 32"/>
                                  <a:gd name="T1" fmla="*/ 29 h 36"/>
                                  <a:gd name="T2" fmla="*/ 14 w 32"/>
                                  <a:gd name="T3" fmla="*/ 28 h 36"/>
                                  <a:gd name="T4" fmla="*/ 14 w 32"/>
                                  <a:gd name="T5" fmla="*/ 26 h 36"/>
                                  <a:gd name="T6" fmla="*/ 16 w 32"/>
                                  <a:gd name="T7" fmla="*/ 26 h 36"/>
                                  <a:gd name="T8" fmla="*/ 17 w 32"/>
                                  <a:gd name="T9" fmla="*/ 25 h 36"/>
                                  <a:gd name="T10" fmla="*/ 19 w 32"/>
                                  <a:gd name="T11" fmla="*/ 24 h 36"/>
                                  <a:gd name="T12" fmla="*/ 20 w 32"/>
                                  <a:gd name="T13" fmla="*/ 23 h 36"/>
                                  <a:gd name="T14" fmla="*/ 22 w 32"/>
                                  <a:gd name="T15" fmla="*/ 21 h 36"/>
                                  <a:gd name="T16" fmla="*/ 24 w 32"/>
                                  <a:gd name="T17" fmla="*/ 20 h 36"/>
                                  <a:gd name="T18" fmla="*/ 26 w 32"/>
                                  <a:gd name="T19" fmla="*/ 20 h 36"/>
                                  <a:gd name="T20" fmla="*/ 27 w 32"/>
                                  <a:gd name="T21" fmla="*/ 19 h 36"/>
                                  <a:gd name="T22" fmla="*/ 28 w 32"/>
                                  <a:gd name="T23" fmla="*/ 17 h 36"/>
                                  <a:gd name="T24" fmla="*/ 29 w 32"/>
                                  <a:gd name="T25" fmla="*/ 16 h 36"/>
                                  <a:gd name="T26" fmla="*/ 30 w 32"/>
                                  <a:gd name="T27" fmla="*/ 15 h 36"/>
                                  <a:gd name="T28" fmla="*/ 30 w 32"/>
                                  <a:gd name="T29" fmla="*/ 14 h 36"/>
                                  <a:gd name="T30" fmla="*/ 30 w 32"/>
                                  <a:gd name="T31" fmla="*/ 13 h 36"/>
                                  <a:gd name="T32" fmla="*/ 29 w 32"/>
                                  <a:gd name="T33" fmla="*/ 12 h 36"/>
                                  <a:gd name="T34" fmla="*/ 28 w 32"/>
                                  <a:gd name="T35" fmla="*/ 11 h 36"/>
                                  <a:gd name="T36" fmla="*/ 28 w 32"/>
                                  <a:gd name="T37" fmla="*/ 10 h 36"/>
                                  <a:gd name="T38" fmla="*/ 28 w 32"/>
                                  <a:gd name="T39" fmla="*/ 9 h 36"/>
                                  <a:gd name="T40" fmla="*/ 29 w 32"/>
                                  <a:gd name="T41" fmla="*/ 8 h 36"/>
                                  <a:gd name="T42" fmla="*/ 30 w 32"/>
                                  <a:gd name="T43" fmla="*/ 8 h 36"/>
                                  <a:gd name="T44" fmla="*/ 30 w 32"/>
                                  <a:gd name="T45" fmla="*/ 6 h 36"/>
                                  <a:gd name="T46" fmla="*/ 31 w 32"/>
                                  <a:gd name="T47" fmla="*/ 6 h 36"/>
                                  <a:gd name="T48" fmla="*/ 32 w 32"/>
                                  <a:gd name="T49" fmla="*/ 4 h 36"/>
                                  <a:gd name="T50" fmla="*/ 32 w 32"/>
                                  <a:gd name="T51" fmla="*/ 4 h 36"/>
                                  <a:gd name="T52" fmla="*/ 31 w 32"/>
                                  <a:gd name="T53" fmla="*/ 2 h 36"/>
                                  <a:gd name="T54" fmla="*/ 30 w 32"/>
                                  <a:gd name="T55" fmla="*/ 2 h 36"/>
                                  <a:gd name="T56" fmla="*/ 30 w 32"/>
                                  <a:gd name="T57" fmla="*/ 2 h 36"/>
                                  <a:gd name="T58" fmla="*/ 29 w 32"/>
                                  <a:gd name="T59" fmla="*/ 1 h 36"/>
                                  <a:gd name="T60" fmla="*/ 29 w 32"/>
                                  <a:gd name="T61" fmla="*/ 0 h 36"/>
                                  <a:gd name="T62" fmla="*/ 28 w 32"/>
                                  <a:gd name="T63" fmla="*/ 1 h 36"/>
                                  <a:gd name="T64" fmla="*/ 28 w 32"/>
                                  <a:gd name="T65" fmla="*/ 4 h 36"/>
                                  <a:gd name="T66" fmla="*/ 27 w 32"/>
                                  <a:gd name="T67" fmla="*/ 7 h 36"/>
                                  <a:gd name="T68" fmla="*/ 26 w 32"/>
                                  <a:gd name="T69" fmla="*/ 8 h 36"/>
                                  <a:gd name="T70" fmla="*/ 24 w 32"/>
                                  <a:gd name="T71" fmla="*/ 9 h 36"/>
                                  <a:gd name="T72" fmla="*/ 23 w 32"/>
                                  <a:gd name="T73" fmla="*/ 11 h 36"/>
                                  <a:gd name="T74" fmla="*/ 22 w 32"/>
                                  <a:gd name="T75" fmla="*/ 15 h 36"/>
                                  <a:gd name="T76" fmla="*/ 20 w 32"/>
                                  <a:gd name="T77" fmla="*/ 19 h 36"/>
                                  <a:gd name="T78" fmla="*/ 19 w 32"/>
                                  <a:gd name="T79" fmla="*/ 20 h 36"/>
                                  <a:gd name="T80" fmla="*/ 18 w 32"/>
                                  <a:gd name="T81" fmla="*/ 21 h 36"/>
                                  <a:gd name="T82" fmla="*/ 15 w 32"/>
                                  <a:gd name="T83" fmla="*/ 22 h 36"/>
                                  <a:gd name="T84" fmla="*/ 15 w 32"/>
                                  <a:gd name="T85" fmla="*/ 23 h 36"/>
                                  <a:gd name="T86" fmla="*/ 14 w 32"/>
                                  <a:gd name="T87" fmla="*/ 24 h 36"/>
                                  <a:gd name="T88" fmla="*/ 12 w 32"/>
                                  <a:gd name="T89" fmla="*/ 26 h 36"/>
                                  <a:gd name="T90" fmla="*/ 11 w 32"/>
                                  <a:gd name="T91" fmla="*/ 27 h 36"/>
                                  <a:gd name="T92" fmla="*/ 9 w 32"/>
                                  <a:gd name="T93" fmla="*/ 27 h 36"/>
                                  <a:gd name="T94" fmla="*/ 8 w 32"/>
                                  <a:gd name="T95" fmla="*/ 28 h 36"/>
                                  <a:gd name="T96" fmla="*/ 6 w 32"/>
                                  <a:gd name="T97" fmla="*/ 30 h 36"/>
                                  <a:gd name="T98" fmla="*/ 4 w 32"/>
                                  <a:gd name="T99" fmla="*/ 31 h 36"/>
                                  <a:gd name="T100" fmla="*/ 2 w 32"/>
                                  <a:gd name="T101" fmla="*/ 31 h 36"/>
                                  <a:gd name="T102" fmla="*/ 0 w 32"/>
                                  <a:gd name="T103" fmla="*/ 33 h 36"/>
                                  <a:gd name="T104" fmla="*/ 0 w 32"/>
                                  <a:gd name="T105" fmla="*/ 34 h 36"/>
                                  <a:gd name="T106" fmla="*/ 2 w 32"/>
                                  <a:gd name="T107" fmla="*/ 34 h 36"/>
                                  <a:gd name="T108" fmla="*/ 2 w 32"/>
                                  <a:gd name="T109" fmla="*/ 35 h 36"/>
                                  <a:gd name="T110" fmla="*/ 2 w 32"/>
                                  <a:gd name="T111" fmla="*/ 36 h 36"/>
                                  <a:gd name="T112" fmla="*/ 4 w 32"/>
                                  <a:gd name="T113" fmla="*/ 35 h 36"/>
                                  <a:gd name="T114" fmla="*/ 5 w 32"/>
                                  <a:gd name="T115" fmla="*/ 34 h 36"/>
                                  <a:gd name="T116" fmla="*/ 6 w 32"/>
                                  <a:gd name="T117" fmla="*/ 33 h 36"/>
                                  <a:gd name="T118" fmla="*/ 7 w 32"/>
                                  <a:gd name="T119" fmla="*/ 32 h 36"/>
                                  <a:gd name="T120" fmla="*/ 9 w 32"/>
                                  <a:gd name="T121" fmla="*/ 32 h 36"/>
                                  <a:gd name="T122" fmla="*/ 10 w 32"/>
                                  <a:gd name="T123" fmla="*/ 31 h 36"/>
                                  <a:gd name="T124" fmla="*/ 11 w 32"/>
                                  <a:gd name="T125" fmla="*/ 30 h 3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  <a:cxn ang="0">
                                    <a:pos x="T124" y="T125"/>
                                  </a:cxn>
                                </a:cxnLst>
                                <a:rect l="0" t="0" r="r" b="b"/>
                                <a:pathLst>
                                  <a:path w="32" h="36">
                                    <a:moveTo>
                                      <a:pt x="12" y="30"/>
                                    </a:move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4" y="28"/>
                                      <a:pt x="14" y="28"/>
                                      <a:pt x="14" y="28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6"/>
                                    </a:cubicBezTo>
                                    <a:cubicBezTo>
                                      <a:pt x="14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6" y="26"/>
                                      <a:pt x="16" y="26"/>
                                      <a:pt x="16" y="26"/>
                                    </a:cubicBezTo>
                                    <a:cubicBezTo>
                                      <a:pt x="16" y="26"/>
                                      <a:pt x="16" y="26"/>
                                      <a:pt x="16" y="26"/>
                                    </a:cubicBezTo>
                                    <a:cubicBezTo>
                                      <a:pt x="16" y="26"/>
                                      <a:pt x="16" y="25"/>
                                      <a:pt x="16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1" y="22"/>
                                      <a:pt x="21" y="22"/>
                                      <a:pt x="21" y="22"/>
                                    </a:cubicBezTo>
                                    <a:cubicBezTo>
                                      <a:pt x="22" y="22"/>
                                      <a:pt x="22" y="22"/>
                                      <a:pt x="22" y="22"/>
                                    </a:cubicBezTo>
                                    <a:cubicBezTo>
                                      <a:pt x="22" y="22"/>
                                      <a:pt x="22" y="22"/>
                                      <a:pt x="22" y="22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4" y="20"/>
                                      <a:pt x="24" y="20"/>
                                      <a:pt x="24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6" y="20"/>
                                      <a:pt x="26" y="20"/>
                                      <a:pt x="26" y="20"/>
                                    </a:cubicBezTo>
                                    <a:cubicBezTo>
                                      <a:pt x="26" y="20"/>
                                      <a:pt x="26" y="20"/>
                                      <a:pt x="26" y="20"/>
                                    </a:cubicBezTo>
                                    <a:cubicBezTo>
                                      <a:pt x="26" y="19"/>
                                      <a:pt x="26" y="19"/>
                                      <a:pt x="26" y="19"/>
                                    </a:cubicBezTo>
                                    <a:cubicBezTo>
                                      <a:pt x="26" y="19"/>
                                      <a:pt x="26" y="19"/>
                                      <a:pt x="26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7" y="18"/>
                                      <a:pt x="27" y="17"/>
                                      <a:pt x="27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4"/>
                                      <a:pt x="31" y="14"/>
                                    </a:cubicBezTo>
                                    <a:cubicBezTo>
                                      <a:pt x="31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10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10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9"/>
                                      <a:pt x="29" y="9"/>
                                      <a:pt x="29" y="9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2" y="5"/>
                                      <a:pt x="32" y="5"/>
                                    </a:cubicBezTo>
                                    <a:cubicBezTo>
                                      <a:pt x="32" y="5"/>
                                      <a:pt x="32" y="5"/>
                                      <a:pt x="32" y="5"/>
                                    </a:cubicBezTo>
                                    <a:cubicBezTo>
                                      <a:pt x="32" y="5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3"/>
                                      <a:pt x="32" y="3"/>
                                    </a:cubicBezTo>
                                    <a:cubicBezTo>
                                      <a:pt x="32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0"/>
                                      <a:pt x="29" y="0"/>
                                    </a:cubicBezTo>
                                    <a:cubicBezTo>
                                      <a:pt x="29" y="0"/>
                                      <a:pt x="29" y="0"/>
                                      <a:pt x="29" y="0"/>
                                    </a:cubicBezTo>
                                    <a:cubicBezTo>
                                      <a:pt x="29" y="0"/>
                                      <a:pt x="29" y="0"/>
                                      <a:pt x="29" y="0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4"/>
                                      <a:pt x="28" y="4"/>
                                      <a:pt x="28" y="4"/>
                                    </a:cubicBezTo>
                                    <a:cubicBezTo>
                                      <a:pt x="28" y="4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6"/>
                                      <a:pt x="27" y="6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3" y="11"/>
                                      <a:pt x="23" y="11"/>
                                    </a:cubicBezTo>
                                    <a:cubicBezTo>
                                      <a:pt x="23" y="11"/>
                                      <a:pt x="23" y="11"/>
                                      <a:pt x="23" y="11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4"/>
                                      <a:pt x="23" y="14"/>
                                    </a:cubicBezTo>
                                    <a:cubicBezTo>
                                      <a:pt x="22" y="14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7"/>
                                      <a:pt x="21" y="17"/>
                                      <a:pt x="21" y="18"/>
                                    </a:cubicBezTo>
                                    <a:cubicBezTo>
                                      <a:pt x="20" y="18"/>
                                      <a:pt x="20" y="19"/>
                                      <a:pt x="20" y="19"/>
                                    </a:cubicBezTo>
                                    <a:cubicBezTo>
                                      <a:pt x="20" y="19"/>
                                      <a:pt x="20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8" y="20"/>
                                      <a:pt x="18" y="21"/>
                                    </a:cubicBezTo>
                                    <a:cubicBezTo>
                                      <a:pt x="18" y="21"/>
                                      <a:pt x="18" y="21"/>
                                      <a:pt x="18" y="21"/>
                                    </a:cubicBezTo>
                                    <a:cubicBezTo>
                                      <a:pt x="18" y="21"/>
                                      <a:pt x="17" y="21"/>
                                      <a:pt x="17" y="21"/>
                                    </a:cubicBezTo>
                                    <a:cubicBezTo>
                                      <a:pt x="17" y="21"/>
                                      <a:pt x="16" y="21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3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5"/>
                                      <a:pt x="13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9"/>
                                      <a:pt x="7" y="29"/>
                                      <a:pt x="7" y="29"/>
                                    </a:cubicBezTo>
                                    <a:cubicBezTo>
                                      <a:pt x="6" y="29"/>
                                      <a:pt x="6" y="29"/>
                                      <a:pt x="6" y="29"/>
                                    </a:cubicBezTo>
                                    <a:cubicBezTo>
                                      <a:pt x="6" y="29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5" y="30"/>
                                      <a:pt x="5" y="31"/>
                                      <a:pt x="4" y="31"/>
                                    </a:cubicBezTo>
                                    <a:cubicBezTo>
                                      <a:pt x="4" y="31"/>
                                      <a:pt x="4" y="31"/>
                                      <a:pt x="4" y="31"/>
                                    </a:cubicBezTo>
                                    <a:cubicBezTo>
                                      <a:pt x="4" y="31"/>
                                      <a:pt x="4" y="31"/>
                                      <a:pt x="4" y="31"/>
                                    </a:cubicBezTo>
                                    <a:cubicBezTo>
                                      <a:pt x="3" y="30"/>
                                      <a:pt x="3" y="30"/>
                                      <a:pt x="3" y="31"/>
                                    </a:cubicBezTo>
                                    <a:cubicBezTo>
                                      <a:pt x="3" y="31"/>
                                      <a:pt x="3" y="31"/>
                                      <a:pt x="2" y="31"/>
                                    </a:cubicBezTo>
                                    <a:cubicBezTo>
                                      <a:pt x="2" y="31"/>
                                      <a:pt x="2" y="31"/>
                                      <a:pt x="1" y="31"/>
                                    </a:cubicBezTo>
                                    <a:cubicBezTo>
                                      <a:pt x="1" y="32"/>
                                      <a:pt x="2" y="32"/>
                                      <a:pt x="1" y="32"/>
                                    </a:cubicBezTo>
                                    <a:cubicBezTo>
                                      <a:pt x="1" y="32"/>
                                      <a:pt x="1" y="32"/>
                                      <a:pt x="1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1" y="33"/>
                                      <a:pt x="1" y="33"/>
                                      <a:pt x="1" y="33"/>
                                    </a:cubicBezTo>
                                    <a:cubicBezTo>
                                      <a:pt x="1" y="33"/>
                                      <a:pt x="1" y="34"/>
                                      <a:pt x="1" y="34"/>
                                    </a:cubicBezTo>
                                    <a:cubicBezTo>
                                      <a:pt x="1" y="34"/>
                                      <a:pt x="1" y="34"/>
                                      <a:pt x="1" y="34"/>
                                    </a:cubicBezTo>
                                    <a:cubicBezTo>
                                      <a:pt x="2" y="34"/>
                                      <a:pt x="2" y="34"/>
                                      <a:pt x="2" y="34"/>
                                    </a:cubicBezTo>
                                    <a:cubicBezTo>
                                      <a:pt x="2" y="34"/>
                                      <a:pt x="2" y="34"/>
                                      <a:pt x="2" y="34"/>
                                    </a:cubicBezTo>
                                    <a:cubicBezTo>
                                      <a:pt x="2" y="34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1" y="36"/>
                                      <a:pt x="1" y="36"/>
                                    </a:cubicBezTo>
                                    <a:cubicBezTo>
                                      <a:pt x="1" y="36"/>
                                      <a:pt x="1" y="36"/>
                                      <a:pt x="1" y="36"/>
                                    </a:cubicBezTo>
                                    <a:cubicBezTo>
                                      <a:pt x="2" y="36"/>
                                      <a:pt x="2" y="36"/>
                                      <a:pt x="2" y="36"/>
                                    </a:cubicBezTo>
                                    <a:cubicBezTo>
                                      <a:pt x="2" y="36"/>
                                      <a:pt x="2" y="36"/>
                                      <a:pt x="2" y="36"/>
                                    </a:cubicBezTo>
                                    <a:cubicBezTo>
                                      <a:pt x="2" y="36"/>
                                      <a:pt x="3" y="36"/>
                                      <a:pt x="3" y="36"/>
                                    </a:cubicBezTo>
                                    <a:cubicBezTo>
                                      <a:pt x="3" y="35"/>
                                      <a:pt x="3" y="35"/>
                                      <a:pt x="3" y="35"/>
                                    </a:cubicBezTo>
                                    <a:cubicBezTo>
                                      <a:pt x="3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5" y="35"/>
                                      <a:pt x="5" y="35"/>
                                      <a:pt x="5" y="35"/>
                                    </a:cubicBezTo>
                                    <a:cubicBezTo>
                                      <a:pt x="5" y="35"/>
                                      <a:pt x="5" y="34"/>
                                      <a:pt x="5" y="34"/>
                                    </a:cubicBezTo>
                                    <a:cubicBezTo>
                                      <a:pt x="5" y="34"/>
                                      <a:pt x="5" y="34"/>
                                      <a:pt x="5" y="34"/>
                                    </a:cubicBezTo>
                                    <a:cubicBezTo>
                                      <a:pt x="5" y="33"/>
                                      <a:pt x="5" y="33"/>
                                      <a:pt x="5" y="33"/>
                                    </a:cubicBezTo>
                                    <a:cubicBezTo>
                                      <a:pt x="5" y="33"/>
                                      <a:pt x="5" y="33"/>
                                      <a:pt x="5" y="33"/>
                                    </a:cubicBezTo>
                                    <a:cubicBezTo>
                                      <a:pt x="5" y="33"/>
                                      <a:pt x="6" y="33"/>
                                      <a:pt x="6" y="33"/>
                                    </a:cubicBezTo>
                                    <a:cubicBezTo>
                                      <a:pt x="6" y="33"/>
                                      <a:pt x="6" y="32"/>
                                      <a:pt x="6" y="32"/>
                                    </a:cubicBezTo>
                                    <a:cubicBezTo>
                                      <a:pt x="6" y="32"/>
                                      <a:pt x="6" y="32"/>
                                      <a:pt x="6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8" y="32"/>
                                      <a:pt x="8" y="32"/>
                                      <a:pt x="8" y="32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9" y="32"/>
                                      <a:pt x="9" y="32"/>
                                      <a:pt x="9" y="32"/>
                                    </a:cubicBezTo>
                                    <a:cubicBezTo>
                                      <a:pt x="9" y="32"/>
                                      <a:pt x="9" y="32"/>
                                      <a:pt x="9" y="32"/>
                                    </a:cubicBezTo>
                                    <a:cubicBezTo>
                                      <a:pt x="9" y="31"/>
                                      <a:pt x="9" y="31"/>
                                      <a:pt x="9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lnTo>
                                      <a:pt x="12" y="3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4" name="Freeform 719">
                                <a:extLst>
                                  <a:ext uri="{FF2B5EF4-FFF2-40B4-BE49-F238E27FC236}">
                                    <a16:creationId xmlns:a16="http://schemas.microsoft.com/office/drawing/2014/main" id="{830F9F29-5C1B-0FF0-8A08-F51011B56EE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07638" y="6162675"/>
                                <a:ext cx="50800" cy="36513"/>
                              </a:xfrm>
                              <a:custGeom>
                                <a:avLst/>
                                <a:gdLst>
                                  <a:gd name="T0" fmla="*/ 2 w 12"/>
                                  <a:gd name="T1" fmla="*/ 2 h 9"/>
                                  <a:gd name="T2" fmla="*/ 2 w 12"/>
                                  <a:gd name="T3" fmla="*/ 2 h 9"/>
                                  <a:gd name="T4" fmla="*/ 2 w 12"/>
                                  <a:gd name="T5" fmla="*/ 2 h 9"/>
                                  <a:gd name="T6" fmla="*/ 10 w 12"/>
                                  <a:gd name="T7" fmla="*/ 0 h 9"/>
                                  <a:gd name="T8" fmla="*/ 10 w 12"/>
                                  <a:gd name="T9" fmla="*/ 0 h 9"/>
                                  <a:gd name="T10" fmla="*/ 9 w 12"/>
                                  <a:gd name="T11" fmla="*/ 1 h 9"/>
                                  <a:gd name="T12" fmla="*/ 9 w 12"/>
                                  <a:gd name="T13" fmla="*/ 1 h 9"/>
                                  <a:gd name="T14" fmla="*/ 9 w 12"/>
                                  <a:gd name="T15" fmla="*/ 1 h 9"/>
                                  <a:gd name="T16" fmla="*/ 8 w 12"/>
                                  <a:gd name="T17" fmla="*/ 1 h 9"/>
                                  <a:gd name="T18" fmla="*/ 8 w 12"/>
                                  <a:gd name="T19" fmla="*/ 1 h 9"/>
                                  <a:gd name="T20" fmla="*/ 8 w 12"/>
                                  <a:gd name="T21" fmla="*/ 0 h 9"/>
                                  <a:gd name="T22" fmla="*/ 7 w 12"/>
                                  <a:gd name="T23" fmla="*/ 1 h 9"/>
                                  <a:gd name="T24" fmla="*/ 7 w 12"/>
                                  <a:gd name="T25" fmla="*/ 1 h 9"/>
                                  <a:gd name="T26" fmla="*/ 6 w 12"/>
                                  <a:gd name="T27" fmla="*/ 0 h 9"/>
                                  <a:gd name="T28" fmla="*/ 6 w 12"/>
                                  <a:gd name="T29" fmla="*/ 1 h 9"/>
                                  <a:gd name="T30" fmla="*/ 5 w 12"/>
                                  <a:gd name="T31" fmla="*/ 1 h 9"/>
                                  <a:gd name="T32" fmla="*/ 5 w 12"/>
                                  <a:gd name="T33" fmla="*/ 1 h 9"/>
                                  <a:gd name="T34" fmla="*/ 4 w 12"/>
                                  <a:gd name="T35" fmla="*/ 1 h 9"/>
                                  <a:gd name="T36" fmla="*/ 4 w 12"/>
                                  <a:gd name="T37" fmla="*/ 1 h 9"/>
                                  <a:gd name="T38" fmla="*/ 4 w 12"/>
                                  <a:gd name="T39" fmla="*/ 0 h 9"/>
                                  <a:gd name="T40" fmla="*/ 3 w 12"/>
                                  <a:gd name="T41" fmla="*/ 2 h 9"/>
                                  <a:gd name="T42" fmla="*/ 2 w 12"/>
                                  <a:gd name="T43" fmla="*/ 3 h 9"/>
                                  <a:gd name="T44" fmla="*/ 2 w 12"/>
                                  <a:gd name="T45" fmla="*/ 4 h 9"/>
                                  <a:gd name="T46" fmla="*/ 2 w 12"/>
                                  <a:gd name="T47" fmla="*/ 4 h 9"/>
                                  <a:gd name="T48" fmla="*/ 1 w 12"/>
                                  <a:gd name="T49" fmla="*/ 5 h 9"/>
                                  <a:gd name="T50" fmla="*/ 0 w 12"/>
                                  <a:gd name="T51" fmla="*/ 6 h 9"/>
                                  <a:gd name="T52" fmla="*/ 0 w 12"/>
                                  <a:gd name="T53" fmla="*/ 6 h 9"/>
                                  <a:gd name="T54" fmla="*/ 2 w 12"/>
                                  <a:gd name="T55" fmla="*/ 6 h 9"/>
                                  <a:gd name="T56" fmla="*/ 1 w 12"/>
                                  <a:gd name="T57" fmla="*/ 6 h 9"/>
                                  <a:gd name="T58" fmla="*/ 2 w 12"/>
                                  <a:gd name="T59" fmla="*/ 5 h 9"/>
                                  <a:gd name="T60" fmla="*/ 2 w 12"/>
                                  <a:gd name="T61" fmla="*/ 5 h 9"/>
                                  <a:gd name="T62" fmla="*/ 2 w 12"/>
                                  <a:gd name="T63" fmla="*/ 6 h 9"/>
                                  <a:gd name="T64" fmla="*/ 2 w 12"/>
                                  <a:gd name="T65" fmla="*/ 7 h 9"/>
                                  <a:gd name="T66" fmla="*/ 3 w 12"/>
                                  <a:gd name="T67" fmla="*/ 7 h 9"/>
                                  <a:gd name="T68" fmla="*/ 4 w 12"/>
                                  <a:gd name="T69" fmla="*/ 6 h 9"/>
                                  <a:gd name="T70" fmla="*/ 4 w 12"/>
                                  <a:gd name="T71" fmla="*/ 7 h 9"/>
                                  <a:gd name="T72" fmla="*/ 4 w 12"/>
                                  <a:gd name="T73" fmla="*/ 7 h 9"/>
                                  <a:gd name="T74" fmla="*/ 4 w 12"/>
                                  <a:gd name="T75" fmla="*/ 8 h 9"/>
                                  <a:gd name="T76" fmla="*/ 5 w 12"/>
                                  <a:gd name="T77" fmla="*/ 9 h 9"/>
                                  <a:gd name="T78" fmla="*/ 5 w 12"/>
                                  <a:gd name="T79" fmla="*/ 8 h 9"/>
                                  <a:gd name="T80" fmla="*/ 7 w 12"/>
                                  <a:gd name="T81" fmla="*/ 7 h 9"/>
                                  <a:gd name="T82" fmla="*/ 8 w 12"/>
                                  <a:gd name="T83" fmla="*/ 6 h 9"/>
                                  <a:gd name="T84" fmla="*/ 9 w 12"/>
                                  <a:gd name="T85" fmla="*/ 5 h 9"/>
                                  <a:gd name="T86" fmla="*/ 10 w 12"/>
                                  <a:gd name="T87" fmla="*/ 4 h 9"/>
                                  <a:gd name="T88" fmla="*/ 10 w 12"/>
                                  <a:gd name="T89" fmla="*/ 3 h 9"/>
                                  <a:gd name="T90" fmla="*/ 11 w 12"/>
                                  <a:gd name="T91" fmla="*/ 2 h 9"/>
                                  <a:gd name="T92" fmla="*/ 12 w 12"/>
                                  <a:gd name="T93" fmla="*/ 0 h 9"/>
                                  <a:gd name="T94" fmla="*/ 11 w 12"/>
                                  <a:gd name="T95" fmla="*/ 0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</a:cxnLst>
                                <a:rect l="0" t="0" r="r" b="b"/>
                                <a:pathLst>
                                  <a:path w="12" h="9">
                                    <a:moveTo>
                                      <a:pt x="2" y="2"/>
                                    </a:move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lose/>
                                    <a:moveTo>
                                      <a:pt x="10" y="0"/>
                                    </a:move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3" y="1"/>
                                      <a:pt x="3" y="1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3"/>
                                    </a:cubicBezTo>
                                    <a:cubicBezTo>
                                      <a:pt x="3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4" y="7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lnTo>
                                      <a:pt x="1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5" name="Freeform 720">
                                <a:extLst>
                                  <a:ext uri="{FF2B5EF4-FFF2-40B4-BE49-F238E27FC236}">
                                    <a16:creationId xmlns:a16="http://schemas.microsoft.com/office/drawing/2014/main" id="{710DE52B-0B6B-AC11-A26D-8313C5802F2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07638" y="6011863"/>
                                <a:ext cx="53975" cy="100013"/>
                              </a:xfrm>
                              <a:custGeom>
                                <a:avLst/>
                                <a:gdLst>
                                  <a:gd name="T0" fmla="*/ 8 w 13"/>
                                  <a:gd name="T1" fmla="*/ 2 h 24"/>
                                  <a:gd name="T2" fmla="*/ 8 w 13"/>
                                  <a:gd name="T3" fmla="*/ 1 h 24"/>
                                  <a:gd name="T4" fmla="*/ 12 w 13"/>
                                  <a:gd name="T5" fmla="*/ 16 h 24"/>
                                  <a:gd name="T6" fmla="*/ 11 w 13"/>
                                  <a:gd name="T7" fmla="*/ 15 h 24"/>
                                  <a:gd name="T8" fmla="*/ 10 w 13"/>
                                  <a:gd name="T9" fmla="*/ 13 h 24"/>
                                  <a:gd name="T10" fmla="*/ 9 w 13"/>
                                  <a:gd name="T11" fmla="*/ 12 h 24"/>
                                  <a:gd name="T12" fmla="*/ 9 w 13"/>
                                  <a:gd name="T13" fmla="*/ 11 h 24"/>
                                  <a:gd name="T14" fmla="*/ 8 w 13"/>
                                  <a:gd name="T15" fmla="*/ 10 h 24"/>
                                  <a:gd name="T16" fmla="*/ 8 w 13"/>
                                  <a:gd name="T17" fmla="*/ 8 h 24"/>
                                  <a:gd name="T18" fmla="*/ 9 w 13"/>
                                  <a:gd name="T19" fmla="*/ 8 h 24"/>
                                  <a:gd name="T20" fmla="*/ 9 w 13"/>
                                  <a:gd name="T21" fmla="*/ 7 h 24"/>
                                  <a:gd name="T22" fmla="*/ 9 w 13"/>
                                  <a:gd name="T23" fmla="*/ 5 h 24"/>
                                  <a:gd name="T24" fmla="*/ 8 w 13"/>
                                  <a:gd name="T25" fmla="*/ 5 h 24"/>
                                  <a:gd name="T26" fmla="*/ 8 w 13"/>
                                  <a:gd name="T27" fmla="*/ 3 h 24"/>
                                  <a:gd name="T28" fmla="*/ 8 w 13"/>
                                  <a:gd name="T29" fmla="*/ 2 h 24"/>
                                  <a:gd name="T30" fmla="*/ 7 w 13"/>
                                  <a:gd name="T31" fmla="*/ 2 h 24"/>
                                  <a:gd name="T32" fmla="*/ 6 w 13"/>
                                  <a:gd name="T33" fmla="*/ 2 h 24"/>
                                  <a:gd name="T34" fmla="*/ 6 w 13"/>
                                  <a:gd name="T35" fmla="*/ 1 h 24"/>
                                  <a:gd name="T36" fmla="*/ 5 w 13"/>
                                  <a:gd name="T37" fmla="*/ 0 h 24"/>
                                  <a:gd name="T38" fmla="*/ 6 w 13"/>
                                  <a:gd name="T39" fmla="*/ 1 h 24"/>
                                  <a:gd name="T40" fmla="*/ 6 w 13"/>
                                  <a:gd name="T41" fmla="*/ 3 h 24"/>
                                  <a:gd name="T42" fmla="*/ 6 w 13"/>
                                  <a:gd name="T43" fmla="*/ 4 h 24"/>
                                  <a:gd name="T44" fmla="*/ 6 w 13"/>
                                  <a:gd name="T45" fmla="*/ 6 h 24"/>
                                  <a:gd name="T46" fmla="*/ 6 w 13"/>
                                  <a:gd name="T47" fmla="*/ 6 h 24"/>
                                  <a:gd name="T48" fmla="*/ 5 w 13"/>
                                  <a:gd name="T49" fmla="*/ 5 h 24"/>
                                  <a:gd name="T50" fmla="*/ 4 w 13"/>
                                  <a:gd name="T51" fmla="*/ 6 h 24"/>
                                  <a:gd name="T52" fmla="*/ 2 w 13"/>
                                  <a:gd name="T53" fmla="*/ 6 h 24"/>
                                  <a:gd name="T54" fmla="*/ 1 w 13"/>
                                  <a:gd name="T55" fmla="*/ 7 h 24"/>
                                  <a:gd name="T56" fmla="*/ 1 w 13"/>
                                  <a:gd name="T57" fmla="*/ 8 h 24"/>
                                  <a:gd name="T58" fmla="*/ 2 w 13"/>
                                  <a:gd name="T59" fmla="*/ 11 h 24"/>
                                  <a:gd name="T60" fmla="*/ 2 w 13"/>
                                  <a:gd name="T61" fmla="*/ 11 h 24"/>
                                  <a:gd name="T62" fmla="*/ 1 w 13"/>
                                  <a:gd name="T63" fmla="*/ 12 h 24"/>
                                  <a:gd name="T64" fmla="*/ 2 w 13"/>
                                  <a:gd name="T65" fmla="*/ 13 h 24"/>
                                  <a:gd name="T66" fmla="*/ 1 w 13"/>
                                  <a:gd name="T67" fmla="*/ 14 h 24"/>
                                  <a:gd name="T68" fmla="*/ 2 w 13"/>
                                  <a:gd name="T69" fmla="*/ 14 h 24"/>
                                  <a:gd name="T70" fmla="*/ 1 w 13"/>
                                  <a:gd name="T71" fmla="*/ 14 h 24"/>
                                  <a:gd name="T72" fmla="*/ 1 w 13"/>
                                  <a:gd name="T73" fmla="*/ 15 h 24"/>
                                  <a:gd name="T74" fmla="*/ 1 w 13"/>
                                  <a:gd name="T75" fmla="*/ 16 h 24"/>
                                  <a:gd name="T76" fmla="*/ 0 w 13"/>
                                  <a:gd name="T77" fmla="*/ 17 h 24"/>
                                  <a:gd name="T78" fmla="*/ 0 w 13"/>
                                  <a:gd name="T79" fmla="*/ 19 h 24"/>
                                  <a:gd name="T80" fmla="*/ 2 w 13"/>
                                  <a:gd name="T81" fmla="*/ 19 h 24"/>
                                  <a:gd name="T82" fmla="*/ 3 w 13"/>
                                  <a:gd name="T83" fmla="*/ 19 h 24"/>
                                  <a:gd name="T84" fmla="*/ 5 w 13"/>
                                  <a:gd name="T85" fmla="*/ 18 h 24"/>
                                  <a:gd name="T86" fmla="*/ 5 w 13"/>
                                  <a:gd name="T87" fmla="*/ 18 h 24"/>
                                  <a:gd name="T88" fmla="*/ 6 w 13"/>
                                  <a:gd name="T89" fmla="*/ 17 h 24"/>
                                  <a:gd name="T90" fmla="*/ 7 w 13"/>
                                  <a:gd name="T91" fmla="*/ 18 h 24"/>
                                  <a:gd name="T92" fmla="*/ 6 w 13"/>
                                  <a:gd name="T93" fmla="*/ 20 h 24"/>
                                  <a:gd name="T94" fmla="*/ 7 w 13"/>
                                  <a:gd name="T95" fmla="*/ 21 h 24"/>
                                  <a:gd name="T96" fmla="*/ 6 w 13"/>
                                  <a:gd name="T97" fmla="*/ 24 h 24"/>
                                  <a:gd name="T98" fmla="*/ 8 w 13"/>
                                  <a:gd name="T99" fmla="*/ 24 h 24"/>
                                  <a:gd name="T100" fmla="*/ 9 w 13"/>
                                  <a:gd name="T101" fmla="*/ 23 h 24"/>
                                  <a:gd name="T102" fmla="*/ 10 w 13"/>
                                  <a:gd name="T103" fmla="*/ 22 h 24"/>
                                  <a:gd name="T104" fmla="*/ 11 w 13"/>
                                  <a:gd name="T105" fmla="*/ 21 h 24"/>
                                  <a:gd name="T106" fmla="*/ 12 w 13"/>
                                  <a:gd name="T107" fmla="*/ 19 h 24"/>
                                  <a:gd name="T108" fmla="*/ 13 w 13"/>
                                  <a:gd name="T109" fmla="*/ 16 h 2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13" h="24">
                                    <a:moveTo>
                                      <a:pt x="8" y="1"/>
                                    </a:move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lose/>
                                    <a:moveTo>
                                      <a:pt x="13" y="16"/>
                                    </a:moveTo>
                                    <a:cubicBezTo>
                                      <a:pt x="13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3"/>
                                      <a:pt x="5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7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7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2"/>
                                      <a:pt x="2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0" y="16"/>
                                    </a:cubicBezTo>
                                    <a:cubicBezTo>
                                      <a:pt x="0" y="16"/>
                                      <a:pt x="0" y="17"/>
                                      <a:pt x="0" y="17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8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2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3" y="19"/>
                                      <a:pt x="3" y="19"/>
                                      <a:pt x="3" y="19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7"/>
                                      <a:pt x="5" y="17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7" y="17"/>
                                      <a:pt x="7" y="17"/>
                                      <a:pt x="7" y="17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6" y="21"/>
                                      <a:pt x="6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10" y="23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3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2" y="19"/>
                                      <a:pt x="12" y="19"/>
                                      <a:pt x="12" y="19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6" name="Freeform 721">
                                <a:extLst>
                                  <a:ext uri="{FF2B5EF4-FFF2-40B4-BE49-F238E27FC236}">
                                    <a16:creationId xmlns:a16="http://schemas.microsoft.com/office/drawing/2014/main" id="{797E3154-4A6C-620B-5161-3D8C93F3993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83825" y="6091238"/>
                                <a:ext cx="36512" cy="42863"/>
                              </a:xfrm>
                              <a:custGeom>
                                <a:avLst/>
                                <a:gdLst>
                                  <a:gd name="T0" fmla="*/ 7 w 9"/>
                                  <a:gd name="T1" fmla="*/ 10 h 10"/>
                                  <a:gd name="T2" fmla="*/ 8 w 9"/>
                                  <a:gd name="T3" fmla="*/ 9 h 10"/>
                                  <a:gd name="T4" fmla="*/ 8 w 9"/>
                                  <a:gd name="T5" fmla="*/ 9 h 10"/>
                                  <a:gd name="T6" fmla="*/ 8 w 9"/>
                                  <a:gd name="T7" fmla="*/ 8 h 10"/>
                                  <a:gd name="T8" fmla="*/ 8 w 9"/>
                                  <a:gd name="T9" fmla="*/ 8 h 10"/>
                                  <a:gd name="T10" fmla="*/ 9 w 9"/>
                                  <a:gd name="T11" fmla="*/ 8 h 10"/>
                                  <a:gd name="T12" fmla="*/ 9 w 9"/>
                                  <a:gd name="T13" fmla="*/ 8 h 10"/>
                                  <a:gd name="T14" fmla="*/ 9 w 9"/>
                                  <a:gd name="T15" fmla="*/ 8 h 10"/>
                                  <a:gd name="T16" fmla="*/ 9 w 9"/>
                                  <a:gd name="T17" fmla="*/ 7 h 10"/>
                                  <a:gd name="T18" fmla="*/ 9 w 9"/>
                                  <a:gd name="T19" fmla="*/ 7 h 10"/>
                                  <a:gd name="T20" fmla="*/ 8 w 9"/>
                                  <a:gd name="T21" fmla="*/ 7 h 10"/>
                                  <a:gd name="T22" fmla="*/ 8 w 9"/>
                                  <a:gd name="T23" fmla="*/ 6 h 10"/>
                                  <a:gd name="T24" fmla="*/ 8 w 9"/>
                                  <a:gd name="T25" fmla="*/ 6 h 10"/>
                                  <a:gd name="T26" fmla="*/ 8 w 9"/>
                                  <a:gd name="T27" fmla="*/ 5 h 10"/>
                                  <a:gd name="T28" fmla="*/ 7 w 9"/>
                                  <a:gd name="T29" fmla="*/ 5 h 10"/>
                                  <a:gd name="T30" fmla="*/ 7 w 9"/>
                                  <a:gd name="T31" fmla="*/ 5 h 10"/>
                                  <a:gd name="T32" fmla="*/ 7 w 9"/>
                                  <a:gd name="T33" fmla="*/ 5 h 10"/>
                                  <a:gd name="T34" fmla="*/ 7 w 9"/>
                                  <a:gd name="T35" fmla="*/ 4 h 10"/>
                                  <a:gd name="T36" fmla="*/ 7 w 9"/>
                                  <a:gd name="T37" fmla="*/ 4 h 10"/>
                                  <a:gd name="T38" fmla="*/ 7 w 9"/>
                                  <a:gd name="T39" fmla="*/ 3 h 10"/>
                                  <a:gd name="T40" fmla="*/ 7 w 9"/>
                                  <a:gd name="T41" fmla="*/ 3 h 10"/>
                                  <a:gd name="T42" fmla="*/ 7 w 9"/>
                                  <a:gd name="T43" fmla="*/ 2 h 10"/>
                                  <a:gd name="T44" fmla="*/ 7 w 9"/>
                                  <a:gd name="T45" fmla="*/ 2 h 10"/>
                                  <a:gd name="T46" fmla="*/ 7 w 9"/>
                                  <a:gd name="T47" fmla="*/ 2 h 10"/>
                                  <a:gd name="T48" fmla="*/ 7 w 9"/>
                                  <a:gd name="T49" fmla="*/ 2 h 10"/>
                                  <a:gd name="T50" fmla="*/ 8 w 9"/>
                                  <a:gd name="T51" fmla="*/ 2 h 10"/>
                                  <a:gd name="T52" fmla="*/ 7 w 9"/>
                                  <a:gd name="T53" fmla="*/ 2 h 10"/>
                                  <a:gd name="T54" fmla="*/ 7 w 9"/>
                                  <a:gd name="T55" fmla="*/ 1 h 10"/>
                                  <a:gd name="T56" fmla="*/ 8 w 9"/>
                                  <a:gd name="T57" fmla="*/ 1 h 10"/>
                                  <a:gd name="T58" fmla="*/ 7 w 9"/>
                                  <a:gd name="T59" fmla="*/ 0 h 10"/>
                                  <a:gd name="T60" fmla="*/ 7 w 9"/>
                                  <a:gd name="T61" fmla="*/ 0 h 10"/>
                                  <a:gd name="T62" fmla="*/ 6 w 9"/>
                                  <a:gd name="T63" fmla="*/ 0 h 10"/>
                                  <a:gd name="T64" fmla="*/ 6 w 9"/>
                                  <a:gd name="T65" fmla="*/ 0 h 10"/>
                                  <a:gd name="T66" fmla="*/ 6 w 9"/>
                                  <a:gd name="T67" fmla="*/ 0 h 10"/>
                                  <a:gd name="T68" fmla="*/ 6 w 9"/>
                                  <a:gd name="T69" fmla="*/ 1 h 10"/>
                                  <a:gd name="T70" fmla="*/ 6 w 9"/>
                                  <a:gd name="T71" fmla="*/ 1 h 10"/>
                                  <a:gd name="T72" fmla="*/ 5 w 9"/>
                                  <a:gd name="T73" fmla="*/ 2 h 10"/>
                                  <a:gd name="T74" fmla="*/ 5 w 9"/>
                                  <a:gd name="T75" fmla="*/ 2 h 10"/>
                                  <a:gd name="T76" fmla="*/ 4 w 9"/>
                                  <a:gd name="T77" fmla="*/ 3 h 10"/>
                                  <a:gd name="T78" fmla="*/ 4 w 9"/>
                                  <a:gd name="T79" fmla="*/ 3 h 10"/>
                                  <a:gd name="T80" fmla="*/ 4 w 9"/>
                                  <a:gd name="T81" fmla="*/ 3 h 10"/>
                                  <a:gd name="T82" fmla="*/ 3 w 9"/>
                                  <a:gd name="T83" fmla="*/ 3 h 10"/>
                                  <a:gd name="T84" fmla="*/ 2 w 9"/>
                                  <a:gd name="T85" fmla="*/ 3 h 10"/>
                                  <a:gd name="T86" fmla="*/ 2 w 9"/>
                                  <a:gd name="T87" fmla="*/ 4 h 10"/>
                                  <a:gd name="T88" fmla="*/ 1 w 9"/>
                                  <a:gd name="T89" fmla="*/ 4 h 10"/>
                                  <a:gd name="T90" fmla="*/ 0 w 9"/>
                                  <a:gd name="T91" fmla="*/ 5 h 10"/>
                                  <a:gd name="T92" fmla="*/ 0 w 9"/>
                                  <a:gd name="T93" fmla="*/ 6 h 10"/>
                                  <a:gd name="T94" fmla="*/ 1 w 9"/>
                                  <a:gd name="T95" fmla="*/ 6 h 10"/>
                                  <a:gd name="T96" fmla="*/ 1 w 9"/>
                                  <a:gd name="T97" fmla="*/ 7 h 10"/>
                                  <a:gd name="T98" fmla="*/ 2 w 9"/>
                                  <a:gd name="T99" fmla="*/ 7 h 10"/>
                                  <a:gd name="T100" fmla="*/ 3 w 9"/>
                                  <a:gd name="T101" fmla="*/ 8 h 10"/>
                                  <a:gd name="T102" fmla="*/ 4 w 9"/>
                                  <a:gd name="T103" fmla="*/ 8 h 10"/>
                                  <a:gd name="T104" fmla="*/ 4 w 9"/>
                                  <a:gd name="T105" fmla="*/ 9 h 10"/>
                                  <a:gd name="T106" fmla="*/ 5 w 9"/>
                                  <a:gd name="T107" fmla="*/ 9 h 10"/>
                                  <a:gd name="T108" fmla="*/ 6 w 9"/>
                                  <a:gd name="T109" fmla="*/ 10 h 10"/>
                                  <a:gd name="T110" fmla="*/ 7 w 9"/>
                                  <a:gd name="T111" fmla="*/ 10 h 10"/>
                                  <a:gd name="T112" fmla="*/ 7 w 9"/>
                                  <a:gd name="T113" fmla="*/ 10 h 1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</a:cxnLst>
                                <a:rect l="0" t="0" r="r" b="b"/>
                                <a:pathLst>
                                  <a:path w="9" h="10">
                                    <a:moveTo>
                                      <a:pt x="7" y="10"/>
                                    </a:move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6"/>
                                    </a:cubicBezTo>
                                    <a:cubicBezTo>
                                      <a:pt x="1" y="6"/>
                                      <a:pt x="0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3" y="8"/>
                                    </a:cubicBezTo>
                                    <a:cubicBezTo>
                                      <a:pt x="3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7" name="Freeform 722">
                                <a:extLst>
                                  <a:ext uri="{FF2B5EF4-FFF2-40B4-BE49-F238E27FC236}">
                                    <a16:creationId xmlns:a16="http://schemas.microsoft.com/office/drawing/2014/main" id="{156B1E8C-F490-3C29-B56F-72E7E8F456FF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33025" y="6154738"/>
                                <a:ext cx="38100" cy="69850"/>
                              </a:xfrm>
                              <a:custGeom>
                                <a:avLst/>
                                <a:gdLst>
                                  <a:gd name="T0" fmla="*/ 6 w 9"/>
                                  <a:gd name="T1" fmla="*/ 0 h 17"/>
                                  <a:gd name="T2" fmla="*/ 5 w 9"/>
                                  <a:gd name="T3" fmla="*/ 14 h 17"/>
                                  <a:gd name="T4" fmla="*/ 5 w 9"/>
                                  <a:gd name="T5" fmla="*/ 13 h 17"/>
                                  <a:gd name="T6" fmla="*/ 6 w 9"/>
                                  <a:gd name="T7" fmla="*/ 12 h 17"/>
                                  <a:gd name="T8" fmla="*/ 7 w 9"/>
                                  <a:gd name="T9" fmla="*/ 11 h 17"/>
                                  <a:gd name="T10" fmla="*/ 8 w 9"/>
                                  <a:gd name="T11" fmla="*/ 10 h 17"/>
                                  <a:gd name="T12" fmla="*/ 8 w 9"/>
                                  <a:gd name="T13" fmla="*/ 9 h 17"/>
                                  <a:gd name="T14" fmla="*/ 8 w 9"/>
                                  <a:gd name="T15" fmla="*/ 8 h 17"/>
                                  <a:gd name="T16" fmla="*/ 7 w 9"/>
                                  <a:gd name="T17" fmla="*/ 7 h 17"/>
                                  <a:gd name="T18" fmla="*/ 8 w 9"/>
                                  <a:gd name="T19" fmla="*/ 7 h 17"/>
                                  <a:gd name="T20" fmla="*/ 7 w 9"/>
                                  <a:gd name="T21" fmla="*/ 7 h 17"/>
                                  <a:gd name="T22" fmla="*/ 7 w 9"/>
                                  <a:gd name="T23" fmla="*/ 6 h 17"/>
                                  <a:gd name="T24" fmla="*/ 7 w 9"/>
                                  <a:gd name="T25" fmla="*/ 6 h 17"/>
                                  <a:gd name="T26" fmla="*/ 7 w 9"/>
                                  <a:gd name="T27" fmla="*/ 5 h 17"/>
                                  <a:gd name="T28" fmla="*/ 7 w 9"/>
                                  <a:gd name="T29" fmla="*/ 4 h 17"/>
                                  <a:gd name="T30" fmla="*/ 7 w 9"/>
                                  <a:gd name="T31" fmla="*/ 3 h 17"/>
                                  <a:gd name="T32" fmla="*/ 6 w 9"/>
                                  <a:gd name="T33" fmla="*/ 3 h 17"/>
                                  <a:gd name="T34" fmla="*/ 5 w 9"/>
                                  <a:gd name="T35" fmla="*/ 3 h 17"/>
                                  <a:gd name="T36" fmla="*/ 4 w 9"/>
                                  <a:gd name="T37" fmla="*/ 2 h 17"/>
                                  <a:gd name="T38" fmla="*/ 4 w 9"/>
                                  <a:gd name="T39" fmla="*/ 1 h 17"/>
                                  <a:gd name="T40" fmla="*/ 6 w 9"/>
                                  <a:gd name="T41" fmla="*/ 0 h 17"/>
                                  <a:gd name="T42" fmla="*/ 4 w 9"/>
                                  <a:gd name="T43" fmla="*/ 0 h 17"/>
                                  <a:gd name="T44" fmla="*/ 4 w 9"/>
                                  <a:gd name="T45" fmla="*/ 1 h 17"/>
                                  <a:gd name="T46" fmla="*/ 3 w 9"/>
                                  <a:gd name="T47" fmla="*/ 1 h 17"/>
                                  <a:gd name="T48" fmla="*/ 3 w 9"/>
                                  <a:gd name="T49" fmla="*/ 1 h 17"/>
                                  <a:gd name="T50" fmla="*/ 3 w 9"/>
                                  <a:gd name="T51" fmla="*/ 2 h 17"/>
                                  <a:gd name="T52" fmla="*/ 2 w 9"/>
                                  <a:gd name="T53" fmla="*/ 2 h 17"/>
                                  <a:gd name="T54" fmla="*/ 1 w 9"/>
                                  <a:gd name="T55" fmla="*/ 3 h 17"/>
                                  <a:gd name="T56" fmla="*/ 1 w 9"/>
                                  <a:gd name="T57" fmla="*/ 4 h 17"/>
                                  <a:gd name="T58" fmla="*/ 2 w 9"/>
                                  <a:gd name="T59" fmla="*/ 4 h 17"/>
                                  <a:gd name="T60" fmla="*/ 2 w 9"/>
                                  <a:gd name="T61" fmla="*/ 5 h 17"/>
                                  <a:gd name="T62" fmla="*/ 2 w 9"/>
                                  <a:gd name="T63" fmla="*/ 5 h 17"/>
                                  <a:gd name="T64" fmla="*/ 3 w 9"/>
                                  <a:gd name="T65" fmla="*/ 5 h 17"/>
                                  <a:gd name="T66" fmla="*/ 3 w 9"/>
                                  <a:gd name="T67" fmla="*/ 6 h 17"/>
                                  <a:gd name="T68" fmla="*/ 4 w 9"/>
                                  <a:gd name="T69" fmla="*/ 7 h 17"/>
                                  <a:gd name="T70" fmla="*/ 4 w 9"/>
                                  <a:gd name="T71" fmla="*/ 7 h 17"/>
                                  <a:gd name="T72" fmla="*/ 4 w 9"/>
                                  <a:gd name="T73" fmla="*/ 8 h 17"/>
                                  <a:gd name="T74" fmla="*/ 3 w 9"/>
                                  <a:gd name="T75" fmla="*/ 9 h 17"/>
                                  <a:gd name="T76" fmla="*/ 2 w 9"/>
                                  <a:gd name="T77" fmla="*/ 9 h 17"/>
                                  <a:gd name="T78" fmla="*/ 2 w 9"/>
                                  <a:gd name="T79" fmla="*/ 11 h 17"/>
                                  <a:gd name="T80" fmla="*/ 1 w 9"/>
                                  <a:gd name="T81" fmla="*/ 11 h 17"/>
                                  <a:gd name="T82" fmla="*/ 1 w 9"/>
                                  <a:gd name="T83" fmla="*/ 11 h 17"/>
                                  <a:gd name="T84" fmla="*/ 0 w 9"/>
                                  <a:gd name="T85" fmla="*/ 12 h 17"/>
                                  <a:gd name="T86" fmla="*/ 0 w 9"/>
                                  <a:gd name="T87" fmla="*/ 13 h 17"/>
                                  <a:gd name="T88" fmla="*/ 0 w 9"/>
                                  <a:gd name="T89" fmla="*/ 14 h 17"/>
                                  <a:gd name="T90" fmla="*/ 0 w 9"/>
                                  <a:gd name="T91" fmla="*/ 15 h 17"/>
                                  <a:gd name="T92" fmla="*/ 1 w 9"/>
                                  <a:gd name="T93" fmla="*/ 15 h 17"/>
                                  <a:gd name="T94" fmla="*/ 2 w 9"/>
                                  <a:gd name="T95" fmla="*/ 16 h 17"/>
                                  <a:gd name="T96" fmla="*/ 2 w 9"/>
                                  <a:gd name="T97" fmla="*/ 17 h 17"/>
                                  <a:gd name="T98" fmla="*/ 3 w 9"/>
                                  <a:gd name="T99" fmla="*/ 17 h 17"/>
                                  <a:gd name="T100" fmla="*/ 3 w 9"/>
                                  <a:gd name="T101" fmla="*/ 17 h 17"/>
                                  <a:gd name="T102" fmla="*/ 4 w 9"/>
                                  <a:gd name="T103" fmla="*/ 16 h 17"/>
                                  <a:gd name="T104" fmla="*/ 5 w 9"/>
                                  <a:gd name="T105" fmla="*/ 15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9" h="17">
                                    <a:moveTo>
                                      <a:pt x="6" y="0"/>
                                    </a:move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0"/>
                                      <a:pt x="6" y="0"/>
                                    </a:cubicBezTo>
                                    <a:close/>
                                    <a:moveTo>
                                      <a:pt x="5" y="15"/>
                                    </a:move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7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8"/>
                                      <a:pt x="8" y="8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2"/>
                                    </a:cubicBez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5" y="1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3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8" name="Freeform 723">
                                <a:extLst>
                                  <a:ext uri="{FF2B5EF4-FFF2-40B4-BE49-F238E27FC236}">
                                    <a16:creationId xmlns:a16="http://schemas.microsoft.com/office/drawing/2014/main" id="{A556C55A-9FD3-9196-1EB0-01630C94151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066338" y="6303963"/>
                                <a:ext cx="84137" cy="200025"/>
                              </a:xfrm>
                              <a:custGeom>
                                <a:avLst/>
                                <a:gdLst>
                                  <a:gd name="T0" fmla="*/ 3 w 20"/>
                                  <a:gd name="T1" fmla="*/ 10 h 48"/>
                                  <a:gd name="T2" fmla="*/ 1 w 20"/>
                                  <a:gd name="T3" fmla="*/ 14 h 48"/>
                                  <a:gd name="T4" fmla="*/ 2 w 20"/>
                                  <a:gd name="T5" fmla="*/ 14 h 48"/>
                                  <a:gd name="T6" fmla="*/ 15 w 20"/>
                                  <a:gd name="T7" fmla="*/ 26 h 48"/>
                                  <a:gd name="T8" fmla="*/ 1 w 20"/>
                                  <a:gd name="T9" fmla="*/ 19 h 48"/>
                                  <a:gd name="T10" fmla="*/ 13 w 20"/>
                                  <a:gd name="T11" fmla="*/ 28 h 48"/>
                                  <a:gd name="T12" fmla="*/ 11 w 20"/>
                                  <a:gd name="T13" fmla="*/ 27 h 48"/>
                                  <a:gd name="T14" fmla="*/ 9 w 20"/>
                                  <a:gd name="T15" fmla="*/ 26 h 48"/>
                                  <a:gd name="T16" fmla="*/ 8 w 20"/>
                                  <a:gd name="T17" fmla="*/ 29 h 48"/>
                                  <a:gd name="T18" fmla="*/ 9 w 20"/>
                                  <a:gd name="T19" fmla="*/ 30 h 48"/>
                                  <a:gd name="T20" fmla="*/ 12 w 20"/>
                                  <a:gd name="T21" fmla="*/ 29 h 48"/>
                                  <a:gd name="T22" fmla="*/ 3 w 20"/>
                                  <a:gd name="T23" fmla="*/ 18 h 48"/>
                                  <a:gd name="T24" fmla="*/ 9 w 20"/>
                                  <a:gd name="T25" fmla="*/ 21 h 48"/>
                                  <a:gd name="T26" fmla="*/ 17 w 20"/>
                                  <a:gd name="T27" fmla="*/ 24 h 48"/>
                                  <a:gd name="T28" fmla="*/ 13 w 20"/>
                                  <a:gd name="T29" fmla="*/ 24 h 48"/>
                                  <a:gd name="T30" fmla="*/ 13 w 20"/>
                                  <a:gd name="T31" fmla="*/ 23 h 48"/>
                                  <a:gd name="T32" fmla="*/ 9 w 20"/>
                                  <a:gd name="T33" fmla="*/ 21 h 48"/>
                                  <a:gd name="T34" fmla="*/ 7 w 20"/>
                                  <a:gd name="T35" fmla="*/ 20 h 48"/>
                                  <a:gd name="T36" fmla="*/ 2 w 20"/>
                                  <a:gd name="T37" fmla="*/ 19 h 48"/>
                                  <a:gd name="T38" fmla="*/ 2 w 20"/>
                                  <a:gd name="T39" fmla="*/ 17 h 48"/>
                                  <a:gd name="T40" fmla="*/ 1 w 20"/>
                                  <a:gd name="T41" fmla="*/ 16 h 48"/>
                                  <a:gd name="T42" fmla="*/ 3 w 20"/>
                                  <a:gd name="T43" fmla="*/ 15 h 48"/>
                                  <a:gd name="T44" fmla="*/ 3 w 20"/>
                                  <a:gd name="T45" fmla="*/ 14 h 48"/>
                                  <a:gd name="T46" fmla="*/ 4 w 20"/>
                                  <a:gd name="T47" fmla="*/ 13 h 48"/>
                                  <a:gd name="T48" fmla="*/ 3 w 20"/>
                                  <a:gd name="T49" fmla="*/ 12 h 48"/>
                                  <a:gd name="T50" fmla="*/ 4 w 20"/>
                                  <a:gd name="T51" fmla="*/ 12 h 48"/>
                                  <a:gd name="T52" fmla="*/ 4 w 20"/>
                                  <a:gd name="T53" fmla="*/ 11 h 48"/>
                                  <a:gd name="T54" fmla="*/ 5 w 20"/>
                                  <a:gd name="T55" fmla="*/ 8 h 48"/>
                                  <a:gd name="T56" fmla="*/ 6 w 20"/>
                                  <a:gd name="T57" fmla="*/ 7 h 48"/>
                                  <a:gd name="T58" fmla="*/ 7 w 20"/>
                                  <a:gd name="T59" fmla="*/ 6 h 48"/>
                                  <a:gd name="T60" fmla="*/ 9 w 20"/>
                                  <a:gd name="T61" fmla="*/ 4 h 48"/>
                                  <a:gd name="T62" fmla="*/ 10 w 20"/>
                                  <a:gd name="T63" fmla="*/ 3 h 48"/>
                                  <a:gd name="T64" fmla="*/ 14 w 20"/>
                                  <a:gd name="T65" fmla="*/ 1 h 48"/>
                                  <a:gd name="T66" fmla="*/ 12 w 20"/>
                                  <a:gd name="T67" fmla="*/ 5 h 48"/>
                                  <a:gd name="T68" fmla="*/ 13 w 20"/>
                                  <a:gd name="T69" fmla="*/ 10 h 48"/>
                                  <a:gd name="T70" fmla="*/ 17 w 20"/>
                                  <a:gd name="T71" fmla="*/ 12 h 48"/>
                                  <a:gd name="T72" fmla="*/ 19 w 20"/>
                                  <a:gd name="T73" fmla="*/ 17 h 48"/>
                                  <a:gd name="T74" fmla="*/ 19 w 20"/>
                                  <a:gd name="T75" fmla="*/ 19 h 48"/>
                                  <a:gd name="T76" fmla="*/ 3 w 20"/>
                                  <a:gd name="T77" fmla="*/ 17 h 48"/>
                                  <a:gd name="T78" fmla="*/ 3 w 20"/>
                                  <a:gd name="T79" fmla="*/ 18 h 48"/>
                                  <a:gd name="T80" fmla="*/ 11 w 20"/>
                                  <a:gd name="T81" fmla="*/ 44 h 48"/>
                                  <a:gd name="T82" fmla="*/ 10 w 20"/>
                                  <a:gd name="T83" fmla="*/ 44 h 48"/>
                                  <a:gd name="T84" fmla="*/ 10 w 20"/>
                                  <a:gd name="T85" fmla="*/ 45 h 48"/>
                                  <a:gd name="T86" fmla="*/ 11 w 20"/>
                                  <a:gd name="T87" fmla="*/ 45 h 48"/>
                                  <a:gd name="T88" fmla="*/ 10 w 20"/>
                                  <a:gd name="T89" fmla="*/ 46 h 48"/>
                                  <a:gd name="T90" fmla="*/ 11 w 20"/>
                                  <a:gd name="T91" fmla="*/ 46 h 48"/>
                                  <a:gd name="T92" fmla="*/ 11 w 20"/>
                                  <a:gd name="T93" fmla="*/ 47 h 48"/>
                                  <a:gd name="T94" fmla="*/ 10 w 20"/>
                                  <a:gd name="T95" fmla="*/ 47 h 48"/>
                                  <a:gd name="T96" fmla="*/ 9 w 20"/>
                                  <a:gd name="T97" fmla="*/ 46 h 48"/>
                                  <a:gd name="T98" fmla="*/ 9 w 20"/>
                                  <a:gd name="T99" fmla="*/ 47 h 48"/>
                                  <a:gd name="T100" fmla="*/ 9 w 20"/>
                                  <a:gd name="T101" fmla="*/ 46 h 48"/>
                                  <a:gd name="T102" fmla="*/ 10 w 20"/>
                                  <a:gd name="T103" fmla="*/ 44 h 48"/>
                                  <a:gd name="T104" fmla="*/ 10 w 20"/>
                                  <a:gd name="T105" fmla="*/ 43 h 48"/>
                                  <a:gd name="T106" fmla="*/ 11 w 20"/>
                                  <a:gd name="T107" fmla="*/ 44 h 48"/>
                                  <a:gd name="T108" fmla="*/ 11 w 20"/>
                                  <a:gd name="T109" fmla="*/ 44 h 48"/>
                                  <a:gd name="T110" fmla="*/ 10 w 20"/>
                                  <a:gd name="T111" fmla="*/ 47 h 48"/>
                                  <a:gd name="T112" fmla="*/ 9 w 20"/>
                                  <a:gd name="T113" fmla="*/ 47 h 48"/>
                                  <a:gd name="T114" fmla="*/ 10 w 20"/>
                                  <a:gd name="T115" fmla="*/ 48 h 48"/>
                                  <a:gd name="T116" fmla="*/ 11 w 20"/>
                                  <a:gd name="T117" fmla="*/ 47 h 48"/>
                                  <a:gd name="T118" fmla="*/ 11 w 20"/>
                                  <a:gd name="T119" fmla="*/ 43 h 4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</a:cxnLst>
                                <a:rect l="0" t="0" r="r" b="b"/>
                                <a:pathLst>
                                  <a:path w="20" h="48">
                                    <a:moveTo>
                                      <a:pt x="2" y="19"/>
                                    </a:move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lose/>
                                    <a:moveTo>
                                      <a:pt x="4" y="11"/>
                                    </a:move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4" y="11"/>
                                      <a:pt x="4" y="11"/>
                                    </a:cubicBezTo>
                                    <a:close/>
                                    <a:moveTo>
                                      <a:pt x="14" y="24"/>
                                    </a:move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lose/>
                                    <a:moveTo>
                                      <a:pt x="15" y="24"/>
                                    </a:move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lose/>
                                    <a:moveTo>
                                      <a:pt x="1" y="14"/>
                                    </a:move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4"/>
                                    </a:cubicBezTo>
                                    <a:close/>
                                    <a:moveTo>
                                      <a:pt x="15" y="26"/>
                                    </a:move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lose/>
                                    <a:moveTo>
                                      <a:pt x="9" y="26"/>
                                    </a:move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6"/>
                                      <a:pt x="9" y="26"/>
                                    </a:cubicBezTo>
                                    <a:close/>
                                    <a:moveTo>
                                      <a:pt x="1" y="19"/>
                                    </a:move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lose/>
                                    <a:moveTo>
                                      <a:pt x="2" y="19"/>
                                    </a:move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lose/>
                                    <a:moveTo>
                                      <a:pt x="7" y="31"/>
                                    </a:move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lose/>
                                    <a:moveTo>
                                      <a:pt x="1" y="18"/>
                                    </a:move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lose/>
                                    <a:moveTo>
                                      <a:pt x="13" y="28"/>
                                    </a:move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1" y="28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5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5"/>
                                    </a:cubicBezTo>
                                    <a:cubicBezTo>
                                      <a:pt x="10" y="25"/>
                                      <a:pt x="9" y="25"/>
                                      <a:pt x="9" y="25"/>
                                    </a:cubicBezTo>
                                    <a:cubicBezTo>
                                      <a:pt x="9" y="25"/>
                                      <a:pt x="9" y="25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8" y="29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30"/>
                                      <a:pt x="7" y="30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9" y="31"/>
                                      <a:pt x="9" y="31"/>
                                      <a:pt x="9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29"/>
                                    </a:cubicBezTo>
                                    <a:cubicBezTo>
                                      <a:pt x="11" y="29"/>
                                      <a:pt x="11" y="29"/>
                                      <a:pt x="11" y="29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8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3" y="17"/>
                                    </a:move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20" y="24"/>
                                    </a:moveTo>
                                    <a:cubicBezTo>
                                      <a:pt x="20" y="25"/>
                                      <a:pt x="20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5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4"/>
                                    </a:cubicBezTo>
                                    <a:cubicBezTo>
                                      <a:pt x="18" y="25"/>
                                      <a:pt x="19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7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6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3"/>
                                    </a:cubicBezTo>
                                    <a:cubicBezTo>
                                      <a:pt x="14" y="23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3" y="22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2"/>
                                    </a:cubicBezTo>
                                    <a:cubicBezTo>
                                      <a:pt x="13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1"/>
                                      <a:pt x="12" y="21"/>
                                      <a:pt x="12" y="21"/>
                                    </a:cubicBezTo>
                                    <a:cubicBezTo>
                                      <a:pt x="11" y="21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9" y="22"/>
                                      <a:pt x="9" y="22"/>
                                    </a:cubicBezTo>
                                    <a:cubicBezTo>
                                      <a:pt x="9" y="22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6" y="21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1"/>
                                    </a:cubicBezTo>
                                    <a:cubicBezTo>
                                      <a:pt x="6" y="21"/>
                                      <a:pt x="5" y="21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20"/>
                                      <a:pt x="1" y="20"/>
                                      <a:pt x="1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8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1" y="17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7"/>
                                      <a:pt x="0" y="17"/>
                                      <a:pt x="0" y="16"/>
                                    </a:cubicBezTo>
                                    <a:cubicBezTo>
                                      <a:pt x="0" y="16"/>
                                      <a:pt x="0" y="16"/>
                                      <a:pt x="0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3" y="15"/>
                                      <a:pt x="3" y="16"/>
                                    </a:cubicBezTo>
                                    <a:cubicBezTo>
                                      <a:pt x="3" y="16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3" y="14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2" y="13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2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1"/>
                                      <a:pt x="4" y="11"/>
                                    </a:cubicBezTo>
                                    <a:cubicBezTo>
                                      <a:pt x="5" y="11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0"/>
                                    </a:cubicBezTo>
                                    <a:cubicBezTo>
                                      <a:pt x="5" y="10"/>
                                      <a:pt x="5" y="11"/>
                                      <a:pt x="5" y="10"/>
                                    </a:cubicBezTo>
                                    <a:cubicBezTo>
                                      <a:pt x="5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7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8" y="5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10" y="3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2"/>
                                      <a:pt x="10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3" y="8"/>
                                      <a:pt x="13" y="8"/>
                                    </a:cubicBezTo>
                                    <a:cubicBezTo>
                                      <a:pt x="13" y="8"/>
                                      <a:pt x="13" y="8"/>
                                      <a:pt x="13" y="8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19" y="12"/>
                                      <a:pt x="19" y="12"/>
                                      <a:pt x="19" y="12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4"/>
                                      <a:pt x="20" y="24"/>
                                    </a:cubicBezTo>
                                    <a:cubicBezTo>
                                      <a:pt x="20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20" y="24"/>
                                      <a:pt x="20" y="24"/>
                                    </a:cubicBezTo>
                                    <a:close/>
                                    <a:moveTo>
                                      <a:pt x="3" y="17"/>
                                    </a:move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7"/>
                                      <a:pt x="3" y="17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11" y="44"/>
                                    </a:move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1" y="44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6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8" y="47"/>
                                      <a:pt x="9" y="47"/>
                                      <a:pt x="9" y="47"/>
                                    </a:cubicBezTo>
                                    <a:cubicBezTo>
                                      <a:pt x="8" y="47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0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lose/>
                                    <a:moveTo>
                                      <a:pt x="11" y="44"/>
                                    </a:move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lose/>
                                    <a:moveTo>
                                      <a:pt x="12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2" y="43"/>
                                    </a:cubicBezTo>
                                    <a:cubicBezTo>
                                      <a:pt x="12" y="43"/>
                                      <a:pt x="12" y="43"/>
                                      <a:pt x="12" y="43"/>
                                    </a:cubicBezTo>
                                    <a:close/>
                                    <a:moveTo>
                                      <a:pt x="11" y="47"/>
                                    </a:move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1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lose/>
                                    <a:moveTo>
                                      <a:pt x="9" y="44"/>
                                    </a:move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lose/>
                                    <a:moveTo>
                                      <a:pt x="11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lose/>
                                    <a:moveTo>
                                      <a:pt x="11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9" name="Freeform 724">
                                <a:extLst>
                                  <a:ext uri="{FF2B5EF4-FFF2-40B4-BE49-F238E27FC236}">
                                    <a16:creationId xmlns:a16="http://schemas.microsoft.com/office/drawing/2014/main" id="{CB1BD989-1D87-6B50-802B-D9FA2A74F36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117138" y="6291263"/>
                                <a:ext cx="87312" cy="117475"/>
                              </a:xfrm>
                              <a:custGeom>
                                <a:avLst/>
                                <a:gdLst>
                                  <a:gd name="T0" fmla="*/ 18 w 21"/>
                                  <a:gd name="T1" fmla="*/ 20 h 28"/>
                                  <a:gd name="T2" fmla="*/ 18 w 21"/>
                                  <a:gd name="T3" fmla="*/ 10 h 28"/>
                                  <a:gd name="T4" fmla="*/ 17 w 21"/>
                                  <a:gd name="T5" fmla="*/ 11 h 28"/>
                                  <a:gd name="T6" fmla="*/ 16 w 21"/>
                                  <a:gd name="T7" fmla="*/ 11 h 28"/>
                                  <a:gd name="T8" fmla="*/ 15 w 21"/>
                                  <a:gd name="T9" fmla="*/ 10 h 28"/>
                                  <a:gd name="T10" fmla="*/ 13 w 21"/>
                                  <a:gd name="T11" fmla="*/ 7 h 28"/>
                                  <a:gd name="T12" fmla="*/ 11 w 21"/>
                                  <a:gd name="T13" fmla="*/ 7 h 28"/>
                                  <a:gd name="T14" fmla="*/ 10 w 21"/>
                                  <a:gd name="T15" fmla="*/ 5 h 28"/>
                                  <a:gd name="T16" fmla="*/ 10 w 21"/>
                                  <a:gd name="T17" fmla="*/ 3 h 28"/>
                                  <a:gd name="T18" fmla="*/ 11 w 21"/>
                                  <a:gd name="T19" fmla="*/ 1 h 28"/>
                                  <a:gd name="T20" fmla="*/ 10 w 21"/>
                                  <a:gd name="T21" fmla="*/ 1 h 28"/>
                                  <a:gd name="T22" fmla="*/ 9 w 21"/>
                                  <a:gd name="T23" fmla="*/ 2 h 28"/>
                                  <a:gd name="T24" fmla="*/ 7 w 21"/>
                                  <a:gd name="T25" fmla="*/ 2 h 28"/>
                                  <a:gd name="T26" fmla="*/ 6 w 21"/>
                                  <a:gd name="T27" fmla="*/ 2 h 28"/>
                                  <a:gd name="T28" fmla="*/ 5 w 21"/>
                                  <a:gd name="T29" fmla="*/ 4 h 28"/>
                                  <a:gd name="T30" fmla="*/ 4 w 21"/>
                                  <a:gd name="T31" fmla="*/ 5 h 28"/>
                                  <a:gd name="T32" fmla="*/ 3 w 21"/>
                                  <a:gd name="T33" fmla="*/ 6 h 28"/>
                                  <a:gd name="T34" fmla="*/ 1 w 21"/>
                                  <a:gd name="T35" fmla="*/ 6 h 28"/>
                                  <a:gd name="T36" fmla="*/ 1 w 21"/>
                                  <a:gd name="T37" fmla="*/ 7 h 28"/>
                                  <a:gd name="T38" fmla="*/ 0 w 21"/>
                                  <a:gd name="T39" fmla="*/ 8 h 28"/>
                                  <a:gd name="T40" fmla="*/ 0 w 21"/>
                                  <a:gd name="T41" fmla="*/ 9 h 28"/>
                                  <a:gd name="T42" fmla="*/ 0 w 21"/>
                                  <a:gd name="T43" fmla="*/ 10 h 28"/>
                                  <a:gd name="T44" fmla="*/ 1 w 21"/>
                                  <a:gd name="T45" fmla="*/ 12 h 28"/>
                                  <a:gd name="T46" fmla="*/ 1 w 21"/>
                                  <a:gd name="T47" fmla="*/ 13 h 28"/>
                                  <a:gd name="T48" fmla="*/ 4 w 21"/>
                                  <a:gd name="T49" fmla="*/ 13 h 28"/>
                                  <a:gd name="T50" fmla="*/ 5 w 21"/>
                                  <a:gd name="T51" fmla="*/ 15 h 28"/>
                                  <a:gd name="T52" fmla="*/ 5 w 21"/>
                                  <a:gd name="T53" fmla="*/ 15 h 28"/>
                                  <a:gd name="T54" fmla="*/ 8 w 21"/>
                                  <a:gd name="T55" fmla="*/ 15 h 28"/>
                                  <a:gd name="T56" fmla="*/ 6 w 21"/>
                                  <a:gd name="T57" fmla="*/ 18 h 28"/>
                                  <a:gd name="T58" fmla="*/ 7 w 21"/>
                                  <a:gd name="T59" fmla="*/ 20 h 28"/>
                                  <a:gd name="T60" fmla="*/ 7 w 21"/>
                                  <a:gd name="T61" fmla="*/ 21 h 28"/>
                                  <a:gd name="T62" fmla="*/ 7 w 21"/>
                                  <a:gd name="T63" fmla="*/ 21 h 28"/>
                                  <a:gd name="T64" fmla="*/ 7 w 21"/>
                                  <a:gd name="T65" fmla="*/ 22 h 28"/>
                                  <a:gd name="T66" fmla="*/ 7 w 21"/>
                                  <a:gd name="T67" fmla="*/ 24 h 28"/>
                                  <a:gd name="T68" fmla="*/ 7 w 21"/>
                                  <a:gd name="T69" fmla="*/ 25 h 28"/>
                                  <a:gd name="T70" fmla="*/ 7 w 21"/>
                                  <a:gd name="T71" fmla="*/ 27 h 28"/>
                                  <a:gd name="T72" fmla="*/ 8 w 21"/>
                                  <a:gd name="T73" fmla="*/ 27 h 28"/>
                                  <a:gd name="T74" fmla="*/ 10 w 21"/>
                                  <a:gd name="T75" fmla="*/ 27 h 28"/>
                                  <a:gd name="T76" fmla="*/ 11 w 21"/>
                                  <a:gd name="T77" fmla="*/ 26 h 28"/>
                                  <a:gd name="T78" fmla="*/ 12 w 21"/>
                                  <a:gd name="T79" fmla="*/ 24 h 28"/>
                                  <a:gd name="T80" fmla="*/ 15 w 21"/>
                                  <a:gd name="T81" fmla="*/ 21 h 28"/>
                                  <a:gd name="T82" fmla="*/ 18 w 21"/>
                                  <a:gd name="T83" fmla="*/ 20 h 28"/>
                                  <a:gd name="T84" fmla="*/ 18 w 21"/>
                                  <a:gd name="T85" fmla="*/ 19 h 28"/>
                                  <a:gd name="T86" fmla="*/ 17 w 21"/>
                                  <a:gd name="T87" fmla="*/ 20 h 28"/>
                                  <a:gd name="T88" fmla="*/ 18 w 21"/>
                                  <a:gd name="T89" fmla="*/ 19 h 28"/>
                                  <a:gd name="T90" fmla="*/ 17 w 21"/>
                                  <a:gd name="T91" fmla="*/ 18 h 28"/>
                                  <a:gd name="T92" fmla="*/ 18 w 21"/>
                                  <a:gd name="T93" fmla="*/ 17 h 28"/>
                                  <a:gd name="T94" fmla="*/ 19 w 21"/>
                                  <a:gd name="T95" fmla="*/ 14 h 28"/>
                                  <a:gd name="T96" fmla="*/ 21 w 21"/>
                                  <a:gd name="T97" fmla="*/ 11 h 2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</a:cxnLst>
                                <a:rect l="0" t="0" r="r" b="b"/>
                                <a:pathLst>
                                  <a:path w="21" h="28">
                                    <a:moveTo>
                                      <a:pt x="18" y="20"/>
                                    </a:moveTo>
                                    <a:cubicBezTo>
                                      <a:pt x="18" y="20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lose/>
                                    <a:moveTo>
                                      <a:pt x="19" y="10"/>
                                    </a:moveTo>
                                    <a:cubicBezTo>
                                      <a:pt x="19" y="10"/>
                                      <a:pt x="19" y="10"/>
                                      <a:pt x="19" y="10"/>
                                    </a:cubicBezTo>
                                    <a:cubicBezTo>
                                      <a:pt x="19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4"/>
                                      <a:pt x="6" y="14"/>
                                      <a:pt x="6" y="14"/>
                                    </a:cubicBezTo>
                                    <a:cubicBezTo>
                                      <a:pt x="6" y="14"/>
                                      <a:pt x="6" y="14"/>
                                      <a:pt x="6" y="14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6"/>
                                      <a:pt x="7" y="26"/>
                                    </a:cubicBezTo>
                                    <a:cubicBezTo>
                                      <a:pt x="7" y="26"/>
                                      <a:pt x="8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7"/>
                                      <a:pt x="8" y="27"/>
                                    </a:cubicBezTo>
                                    <a:cubicBezTo>
                                      <a:pt x="8" y="27"/>
                                      <a:pt x="7" y="27"/>
                                      <a:pt x="7" y="27"/>
                                    </a:cubicBezTo>
                                    <a:cubicBezTo>
                                      <a:pt x="7" y="27"/>
                                      <a:pt x="8" y="27"/>
                                      <a:pt x="8" y="27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7"/>
                                      <a:pt x="8" y="27"/>
                                      <a:pt x="8" y="27"/>
                                    </a:cubicBezTo>
                                    <a:cubicBezTo>
                                      <a:pt x="8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4"/>
                                      <a:pt x="12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4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3"/>
                                    </a:cubicBezTo>
                                    <a:cubicBezTo>
                                      <a:pt x="14" y="23"/>
                                      <a:pt x="15" y="23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1"/>
                                      <a:pt x="15" y="21"/>
                                    </a:cubicBezTo>
                                    <a:cubicBezTo>
                                      <a:pt x="16" y="20"/>
                                      <a:pt x="16" y="20"/>
                                      <a:pt x="16" y="20"/>
                                    </a:cubicBezTo>
                                    <a:cubicBezTo>
                                      <a:pt x="16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8" y="18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20" y="13"/>
                                    </a:cubicBezTo>
                                    <a:cubicBezTo>
                                      <a:pt x="20" y="13"/>
                                      <a:pt x="20" y="12"/>
                                      <a:pt x="20" y="12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lnTo>
                                      <a:pt x="19" y="1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0" name="Freeform 725">
                                <a:extLst>
                                  <a:ext uri="{FF2B5EF4-FFF2-40B4-BE49-F238E27FC236}">
                                    <a16:creationId xmlns:a16="http://schemas.microsoft.com/office/drawing/2014/main" id="{904EC8AD-D49D-656A-642D-6643D6A2EC5C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66363" y="6178550"/>
                                <a:ext cx="12700" cy="12700"/>
                              </a:xfrm>
                              <a:custGeom>
                                <a:avLst/>
                                <a:gdLst>
                                  <a:gd name="T0" fmla="*/ 1 w 3"/>
                                  <a:gd name="T1" fmla="*/ 3 h 3"/>
                                  <a:gd name="T2" fmla="*/ 2 w 3"/>
                                  <a:gd name="T3" fmla="*/ 2 h 3"/>
                                  <a:gd name="T4" fmla="*/ 2 w 3"/>
                                  <a:gd name="T5" fmla="*/ 1 h 3"/>
                                  <a:gd name="T6" fmla="*/ 2 w 3"/>
                                  <a:gd name="T7" fmla="*/ 1 h 3"/>
                                  <a:gd name="T8" fmla="*/ 3 w 3"/>
                                  <a:gd name="T9" fmla="*/ 0 h 3"/>
                                  <a:gd name="T10" fmla="*/ 3 w 3"/>
                                  <a:gd name="T11" fmla="*/ 0 h 3"/>
                                  <a:gd name="T12" fmla="*/ 2 w 3"/>
                                  <a:gd name="T13" fmla="*/ 0 h 3"/>
                                  <a:gd name="T14" fmla="*/ 2 w 3"/>
                                  <a:gd name="T15" fmla="*/ 0 h 3"/>
                                  <a:gd name="T16" fmla="*/ 2 w 3"/>
                                  <a:gd name="T17" fmla="*/ 0 h 3"/>
                                  <a:gd name="T18" fmla="*/ 2 w 3"/>
                                  <a:gd name="T19" fmla="*/ 0 h 3"/>
                                  <a:gd name="T20" fmla="*/ 1 w 3"/>
                                  <a:gd name="T21" fmla="*/ 1 h 3"/>
                                  <a:gd name="T22" fmla="*/ 1 w 3"/>
                                  <a:gd name="T23" fmla="*/ 1 h 3"/>
                                  <a:gd name="T24" fmla="*/ 1 w 3"/>
                                  <a:gd name="T25" fmla="*/ 1 h 3"/>
                                  <a:gd name="T26" fmla="*/ 1 w 3"/>
                                  <a:gd name="T27" fmla="*/ 1 h 3"/>
                                  <a:gd name="T28" fmla="*/ 0 w 3"/>
                                  <a:gd name="T29" fmla="*/ 2 h 3"/>
                                  <a:gd name="T30" fmla="*/ 0 w 3"/>
                                  <a:gd name="T31" fmla="*/ 2 h 3"/>
                                  <a:gd name="T32" fmla="*/ 0 w 3"/>
                                  <a:gd name="T33" fmla="*/ 2 h 3"/>
                                  <a:gd name="T34" fmla="*/ 1 w 3"/>
                                  <a:gd name="T35" fmla="*/ 3 h 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</a:cxnLst>
                                <a:rect l="0" t="0" r="r" b="b"/>
                                <a:pathLst>
                                  <a:path w="3" h="3">
                                    <a:moveTo>
                                      <a:pt x="1" y="3"/>
                                    </a:moveTo>
                                    <a:cubicBezTo>
                                      <a:pt x="1" y="3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1" y="0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lnTo>
                                      <a:pt x="1" y="3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1" name="Freeform 726">
                                <a:extLst>
                                  <a:ext uri="{FF2B5EF4-FFF2-40B4-BE49-F238E27FC236}">
                                    <a16:creationId xmlns:a16="http://schemas.microsoft.com/office/drawing/2014/main" id="{B0EDC149-8D93-E611-EC6F-5BA5C86FD49A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12400" y="6083300"/>
                                <a:ext cx="53975" cy="84138"/>
                              </a:xfrm>
                              <a:custGeom>
                                <a:avLst/>
                                <a:gdLst>
                                  <a:gd name="T0" fmla="*/ 12 w 13"/>
                                  <a:gd name="T1" fmla="*/ 17 h 20"/>
                                  <a:gd name="T2" fmla="*/ 11 w 13"/>
                                  <a:gd name="T3" fmla="*/ 17 h 20"/>
                                  <a:gd name="T4" fmla="*/ 11 w 13"/>
                                  <a:gd name="T5" fmla="*/ 16 h 20"/>
                                  <a:gd name="T6" fmla="*/ 11 w 13"/>
                                  <a:gd name="T7" fmla="*/ 15 h 20"/>
                                  <a:gd name="T8" fmla="*/ 10 w 13"/>
                                  <a:gd name="T9" fmla="*/ 14 h 20"/>
                                  <a:gd name="T10" fmla="*/ 9 w 13"/>
                                  <a:gd name="T11" fmla="*/ 13 h 20"/>
                                  <a:gd name="T12" fmla="*/ 9 w 13"/>
                                  <a:gd name="T13" fmla="*/ 13 h 20"/>
                                  <a:gd name="T14" fmla="*/ 9 w 13"/>
                                  <a:gd name="T15" fmla="*/ 12 h 20"/>
                                  <a:gd name="T16" fmla="*/ 10 w 13"/>
                                  <a:gd name="T17" fmla="*/ 10 h 20"/>
                                  <a:gd name="T18" fmla="*/ 10 w 13"/>
                                  <a:gd name="T19" fmla="*/ 9 h 20"/>
                                  <a:gd name="T20" fmla="*/ 9 w 13"/>
                                  <a:gd name="T21" fmla="*/ 8 h 20"/>
                                  <a:gd name="T22" fmla="*/ 9 w 13"/>
                                  <a:gd name="T23" fmla="*/ 8 h 20"/>
                                  <a:gd name="T24" fmla="*/ 9 w 13"/>
                                  <a:gd name="T25" fmla="*/ 7 h 20"/>
                                  <a:gd name="T26" fmla="*/ 9 w 13"/>
                                  <a:gd name="T27" fmla="*/ 6 h 20"/>
                                  <a:gd name="T28" fmla="*/ 8 w 13"/>
                                  <a:gd name="T29" fmla="*/ 6 h 20"/>
                                  <a:gd name="T30" fmla="*/ 8 w 13"/>
                                  <a:gd name="T31" fmla="*/ 6 h 20"/>
                                  <a:gd name="T32" fmla="*/ 7 w 13"/>
                                  <a:gd name="T33" fmla="*/ 7 h 20"/>
                                  <a:gd name="T34" fmla="*/ 6 w 13"/>
                                  <a:gd name="T35" fmla="*/ 7 h 20"/>
                                  <a:gd name="T36" fmla="*/ 6 w 13"/>
                                  <a:gd name="T37" fmla="*/ 5 h 20"/>
                                  <a:gd name="T38" fmla="*/ 6 w 13"/>
                                  <a:gd name="T39" fmla="*/ 4 h 20"/>
                                  <a:gd name="T40" fmla="*/ 5 w 13"/>
                                  <a:gd name="T41" fmla="*/ 3 h 20"/>
                                  <a:gd name="T42" fmla="*/ 5 w 13"/>
                                  <a:gd name="T43" fmla="*/ 2 h 20"/>
                                  <a:gd name="T44" fmla="*/ 6 w 13"/>
                                  <a:gd name="T45" fmla="*/ 1 h 20"/>
                                  <a:gd name="T46" fmla="*/ 5 w 13"/>
                                  <a:gd name="T47" fmla="*/ 0 h 20"/>
                                  <a:gd name="T48" fmla="*/ 4 w 13"/>
                                  <a:gd name="T49" fmla="*/ 1 h 20"/>
                                  <a:gd name="T50" fmla="*/ 4 w 13"/>
                                  <a:gd name="T51" fmla="*/ 1 h 20"/>
                                  <a:gd name="T52" fmla="*/ 2 w 13"/>
                                  <a:gd name="T53" fmla="*/ 1 h 20"/>
                                  <a:gd name="T54" fmla="*/ 1 w 13"/>
                                  <a:gd name="T55" fmla="*/ 2 h 20"/>
                                  <a:gd name="T56" fmla="*/ 1 w 13"/>
                                  <a:gd name="T57" fmla="*/ 2 h 20"/>
                                  <a:gd name="T58" fmla="*/ 0 w 13"/>
                                  <a:gd name="T59" fmla="*/ 4 h 20"/>
                                  <a:gd name="T60" fmla="*/ 0 w 13"/>
                                  <a:gd name="T61" fmla="*/ 4 h 20"/>
                                  <a:gd name="T62" fmla="*/ 0 w 13"/>
                                  <a:gd name="T63" fmla="*/ 5 h 20"/>
                                  <a:gd name="T64" fmla="*/ 0 w 13"/>
                                  <a:gd name="T65" fmla="*/ 6 h 20"/>
                                  <a:gd name="T66" fmla="*/ 0 w 13"/>
                                  <a:gd name="T67" fmla="*/ 7 h 20"/>
                                  <a:gd name="T68" fmla="*/ 1 w 13"/>
                                  <a:gd name="T69" fmla="*/ 8 h 20"/>
                                  <a:gd name="T70" fmla="*/ 2 w 13"/>
                                  <a:gd name="T71" fmla="*/ 9 h 20"/>
                                  <a:gd name="T72" fmla="*/ 2 w 13"/>
                                  <a:gd name="T73" fmla="*/ 10 h 20"/>
                                  <a:gd name="T74" fmla="*/ 1 w 13"/>
                                  <a:gd name="T75" fmla="*/ 11 h 20"/>
                                  <a:gd name="T76" fmla="*/ 0 w 13"/>
                                  <a:gd name="T77" fmla="*/ 12 h 20"/>
                                  <a:gd name="T78" fmla="*/ 1 w 13"/>
                                  <a:gd name="T79" fmla="*/ 12 h 20"/>
                                  <a:gd name="T80" fmla="*/ 3 w 13"/>
                                  <a:gd name="T81" fmla="*/ 15 h 20"/>
                                  <a:gd name="T82" fmla="*/ 3 w 13"/>
                                  <a:gd name="T83" fmla="*/ 19 h 20"/>
                                  <a:gd name="T84" fmla="*/ 3 w 13"/>
                                  <a:gd name="T85" fmla="*/ 20 h 20"/>
                                  <a:gd name="T86" fmla="*/ 4 w 13"/>
                                  <a:gd name="T87" fmla="*/ 20 h 20"/>
                                  <a:gd name="T88" fmla="*/ 4 w 13"/>
                                  <a:gd name="T89" fmla="*/ 20 h 20"/>
                                  <a:gd name="T90" fmla="*/ 5 w 13"/>
                                  <a:gd name="T91" fmla="*/ 19 h 20"/>
                                  <a:gd name="T92" fmla="*/ 6 w 13"/>
                                  <a:gd name="T93" fmla="*/ 20 h 20"/>
                                  <a:gd name="T94" fmla="*/ 7 w 13"/>
                                  <a:gd name="T95" fmla="*/ 19 h 20"/>
                                  <a:gd name="T96" fmla="*/ 7 w 13"/>
                                  <a:gd name="T97" fmla="*/ 20 h 20"/>
                                  <a:gd name="T98" fmla="*/ 8 w 13"/>
                                  <a:gd name="T99" fmla="*/ 20 h 20"/>
                                  <a:gd name="T100" fmla="*/ 8 w 13"/>
                                  <a:gd name="T101" fmla="*/ 20 h 20"/>
                                  <a:gd name="T102" fmla="*/ 9 w 13"/>
                                  <a:gd name="T103" fmla="*/ 19 h 20"/>
                                  <a:gd name="T104" fmla="*/ 10 w 13"/>
                                  <a:gd name="T105" fmla="*/ 19 h 20"/>
                                  <a:gd name="T106" fmla="*/ 12 w 13"/>
                                  <a:gd name="T107" fmla="*/ 18 h 2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</a:cxnLst>
                                <a:rect l="0" t="0" r="r" b="b"/>
                                <a:pathLst>
                                  <a:path w="13" h="20">
                                    <a:moveTo>
                                      <a:pt x="13" y="17"/>
                                    </a:move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9" y="14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2"/>
                                      <a:pt x="5" y="2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6"/>
                                    </a:cubicBezTo>
                                    <a:cubicBezTo>
                                      <a:pt x="3" y="16"/>
                                      <a:pt x="3" y="17"/>
                                      <a:pt x="3" y="17"/>
                                    </a:cubicBezTo>
                                    <a:cubicBezTo>
                                      <a:pt x="3" y="18"/>
                                      <a:pt x="3" y="19"/>
                                      <a:pt x="3" y="19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2" y="18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7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2" name="Freeform 727">
                                <a:extLst>
                                  <a:ext uri="{FF2B5EF4-FFF2-40B4-BE49-F238E27FC236}">
                                    <a16:creationId xmlns:a16="http://schemas.microsoft.com/office/drawing/2014/main" id="{68F0A2E4-9438-AF66-64D4-3D06ACE553E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53663" y="6162675"/>
                                <a:ext cx="50800" cy="69850"/>
                              </a:xfrm>
                              <a:custGeom>
                                <a:avLst/>
                                <a:gdLst>
                                  <a:gd name="T0" fmla="*/ 11 w 12"/>
                                  <a:gd name="T1" fmla="*/ 5 h 17"/>
                                  <a:gd name="T2" fmla="*/ 11 w 12"/>
                                  <a:gd name="T3" fmla="*/ 5 h 17"/>
                                  <a:gd name="T4" fmla="*/ 11 w 12"/>
                                  <a:gd name="T5" fmla="*/ 4 h 17"/>
                                  <a:gd name="T6" fmla="*/ 8 w 12"/>
                                  <a:gd name="T7" fmla="*/ 3 h 17"/>
                                  <a:gd name="T8" fmla="*/ 9 w 12"/>
                                  <a:gd name="T9" fmla="*/ 2 h 17"/>
                                  <a:gd name="T10" fmla="*/ 7 w 12"/>
                                  <a:gd name="T11" fmla="*/ 2 h 17"/>
                                  <a:gd name="T12" fmla="*/ 8 w 12"/>
                                  <a:gd name="T13" fmla="*/ 1 h 17"/>
                                  <a:gd name="T14" fmla="*/ 8 w 12"/>
                                  <a:gd name="T15" fmla="*/ 1 h 17"/>
                                  <a:gd name="T16" fmla="*/ 7 w 12"/>
                                  <a:gd name="T17" fmla="*/ 2 h 17"/>
                                  <a:gd name="T18" fmla="*/ 10 w 12"/>
                                  <a:gd name="T19" fmla="*/ 6 h 17"/>
                                  <a:gd name="T20" fmla="*/ 9 w 12"/>
                                  <a:gd name="T21" fmla="*/ 7 h 17"/>
                                  <a:gd name="T22" fmla="*/ 9 w 12"/>
                                  <a:gd name="T23" fmla="*/ 8 h 17"/>
                                  <a:gd name="T24" fmla="*/ 10 w 12"/>
                                  <a:gd name="T25" fmla="*/ 9 h 17"/>
                                  <a:gd name="T26" fmla="*/ 10 w 12"/>
                                  <a:gd name="T27" fmla="*/ 11 h 17"/>
                                  <a:gd name="T28" fmla="*/ 8 w 12"/>
                                  <a:gd name="T29" fmla="*/ 12 h 17"/>
                                  <a:gd name="T30" fmla="*/ 7 w 12"/>
                                  <a:gd name="T31" fmla="*/ 12 h 17"/>
                                  <a:gd name="T32" fmla="*/ 5 w 12"/>
                                  <a:gd name="T33" fmla="*/ 13 h 17"/>
                                  <a:gd name="T34" fmla="*/ 4 w 12"/>
                                  <a:gd name="T35" fmla="*/ 15 h 17"/>
                                  <a:gd name="T36" fmla="*/ 3 w 12"/>
                                  <a:gd name="T37" fmla="*/ 17 h 17"/>
                                  <a:gd name="T38" fmla="*/ 1 w 12"/>
                                  <a:gd name="T39" fmla="*/ 17 h 17"/>
                                  <a:gd name="T40" fmla="*/ 1 w 12"/>
                                  <a:gd name="T41" fmla="*/ 16 h 17"/>
                                  <a:gd name="T42" fmla="*/ 0 w 12"/>
                                  <a:gd name="T43" fmla="*/ 15 h 17"/>
                                  <a:gd name="T44" fmla="*/ 0 w 12"/>
                                  <a:gd name="T45" fmla="*/ 14 h 17"/>
                                  <a:gd name="T46" fmla="*/ 0 w 12"/>
                                  <a:gd name="T47" fmla="*/ 13 h 17"/>
                                  <a:gd name="T48" fmla="*/ 1 w 12"/>
                                  <a:gd name="T49" fmla="*/ 11 h 17"/>
                                  <a:gd name="T50" fmla="*/ 2 w 12"/>
                                  <a:gd name="T51" fmla="*/ 9 h 17"/>
                                  <a:gd name="T52" fmla="*/ 3 w 12"/>
                                  <a:gd name="T53" fmla="*/ 7 h 17"/>
                                  <a:gd name="T54" fmla="*/ 5 w 12"/>
                                  <a:gd name="T55" fmla="*/ 6 h 17"/>
                                  <a:gd name="T56" fmla="*/ 6 w 12"/>
                                  <a:gd name="T57" fmla="*/ 4 h 17"/>
                                  <a:gd name="T58" fmla="*/ 7 w 12"/>
                                  <a:gd name="T59" fmla="*/ 4 h 17"/>
                                  <a:gd name="T60" fmla="*/ 7 w 12"/>
                                  <a:gd name="T61" fmla="*/ 3 h 17"/>
                                  <a:gd name="T62" fmla="*/ 8 w 12"/>
                                  <a:gd name="T63" fmla="*/ 2 h 17"/>
                                  <a:gd name="T64" fmla="*/ 8 w 12"/>
                                  <a:gd name="T65" fmla="*/ 3 h 17"/>
                                  <a:gd name="T66" fmla="*/ 7 w 12"/>
                                  <a:gd name="T67" fmla="*/ 3 h 17"/>
                                  <a:gd name="T68" fmla="*/ 7 w 12"/>
                                  <a:gd name="T69" fmla="*/ 4 h 17"/>
                                  <a:gd name="T70" fmla="*/ 8 w 12"/>
                                  <a:gd name="T71" fmla="*/ 3 h 17"/>
                                  <a:gd name="T72" fmla="*/ 7 w 12"/>
                                  <a:gd name="T73" fmla="*/ 4 h 17"/>
                                  <a:gd name="T74" fmla="*/ 8 w 12"/>
                                  <a:gd name="T75" fmla="*/ 5 h 17"/>
                                  <a:gd name="T76" fmla="*/ 7 w 12"/>
                                  <a:gd name="T77" fmla="*/ 5 h 17"/>
                                  <a:gd name="T78" fmla="*/ 9 w 12"/>
                                  <a:gd name="T79" fmla="*/ 5 h 17"/>
                                  <a:gd name="T80" fmla="*/ 9 w 12"/>
                                  <a:gd name="T81" fmla="*/ 5 h 17"/>
                                  <a:gd name="T82" fmla="*/ 8 w 12"/>
                                  <a:gd name="T83" fmla="*/ 5 h 17"/>
                                  <a:gd name="T84" fmla="*/ 9 w 12"/>
                                  <a:gd name="T85" fmla="*/ 4 h 17"/>
                                  <a:gd name="T86" fmla="*/ 10 w 12"/>
                                  <a:gd name="T87" fmla="*/ 3 h 17"/>
                                  <a:gd name="T88" fmla="*/ 10 w 12"/>
                                  <a:gd name="T89" fmla="*/ 3 h 17"/>
                                  <a:gd name="T90" fmla="*/ 11 w 12"/>
                                  <a:gd name="T91" fmla="*/ 3 h 17"/>
                                  <a:gd name="T92" fmla="*/ 10 w 12"/>
                                  <a:gd name="T93" fmla="*/ 4 h 17"/>
                                  <a:gd name="T94" fmla="*/ 10 w 12"/>
                                  <a:gd name="T95" fmla="*/ 5 h 17"/>
                                  <a:gd name="T96" fmla="*/ 8 w 12"/>
                                  <a:gd name="T97" fmla="*/ 5 h 17"/>
                                  <a:gd name="T98" fmla="*/ 9 w 12"/>
                                  <a:gd name="T99" fmla="*/ 5 h 17"/>
                                  <a:gd name="T100" fmla="*/ 11 w 12"/>
                                  <a:gd name="T101" fmla="*/ 5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12" h="17">
                                    <a:moveTo>
                                      <a:pt x="11" y="4"/>
                                    </a:move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2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5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1" y="4"/>
                                    </a:cubicBezTo>
                                    <a:close/>
                                    <a:moveTo>
                                      <a:pt x="8" y="3"/>
                                    </a:moveTo>
                                    <a:cubicBezTo>
                                      <a:pt x="8" y="3"/>
                                      <a:pt x="8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8" y="3"/>
                                    </a:cubicBezTo>
                                    <a:close/>
                                    <a:moveTo>
                                      <a:pt x="9" y="2"/>
                                    </a:moveTo>
                                    <a:cubicBezTo>
                                      <a:pt x="9" y="2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2"/>
                                    </a:cubicBezTo>
                                    <a:close/>
                                    <a:moveTo>
                                      <a:pt x="7" y="2"/>
                                    </a:move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0"/>
                                      <a:pt x="9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1"/>
                                      <a:pt x="7" y="1"/>
                                      <a:pt x="8" y="1"/>
                                    </a:cubicBezTo>
                                    <a:cubicBezTo>
                                      <a:pt x="8" y="2"/>
                                      <a:pt x="8" y="2"/>
                                      <a:pt x="7" y="2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lose/>
                                    <a:moveTo>
                                      <a:pt x="10" y="6"/>
                                    </a:move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1" y="17"/>
                                      <a:pt x="1" y="17"/>
                                    </a:cubicBezTo>
                                    <a:cubicBezTo>
                                      <a:pt x="1" y="17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6"/>
                                      <a:pt x="1" y="15"/>
                                      <a:pt x="1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6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2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3"/>
                                      <a:pt x="8" y="2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9" y="5"/>
                                      <a:pt x="9" y="5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8" y="4"/>
                                      <a:pt x="8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4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4"/>
                                      <a:pt x="10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3" name="Freeform 728">
                                <a:extLst>
                                  <a:ext uri="{FF2B5EF4-FFF2-40B4-BE49-F238E27FC236}">
                                    <a16:creationId xmlns:a16="http://schemas.microsoft.com/office/drawing/2014/main" id="{9EEF76F3-925A-6E1C-CC8A-FAB66F809D7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48913" y="6088063"/>
                                <a:ext cx="55562" cy="66675"/>
                              </a:xfrm>
                              <a:custGeom>
                                <a:avLst/>
                                <a:gdLst>
                                  <a:gd name="T0" fmla="*/ 11 w 13"/>
                                  <a:gd name="T1" fmla="*/ 3 h 16"/>
                                  <a:gd name="T2" fmla="*/ 11 w 13"/>
                                  <a:gd name="T3" fmla="*/ 2 h 16"/>
                                  <a:gd name="T4" fmla="*/ 10 w 13"/>
                                  <a:gd name="T5" fmla="*/ 2 h 16"/>
                                  <a:gd name="T6" fmla="*/ 9 w 13"/>
                                  <a:gd name="T7" fmla="*/ 1 h 16"/>
                                  <a:gd name="T8" fmla="*/ 9 w 13"/>
                                  <a:gd name="T9" fmla="*/ 1 h 16"/>
                                  <a:gd name="T10" fmla="*/ 9 w 13"/>
                                  <a:gd name="T11" fmla="*/ 0 h 16"/>
                                  <a:gd name="T12" fmla="*/ 8 w 13"/>
                                  <a:gd name="T13" fmla="*/ 1 h 16"/>
                                  <a:gd name="T14" fmla="*/ 7 w 13"/>
                                  <a:gd name="T15" fmla="*/ 0 h 16"/>
                                  <a:gd name="T16" fmla="*/ 6 w 13"/>
                                  <a:gd name="T17" fmla="*/ 0 h 16"/>
                                  <a:gd name="T18" fmla="*/ 6 w 13"/>
                                  <a:gd name="T19" fmla="*/ 1 h 16"/>
                                  <a:gd name="T20" fmla="*/ 5 w 13"/>
                                  <a:gd name="T21" fmla="*/ 1 h 16"/>
                                  <a:gd name="T22" fmla="*/ 4 w 13"/>
                                  <a:gd name="T23" fmla="*/ 2 h 16"/>
                                  <a:gd name="T24" fmla="*/ 4 w 13"/>
                                  <a:gd name="T25" fmla="*/ 2 h 16"/>
                                  <a:gd name="T26" fmla="*/ 3 w 13"/>
                                  <a:gd name="T27" fmla="*/ 2 h 16"/>
                                  <a:gd name="T28" fmla="*/ 2 w 13"/>
                                  <a:gd name="T29" fmla="*/ 3 h 16"/>
                                  <a:gd name="T30" fmla="*/ 2 w 13"/>
                                  <a:gd name="T31" fmla="*/ 3 h 16"/>
                                  <a:gd name="T32" fmla="*/ 2 w 13"/>
                                  <a:gd name="T33" fmla="*/ 3 h 16"/>
                                  <a:gd name="T34" fmla="*/ 1 w 13"/>
                                  <a:gd name="T35" fmla="*/ 3 h 16"/>
                                  <a:gd name="T36" fmla="*/ 1 w 13"/>
                                  <a:gd name="T37" fmla="*/ 4 h 16"/>
                                  <a:gd name="T38" fmla="*/ 0 w 13"/>
                                  <a:gd name="T39" fmla="*/ 5 h 16"/>
                                  <a:gd name="T40" fmla="*/ 0 w 13"/>
                                  <a:gd name="T41" fmla="*/ 6 h 16"/>
                                  <a:gd name="T42" fmla="*/ 0 w 13"/>
                                  <a:gd name="T43" fmla="*/ 7 h 16"/>
                                  <a:gd name="T44" fmla="*/ 1 w 13"/>
                                  <a:gd name="T45" fmla="*/ 8 h 16"/>
                                  <a:gd name="T46" fmla="*/ 0 w 13"/>
                                  <a:gd name="T47" fmla="*/ 9 h 16"/>
                                  <a:gd name="T48" fmla="*/ 1 w 13"/>
                                  <a:gd name="T49" fmla="*/ 9 h 16"/>
                                  <a:gd name="T50" fmla="*/ 0 w 13"/>
                                  <a:gd name="T51" fmla="*/ 11 h 16"/>
                                  <a:gd name="T52" fmla="*/ 0 w 13"/>
                                  <a:gd name="T53" fmla="*/ 12 h 16"/>
                                  <a:gd name="T54" fmla="*/ 1 w 13"/>
                                  <a:gd name="T55" fmla="*/ 13 h 16"/>
                                  <a:gd name="T56" fmla="*/ 2 w 13"/>
                                  <a:gd name="T57" fmla="*/ 13 h 16"/>
                                  <a:gd name="T58" fmla="*/ 2 w 13"/>
                                  <a:gd name="T59" fmla="*/ 14 h 16"/>
                                  <a:gd name="T60" fmla="*/ 2 w 13"/>
                                  <a:gd name="T61" fmla="*/ 15 h 16"/>
                                  <a:gd name="T62" fmla="*/ 3 w 13"/>
                                  <a:gd name="T63" fmla="*/ 16 h 16"/>
                                  <a:gd name="T64" fmla="*/ 4 w 13"/>
                                  <a:gd name="T65" fmla="*/ 15 h 16"/>
                                  <a:gd name="T66" fmla="*/ 5 w 13"/>
                                  <a:gd name="T67" fmla="*/ 13 h 16"/>
                                  <a:gd name="T68" fmla="*/ 6 w 13"/>
                                  <a:gd name="T69" fmla="*/ 11 h 16"/>
                                  <a:gd name="T70" fmla="*/ 7 w 13"/>
                                  <a:gd name="T71" fmla="*/ 9 h 16"/>
                                  <a:gd name="T72" fmla="*/ 6 w 13"/>
                                  <a:gd name="T73" fmla="*/ 9 h 16"/>
                                  <a:gd name="T74" fmla="*/ 5 w 13"/>
                                  <a:gd name="T75" fmla="*/ 8 h 16"/>
                                  <a:gd name="T76" fmla="*/ 6 w 13"/>
                                  <a:gd name="T77" fmla="*/ 6 h 16"/>
                                  <a:gd name="T78" fmla="*/ 8 w 13"/>
                                  <a:gd name="T79" fmla="*/ 4 h 16"/>
                                  <a:gd name="T80" fmla="*/ 10 w 13"/>
                                  <a:gd name="T81" fmla="*/ 4 h 16"/>
                                  <a:gd name="T82" fmla="*/ 12 w 13"/>
                                  <a:gd name="T83" fmla="*/ 4 h 16"/>
                                  <a:gd name="T84" fmla="*/ 12 w 13"/>
                                  <a:gd name="T85" fmla="*/ 5 h 16"/>
                                  <a:gd name="T86" fmla="*/ 12 w 13"/>
                                  <a:gd name="T87" fmla="*/ 6 h 16"/>
                                  <a:gd name="T88" fmla="*/ 13 w 13"/>
                                  <a:gd name="T89" fmla="*/ 5 h 16"/>
                                  <a:gd name="T90" fmla="*/ 12 w 13"/>
                                  <a:gd name="T91" fmla="*/ 3 h 1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</a:cxnLst>
                                <a:rect l="0" t="0" r="r" b="b"/>
                                <a:pathLst>
                                  <a:path w="13" h="16">
                                    <a:moveTo>
                                      <a:pt x="12" y="3"/>
                                    </a:move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3"/>
                                    </a:cubicBezTo>
                                    <a:cubicBezTo>
                                      <a:pt x="5" y="13"/>
                                      <a:pt x="5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7"/>
                                      <a:pt x="5" y="7"/>
                                      <a:pt x="6" y="7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8" y="5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9" y="4"/>
                                      <a:pt x="9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1" y="4"/>
                                      <a:pt x="11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4" name="Freeform 729">
                                <a:extLst>
                                  <a:ext uri="{FF2B5EF4-FFF2-40B4-BE49-F238E27FC236}">
                                    <a16:creationId xmlns:a16="http://schemas.microsoft.com/office/drawing/2014/main" id="{8A4E96F8-2723-CB2D-383E-17F652A954C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79075" y="6049963"/>
                                <a:ext cx="41275" cy="50800"/>
                              </a:xfrm>
                              <a:custGeom>
                                <a:avLst/>
                                <a:gdLst>
                                  <a:gd name="T0" fmla="*/ 9 w 10"/>
                                  <a:gd name="T1" fmla="*/ 1 h 12"/>
                                  <a:gd name="T2" fmla="*/ 8 w 10"/>
                                  <a:gd name="T3" fmla="*/ 1 h 12"/>
                                  <a:gd name="T4" fmla="*/ 8 w 10"/>
                                  <a:gd name="T5" fmla="*/ 1 h 12"/>
                                  <a:gd name="T6" fmla="*/ 8 w 10"/>
                                  <a:gd name="T7" fmla="*/ 0 h 12"/>
                                  <a:gd name="T8" fmla="*/ 8 w 10"/>
                                  <a:gd name="T9" fmla="*/ 0 h 12"/>
                                  <a:gd name="T10" fmla="*/ 7 w 10"/>
                                  <a:gd name="T11" fmla="*/ 0 h 12"/>
                                  <a:gd name="T12" fmla="*/ 6 w 10"/>
                                  <a:gd name="T13" fmla="*/ 0 h 12"/>
                                  <a:gd name="T14" fmla="*/ 7 w 10"/>
                                  <a:gd name="T15" fmla="*/ 1 h 12"/>
                                  <a:gd name="T16" fmla="*/ 6 w 10"/>
                                  <a:gd name="T17" fmla="*/ 1 h 12"/>
                                  <a:gd name="T18" fmla="*/ 6 w 10"/>
                                  <a:gd name="T19" fmla="*/ 1 h 12"/>
                                  <a:gd name="T20" fmla="*/ 6 w 10"/>
                                  <a:gd name="T21" fmla="*/ 2 h 12"/>
                                  <a:gd name="T22" fmla="*/ 6 w 10"/>
                                  <a:gd name="T23" fmla="*/ 2 h 12"/>
                                  <a:gd name="T24" fmla="*/ 6 w 10"/>
                                  <a:gd name="T25" fmla="*/ 3 h 12"/>
                                  <a:gd name="T26" fmla="*/ 4 w 10"/>
                                  <a:gd name="T27" fmla="*/ 5 h 12"/>
                                  <a:gd name="T28" fmla="*/ 4 w 10"/>
                                  <a:gd name="T29" fmla="*/ 4 h 12"/>
                                  <a:gd name="T30" fmla="*/ 4 w 10"/>
                                  <a:gd name="T31" fmla="*/ 4 h 12"/>
                                  <a:gd name="T32" fmla="*/ 4 w 10"/>
                                  <a:gd name="T33" fmla="*/ 5 h 12"/>
                                  <a:gd name="T34" fmla="*/ 3 w 10"/>
                                  <a:gd name="T35" fmla="*/ 6 h 12"/>
                                  <a:gd name="T36" fmla="*/ 2 w 10"/>
                                  <a:gd name="T37" fmla="*/ 6 h 12"/>
                                  <a:gd name="T38" fmla="*/ 2 w 10"/>
                                  <a:gd name="T39" fmla="*/ 6 h 12"/>
                                  <a:gd name="T40" fmla="*/ 2 w 10"/>
                                  <a:gd name="T41" fmla="*/ 7 h 12"/>
                                  <a:gd name="T42" fmla="*/ 1 w 10"/>
                                  <a:gd name="T43" fmla="*/ 8 h 12"/>
                                  <a:gd name="T44" fmla="*/ 1 w 10"/>
                                  <a:gd name="T45" fmla="*/ 8 h 12"/>
                                  <a:gd name="T46" fmla="*/ 0 w 10"/>
                                  <a:gd name="T47" fmla="*/ 9 h 12"/>
                                  <a:gd name="T48" fmla="*/ 0 w 10"/>
                                  <a:gd name="T49" fmla="*/ 9 h 12"/>
                                  <a:gd name="T50" fmla="*/ 1 w 10"/>
                                  <a:gd name="T51" fmla="*/ 10 h 12"/>
                                  <a:gd name="T52" fmla="*/ 2 w 10"/>
                                  <a:gd name="T53" fmla="*/ 9 h 12"/>
                                  <a:gd name="T54" fmla="*/ 2 w 10"/>
                                  <a:gd name="T55" fmla="*/ 9 h 12"/>
                                  <a:gd name="T56" fmla="*/ 2 w 10"/>
                                  <a:gd name="T57" fmla="*/ 10 h 12"/>
                                  <a:gd name="T58" fmla="*/ 2 w 10"/>
                                  <a:gd name="T59" fmla="*/ 10 h 12"/>
                                  <a:gd name="T60" fmla="*/ 2 w 10"/>
                                  <a:gd name="T61" fmla="*/ 11 h 12"/>
                                  <a:gd name="T62" fmla="*/ 3 w 10"/>
                                  <a:gd name="T63" fmla="*/ 11 h 12"/>
                                  <a:gd name="T64" fmla="*/ 3 w 10"/>
                                  <a:gd name="T65" fmla="*/ 11 h 12"/>
                                  <a:gd name="T66" fmla="*/ 4 w 10"/>
                                  <a:gd name="T67" fmla="*/ 12 h 12"/>
                                  <a:gd name="T68" fmla="*/ 4 w 10"/>
                                  <a:gd name="T69" fmla="*/ 12 h 12"/>
                                  <a:gd name="T70" fmla="*/ 5 w 10"/>
                                  <a:gd name="T71" fmla="*/ 12 h 12"/>
                                  <a:gd name="T72" fmla="*/ 5 w 10"/>
                                  <a:gd name="T73" fmla="*/ 12 h 12"/>
                                  <a:gd name="T74" fmla="*/ 5 w 10"/>
                                  <a:gd name="T75" fmla="*/ 12 h 12"/>
                                  <a:gd name="T76" fmla="*/ 6 w 10"/>
                                  <a:gd name="T77" fmla="*/ 11 h 12"/>
                                  <a:gd name="T78" fmla="*/ 6 w 10"/>
                                  <a:gd name="T79" fmla="*/ 10 h 12"/>
                                  <a:gd name="T80" fmla="*/ 6 w 10"/>
                                  <a:gd name="T81" fmla="*/ 10 h 12"/>
                                  <a:gd name="T82" fmla="*/ 7 w 10"/>
                                  <a:gd name="T83" fmla="*/ 9 h 12"/>
                                  <a:gd name="T84" fmla="*/ 8 w 10"/>
                                  <a:gd name="T85" fmla="*/ 9 h 12"/>
                                  <a:gd name="T86" fmla="*/ 8 w 10"/>
                                  <a:gd name="T87" fmla="*/ 7 h 12"/>
                                  <a:gd name="T88" fmla="*/ 8 w 10"/>
                                  <a:gd name="T89" fmla="*/ 7 h 12"/>
                                  <a:gd name="T90" fmla="*/ 8 w 10"/>
                                  <a:gd name="T91" fmla="*/ 6 h 12"/>
                                  <a:gd name="T92" fmla="*/ 8 w 10"/>
                                  <a:gd name="T93" fmla="*/ 5 h 12"/>
                                  <a:gd name="T94" fmla="*/ 8 w 10"/>
                                  <a:gd name="T95" fmla="*/ 5 h 12"/>
                                  <a:gd name="T96" fmla="*/ 8 w 10"/>
                                  <a:gd name="T97" fmla="*/ 4 h 12"/>
                                  <a:gd name="T98" fmla="*/ 8 w 10"/>
                                  <a:gd name="T99" fmla="*/ 4 h 12"/>
                                  <a:gd name="T100" fmla="*/ 8 w 10"/>
                                  <a:gd name="T101" fmla="*/ 4 h 12"/>
                                  <a:gd name="T102" fmla="*/ 9 w 10"/>
                                  <a:gd name="T103" fmla="*/ 2 h 12"/>
                                  <a:gd name="T104" fmla="*/ 9 w 10"/>
                                  <a:gd name="T105" fmla="*/ 1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10" h="12">
                                    <a:moveTo>
                                      <a:pt x="9" y="1"/>
                                    </a:move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9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1"/>
                                      <a:pt x="2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10" y="2"/>
                                      <a:pt x="9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5" name="Freeform 730">
                                <a:extLst>
                                  <a:ext uri="{FF2B5EF4-FFF2-40B4-BE49-F238E27FC236}">
                                    <a16:creationId xmlns:a16="http://schemas.microsoft.com/office/drawing/2014/main" id="{63A3A5B8-FA11-4498-E9AA-028047B6FF22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548938" y="6283325"/>
                                <a:ext cx="20637" cy="25400"/>
                              </a:xfrm>
                              <a:custGeom>
                                <a:avLst/>
                                <a:gdLst>
                                  <a:gd name="T0" fmla="*/ 4 w 5"/>
                                  <a:gd name="T1" fmla="*/ 1 h 6"/>
                                  <a:gd name="T2" fmla="*/ 3 w 5"/>
                                  <a:gd name="T3" fmla="*/ 1 h 6"/>
                                  <a:gd name="T4" fmla="*/ 3 w 5"/>
                                  <a:gd name="T5" fmla="*/ 2 h 6"/>
                                  <a:gd name="T6" fmla="*/ 3 w 5"/>
                                  <a:gd name="T7" fmla="*/ 2 h 6"/>
                                  <a:gd name="T8" fmla="*/ 4 w 5"/>
                                  <a:gd name="T9" fmla="*/ 3 h 6"/>
                                  <a:gd name="T10" fmla="*/ 4 w 5"/>
                                  <a:gd name="T11" fmla="*/ 3 h 6"/>
                                  <a:gd name="T12" fmla="*/ 3 w 5"/>
                                  <a:gd name="T13" fmla="*/ 3 h 6"/>
                                  <a:gd name="T14" fmla="*/ 3 w 5"/>
                                  <a:gd name="T15" fmla="*/ 3 h 6"/>
                                  <a:gd name="T16" fmla="*/ 2 w 5"/>
                                  <a:gd name="T17" fmla="*/ 4 h 6"/>
                                  <a:gd name="T18" fmla="*/ 2 w 5"/>
                                  <a:gd name="T19" fmla="*/ 4 h 6"/>
                                  <a:gd name="T20" fmla="*/ 2 w 5"/>
                                  <a:gd name="T21" fmla="*/ 3 h 6"/>
                                  <a:gd name="T22" fmla="*/ 2 w 5"/>
                                  <a:gd name="T23" fmla="*/ 3 h 6"/>
                                  <a:gd name="T24" fmla="*/ 2 w 5"/>
                                  <a:gd name="T25" fmla="*/ 2 h 6"/>
                                  <a:gd name="T26" fmla="*/ 2 w 5"/>
                                  <a:gd name="T27" fmla="*/ 2 h 6"/>
                                  <a:gd name="T28" fmla="*/ 3 w 5"/>
                                  <a:gd name="T29" fmla="*/ 2 h 6"/>
                                  <a:gd name="T30" fmla="*/ 2 w 5"/>
                                  <a:gd name="T31" fmla="*/ 1 h 6"/>
                                  <a:gd name="T32" fmla="*/ 2 w 5"/>
                                  <a:gd name="T33" fmla="*/ 1 h 6"/>
                                  <a:gd name="T34" fmla="*/ 1 w 5"/>
                                  <a:gd name="T35" fmla="*/ 1 h 6"/>
                                  <a:gd name="T36" fmla="*/ 1 w 5"/>
                                  <a:gd name="T37" fmla="*/ 1 h 6"/>
                                  <a:gd name="T38" fmla="*/ 1 w 5"/>
                                  <a:gd name="T39" fmla="*/ 1 h 6"/>
                                  <a:gd name="T40" fmla="*/ 1 w 5"/>
                                  <a:gd name="T41" fmla="*/ 1 h 6"/>
                                  <a:gd name="T42" fmla="*/ 1 w 5"/>
                                  <a:gd name="T43" fmla="*/ 1 h 6"/>
                                  <a:gd name="T44" fmla="*/ 0 w 5"/>
                                  <a:gd name="T45" fmla="*/ 1 h 6"/>
                                  <a:gd name="T46" fmla="*/ 0 w 5"/>
                                  <a:gd name="T47" fmla="*/ 1 h 6"/>
                                  <a:gd name="T48" fmla="*/ 0 w 5"/>
                                  <a:gd name="T49" fmla="*/ 1 h 6"/>
                                  <a:gd name="T50" fmla="*/ 1 w 5"/>
                                  <a:gd name="T51" fmla="*/ 0 h 6"/>
                                  <a:gd name="T52" fmla="*/ 2 w 5"/>
                                  <a:gd name="T53" fmla="*/ 0 h 6"/>
                                  <a:gd name="T54" fmla="*/ 2 w 5"/>
                                  <a:gd name="T55" fmla="*/ 0 h 6"/>
                                  <a:gd name="T56" fmla="*/ 2 w 5"/>
                                  <a:gd name="T57" fmla="*/ 0 h 6"/>
                                  <a:gd name="T58" fmla="*/ 3 w 5"/>
                                  <a:gd name="T59" fmla="*/ 0 h 6"/>
                                  <a:gd name="T60" fmla="*/ 3 w 5"/>
                                  <a:gd name="T61" fmla="*/ 0 h 6"/>
                                  <a:gd name="T62" fmla="*/ 4 w 5"/>
                                  <a:gd name="T63" fmla="*/ 0 h 6"/>
                                  <a:gd name="T64" fmla="*/ 4 w 5"/>
                                  <a:gd name="T65" fmla="*/ 0 h 6"/>
                                  <a:gd name="T66" fmla="*/ 4 w 5"/>
                                  <a:gd name="T67" fmla="*/ 0 h 6"/>
                                  <a:gd name="T68" fmla="*/ 4 w 5"/>
                                  <a:gd name="T69" fmla="*/ 0 h 6"/>
                                  <a:gd name="T70" fmla="*/ 5 w 5"/>
                                  <a:gd name="T71" fmla="*/ 0 h 6"/>
                                  <a:gd name="T72" fmla="*/ 4 w 5"/>
                                  <a:gd name="T73" fmla="*/ 0 h 6"/>
                                  <a:gd name="T74" fmla="*/ 4 w 5"/>
                                  <a:gd name="T75" fmla="*/ 0 h 6"/>
                                  <a:gd name="T76" fmla="*/ 5 w 5"/>
                                  <a:gd name="T77" fmla="*/ 5 h 6"/>
                                  <a:gd name="T78" fmla="*/ 4 w 5"/>
                                  <a:gd name="T79" fmla="*/ 5 h 6"/>
                                  <a:gd name="T80" fmla="*/ 4 w 5"/>
                                  <a:gd name="T81" fmla="*/ 5 h 6"/>
                                  <a:gd name="T82" fmla="*/ 4 w 5"/>
                                  <a:gd name="T83" fmla="*/ 6 h 6"/>
                                  <a:gd name="T84" fmla="*/ 4 w 5"/>
                                  <a:gd name="T85" fmla="*/ 6 h 6"/>
                                  <a:gd name="T86" fmla="*/ 5 w 5"/>
                                  <a:gd name="T87" fmla="*/ 5 h 6"/>
                                  <a:gd name="T88" fmla="*/ 5 w 5"/>
                                  <a:gd name="T89" fmla="*/ 5 h 6"/>
                                  <a:gd name="T90" fmla="*/ 5 w 5"/>
                                  <a:gd name="T91" fmla="*/ 6 h 6"/>
                                  <a:gd name="T92" fmla="*/ 4 w 5"/>
                                  <a:gd name="T93" fmla="*/ 5 h 6"/>
                                  <a:gd name="T94" fmla="*/ 4 w 5"/>
                                  <a:gd name="T95" fmla="*/ 5 h 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</a:cxnLst>
                                <a:rect l="0" t="0" r="r" b="b"/>
                                <a:pathLst>
                                  <a:path w="5" h="6">
                                    <a:moveTo>
                                      <a:pt x="4" y="0"/>
                                    </a:move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3"/>
                                    </a:cubicBezTo>
                                    <a:cubicBezTo>
                                      <a:pt x="3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5" y="0"/>
                                      <a:pt x="5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lose/>
                                    <a:moveTo>
                                      <a:pt x="5" y="5"/>
                                    </a:move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5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lose/>
                                    <a:moveTo>
                                      <a:pt x="5" y="6"/>
                                    </a:move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lose/>
                                    <a:moveTo>
                                      <a:pt x="4" y="5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5" name="Freeform 731">
                                <a:extLst>
                                  <a:ext uri="{FF2B5EF4-FFF2-40B4-BE49-F238E27FC236}">
                                    <a16:creationId xmlns:a16="http://schemas.microsoft.com/office/drawing/2014/main" id="{4D2EC3DC-6710-A157-8341-FD77896182A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158413" y="6211888"/>
                                <a:ext cx="133350" cy="130175"/>
                              </a:xfrm>
                              <a:custGeom>
                                <a:avLst/>
                                <a:gdLst>
                                  <a:gd name="T0" fmla="*/ 30 w 32"/>
                                  <a:gd name="T1" fmla="*/ 0 h 31"/>
                                  <a:gd name="T2" fmla="*/ 29 w 32"/>
                                  <a:gd name="T3" fmla="*/ 1 h 31"/>
                                  <a:gd name="T4" fmla="*/ 28 w 32"/>
                                  <a:gd name="T5" fmla="*/ 1 h 31"/>
                                  <a:gd name="T6" fmla="*/ 27 w 32"/>
                                  <a:gd name="T7" fmla="*/ 3 h 31"/>
                                  <a:gd name="T8" fmla="*/ 26 w 32"/>
                                  <a:gd name="T9" fmla="*/ 4 h 31"/>
                                  <a:gd name="T10" fmla="*/ 25 w 32"/>
                                  <a:gd name="T11" fmla="*/ 5 h 31"/>
                                  <a:gd name="T12" fmla="*/ 25 w 32"/>
                                  <a:gd name="T13" fmla="*/ 4 h 31"/>
                                  <a:gd name="T14" fmla="*/ 24 w 32"/>
                                  <a:gd name="T15" fmla="*/ 4 h 31"/>
                                  <a:gd name="T16" fmla="*/ 24 w 32"/>
                                  <a:gd name="T17" fmla="*/ 3 h 31"/>
                                  <a:gd name="T18" fmla="*/ 23 w 32"/>
                                  <a:gd name="T19" fmla="*/ 2 h 31"/>
                                  <a:gd name="T20" fmla="*/ 23 w 32"/>
                                  <a:gd name="T21" fmla="*/ 1 h 31"/>
                                  <a:gd name="T22" fmla="*/ 22 w 32"/>
                                  <a:gd name="T23" fmla="*/ 2 h 31"/>
                                  <a:gd name="T24" fmla="*/ 21 w 32"/>
                                  <a:gd name="T25" fmla="*/ 3 h 31"/>
                                  <a:gd name="T26" fmla="*/ 21 w 32"/>
                                  <a:gd name="T27" fmla="*/ 4 h 31"/>
                                  <a:gd name="T28" fmla="*/ 19 w 32"/>
                                  <a:gd name="T29" fmla="*/ 5 h 31"/>
                                  <a:gd name="T30" fmla="*/ 18 w 32"/>
                                  <a:gd name="T31" fmla="*/ 6 h 31"/>
                                  <a:gd name="T32" fmla="*/ 17 w 32"/>
                                  <a:gd name="T33" fmla="*/ 7 h 31"/>
                                  <a:gd name="T34" fmla="*/ 16 w 32"/>
                                  <a:gd name="T35" fmla="*/ 9 h 31"/>
                                  <a:gd name="T36" fmla="*/ 15 w 32"/>
                                  <a:gd name="T37" fmla="*/ 9 h 31"/>
                                  <a:gd name="T38" fmla="*/ 13 w 32"/>
                                  <a:gd name="T39" fmla="*/ 9 h 31"/>
                                  <a:gd name="T40" fmla="*/ 11 w 32"/>
                                  <a:gd name="T41" fmla="*/ 11 h 31"/>
                                  <a:gd name="T42" fmla="*/ 9 w 32"/>
                                  <a:gd name="T43" fmla="*/ 13 h 31"/>
                                  <a:gd name="T44" fmla="*/ 8 w 32"/>
                                  <a:gd name="T45" fmla="*/ 14 h 31"/>
                                  <a:gd name="T46" fmla="*/ 6 w 32"/>
                                  <a:gd name="T47" fmla="*/ 15 h 31"/>
                                  <a:gd name="T48" fmla="*/ 5 w 32"/>
                                  <a:gd name="T49" fmla="*/ 15 h 31"/>
                                  <a:gd name="T50" fmla="*/ 4 w 32"/>
                                  <a:gd name="T51" fmla="*/ 16 h 31"/>
                                  <a:gd name="T52" fmla="*/ 3 w 32"/>
                                  <a:gd name="T53" fmla="*/ 17 h 31"/>
                                  <a:gd name="T54" fmla="*/ 2 w 32"/>
                                  <a:gd name="T55" fmla="*/ 19 h 31"/>
                                  <a:gd name="T56" fmla="*/ 1 w 32"/>
                                  <a:gd name="T57" fmla="*/ 20 h 31"/>
                                  <a:gd name="T58" fmla="*/ 0 w 32"/>
                                  <a:gd name="T59" fmla="*/ 22 h 31"/>
                                  <a:gd name="T60" fmla="*/ 0 w 32"/>
                                  <a:gd name="T61" fmla="*/ 24 h 31"/>
                                  <a:gd name="T62" fmla="*/ 1 w 32"/>
                                  <a:gd name="T63" fmla="*/ 26 h 31"/>
                                  <a:gd name="T64" fmla="*/ 3 w 32"/>
                                  <a:gd name="T65" fmla="*/ 26 h 31"/>
                                  <a:gd name="T66" fmla="*/ 5 w 32"/>
                                  <a:gd name="T67" fmla="*/ 29 h 31"/>
                                  <a:gd name="T68" fmla="*/ 6 w 32"/>
                                  <a:gd name="T69" fmla="*/ 30 h 31"/>
                                  <a:gd name="T70" fmla="*/ 7 w 32"/>
                                  <a:gd name="T71" fmla="*/ 30 h 31"/>
                                  <a:gd name="T72" fmla="*/ 8 w 32"/>
                                  <a:gd name="T73" fmla="*/ 29 h 31"/>
                                  <a:gd name="T74" fmla="*/ 11 w 32"/>
                                  <a:gd name="T75" fmla="*/ 29 h 31"/>
                                  <a:gd name="T76" fmla="*/ 12 w 32"/>
                                  <a:gd name="T77" fmla="*/ 27 h 31"/>
                                  <a:gd name="T78" fmla="*/ 12 w 32"/>
                                  <a:gd name="T79" fmla="*/ 23 h 31"/>
                                  <a:gd name="T80" fmla="*/ 18 w 32"/>
                                  <a:gd name="T81" fmla="*/ 19 h 31"/>
                                  <a:gd name="T82" fmla="*/ 21 w 32"/>
                                  <a:gd name="T83" fmla="*/ 17 h 31"/>
                                  <a:gd name="T84" fmla="*/ 22 w 32"/>
                                  <a:gd name="T85" fmla="*/ 17 h 31"/>
                                  <a:gd name="T86" fmla="*/ 21 w 32"/>
                                  <a:gd name="T87" fmla="*/ 18 h 31"/>
                                  <a:gd name="T88" fmla="*/ 23 w 32"/>
                                  <a:gd name="T89" fmla="*/ 18 h 31"/>
                                  <a:gd name="T90" fmla="*/ 24 w 32"/>
                                  <a:gd name="T91" fmla="*/ 18 h 31"/>
                                  <a:gd name="T92" fmla="*/ 24 w 32"/>
                                  <a:gd name="T93" fmla="*/ 18 h 31"/>
                                  <a:gd name="T94" fmla="*/ 26 w 32"/>
                                  <a:gd name="T95" fmla="*/ 17 h 31"/>
                                  <a:gd name="T96" fmla="*/ 24 w 32"/>
                                  <a:gd name="T97" fmla="*/ 16 h 31"/>
                                  <a:gd name="T98" fmla="*/ 24 w 32"/>
                                  <a:gd name="T99" fmla="*/ 16 h 31"/>
                                  <a:gd name="T100" fmla="*/ 23 w 32"/>
                                  <a:gd name="T101" fmla="*/ 16 h 31"/>
                                  <a:gd name="T102" fmla="*/ 22 w 32"/>
                                  <a:gd name="T103" fmla="*/ 16 h 31"/>
                                  <a:gd name="T104" fmla="*/ 23 w 32"/>
                                  <a:gd name="T105" fmla="*/ 16 h 31"/>
                                  <a:gd name="T106" fmla="*/ 23 w 32"/>
                                  <a:gd name="T107" fmla="*/ 14 h 31"/>
                                  <a:gd name="T108" fmla="*/ 23 w 32"/>
                                  <a:gd name="T109" fmla="*/ 13 h 31"/>
                                  <a:gd name="T110" fmla="*/ 25 w 32"/>
                                  <a:gd name="T111" fmla="*/ 11 h 31"/>
                                  <a:gd name="T112" fmla="*/ 27 w 32"/>
                                  <a:gd name="T113" fmla="*/ 9 h 31"/>
                                  <a:gd name="T114" fmla="*/ 28 w 32"/>
                                  <a:gd name="T115" fmla="*/ 6 h 31"/>
                                  <a:gd name="T116" fmla="*/ 30 w 32"/>
                                  <a:gd name="T117" fmla="*/ 4 h 31"/>
                                  <a:gd name="T118" fmla="*/ 30 w 32"/>
                                  <a:gd name="T119" fmla="*/ 3 h 31"/>
                                  <a:gd name="T120" fmla="*/ 32 w 32"/>
                                  <a:gd name="T121" fmla="*/ 0 h 3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32" h="31">
                                    <a:moveTo>
                                      <a:pt x="31" y="0"/>
                                    </a:move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5"/>
                                      <a:pt x="26" y="5"/>
                                    </a:cubicBezTo>
                                    <a:cubicBezTo>
                                      <a:pt x="26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4" y="5"/>
                                      <a:pt x="24" y="5"/>
                                    </a:cubicBezTo>
                                    <a:cubicBezTo>
                                      <a:pt x="24" y="5"/>
                                      <a:pt x="25" y="4"/>
                                      <a:pt x="25" y="4"/>
                                    </a:cubicBezTo>
                                    <a:cubicBezTo>
                                      <a:pt x="25" y="4"/>
                                      <a:pt x="25" y="4"/>
                                      <a:pt x="25" y="4"/>
                                    </a:cubicBezTo>
                                    <a:cubicBezTo>
                                      <a:pt x="25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3"/>
                                    </a:cubicBezTo>
                                    <a:cubicBezTo>
                                      <a:pt x="24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4"/>
                                      <a:pt x="24" y="3"/>
                                      <a:pt x="24" y="3"/>
                                    </a:cubicBezTo>
                                    <a:cubicBezTo>
                                      <a:pt x="23" y="3"/>
                                      <a:pt x="23" y="3"/>
                                      <a:pt x="23" y="3"/>
                                    </a:cubicBezTo>
                                    <a:cubicBezTo>
                                      <a:pt x="23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3"/>
                                      <a:pt x="23" y="3"/>
                                      <a:pt x="23" y="3"/>
                                    </a:cubicBezTo>
                                    <a:cubicBezTo>
                                      <a:pt x="23" y="3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1"/>
                                      <a:pt x="23" y="1"/>
                                    </a:cubicBezTo>
                                    <a:cubicBezTo>
                                      <a:pt x="23" y="1"/>
                                      <a:pt x="22" y="1"/>
                                      <a:pt x="22" y="1"/>
                                    </a:cubicBezTo>
                                    <a:cubicBezTo>
                                      <a:pt x="22" y="1"/>
                                      <a:pt x="22" y="1"/>
                                      <a:pt x="22" y="1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5"/>
                                      <a:pt x="20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7"/>
                                      <a:pt x="17" y="7"/>
                                    </a:cubicBezTo>
                                    <a:cubicBezTo>
                                      <a:pt x="17" y="7"/>
                                      <a:pt x="17" y="7"/>
                                      <a:pt x="17" y="7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7" y="14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7" y="14"/>
                                      <a:pt x="6" y="14"/>
                                    </a:cubicBezTo>
                                    <a:cubicBezTo>
                                      <a:pt x="6" y="14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3"/>
                                      <a:pt x="0" y="23"/>
                                      <a:pt x="0" y="23"/>
                                    </a:cubicBezTo>
                                    <a:cubicBezTo>
                                      <a:pt x="0" y="24"/>
                                      <a:pt x="0" y="24"/>
                                      <a:pt x="0" y="24"/>
                                    </a:cubicBezTo>
                                    <a:cubicBezTo>
                                      <a:pt x="0" y="24"/>
                                      <a:pt x="0" y="24"/>
                                      <a:pt x="0" y="24"/>
                                    </a:cubicBezTo>
                                    <a:cubicBezTo>
                                      <a:pt x="1" y="24"/>
                                      <a:pt x="1" y="24"/>
                                      <a:pt x="1" y="24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2" y="26"/>
                                      <a:pt x="2" y="26"/>
                                      <a:pt x="2" y="26"/>
                                    </a:cubicBezTo>
                                    <a:cubicBezTo>
                                      <a:pt x="3" y="26"/>
                                      <a:pt x="3" y="26"/>
                                      <a:pt x="3" y="26"/>
                                    </a:cubicBezTo>
                                    <a:cubicBezTo>
                                      <a:pt x="3" y="26"/>
                                      <a:pt x="3" y="26"/>
                                      <a:pt x="3" y="26"/>
                                    </a:cubicBezTo>
                                    <a:cubicBezTo>
                                      <a:pt x="3" y="28"/>
                                      <a:pt x="3" y="28"/>
                                      <a:pt x="3" y="28"/>
                                    </a:cubicBezTo>
                                    <a:cubicBezTo>
                                      <a:pt x="4" y="29"/>
                                      <a:pt x="4" y="29"/>
                                      <a:pt x="4" y="29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6" y="29"/>
                                      <a:pt x="6" y="29"/>
                                      <a:pt x="6" y="29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1"/>
                                      <a:pt x="6" y="31"/>
                                    </a:cubicBezTo>
                                    <a:cubicBezTo>
                                      <a:pt x="6" y="31"/>
                                      <a:pt x="6" y="31"/>
                                      <a:pt x="6" y="31"/>
                                    </a:cubicBezTo>
                                    <a:cubicBezTo>
                                      <a:pt x="7" y="30"/>
                                      <a:pt x="7" y="30"/>
                                      <a:pt x="7" y="30"/>
                                    </a:cubicBezTo>
                                    <a:cubicBezTo>
                                      <a:pt x="7" y="30"/>
                                      <a:pt x="7" y="30"/>
                                      <a:pt x="7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10" y="29"/>
                                      <a:pt x="10" y="29"/>
                                      <a:pt x="10" y="29"/>
                                    </a:cubicBezTo>
                                    <a:cubicBezTo>
                                      <a:pt x="11" y="29"/>
                                      <a:pt x="11" y="29"/>
                                      <a:pt x="11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3" y="23"/>
                                    </a:cubicBezTo>
                                    <a:cubicBezTo>
                                      <a:pt x="13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5" y="21"/>
                                      <a:pt x="15" y="21"/>
                                      <a:pt x="16" y="21"/>
                                    </a:cubicBezTo>
                                    <a:cubicBezTo>
                                      <a:pt x="16" y="20"/>
                                      <a:pt x="17" y="20"/>
                                      <a:pt x="18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7"/>
                                      <a:pt x="20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2" y="18"/>
                                      <a:pt x="22" y="17"/>
                                    </a:cubicBezTo>
                                    <a:cubicBezTo>
                                      <a:pt x="22" y="17"/>
                                      <a:pt x="22" y="17"/>
                                      <a:pt x="22" y="17"/>
                                    </a:cubicBezTo>
                                    <a:cubicBezTo>
                                      <a:pt x="22" y="17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0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9"/>
                                      <a:pt x="25" y="19"/>
                                      <a:pt x="25" y="19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6" y="18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4"/>
                                      <a:pt x="23" y="14"/>
                                    </a:cubicBezTo>
                                    <a:cubicBezTo>
                                      <a:pt x="23" y="14"/>
                                      <a:pt x="22" y="14"/>
                                      <a:pt x="23" y="14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2"/>
                                      <a:pt x="23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0"/>
                                      <a:pt x="25" y="11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7" y="9"/>
                                      <a:pt x="27" y="9"/>
                                    </a:cubicBezTo>
                                    <a:cubicBezTo>
                                      <a:pt x="27" y="9"/>
                                      <a:pt x="27" y="9"/>
                                      <a:pt x="27" y="9"/>
                                    </a:cubicBezTo>
                                    <a:cubicBezTo>
                                      <a:pt x="27" y="9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8" y="7"/>
                                      <a:pt x="28" y="7"/>
                                      <a:pt x="28" y="6"/>
                                    </a:cubicBezTo>
                                    <a:cubicBezTo>
                                      <a:pt x="28" y="6"/>
                                      <a:pt x="28" y="5"/>
                                      <a:pt x="28" y="5"/>
                                    </a:cubicBezTo>
                                    <a:cubicBezTo>
                                      <a:pt x="29" y="5"/>
                                      <a:pt x="29" y="4"/>
                                      <a:pt x="29" y="4"/>
                                    </a:cubicBezTo>
                                    <a:cubicBezTo>
                                      <a:pt x="29" y="4"/>
                                      <a:pt x="29" y="4"/>
                                      <a:pt x="29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1" y="3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1" y="1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2" y="1"/>
                                      <a:pt x="32" y="0"/>
                                      <a:pt x="32" y="0"/>
                                    </a:cubicBezTo>
                                    <a:cubicBezTo>
                                      <a:pt x="32" y="0"/>
                                      <a:pt x="32" y="0"/>
                                      <a:pt x="32" y="0"/>
                                    </a:cubicBezTo>
                                    <a:lnTo>
                                      <a:pt x="31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6" name="Freeform 732">
                                <a:extLst>
                                  <a:ext uri="{FF2B5EF4-FFF2-40B4-BE49-F238E27FC236}">
                                    <a16:creationId xmlns:a16="http://schemas.microsoft.com/office/drawing/2014/main" id="{AA23971A-9095-858A-668E-3EE0E0C6C88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40975" y="6042025"/>
                                <a:ext cx="66675" cy="61913"/>
                              </a:xfrm>
                              <a:custGeom>
                                <a:avLst/>
                                <a:gdLst>
                                  <a:gd name="T0" fmla="*/ 2 w 16"/>
                                  <a:gd name="T1" fmla="*/ 2 h 15"/>
                                  <a:gd name="T2" fmla="*/ 2 w 16"/>
                                  <a:gd name="T3" fmla="*/ 3 h 15"/>
                                  <a:gd name="T4" fmla="*/ 2 w 16"/>
                                  <a:gd name="T5" fmla="*/ 3 h 15"/>
                                  <a:gd name="T6" fmla="*/ 2 w 16"/>
                                  <a:gd name="T7" fmla="*/ 3 h 15"/>
                                  <a:gd name="T8" fmla="*/ 2 w 16"/>
                                  <a:gd name="T9" fmla="*/ 3 h 15"/>
                                  <a:gd name="T10" fmla="*/ 2 w 16"/>
                                  <a:gd name="T11" fmla="*/ 3 h 15"/>
                                  <a:gd name="T12" fmla="*/ 2 w 16"/>
                                  <a:gd name="T13" fmla="*/ 3 h 15"/>
                                  <a:gd name="T14" fmla="*/ 2 w 16"/>
                                  <a:gd name="T15" fmla="*/ 2 h 15"/>
                                  <a:gd name="T16" fmla="*/ 3 w 16"/>
                                  <a:gd name="T17" fmla="*/ 0 h 15"/>
                                  <a:gd name="T18" fmla="*/ 3 w 16"/>
                                  <a:gd name="T19" fmla="*/ 0 h 15"/>
                                  <a:gd name="T20" fmla="*/ 15 w 16"/>
                                  <a:gd name="T21" fmla="*/ 4 h 15"/>
                                  <a:gd name="T22" fmla="*/ 15 w 16"/>
                                  <a:gd name="T23" fmla="*/ 3 h 15"/>
                                  <a:gd name="T24" fmla="*/ 16 w 16"/>
                                  <a:gd name="T25" fmla="*/ 3 h 15"/>
                                  <a:gd name="T26" fmla="*/ 15 w 16"/>
                                  <a:gd name="T27" fmla="*/ 2 h 15"/>
                                  <a:gd name="T28" fmla="*/ 14 w 16"/>
                                  <a:gd name="T29" fmla="*/ 3 h 15"/>
                                  <a:gd name="T30" fmla="*/ 13 w 16"/>
                                  <a:gd name="T31" fmla="*/ 3 h 15"/>
                                  <a:gd name="T32" fmla="*/ 12 w 16"/>
                                  <a:gd name="T33" fmla="*/ 4 h 15"/>
                                  <a:gd name="T34" fmla="*/ 12 w 16"/>
                                  <a:gd name="T35" fmla="*/ 5 h 15"/>
                                  <a:gd name="T36" fmla="*/ 11 w 16"/>
                                  <a:gd name="T37" fmla="*/ 6 h 15"/>
                                  <a:gd name="T38" fmla="*/ 10 w 16"/>
                                  <a:gd name="T39" fmla="*/ 6 h 15"/>
                                  <a:gd name="T40" fmla="*/ 9 w 16"/>
                                  <a:gd name="T41" fmla="*/ 6 h 15"/>
                                  <a:gd name="T42" fmla="*/ 9 w 16"/>
                                  <a:gd name="T43" fmla="*/ 6 h 15"/>
                                  <a:gd name="T44" fmla="*/ 7 w 16"/>
                                  <a:gd name="T45" fmla="*/ 5 h 15"/>
                                  <a:gd name="T46" fmla="*/ 5 w 16"/>
                                  <a:gd name="T47" fmla="*/ 4 h 15"/>
                                  <a:gd name="T48" fmla="*/ 3 w 16"/>
                                  <a:gd name="T49" fmla="*/ 3 h 15"/>
                                  <a:gd name="T50" fmla="*/ 2 w 16"/>
                                  <a:gd name="T51" fmla="*/ 3 h 15"/>
                                  <a:gd name="T52" fmla="*/ 1 w 16"/>
                                  <a:gd name="T53" fmla="*/ 3 h 15"/>
                                  <a:gd name="T54" fmla="*/ 1 w 16"/>
                                  <a:gd name="T55" fmla="*/ 2 h 15"/>
                                  <a:gd name="T56" fmla="*/ 1 w 16"/>
                                  <a:gd name="T57" fmla="*/ 1 h 15"/>
                                  <a:gd name="T58" fmla="*/ 1 w 16"/>
                                  <a:gd name="T59" fmla="*/ 1 h 15"/>
                                  <a:gd name="T60" fmla="*/ 1 w 16"/>
                                  <a:gd name="T61" fmla="*/ 2 h 15"/>
                                  <a:gd name="T62" fmla="*/ 0 w 16"/>
                                  <a:gd name="T63" fmla="*/ 1 h 15"/>
                                  <a:gd name="T64" fmla="*/ 0 w 16"/>
                                  <a:gd name="T65" fmla="*/ 2 h 15"/>
                                  <a:gd name="T66" fmla="*/ 0 w 16"/>
                                  <a:gd name="T67" fmla="*/ 3 h 15"/>
                                  <a:gd name="T68" fmla="*/ 1 w 16"/>
                                  <a:gd name="T69" fmla="*/ 4 h 15"/>
                                  <a:gd name="T70" fmla="*/ 1 w 16"/>
                                  <a:gd name="T71" fmla="*/ 5 h 15"/>
                                  <a:gd name="T72" fmla="*/ 1 w 16"/>
                                  <a:gd name="T73" fmla="*/ 6 h 15"/>
                                  <a:gd name="T74" fmla="*/ 2 w 16"/>
                                  <a:gd name="T75" fmla="*/ 7 h 15"/>
                                  <a:gd name="T76" fmla="*/ 3 w 16"/>
                                  <a:gd name="T77" fmla="*/ 8 h 15"/>
                                  <a:gd name="T78" fmla="*/ 4 w 16"/>
                                  <a:gd name="T79" fmla="*/ 9 h 15"/>
                                  <a:gd name="T80" fmla="*/ 5 w 16"/>
                                  <a:gd name="T81" fmla="*/ 9 h 15"/>
                                  <a:gd name="T82" fmla="*/ 4 w 16"/>
                                  <a:gd name="T83" fmla="*/ 11 h 15"/>
                                  <a:gd name="T84" fmla="*/ 3 w 16"/>
                                  <a:gd name="T85" fmla="*/ 13 h 15"/>
                                  <a:gd name="T86" fmla="*/ 4 w 16"/>
                                  <a:gd name="T87" fmla="*/ 14 h 15"/>
                                  <a:gd name="T88" fmla="*/ 4 w 16"/>
                                  <a:gd name="T89" fmla="*/ 15 h 15"/>
                                  <a:gd name="T90" fmla="*/ 4 w 16"/>
                                  <a:gd name="T91" fmla="*/ 14 h 15"/>
                                  <a:gd name="T92" fmla="*/ 5 w 16"/>
                                  <a:gd name="T93" fmla="*/ 13 h 15"/>
                                  <a:gd name="T94" fmla="*/ 5 w 16"/>
                                  <a:gd name="T95" fmla="*/ 13 h 15"/>
                                  <a:gd name="T96" fmla="*/ 6 w 16"/>
                                  <a:gd name="T97" fmla="*/ 13 h 15"/>
                                  <a:gd name="T98" fmla="*/ 6 w 16"/>
                                  <a:gd name="T99" fmla="*/ 12 h 15"/>
                                  <a:gd name="T100" fmla="*/ 7 w 16"/>
                                  <a:gd name="T101" fmla="*/ 12 h 15"/>
                                  <a:gd name="T102" fmla="*/ 8 w 16"/>
                                  <a:gd name="T103" fmla="*/ 12 h 15"/>
                                  <a:gd name="T104" fmla="*/ 9 w 16"/>
                                  <a:gd name="T105" fmla="*/ 11 h 15"/>
                                  <a:gd name="T106" fmla="*/ 10 w 16"/>
                                  <a:gd name="T107" fmla="*/ 10 h 15"/>
                                  <a:gd name="T108" fmla="*/ 10 w 16"/>
                                  <a:gd name="T109" fmla="*/ 10 h 15"/>
                                  <a:gd name="T110" fmla="*/ 11 w 16"/>
                                  <a:gd name="T111" fmla="*/ 9 h 15"/>
                                  <a:gd name="T112" fmla="*/ 11 w 16"/>
                                  <a:gd name="T113" fmla="*/ 8 h 15"/>
                                  <a:gd name="T114" fmla="*/ 12 w 16"/>
                                  <a:gd name="T115" fmla="*/ 7 h 15"/>
                                  <a:gd name="T116" fmla="*/ 13 w 16"/>
                                  <a:gd name="T117" fmla="*/ 6 h 15"/>
                                  <a:gd name="T118" fmla="*/ 13 w 16"/>
                                  <a:gd name="T119" fmla="*/ 6 h 15"/>
                                  <a:gd name="T120" fmla="*/ 15 w 16"/>
                                  <a:gd name="T121" fmla="*/ 5 h 15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16" h="15">
                                    <a:moveTo>
                                      <a:pt x="1" y="2"/>
                                    </a:move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1" y="2"/>
                                    </a:cubicBezTo>
                                    <a:close/>
                                    <a:moveTo>
                                      <a:pt x="3" y="0"/>
                                    </a:move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lose/>
                                    <a:moveTo>
                                      <a:pt x="15" y="4"/>
                                    </a:move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3"/>
                                      <a:pt x="15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2" y="4"/>
                                      <a:pt x="13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7"/>
                                      <a:pt x="13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7" name="Freeform 733">
                                <a:extLst>
                                  <a:ext uri="{FF2B5EF4-FFF2-40B4-BE49-F238E27FC236}">
                                    <a16:creationId xmlns:a16="http://schemas.microsoft.com/office/drawing/2014/main" id="{81B3CDDC-37E1-1527-446E-BC96CEFA88AE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94938" y="6000750"/>
                                <a:ext cx="38100" cy="41275"/>
                              </a:xfrm>
                              <a:custGeom>
                                <a:avLst/>
                                <a:gdLst>
                                  <a:gd name="T0" fmla="*/ 8 w 9"/>
                                  <a:gd name="T1" fmla="*/ 1 h 10"/>
                                  <a:gd name="T2" fmla="*/ 8 w 9"/>
                                  <a:gd name="T3" fmla="*/ 0 h 10"/>
                                  <a:gd name="T4" fmla="*/ 8 w 9"/>
                                  <a:gd name="T5" fmla="*/ 0 h 10"/>
                                  <a:gd name="T6" fmla="*/ 9 w 9"/>
                                  <a:gd name="T7" fmla="*/ 1 h 10"/>
                                  <a:gd name="T8" fmla="*/ 9 w 9"/>
                                  <a:gd name="T9" fmla="*/ 1 h 10"/>
                                  <a:gd name="T10" fmla="*/ 9 w 9"/>
                                  <a:gd name="T11" fmla="*/ 2 h 10"/>
                                  <a:gd name="T12" fmla="*/ 9 w 9"/>
                                  <a:gd name="T13" fmla="*/ 2 h 10"/>
                                  <a:gd name="T14" fmla="*/ 8 w 9"/>
                                  <a:gd name="T15" fmla="*/ 1 h 10"/>
                                  <a:gd name="T16" fmla="*/ 6 w 9"/>
                                  <a:gd name="T17" fmla="*/ 1 h 10"/>
                                  <a:gd name="T18" fmla="*/ 6 w 9"/>
                                  <a:gd name="T19" fmla="*/ 1 h 10"/>
                                  <a:gd name="T20" fmla="*/ 5 w 9"/>
                                  <a:gd name="T21" fmla="*/ 6 h 10"/>
                                  <a:gd name="T22" fmla="*/ 5 w 9"/>
                                  <a:gd name="T23" fmla="*/ 6 h 10"/>
                                  <a:gd name="T24" fmla="*/ 5 w 9"/>
                                  <a:gd name="T25" fmla="*/ 5 h 10"/>
                                  <a:gd name="T26" fmla="*/ 5 w 9"/>
                                  <a:gd name="T27" fmla="*/ 6 h 10"/>
                                  <a:gd name="T28" fmla="*/ 5 w 9"/>
                                  <a:gd name="T29" fmla="*/ 3 h 10"/>
                                  <a:gd name="T30" fmla="*/ 5 w 9"/>
                                  <a:gd name="T31" fmla="*/ 3 h 10"/>
                                  <a:gd name="T32" fmla="*/ 6 w 9"/>
                                  <a:gd name="T33" fmla="*/ 6 h 10"/>
                                  <a:gd name="T34" fmla="*/ 7 w 9"/>
                                  <a:gd name="T35" fmla="*/ 6 h 10"/>
                                  <a:gd name="T36" fmla="*/ 7 w 9"/>
                                  <a:gd name="T37" fmla="*/ 6 h 10"/>
                                  <a:gd name="T38" fmla="*/ 6 w 9"/>
                                  <a:gd name="T39" fmla="*/ 6 h 10"/>
                                  <a:gd name="T40" fmla="*/ 6 w 9"/>
                                  <a:gd name="T41" fmla="*/ 6 h 10"/>
                                  <a:gd name="T42" fmla="*/ 7 w 9"/>
                                  <a:gd name="T43" fmla="*/ 7 h 10"/>
                                  <a:gd name="T44" fmla="*/ 7 w 9"/>
                                  <a:gd name="T45" fmla="*/ 6 h 10"/>
                                  <a:gd name="T46" fmla="*/ 4 w 9"/>
                                  <a:gd name="T47" fmla="*/ 4 h 10"/>
                                  <a:gd name="T48" fmla="*/ 5 w 9"/>
                                  <a:gd name="T49" fmla="*/ 10 h 10"/>
                                  <a:gd name="T50" fmla="*/ 6 w 9"/>
                                  <a:gd name="T51" fmla="*/ 9 h 10"/>
                                  <a:gd name="T52" fmla="*/ 7 w 9"/>
                                  <a:gd name="T53" fmla="*/ 9 h 10"/>
                                  <a:gd name="T54" fmla="*/ 8 w 9"/>
                                  <a:gd name="T55" fmla="*/ 8 h 10"/>
                                  <a:gd name="T56" fmla="*/ 7 w 9"/>
                                  <a:gd name="T57" fmla="*/ 7 h 10"/>
                                  <a:gd name="T58" fmla="*/ 6 w 9"/>
                                  <a:gd name="T59" fmla="*/ 7 h 10"/>
                                  <a:gd name="T60" fmla="*/ 5 w 9"/>
                                  <a:gd name="T61" fmla="*/ 7 h 10"/>
                                  <a:gd name="T62" fmla="*/ 5 w 9"/>
                                  <a:gd name="T63" fmla="*/ 7 h 10"/>
                                  <a:gd name="T64" fmla="*/ 4 w 9"/>
                                  <a:gd name="T65" fmla="*/ 6 h 10"/>
                                  <a:gd name="T66" fmla="*/ 4 w 9"/>
                                  <a:gd name="T67" fmla="*/ 6 h 10"/>
                                  <a:gd name="T68" fmla="*/ 4 w 9"/>
                                  <a:gd name="T69" fmla="*/ 6 h 10"/>
                                  <a:gd name="T70" fmla="*/ 4 w 9"/>
                                  <a:gd name="T71" fmla="*/ 4 h 10"/>
                                  <a:gd name="T72" fmla="*/ 4 w 9"/>
                                  <a:gd name="T73" fmla="*/ 4 h 10"/>
                                  <a:gd name="T74" fmla="*/ 4 w 9"/>
                                  <a:gd name="T75" fmla="*/ 3 h 10"/>
                                  <a:gd name="T76" fmla="*/ 4 w 9"/>
                                  <a:gd name="T77" fmla="*/ 3 h 10"/>
                                  <a:gd name="T78" fmla="*/ 5 w 9"/>
                                  <a:gd name="T79" fmla="*/ 2 h 10"/>
                                  <a:gd name="T80" fmla="*/ 4 w 9"/>
                                  <a:gd name="T81" fmla="*/ 2 h 10"/>
                                  <a:gd name="T82" fmla="*/ 4 w 9"/>
                                  <a:gd name="T83" fmla="*/ 2 h 10"/>
                                  <a:gd name="T84" fmla="*/ 3 w 9"/>
                                  <a:gd name="T85" fmla="*/ 1 h 10"/>
                                  <a:gd name="T86" fmla="*/ 2 w 9"/>
                                  <a:gd name="T87" fmla="*/ 1 h 10"/>
                                  <a:gd name="T88" fmla="*/ 1 w 9"/>
                                  <a:gd name="T89" fmla="*/ 2 h 10"/>
                                  <a:gd name="T90" fmla="*/ 1 w 9"/>
                                  <a:gd name="T91" fmla="*/ 2 h 10"/>
                                  <a:gd name="T92" fmla="*/ 2 w 9"/>
                                  <a:gd name="T93" fmla="*/ 3 h 10"/>
                                  <a:gd name="T94" fmla="*/ 2 w 9"/>
                                  <a:gd name="T95" fmla="*/ 3 h 10"/>
                                  <a:gd name="T96" fmla="*/ 1 w 9"/>
                                  <a:gd name="T97" fmla="*/ 4 h 10"/>
                                  <a:gd name="T98" fmla="*/ 1 w 9"/>
                                  <a:gd name="T99" fmla="*/ 3 h 10"/>
                                  <a:gd name="T100" fmla="*/ 0 w 9"/>
                                  <a:gd name="T101" fmla="*/ 3 h 10"/>
                                  <a:gd name="T102" fmla="*/ 2 w 9"/>
                                  <a:gd name="T103" fmla="*/ 6 h 10"/>
                                  <a:gd name="T104" fmla="*/ 2 w 9"/>
                                  <a:gd name="T105" fmla="*/ 8 h 10"/>
                                  <a:gd name="T106" fmla="*/ 3 w 9"/>
                                  <a:gd name="T107" fmla="*/ 8 h 10"/>
                                  <a:gd name="T108" fmla="*/ 4 w 9"/>
                                  <a:gd name="T109" fmla="*/ 7 h 10"/>
                                  <a:gd name="T110" fmla="*/ 4 w 9"/>
                                  <a:gd name="T111" fmla="*/ 8 h 10"/>
                                  <a:gd name="T112" fmla="*/ 5 w 9"/>
                                  <a:gd name="T113" fmla="*/ 8 h 10"/>
                                  <a:gd name="T114" fmla="*/ 4 w 9"/>
                                  <a:gd name="T115" fmla="*/ 8 h 10"/>
                                  <a:gd name="T116" fmla="*/ 3 w 9"/>
                                  <a:gd name="T117" fmla="*/ 9 h 10"/>
                                  <a:gd name="T118" fmla="*/ 3 w 9"/>
                                  <a:gd name="T119" fmla="*/ 8 h 10"/>
                                  <a:gd name="T120" fmla="*/ 3 w 9"/>
                                  <a:gd name="T121" fmla="*/ 8 h 10"/>
                                  <a:gd name="T122" fmla="*/ 4 w 9"/>
                                  <a:gd name="T123" fmla="*/ 10 h 1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9" h="10">
                                    <a:moveTo>
                                      <a:pt x="8" y="1"/>
                                    </a:move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9" y="0"/>
                                      <a:pt x="8" y="0"/>
                                      <a:pt x="8" y="0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lose/>
                                    <a:moveTo>
                                      <a:pt x="6" y="1"/>
                                    </a:move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lose/>
                                    <a:moveTo>
                                      <a:pt x="5" y="6"/>
                                    </a:move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lose/>
                                    <a:moveTo>
                                      <a:pt x="5" y="3"/>
                                    </a:move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lose/>
                                    <a:moveTo>
                                      <a:pt x="6" y="6"/>
                                    </a:move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7" y="5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lose/>
                                    <a:moveTo>
                                      <a:pt x="7" y="6"/>
                                    </a:moveTo>
                                    <a:cubicBezTo>
                                      <a:pt x="7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6"/>
                                      <a:pt x="7" y="6"/>
                                    </a:cubicBezTo>
                                    <a:close/>
                                    <a:moveTo>
                                      <a:pt x="4" y="4"/>
                                    </a:move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lose/>
                                    <a:moveTo>
                                      <a:pt x="4" y="9"/>
                                    </a:move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5" y="3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0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5"/>
                                    </a:cubicBezTo>
                                    <a:cubicBezTo>
                                      <a:pt x="2" y="5"/>
                                      <a:pt x="1" y="4"/>
                                      <a:pt x="1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lnTo>
                                      <a:pt x="4" y="9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8" name="Freeform 734">
                                <a:extLst>
                                  <a:ext uri="{FF2B5EF4-FFF2-40B4-BE49-F238E27FC236}">
                                    <a16:creationId xmlns:a16="http://schemas.microsoft.com/office/drawing/2014/main" id="{D883533B-B9CD-036F-4F29-CACE4614662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53663" y="5942013"/>
                                <a:ext cx="53975" cy="69850"/>
                              </a:xfrm>
                              <a:custGeom>
                                <a:avLst/>
                                <a:gdLst>
                                  <a:gd name="T0" fmla="*/ 13 w 13"/>
                                  <a:gd name="T1" fmla="*/ 15 h 17"/>
                                  <a:gd name="T2" fmla="*/ 13 w 13"/>
                                  <a:gd name="T3" fmla="*/ 14 h 17"/>
                                  <a:gd name="T4" fmla="*/ 12 w 13"/>
                                  <a:gd name="T5" fmla="*/ 12 h 17"/>
                                  <a:gd name="T6" fmla="*/ 11 w 13"/>
                                  <a:gd name="T7" fmla="*/ 11 h 17"/>
                                  <a:gd name="T8" fmla="*/ 12 w 13"/>
                                  <a:gd name="T9" fmla="*/ 12 h 17"/>
                                  <a:gd name="T10" fmla="*/ 12 w 13"/>
                                  <a:gd name="T11" fmla="*/ 10 h 17"/>
                                  <a:gd name="T12" fmla="*/ 12 w 13"/>
                                  <a:gd name="T13" fmla="*/ 10 h 17"/>
                                  <a:gd name="T14" fmla="*/ 12 w 13"/>
                                  <a:gd name="T15" fmla="*/ 9 h 17"/>
                                  <a:gd name="T16" fmla="*/ 11 w 13"/>
                                  <a:gd name="T17" fmla="*/ 8 h 17"/>
                                  <a:gd name="T18" fmla="*/ 11 w 13"/>
                                  <a:gd name="T19" fmla="*/ 7 h 17"/>
                                  <a:gd name="T20" fmla="*/ 10 w 13"/>
                                  <a:gd name="T21" fmla="*/ 7 h 17"/>
                                  <a:gd name="T22" fmla="*/ 10 w 13"/>
                                  <a:gd name="T23" fmla="*/ 7 h 17"/>
                                  <a:gd name="T24" fmla="*/ 10 w 13"/>
                                  <a:gd name="T25" fmla="*/ 8 h 17"/>
                                  <a:gd name="T26" fmla="*/ 10 w 13"/>
                                  <a:gd name="T27" fmla="*/ 7 h 17"/>
                                  <a:gd name="T28" fmla="*/ 9 w 13"/>
                                  <a:gd name="T29" fmla="*/ 7 h 17"/>
                                  <a:gd name="T30" fmla="*/ 9 w 13"/>
                                  <a:gd name="T31" fmla="*/ 6 h 17"/>
                                  <a:gd name="T32" fmla="*/ 9 w 13"/>
                                  <a:gd name="T33" fmla="*/ 6 h 17"/>
                                  <a:gd name="T34" fmla="*/ 8 w 13"/>
                                  <a:gd name="T35" fmla="*/ 5 h 17"/>
                                  <a:gd name="T36" fmla="*/ 7 w 13"/>
                                  <a:gd name="T37" fmla="*/ 5 h 17"/>
                                  <a:gd name="T38" fmla="*/ 6 w 13"/>
                                  <a:gd name="T39" fmla="*/ 5 h 17"/>
                                  <a:gd name="T40" fmla="*/ 6 w 13"/>
                                  <a:gd name="T41" fmla="*/ 5 h 17"/>
                                  <a:gd name="T42" fmla="*/ 5 w 13"/>
                                  <a:gd name="T43" fmla="*/ 5 h 17"/>
                                  <a:gd name="T44" fmla="*/ 5 w 13"/>
                                  <a:gd name="T45" fmla="*/ 4 h 17"/>
                                  <a:gd name="T46" fmla="*/ 4 w 13"/>
                                  <a:gd name="T47" fmla="*/ 4 h 17"/>
                                  <a:gd name="T48" fmla="*/ 4 w 13"/>
                                  <a:gd name="T49" fmla="*/ 5 h 17"/>
                                  <a:gd name="T50" fmla="*/ 4 w 13"/>
                                  <a:gd name="T51" fmla="*/ 4 h 17"/>
                                  <a:gd name="T52" fmla="*/ 3 w 13"/>
                                  <a:gd name="T53" fmla="*/ 3 h 17"/>
                                  <a:gd name="T54" fmla="*/ 2 w 13"/>
                                  <a:gd name="T55" fmla="*/ 2 h 17"/>
                                  <a:gd name="T56" fmla="*/ 2 w 13"/>
                                  <a:gd name="T57" fmla="*/ 2 h 17"/>
                                  <a:gd name="T58" fmla="*/ 2 w 13"/>
                                  <a:gd name="T59" fmla="*/ 2 h 17"/>
                                  <a:gd name="T60" fmla="*/ 2 w 13"/>
                                  <a:gd name="T61" fmla="*/ 1 h 17"/>
                                  <a:gd name="T62" fmla="*/ 2 w 13"/>
                                  <a:gd name="T63" fmla="*/ 1 h 17"/>
                                  <a:gd name="T64" fmla="*/ 2 w 13"/>
                                  <a:gd name="T65" fmla="*/ 0 h 17"/>
                                  <a:gd name="T66" fmla="*/ 0 w 13"/>
                                  <a:gd name="T67" fmla="*/ 0 h 17"/>
                                  <a:gd name="T68" fmla="*/ 1 w 13"/>
                                  <a:gd name="T69" fmla="*/ 2 h 17"/>
                                  <a:gd name="T70" fmla="*/ 3 w 13"/>
                                  <a:gd name="T71" fmla="*/ 4 h 17"/>
                                  <a:gd name="T72" fmla="*/ 3 w 13"/>
                                  <a:gd name="T73" fmla="*/ 6 h 17"/>
                                  <a:gd name="T74" fmla="*/ 4 w 13"/>
                                  <a:gd name="T75" fmla="*/ 8 h 17"/>
                                  <a:gd name="T76" fmla="*/ 4 w 13"/>
                                  <a:gd name="T77" fmla="*/ 9 h 17"/>
                                  <a:gd name="T78" fmla="*/ 5 w 13"/>
                                  <a:gd name="T79" fmla="*/ 9 h 17"/>
                                  <a:gd name="T80" fmla="*/ 6 w 13"/>
                                  <a:gd name="T81" fmla="*/ 8 h 17"/>
                                  <a:gd name="T82" fmla="*/ 5 w 13"/>
                                  <a:gd name="T83" fmla="*/ 9 h 17"/>
                                  <a:gd name="T84" fmla="*/ 5 w 13"/>
                                  <a:gd name="T85" fmla="*/ 10 h 17"/>
                                  <a:gd name="T86" fmla="*/ 7 w 13"/>
                                  <a:gd name="T87" fmla="*/ 13 h 17"/>
                                  <a:gd name="T88" fmla="*/ 10 w 13"/>
                                  <a:gd name="T89" fmla="*/ 16 h 17"/>
                                  <a:gd name="T90" fmla="*/ 9 w 13"/>
                                  <a:gd name="T91" fmla="*/ 14 h 17"/>
                                  <a:gd name="T92" fmla="*/ 10 w 13"/>
                                  <a:gd name="T93" fmla="*/ 15 h 17"/>
                                  <a:gd name="T94" fmla="*/ 11 w 13"/>
                                  <a:gd name="T95" fmla="*/ 15 h 17"/>
                                  <a:gd name="T96" fmla="*/ 11 w 13"/>
                                  <a:gd name="T97" fmla="*/ 15 h 17"/>
                                  <a:gd name="T98" fmla="*/ 11 w 13"/>
                                  <a:gd name="T99" fmla="*/ 15 h 17"/>
                                  <a:gd name="T100" fmla="*/ 12 w 13"/>
                                  <a:gd name="T101" fmla="*/ 16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13" h="17">
                                    <a:moveTo>
                                      <a:pt x="12" y="15"/>
                                    </a:move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2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10" y="7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2" y="2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6"/>
                                      <a:pt x="4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8"/>
                                      <a:pt x="3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7" y="12"/>
                                      <a:pt x="7" y="13"/>
                                    </a:cubicBezTo>
                                    <a:cubicBezTo>
                                      <a:pt x="8" y="13"/>
                                      <a:pt x="8" y="14"/>
                                      <a:pt x="9" y="15"/>
                                    </a:cubicBezTo>
                                    <a:cubicBezTo>
                                      <a:pt x="9" y="15"/>
                                      <a:pt x="9" y="16"/>
                                      <a:pt x="9" y="16"/>
                                    </a:cubicBezTo>
                                    <a:cubicBezTo>
                                      <a:pt x="9" y="17"/>
                                      <a:pt x="9" y="17"/>
                                      <a:pt x="10" y="17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9" y="15"/>
                                      <a:pt x="9" y="15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5"/>
                                      <a:pt x="9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6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29" name="Group 228">
                              <a:extLst>
                                <a:ext uri="{FF2B5EF4-FFF2-40B4-BE49-F238E27FC236}">
                                  <a16:creationId xmlns:a16="http://schemas.microsoft.com/office/drawing/2014/main" id="{B53C683A-E052-F2B4-3EBF-07F489324B3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766300" y="5083175"/>
                              <a:ext cx="736600" cy="474663"/>
                              <a:chOff x="9766300" y="5083175"/>
                              <a:chExt cx="736600" cy="474663"/>
                            </a:xfrm>
                            <a:grpFill/>
                          </p:grpSpPr>
                          <p:sp>
                            <p:nvSpPr>
                              <p:cNvPr id="239" name="Freeform 695">
                                <a:extLst>
                                  <a:ext uri="{FF2B5EF4-FFF2-40B4-BE49-F238E27FC236}">
                                    <a16:creationId xmlns:a16="http://schemas.microsoft.com/office/drawing/2014/main" id="{62A30EE8-3A43-0F38-891D-7B29A342CC9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079038" y="5270500"/>
                                <a:ext cx="95250" cy="212725"/>
                              </a:xfrm>
                              <a:custGeom>
                                <a:avLst/>
                                <a:gdLst>
                                  <a:gd name="T0" fmla="*/ 2 w 23"/>
                                  <a:gd name="T1" fmla="*/ 15 h 51"/>
                                  <a:gd name="T2" fmla="*/ 3 w 23"/>
                                  <a:gd name="T3" fmla="*/ 13 h 51"/>
                                  <a:gd name="T4" fmla="*/ 4 w 23"/>
                                  <a:gd name="T5" fmla="*/ 16 h 51"/>
                                  <a:gd name="T6" fmla="*/ 4 w 23"/>
                                  <a:gd name="T7" fmla="*/ 18 h 51"/>
                                  <a:gd name="T8" fmla="*/ 1 w 23"/>
                                  <a:gd name="T9" fmla="*/ 18 h 51"/>
                                  <a:gd name="T10" fmla="*/ 0 w 23"/>
                                  <a:gd name="T11" fmla="*/ 14 h 51"/>
                                  <a:gd name="T12" fmla="*/ 0 w 23"/>
                                  <a:gd name="T13" fmla="*/ 11 h 51"/>
                                  <a:gd name="T14" fmla="*/ 8 w 23"/>
                                  <a:gd name="T15" fmla="*/ 24 h 51"/>
                                  <a:gd name="T16" fmla="*/ 7 w 23"/>
                                  <a:gd name="T17" fmla="*/ 22 h 51"/>
                                  <a:gd name="T18" fmla="*/ 5 w 23"/>
                                  <a:gd name="T19" fmla="*/ 20 h 51"/>
                                  <a:gd name="T20" fmla="*/ 5 w 23"/>
                                  <a:gd name="T21" fmla="*/ 22 h 51"/>
                                  <a:gd name="T22" fmla="*/ 6 w 23"/>
                                  <a:gd name="T23" fmla="*/ 24 h 51"/>
                                  <a:gd name="T24" fmla="*/ 7 w 23"/>
                                  <a:gd name="T25" fmla="*/ 24 h 51"/>
                                  <a:gd name="T26" fmla="*/ 13 w 23"/>
                                  <a:gd name="T27" fmla="*/ 32 h 51"/>
                                  <a:gd name="T28" fmla="*/ 11 w 23"/>
                                  <a:gd name="T29" fmla="*/ 33 h 51"/>
                                  <a:gd name="T30" fmla="*/ 12 w 23"/>
                                  <a:gd name="T31" fmla="*/ 33 h 51"/>
                                  <a:gd name="T32" fmla="*/ 14 w 23"/>
                                  <a:gd name="T33" fmla="*/ 33 h 51"/>
                                  <a:gd name="T34" fmla="*/ 18 w 23"/>
                                  <a:gd name="T35" fmla="*/ 41 h 51"/>
                                  <a:gd name="T36" fmla="*/ 17 w 23"/>
                                  <a:gd name="T37" fmla="*/ 40 h 51"/>
                                  <a:gd name="T38" fmla="*/ 18 w 23"/>
                                  <a:gd name="T39" fmla="*/ 42 h 51"/>
                                  <a:gd name="T40" fmla="*/ 9 w 23"/>
                                  <a:gd name="T41" fmla="*/ 23 h 51"/>
                                  <a:gd name="T42" fmla="*/ 11 w 23"/>
                                  <a:gd name="T43" fmla="*/ 22 h 51"/>
                                  <a:gd name="T44" fmla="*/ 20 w 23"/>
                                  <a:gd name="T45" fmla="*/ 46 h 51"/>
                                  <a:gd name="T46" fmla="*/ 18 w 23"/>
                                  <a:gd name="T47" fmla="*/ 45 h 51"/>
                                  <a:gd name="T48" fmla="*/ 20 w 23"/>
                                  <a:gd name="T49" fmla="*/ 46 h 51"/>
                                  <a:gd name="T50" fmla="*/ 11 w 23"/>
                                  <a:gd name="T51" fmla="*/ 19 h 51"/>
                                  <a:gd name="T52" fmla="*/ 11 w 23"/>
                                  <a:gd name="T53" fmla="*/ 21 h 51"/>
                                  <a:gd name="T54" fmla="*/ 11 w 23"/>
                                  <a:gd name="T55" fmla="*/ 19 h 51"/>
                                  <a:gd name="T56" fmla="*/ 12 w 23"/>
                                  <a:gd name="T57" fmla="*/ 26 h 51"/>
                                  <a:gd name="T58" fmla="*/ 12 w 23"/>
                                  <a:gd name="T59" fmla="*/ 26 h 51"/>
                                  <a:gd name="T60" fmla="*/ 11 w 23"/>
                                  <a:gd name="T61" fmla="*/ 25 h 51"/>
                                  <a:gd name="T62" fmla="*/ 6 w 23"/>
                                  <a:gd name="T63" fmla="*/ 6 h 51"/>
                                  <a:gd name="T64" fmla="*/ 6 w 23"/>
                                  <a:gd name="T65" fmla="*/ 5 h 51"/>
                                  <a:gd name="T66" fmla="*/ 9 w 23"/>
                                  <a:gd name="T67" fmla="*/ 17 h 51"/>
                                  <a:gd name="T68" fmla="*/ 8 w 23"/>
                                  <a:gd name="T69" fmla="*/ 17 h 51"/>
                                  <a:gd name="T70" fmla="*/ 10 w 23"/>
                                  <a:gd name="T71" fmla="*/ 15 h 51"/>
                                  <a:gd name="T72" fmla="*/ 11 w 23"/>
                                  <a:gd name="T73" fmla="*/ 17 h 51"/>
                                  <a:gd name="T74" fmla="*/ 10 w 23"/>
                                  <a:gd name="T75" fmla="*/ 13 h 51"/>
                                  <a:gd name="T76" fmla="*/ 7 w 23"/>
                                  <a:gd name="T77" fmla="*/ 8 h 51"/>
                                  <a:gd name="T78" fmla="*/ 23 w 23"/>
                                  <a:gd name="T79" fmla="*/ 51 h 51"/>
                                  <a:gd name="T80" fmla="*/ 4 w 23"/>
                                  <a:gd name="T81" fmla="*/ 18 h 51"/>
                                  <a:gd name="T82" fmla="*/ 4 w 23"/>
                                  <a:gd name="T83" fmla="*/ 18 h 51"/>
                                  <a:gd name="T84" fmla="*/ 5 w 23"/>
                                  <a:gd name="T85" fmla="*/ 3 h 51"/>
                                  <a:gd name="T86" fmla="*/ 13 w 23"/>
                                  <a:gd name="T87" fmla="*/ 28 h 51"/>
                                  <a:gd name="T88" fmla="*/ 11 w 23"/>
                                  <a:gd name="T89" fmla="*/ 24 h 51"/>
                                  <a:gd name="T90" fmla="*/ 7 w 23"/>
                                  <a:gd name="T91" fmla="*/ 4 h 51"/>
                                  <a:gd name="T92" fmla="*/ 0 w 23"/>
                                  <a:gd name="T93" fmla="*/ 1 h 51"/>
                                  <a:gd name="T94" fmla="*/ 12 w 23"/>
                                  <a:gd name="T95" fmla="*/ 31 h 51"/>
                                  <a:gd name="T96" fmla="*/ 13 w 23"/>
                                  <a:gd name="T97" fmla="*/ 27 h 51"/>
                                  <a:gd name="T98" fmla="*/ 12 w 23"/>
                                  <a:gd name="T99" fmla="*/ 25 h 51"/>
                                  <a:gd name="T100" fmla="*/ 10 w 23"/>
                                  <a:gd name="T101" fmla="*/ 10 h 51"/>
                                  <a:gd name="T102" fmla="*/ 1 w 23"/>
                                  <a:gd name="T103" fmla="*/ 3 h 51"/>
                                  <a:gd name="T104" fmla="*/ 7 w 23"/>
                                  <a:gd name="T105" fmla="*/ 4 h 51"/>
                                  <a:gd name="T106" fmla="*/ 0 w 23"/>
                                  <a:gd name="T107" fmla="*/ 1 h 5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</a:cxnLst>
                                <a:rect l="0" t="0" r="r" b="b"/>
                                <a:pathLst>
                                  <a:path w="23" h="51">
                                    <a:moveTo>
                                      <a:pt x="1" y="12"/>
                                    </a:moveTo>
                                    <a:cubicBezTo>
                                      <a:pt x="1" y="12"/>
                                      <a:pt x="1" y="13"/>
                                      <a:pt x="1" y="13"/>
                                    </a:cubicBezTo>
                                    <a:cubicBezTo>
                                      <a:pt x="2" y="13"/>
                                      <a:pt x="1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4"/>
                                      <a:pt x="4" y="14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7"/>
                                      <a:pt x="4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4" y="17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3" y="18"/>
                                    </a:cubicBezTo>
                                    <a:cubicBezTo>
                                      <a:pt x="3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7"/>
                                      <a:pt x="1" y="17"/>
                                      <a:pt x="1" y="17"/>
                                    </a:cubicBezTo>
                                    <a:cubicBezTo>
                                      <a:pt x="0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5"/>
                                    </a:cubicBezTo>
                                    <a:cubicBezTo>
                                      <a:pt x="0" y="15"/>
                                      <a:pt x="1" y="15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lose/>
                                    <a:moveTo>
                                      <a:pt x="9" y="24"/>
                                    </a:move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3"/>
                                      <a:pt x="8" y="23"/>
                                    </a:cubicBezTo>
                                    <a:cubicBezTo>
                                      <a:pt x="8" y="23"/>
                                      <a:pt x="8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5" y="21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1"/>
                                      <a:pt x="4" y="21"/>
                                      <a:pt x="4" y="21"/>
                                    </a:cubicBezTo>
                                    <a:cubicBezTo>
                                      <a:pt x="4" y="21"/>
                                      <a:pt x="4" y="22"/>
                                      <a:pt x="4" y="22"/>
                                    </a:cubicBezTo>
                                    <a:cubicBezTo>
                                      <a:pt x="4" y="22"/>
                                      <a:pt x="5" y="22"/>
                                      <a:pt x="5" y="22"/>
                                    </a:cubicBezTo>
                                    <a:cubicBezTo>
                                      <a:pt x="5" y="22"/>
                                      <a:pt x="5" y="22"/>
                                      <a:pt x="5" y="22"/>
                                    </a:cubicBezTo>
                                    <a:cubicBezTo>
                                      <a:pt x="5" y="22"/>
                                      <a:pt x="5" y="22"/>
                                      <a:pt x="6" y="22"/>
                                    </a:cubicBezTo>
                                    <a:cubicBezTo>
                                      <a:pt x="6" y="22"/>
                                      <a:pt x="5" y="22"/>
                                      <a:pt x="6" y="23"/>
                                    </a:cubicBezTo>
                                    <a:cubicBezTo>
                                      <a:pt x="6" y="23"/>
                                      <a:pt x="6" y="23"/>
                                      <a:pt x="6" y="23"/>
                                    </a:cubicBezTo>
                                    <a:cubicBezTo>
                                      <a:pt x="5" y="23"/>
                                      <a:pt x="6" y="23"/>
                                      <a:pt x="6" y="24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6" y="25"/>
                                      <a:pt x="6" y="25"/>
                                      <a:pt x="6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8" y="24"/>
                                      <a:pt x="8" y="25"/>
                                    </a:cubicBezTo>
                                    <a:cubicBezTo>
                                      <a:pt x="8" y="25"/>
                                      <a:pt x="8" y="24"/>
                                      <a:pt x="9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lose/>
                                    <a:moveTo>
                                      <a:pt x="14" y="33"/>
                                    </a:moveTo>
                                    <a:cubicBezTo>
                                      <a:pt x="13" y="33"/>
                                      <a:pt x="13" y="33"/>
                                      <a:pt x="13" y="32"/>
                                    </a:cubicBezTo>
                                    <a:cubicBezTo>
                                      <a:pt x="13" y="32"/>
                                      <a:pt x="13" y="32"/>
                                      <a:pt x="12" y="32"/>
                                    </a:cubicBezTo>
                                    <a:cubicBezTo>
                                      <a:pt x="12" y="32"/>
                                      <a:pt x="12" y="32"/>
                                      <a:pt x="12" y="32"/>
                                    </a:cubicBezTo>
                                    <a:cubicBezTo>
                                      <a:pt x="12" y="32"/>
                                      <a:pt x="11" y="32"/>
                                      <a:pt x="11" y="32"/>
                                    </a:cubicBezTo>
                                    <a:cubicBezTo>
                                      <a:pt x="11" y="32"/>
                                      <a:pt x="11" y="32"/>
                                      <a:pt x="11" y="32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4"/>
                                    </a:cubicBezTo>
                                    <a:cubicBezTo>
                                      <a:pt x="12" y="34"/>
                                      <a:pt x="12" y="33"/>
                                      <a:pt x="12" y="34"/>
                                    </a:cubicBezTo>
                                    <a:cubicBezTo>
                                      <a:pt x="12" y="34"/>
                                      <a:pt x="13" y="34"/>
                                      <a:pt x="13" y="34"/>
                                    </a:cubicBezTo>
                                    <a:cubicBezTo>
                                      <a:pt x="13" y="34"/>
                                      <a:pt x="13" y="34"/>
                                      <a:pt x="13" y="34"/>
                                    </a:cubicBezTo>
                                    <a:cubicBezTo>
                                      <a:pt x="13" y="34"/>
                                      <a:pt x="14" y="33"/>
                                      <a:pt x="14" y="33"/>
                                    </a:cubicBezTo>
                                    <a:cubicBezTo>
                                      <a:pt x="14" y="33"/>
                                      <a:pt x="14" y="33"/>
                                      <a:pt x="14" y="33"/>
                                    </a:cubicBezTo>
                                    <a:close/>
                                    <a:moveTo>
                                      <a:pt x="19" y="42"/>
                                    </a:moveTo>
                                    <a:cubicBezTo>
                                      <a:pt x="19" y="42"/>
                                      <a:pt x="19" y="42"/>
                                      <a:pt x="19" y="42"/>
                                    </a:cubicBezTo>
                                    <a:cubicBezTo>
                                      <a:pt x="19" y="42"/>
                                      <a:pt x="19" y="41"/>
                                      <a:pt x="19" y="41"/>
                                    </a:cubicBezTo>
                                    <a:cubicBezTo>
                                      <a:pt x="18" y="41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8" y="40"/>
                                      <a:pt x="18" y="40"/>
                                    </a:cubicBezTo>
                                    <a:cubicBezTo>
                                      <a:pt x="18" y="41"/>
                                      <a:pt x="18" y="40"/>
                                      <a:pt x="18" y="40"/>
                                    </a:cubicBezTo>
                                    <a:cubicBezTo>
                                      <a:pt x="18" y="40"/>
                                      <a:pt x="17" y="39"/>
                                      <a:pt x="17" y="40"/>
                                    </a:cubicBezTo>
                                    <a:cubicBezTo>
                                      <a:pt x="17" y="40"/>
                                      <a:pt x="17" y="40"/>
                                      <a:pt x="17" y="40"/>
                                    </a:cubicBezTo>
                                    <a:cubicBezTo>
                                      <a:pt x="17" y="40"/>
                                      <a:pt x="17" y="40"/>
                                      <a:pt x="17" y="40"/>
                                    </a:cubicBezTo>
                                    <a:cubicBezTo>
                                      <a:pt x="16" y="40"/>
                                      <a:pt x="16" y="41"/>
                                      <a:pt x="17" y="41"/>
                                    </a:cubicBezTo>
                                    <a:cubicBezTo>
                                      <a:pt x="17" y="41"/>
                                      <a:pt x="17" y="41"/>
                                      <a:pt x="17" y="41"/>
                                    </a:cubicBezTo>
                                    <a:cubicBezTo>
                                      <a:pt x="16" y="41"/>
                                      <a:pt x="16" y="41"/>
                                      <a:pt x="17" y="42"/>
                                    </a:cubicBezTo>
                                    <a:cubicBezTo>
                                      <a:pt x="17" y="42"/>
                                      <a:pt x="17" y="42"/>
                                      <a:pt x="18" y="42"/>
                                    </a:cubicBezTo>
                                    <a:cubicBezTo>
                                      <a:pt x="18" y="42"/>
                                      <a:pt x="18" y="42"/>
                                      <a:pt x="18" y="42"/>
                                    </a:cubicBezTo>
                                    <a:cubicBezTo>
                                      <a:pt x="19" y="42"/>
                                      <a:pt x="19" y="42"/>
                                      <a:pt x="19" y="42"/>
                                    </a:cubicBezTo>
                                    <a:close/>
                                    <a:moveTo>
                                      <a:pt x="10" y="22"/>
                                    </a:moveTo>
                                    <a:cubicBezTo>
                                      <a:pt x="10" y="22"/>
                                      <a:pt x="9" y="22"/>
                                      <a:pt x="9" y="22"/>
                                    </a:cubicBezTo>
                                    <a:cubicBezTo>
                                      <a:pt x="9" y="22"/>
                                      <a:pt x="9" y="23"/>
                                      <a:pt x="9" y="23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3"/>
                                    </a:cubicBezTo>
                                    <a:cubicBezTo>
                                      <a:pt x="11" y="24"/>
                                      <a:pt x="11" y="23"/>
                                      <a:pt x="11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1" y="23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lose/>
                                    <a:moveTo>
                                      <a:pt x="20" y="46"/>
                                    </a:moveTo>
                                    <a:cubicBezTo>
                                      <a:pt x="20" y="46"/>
                                      <a:pt x="20" y="46"/>
                                      <a:pt x="19" y="46"/>
                                    </a:cubicBezTo>
                                    <a:cubicBezTo>
                                      <a:pt x="19" y="46"/>
                                      <a:pt x="19" y="45"/>
                                      <a:pt x="19" y="45"/>
                                    </a:cubicBezTo>
                                    <a:cubicBezTo>
                                      <a:pt x="19" y="45"/>
                                      <a:pt x="19" y="45"/>
                                      <a:pt x="19" y="45"/>
                                    </a:cubicBezTo>
                                    <a:cubicBezTo>
                                      <a:pt x="19" y="45"/>
                                      <a:pt x="18" y="45"/>
                                      <a:pt x="18" y="45"/>
                                    </a:cubicBezTo>
                                    <a:cubicBezTo>
                                      <a:pt x="18" y="45"/>
                                      <a:pt x="18" y="45"/>
                                      <a:pt x="18" y="45"/>
                                    </a:cubicBezTo>
                                    <a:cubicBezTo>
                                      <a:pt x="18" y="46"/>
                                      <a:pt x="18" y="46"/>
                                      <a:pt x="18" y="46"/>
                                    </a:cubicBezTo>
                                    <a:cubicBezTo>
                                      <a:pt x="18" y="46"/>
                                      <a:pt x="19" y="47"/>
                                      <a:pt x="19" y="47"/>
                                    </a:cubicBezTo>
                                    <a:cubicBezTo>
                                      <a:pt x="20" y="47"/>
                                      <a:pt x="20" y="47"/>
                                      <a:pt x="20" y="47"/>
                                    </a:cubicBezTo>
                                    <a:cubicBezTo>
                                      <a:pt x="20" y="47"/>
                                      <a:pt x="20" y="47"/>
                                      <a:pt x="20" y="47"/>
                                    </a:cubicBezTo>
                                    <a:cubicBezTo>
                                      <a:pt x="20" y="46"/>
                                      <a:pt x="20" y="46"/>
                                      <a:pt x="20" y="46"/>
                                    </a:cubicBezTo>
                                    <a:close/>
                                    <a:moveTo>
                                      <a:pt x="11" y="17"/>
                                    </a:move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2" y="21"/>
                                      <a:pt x="12" y="21"/>
                                      <a:pt x="12" y="21"/>
                                    </a:cubicBezTo>
                                    <a:cubicBezTo>
                                      <a:pt x="12" y="20"/>
                                      <a:pt x="12" y="20"/>
                                      <a:pt x="12" y="20"/>
                                    </a:cubicBezTo>
                                    <a:cubicBezTo>
                                      <a:pt x="11" y="20"/>
                                      <a:pt x="12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lose/>
                                    <a:moveTo>
                                      <a:pt x="12" y="27"/>
                                    </a:moveTo>
                                    <a:cubicBezTo>
                                      <a:pt x="12" y="27"/>
                                      <a:pt x="12" y="27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6"/>
                                      <a:pt x="13" y="26"/>
                                    </a:cubicBezTo>
                                    <a:cubicBezTo>
                                      <a:pt x="12" y="27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lose/>
                                    <a:moveTo>
                                      <a:pt x="6" y="6"/>
                                    </a:move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lose/>
                                    <a:moveTo>
                                      <a:pt x="8" y="17"/>
                                    </a:moveTo>
                                    <a:cubicBezTo>
                                      <a:pt x="8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8" y="16"/>
                                      <a:pt x="8" y="17"/>
                                    </a:cubicBezTo>
                                    <a:cubicBezTo>
                                      <a:pt x="8" y="17"/>
                                      <a:pt x="7" y="17"/>
                                      <a:pt x="8" y="17"/>
                                    </a:cubicBezTo>
                                    <a:close/>
                                    <a:moveTo>
                                      <a:pt x="10" y="13"/>
                                    </a:moveTo>
                                    <a:cubicBezTo>
                                      <a:pt x="10" y="13"/>
                                      <a:pt x="10" y="13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4"/>
                                      <a:pt x="10" y="14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lose/>
                                    <a:moveTo>
                                      <a:pt x="6" y="8"/>
                                    </a:move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8"/>
                                    </a:cubicBezTo>
                                    <a:cubicBezTo>
                                      <a:pt x="7" y="8"/>
                                      <a:pt x="6" y="8"/>
                                      <a:pt x="6" y="8"/>
                                    </a:cubicBezTo>
                                    <a:close/>
                                    <a:moveTo>
                                      <a:pt x="22" y="51"/>
                                    </a:moveTo>
                                    <a:cubicBezTo>
                                      <a:pt x="22" y="51"/>
                                      <a:pt x="22" y="51"/>
                                      <a:pt x="22" y="51"/>
                                    </a:cubicBezTo>
                                    <a:cubicBezTo>
                                      <a:pt x="22" y="51"/>
                                      <a:pt x="22" y="51"/>
                                      <a:pt x="22" y="51"/>
                                    </a:cubicBezTo>
                                    <a:cubicBezTo>
                                      <a:pt x="23" y="51"/>
                                      <a:pt x="23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2" y="51"/>
                                      <a:pt x="22" y="51"/>
                                    </a:cubicBezTo>
                                    <a:close/>
                                    <a:moveTo>
                                      <a:pt x="4" y="18"/>
                                    </a:moveTo>
                                    <a:cubicBezTo>
                                      <a:pt x="4" y="19"/>
                                      <a:pt x="4" y="19"/>
                                      <a:pt x="4" y="19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lose/>
                                    <a:moveTo>
                                      <a:pt x="4" y="18"/>
                                    </a:move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lose/>
                                    <a:moveTo>
                                      <a:pt x="5" y="4"/>
                                    </a:moveTo>
                                    <a:cubicBezTo>
                                      <a:pt x="5" y="4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4"/>
                                      <a:pt x="5" y="4"/>
                                    </a:cubicBezTo>
                                    <a:close/>
                                    <a:moveTo>
                                      <a:pt x="12" y="28"/>
                                    </a:moveTo>
                                    <a:cubicBezTo>
                                      <a:pt x="12" y="28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3" y="28"/>
                                      <a:pt x="13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lose/>
                                    <a:moveTo>
                                      <a:pt x="11" y="24"/>
                                    </a:moveTo>
                                    <a:cubicBezTo>
                                      <a:pt x="11" y="24"/>
                                      <a:pt x="11" y="24"/>
                                      <a:pt x="11" y="24"/>
                                    </a:cubicBezTo>
                                    <a:cubicBezTo>
                                      <a:pt x="11" y="24"/>
                                      <a:pt x="11" y="25"/>
                                      <a:pt x="11" y="24"/>
                                    </a:cubicBezTo>
                                    <a:cubicBezTo>
                                      <a:pt x="11" y="24"/>
                                      <a:pt x="12" y="24"/>
                                      <a:pt x="11" y="24"/>
                                    </a:cubicBezTo>
                                    <a:cubicBezTo>
                                      <a:pt x="11" y="24"/>
                                      <a:pt x="12" y="24"/>
                                      <a:pt x="11" y="24"/>
                                    </a:cubicBezTo>
                                    <a:close/>
                                    <a:moveTo>
                                      <a:pt x="7" y="5"/>
                                    </a:moveTo>
                                    <a:cubicBezTo>
                                      <a:pt x="8" y="5"/>
                                      <a:pt x="8" y="5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lose/>
                                    <a:moveTo>
                                      <a:pt x="0" y="2"/>
                                    </a:moveTo>
                                    <a:cubicBezTo>
                                      <a:pt x="0" y="2"/>
                                      <a:pt x="1" y="2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2"/>
                                      <a:pt x="0" y="2"/>
                                    </a:cubicBezTo>
                                    <a:close/>
                                    <a:moveTo>
                                      <a:pt x="12" y="31"/>
                                    </a:move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lose/>
                                    <a:moveTo>
                                      <a:pt x="13" y="27"/>
                                    </a:moveTo>
                                    <a:cubicBezTo>
                                      <a:pt x="13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3" y="27"/>
                                    </a:cubicBezTo>
                                    <a:close/>
                                    <a:moveTo>
                                      <a:pt x="12" y="25"/>
                                    </a:moveTo>
                                    <a:cubicBezTo>
                                      <a:pt x="12" y="25"/>
                                      <a:pt x="12" y="25"/>
                                      <a:pt x="12" y="24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lose/>
                                    <a:moveTo>
                                      <a:pt x="10" y="10"/>
                                    </a:move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lose/>
                                    <a:moveTo>
                                      <a:pt x="1" y="3"/>
                                    </a:move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lose/>
                                    <a:moveTo>
                                      <a:pt x="0" y="2"/>
                                    </a:move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lose/>
                                    <a:moveTo>
                                      <a:pt x="7" y="4"/>
                                    </a:move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7" y="4"/>
                                      <a:pt x="7" y="4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0" name="Freeform 696">
                                <a:extLst>
                                  <a:ext uri="{FF2B5EF4-FFF2-40B4-BE49-F238E27FC236}">
                                    <a16:creationId xmlns:a16="http://schemas.microsoft.com/office/drawing/2014/main" id="{73AB6839-5481-E1E5-9A9F-C3DE0F401D1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766300" y="5083175"/>
                                <a:ext cx="325437" cy="150813"/>
                              </a:xfrm>
                              <a:custGeom>
                                <a:avLst/>
                                <a:gdLst>
                                  <a:gd name="T0" fmla="*/ 30 w 78"/>
                                  <a:gd name="T1" fmla="*/ 20 h 36"/>
                                  <a:gd name="T2" fmla="*/ 29 w 78"/>
                                  <a:gd name="T3" fmla="*/ 22 h 36"/>
                                  <a:gd name="T4" fmla="*/ 35 w 78"/>
                                  <a:gd name="T5" fmla="*/ 23 h 36"/>
                                  <a:gd name="T6" fmla="*/ 36 w 78"/>
                                  <a:gd name="T7" fmla="*/ 18 h 36"/>
                                  <a:gd name="T8" fmla="*/ 34 w 78"/>
                                  <a:gd name="T9" fmla="*/ 13 h 36"/>
                                  <a:gd name="T10" fmla="*/ 37 w 78"/>
                                  <a:gd name="T11" fmla="*/ 14 h 36"/>
                                  <a:gd name="T12" fmla="*/ 38 w 78"/>
                                  <a:gd name="T13" fmla="*/ 17 h 36"/>
                                  <a:gd name="T14" fmla="*/ 39 w 78"/>
                                  <a:gd name="T15" fmla="*/ 20 h 36"/>
                                  <a:gd name="T16" fmla="*/ 41 w 78"/>
                                  <a:gd name="T17" fmla="*/ 21 h 36"/>
                                  <a:gd name="T18" fmla="*/ 25 w 78"/>
                                  <a:gd name="T19" fmla="*/ 11 h 36"/>
                                  <a:gd name="T20" fmla="*/ 21 w 78"/>
                                  <a:gd name="T21" fmla="*/ 8 h 36"/>
                                  <a:gd name="T22" fmla="*/ 19 w 78"/>
                                  <a:gd name="T23" fmla="*/ 7 h 36"/>
                                  <a:gd name="T24" fmla="*/ 19 w 78"/>
                                  <a:gd name="T25" fmla="*/ 6 h 36"/>
                                  <a:gd name="T26" fmla="*/ 21 w 78"/>
                                  <a:gd name="T27" fmla="*/ 7 h 36"/>
                                  <a:gd name="T28" fmla="*/ 24 w 78"/>
                                  <a:gd name="T29" fmla="*/ 9 h 36"/>
                                  <a:gd name="T30" fmla="*/ 28 w 78"/>
                                  <a:gd name="T31" fmla="*/ 13 h 36"/>
                                  <a:gd name="T32" fmla="*/ 27 w 78"/>
                                  <a:gd name="T33" fmla="*/ 12 h 36"/>
                                  <a:gd name="T34" fmla="*/ 6 w 78"/>
                                  <a:gd name="T35" fmla="*/ 0 h 36"/>
                                  <a:gd name="T36" fmla="*/ 11 w 78"/>
                                  <a:gd name="T37" fmla="*/ 4 h 36"/>
                                  <a:gd name="T38" fmla="*/ 14 w 78"/>
                                  <a:gd name="T39" fmla="*/ 6 h 36"/>
                                  <a:gd name="T40" fmla="*/ 11 w 78"/>
                                  <a:gd name="T41" fmla="*/ 5 h 36"/>
                                  <a:gd name="T42" fmla="*/ 45 w 78"/>
                                  <a:gd name="T43" fmla="*/ 28 h 36"/>
                                  <a:gd name="T44" fmla="*/ 41 w 78"/>
                                  <a:gd name="T45" fmla="*/ 26 h 36"/>
                                  <a:gd name="T46" fmla="*/ 40 w 78"/>
                                  <a:gd name="T47" fmla="*/ 27 h 36"/>
                                  <a:gd name="T48" fmla="*/ 42 w 78"/>
                                  <a:gd name="T49" fmla="*/ 29 h 36"/>
                                  <a:gd name="T50" fmla="*/ 16 w 78"/>
                                  <a:gd name="T51" fmla="*/ 14 h 36"/>
                                  <a:gd name="T52" fmla="*/ 13 w 78"/>
                                  <a:gd name="T53" fmla="*/ 12 h 36"/>
                                  <a:gd name="T54" fmla="*/ 11 w 78"/>
                                  <a:gd name="T55" fmla="*/ 11 h 36"/>
                                  <a:gd name="T56" fmla="*/ 14 w 78"/>
                                  <a:gd name="T57" fmla="*/ 11 h 36"/>
                                  <a:gd name="T58" fmla="*/ 8 w 78"/>
                                  <a:gd name="T59" fmla="*/ 10 h 36"/>
                                  <a:gd name="T60" fmla="*/ 8 w 78"/>
                                  <a:gd name="T61" fmla="*/ 8 h 36"/>
                                  <a:gd name="T62" fmla="*/ 17 w 78"/>
                                  <a:gd name="T63" fmla="*/ 14 h 36"/>
                                  <a:gd name="T64" fmla="*/ 17 w 78"/>
                                  <a:gd name="T65" fmla="*/ 13 h 36"/>
                                  <a:gd name="T66" fmla="*/ 12 w 78"/>
                                  <a:gd name="T67" fmla="*/ 14 h 36"/>
                                  <a:gd name="T68" fmla="*/ 1 w 78"/>
                                  <a:gd name="T69" fmla="*/ 3 h 36"/>
                                  <a:gd name="T70" fmla="*/ 32 w 78"/>
                                  <a:gd name="T71" fmla="*/ 17 h 36"/>
                                  <a:gd name="T72" fmla="*/ 28 w 78"/>
                                  <a:gd name="T73" fmla="*/ 13 h 36"/>
                                  <a:gd name="T74" fmla="*/ 13 w 78"/>
                                  <a:gd name="T75" fmla="*/ 15 h 36"/>
                                  <a:gd name="T76" fmla="*/ 32 w 78"/>
                                  <a:gd name="T77" fmla="*/ 17 h 36"/>
                                  <a:gd name="T78" fmla="*/ 0 w 78"/>
                                  <a:gd name="T79" fmla="*/ 6 h 36"/>
                                  <a:gd name="T80" fmla="*/ 3 w 78"/>
                                  <a:gd name="T81" fmla="*/ 3 h 36"/>
                                  <a:gd name="T82" fmla="*/ 10 w 78"/>
                                  <a:gd name="T83" fmla="*/ 11 h 36"/>
                                  <a:gd name="T84" fmla="*/ 24 w 78"/>
                                  <a:gd name="T85" fmla="*/ 17 h 36"/>
                                  <a:gd name="T86" fmla="*/ 42 w 78"/>
                                  <a:gd name="T87" fmla="*/ 25 h 36"/>
                                  <a:gd name="T88" fmla="*/ 31 w 78"/>
                                  <a:gd name="T89" fmla="*/ 16 h 36"/>
                                  <a:gd name="T90" fmla="*/ 30 w 78"/>
                                  <a:gd name="T91" fmla="*/ 16 h 36"/>
                                  <a:gd name="T92" fmla="*/ 13 w 78"/>
                                  <a:gd name="T93" fmla="*/ 12 h 36"/>
                                  <a:gd name="T94" fmla="*/ 2 w 78"/>
                                  <a:gd name="T95" fmla="*/ 4 h 36"/>
                                  <a:gd name="T96" fmla="*/ 36 w 78"/>
                                  <a:gd name="T97" fmla="*/ 22 h 36"/>
                                  <a:gd name="T98" fmla="*/ 21 w 78"/>
                                  <a:gd name="T99" fmla="*/ 7 h 36"/>
                                  <a:gd name="T100" fmla="*/ 13 w 78"/>
                                  <a:gd name="T101" fmla="*/ 12 h 36"/>
                                  <a:gd name="T102" fmla="*/ 27 w 78"/>
                                  <a:gd name="T103" fmla="*/ 11 h 36"/>
                                  <a:gd name="T104" fmla="*/ 22 w 78"/>
                                  <a:gd name="T105" fmla="*/ 7 h 36"/>
                                  <a:gd name="T106" fmla="*/ 30 w 78"/>
                                  <a:gd name="T107" fmla="*/ 16 h 36"/>
                                  <a:gd name="T108" fmla="*/ 24 w 78"/>
                                  <a:gd name="T109" fmla="*/ 17 h 36"/>
                                  <a:gd name="T110" fmla="*/ 43 w 78"/>
                                  <a:gd name="T111" fmla="*/ 24 h 36"/>
                                  <a:gd name="T112" fmla="*/ 12 w 78"/>
                                  <a:gd name="T113" fmla="*/ 12 h 36"/>
                                  <a:gd name="T114" fmla="*/ 30 w 78"/>
                                  <a:gd name="T115" fmla="*/ 34 h 36"/>
                                  <a:gd name="T116" fmla="*/ 34 w 78"/>
                                  <a:gd name="T117" fmla="*/ 36 h 36"/>
                                  <a:gd name="T118" fmla="*/ 70 w 78"/>
                                  <a:gd name="T119" fmla="*/ 29 h 36"/>
                                  <a:gd name="T120" fmla="*/ 77 w 78"/>
                                  <a:gd name="T121" fmla="*/ 36 h 36"/>
                                  <a:gd name="T122" fmla="*/ 70 w 78"/>
                                  <a:gd name="T123" fmla="*/ 26 h 3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78" h="36">
                                    <a:moveTo>
                                      <a:pt x="36" y="22"/>
                                    </a:moveTo>
                                    <a:cubicBezTo>
                                      <a:pt x="35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6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1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1"/>
                                    </a:cubicBezTo>
                                    <a:cubicBezTo>
                                      <a:pt x="35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5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4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4" y="21"/>
                                      <a:pt x="34" y="20"/>
                                      <a:pt x="34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2" y="19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1" y="19"/>
                                      <a:pt x="31" y="20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0" y="20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29" y="20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8"/>
                                    </a:cubicBezTo>
                                    <a:cubicBezTo>
                                      <a:pt x="28" y="18"/>
                                      <a:pt x="28" y="18"/>
                                      <a:pt x="28" y="18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8" y="20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2"/>
                                    </a:cubicBezTo>
                                    <a:cubicBezTo>
                                      <a:pt x="28" y="22"/>
                                      <a:pt x="28" y="22"/>
                                      <a:pt x="28" y="22"/>
                                    </a:cubicBezTo>
                                    <a:cubicBezTo>
                                      <a:pt x="28" y="22"/>
                                      <a:pt x="28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3" y="22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6" y="23"/>
                                      <a:pt x="36" y="23"/>
                                    </a:cubicBezTo>
                                    <a:cubicBezTo>
                                      <a:pt x="36" y="23"/>
                                      <a:pt x="36" y="23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lose/>
                                    <a:moveTo>
                                      <a:pt x="39" y="20"/>
                                    </a:move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4" y="14"/>
                                      <a:pt x="34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3"/>
                                      <a:pt x="35" y="13"/>
                                      <a:pt x="35" y="13"/>
                                    </a:cubicBezTo>
                                    <a:cubicBezTo>
                                      <a:pt x="35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4"/>
                                      <a:pt x="36" y="14"/>
                                      <a:pt x="36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5"/>
                                      <a:pt x="37" y="15"/>
                                      <a:pt x="37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7" y="15"/>
                                      <a:pt x="37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8" y="16"/>
                                      <a:pt x="38" y="16"/>
                                      <a:pt x="38" y="16"/>
                                    </a:cubicBezTo>
                                    <a:cubicBezTo>
                                      <a:pt x="38" y="16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9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9" y="18"/>
                                      <a:pt x="39" y="18"/>
                                    </a:cubicBezTo>
                                    <a:cubicBezTo>
                                      <a:pt x="39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9" y="18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40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40" y="19"/>
                                      <a:pt x="40" y="19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1" y="20"/>
                                      <a:pt x="41" y="21"/>
                                      <a:pt x="41" y="21"/>
                                    </a:cubicBezTo>
                                    <a:cubicBezTo>
                                      <a:pt x="41" y="21"/>
                                      <a:pt x="41" y="21"/>
                                      <a:pt x="41" y="21"/>
                                    </a:cubicBezTo>
                                    <a:cubicBezTo>
                                      <a:pt x="40" y="21"/>
                                      <a:pt x="41" y="21"/>
                                      <a:pt x="41" y="21"/>
                                    </a:cubicBezTo>
                                    <a:cubicBezTo>
                                      <a:pt x="41" y="21"/>
                                      <a:pt x="41" y="22"/>
                                      <a:pt x="41" y="22"/>
                                    </a:cubicBezTo>
                                    <a:cubicBezTo>
                                      <a:pt x="41" y="22"/>
                                      <a:pt x="41" y="22"/>
                                      <a:pt x="41" y="22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39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39" y="21"/>
                                    </a:cubicBezTo>
                                    <a:cubicBezTo>
                                      <a:pt x="39" y="21"/>
                                      <a:pt x="39" y="21"/>
                                      <a:pt x="39" y="21"/>
                                    </a:cubicBezTo>
                                    <a:cubicBezTo>
                                      <a:pt x="39" y="21"/>
                                      <a:pt x="39" y="21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lose/>
                                    <a:moveTo>
                                      <a:pt x="27" y="12"/>
                                    </a:move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5" y="12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0"/>
                                    </a:cubicBezTo>
                                    <a:cubicBezTo>
                                      <a:pt x="24" y="11"/>
                                      <a:pt x="24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9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0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7"/>
                                      <a:pt x="20" y="8"/>
                                      <a:pt x="20" y="8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8"/>
                                      <a:pt x="20" y="8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7"/>
                                      <a:pt x="19" y="7"/>
                                    </a:cubicBezTo>
                                    <a:cubicBezTo>
                                      <a:pt x="19" y="6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4" y="9"/>
                                      <a:pt x="24" y="9"/>
                                    </a:cubicBezTo>
                                    <a:cubicBezTo>
                                      <a:pt x="25" y="9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8" y="12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2"/>
                                      <a:pt x="28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lose/>
                                    <a:moveTo>
                                      <a:pt x="9" y="5"/>
                                    </a:move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6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9" y="5"/>
                                    </a:cubicBezTo>
                                    <a:close/>
                                    <a:moveTo>
                                      <a:pt x="46" y="29"/>
                                    </a:move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7"/>
                                      <a:pt x="45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2" y="27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5"/>
                                      <a:pt x="41" y="25"/>
                                      <a:pt x="40" y="25"/>
                                    </a:cubicBezTo>
                                    <a:cubicBezTo>
                                      <a:pt x="40" y="25"/>
                                      <a:pt x="40" y="25"/>
                                      <a:pt x="40" y="25"/>
                                    </a:cubicBezTo>
                                    <a:cubicBezTo>
                                      <a:pt x="40" y="25"/>
                                      <a:pt x="40" y="25"/>
                                      <a:pt x="40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8"/>
                                      <a:pt x="41" y="27"/>
                                    </a:cubicBezTo>
                                    <a:cubicBezTo>
                                      <a:pt x="41" y="27"/>
                                      <a:pt x="41" y="27"/>
                                      <a:pt x="41" y="27"/>
                                    </a:cubicBezTo>
                                    <a:cubicBezTo>
                                      <a:pt x="41" y="27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1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9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lose/>
                                    <a:moveTo>
                                      <a:pt x="43" y="27"/>
                                    </a:move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lose/>
                                    <a:moveTo>
                                      <a:pt x="43" y="27"/>
                                    </a:move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lose/>
                                    <a:moveTo>
                                      <a:pt x="16" y="14"/>
                                    </a:moveTo>
                                    <a:cubicBezTo>
                                      <a:pt x="16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2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6" y="12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lose/>
                                    <a:moveTo>
                                      <a:pt x="8" y="9"/>
                                    </a:move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6" y="8"/>
                                      <a:pt x="7" y="8"/>
                                      <a:pt x="7" y="8"/>
                                    </a:cubicBezTo>
                                    <a:cubicBezTo>
                                      <a:pt x="6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9"/>
                                      <a:pt x="8" y="9"/>
                                    </a:cubicBezTo>
                                    <a:close/>
                                    <a:moveTo>
                                      <a:pt x="10" y="11"/>
                                    </a:moveTo>
                                    <a:cubicBezTo>
                                      <a:pt x="10" y="11"/>
                                      <a:pt x="10" y="10"/>
                                      <a:pt x="10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lose/>
                                    <a:moveTo>
                                      <a:pt x="17" y="14"/>
                                    </a:move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3"/>
                                    </a:cubicBezTo>
                                    <a:cubicBezTo>
                                      <a:pt x="16" y="14"/>
                                      <a:pt x="16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lose/>
                                    <a:moveTo>
                                      <a:pt x="12" y="14"/>
                                    </a:move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2" y="14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27" y="13"/>
                                    </a:move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7" y="14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lose/>
                                    <a:moveTo>
                                      <a:pt x="7" y="11"/>
                                    </a:move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lose/>
                                    <a:moveTo>
                                      <a:pt x="14" y="15"/>
                                    </a:move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lose/>
                                    <a:moveTo>
                                      <a:pt x="32" y="18"/>
                                    </a:move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1" y="18"/>
                                      <a:pt x="31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3" y="17"/>
                                      <a:pt x="33" y="17"/>
                                    </a:cubicBezTo>
                                    <a:cubicBezTo>
                                      <a:pt x="33" y="17"/>
                                      <a:pt x="33" y="17"/>
                                      <a:pt x="33" y="18"/>
                                    </a:cubicBezTo>
                                    <a:cubicBezTo>
                                      <a:pt x="33" y="18"/>
                                      <a:pt x="33" y="18"/>
                                      <a:pt x="33" y="18"/>
                                    </a:cubicBezTo>
                                    <a:cubicBezTo>
                                      <a:pt x="33" y="18"/>
                                      <a:pt x="33" y="18"/>
                                      <a:pt x="33" y="18"/>
                                    </a:cubicBezTo>
                                    <a:cubicBezTo>
                                      <a:pt x="33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lose/>
                                    <a:moveTo>
                                      <a:pt x="18" y="15"/>
                                    </a:move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5"/>
                                      <a:pt x="18" y="16"/>
                                      <a:pt x="18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lose/>
                                    <a:moveTo>
                                      <a:pt x="1" y="6"/>
                                    </a:move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1" y="6"/>
                                    </a:cubicBezTo>
                                    <a:close/>
                                    <a:moveTo>
                                      <a:pt x="15" y="6"/>
                                    </a:move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lose/>
                                    <a:moveTo>
                                      <a:pt x="4" y="3"/>
                                    </a:move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4" y="3"/>
                                      <a:pt x="3" y="3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lose/>
                                    <a:moveTo>
                                      <a:pt x="11" y="12"/>
                                    </a:move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0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lose/>
                                    <a:moveTo>
                                      <a:pt x="44" y="22"/>
                                    </a:moveTo>
                                    <a:cubicBezTo>
                                      <a:pt x="44" y="22"/>
                                      <a:pt x="43" y="22"/>
                                      <a:pt x="44" y="22"/>
                                    </a:cubicBezTo>
                                    <a:cubicBezTo>
                                      <a:pt x="44" y="23"/>
                                      <a:pt x="44" y="23"/>
                                      <a:pt x="43" y="23"/>
                                    </a:cubicBezTo>
                                    <a:cubicBezTo>
                                      <a:pt x="43" y="23"/>
                                      <a:pt x="43" y="23"/>
                                      <a:pt x="43" y="23"/>
                                    </a:cubicBezTo>
                                    <a:cubicBezTo>
                                      <a:pt x="43" y="22"/>
                                      <a:pt x="43" y="22"/>
                                      <a:pt x="43" y="22"/>
                                    </a:cubicBezTo>
                                    <a:cubicBezTo>
                                      <a:pt x="43" y="22"/>
                                      <a:pt x="43" y="22"/>
                                      <a:pt x="43" y="22"/>
                                    </a:cubicBezTo>
                                    <a:cubicBezTo>
                                      <a:pt x="43" y="22"/>
                                      <a:pt x="43" y="22"/>
                                      <a:pt x="44" y="22"/>
                                    </a:cubicBezTo>
                                    <a:cubicBezTo>
                                      <a:pt x="44" y="22"/>
                                      <a:pt x="44" y="22"/>
                                      <a:pt x="44" y="22"/>
                                    </a:cubicBezTo>
                                    <a:cubicBezTo>
                                      <a:pt x="44" y="22"/>
                                      <a:pt x="44" y="22"/>
                                      <a:pt x="44" y="22"/>
                                    </a:cubicBezTo>
                                    <a:cubicBezTo>
                                      <a:pt x="43" y="22"/>
                                      <a:pt x="44" y="22"/>
                                      <a:pt x="44" y="22"/>
                                    </a:cubicBezTo>
                                    <a:close/>
                                    <a:moveTo>
                                      <a:pt x="25" y="17"/>
                                    </a:moveTo>
                                    <a:cubicBezTo>
                                      <a:pt x="25" y="17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8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4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lose/>
                                    <a:moveTo>
                                      <a:pt x="42" y="26"/>
                                    </a:move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lose/>
                                    <a:moveTo>
                                      <a:pt x="9" y="10"/>
                                    </a:moveTo>
                                    <a:cubicBezTo>
                                      <a:pt x="9" y="10"/>
                                      <a:pt x="9" y="10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8" y="11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lose/>
                                    <a:moveTo>
                                      <a:pt x="29" y="18"/>
                                    </a:move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29" y="17"/>
                                      <a:pt x="29" y="17"/>
                                    </a:cubicBezTo>
                                    <a:cubicBezTo>
                                      <a:pt x="29" y="17"/>
                                      <a:pt x="29" y="17"/>
                                      <a:pt x="29" y="18"/>
                                    </a:cubicBezTo>
                                    <a:close/>
                                    <a:moveTo>
                                      <a:pt x="7" y="9"/>
                                    </a:move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6" y="9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0" y="17"/>
                                      <a:pt x="30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3" y="2"/>
                                    </a:move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35" y="12"/>
                                    </a:moveTo>
                                    <a:cubicBezTo>
                                      <a:pt x="35" y="12"/>
                                      <a:pt x="36" y="12"/>
                                      <a:pt x="36" y="12"/>
                                    </a:cubicBezTo>
                                    <a:cubicBezTo>
                                      <a:pt x="36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lose/>
                                    <a:moveTo>
                                      <a:pt x="30" y="16"/>
                                    </a:move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lose/>
                                    <a:moveTo>
                                      <a:pt x="29" y="33"/>
                                    </a:moveTo>
                                    <a:cubicBezTo>
                                      <a:pt x="29" y="33"/>
                                      <a:pt x="29" y="33"/>
                                      <a:pt x="28" y="32"/>
                                    </a:cubicBezTo>
                                    <a:cubicBezTo>
                                      <a:pt x="29" y="32"/>
                                      <a:pt x="29" y="32"/>
                                      <a:pt x="29" y="33"/>
                                    </a:cubicBezTo>
                                    <a:close/>
                                    <a:moveTo>
                                      <a:pt x="34" y="9"/>
                                    </a:move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lose/>
                                    <a:moveTo>
                                      <a:pt x="47" y="29"/>
                                    </a:move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7" y="12"/>
                                    </a:move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lose/>
                                    <a:moveTo>
                                      <a:pt x="22" y="7"/>
                                    </a:move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2" y="7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0" y="6"/>
                                    </a:move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3"/>
                                      <a:pt x="13" y="13"/>
                                      <a:pt x="14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19" y="15"/>
                                    </a:moveTo>
                                    <a:cubicBezTo>
                                      <a:pt x="19" y="15"/>
                                      <a:pt x="19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lose/>
                                    <a:moveTo>
                                      <a:pt x="36" y="22"/>
                                    </a:move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lose/>
                                    <a:moveTo>
                                      <a:pt x="43" y="25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lose/>
                                    <a:moveTo>
                                      <a:pt x="24" y="18"/>
                                    </a:move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lose/>
                                    <a:moveTo>
                                      <a:pt x="16" y="6"/>
                                    </a:moveTo>
                                    <a:cubicBezTo>
                                      <a:pt x="16" y="6"/>
                                      <a:pt x="17" y="6"/>
                                      <a:pt x="17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lose/>
                                    <a:moveTo>
                                      <a:pt x="17" y="6"/>
                                    </a:move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lose/>
                                    <a:moveTo>
                                      <a:pt x="21" y="7"/>
                                    </a:move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lose/>
                                    <a:moveTo>
                                      <a:pt x="2" y="3"/>
                                    </a:move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lose/>
                                    <a:moveTo>
                                      <a:pt x="12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25" y="17"/>
                                    </a:move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3" y="12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40" y="27"/>
                                    </a:move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lose/>
                                    <a:moveTo>
                                      <a:pt x="47" y="30"/>
                                    </a:move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lose/>
                                    <a:moveTo>
                                      <a:pt x="41" y="25"/>
                                    </a:move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lose/>
                                    <a:moveTo>
                                      <a:pt x="27" y="11"/>
                                    </a:move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lose/>
                                    <a:moveTo>
                                      <a:pt x="43" y="25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lose/>
                                    <a:moveTo>
                                      <a:pt x="15" y="12"/>
                                    </a:move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lose/>
                                    <a:moveTo>
                                      <a:pt x="18" y="14"/>
                                    </a:move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4"/>
                                      <a:pt x="18" y="14"/>
                                    </a:cubicBezTo>
                                    <a:close/>
                                    <a:moveTo>
                                      <a:pt x="29" y="13"/>
                                    </a:move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lose/>
                                    <a:moveTo>
                                      <a:pt x="22" y="7"/>
                                    </a:move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lose/>
                                    <a:moveTo>
                                      <a:pt x="27" y="10"/>
                                    </a:move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lose/>
                                    <a:moveTo>
                                      <a:pt x="16" y="6"/>
                                    </a:move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lose/>
                                    <a:moveTo>
                                      <a:pt x="4" y="2"/>
                                    </a:move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lose/>
                                    <a:moveTo>
                                      <a:pt x="14" y="11"/>
                                    </a:move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lose/>
                                    <a:moveTo>
                                      <a:pt x="26" y="18"/>
                                    </a:moveTo>
                                    <a:cubicBezTo>
                                      <a:pt x="26" y="18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6" y="17"/>
                                      <a:pt x="26" y="18"/>
                                    </a:cubicBezTo>
                                    <a:close/>
                                    <a:moveTo>
                                      <a:pt x="30" y="16"/>
                                    </a:move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1" y="8"/>
                                      <a:pt x="21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15" y="12"/>
                                    </a:move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18" y="6"/>
                                    </a:move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5"/>
                                      <a:pt x="18" y="6"/>
                                      <a:pt x="18" y="6"/>
                                    </a:cubicBezTo>
                                    <a:close/>
                                    <a:moveTo>
                                      <a:pt x="34" y="12"/>
                                    </a:move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38" y="20"/>
                                    </a:move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lose/>
                                    <a:moveTo>
                                      <a:pt x="43" y="24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4"/>
                                    </a:cubicBezTo>
                                    <a:cubicBezTo>
                                      <a:pt x="43" y="24"/>
                                      <a:pt x="43" y="24"/>
                                      <a:pt x="43" y="24"/>
                                    </a:cubicBezTo>
                                    <a:cubicBezTo>
                                      <a:pt x="43" y="24"/>
                                      <a:pt x="43" y="24"/>
                                      <a:pt x="43" y="24"/>
                                    </a:cubicBezTo>
                                    <a:close/>
                                    <a:moveTo>
                                      <a:pt x="14" y="12"/>
                                    </a:move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lose/>
                                    <a:moveTo>
                                      <a:pt x="18" y="15"/>
                                    </a:move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lose/>
                                    <a:moveTo>
                                      <a:pt x="14" y="12"/>
                                    </a:move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lose/>
                                    <a:moveTo>
                                      <a:pt x="3" y="2"/>
                                    </a:move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12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lose/>
                                    <a:moveTo>
                                      <a:pt x="15" y="11"/>
                                    </a:move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lose/>
                                    <a:moveTo>
                                      <a:pt x="34" y="36"/>
                                    </a:move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4"/>
                                    </a:cubicBezTo>
                                    <a:cubicBezTo>
                                      <a:pt x="32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1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1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3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5"/>
                                      <a:pt x="30" y="35"/>
                                      <a:pt x="30" y="35"/>
                                    </a:cubicBezTo>
                                    <a:cubicBezTo>
                                      <a:pt x="30" y="35"/>
                                      <a:pt x="30" y="35"/>
                                      <a:pt x="30" y="35"/>
                                    </a:cubicBezTo>
                                    <a:cubicBezTo>
                                      <a:pt x="30" y="34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5" y="36"/>
                                      <a:pt x="34" y="36"/>
                                      <a:pt x="34" y="36"/>
                                    </a:cubicBezTo>
                                    <a:close/>
                                    <a:moveTo>
                                      <a:pt x="34" y="36"/>
                                    </a:move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4" y="35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lose/>
                                    <a:moveTo>
                                      <a:pt x="69" y="29"/>
                                    </a:move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8"/>
                                      <a:pt x="70" y="28"/>
                                    </a:cubicBezTo>
                                    <a:cubicBezTo>
                                      <a:pt x="71" y="28"/>
                                      <a:pt x="71" y="28"/>
                                      <a:pt x="71" y="28"/>
                                    </a:cubicBezTo>
                                    <a:cubicBezTo>
                                      <a:pt x="71" y="28"/>
                                      <a:pt x="71" y="28"/>
                                      <a:pt x="71" y="28"/>
                                    </a:cubicBezTo>
                                    <a:cubicBezTo>
                                      <a:pt x="71" y="28"/>
                                      <a:pt x="72" y="28"/>
                                      <a:pt x="72" y="28"/>
                                    </a:cubicBezTo>
                                    <a:cubicBezTo>
                                      <a:pt x="72" y="28"/>
                                      <a:pt x="72" y="28"/>
                                      <a:pt x="72" y="28"/>
                                    </a:cubicBezTo>
                                    <a:cubicBezTo>
                                      <a:pt x="72" y="29"/>
                                      <a:pt x="72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1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1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30"/>
                                      <a:pt x="70" y="30"/>
                                      <a:pt x="70" y="29"/>
                                    </a:cubicBezTo>
                                    <a:cubicBezTo>
                                      <a:pt x="70" y="30"/>
                                      <a:pt x="70" y="30"/>
                                      <a:pt x="70" y="30"/>
                                    </a:cubicBezTo>
                                    <a:cubicBezTo>
                                      <a:pt x="70" y="30"/>
                                      <a:pt x="70" y="29"/>
                                      <a:pt x="69" y="29"/>
                                    </a:cubicBezTo>
                                    <a:cubicBezTo>
                                      <a:pt x="69" y="29"/>
                                      <a:pt x="69" y="29"/>
                                      <a:pt x="69" y="29"/>
                                    </a:cubicBezTo>
                                    <a:close/>
                                    <a:moveTo>
                                      <a:pt x="77" y="35"/>
                                    </a:moveTo>
                                    <a:cubicBezTo>
                                      <a:pt x="76" y="35"/>
                                      <a:pt x="77" y="35"/>
                                      <a:pt x="77" y="35"/>
                                    </a:cubicBezTo>
                                    <a:cubicBezTo>
                                      <a:pt x="77" y="35"/>
                                      <a:pt x="77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6"/>
                                    </a:cubicBezTo>
                                    <a:cubicBezTo>
                                      <a:pt x="78" y="36"/>
                                      <a:pt x="77" y="36"/>
                                      <a:pt x="77" y="36"/>
                                    </a:cubicBezTo>
                                    <a:cubicBezTo>
                                      <a:pt x="77" y="36"/>
                                      <a:pt x="77" y="36"/>
                                      <a:pt x="77" y="36"/>
                                    </a:cubicBezTo>
                                    <a:cubicBezTo>
                                      <a:pt x="77" y="36"/>
                                      <a:pt x="77" y="35"/>
                                      <a:pt x="77" y="35"/>
                                    </a:cubicBezTo>
                                    <a:close/>
                                    <a:moveTo>
                                      <a:pt x="74" y="32"/>
                                    </a:moveTo>
                                    <a:cubicBezTo>
                                      <a:pt x="74" y="32"/>
                                      <a:pt x="74" y="32"/>
                                      <a:pt x="75" y="32"/>
                                    </a:cubicBezTo>
                                    <a:cubicBezTo>
                                      <a:pt x="75" y="32"/>
                                      <a:pt x="75" y="32"/>
                                      <a:pt x="75" y="33"/>
                                    </a:cubicBezTo>
                                    <a:cubicBezTo>
                                      <a:pt x="75" y="33"/>
                                      <a:pt x="75" y="33"/>
                                      <a:pt x="75" y="33"/>
                                    </a:cubicBezTo>
                                    <a:cubicBezTo>
                                      <a:pt x="74" y="33"/>
                                      <a:pt x="74" y="33"/>
                                      <a:pt x="74" y="32"/>
                                    </a:cubicBezTo>
                                    <a:close/>
                                    <a:moveTo>
                                      <a:pt x="73" y="26"/>
                                    </a:move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6"/>
                                      <a:pt x="74" y="26"/>
                                      <a:pt x="74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lose/>
                                    <a:moveTo>
                                      <a:pt x="71" y="29"/>
                                    </a:moveTo>
                                    <a:cubicBezTo>
                                      <a:pt x="71" y="29"/>
                                      <a:pt x="72" y="29"/>
                                      <a:pt x="72" y="29"/>
                                    </a:cubicBezTo>
                                    <a:cubicBezTo>
                                      <a:pt x="72" y="29"/>
                                      <a:pt x="72" y="29"/>
                                      <a:pt x="71" y="29"/>
                                    </a:cubicBezTo>
                                    <a:close/>
                                    <a:moveTo>
                                      <a:pt x="70" y="29"/>
                                    </a:moveTo>
                                    <a:cubicBezTo>
                                      <a:pt x="70" y="28"/>
                                      <a:pt x="70" y="28"/>
                                      <a:pt x="70" y="28"/>
                                    </a:cubicBezTo>
                                    <a:cubicBezTo>
                                      <a:pt x="70" y="28"/>
                                      <a:pt x="70" y="28"/>
                                      <a:pt x="70" y="28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lose/>
                                    <a:moveTo>
                                      <a:pt x="70" y="26"/>
                                    </a:move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1" name="Freeform 735">
                                <a:extLst>
                                  <a:ext uri="{FF2B5EF4-FFF2-40B4-BE49-F238E27FC236}">
                                    <a16:creationId xmlns:a16="http://schemas.microsoft.com/office/drawing/2014/main" id="{9DDFF56D-C41F-E45B-6EA8-D36E0E6F399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996488" y="5462588"/>
                                <a:ext cx="128587" cy="95250"/>
                              </a:xfrm>
                              <a:custGeom>
                                <a:avLst/>
                                <a:gdLst>
                                  <a:gd name="T0" fmla="*/ 24 w 31"/>
                                  <a:gd name="T1" fmla="*/ 11 h 23"/>
                                  <a:gd name="T2" fmla="*/ 24 w 31"/>
                                  <a:gd name="T3" fmla="*/ 9 h 23"/>
                                  <a:gd name="T4" fmla="*/ 23 w 31"/>
                                  <a:gd name="T5" fmla="*/ 9 h 23"/>
                                  <a:gd name="T6" fmla="*/ 25 w 31"/>
                                  <a:gd name="T7" fmla="*/ 9 h 23"/>
                                  <a:gd name="T8" fmla="*/ 26 w 31"/>
                                  <a:gd name="T9" fmla="*/ 11 h 23"/>
                                  <a:gd name="T10" fmla="*/ 26 w 31"/>
                                  <a:gd name="T11" fmla="*/ 22 h 23"/>
                                  <a:gd name="T12" fmla="*/ 26 w 31"/>
                                  <a:gd name="T13" fmla="*/ 22 h 23"/>
                                  <a:gd name="T14" fmla="*/ 20 w 31"/>
                                  <a:gd name="T15" fmla="*/ 8 h 23"/>
                                  <a:gd name="T16" fmla="*/ 6 w 31"/>
                                  <a:gd name="T17" fmla="*/ 11 h 23"/>
                                  <a:gd name="T18" fmla="*/ 6 w 31"/>
                                  <a:gd name="T19" fmla="*/ 11 h 23"/>
                                  <a:gd name="T20" fmla="*/ 16 w 31"/>
                                  <a:gd name="T21" fmla="*/ 19 h 23"/>
                                  <a:gd name="T22" fmla="*/ 0 w 31"/>
                                  <a:gd name="T23" fmla="*/ 2 h 23"/>
                                  <a:gd name="T24" fmla="*/ 14 w 31"/>
                                  <a:gd name="T25" fmla="*/ 17 h 23"/>
                                  <a:gd name="T26" fmla="*/ 22 w 31"/>
                                  <a:gd name="T27" fmla="*/ 22 h 23"/>
                                  <a:gd name="T28" fmla="*/ 4 w 31"/>
                                  <a:gd name="T29" fmla="*/ 5 h 23"/>
                                  <a:gd name="T30" fmla="*/ 4 w 31"/>
                                  <a:gd name="T31" fmla="*/ 5 h 23"/>
                                  <a:gd name="T32" fmla="*/ 8 w 31"/>
                                  <a:gd name="T33" fmla="*/ 12 h 23"/>
                                  <a:gd name="T34" fmla="*/ 10 w 31"/>
                                  <a:gd name="T35" fmla="*/ 14 h 23"/>
                                  <a:gd name="T36" fmla="*/ 2 w 31"/>
                                  <a:gd name="T37" fmla="*/ 4 h 23"/>
                                  <a:gd name="T38" fmla="*/ 22 w 31"/>
                                  <a:gd name="T39" fmla="*/ 21 h 23"/>
                                  <a:gd name="T40" fmla="*/ 21 w 31"/>
                                  <a:gd name="T41" fmla="*/ 21 h 23"/>
                                  <a:gd name="T42" fmla="*/ 20 w 31"/>
                                  <a:gd name="T43" fmla="*/ 20 h 23"/>
                                  <a:gd name="T44" fmla="*/ 19 w 31"/>
                                  <a:gd name="T45" fmla="*/ 20 h 23"/>
                                  <a:gd name="T46" fmla="*/ 19 w 31"/>
                                  <a:gd name="T47" fmla="*/ 20 h 23"/>
                                  <a:gd name="T48" fmla="*/ 17 w 31"/>
                                  <a:gd name="T49" fmla="*/ 19 h 23"/>
                                  <a:gd name="T50" fmla="*/ 16 w 31"/>
                                  <a:gd name="T51" fmla="*/ 18 h 23"/>
                                  <a:gd name="T52" fmla="*/ 14 w 31"/>
                                  <a:gd name="T53" fmla="*/ 16 h 23"/>
                                  <a:gd name="T54" fmla="*/ 13 w 31"/>
                                  <a:gd name="T55" fmla="*/ 17 h 23"/>
                                  <a:gd name="T56" fmla="*/ 12 w 31"/>
                                  <a:gd name="T57" fmla="*/ 15 h 23"/>
                                  <a:gd name="T58" fmla="*/ 9 w 31"/>
                                  <a:gd name="T59" fmla="*/ 13 h 23"/>
                                  <a:gd name="T60" fmla="*/ 9 w 31"/>
                                  <a:gd name="T61" fmla="*/ 13 h 23"/>
                                  <a:gd name="T62" fmla="*/ 7 w 31"/>
                                  <a:gd name="T63" fmla="*/ 11 h 23"/>
                                  <a:gd name="T64" fmla="*/ 7 w 31"/>
                                  <a:gd name="T65" fmla="*/ 10 h 23"/>
                                  <a:gd name="T66" fmla="*/ 5 w 31"/>
                                  <a:gd name="T67" fmla="*/ 9 h 23"/>
                                  <a:gd name="T68" fmla="*/ 4 w 31"/>
                                  <a:gd name="T69" fmla="*/ 7 h 23"/>
                                  <a:gd name="T70" fmla="*/ 3 w 31"/>
                                  <a:gd name="T71" fmla="*/ 6 h 23"/>
                                  <a:gd name="T72" fmla="*/ 3 w 31"/>
                                  <a:gd name="T73" fmla="*/ 5 h 23"/>
                                  <a:gd name="T74" fmla="*/ 3 w 31"/>
                                  <a:gd name="T75" fmla="*/ 5 h 23"/>
                                  <a:gd name="T76" fmla="*/ 5 w 31"/>
                                  <a:gd name="T77" fmla="*/ 6 h 23"/>
                                  <a:gd name="T78" fmla="*/ 7 w 31"/>
                                  <a:gd name="T79" fmla="*/ 7 h 23"/>
                                  <a:gd name="T80" fmla="*/ 11 w 31"/>
                                  <a:gd name="T81" fmla="*/ 10 h 23"/>
                                  <a:gd name="T82" fmla="*/ 13 w 31"/>
                                  <a:gd name="T83" fmla="*/ 12 h 23"/>
                                  <a:gd name="T84" fmla="*/ 15 w 31"/>
                                  <a:gd name="T85" fmla="*/ 14 h 23"/>
                                  <a:gd name="T86" fmla="*/ 16 w 31"/>
                                  <a:gd name="T87" fmla="*/ 14 h 23"/>
                                  <a:gd name="T88" fmla="*/ 18 w 31"/>
                                  <a:gd name="T89" fmla="*/ 15 h 23"/>
                                  <a:gd name="T90" fmla="*/ 20 w 31"/>
                                  <a:gd name="T91" fmla="*/ 17 h 23"/>
                                  <a:gd name="T92" fmla="*/ 23 w 31"/>
                                  <a:gd name="T93" fmla="*/ 19 h 23"/>
                                  <a:gd name="T94" fmla="*/ 1 w 31"/>
                                  <a:gd name="T95" fmla="*/ 4 h 23"/>
                                  <a:gd name="T96" fmla="*/ 0 w 31"/>
                                  <a:gd name="T97" fmla="*/ 1 h 23"/>
                                  <a:gd name="T98" fmla="*/ 31 w 31"/>
                                  <a:gd name="T99" fmla="*/ 14 h 23"/>
                                  <a:gd name="T100" fmla="*/ 28 w 31"/>
                                  <a:gd name="T101" fmla="*/ 14 h 23"/>
                                  <a:gd name="T102" fmla="*/ 30 w 31"/>
                                  <a:gd name="T103" fmla="*/ 16 h 23"/>
                                  <a:gd name="T104" fmla="*/ 20 w 31"/>
                                  <a:gd name="T105" fmla="*/ 7 h 23"/>
                                  <a:gd name="T106" fmla="*/ 20 w 31"/>
                                  <a:gd name="T107" fmla="*/ 7 h 23"/>
                                  <a:gd name="T108" fmla="*/ 16 w 31"/>
                                  <a:gd name="T109" fmla="*/ 18 h 23"/>
                                  <a:gd name="T110" fmla="*/ 16 w 31"/>
                                  <a:gd name="T111" fmla="*/ 19 h 23"/>
                                  <a:gd name="T112" fmla="*/ 16 w 31"/>
                                  <a:gd name="T113" fmla="*/ 18 h 2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</a:cxnLst>
                                <a:rect l="0" t="0" r="r" b="b"/>
                                <a:pathLst>
                                  <a:path w="31" h="23">
                                    <a:moveTo>
                                      <a:pt x="26" y="12"/>
                                    </a:move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3" y="11"/>
                                      <a:pt x="23" y="11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4" y="10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8"/>
                                      <a:pt x="24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lose/>
                                    <a:moveTo>
                                      <a:pt x="26" y="22"/>
                                    </a:moveTo>
                                    <a:cubicBezTo>
                                      <a:pt x="26" y="22"/>
                                      <a:pt x="26" y="22"/>
                                      <a:pt x="26" y="22"/>
                                    </a:cubicBezTo>
                                    <a:cubicBezTo>
                                      <a:pt x="26" y="22"/>
                                      <a:pt x="26" y="22"/>
                                      <a:pt x="26" y="22"/>
                                    </a:cubicBezTo>
                                    <a:cubicBezTo>
                                      <a:pt x="26" y="22"/>
                                      <a:pt x="26" y="23"/>
                                      <a:pt x="26" y="23"/>
                                    </a:cubicBezTo>
                                    <a:cubicBezTo>
                                      <a:pt x="26" y="23"/>
                                      <a:pt x="26" y="23"/>
                                      <a:pt x="26" y="23"/>
                                    </a:cubicBezTo>
                                    <a:cubicBezTo>
                                      <a:pt x="26" y="23"/>
                                      <a:pt x="27" y="23"/>
                                      <a:pt x="27" y="23"/>
                                    </a:cubicBezTo>
                                    <a:cubicBezTo>
                                      <a:pt x="27" y="23"/>
                                      <a:pt x="27" y="22"/>
                                      <a:pt x="26" y="22"/>
                                    </a:cubicBezTo>
                                    <a:close/>
                                    <a:moveTo>
                                      <a:pt x="20" y="9"/>
                                    </a:move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7"/>
                                    </a:cubicBezTo>
                                    <a:cubicBezTo>
                                      <a:pt x="20" y="8"/>
                                      <a:pt x="20" y="8"/>
                                      <a:pt x="20" y="9"/>
                                    </a:cubicBezTo>
                                    <a:close/>
                                    <a:moveTo>
                                      <a:pt x="6" y="11"/>
                                    </a:moveTo>
                                    <a:cubicBezTo>
                                      <a:pt x="6" y="11"/>
                                      <a:pt x="6" y="10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5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7" y="11"/>
                                    </a:cubicBezTo>
                                    <a:cubicBezTo>
                                      <a:pt x="7" y="11"/>
                                      <a:pt x="6" y="11"/>
                                      <a:pt x="6" y="11"/>
                                    </a:cubicBezTo>
                                    <a:close/>
                                    <a:moveTo>
                                      <a:pt x="16" y="19"/>
                                    </a:move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6" y="19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lose/>
                                    <a:moveTo>
                                      <a:pt x="14" y="17"/>
                                    </a:moveTo>
                                    <a:cubicBezTo>
                                      <a:pt x="14" y="17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lose/>
                                    <a:moveTo>
                                      <a:pt x="22" y="21"/>
                                    </a:moveTo>
                                    <a:cubicBezTo>
                                      <a:pt x="22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2"/>
                                      <a:pt x="21" y="22"/>
                                      <a:pt x="22" y="22"/>
                                    </a:cubicBezTo>
                                    <a:cubicBezTo>
                                      <a:pt x="22" y="22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lose/>
                                    <a:moveTo>
                                      <a:pt x="4" y="5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3" y="4"/>
                                      <a:pt x="4" y="4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3" y="4"/>
                                    </a:cubicBezTo>
                                    <a:cubicBezTo>
                                      <a:pt x="3" y="5"/>
                                      <a:pt x="4" y="5"/>
                                      <a:pt x="4" y="5"/>
                                    </a:cubicBezTo>
                                    <a:close/>
                                    <a:moveTo>
                                      <a:pt x="8" y="12"/>
                                    </a:moveTo>
                                    <a:cubicBezTo>
                                      <a:pt x="7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7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lose/>
                                    <a:moveTo>
                                      <a:pt x="10" y="14"/>
                                    </a:move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4"/>
                                      <a:pt x="10" y="14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23" y="21"/>
                                    </a:moveTo>
                                    <a:cubicBezTo>
                                      <a:pt x="23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3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19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8" y="19"/>
                                      <a:pt x="18" y="20"/>
                                      <a:pt x="18" y="19"/>
                                    </a:cubicBezTo>
                                    <a:cubicBezTo>
                                      <a:pt x="18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5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3" y="16"/>
                                    </a:cubicBezTo>
                                    <a:cubicBezTo>
                                      <a:pt x="13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8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5" y="10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3" y="7"/>
                                      <a:pt x="3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2" y="6"/>
                                    </a:cubicBezTo>
                                    <a:cubicBezTo>
                                      <a:pt x="2" y="5"/>
                                      <a:pt x="2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4"/>
                                    </a:cubicBezTo>
                                    <a:cubicBezTo>
                                      <a:pt x="3" y="4"/>
                                      <a:pt x="2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6"/>
                                      <a:pt x="5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2"/>
                                    </a:cubicBezTo>
                                    <a:cubicBezTo>
                                      <a:pt x="12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4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7" y="14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9"/>
                                      <a:pt x="23" y="19"/>
                                    </a:cubicBezTo>
                                    <a:cubicBezTo>
                                      <a:pt x="23" y="19"/>
                                      <a:pt x="23" y="19"/>
                                      <a:pt x="23" y="19"/>
                                    </a:cubicBezTo>
                                    <a:cubicBezTo>
                                      <a:pt x="23" y="19"/>
                                      <a:pt x="23" y="19"/>
                                      <a:pt x="23" y="19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1"/>
                                    </a:cubicBezTo>
                                    <a:close/>
                                    <a:moveTo>
                                      <a:pt x="1" y="4"/>
                                    </a:move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lose/>
                                    <a:moveTo>
                                      <a:pt x="31" y="14"/>
                                    </a:move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29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9" y="14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1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0" y="15"/>
                                    </a:cubicBezTo>
                                    <a:cubicBezTo>
                                      <a:pt x="31" y="15"/>
                                      <a:pt x="30" y="15"/>
                                      <a:pt x="31" y="15"/>
                                    </a:cubicBezTo>
                                    <a:cubicBezTo>
                                      <a:pt x="31" y="14"/>
                                      <a:pt x="31" y="14"/>
                                      <a:pt x="31" y="14"/>
                                    </a:cubicBezTo>
                                    <a:close/>
                                    <a:moveTo>
                                      <a:pt x="20" y="7"/>
                                    </a:moveTo>
                                    <a:cubicBezTo>
                                      <a:pt x="21" y="7"/>
                                      <a:pt x="21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6"/>
                                      <a:pt x="20" y="6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lose/>
                                    <a:moveTo>
                                      <a:pt x="16" y="18"/>
                                    </a:move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lose/>
                                    <a:moveTo>
                                      <a:pt x="16" y="19"/>
                                    </a:move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lose/>
                                    <a:moveTo>
                                      <a:pt x="16" y="18"/>
                                    </a:move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2" name="Freeform 736">
                                <a:extLst>
                                  <a:ext uri="{FF2B5EF4-FFF2-40B4-BE49-F238E27FC236}">
                                    <a16:creationId xmlns:a16="http://schemas.microsoft.com/office/drawing/2014/main" id="{20DA069D-B918-3268-3CF1-AF883A64C472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74313" y="5362575"/>
                                <a:ext cx="128587" cy="92075"/>
                              </a:xfrm>
                              <a:custGeom>
                                <a:avLst/>
                                <a:gdLst>
                                  <a:gd name="T0" fmla="*/ 9 w 31"/>
                                  <a:gd name="T1" fmla="*/ 20 h 22"/>
                                  <a:gd name="T2" fmla="*/ 7 w 31"/>
                                  <a:gd name="T3" fmla="*/ 21 h 22"/>
                                  <a:gd name="T4" fmla="*/ 9 w 31"/>
                                  <a:gd name="T5" fmla="*/ 20 h 22"/>
                                  <a:gd name="T6" fmla="*/ 11 w 31"/>
                                  <a:gd name="T7" fmla="*/ 14 h 22"/>
                                  <a:gd name="T8" fmla="*/ 9 w 31"/>
                                  <a:gd name="T9" fmla="*/ 14 h 22"/>
                                  <a:gd name="T10" fmla="*/ 6 w 31"/>
                                  <a:gd name="T11" fmla="*/ 15 h 22"/>
                                  <a:gd name="T12" fmla="*/ 2 w 31"/>
                                  <a:gd name="T13" fmla="*/ 13 h 22"/>
                                  <a:gd name="T14" fmla="*/ 3 w 31"/>
                                  <a:gd name="T15" fmla="*/ 11 h 22"/>
                                  <a:gd name="T16" fmla="*/ 5 w 31"/>
                                  <a:gd name="T17" fmla="*/ 9 h 22"/>
                                  <a:gd name="T18" fmla="*/ 7 w 31"/>
                                  <a:gd name="T19" fmla="*/ 9 h 22"/>
                                  <a:gd name="T20" fmla="*/ 9 w 31"/>
                                  <a:gd name="T21" fmla="*/ 9 h 22"/>
                                  <a:gd name="T22" fmla="*/ 11 w 31"/>
                                  <a:gd name="T23" fmla="*/ 12 h 22"/>
                                  <a:gd name="T24" fmla="*/ 15 w 31"/>
                                  <a:gd name="T25" fmla="*/ 13 h 22"/>
                                  <a:gd name="T26" fmla="*/ 18 w 31"/>
                                  <a:gd name="T27" fmla="*/ 4 h 22"/>
                                  <a:gd name="T28" fmla="*/ 16 w 31"/>
                                  <a:gd name="T29" fmla="*/ 4 h 22"/>
                                  <a:gd name="T30" fmla="*/ 14 w 31"/>
                                  <a:gd name="T31" fmla="*/ 6 h 22"/>
                                  <a:gd name="T32" fmla="*/ 12 w 31"/>
                                  <a:gd name="T33" fmla="*/ 6 h 22"/>
                                  <a:gd name="T34" fmla="*/ 11 w 31"/>
                                  <a:gd name="T35" fmla="*/ 4 h 22"/>
                                  <a:gd name="T36" fmla="*/ 12 w 31"/>
                                  <a:gd name="T37" fmla="*/ 3 h 22"/>
                                  <a:gd name="T38" fmla="*/ 14 w 31"/>
                                  <a:gd name="T39" fmla="*/ 2 h 22"/>
                                  <a:gd name="T40" fmla="*/ 17 w 31"/>
                                  <a:gd name="T41" fmla="*/ 1 h 22"/>
                                  <a:gd name="T42" fmla="*/ 18 w 31"/>
                                  <a:gd name="T43" fmla="*/ 1 h 22"/>
                                  <a:gd name="T44" fmla="*/ 19 w 31"/>
                                  <a:gd name="T45" fmla="*/ 0 h 22"/>
                                  <a:gd name="T46" fmla="*/ 19 w 31"/>
                                  <a:gd name="T47" fmla="*/ 1 h 22"/>
                                  <a:gd name="T48" fmla="*/ 17 w 31"/>
                                  <a:gd name="T49" fmla="*/ 4 h 22"/>
                                  <a:gd name="T50" fmla="*/ 20 w 31"/>
                                  <a:gd name="T51" fmla="*/ 2 h 22"/>
                                  <a:gd name="T52" fmla="*/ 20 w 31"/>
                                  <a:gd name="T53" fmla="*/ 4 h 22"/>
                                  <a:gd name="T54" fmla="*/ 27 w 31"/>
                                  <a:gd name="T55" fmla="*/ 7 h 22"/>
                                  <a:gd name="T56" fmla="*/ 21 w 31"/>
                                  <a:gd name="T57" fmla="*/ 2 h 22"/>
                                  <a:gd name="T58" fmla="*/ 19 w 31"/>
                                  <a:gd name="T59" fmla="*/ 17 h 22"/>
                                  <a:gd name="T60" fmla="*/ 22 w 31"/>
                                  <a:gd name="T61" fmla="*/ 4 h 22"/>
                                  <a:gd name="T62" fmla="*/ 8 w 31"/>
                                  <a:gd name="T63" fmla="*/ 16 h 22"/>
                                  <a:gd name="T64" fmla="*/ 22 w 31"/>
                                  <a:gd name="T65" fmla="*/ 5 h 22"/>
                                  <a:gd name="T66" fmla="*/ 2 w 31"/>
                                  <a:gd name="T67" fmla="*/ 7 h 22"/>
                                  <a:gd name="T68" fmla="*/ 25 w 31"/>
                                  <a:gd name="T69" fmla="*/ 11 h 22"/>
                                  <a:gd name="T70" fmla="*/ 3 w 31"/>
                                  <a:gd name="T71" fmla="*/ 5 h 22"/>
                                  <a:gd name="T72" fmla="*/ 10 w 31"/>
                                  <a:gd name="T73" fmla="*/ 20 h 22"/>
                                  <a:gd name="T74" fmla="*/ 1 w 31"/>
                                  <a:gd name="T75" fmla="*/ 11 h 22"/>
                                  <a:gd name="T76" fmla="*/ 26 w 31"/>
                                  <a:gd name="T77" fmla="*/ 9 h 22"/>
                                  <a:gd name="T78" fmla="*/ 17 w 31"/>
                                  <a:gd name="T79" fmla="*/ 12 h 22"/>
                                  <a:gd name="T80" fmla="*/ 27 w 31"/>
                                  <a:gd name="T81" fmla="*/ 13 h 22"/>
                                  <a:gd name="T82" fmla="*/ 28 w 31"/>
                                  <a:gd name="T83" fmla="*/ 11 h 22"/>
                                  <a:gd name="T84" fmla="*/ 12 w 31"/>
                                  <a:gd name="T85" fmla="*/ 3 h 22"/>
                                  <a:gd name="T86" fmla="*/ 14 w 31"/>
                                  <a:gd name="T87" fmla="*/ 10 h 22"/>
                                  <a:gd name="T88" fmla="*/ 1 w 31"/>
                                  <a:gd name="T89" fmla="*/ 11 h 22"/>
                                  <a:gd name="T90" fmla="*/ 16 w 31"/>
                                  <a:gd name="T91" fmla="*/ 1 h 22"/>
                                  <a:gd name="T92" fmla="*/ 3 w 31"/>
                                  <a:gd name="T93" fmla="*/ 6 h 22"/>
                                  <a:gd name="T94" fmla="*/ 1 w 31"/>
                                  <a:gd name="T95" fmla="*/ 8 h 22"/>
                                  <a:gd name="T96" fmla="*/ 12 w 31"/>
                                  <a:gd name="T97" fmla="*/ 3 h 22"/>
                                  <a:gd name="T98" fmla="*/ 0 w 31"/>
                                  <a:gd name="T99" fmla="*/ 7 h 22"/>
                                  <a:gd name="T100" fmla="*/ 4 w 31"/>
                                  <a:gd name="T101" fmla="*/ 9 h 22"/>
                                  <a:gd name="T102" fmla="*/ 13 w 31"/>
                                  <a:gd name="T103" fmla="*/ 2 h 22"/>
                                  <a:gd name="T104" fmla="*/ 12 w 31"/>
                                  <a:gd name="T105" fmla="*/ 10 h 22"/>
                                  <a:gd name="T106" fmla="*/ 28 w 31"/>
                                  <a:gd name="T107" fmla="*/ 7 h 22"/>
                                  <a:gd name="T108" fmla="*/ 31 w 31"/>
                                  <a:gd name="T109" fmla="*/ 20 h 22"/>
                                  <a:gd name="T110" fmla="*/ 12 w 31"/>
                                  <a:gd name="T111" fmla="*/ 11 h 22"/>
                                  <a:gd name="T112" fmla="*/ 15 w 31"/>
                                  <a:gd name="T113" fmla="*/ 2 h 22"/>
                                  <a:gd name="T114" fmla="*/ 2 w 31"/>
                                  <a:gd name="T115" fmla="*/ 7 h 22"/>
                                  <a:gd name="T116" fmla="*/ 23 w 31"/>
                                  <a:gd name="T117" fmla="*/ 2 h 22"/>
                                  <a:gd name="T118" fmla="*/ 9 w 31"/>
                                  <a:gd name="T119" fmla="*/ 14 h 22"/>
                                  <a:gd name="T120" fmla="*/ 1 w 31"/>
                                  <a:gd name="T121" fmla="*/ 9 h 2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31" h="22">
                                    <a:moveTo>
                                      <a:pt x="10" y="20"/>
                                    </a:move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8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1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1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lose/>
                                    <a:moveTo>
                                      <a:pt x="12" y="13"/>
                                    </a:moveTo>
                                    <a:cubicBezTo>
                                      <a:pt x="11" y="13"/>
                                      <a:pt x="11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5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0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10" y="10"/>
                                      <a:pt x="9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lose/>
                                    <a:moveTo>
                                      <a:pt x="16" y="13"/>
                                    </a:move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3"/>
                                      <a:pt x="16" y="13"/>
                                    </a:cubicBezTo>
                                    <a:close/>
                                    <a:moveTo>
                                      <a:pt x="19" y="4"/>
                                    </a:move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4"/>
                                      <a:pt x="17" y="4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0" y="4"/>
                                      <a:pt x="10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0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3"/>
                                      <a:pt x="11" y="3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7" y="1"/>
                                      <a:pt x="17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0"/>
                                      <a:pt x="19" y="1"/>
                                    </a:cubicBezTo>
                                    <a:cubicBezTo>
                                      <a:pt x="19" y="1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1"/>
                                      <a:pt x="20" y="1"/>
                                      <a:pt x="20" y="1"/>
                                    </a:cubicBezTo>
                                    <a:cubicBezTo>
                                      <a:pt x="20" y="1"/>
                                      <a:pt x="20" y="1"/>
                                      <a:pt x="20" y="1"/>
                                    </a:cubicBezTo>
                                    <a:cubicBezTo>
                                      <a:pt x="20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2"/>
                                      <a:pt x="18" y="2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7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lose/>
                                    <a:moveTo>
                                      <a:pt x="16" y="9"/>
                                    </a:moveTo>
                                    <a:cubicBezTo>
                                      <a:pt x="16" y="9"/>
                                      <a:pt x="17" y="9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lose/>
                                    <a:moveTo>
                                      <a:pt x="28" y="7"/>
                                    </a:move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9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7"/>
                                    </a:cubicBez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lose/>
                                    <a:moveTo>
                                      <a:pt x="21" y="2"/>
                                    </a:move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lose/>
                                    <a:moveTo>
                                      <a:pt x="20" y="17"/>
                                    </a:move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lose/>
                                    <a:moveTo>
                                      <a:pt x="21" y="5"/>
                                    </a:move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0" y="4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1" y="6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lose/>
                                    <a:moveTo>
                                      <a:pt x="8" y="16"/>
                                    </a:move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lose/>
                                    <a:moveTo>
                                      <a:pt x="22" y="4"/>
                                    </a:move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4"/>
                                    </a:cubicBezTo>
                                    <a:cubicBezTo>
                                      <a:pt x="22" y="4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lose/>
                                    <a:moveTo>
                                      <a:pt x="2" y="7"/>
                                    </a:moveTo>
                                    <a:cubicBezTo>
                                      <a:pt x="2" y="7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lose/>
                                    <a:moveTo>
                                      <a:pt x="22" y="20"/>
                                    </a:moveTo>
                                    <a:cubicBezTo>
                                      <a:pt x="22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lose/>
                                    <a:moveTo>
                                      <a:pt x="25" y="11"/>
                                    </a:move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3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9" y="21"/>
                                    </a:move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lose/>
                                    <a:moveTo>
                                      <a:pt x="10" y="19"/>
                                    </a:move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lose/>
                                    <a:moveTo>
                                      <a:pt x="27" y="20"/>
                                    </a:move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7" y="20"/>
                                    </a:cubicBezTo>
                                    <a:close/>
                                    <a:moveTo>
                                      <a:pt x="5" y="17"/>
                                    </a:move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4" y="17"/>
                                    </a:cubicBezTo>
                                    <a:cubicBezTo>
                                      <a:pt x="4" y="16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lose/>
                                    <a:moveTo>
                                      <a:pt x="1" y="12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lose/>
                                    <a:moveTo>
                                      <a:pt x="1" y="8"/>
                                    </a:move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lose/>
                                    <a:moveTo>
                                      <a:pt x="26" y="9"/>
                                    </a:move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7" y="11"/>
                                    </a:move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6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lose/>
                                    <a:moveTo>
                                      <a:pt x="30" y="21"/>
                                    </a:move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lose/>
                                    <a:moveTo>
                                      <a:pt x="27" y="13"/>
                                    </a:move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lose/>
                                    <a:moveTo>
                                      <a:pt x="20" y="4"/>
                                    </a:move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lose/>
                                    <a:moveTo>
                                      <a:pt x="28" y="11"/>
                                    </a:move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9" y="11"/>
                                      <a:pt x="29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lose/>
                                    <a:moveTo>
                                      <a:pt x="9" y="5"/>
                                    </a:move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lose/>
                                    <a:moveTo>
                                      <a:pt x="26" y="8"/>
                                    </a:move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lose/>
                                    <a:moveTo>
                                      <a:pt x="23" y="4"/>
                                    </a:moveTo>
                                    <a:cubicBezTo>
                                      <a:pt x="23" y="4"/>
                                      <a:pt x="23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3" y="4"/>
                                      <a:pt x="23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30" y="18"/>
                                    </a:move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1" y="18"/>
                                      <a:pt x="31" y="18"/>
                                      <a:pt x="31" y="18"/>
                                    </a:cubicBezTo>
                                    <a:cubicBezTo>
                                      <a:pt x="31" y="18"/>
                                      <a:pt x="31" y="17"/>
                                      <a:pt x="30" y="18"/>
                                    </a:cubicBezTo>
                                    <a:close/>
                                    <a:moveTo>
                                      <a:pt x="30" y="19"/>
                                    </a:moveTo>
                                    <a:cubicBezTo>
                                      <a:pt x="30" y="19"/>
                                      <a:pt x="30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lose/>
                                    <a:moveTo>
                                      <a:pt x="14" y="10"/>
                                    </a:move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lose/>
                                    <a:moveTo>
                                      <a:pt x="31" y="21"/>
                                    </a:move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3" y="6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15" y="11"/>
                                    </a:move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lose/>
                                    <a:moveTo>
                                      <a:pt x="11" y="3"/>
                                    </a:move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lose/>
                                    <a:moveTo>
                                      <a:pt x="25" y="6"/>
                                    </a:move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lose/>
                                    <a:moveTo>
                                      <a:pt x="16" y="1"/>
                                    </a:move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lose/>
                                    <a:moveTo>
                                      <a:pt x="23" y="18"/>
                                    </a:move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lose/>
                                    <a:moveTo>
                                      <a:pt x="24" y="8"/>
                                    </a:moveTo>
                                    <a:cubicBezTo>
                                      <a:pt x="24" y="8"/>
                                      <a:pt x="23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lose/>
                                    <a:moveTo>
                                      <a:pt x="13" y="9"/>
                                    </a:move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3" y="9"/>
                                      <a:pt x="13" y="9"/>
                                    </a:cubicBezTo>
                                    <a:close/>
                                    <a:moveTo>
                                      <a:pt x="2" y="6"/>
                                    </a:moveTo>
                                    <a:cubicBezTo>
                                      <a:pt x="2" y="6"/>
                                      <a:pt x="2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lose/>
                                    <a:moveTo>
                                      <a:pt x="28" y="19"/>
                                    </a:move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lose/>
                                    <a:moveTo>
                                      <a:pt x="12" y="10"/>
                                    </a:move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lose/>
                                    <a:moveTo>
                                      <a:pt x="1" y="8"/>
                                    </a:move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31" y="22"/>
                                    </a:move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1"/>
                                      <a:pt x="31" y="22"/>
                                      <a:pt x="31" y="22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28" y="8"/>
                                    </a:moveTo>
                                    <a:cubicBezTo>
                                      <a:pt x="28" y="8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lose/>
                                    <a:moveTo>
                                      <a:pt x="29" y="15"/>
                                    </a:move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5"/>
                                      <a:pt x="28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9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lose/>
                                    <a:moveTo>
                                      <a:pt x="0" y="7"/>
                                    </a:move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lose/>
                                    <a:moveTo>
                                      <a:pt x="31" y="16"/>
                                    </a:move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4" y="9"/>
                                    </a:move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lose/>
                                    <a:moveTo>
                                      <a:pt x="25" y="16"/>
                                    </a:move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2"/>
                                      <a:pt x="1" y="12"/>
                                      <a:pt x="2" y="12"/>
                                    </a:cubicBezTo>
                                    <a:cubicBezTo>
                                      <a:pt x="1" y="12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24" y="9"/>
                                    </a:move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lose/>
                                    <a:moveTo>
                                      <a:pt x="8" y="21"/>
                                    </a:move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lose/>
                                    <a:moveTo>
                                      <a:pt x="13" y="2"/>
                                    </a:move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8" y="21"/>
                                    </a:move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31" y="20"/>
                                    </a:move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lose/>
                                    <a:moveTo>
                                      <a:pt x="12" y="10"/>
                                    </a:move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lose/>
                                    <a:moveTo>
                                      <a:pt x="10" y="14"/>
                                    </a:moveTo>
                                    <a:cubicBezTo>
                                      <a:pt x="10" y="14"/>
                                      <a:pt x="10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0" y="14"/>
                                      <a:pt x="10" y="14"/>
                                    </a:cubicBezTo>
                                    <a:close/>
                                    <a:moveTo>
                                      <a:pt x="11" y="19"/>
                                    </a:moveTo>
                                    <a:cubicBezTo>
                                      <a:pt x="11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lose/>
                                    <a:moveTo>
                                      <a:pt x="2" y="11"/>
                                    </a:move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1" y="11"/>
                                      <a:pt x="1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28" y="7"/>
                                    </a:move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31" y="21"/>
                                    </a:move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lose/>
                                    <a:moveTo>
                                      <a:pt x="24" y="8"/>
                                    </a:move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lose/>
                                    <a:moveTo>
                                      <a:pt x="30" y="18"/>
                                    </a:move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31" y="20"/>
                                    </a:move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12" y="11"/>
                                    </a:move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lose/>
                                    <a:moveTo>
                                      <a:pt x="7" y="16"/>
                                    </a:move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lose/>
                                    <a:moveTo>
                                      <a:pt x="1" y="9"/>
                                    </a:move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26" y="0"/>
                                    </a:move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lose/>
                                    <a:moveTo>
                                      <a:pt x="14" y="1"/>
                                    </a:move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3" y="10"/>
                                    </a:move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28" y="20"/>
                                    </a:move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2" y="7"/>
                                    </a:move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2" y="9"/>
                                    </a:move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lose/>
                                    <a:moveTo>
                                      <a:pt x="13" y="9"/>
                                    </a:move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lose/>
                                    <a:moveTo>
                                      <a:pt x="5" y="9"/>
                                    </a:move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23" y="2"/>
                                    </a:moveTo>
                                    <a:cubicBezTo>
                                      <a:pt x="23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3" y="2"/>
                                      <a:pt x="23" y="2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30" y="20"/>
                                    </a:move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lose/>
                                    <a:moveTo>
                                      <a:pt x="19" y="0"/>
                                    </a:move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lose/>
                                    <a:moveTo>
                                      <a:pt x="9" y="14"/>
                                    </a:move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lose/>
                                    <a:moveTo>
                                      <a:pt x="29" y="8"/>
                                    </a:move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lose/>
                                    <a:moveTo>
                                      <a:pt x="22" y="4"/>
                                    </a:move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" y="7"/>
                                    </a:move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lose/>
                                    <a:moveTo>
                                      <a:pt x="1" y="9"/>
                                    </a:move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11" y="13"/>
                                    </a:move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30" name="Group 229">
                              <a:extLst>
                                <a:ext uri="{FF2B5EF4-FFF2-40B4-BE49-F238E27FC236}">
                                  <a16:creationId xmlns:a16="http://schemas.microsoft.com/office/drawing/2014/main" id="{872F85D4-4FD9-3465-95AF-3BF6D2FE058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555038" y="5208573"/>
                              <a:ext cx="1154112" cy="1069990"/>
                              <a:chOff x="8555038" y="5208573"/>
                              <a:chExt cx="1154112" cy="1069990"/>
                            </a:xfrm>
                            <a:grpFill/>
                          </p:grpSpPr>
                          <p:sp>
                            <p:nvSpPr>
                              <p:cNvPr id="231" name="Freeform 737">
                                <a:extLst>
                                  <a:ext uri="{FF2B5EF4-FFF2-40B4-BE49-F238E27FC236}">
                                    <a16:creationId xmlns:a16="http://schemas.microsoft.com/office/drawing/2014/main" id="{2C996C80-D30C-FA33-7A7D-34795641EC3E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8555038" y="5291138"/>
                                <a:ext cx="454025" cy="676275"/>
                              </a:xfrm>
                              <a:custGeom>
                                <a:avLst/>
                                <a:gdLst>
                                  <a:gd name="T0" fmla="*/ 5 w 109"/>
                                  <a:gd name="T1" fmla="*/ 87 h 162"/>
                                  <a:gd name="T2" fmla="*/ 5 w 109"/>
                                  <a:gd name="T3" fmla="*/ 90 h 162"/>
                                  <a:gd name="T4" fmla="*/ 1 w 109"/>
                                  <a:gd name="T5" fmla="*/ 88 h 162"/>
                                  <a:gd name="T6" fmla="*/ 1 w 109"/>
                                  <a:gd name="T7" fmla="*/ 88 h 162"/>
                                  <a:gd name="T8" fmla="*/ 2 w 109"/>
                                  <a:gd name="T9" fmla="*/ 89 h 162"/>
                                  <a:gd name="T10" fmla="*/ 17 w 109"/>
                                  <a:gd name="T11" fmla="*/ 50 h 162"/>
                                  <a:gd name="T12" fmla="*/ 17 w 109"/>
                                  <a:gd name="T13" fmla="*/ 50 h 162"/>
                                  <a:gd name="T14" fmla="*/ 79 w 109"/>
                                  <a:gd name="T15" fmla="*/ 12 h 162"/>
                                  <a:gd name="T16" fmla="*/ 84 w 109"/>
                                  <a:gd name="T17" fmla="*/ 6 h 162"/>
                                  <a:gd name="T18" fmla="*/ 83 w 109"/>
                                  <a:gd name="T19" fmla="*/ 7 h 162"/>
                                  <a:gd name="T20" fmla="*/ 106 w 109"/>
                                  <a:gd name="T21" fmla="*/ 9 h 162"/>
                                  <a:gd name="T22" fmla="*/ 103 w 109"/>
                                  <a:gd name="T23" fmla="*/ 12 h 162"/>
                                  <a:gd name="T24" fmla="*/ 103 w 109"/>
                                  <a:gd name="T25" fmla="*/ 6 h 162"/>
                                  <a:gd name="T26" fmla="*/ 97 w 109"/>
                                  <a:gd name="T27" fmla="*/ 2 h 162"/>
                                  <a:gd name="T28" fmla="*/ 93 w 109"/>
                                  <a:gd name="T29" fmla="*/ 3 h 162"/>
                                  <a:gd name="T30" fmla="*/ 90 w 109"/>
                                  <a:gd name="T31" fmla="*/ 3 h 162"/>
                                  <a:gd name="T32" fmla="*/ 88 w 109"/>
                                  <a:gd name="T33" fmla="*/ 7 h 162"/>
                                  <a:gd name="T34" fmla="*/ 86 w 109"/>
                                  <a:gd name="T35" fmla="*/ 6 h 162"/>
                                  <a:gd name="T36" fmla="*/ 85 w 109"/>
                                  <a:gd name="T37" fmla="*/ 10 h 162"/>
                                  <a:gd name="T38" fmla="*/ 83 w 109"/>
                                  <a:gd name="T39" fmla="*/ 12 h 162"/>
                                  <a:gd name="T40" fmla="*/ 80 w 109"/>
                                  <a:gd name="T41" fmla="*/ 12 h 162"/>
                                  <a:gd name="T42" fmla="*/ 79 w 109"/>
                                  <a:gd name="T43" fmla="*/ 16 h 162"/>
                                  <a:gd name="T44" fmla="*/ 78 w 109"/>
                                  <a:gd name="T45" fmla="*/ 18 h 162"/>
                                  <a:gd name="T46" fmla="*/ 74 w 109"/>
                                  <a:gd name="T47" fmla="*/ 17 h 162"/>
                                  <a:gd name="T48" fmla="*/ 72 w 109"/>
                                  <a:gd name="T49" fmla="*/ 20 h 162"/>
                                  <a:gd name="T50" fmla="*/ 73 w 109"/>
                                  <a:gd name="T51" fmla="*/ 25 h 162"/>
                                  <a:gd name="T52" fmla="*/ 70 w 109"/>
                                  <a:gd name="T53" fmla="*/ 22 h 162"/>
                                  <a:gd name="T54" fmla="*/ 67 w 109"/>
                                  <a:gd name="T55" fmla="*/ 21 h 162"/>
                                  <a:gd name="T56" fmla="*/ 63 w 109"/>
                                  <a:gd name="T57" fmla="*/ 26 h 162"/>
                                  <a:gd name="T58" fmla="*/ 60 w 109"/>
                                  <a:gd name="T59" fmla="*/ 35 h 162"/>
                                  <a:gd name="T60" fmla="*/ 51 w 109"/>
                                  <a:gd name="T61" fmla="*/ 44 h 162"/>
                                  <a:gd name="T62" fmla="*/ 42 w 109"/>
                                  <a:gd name="T63" fmla="*/ 45 h 162"/>
                                  <a:gd name="T64" fmla="*/ 30 w 109"/>
                                  <a:gd name="T65" fmla="*/ 50 h 162"/>
                                  <a:gd name="T66" fmla="*/ 26 w 109"/>
                                  <a:gd name="T67" fmla="*/ 50 h 162"/>
                                  <a:gd name="T68" fmla="*/ 20 w 109"/>
                                  <a:gd name="T69" fmla="*/ 53 h 162"/>
                                  <a:gd name="T70" fmla="*/ 13 w 109"/>
                                  <a:gd name="T71" fmla="*/ 58 h 162"/>
                                  <a:gd name="T72" fmla="*/ 8 w 109"/>
                                  <a:gd name="T73" fmla="*/ 60 h 162"/>
                                  <a:gd name="T74" fmla="*/ 6 w 109"/>
                                  <a:gd name="T75" fmla="*/ 67 h 162"/>
                                  <a:gd name="T76" fmla="*/ 4 w 109"/>
                                  <a:gd name="T77" fmla="*/ 79 h 162"/>
                                  <a:gd name="T78" fmla="*/ 9 w 109"/>
                                  <a:gd name="T79" fmla="*/ 89 h 162"/>
                                  <a:gd name="T80" fmla="*/ 7 w 109"/>
                                  <a:gd name="T81" fmla="*/ 90 h 162"/>
                                  <a:gd name="T82" fmla="*/ 4 w 109"/>
                                  <a:gd name="T83" fmla="*/ 91 h 162"/>
                                  <a:gd name="T84" fmla="*/ 4 w 109"/>
                                  <a:gd name="T85" fmla="*/ 94 h 162"/>
                                  <a:gd name="T86" fmla="*/ 11 w 109"/>
                                  <a:gd name="T87" fmla="*/ 109 h 162"/>
                                  <a:gd name="T88" fmla="*/ 16 w 109"/>
                                  <a:gd name="T89" fmla="*/ 127 h 162"/>
                                  <a:gd name="T90" fmla="*/ 19 w 109"/>
                                  <a:gd name="T91" fmla="*/ 144 h 162"/>
                                  <a:gd name="T92" fmla="*/ 15 w 109"/>
                                  <a:gd name="T93" fmla="*/ 154 h 162"/>
                                  <a:gd name="T94" fmla="*/ 24 w 109"/>
                                  <a:gd name="T95" fmla="*/ 160 h 162"/>
                                  <a:gd name="T96" fmla="*/ 31 w 109"/>
                                  <a:gd name="T97" fmla="*/ 161 h 162"/>
                                  <a:gd name="T98" fmla="*/ 36 w 109"/>
                                  <a:gd name="T99" fmla="*/ 160 h 162"/>
                                  <a:gd name="T100" fmla="*/ 42 w 109"/>
                                  <a:gd name="T101" fmla="*/ 156 h 162"/>
                                  <a:gd name="T102" fmla="*/ 47 w 109"/>
                                  <a:gd name="T103" fmla="*/ 152 h 162"/>
                                  <a:gd name="T104" fmla="*/ 58 w 109"/>
                                  <a:gd name="T105" fmla="*/ 151 h 162"/>
                                  <a:gd name="T106" fmla="*/ 64 w 109"/>
                                  <a:gd name="T107" fmla="*/ 152 h 162"/>
                                  <a:gd name="T108" fmla="*/ 71 w 109"/>
                                  <a:gd name="T109" fmla="*/ 152 h 162"/>
                                  <a:gd name="T110" fmla="*/ 75 w 109"/>
                                  <a:gd name="T111" fmla="*/ 149 h 162"/>
                                  <a:gd name="T112" fmla="*/ 81 w 109"/>
                                  <a:gd name="T113" fmla="*/ 143 h 162"/>
                                  <a:gd name="T114" fmla="*/ 91 w 109"/>
                                  <a:gd name="T115" fmla="*/ 138 h 162"/>
                                  <a:gd name="T116" fmla="*/ 109 w 109"/>
                                  <a:gd name="T117" fmla="*/ 134 h 16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109" h="162">
                                    <a:moveTo>
                                      <a:pt x="3" y="87"/>
                                    </a:moveTo>
                                    <a:cubicBezTo>
                                      <a:pt x="3" y="87"/>
                                      <a:pt x="3" y="87"/>
                                      <a:pt x="3" y="87"/>
                                    </a:cubicBezTo>
                                    <a:cubicBezTo>
                                      <a:pt x="3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4" y="87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5" y="86"/>
                                    </a:cubicBezTo>
                                    <a:cubicBezTo>
                                      <a:pt x="5" y="86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8"/>
                                      <a:pt x="6" y="88"/>
                                      <a:pt x="6" y="88"/>
                                    </a:cubicBezTo>
                                    <a:cubicBezTo>
                                      <a:pt x="6" y="88"/>
                                      <a:pt x="6" y="88"/>
                                      <a:pt x="6" y="88"/>
                                    </a:cubicBezTo>
                                    <a:cubicBezTo>
                                      <a:pt x="6" y="88"/>
                                      <a:pt x="6" y="88"/>
                                      <a:pt x="6" y="89"/>
                                    </a:cubicBezTo>
                                    <a:cubicBezTo>
                                      <a:pt x="6" y="89"/>
                                      <a:pt x="6" y="89"/>
                                      <a:pt x="6" y="89"/>
                                    </a:cubicBezTo>
                                    <a:cubicBezTo>
                                      <a:pt x="6" y="89"/>
                                      <a:pt x="6" y="89"/>
                                      <a:pt x="6" y="90"/>
                                    </a:cubicBezTo>
                                    <a:cubicBezTo>
                                      <a:pt x="5" y="90"/>
                                      <a:pt x="6" y="90"/>
                                      <a:pt x="5" y="91"/>
                                    </a:cubicBezTo>
                                    <a:cubicBezTo>
                                      <a:pt x="5" y="91"/>
                                      <a:pt x="5" y="91"/>
                                      <a:pt x="5" y="90"/>
                                    </a:cubicBezTo>
                                    <a:cubicBezTo>
                                      <a:pt x="5" y="90"/>
                                      <a:pt x="5" y="90"/>
                                      <a:pt x="5" y="90"/>
                                    </a:cubicBezTo>
                                    <a:cubicBezTo>
                                      <a:pt x="5" y="90"/>
                                      <a:pt x="5" y="90"/>
                                      <a:pt x="5" y="89"/>
                                    </a:cubicBezTo>
                                    <a:cubicBezTo>
                                      <a:pt x="5" y="89"/>
                                      <a:pt x="5" y="89"/>
                                      <a:pt x="5" y="89"/>
                                    </a:cubicBezTo>
                                    <a:cubicBezTo>
                                      <a:pt x="5" y="89"/>
                                      <a:pt x="5" y="89"/>
                                      <a:pt x="4" y="89"/>
                                    </a:cubicBezTo>
                                    <a:cubicBezTo>
                                      <a:pt x="4" y="89"/>
                                      <a:pt x="4" y="88"/>
                                      <a:pt x="4" y="88"/>
                                    </a:cubicBezTo>
                                    <a:cubicBezTo>
                                      <a:pt x="4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3" y="87"/>
                                      <a:pt x="3" y="87"/>
                                    </a:cubicBezTo>
                                    <a:cubicBezTo>
                                      <a:pt x="3" y="87"/>
                                      <a:pt x="3" y="87"/>
                                      <a:pt x="3" y="87"/>
                                    </a:cubicBezTo>
                                    <a:close/>
                                    <a:moveTo>
                                      <a:pt x="1" y="88"/>
                                    </a:move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0" y="86"/>
                                      <a:pt x="0" y="86"/>
                                    </a:cubicBezTo>
                                    <a:cubicBezTo>
                                      <a:pt x="0" y="86"/>
                                      <a:pt x="0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9"/>
                                      <a:pt x="1" y="89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8"/>
                                      <a:pt x="2" y="88"/>
                                      <a:pt x="2" y="88"/>
                                    </a:cubicBezTo>
                                    <a:cubicBezTo>
                                      <a:pt x="2" y="88"/>
                                      <a:pt x="2" y="88"/>
                                      <a:pt x="2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lose/>
                                    <a:moveTo>
                                      <a:pt x="17" y="50"/>
                                    </a:move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2"/>
                                      <a:pt x="17" y="52"/>
                                    </a:cubicBezTo>
                                    <a:cubicBezTo>
                                      <a:pt x="17" y="52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8" y="51"/>
                                      <a:pt x="18" y="51"/>
                                      <a:pt x="18" y="51"/>
                                    </a:cubicBezTo>
                                    <a:cubicBezTo>
                                      <a:pt x="18" y="51"/>
                                      <a:pt x="18" y="51"/>
                                      <a:pt x="18" y="50"/>
                                    </a:cubicBezTo>
                                    <a:cubicBezTo>
                                      <a:pt x="18" y="50"/>
                                      <a:pt x="18" y="50"/>
                                      <a:pt x="17" y="50"/>
                                    </a:cubicBezTo>
                                    <a:close/>
                                    <a:moveTo>
                                      <a:pt x="80" y="12"/>
                                    </a:moveTo>
                                    <a:cubicBezTo>
                                      <a:pt x="80" y="11"/>
                                      <a:pt x="80" y="11"/>
                                      <a:pt x="80" y="11"/>
                                    </a:cubicBezTo>
                                    <a:cubicBezTo>
                                      <a:pt x="80" y="11"/>
                                      <a:pt x="80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lose/>
                                    <a:moveTo>
                                      <a:pt x="84" y="6"/>
                                    </a:move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7"/>
                                      <a:pt x="83" y="7"/>
                                    </a:cubicBezTo>
                                    <a:cubicBezTo>
                                      <a:pt x="83" y="7"/>
                                      <a:pt x="83" y="7"/>
                                      <a:pt x="83" y="7"/>
                                    </a:cubicBezTo>
                                    <a:cubicBezTo>
                                      <a:pt x="83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lose/>
                                    <a:moveTo>
                                      <a:pt x="108" y="8"/>
                                    </a:moveTo>
                                    <a:cubicBezTo>
                                      <a:pt x="108" y="8"/>
                                      <a:pt x="108" y="8"/>
                                      <a:pt x="108" y="8"/>
                                    </a:cubicBezTo>
                                    <a:cubicBezTo>
                                      <a:pt x="107" y="8"/>
                                      <a:pt x="107" y="8"/>
                                      <a:pt x="107" y="8"/>
                                    </a:cubicBezTo>
                                    <a:cubicBezTo>
                                      <a:pt x="106" y="8"/>
                                      <a:pt x="106" y="8"/>
                                      <a:pt x="106" y="8"/>
                                    </a:cubicBezTo>
                                    <a:cubicBezTo>
                                      <a:pt x="105" y="8"/>
                                      <a:pt x="105" y="8"/>
                                      <a:pt x="106" y="8"/>
                                    </a:cubicBezTo>
                                    <a:cubicBezTo>
                                      <a:pt x="106" y="8"/>
                                      <a:pt x="106" y="8"/>
                                      <a:pt x="106" y="9"/>
                                    </a:cubicBezTo>
                                    <a:cubicBezTo>
                                      <a:pt x="106" y="9"/>
                                      <a:pt x="106" y="9"/>
                                      <a:pt x="106" y="9"/>
                                    </a:cubicBezTo>
                                    <a:cubicBezTo>
                                      <a:pt x="106" y="9"/>
                                      <a:pt x="106" y="10"/>
                                      <a:pt x="106" y="10"/>
                                    </a:cubicBezTo>
                                    <a:cubicBezTo>
                                      <a:pt x="105" y="10"/>
                                      <a:pt x="105" y="9"/>
                                      <a:pt x="105" y="9"/>
                                    </a:cubicBezTo>
                                    <a:cubicBezTo>
                                      <a:pt x="105" y="9"/>
                                      <a:pt x="104" y="9"/>
                                      <a:pt x="104" y="9"/>
                                    </a:cubicBezTo>
                                    <a:cubicBezTo>
                                      <a:pt x="104" y="9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5" y="11"/>
                                      <a:pt x="105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2"/>
                                      <a:pt x="104" y="12"/>
                                    </a:cubicBezTo>
                                    <a:cubicBezTo>
                                      <a:pt x="104" y="12"/>
                                      <a:pt x="103" y="12"/>
                                      <a:pt x="103" y="12"/>
                                    </a:cubicBezTo>
                                    <a:cubicBezTo>
                                      <a:pt x="103" y="12"/>
                                      <a:pt x="103" y="12"/>
                                      <a:pt x="103" y="12"/>
                                    </a:cubicBezTo>
                                    <a:cubicBezTo>
                                      <a:pt x="103" y="11"/>
                                      <a:pt x="103" y="11"/>
                                      <a:pt x="103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9"/>
                                      <a:pt x="104" y="9"/>
                                      <a:pt x="104" y="9"/>
                                    </a:cubicBezTo>
                                    <a:cubicBezTo>
                                      <a:pt x="104" y="9"/>
                                      <a:pt x="104" y="8"/>
                                      <a:pt x="104" y="8"/>
                                    </a:cubicBezTo>
                                    <a:cubicBezTo>
                                      <a:pt x="104" y="8"/>
                                      <a:pt x="104" y="7"/>
                                      <a:pt x="104" y="7"/>
                                    </a:cubicBezTo>
                                    <a:cubicBezTo>
                                      <a:pt x="104" y="7"/>
                                      <a:pt x="104" y="7"/>
                                      <a:pt x="103" y="7"/>
                                    </a:cubicBezTo>
                                    <a:cubicBezTo>
                                      <a:pt x="103" y="7"/>
                                      <a:pt x="103" y="7"/>
                                      <a:pt x="103" y="6"/>
                                    </a:cubicBezTo>
                                    <a:cubicBezTo>
                                      <a:pt x="103" y="6"/>
                                      <a:pt x="103" y="6"/>
                                      <a:pt x="102" y="6"/>
                                    </a:cubicBezTo>
                                    <a:cubicBezTo>
                                      <a:pt x="102" y="6"/>
                                      <a:pt x="102" y="6"/>
                                      <a:pt x="102" y="6"/>
                                    </a:cubicBezTo>
                                    <a:cubicBezTo>
                                      <a:pt x="102" y="6"/>
                                      <a:pt x="102" y="6"/>
                                      <a:pt x="102" y="5"/>
                                    </a:cubicBezTo>
                                    <a:cubicBezTo>
                                      <a:pt x="102" y="5"/>
                                      <a:pt x="102" y="5"/>
                                      <a:pt x="101" y="5"/>
                                    </a:cubicBezTo>
                                    <a:cubicBezTo>
                                      <a:pt x="101" y="4"/>
                                      <a:pt x="101" y="4"/>
                                      <a:pt x="101" y="4"/>
                                    </a:cubicBezTo>
                                    <a:cubicBezTo>
                                      <a:pt x="101" y="4"/>
                                      <a:pt x="99" y="3"/>
                                      <a:pt x="99" y="3"/>
                                    </a:cubicBezTo>
                                    <a:cubicBezTo>
                                      <a:pt x="99" y="3"/>
                                      <a:pt x="99" y="2"/>
                                      <a:pt x="99" y="2"/>
                                    </a:cubicBezTo>
                                    <a:cubicBezTo>
                                      <a:pt x="99" y="2"/>
                                      <a:pt x="98" y="2"/>
                                      <a:pt x="98" y="2"/>
                                    </a:cubicBezTo>
                                    <a:cubicBezTo>
                                      <a:pt x="98" y="1"/>
                                      <a:pt x="98" y="2"/>
                                      <a:pt x="97" y="2"/>
                                    </a:cubicBezTo>
                                    <a:cubicBezTo>
                                      <a:pt x="97" y="2"/>
                                      <a:pt x="97" y="2"/>
                                      <a:pt x="97" y="2"/>
                                    </a:cubicBezTo>
                                    <a:cubicBezTo>
                                      <a:pt x="97" y="2"/>
                                      <a:pt x="96" y="1"/>
                                      <a:pt x="96" y="1"/>
                                    </a:cubicBezTo>
                                    <a:cubicBezTo>
                                      <a:pt x="96" y="1"/>
                                      <a:pt x="96" y="0"/>
                                      <a:pt x="96" y="0"/>
                                    </a:cubicBezTo>
                                    <a:cubicBezTo>
                                      <a:pt x="95" y="0"/>
                                      <a:pt x="95" y="1"/>
                                      <a:pt x="95" y="1"/>
                                    </a:cubicBezTo>
                                    <a:cubicBezTo>
                                      <a:pt x="95" y="1"/>
                                      <a:pt x="94" y="1"/>
                                      <a:pt x="94" y="1"/>
                                    </a:cubicBezTo>
                                    <a:cubicBezTo>
                                      <a:pt x="94" y="1"/>
                                      <a:pt x="95" y="2"/>
                                      <a:pt x="95" y="2"/>
                                    </a:cubicBezTo>
                                    <a:cubicBezTo>
                                      <a:pt x="95" y="2"/>
                                      <a:pt x="95" y="2"/>
                                      <a:pt x="94" y="2"/>
                                    </a:cubicBezTo>
                                    <a:cubicBezTo>
                                      <a:pt x="94" y="2"/>
                                      <a:pt x="94" y="3"/>
                                      <a:pt x="94" y="3"/>
                                    </a:cubicBezTo>
                                    <a:cubicBezTo>
                                      <a:pt x="94" y="3"/>
                                      <a:pt x="94" y="3"/>
                                      <a:pt x="93" y="4"/>
                                    </a:cubicBezTo>
                                    <a:cubicBezTo>
                                      <a:pt x="93" y="4"/>
                                      <a:pt x="93" y="3"/>
                                      <a:pt x="93" y="3"/>
                                    </a:cubicBezTo>
                                    <a:cubicBezTo>
                                      <a:pt x="92" y="3"/>
                                      <a:pt x="93" y="3"/>
                                      <a:pt x="93" y="3"/>
                                    </a:cubicBezTo>
                                    <a:cubicBezTo>
                                      <a:pt x="93" y="2"/>
                                      <a:pt x="92" y="2"/>
                                      <a:pt x="92" y="2"/>
                                    </a:cubicBezTo>
                                    <a:cubicBezTo>
                                      <a:pt x="92" y="2"/>
                                      <a:pt x="92" y="2"/>
                                      <a:pt x="92" y="3"/>
                                    </a:cubicBezTo>
                                    <a:cubicBezTo>
                                      <a:pt x="91" y="3"/>
                                      <a:pt x="91" y="3"/>
                                      <a:pt x="91" y="3"/>
                                    </a:cubicBezTo>
                                    <a:cubicBezTo>
                                      <a:pt x="91" y="4"/>
                                      <a:pt x="91" y="4"/>
                                      <a:pt x="91" y="4"/>
                                    </a:cubicBezTo>
                                    <a:cubicBezTo>
                                      <a:pt x="91" y="4"/>
                                      <a:pt x="91" y="3"/>
                                      <a:pt x="91" y="3"/>
                                    </a:cubicBezTo>
                                    <a:cubicBezTo>
                                      <a:pt x="90" y="3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3"/>
                                      <a:pt x="90" y="3"/>
                                    </a:cubicBezTo>
                                    <a:cubicBezTo>
                                      <a:pt x="90" y="3"/>
                                      <a:pt x="90" y="3"/>
                                      <a:pt x="90" y="3"/>
                                    </a:cubicBezTo>
                                    <a:cubicBezTo>
                                      <a:pt x="90" y="3"/>
                                      <a:pt x="90" y="4"/>
                                      <a:pt x="90" y="4"/>
                                    </a:cubicBezTo>
                                    <a:cubicBezTo>
                                      <a:pt x="90" y="4"/>
                                      <a:pt x="90" y="4"/>
                                      <a:pt x="90" y="4"/>
                                    </a:cubicBezTo>
                                    <a:cubicBezTo>
                                      <a:pt x="90" y="4"/>
                                      <a:pt x="90" y="4"/>
                                      <a:pt x="90" y="5"/>
                                    </a:cubicBezTo>
                                    <a:cubicBezTo>
                                      <a:pt x="90" y="5"/>
                                      <a:pt x="89" y="5"/>
                                      <a:pt x="89" y="5"/>
                                    </a:cubicBezTo>
                                    <a:cubicBezTo>
                                      <a:pt x="89" y="5"/>
                                      <a:pt x="89" y="5"/>
                                      <a:pt x="89" y="6"/>
                                    </a:cubicBezTo>
                                    <a:cubicBezTo>
                                      <a:pt x="89" y="6"/>
                                      <a:pt x="90" y="6"/>
                                      <a:pt x="90" y="6"/>
                                    </a:cubicBezTo>
                                    <a:cubicBezTo>
                                      <a:pt x="90" y="6"/>
                                      <a:pt x="90" y="6"/>
                                      <a:pt x="90" y="6"/>
                                    </a:cubicBezTo>
                                    <a:cubicBezTo>
                                      <a:pt x="90" y="6"/>
                                      <a:pt x="89" y="6"/>
                                      <a:pt x="89" y="6"/>
                                    </a:cubicBezTo>
                                    <a:cubicBezTo>
                                      <a:pt x="89" y="6"/>
                                      <a:pt x="89" y="7"/>
                                      <a:pt x="89" y="7"/>
                                    </a:cubicBezTo>
                                    <a:cubicBezTo>
                                      <a:pt x="89" y="7"/>
                                      <a:pt x="88" y="7"/>
                                      <a:pt x="88" y="7"/>
                                    </a:cubicBezTo>
                                    <a:cubicBezTo>
                                      <a:pt x="88" y="7"/>
                                      <a:pt x="88" y="6"/>
                                      <a:pt x="88" y="6"/>
                                    </a:cubicBezTo>
                                    <a:cubicBezTo>
                                      <a:pt x="88" y="6"/>
                                      <a:pt x="88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5"/>
                                      <a:pt x="87" y="5"/>
                                    </a:cubicBezTo>
                                    <a:cubicBezTo>
                                      <a:pt x="87" y="5"/>
                                      <a:pt x="87" y="4"/>
                                      <a:pt x="87" y="4"/>
                                    </a:cubicBezTo>
                                    <a:cubicBezTo>
                                      <a:pt x="87" y="4"/>
                                      <a:pt x="87" y="4"/>
                                      <a:pt x="87" y="4"/>
                                    </a:cubicBezTo>
                                    <a:cubicBezTo>
                                      <a:pt x="87" y="4"/>
                                      <a:pt x="86" y="5"/>
                                      <a:pt x="86" y="5"/>
                                    </a:cubicBezTo>
                                    <a:cubicBezTo>
                                      <a:pt x="86" y="5"/>
                                      <a:pt x="86" y="6"/>
                                      <a:pt x="86" y="6"/>
                                    </a:cubicBezTo>
                                    <a:cubicBezTo>
                                      <a:pt x="86" y="6"/>
                                      <a:pt x="86" y="6"/>
                                      <a:pt x="86" y="6"/>
                                    </a:cubicBezTo>
                                    <a:cubicBezTo>
                                      <a:pt x="86" y="6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5" y="6"/>
                                      <a:pt x="85" y="6"/>
                                    </a:cubicBezTo>
                                    <a:cubicBezTo>
                                      <a:pt x="84" y="6"/>
                                      <a:pt x="84" y="7"/>
                                      <a:pt x="84" y="7"/>
                                    </a:cubicBezTo>
                                    <a:cubicBezTo>
                                      <a:pt x="84" y="7"/>
                                      <a:pt x="84" y="7"/>
                                      <a:pt x="84" y="7"/>
                                    </a:cubicBezTo>
                                    <a:cubicBezTo>
                                      <a:pt x="84" y="7"/>
                                      <a:pt x="84" y="8"/>
                                      <a:pt x="84" y="8"/>
                                    </a:cubicBezTo>
                                    <a:cubicBezTo>
                                      <a:pt x="84" y="8"/>
                                      <a:pt x="84" y="9"/>
                                      <a:pt x="84" y="9"/>
                                    </a:cubicBezTo>
                                    <a:cubicBezTo>
                                      <a:pt x="84" y="9"/>
                                      <a:pt x="84" y="9"/>
                                      <a:pt x="84" y="9"/>
                                    </a:cubicBezTo>
                                    <a:cubicBezTo>
                                      <a:pt x="85" y="9"/>
                                      <a:pt x="85" y="9"/>
                                      <a:pt x="85" y="9"/>
                                    </a:cubicBezTo>
                                    <a:cubicBezTo>
                                      <a:pt x="85" y="10"/>
                                      <a:pt x="85" y="10"/>
                                      <a:pt x="85" y="10"/>
                                    </a:cubicBezTo>
                                    <a:cubicBezTo>
                                      <a:pt x="85" y="10"/>
                                      <a:pt x="85" y="10"/>
                                      <a:pt x="85" y="10"/>
                                    </a:cubicBezTo>
                                    <a:cubicBezTo>
                                      <a:pt x="84" y="10"/>
                                      <a:pt x="84" y="10"/>
                                      <a:pt x="83" y="10"/>
                                    </a:cubicBezTo>
                                    <a:cubicBezTo>
                                      <a:pt x="83" y="10"/>
                                      <a:pt x="83" y="10"/>
                                      <a:pt x="83" y="9"/>
                                    </a:cubicBezTo>
                                    <a:cubicBezTo>
                                      <a:pt x="83" y="9"/>
                                      <a:pt x="83" y="9"/>
                                      <a:pt x="83" y="9"/>
                                    </a:cubicBezTo>
                                    <a:cubicBezTo>
                                      <a:pt x="83" y="9"/>
                                      <a:pt x="83" y="10"/>
                                      <a:pt x="83" y="10"/>
                                    </a:cubicBezTo>
                                    <a:cubicBezTo>
                                      <a:pt x="83" y="10"/>
                                      <a:pt x="82" y="10"/>
                                      <a:pt x="82" y="10"/>
                                    </a:cubicBezTo>
                                    <a:cubicBezTo>
                                      <a:pt x="82" y="10"/>
                                      <a:pt x="82" y="10"/>
                                      <a:pt x="82" y="11"/>
                                    </a:cubicBezTo>
                                    <a:cubicBezTo>
                                      <a:pt x="81" y="11"/>
                                      <a:pt x="82" y="11"/>
                                      <a:pt x="82" y="11"/>
                                    </a:cubicBezTo>
                                    <a:cubicBezTo>
                                      <a:pt x="82" y="11"/>
                                      <a:pt x="82" y="11"/>
                                      <a:pt x="82" y="12"/>
                                    </a:cubicBezTo>
                                    <a:cubicBezTo>
                                      <a:pt x="83" y="12"/>
                                      <a:pt x="83" y="12"/>
                                      <a:pt x="83" y="12"/>
                                    </a:cubicBezTo>
                                    <a:cubicBezTo>
                                      <a:pt x="83" y="12"/>
                                      <a:pt x="83" y="12"/>
                                      <a:pt x="83" y="12"/>
                                    </a:cubicBezTo>
                                    <a:cubicBezTo>
                                      <a:pt x="83" y="12"/>
                                      <a:pt x="83" y="13"/>
                                      <a:pt x="83" y="13"/>
                                    </a:cubicBezTo>
                                    <a:cubicBezTo>
                                      <a:pt x="82" y="13"/>
                                      <a:pt x="82" y="13"/>
                                      <a:pt x="82" y="12"/>
                                    </a:cubicBezTo>
                                    <a:cubicBezTo>
                                      <a:pt x="82" y="12"/>
                                      <a:pt x="82" y="12"/>
                                      <a:pt x="82" y="12"/>
                                    </a:cubicBezTo>
                                    <a:cubicBezTo>
                                      <a:pt x="81" y="12"/>
                                      <a:pt x="81" y="12"/>
                                      <a:pt x="81" y="11"/>
                                    </a:cubicBezTo>
                                    <a:cubicBezTo>
                                      <a:pt x="81" y="11"/>
                                      <a:pt x="81" y="11"/>
                                      <a:pt x="81" y="11"/>
                                    </a:cubicBezTo>
                                    <a:cubicBezTo>
                                      <a:pt x="81" y="11"/>
                                      <a:pt x="80" y="11"/>
                                      <a:pt x="80" y="11"/>
                                    </a:cubicBezTo>
                                    <a:cubicBezTo>
                                      <a:pt x="80" y="11"/>
                                      <a:pt x="80" y="11"/>
                                      <a:pt x="80" y="12"/>
                                    </a:cubicBezTo>
                                    <a:cubicBezTo>
                                      <a:pt x="81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3"/>
                                      <a:pt x="80" y="13"/>
                                    </a:cubicBezTo>
                                    <a:cubicBezTo>
                                      <a:pt x="80" y="13"/>
                                      <a:pt x="80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4"/>
                                      <a:pt x="79" y="14"/>
                                    </a:cubicBezTo>
                                    <a:cubicBezTo>
                                      <a:pt x="79" y="14"/>
                                      <a:pt x="78" y="14"/>
                                      <a:pt x="78" y="14"/>
                                    </a:cubicBezTo>
                                    <a:cubicBezTo>
                                      <a:pt x="78" y="14"/>
                                      <a:pt x="78" y="15"/>
                                      <a:pt x="78" y="15"/>
                                    </a:cubicBezTo>
                                    <a:cubicBezTo>
                                      <a:pt x="78" y="15"/>
                                      <a:pt x="79" y="15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6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6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6"/>
                                      <a:pt x="80" y="16"/>
                                    </a:cubicBezTo>
                                    <a:cubicBezTo>
                                      <a:pt x="80" y="16"/>
                                      <a:pt x="80" y="17"/>
                                      <a:pt x="80" y="17"/>
                                    </a:cubicBezTo>
                                    <a:cubicBezTo>
                                      <a:pt x="80" y="17"/>
                                      <a:pt x="80" y="17"/>
                                      <a:pt x="80" y="17"/>
                                    </a:cubicBezTo>
                                    <a:cubicBezTo>
                                      <a:pt x="79" y="17"/>
                                      <a:pt x="79" y="17"/>
                                      <a:pt x="79" y="17"/>
                                    </a:cubicBezTo>
                                    <a:cubicBezTo>
                                      <a:pt x="79" y="17"/>
                                      <a:pt x="79" y="17"/>
                                      <a:pt x="79" y="17"/>
                                    </a:cubicBezTo>
                                    <a:cubicBezTo>
                                      <a:pt x="79" y="17"/>
                                      <a:pt x="78" y="18"/>
                                      <a:pt x="78" y="18"/>
                                    </a:cubicBezTo>
                                    <a:cubicBezTo>
                                      <a:pt x="78" y="18"/>
                                      <a:pt x="78" y="18"/>
                                      <a:pt x="78" y="18"/>
                                    </a:cubicBezTo>
                                    <a:cubicBezTo>
                                      <a:pt x="78" y="18"/>
                                      <a:pt x="78" y="19"/>
                                      <a:pt x="78" y="19"/>
                                    </a:cubicBezTo>
                                    <a:cubicBezTo>
                                      <a:pt x="78" y="19"/>
                                      <a:pt x="78" y="19"/>
                                      <a:pt x="78" y="19"/>
                                    </a:cubicBezTo>
                                    <a:cubicBezTo>
                                      <a:pt x="78" y="19"/>
                                      <a:pt x="77" y="19"/>
                                      <a:pt x="77" y="19"/>
                                    </a:cubicBezTo>
                                    <a:cubicBezTo>
                                      <a:pt x="77" y="19"/>
                                      <a:pt x="77" y="19"/>
                                      <a:pt x="76" y="18"/>
                                    </a:cubicBezTo>
                                    <a:cubicBezTo>
                                      <a:pt x="76" y="18"/>
                                      <a:pt x="75" y="18"/>
                                      <a:pt x="75" y="18"/>
                                    </a:cubicBezTo>
                                    <a:cubicBezTo>
                                      <a:pt x="75" y="18"/>
                                      <a:pt x="75" y="19"/>
                                      <a:pt x="75" y="19"/>
                                    </a:cubicBezTo>
                                    <a:cubicBezTo>
                                      <a:pt x="75" y="19"/>
                                      <a:pt x="75" y="19"/>
                                      <a:pt x="75" y="19"/>
                                    </a:cubicBezTo>
                                    <a:cubicBezTo>
                                      <a:pt x="75" y="19"/>
                                      <a:pt x="74" y="19"/>
                                      <a:pt x="74" y="19"/>
                                    </a:cubicBezTo>
                                    <a:cubicBezTo>
                                      <a:pt x="74" y="19"/>
                                      <a:pt x="74" y="18"/>
                                      <a:pt x="74" y="18"/>
                                    </a:cubicBezTo>
                                    <a:cubicBezTo>
                                      <a:pt x="74" y="18"/>
                                      <a:pt x="74" y="18"/>
                                      <a:pt x="74" y="17"/>
                                    </a:cubicBezTo>
                                    <a:cubicBezTo>
                                      <a:pt x="74" y="17"/>
                                      <a:pt x="73" y="17"/>
                                      <a:pt x="73" y="17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8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8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20"/>
                                      <a:pt x="73" y="20"/>
                                      <a:pt x="73" y="20"/>
                                    </a:cubicBezTo>
                                    <a:cubicBezTo>
                                      <a:pt x="73" y="20"/>
                                      <a:pt x="73" y="20"/>
                                      <a:pt x="73" y="20"/>
                                    </a:cubicBezTo>
                                    <a:cubicBezTo>
                                      <a:pt x="73" y="20"/>
                                      <a:pt x="72" y="20"/>
                                      <a:pt x="72" y="20"/>
                                    </a:cubicBezTo>
                                    <a:cubicBezTo>
                                      <a:pt x="72" y="20"/>
                                      <a:pt x="72" y="21"/>
                                      <a:pt x="72" y="21"/>
                                    </a:cubicBezTo>
                                    <a:cubicBezTo>
                                      <a:pt x="73" y="21"/>
                                      <a:pt x="73" y="21"/>
                                      <a:pt x="73" y="21"/>
                                    </a:cubicBezTo>
                                    <a:cubicBezTo>
                                      <a:pt x="73" y="22"/>
                                      <a:pt x="74" y="22"/>
                                      <a:pt x="74" y="22"/>
                                    </a:cubicBezTo>
                                    <a:cubicBezTo>
                                      <a:pt x="74" y="22"/>
                                      <a:pt x="74" y="23"/>
                                      <a:pt x="75" y="23"/>
                                    </a:cubicBezTo>
                                    <a:cubicBezTo>
                                      <a:pt x="75" y="23"/>
                                      <a:pt x="75" y="23"/>
                                      <a:pt x="75" y="23"/>
                                    </a:cubicBezTo>
                                    <a:cubicBezTo>
                                      <a:pt x="74" y="23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3" y="24"/>
                                      <a:pt x="73" y="24"/>
                                    </a:cubicBezTo>
                                    <a:cubicBezTo>
                                      <a:pt x="73" y="24"/>
                                      <a:pt x="73" y="24"/>
                                      <a:pt x="73" y="25"/>
                                    </a:cubicBezTo>
                                    <a:cubicBezTo>
                                      <a:pt x="73" y="25"/>
                                      <a:pt x="73" y="25"/>
                                      <a:pt x="73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7"/>
                                      <a:pt x="73" y="27"/>
                                      <a:pt x="73" y="27"/>
                                    </a:cubicBezTo>
                                    <a:cubicBezTo>
                                      <a:pt x="72" y="27"/>
                                      <a:pt x="72" y="26"/>
                                      <a:pt x="72" y="26"/>
                                    </a:cubicBezTo>
                                    <a:cubicBezTo>
                                      <a:pt x="72" y="26"/>
                                      <a:pt x="72" y="26"/>
                                      <a:pt x="71" y="25"/>
                                    </a:cubicBezTo>
                                    <a:cubicBezTo>
                                      <a:pt x="71" y="25"/>
                                      <a:pt x="71" y="25"/>
                                      <a:pt x="71" y="25"/>
                                    </a:cubicBezTo>
                                    <a:cubicBezTo>
                                      <a:pt x="71" y="25"/>
                                      <a:pt x="71" y="24"/>
                                      <a:pt x="71" y="24"/>
                                    </a:cubicBezTo>
                                    <a:cubicBezTo>
                                      <a:pt x="71" y="24"/>
                                      <a:pt x="70" y="24"/>
                                      <a:pt x="70" y="23"/>
                                    </a:cubicBezTo>
                                    <a:cubicBezTo>
                                      <a:pt x="70" y="23"/>
                                      <a:pt x="70" y="23"/>
                                      <a:pt x="70" y="23"/>
                                    </a:cubicBezTo>
                                    <a:cubicBezTo>
                                      <a:pt x="70" y="22"/>
                                      <a:pt x="70" y="22"/>
                                      <a:pt x="70" y="22"/>
                                    </a:cubicBezTo>
                                    <a:cubicBezTo>
                                      <a:pt x="69" y="22"/>
                                      <a:pt x="69" y="21"/>
                                      <a:pt x="69" y="21"/>
                                    </a:cubicBezTo>
                                    <a:cubicBezTo>
                                      <a:pt x="69" y="21"/>
                                      <a:pt x="69" y="21"/>
                                      <a:pt x="69" y="21"/>
                                    </a:cubicBezTo>
                                    <a:cubicBezTo>
                                      <a:pt x="69" y="21"/>
                                      <a:pt x="69" y="21"/>
                                      <a:pt x="69" y="21"/>
                                    </a:cubicBezTo>
                                    <a:cubicBezTo>
                                      <a:pt x="68" y="21"/>
                                      <a:pt x="69" y="20"/>
                                      <a:pt x="69" y="20"/>
                                    </a:cubicBezTo>
                                    <a:cubicBezTo>
                                      <a:pt x="69" y="20"/>
                                      <a:pt x="69" y="20"/>
                                      <a:pt x="69" y="19"/>
                                    </a:cubicBezTo>
                                    <a:cubicBezTo>
                                      <a:pt x="69" y="19"/>
                                      <a:pt x="69" y="19"/>
                                      <a:pt x="69" y="19"/>
                                    </a:cubicBezTo>
                                    <a:cubicBezTo>
                                      <a:pt x="69" y="19"/>
                                      <a:pt x="68" y="19"/>
                                      <a:pt x="68" y="19"/>
                                    </a:cubicBezTo>
                                    <a:cubicBezTo>
                                      <a:pt x="68" y="19"/>
                                      <a:pt x="68" y="20"/>
                                      <a:pt x="68" y="20"/>
                                    </a:cubicBezTo>
                                    <a:cubicBezTo>
                                      <a:pt x="68" y="20"/>
                                      <a:pt x="68" y="20"/>
                                      <a:pt x="68" y="20"/>
                                    </a:cubicBezTo>
                                    <a:cubicBezTo>
                                      <a:pt x="68" y="20"/>
                                      <a:pt x="67" y="20"/>
                                      <a:pt x="67" y="21"/>
                                    </a:cubicBezTo>
                                    <a:cubicBezTo>
                                      <a:pt x="67" y="21"/>
                                      <a:pt x="67" y="22"/>
                                      <a:pt x="67" y="22"/>
                                    </a:cubicBezTo>
                                    <a:cubicBezTo>
                                      <a:pt x="67" y="22"/>
                                      <a:pt x="67" y="22"/>
                                      <a:pt x="67" y="22"/>
                                    </a:cubicBezTo>
                                    <a:cubicBezTo>
                                      <a:pt x="67" y="22"/>
                                      <a:pt x="66" y="22"/>
                                      <a:pt x="66" y="22"/>
                                    </a:cubicBezTo>
                                    <a:cubicBezTo>
                                      <a:pt x="66" y="22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5" y="23"/>
                                      <a:pt x="65" y="23"/>
                                    </a:cubicBezTo>
                                    <a:cubicBezTo>
                                      <a:pt x="64" y="23"/>
                                      <a:pt x="64" y="24"/>
                                      <a:pt x="64" y="24"/>
                                    </a:cubicBezTo>
                                    <a:cubicBezTo>
                                      <a:pt x="64" y="24"/>
                                      <a:pt x="63" y="25"/>
                                      <a:pt x="63" y="25"/>
                                    </a:cubicBezTo>
                                    <a:cubicBezTo>
                                      <a:pt x="63" y="25"/>
                                      <a:pt x="63" y="26"/>
                                      <a:pt x="63" y="26"/>
                                    </a:cubicBezTo>
                                    <a:cubicBezTo>
                                      <a:pt x="63" y="26"/>
                                      <a:pt x="63" y="27"/>
                                      <a:pt x="63" y="28"/>
                                    </a:cubicBezTo>
                                    <a:cubicBezTo>
                                      <a:pt x="63" y="28"/>
                                      <a:pt x="63" y="28"/>
                                      <a:pt x="63" y="28"/>
                                    </a:cubicBezTo>
                                    <a:cubicBezTo>
                                      <a:pt x="63" y="29"/>
                                      <a:pt x="63" y="30"/>
                                      <a:pt x="63" y="30"/>
                                    </a:cubicBezTo>
                                    <a:cubicBezTo>
                                      <a:pt x="64" y="30"/>
                                      <a:pt x="64" y="30"/>
                                      <a:pt x="64" y="31"/>
                                    </a:cubicBezTo>
                                    <a:cubicBezTo>
                                      <a:pt x="65" y="31"/>
                                      <a:pt x="64" y="31"/>
                                      <a:pt x="64" y="31"/>
                                    </a:cubicBezTo>
                                    <a:cubicBezTo>
                                      <a:pt x="64" y="32"/>
                                      <a:pt x="64" y="32"/>
                                      <a:pt x="64" y="32"/>
                                    </a:cubicBezTo>
                                    <a:cubicBezTo>
                                      <a:pt x="63" y="32"/>
                                      <a:pt x="63" y="33"/>
                                      <a:pt x="63" y="33"/>
                                    </a:cubicBezTo>
                                    <a:cubicBezTo>
                                      <a:pt x="63" y="33"/>
                                      <a:pt x="62" y="34"/>
                                      <a:pt x="62" y="34"/>
                                    </a:cubicBezTo>
                                    <a:cubicBezTo>
                                      <a:pt x="61" y="34"/>
                                      <a:pt x="61" y="34"/>
                                      <a:pt x="61" y="34"/>
                                    </a:cubicBezTo>
                                    <a:cubicBezTo>
                                      <a:pt x="60" y="34"/>
                                      <a:pt x="60" y="35"/>
                                      <a:pt x="60" y="35"/>
                                    </a:cubicBezTo>
                                    <a:cubicBezTo>
                                      <a:pt x="60" y="35"/>
                                      <a:pt x="60" y="35"/>
                                      <a:pt x="60" y="35"/>
                                    </a:cubicBezTo>
                                    <a:cubicBezTo>
                                      <a:pt x="60" y="36"/>
                                      <a:pt x="60" y="36"/>
                                      <a:pt x="59" y="36"/>
                                    </a:cubicBezTo>
                                    <a:cubicBezTo>
                                      <a:pt x="59" y="36"/>
                                      <a:pt x="60" y="36"/>
                                      <a:pt x="60" y="36"/>
                                    </a:cubicBezTo>
                                    <a:cubicBezTo>
                                      <a:pt x="60" y="36"/>
                                      <a:pt x="60" y="37"/>
                                      <a:pt x="59" y="37"/>
                                    </a:cubicBezTo>
                                    <a:cubicBezTo>
                                      <a:pt x="59" y="37"/>
                                      <a:pt x="59" y="38"/>
                                      <a:pt x="59" y="38"/>
                                    </a:cubicBezTo>
                                    <a:cubicBezTo>
                                      <a:pt x="58" y="39"/>
                                      <a:pt x="58" y="40"/>
                                      <a:pt x="57" y="41"/>
                                    </a:cubicBezTo>
                                    <a:cubicBezTo>
                                      <a:pt x="57" y="41"/>
                                      <a:pt x="55" y="42"/>
                                      <a:pt x="55" y="42"/>
                                    </a:cubicBezTo>
                                    <a:cubicBezTo>
                                      <a:pt x="55" y="43"/>
                                      <a:pt x="54" y="43"/>
                                      <a:pt x="53" y="43"/>
                                    </a:cubicBezTo>
                                    <a:cubicBezTo>
                                      <a:pt x="53" y="43"/>
                                      <a:pt x="52" y="43"/>
                                      <a:pt x="52" y="43"/>
                                    </a:cubicBezTo>
                                    <a:cubicBezTo>
                                      <a:pt x="51" y="43"/>
                                      <a:pt x="51" y="44"/>
                                      <a:pt x="51" y="44"/>
                                    </a:cubicBezTo>
                                    <a:cubicBezTo>
                                      <a:pt x="51" y="44"/>
                                      <a:pt x="50" y="44"/>
                                      <a:pt x="50" y="44"/>
                                    </a:cubicBezTo>
                                    <a:cubicBezTo>
                                      <a:pt x="49" y="44"/>
                                      <a:pt x="48" y="44"/>
                                      <a:pt x="48" y="45"/>
                                    </a:cubicBezTo>
                                    <a:cubicBezTo>
                                      <a:pt x="47" y="45"/>
                                      <a:pt x="47" y="45"/>
                                      <a:pt x="47" y="45"/>
                                    </a:cubicBezTo>
                                    <a:cubicBezTo>
                                      <a:pt x="47" y="45"/>
                                      <a:pt x="47" y="45"/>
                                      <a:pt x="47" y="45"/>
                                    </a:cubicBezTo>
                                    <a:cubicBezTo>
                                      <a:pt x="47" y="45"/>
                                      <a:pt x="46" y="45"/>
                                      <a:pt x="46" y="45"/>
                                    </a:cubicBezTo>
                                    <a:cubicBezTo>
                                      <a:pt x="46" y="45"/>
                                      <a:pt x="45" y="45"/>
                                      <a:pt x="45" y="45"/>
                                    </a:cubicBezTo>
                                    <a:cubicBezTo>
                                      <a:pt x="45" y="45"/>
                                      <a:pt x="45" y="45"/>
                                      <a:pt x="44" y="45"/>
                                    </a:cubicBezTo>
                                    <a:cubicBezTo>
                                      <a:pt x="44" y="45"/>
                                      <a:pt x="43" y="45"/>
                                      <a:pt x="43" y="45"/>
                                    </a:cubicBezTo>
                                    <a:cubicBezTo>
                                      <a:pt x="43" y="45"/>
                                      <a:pt x="43" y="45"/>
                                      <a:pt x="42" y="45"/>
                                    </a:cubicBezTo>
                                    <a:cubicBezTo>
                                      <a:pt x="42" y="45"/>
                                      <a:pt x="42" y="45"/>
                                      <a:pt x="42" y="45"/>
                                    </a:cubicBezTo>
                                    <a:cubicBezTo>
                                      <a:pt x="42" y="45"/>
                                      <a:pt x="42" y="46"/>
                                      <a:pt x="41" y="46"/>
                                    </a:cubicBezTo>
                                    <a:cubicBezTo>
                                      <a:pt x="41" y="46"/>
                                      <a:pt x="40" y="47"/>
                                      <a:pt x="40" y="47"/>
                                    </a:cubicBezTo>
                                    <a:cubicBezTo>
                                      <a:pt x="39" y="47"/>
                                      <a:pt x="39" y="47"/>
                                      <a:pt x="39" y="47"/>
                                    </a:cubicBezTo>
                                    <a:cubicBezTo>
                                      <a:pt x="38" y="47"/>
                                      <a:pt x="37" y="47"/>
                                      <a:pt x="37" y="47"/>
                                    </a:cubicBezTo>
                                    <a:cubicBezTo>
                                      <a:pt x="37" y="48"/>
                                      <a:pt x="36" y="48"/>
                                      <a:pt x="36" y="48"/>
                                    </a:cubicBezTo>
                                    <a:cubicBezTo>
                                      <a:pt x="35" y="48"/>
                                      <a:pt x="35" y="48"/>
                                      <a:pt x="35" y="48"/>
                                    </a:cubicBezTo>
                                    <a:cubicBezTo>
                                      <a:pt x="34" y="49"/>
                                      <a:pt x="34" y="49"/>
                                      <a:pt x="34" y="49"/>
                                    </a:cubicBezTo>
                                    <a:cubicBezTo>
                                      <a:pt x="34" y="49"/>
                                      <a:pt x="33" y="50"/>
                                      <a:pt x="33" y="50"/>
                                    </a:cubicBezTo>
                                    <a:cubicBezTo>
                                      <a:pt x="33" y="50"/>
                                      <a:pt x="32" y="50"/>
                                      <a:pt x="31" y="50"/>
                                    </a:cubicBezTo>
                                    <a:cubicBezTo>
                                      <a:pt x="31" y="50"/>
                                      <a:pt x="30" y="50"/>
                                      <a:pt x="30" y="50"/>
                                    </a:cubicBezTo>
                                    <a:cubicBezTo>
                                      <a:pt x="29" y="50"/>
                                      <a:pt x="29" y="50"/>
                                      <a:pt x="29" y="50"/>
                                    </a:cubicBezTo>
                                    <a:cubicBezTo>
                                      <a:pt x="29" y="50"/>
                                      <a:pt x="29" y="49"/>
                                      <a:pt x="29" y="49"/>
                                    </a:cubicBezTo>
                                    <a:cubicBezTo>
                                      <a:pt x="28" y="49"/>
                                      <a:pt x="28" y="50"/>
                                      <a:pt x="28" y="50"/>
                                    </a:cubicBezTo>
                                    <a:cubicBezTo>
                                      <a:pt x="27" y="50"/>
                                      <a:pt x="27" y="50"/>
                                      <a:pt x="27" y="50"/>
                                    </a:cubicBezTo>
                                    <a:cubicBezTo>
                                      <a:pt x="27" y="50"/>
                                      <a:pt x="27" y="50"/>
                                      <a:pt x="27" y="50"/>
                                    </a:cubicBezTo>
                                    <a:cubicBezTo>
                                      <a:pt x="27" y="50"/>
                                      <a:pt x="27" y="49"/>
                                      <a:pt x="27" y="49"/>
                                    </a:cubicBezTo>
                                    <a:cubicBezTo>
                                      <a:pt x="27" y="49"/>
                                      <a:pt x="27" y="49"/>
                                      <a:pt x="27" y="49"/>
                                    </a:cubicBezTo>
                                    <a:cubicBezTo>
                                      <a:pt x="27" y="49"/>
                                      <a:pt x="26" y="49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5" y="50"/>
                                    </a:cubicBezTo>
                                    <a:cubicBezTo>
                                      <a:pt x="25" y="50"/>
                                      <a:pt x="25" y="50"/>
                                      <a:pt x="25" y="50"/>
                                    </a:cubicBezTo>
                                    <a:cubicBezTo>
                                      <a:pt x="25" y="50"/>
                                      <a:pt x="24" y="51"/>
                                      <a:pt x="24" y="51"/>
                                    </a:cubicBezTo>
                                    <a:cubicBezTo>
                                      <a:pt x="24" y="51"/>
                                      <a:pt x="24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3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3" y="52"/>
                                      <a:pt x="23" y="52"/>
                                    </a:cubicBezTo>
                                    <a:cubicBezTo>
                                      <a:pt x="22" y="52"/>
                                      <a:pt x="22" y="52"/>
                                      <a:pt x="22" y="52"/>
                                    </a:cubicBezTo>
                                    <a:cubicBezTo>
                                      <a:pt x="22" y="52"/>
                                      <a:pt x="22" y="52"/>
                                      <a:pt x="21" y="52"/>
                                    </a:cubicBezTo>
                                    <a:cubicBezTo>
                                      <a:pt x="21" y="52"/>
                                      <a:pt x="21" y="53"/>
                                      <a:pt x="21" y="53"/>
                                    </a:cubicBezTo>
                                    <a:cubicBezTo>
                                      <a:pt x="20" y="53"/>
                                      <a:pt x="21" y="53"/>
                                      <a:pt x="20" y="53"/>
                                    </a:cubicBezTo>
                                    <a:cubicBezTo>
                                      <a:pt x="20" y="54"/>
                                      <a:pt x="20" y="54"/>
                                      <a:pt x="20" y="54"/>
                                    </a:cubicBezTo>
                                    <a:cubicBezTo>
                                      <a:pt x="20" y="54"/>
                                      <a:pt x="19" y="54"/>
                                      <a:pt x="19" y="54"/>
                                    </a:cubicBezTo>
                                    <a:cubicBezTo>
                                      <a:pt x="19" y="54"/>
                                      <a:pt x="19" y="55"/>
                                      <a:pt x="18" y="55"/>
                                    </a:cubicBezTo>
                                    <a:cubicBezTo>
                                      <a:pt x="18" y="55"/>
                                      <a:pt x="18" y="56"/>
                                      <a:pt x="18" y="56"/>
                                    </a:cubicBezTo>
                                    <a:cubicBezTo>
                                      <a:pt x="18" y="56"/>
                                      <a:pt x="17" y="56"/>
                                      <a:pt x="17" y="56"/>
                                    </a:cubicBezTo>
                                    <a:cubicBezTo>
                                      <a:pt x="17" y="56"/>
                                      <a:pt x="16" y="56"/>
                                      <a:pt x="16" y="56"/>
                                    </a:cubicBezTo>
                                    <a:cubicBezTo>
                                      <a:pt x="16" y="56"/>
                                      <a:pt x="16" y="57"/>
                                      <a:pt x="16" y="57"/>
                                    </a:cubicBezTo>
                                    <a:cubicBezTo>
                                      <a:pt x="16" y="57"/>
                                      <a:pt x="15" y="57"/>
                                      <a:pt x="15" y="57"/>
                                    </a:cubicBezTo>
                                    <a:cubicBezTo>
                                      <a:pt x="15" y="57"/>
                                      <a:pt x="14" y="57"/>
                                      <a:pt x="14" y="57"/>
                                    </a:cubicBezTo>
                                    <a:cubicBezTo>
                                      <a:pt x="14" y="57"/>
                                      <a:pt x="13" y="58"/>
                                      <a:pt x="13" y="58"/>
                                    </a:cubicBezTo>
                                    <a:cubicBezTo>
                                      <a:pt x="12" y="58"/>
                                      <a:pt x="12" y="58"/>
                                      <a:pt x="12" y="59"/>
                                    </a:cubicBezTo>
                                    <a:cubicBezTo>
                                      <a:pt x="12" y="59"/>
                                      <a:pt x="11" y="60"/>
                                      <a:pt x="11" y="60"/>
                                    </a:cubicBezTo>
                                    <a:cubicBezTo>
                                      <a:pt x="11" y="60"/>
                                      <a:pt x="11" y="61"/>
                                      <a:pt x="10" y="62"/>
                                    </a:cubicBezTo>
                                    <a:cubicBezTo>
                                      <a:pt x="10" y="62"/>
                                      <a:pt x="10" y="63"/>
                                      <a:pt x="10" y="63"/>
                                    </a:cubicBezTo>
                                    <a:cubicBezTo>
                                      <a:pt x="10" y="63"/>
                                      <a:pt x="10" y="63"/>
                                      <a:pt x="10" y="63"/>
                                    </a:cubicBezTo>
                                    <a:cubicBezTo>
                                      <a:pt x="10" y="63"/>
                                      <a:pt x="9" y="63"/>
                                      <a:pt x="9" y="63"/>
                                    </a:cubicBezTo>
                                    <a:cubicBezTo>
                                      <a:pt x="9" y="63"/>
                                      <a:pt x="9" y="63"/>
                                      <a:pt x="9" y="63"/>
                                    </a:cubicBezTo>
                                    <a:cubicBezTo>
                                      <a:pt x="9" y="62"/>
                                      <a:pt x="9" y="62"/>
                                      <a:pt x="8" y="62"/>
                                    </a:cubicBezTo>
                                    <a:cubicBezTo>
                                      <a:pt x="8" y="62"/>
                                      <a:pt x="8" y="61"/>
                                      <a:pt x="8" y="61"/>
                                    </a:cubicBezTo>
                                    <a:cubicBezTo>
                                      <a:pt x="8" y="61"/>
                                      <a:pt x="8" y="60"/>
                                      <a:pt x="8" y="60"/>
                                    </a:cubicBezTo>
                                    <a:cubicBezTo>
                                      <a:pt x="8" y="60"/>
                                      <a:pt x="8" y="60"/>
                                      <a:pt x="9" y="59"/>
                                    </a:cubicBezTo>
                                    <a:cubicBezTo>
                                      <a:pt x="9" y="59"/>
                                      <a:pt x="9" y="58"/>
                                      <a:pt x="8" y="58"/>
                                    </a:cubicBezTo>
                                    <a:cubicBezTo>
                                      <a:pt x="8" y="58"/>
                                      <a:pt x="8" y="58"/>
                                      <a:pt x="8" y="59"/>
                                    </a:cubicBezTo>
                                    <a:cubicBezTo>
                                      <a:pt x="7" y="59"/>
                                      <a:pt x="7" y="60"/>
                                      <a:pt x="7" y="60"/>
                                    </a:cubicBezTo>
                                    <a:cubicBezTo>
                                      <a:pt x="7" y="60"/>
                                      <a:pt x="7" y="61"/>
                                      <a:pt x="6" y="62"/>
                                    </a:cubicBezTo>
                                    <a:cubicBezTo>
                                      <a:pt x="6" y="62"/>
                                      <a:pt x="6" y="62"/>
                                      <a:pt x="6" y="63"/>
                                    </a:cubicBezTo>
                                    <a:cubicBezTo>
                                      <a:pt x="6" y="63"/>
                                      <a:pt x="5" y="63"/>
                                      <a:pt x="5" y="64"/>
                                    </a:cubicBezTo>
                                    <a:cubicBezTo>
                                      <a:pt x="5" y="64"/>
                                      <a:pt x="5" y="64"/>
                                      <a:pt x="6" y="65"/>
                                    </a:cubicBezTo>
                                    <a:cubicBezTo>
                                      <a:pt x="6" y="65"/>
                                      <a:pt x="6" y="65"/>
                                      <a:pt x="6" y="66"/>
                                    </a:cubicBezTo>
                                    <a:cubicBezTo>
                                      <a:pt x="6" y="66"/>
                                      <a:pt x="6" y="67"/>
                                      <a:pt x="6" y="67"/>
                                    </a:cubicBezTo>
                                    <a:cubicBezTo>
                                      <a:pt x="6" y="68"/>
                                      <a:pt x="6" y="68"/>
                                      <a:pt x="6" y="68"/>
                                    </a:cubicBezTo>
                                    <a:cubicBezTo>
                                      <a:pt x="6" y="68"/>
                                      <a:pt x="6" y="69"/>
                                      <a:pt x="6" y="69"/>
                                    </a:cubicBezTo>
                                    <a:cubicBezTo>
                                      <a:pt x="6" y="70"/>
                                      <a:pt x="6" y="70"/>
                                      <a:pt x="6" y="71"/>
                                    </a:cubicBezTo>
                                    <a:cubicBezTo>
                                      <a:pt x="6" y="71"/>
                                      <a:pt x="5" y="71"/>
                                      <a:pt x="5" y="72"/>
                                    </a:cubicBezTo>
                                    <a:cubicBezTo>
                                      <a:pt x="5" y="72"/>
                                      <a:pt x="5" y="72"/>
                                      <a:pt x="5" y="72"/>
                                    </a:cubicBezTo>
                                    <a:cubicBezTo>
                                      <a:pt x="5" y="73"/>
                                      <a:pt x="4" y="73"/>
                                      <a:pt x="4" y="73"/>
                                    </a:cubicBezTo>
                                    <a:cubicBezTo>
                                      <a:pt x="4" y="74"/>
                                      <a:pt x="4" y="74"/>
                                      <a:pt x="4" y="75"/>
                                    </a:cubicBezTo>
                                    <a:cubicBezTo>
                                      <a:pt x="4" y="75"/>
                                      <a:pt x="4" y="76"/>
                                      <a:pt x="4" y="76"/>
                                    </a:cubicBezTo>
                                    <a:cubicBezTo>
                                      <a:pt x="3" y="77"/>
                                      <a:pt x="3" y="77"/>
                                      <a:pt x="3" y="78"/>
                                    </a:cubicBezTo>
                                    <a:cubicBezTo>
                                      <a:pt x="3" y="78"/>
                                      <a:pt x="4" y="78"/>
                                      <a:pt x="4" y="79"/>
                                    </a:cubicBezTo>
                                    <a:cubicBezTo>
                                      <a:pt x="4" y="79"/>
                                      <a:pt x="5" y="79"/>
                                      <a:pt x="5" y="80"/>
                                    </a:cubicBezTo>
                                    <a:cubicBezTo>
                                      <a:pt x="5" y="80"/>
                                      <a:pt x="5" y="80"/>
                                      <a:pt x="5" y="80"/>
                                    </a:cubicBezTo>
                                    <a:cubicBezTo>
                                      <a:pt x="5" y="81"/>
                                      <a:pt x="5" y="81"/>
                                      <a:pt x="5" y="81"/>
                                    </a:cubicBezTo>
                                    <a:cubicBezTo>
                                      <a:pt x="5" y="81"/>
                                      <a:pt x="5" y="82"/>
                                      <a:pt x="5" y="82"/>
                                    </a:cubicBezTo>
                                    <a:cubicBezTo>
                                      <a:pt x="5" y="82"/>
                                      <a:pt x="6" y="83"/>
                                      <a:pt x="6" y="83"/>
                                    </a:cubicBezTo>
                                    <a:cubicBezTo>
                                      <a:pt x="6" y="83"/>
                                      <a:pt x="7" y="84"/>
                                      <a:pt x="7" y="84"/>
                                    </a:cubicBezTo>
                                    <a:cubicBezTo>
                                      <a:pt x="7" y="85"/>
                                      <a:pt x="7" y="85"/>
                                      <a:pt x="7" y="85"/>
                                    </a:cubicBezTo>
                                    <a:cubicBezTo>
                                      <a:pt x="7" y="86"/>
                                      <a:pt x="8" y="86"/>
                                      <a:pt x="8" y="87"/>
                                    </a:cubicBezTo>
                                    <a:cubicBezTo>
                                      <a:pt x="8" y="88"/>
                                      <a:pt x="9" y="88"/>
                                      <a:pt x="9" y="89"/>
                                    </a:cubicBezTo>
                                    <a:cubicBezTo>
                                      <a:pt x="9" y="89"/>
                                      <a:pt x="9" y="89"/>
                                      <a:pt x="9" y="89"/>
                                    </a:cubicBezTo>
                                    <a:cubicBezTo>
                                      <a:pt x="9" y="89"/>
                                      <a:pt x="9" y="89"/>
                                      <a:pt x="9" y="90"/>
                                    </a:cubicBezTo>
                                    <a:cubicBezTo>
                                      <a:pt x="9" y="90"/>
                                      <a:pt x="9" y="90"/>
                                      <a:pt x="9" y="90"/>
                                    </a:cubicBezTo>
                                    <a:cubicBezTo>
                                      <a:pt x="9" y="90"/>
                                      <a:pt x="9" y="91"/>
                                      <a:pt x="9" y="91"/>
                                    </a:cubicBezTo>
                                    <a:cubicBezTo>
                                      <a:pt x="9" y="91"/>
                                      <a:pt x="9" y="91"/>
                                      <a:pt x="9" y="91"/>
                                    </a:cubicBezTo>
                                    <a:cubicBezTo>
                                      <a:pt x="9" y="92"/>
                                      <a:pt x="9" y="92"/>
                                      <a:pt x="9" y="92"/>
                                    </a:cubicBezTo>
                                    <a:cubicBezTo>
                                      <a:pt x="8" y="93"/>
                                      <a:pt x="8" y="93"/>
                                      <a:pt x="8" y="93"/>
                                    </a:cubicBezTo>
                                    <a:cubicBezTo>
                                      <a:pt x="8" y="93"/>
                                      <a:pt x="8" y="93"/>
                                      <a:pt x="8" y="93"/>
                                    </a:cubicBezTo>
                                    <a:cubicBezTo>
                                      <a:pt x="8" y="93"/>
                                      <a:pt x="7" y="92"/>
                                      <a:pt x="7" y="92"/>
                                    </a:cubicBezTo>
                                    <a:cubicBezTo>
                                      <a:pt x="7" y="92"/>
                                      <a:pt x="7" y="91"/>
                                      <a:pt x="7" y="91"/>
                                    </a:cubicBezTo>
                                    <a:cubicBezTo>
                                      <a:pt x="7" y="91"/>
                                      <a:pt x="7" y="91"/>
                                      <a:pt x="7" y="90"/>
                                    </a:cubicBezTo>
                                    <a:cubicBezTo>
                                      <a:pt x="7" y="90"/>
                                      <a:pt x="7" y="90"/>
                                      <a:pt x="6" y="90"/>
                                    </a:cubicBezTo>
                                    <a:cubicBezTo>
                                      <a:pt x="6" y="90"/>
                                      <a:pt x="6" y="91"/>
                                      <a:pt x="6" y="91"/>
                                    </a:cubicBezTo>
                                    <a:cubicBezTo>
                                      <a:pt x="6" y="91"/>
                                      <a:pt x="6" y="91"/>
                                      <a:pt x="6" y="91"/>
                                    </a:cubicBezTo>
                                    <a:cubicBezTo>
                                      <a:pt x="6" y="91"/>
                                      <a:pt x="7" y="92"/>
                                      <a:pt x="7" y="92"/>
                                    </a:cubicBezTo>
                                    <a:cubicBezTo>
                                      <a:pt x="7" y="92"/>
                                      <a:pt x="7" y="93"/>
                                      <a:pt x="7" y="93"/>
                                    </a:cubicBezTo>
                                    <a:cubicBezTo>
                                      <a:pt x="6" y="94"/>
                                      <a:pt x="6" y="94"/>
                                      <a:pt x="6" y="94"/>
                                    </a:cubicBezTo>
                                    <a:cubicBezTo>
                                      <a:pt x="6" y="94"/>
                                      <a:pt x="6" y="94"/>
                                      <a:pt x="5" y="94"/>
                                    </a:cubicBezTo>
                                    <a:cubicBezTo>
                                      <a:pt x="5" y="94"/>
                                      <a:pt x="5" y="94"/>
                                      <a:pt x="5" y="94"/>
                                    </a:cubicBezTo>
                                    <a:cubicBezTo>
                                      <a:pt x="5" y="93"/>
                                      <a:pt x="5" y="92"/>
                                      <a:pt x="5" y="92"/>
                                    </a:cubicBezTo>
                                    <a:cubicBezTo>
                                      <a:pt x="5" y="92"/>
                                      <a:pt x="4" y="91"/>
                                      <a:pt x="4" y="91"/>
                                    </a:cubicBezTo>
                                    <a:cubicBezTo>
                                      <a:pt x="4" y="91"/>
                                      <a:pt x="4" y="90"/>
                                      <a:pt x="4" y="90"/>
                                    </a:cubicBezTo>
                                    <a:cubicBezTo>
                                      <a:pt x="3" y="90"/>
                                      <a:pt x="3" y="91"/>
                                      <a:pt x="3" y="91"/>
                                    </a:cubicBezTo>
                                    <a:cubicBezTo>
                                      <a:pt x="3" y="91"/>
                                      <a:pt x="3" y="91"/>
                                      <a:pt x="3" y="91"/>
                                    </a:cubicBezTo>
                                    <a:cubicBezTo>
                                      <a:pt x="3" y="91"/>
                                      <a:pt x="3" y="90"/>
                                      <a:pt x="3" y="90"/>
                                    </a:cubicBezTo>
                                    <a:cubicBezTo>
                                      <a:pt x="3" y="89"/>
                                      <a:pt x="3" y="90"/>
                                      <a:pt x="3" y="90"/>
                                    </a:cubicBezTo>
                                    <a:cubicBezTo>
                                      <a:pt x="3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1"/>
                                      <a:pt x="2" y="91"/>
                                      <a:pt x="2" y="91"/>
                                    </a:cubicBezTo>
                                    <a:cubicBezTo>
                                      <a:pt x="2" y="91"/>
                                      <a:pt x="2" y="91"/>
                                      <a:pt x="2" y="92"/>
                                    </a:cubicBezTo>
                                    <a:cubicBezTo>
                                      <a:pt x="3" y="92"/>
                                      <a:pt x="2" y="92"/>
                                      <a:pt x="3" y="92"/>
                                    </a:cubicBezTo>
                                    <a:cubicBezTo>
                                      <a:pt x="3" y="93"/>
                                      <a:pt x="4" y="93"/>
                                      <a:pt x="4" y="94"/>
                                    </a:cubicBezTo>
                                    <a:cubicBezTo>
                                      <a:pt x="5" y="95"/>
                                      <a:pt x="6" y="96"/>
                                      <a:pt x="6" y="97"/>
                                    </a:cubicBezTo>
                                    <a:cubicBezTo>
                                      <a:pt x="7" y="98"/>
                                      <a:pt x="8" y="99"/>
                                      <a:pt x="8" y="99"/>
                                    </a:cubicBezTo>
                                    <a:cubicBezTo>
                                      <a:pt x="8" y="100"/>
                                      <a:pt x="8" y="102"/>
                                      <a:pt x="9" y="102"/>
                                    </a:cubicBezTo>
                                    <a:cubicBezTo>
                                      <a:pt x="9" y="103"/>
                                      <a:pt x="8" y="103"/>
                                      <a:pt x="8" y="103"/>
                                    </a:cubicBezTo>
                                    <a:cubicBezTo>
                                      <a:pt x="8" y="103"/>
                                      <a:pt x="8" y="104"/>
                                      <a:pt x="8" y="104"/>
                                    </a:cubicBezTo>
                                    <a:cubicBezTo>
                                      <a:pt x="9" y="104"/>
                                      <a:pt x="9" y="104"/>
                                      <a:pt x="9" y="105"/>
                                    </a:cubicBezTo>
                                    <a:cubicBezTo>
                                      <a:pt x="9" y="106"/>
                                      <a:pt x="9" y="105"/>
                                      <a:pt x="9" y="106"/>
                                    </a:cubicBezTo>
                                    <a:cubicBezTo>
                                      <a:pt x="9" y="106"/>
                                      <a:pt x="10" y="106"/>
                                      <a:pt x="10" y="107"/>
                                    </a:cubicBezTo>
                                    <a:cubicBezTo>
                                      <a:pt x="10" y="107"/>
                                      <a:pt x="10" y="107"/>
                                      <a:pt x="11" y="108"/>
                                    </a:cubicBezTo>
                                    <a:cubicBezTo>
                                      <a:pt x="11" y="108"/>
                                      <a:pt x="11" y="108"/>
                                      <a:pt x="11" y="109"/>
                                    </a:cubicBezTo>
                                    <a:cubicBezTo>
                                      <a:pt x="11" y="109"/>
                                      <a:pt x="11" y="110"/>
                                      <a:pt x="11" y="110"/>
                                    </a:cubicBezTo>
                                    <a:cubicBezTo>
                                      <a:pt x="11" y="111"/>
                                      <a:pt x="12" y="112"/>
                                      <a:pt x="12" y="112"/>
                                    </a:cubicBezTo>
                                    <a:cubicBezTo>
                                      <a:pt x="13" y="113"/>
                                      <a:pt x="13" y="113"/>
                                      <a:pt x="13" y="114"/>
                                    </a:cubicBezTo>
                                    <a:cubicBezTo>
                                      <a:pt x="13" y="114"/>
                                      <a:pt x="14" y="114"/>
                                      <a:pt x="14" y="115"/>
                                    </a:cubicBezTo>
                                    <a:cubicBezTo>
                                      <a:pt x="14" y="115"/>
                                      <a:pt x="14" y="115"/>
                                      <a:pt x="14" y="116"/>
                                    </a:cubicBezTo>
                                    <a:cubicBezTo>
                                      <a:pt x="14" y="116"/>
                                      <a:pt x="14" y="116"/>
                                      <a:pt x="14" y="117"/>
                                    </a:cubicBezTo>
                                    <a:cubicBezTo>
                                      <a:pt x="14" y="117"/>
                                      <a:pt x="14" y="118"/>
                                      <a:pt x="14" y="118"/>
                                    </a:cubicBezTo>
                                    <a:cubicBezTo>
                                      <a:pt x="14" y="119"/>
                                      <a:pt x="14" y="121"/>
                                      <a:pt x="14" y="122"/>
                                    </a:cubicBezTo>
                                    <a:cubicBezTo>
                                      <a:pt x="14" y="122"/>
                                      <a:pt x="15" y="124"/>
                                      <a:pt x="15" y="125"/>
                                    </a:cubicBezTo>
                                    <a:cubicBezTo>
                                      <a:pt x="15" y="126"/>
                                      <a:pt x="16" y="127"/>
                                      <a:pt x="16" y="127"/>
                                    </a:cubicBezTo>
                                    <a:cubicBezTo>
                                      <a:pt x="16" y="127"/>
                                      <a:pt x="17" y="129"/>
                                      <a:pt x="18" y="130"/>
                                    </a:cubicBezTo>
                                    <a:cubicBezTo>
                                      <a:pt x="18" y="131"/>
                                      <a:pt x="18" y="132"/>
                                      <a:pt x="19" y="133"/>
                                    </a:cubicBezTo>
                                    <a:cubicBezTo>
                                      <a:pt x="19" y="133"/>
                                      <a:pt x="19" y="134"/>
                                      <a:pt x="19" y="135"/>
                                    </a:cubicBezTo>
                                    <a:cubicBezTo>
                                      <a:pt x="19" y="135"/>
                                      <a:pt x="19" y="136"/>
                                      <a:pt x="19" y="137"/>
                                    </a:cubicBezTo>
                                    <a:cubicBezTo>
                                      <a:pt x="20" y="137"/>
                                      <a:pt x="19" y="138"/>
                                      <a:pt x="19" y="138"/>
                                    </a:cubicBezTo>
                                    <a:cubicBezTo>
                                      <a:pt x="19" y="138"/>
                                      <a:pt x="19" y="139"/>
                                      <a:pt x="19" y="139"/>
                                    </a:cubicBezTo>
                                    <a:cubicBezTo>
                                      <a:pt x="19" y="140"/>
                                      <a:pt x="19" y="140"/>
                                      <a:pt x="19" y="141"/>
                                    </a:cubicBezTo>
                                    <a:cubicBezTo>
                                      <a:pt x="18" y="141"/>
                                      <a:pt x="18" y="142"/>
                                      <a:pt x="19" y="142"/>
                                    </a:cubicBezTo>
                                    <a:cubicBezTo>
                                      <a:pt x="19" y="142"/>
                                      <a:pt x="19" y="142"/>
                                      <a:pt x="19" y="143"/>
                                    </a:cubicBezTo>
                                    <a:cubicBezTo>
                                      <a:pt x="19" y="143"/>
                                      <a:pt x="19" y="144"/>
                                      <a:pt x="19" y="144"/>
                                    </a:cubicBezTo>
                                    <a:cubicBezTo>
                                      <a:pt x="19" y="145"/>
                                      <a:pt x="19" y="146"/>
                                      <a:pt x="19" y="146"/>
                                    </a:cubicBezTo>
                                    <a:cubicBezTo>
                                      <a:pt x="19" y="147"/>
                                      <a:pt x="19" y="147"/>
                                      <a:pt x="18" y="147"/>
                                    </a:cubicBezTo>
                                    <a:cubicBezTo>
                                      <a:pt x="18" y="148"/>
                                      <a:pt x="18" y="149"/>
                                      <a:pt x="18" y="149"/>
                                    </a:cubicBezTo>
                                    <a:cubicBezTo>
                                      <a:pt x="17" y="149"/>
                                      <a:pt x="17" y="149"/>
                                      <a:pt x="16" y="150"/>
                                    </a:cubicBezTo>
                                    <a:cubicBezTo>
                                      <a:pt x="16" y="150"/>
                                      <a:pt x="15" y="149"/>
                                      <a:pt x="15" y="149"/>
                                    </a:cubicBezTo>
                                    <a:cubicBezTo>
                                      <a:pt x="15" y="149"/>
                                      <a:pt x="15" y="149"/>
                                      <a:pt x="15" y="149"/>
                                    </a:cubicBezTo>
                                    <a:cubicBezTo>
                                      <a:pt x="14" y="149"/>
                                      <a:pt x="15" y="149"/>
                                      <a:pt x="14" y="150"/>
                                    </a:cubicBezTo>
                                    <a:cubicBezTo>
                                      <a:pt x="14" y="150"/>
                                      <a:pt x="14" y="150"/>
                                      <a:pt x="14" y="151"/>
                                    </a:cubicBezTo>
                                    <a:cubicBezTo>
                                      <a:pt x="14" y="151"/>
                                      <a:pt x="14" y="153"/>
                                      <a:pt x="15" y="153"/>
                                    </a:cubicBezTo>
                                    <a:cubicBezTo>
                                      <a:pt x="15" y="153"/>
                                      <a:pt x="15" y="153"/>
                                      <a:pt x="15" y="154"/>
                                    </a:cubicBezTo>
                                    <a:cubicBezTo>
                                      <a:pt x="15" y="154"/>
                                      <a:pt x="15" y="155"/>
                                      <a:pt x="15" y="155"/>
                                    </a:cubicBezTo>
                                    <a:cubicBezTo>
                                      <a:pt x="15" y="155"/>
                                      <a:pt x="15" y="155"/>
                                      <a:pt x="16" y="155"/>
                                    </a:cubicBezTo>
                                    <a:cubicBezTo>
                                      <a:pt x="16" y="155"/>
                                      <a:pt x="16" y="155"/>
                                      <a:pt x="16" y="155"/>
                                    </a:cubicBezTo>
                                    <a:cubicBezTo>
                                      <a:pt x="17" y="155"/>
                                      <a:pt x="17" y="155"/>
                                      <a:pt x="17" y="155"/>
                                    </a:cubicBezTo>
                                    <a:cubicBezTo>
                                      <a:pt x="17" y="155"/>
                                      <a:pt x="18" y="155"/>
                                      <a:pt x="18" y="156"/>
                                    </a:cubicBezTo>
                                    <a:cubicBezTo>
                                      <a:pt x="18" y="156"/>
                                      <a:pt x="19" y="156"/>
                                      <a:pt x="19" y="157"/>
                                    </a:cubicBezTo>
                                    <a:cubicBezTo>
                                      <a:pt x="20" y="157"/>
                                      <a:pt x="20" y="158"/>
                                      <a:pt x="21" y="158"/>
                                    </a:cubicBezTo>
                                    <a:cubicBezTo>
                                      <a:pt x="21" y="159"/>
                                      <a:pt x="21" y="159"/>
                                      <a:pt x="21" y="159"/>
                                    </a:cubicBezTo>
                                    <a:cubicBezTo>
                                      <a:pt x="21" y="159"/>
                                      <a:pt x="22" y="159"/>
                                      <a:pt x="22" y="159"/>
                                    </a:cubicBezTo>
                                    <a:cubicBezTo>
                                      <a:pt x="22" y="159"/>
                                      <a:pt x="23" y="160"/>
                                      <a:pt x="24" y="160"/>
                                    </a:cubicBezTo>
                                    <a:cubicBezTo>
                                      <a:pt x="24" y="160"/>
                                      <a:pt x="25" y="161"/>
                                      <a:pt x="25" y="161"/>
                                    </a:cubicBezTo>
                                    <a:cubicBezTo>
                                      <a:pt x="25" y="161"/>
                                      <a:pt x="26" y="161"/>
                                      <a:pt x="26" y="161"/>
                                    </a:cubicBezTo>
                                    <a:cubicBezTo>
                                      <a:pt x="26" y="161"/>
                                      <a:pt x="27" y="161"/>
                                      <a:pt x="27" y="161"/>
                                    </a:cubicBezTo>
                                    <a:cubicBezTo>
                                      <a:pt x="27" y="161"/>
                                      <a:pt x="28" y="161"/>
                                      <a:pt x="28" y="161"/>
                                    </a:cubicBezTo>
                                    <a:cubicBezTo>
                                      <a:pt x="28" y="161"/>
                                      <a:pt x="28" y="161"/>
                                      <a:pt x="28" y="161"/>
                                    </a:cubicBezTo>
                                    <a:cubicBezTo>
                                      <a:pt x="28" y="161"/>
                                      <a:pt x="29" y="161"/>
                                      <a:pt x="29" y="161"/>
                                    </a:cubicBezTo>
                                    <a:cubicBezTo>
                                      <a:pt x="29" y="161"/>
                                      <a:pt x="30" y="161"/>
                                      <a:pt x="30" y="161"/>
                                    </a:cubicBezTo>
                                    <a:cubicBezTo>
                                      <a:pt x="30" y="161"/>
                                      <a:pt x="30" y="160"/>
                                      <a:pt x="31" y="160"/>
                                    </a:cubicBezTo>
                                    <a:cubicBezTo>
                                      <a:pt x="31" y="160"/>
                                      <a:pt x="31" y="160"/>
                                      <a:pt x="31" y="160"/>
                                    </a:cubicBezTo>
                                    <a:cubicBezTo>
                                      <a:pt x="31" y="160"/>
                                      <a:pt x="31" y="161"/>
                                      <a:pt x="31" y="161"/>
                                    </a:cubicBezTo>
                                    <a:cubicBezTo>
                                      <a:pt x="31" y="161"/>
                                      <a:pt x="31" y="161"/>
                                      <a:pt x="31" y="161"/>
                                    </a:cubicBezTo>
                                    <a:cubicBezTo>
                                      <a:pt x="31" y="161"/>
                                      <a:pt x="32" y="162"/>
                                      <a:pt x="32" y="162"/>
                                    </a:cubicBezTo>
                                    <a:cubicBezTo>
                                      <a:pt x="32" y="161"/>
                                      <a:pt x="32" y="161"/>
                                      <a:pt x="32" y="161"/>
                                    </a:cubicBezTo>
                                    <a:cubicBezTo>
                                      <a:pt x="32" y="161"/>
                                      <a:pt x="32" y="161"/>
                                      <a:pt x="33" y="161"/>
                                    </a:cubicBezTo>
                                    <a:cubicBezTo>
                                      <a:pt x="33" y="161"/>
                                      <a:pt x="33" y="161"/>
                                      <a:pt x="33" y="161"/>
                                    </a:cubicBezTo>
                                    <a:cubicBezTo>
                                      <a:pt x="33" y="161"/>
                                      <a:pt x="34" y="162"/>
                                      <a:pt x="34" y="162"/>
                                    </a:cubicBezTo>
                                    <a:cubicBezTo>
                                      <a:pt x="34" y="161"/>
                                      <a:pt x="34" y="161"/>
                                      <a:pt x="34" y="161"/>
                                    </a:cubicBezTo>
                                    <a:cubicBezTo>
                                      <a:pt x="34" y="161"/>
                                      <a:pt x="34" y="161"/>
                                      <a:pt x="35" y="161"/>
                                    </a:cubicBezTo>
                                    <a:cubicBezTo>
                                      <a:pt x="35" y="160"/>
                                      <a:pt x="35" y="160"/>
                                      <a:pt x="36" y="160"/>
                                    </a:cubicBezTo>
                                    <a:cubicBezTo>
                                      <a:pt x="36" y="160"/>
                                      <a:pt x="36" y="160"/>
                                      <a:pt x="36" y="160"/>
                                    </a:cubicBezTo>
                                    <a:cubicBezTo>
                                      <a:pt x="36" y="160"/>
                                      <a:pt x="37" y="160"/>
                                      <a:pt x="37" y="160"/>
                                    </a:cubicBezTo>
                                    <a:cubicBezTo>
                                      <a:pt x="38" y="160"/>
                                      <a:pt x="38" y="159"/>
                                      <a:pt x="38" y="159"/>
                                    </a:cubicBezTo>
                                    <a:cubicBezTo>
                                      <a:pt x="38" y="159"/>
                                      <a:pt x="38" y="159"/>
                                      <a:pt x="38" y="159"/>
                                    </a:cubicBezTo>
                                    <a:cubicBezTo>
                                      <a:pt x="38" y="158"/>
                                      <a:pt x="38" y="158"/>
                                      <a:pt x="38" y="158"/>
                                    </a:cubicBezTo>
                                    <a:cubicBezTo>
                                      <a:pt x="38" y="158"/>
                                      <a:pt x="39" y="158"/>
                                      <a:pt x="39" y="158"/>
                                    </a:cubicBezTo>
                                    <a:cubicBezTo>
                                      <a:pt x="39" y="158"/>
                                      <a:pt x="40" y="157"/>
                                      <a:pt x="40" y="157"/>
                                    </a:cubicBezTo>
                                    <a:cubicBezTo>
                                      <a:pt x="40" y="157"/>
                                      <a:pt x="40" y="157"/>
                                      <a:pt x="40" y="157"/>
                                    </a:cubicBezTo>
                                    <a:cubicBezTo>
                                      <a:pt x="40" y="156"/>
                                      <a:pt x="41" y="156"/>
                                      <a:pt x="41" y="156"/>
                                    </a:cubicBezTo>
                                    <a:cubicBezTo>
                                      <a:pt x="41" y="156"/>
                                      <a:pt x="41" y="156"/>
                                      <a:pt x="41" y="156"/>
                                    </a:cubicBezTo>
                                    <a:cubicBezTo>
                                      <a:pt x="41" y="156"/>
                                      <a:pt x="42" y="156"/>
                                      <a:pt x="42" y="156"/>
                                    </a:cubicBezTo>
                                    <a:cubicBezTo>
                                      <a:pt x="43" y="156"/>
                                      <a:pt x="43" y="156"/>
                                      <a:pt x="43" y="156"/>
                                    </a:cubicBezTo>
                                    <a:cubicBezTo>
                                      <a:pt x="43" y="156"/>
                                      <a:pt x="43" y="156"/>
                                      <a:pt x="43" y="156"/>
                                    </a:cubicBezTo>
                                    <a:cubicBezTo>
                                      <a:pt x="44" y="156"/>
                                      <a:pt x="44" y="156"/>
                                      <a:pt x="44" y="156"/>
                                    </a:cubicBezTo>
                                    <a:cubicBezTo>
                                      <a:pt x="44" y="156"/>
                                      <a:pt x="44" y="156"/>
                                      <a:pt x="44" y="156"/>
                                    </a:cubicBezTo>
                                    <a:cubicBezTo>
                                      <a:pt x="44" y="155"/>
                                      <a:pt x="44" y="155"/>
                                      <a:pt x="44" y="155"/>
                                    </a:cubicBezTo>
                                    <a:cubicBezTo>
                                      <a:pt x="45" y="155"/>
                                      <a:pt x="45" y="155"/>
                                      <a:pt x="45" y="155"/>
                                    </a:cubicBezTo>
                                    <a:cubicBezTo>
                                      <a:pt x="45" y="155"/>
                                      <a:pt x="45" y="154"/>
                                      <a:pt x="45" y="154"/>
                                    </a:cubicBezTo>
                                    <a:cubicBezTo>
                                      <a:pt x="45" y="154"/>
                                      <a:pt x="45" y="154"/>
                                      <a:pt x="45" y="154"/>
                                    </a:cubicBezTo>
                                    <a:cubicBezTo>
                                      <a:pt x="46" y="153"/>
                                      <a:pt x="46" y="153"/>
                                      <a:pt x="46" y="153"/>
                                    </a:cubicBezTo>
                                    <a:cubicBezTo>
                                      <a:pt x="47" y="153"/>
                                      <a:pt x="47" y="152"/>
                                      <a:pt x="47" y="152"/>
                                    </a:cubicBezTo>
                                    <a:cubicBezTo>
                                      <a:pt x="47" y="152"/>
                                      <a:pt x="48" y="152"/>
                                      <a:pt x="48" y="152"/>
                                    </a:cubicBezTo>
                                    <a:cubicBezTo>
                                      <a:pt x="49" y="152"/>
                                      <a:pt x="49" y="152"/>
                                      <a:pt x="49" y="152"/>
                                    </a:cubicBezTo>
                                    <a:cubicBezTo>
                                      <a:pt x="50" y="152"/>
                                      <a:pt x="50" y="152"/>
                                      <a:pt x="50" y="152"/>
                                    </a:cubicBezTo>
                                    <a:cubicBezTo>
                                      <a:pt x="51" y="152"/>
                                      <a:pt x="51" y="152"/>
                                      <a:pt x="51" y="152"/>
                                    </a:cubicBezTo>
                                    <a:cubicBezTo>
                                      <a:pt x="52" y="152"/>
                                      <a:pt x="53" y="151"/>
                                      <a:pt x="53" y="151"/>
                                    </a:cubicBezTo>
                                    <a:cubicBezTo>
                                      <a:pt x="53" y="151"/>
                                      <a:pt x="53" y="151"/>
                                      <a:pt x="54" y="151"/>
                                    </a:cubicBezTo>
                                    <a:cubicBezTo>
                                      <a:pt x="54" y="151"/>
                                      <a:pt x="54" y="151"/>
                                      <a:pt x="54" y="151"/>
                                    </a:cubicBezTo>
                                    <a:cubicBezTo>
                                      <a:pt x="54" y="151"/>
                                      <a:pt x="55" y="151"/>
                                      <a:pt x="56" y="151"/>
                                    </a:cubicBezTo>
                                    <a:cubicBezTo>
                                      <a:pt x="56" y="151"/>
                                      <a:pt x="56" y="151"/>
                                      <a:pt x="57" y="151"/>
                                    </a:cubicBezTo>
                                    <a:cubicBezTo>
                                      <a:pt x="57" y="151"/>
                                      <a:pt x="57" y="151"/>
                                      <a:pt x="58" y="151"/>
                                    </a:cubicBezTo>
                                    <a:cubicBezTo>
                                      <a:pt x="58" y="151"/>
                                      <a:pt x="59" y="151"/>
                                      <a:pt x="59" y="151"/>
                                    </a:cubicBezTo>
                                    <a:cubicBezTo>
                                      <a:pt x="59" y="151"/>
                                      <a:pt x="59" y="151"/>
                                      <a:pt x="59" y="151"/>
                                    </a:cubicBezTo>
                                    <a:cubicBezTo>
                                      <a:pt x="59" y="151"/>
                                      <a:pt x="60" y="151"/>
                                      <a:pt x="60" y="151"/>
                                    </a:cubicBezTo>
                                    <a:cubicBezTo>
                                      <a:pt x="60" y="151"/>
                                      <a:pt x="60" y="151"/>
                                      <a:pt x="60" y="151"/>
                                    </a:cubicBezTo>
                                    <a:cubicBezTo>
                                      <a:pt x="60" y="151"/>
                                      <a:pt x="60" y="151"/>
                                      <a:pt x="61" y="151"/>
                                    </a:cubicBezTo>
                                    <a:cubicBezTo>
                                      <a:pt x="61" y="151"/>
                                      <a:pt x="61" y="151"/>
                                      <a:pt x="62" y="151"/>
                                    </a:cubicBezTo>
                                    <a:cubicBezTo>
                                      <a:pt x="62" y="151"/>
                                      <a:pt x="62" y="151"/>
                                      <a:pt x="62" y="151"/>
                                    </a:cubicBezTo>
                                    <a:cubicBezTo>
                                      <a:pt x="62" y="151"/>
                                      <a:pt x="62" y="152"/>
                                      <a:pt x="63" y="152"/>
                                    </a:cubicBezTo>
                                    <a:cubicBezTo>
                                      <a:pt x="63" y="152"/>
                                      <a:pt x="63" y="152"/>
                                      <a:pt x="63" y="152"/>
                                    </a:cubicBezTo>
                                    <a:cubicBezTo>
                                      <a:pt x="63" y="152"/>
                                      <a:pt x="64" y="152"/>
                                      <a:pt x="64" y="152"/>
                                    </a:cubicBezTo>
                                    <a:cubicBezTo>
                                      <a:pt x="64" y="152"/>
                                      <a:pt x="64" y="152"/>
                                      <a:pt x="64" y="152"/>
                                    </a:cubicBezTo>
                                    <a:cubicBezTo>
                                      <a:pt x="64" y="152"/>
                                      <a:pt x="65" y="152"/>
                                      <a:pt x="65" y="152"/>
                                    </a:cubicBezTo>
                                    <a:cubicBezTo>
                                      <a:pt x="65" y="152"/>
                                      <a:pt x="66" y="152"/>
                                      <a:pt x="66" y="152"/>
                                    </a:cubicBezTo>
                                    <a:cubicBezTo>
                                      <a:pt x="66" y="152"/>
                                      <a:pt x="66" y="151"/>
                                      <a:pt x="66" y="151"/>
                                    </a:cubicBezTo>
                                    <a:cubicBezTo>
                                      <a:pt x="66" y="151"/>
                                      <a:pt x="67" y="151"/>
                                      <a:pt x="67" y="151"/>
                                    </a:cubicBezTo>
                                    <a:cubicBezTo>
                                      <a:pt x="68" y="151"/>
                                      <a:pt x="68" y="151"/>
                                      <a:pt x="68" y="151"/>
                                    </a:cubicBezTo>
                                    <a:cubicBezTo>
                                      <a:pt x="69" y="151"/>
                                      <a:pt x="69" y="151"/>
                                      <a:pt x="69" y="151"/>
                                    </a:cubicBezTo>
                                    <a:cubicBezTo>
                                      <a:pt x="69" y="151"/>
                                      <a:pt x="70" y="152"/>
                                      <a:pt x="70" y="152"/>
                                    </a:cubicBezTo>
                                    <a:cubicBezTo>
                                      <a:pt x="70" y="152"/>
                                      <a:pt x="70" y="152"/>
                                      <a:pt x="70" y="152"/>
                                    </a:cubicBezTo>
                                    <a:cubicBezTo>
                                      <a:pt x="70" y="152"/>
                                      <a:pt x="70" y="152"/>
                                      <a:pt x="71" y="152"/>
                                    </a:cubicBezTo>
                                    <a:cubicBezTo>
                                      <a:pt x="71" y="152"/>
                                      <a:pt x="71" y="152"/>
                                      <a:pt x="71" y="152"/>
                                    </a:cubicBezTo>
                                    <a:cubicBezTo>
                                      <a:pt x="71" y="151"/>
                                      <a:pt x="71" y="151"/>
                                      <a:pt x="72" y="151"/>
                                    </a:cubicBezTo>
                                    <a:cubicBezTo>
                                      <a:pt x="72" y="151"/>
                                      <a:pt x="72" y="152"/>
                                      <a:pt x="72" y="152"/>
                                    </a:cubicBezTo>
                                    <a:cubicBezTo>
                                      <a:pt x="72" y="152"/>
                                      <a:pt x="73" y="152"/>
                                      <a:pt x="73" y="151"/>
                                    </a:cubicBezTo>
                                    <a:cubicBezTo>
                                      <a:pt x="73" y="151"/>
                                      <a:pt x="73" y="151"/>
                                      <a:pt x="73" y="151"/>
                                    </a:cubicBezTo>
                                    <a:cubicBezTo>
                                      <a:pt x="74" y="151"/>
                                      <a:pt x="74" y="151"/>
                                      <a:pt x="74" y="150"/>
                                    </a:cubicBezTo>
                                    <a:cubicBezTo>
                                      <a:pt x="74" y="150"/>
                                      <a:pt x="74" y="150"/>
                                      <a:pt x="74" y="150"/>
                                    </a:cubicBezTo>
                                    <a:cubicBezTo>
                                      <a:pt x="74" y="150"/>
                                      <a:pt x="74" y="150"/>
                                      <a:pt x="74" y="150"/>
                                    </a:cubicBezTo>
                                    <a:cubicBezTo>
                                      <a:pt x="74" y="149"/>
                                      <a:pt x="75" y="149"/>
                                      <a:pt x="75" y="149"/>
                                    </a:cubicBezTo>
                                    <a:cubicBezTo>
                                      <a:pt x="75" y="149"/>
                                      <a:pt x="75" y="149"/>
                                      <a:pt x="75" y="149"/>
                                    </a:cubicBezTo>
                                    <a:cubicBezTo>
                                      <a:pt x="75" y="149"/>
                                      <a:pt x="75" y="149"/>
                                      <a:pt x="76" y="149"/>
                                    </a:cubicBezTo>
                                    <a:cubicBezTo>
                                      <a:pt x="76" y="148"/>
                                      <a:pt x="75" y="148"/>
                                      <a:pt x="76" y="147"/>
                                    </a:cubicBezTo>
                                    <a:cubicBezTo>
                                      <a:pt x="76" y="147"/>
                                      <a:pt x="76" y="147"/>
                                      <a:pt x="76" y="147"/>
                                    </a:cubicBezTo>
                                    <a:cubicBezTo>
                                      <a:pt x="76" y="146"/>
                                      <a:pt x="76" y="146"/>
                                      <a:pt x="76" y="146"/>
                                    </a:cubicBezTo>
                                    <a:cubicBezTo>
                                      <a:pt x="76" y="146"/>
                                      <a:pt x="76" y="145"/>
                                      <a:pt x="77" y="145"/>
                                    </a:cubicBezTo>
                                    <a:cubicBezTo>
                                      <a:pt x="77" y="145"/>
                                      <a:pt x="77" y="144"/>
                                      <a:pt x="78" y="144"/>
                                    </a:cubicBezTo>
                                    <a:cubicBezTo>
                                      <a:pt x="78" y="144"/>
                                      <a:pt x="79" y="144"/>
                                      <a:pt x="79" y="144"/>
                                    </a:cubicBezTo>
                                    <a:cubicBezTo>
                                      <a:pt x="79" y="144"/>
                                      <a:pt x="79" y="144"/>
                                      <a:pt x="80" y="144"/>
                                    </a:cubicBezTo>
                                    <a:cubicBezTo>
                                      <a:pt x="80" y="143"/>
                                      <a:pt x="80" y="143"/>
                                      <a:pt x="80" y="143"/>
                                    </a:cubicBezTo>
                                    <a:cubicBezTo>
                                      <a:pt x="80" y="143"/>
                                      <a:pt x="81" y="143"/>
                                      <a:pt x="81" y="143"/>
                                    </a:cubicBezTo>
                                    <a:cubicBezTo>
                                      <a:pt x="81" y="143"/>
                                      <a:pt x="81" y="143"/>
                                      <a:pt x="82" y="143"/>
                                    </a:cubicBezTo>
                                    <a:cubicBezTo>
                                      <a:pt x="82" y="143"/>
                                      <a:pt x="82" y="142"/>
                                      <a:pt x="82" y="142"/>
                                    </a:cubicBezTo>
                                    <a:cubicBezTo>
                                      <a:pt x="82" y="142"/>
                                      <a:pt x="83" y="142"/>
                                      <a:pt x="83" y="142"/>
                                    </a:cubicBezTo>
                                    <a:cubicBezTo>
                                      <a:pt x="83" y="142"/>
                                      <a:pt x="84" y="142"/>
                                      <a:pt x="84" y="141"/>
                                    </a:cubicBezTo>
                                    <a:cubicBezTo>
                                      <a:pt x="84" y="141"/>
                                      <a:pt x="85" y="141"/>
                                      <a:pt x="85" y="141"/>
                                    </a:cubicBezTo>
                                    <a:cubicBezTo>
                                      <a:pt x="85" y="141"/>
                                      <a:pt x="85" y="141"/>
                                      <a:pt x="86" y="140"/>
                                    </a:cubicBezTo>
                                    <a:cubicBezTo>
                                      <a:pt x="87" y="140"/>
                                      <a:pt x="87" y="140"/>
                                      <a:pt x="87" y="140"/>
                                    </a:cubicBezTo>
                                    <a:cubicBezTo>
                                      <a:pt x="87" y="139"/>
                                      <a:pt x="88" y="139"/>
                                      <a:pt x="88" y="139"/>
                                    </a:cubicBezTo>
                                    <a:cubicBezTo>
                                      <a:pt x="89" y="138"/>
                                      <a:pt x="89" y="138"/>
                                      <a:pt x="90" y="138"/>
                                    </a:cubicBezTo>
                                    <a:cubicBezTo>
                                      <a:pt x="90" y="138"/>
                                      <a:pt x="91" y="138"/>
                                      <a:pt x="91" y="138"/>
                                    </a:cubicBezTo>
                                    <a:cubicBezTo>
                                      <a:pt x="92" y="138"/>
                                      <a:pt x="92" y="138"/>
                                      <a:pt x="92" y="139"/>
                                    </a:cubicBezTo>
                                    <a:cubicBezTo>
                                      <a:pt x="93" y="139"/>
                                      <a:pt x="95" y="139"/>
                                      <a:pt x="95" y="138"/>
                                    </a:cubicBezTo>
                                    <a:cubicBezTo>
                                      <a:pt x="96" y="138"/>
                                      <a:pt x="98" y="138"/>
                                      <a:pt x="98" y="138"/>
                                    </a:cubicBezTo>
                                    <a:cubicBezTo>
                                      <a:pt x="99" y="138"/>
                                      <a:pt x="99" y="138"/>
                                      <a:pt x="100" y="138"/>
                                    </a:cubicBezTo>
                                    <a:cubicBezTo>
                                      <a:pt x="100" y="137"/>
                                      <a:pt x="101" y="137"/>
                                      <a:pt x="101" y="137"/>
                                    </a:cubicBezTo>
                                    <a:cubicBezTo>
                                      <a:pt x="101" y="137"/>
                                      <a:pt x="103" y="137"/>
                                      <a:pt x="103" y="137"/>
                                    </a:cubicBezTo>
                                    <a:cubicBezTo>
                                      <a:pt x="103" y="137"/>
                                      <a:pt x="104" y="136"/>
                                      <a:pt x="104" y="136"/>
                                    </a:cubicBezTo>
                                    <a:cubicBezTo>
                                      <a:pt x="105" y="136"/>
                                      <a:pt x="107" y="135"/>
                                      <a:pt x="107" y="135"/>
                                    </a:cubicBezTo>
                                    <a:cubicBezTo>
                                      <a:pt x="108" y="135"/>
                                      <a:pt x="109" y="134"/>
                                      <a:pt x="109" y="134"/>
                                    </a:cubicBezTo>
                                    <a:cubicBezTo>
                                      <a:pt x="109" y="134"/>
                                      <a:pt x="109" y="134"/>
                                      <a:pt x="109" y="134"/>
                                    </a:cubicBezTo>
                                    <a:cubicBezTo>
                                      <a:pt x="109" y="89"/>
                                      <a:pt x="109" y="89"/>
                                      <a:pt x="109" y="89"/>
                                    </a:cubicBezTo>
                                    <a:cubicBezTo>
                                      <a:pt x="109" y="8"/>
                                      <a:pt x="109" y="8"/>
                                      <a:pt x="109" y="8"/>
                                    </a:cubicBezTo>
                                    <a:cubicBezTo>
                                      <a:pt x="109" y="8"/>
                                      <a:pt x="108" y="8"/>
                                      <a:pt x="108" y="8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2" name="Freeform 738">
                                <a:extLst>
                                  <a:ext uri="{FF2B5EF4-FFF2-40B4-BE49-F238E27FC236}">
                                    <a16:creationId xmlns:a16="http://schemas.microsoft.com/office/drawing/2014/main" id="{D71EE06F-7255-57A8-A4F0-CD58DF16EF81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50375" y="5924550"/>
                                <a:ext cx="254000" cy="184150"/>
                              </a:xfrm>
                              <a:custGeom>
                                <a:avLst/>
                                <a:gdLst>
                                  <a:gd name="T0" fmla="*/ 29 w 61"/>
                                  <a:gd name="T1" fmla="*/ 38 h 44"/>
                                  <a:gd name="T2" fmla="*/ 29 w 61"/>
                                  <a:gd name="T3" fmla="*/ 38 h 44"/>
                                  <a:gd name="T4" fmla="*/ 29 w 61"/>
                                  <a:gd name="T5" fmla="*/ 39 h 44"/>
                                  <a:gd name="T6" fmla="*/ 29 w 61"/>
                                  <a:gd name="T7" fmla="*/ 37 h 44"/>
                                  <a:gd name="T8" fmla="*/ 29 w 61"/>
                                  <a:gd name="T9" fmla="*/ 37 h 44"/>
                                  <a:gd name="T10" fmla="*/ 30 w 61"/>
                                  <a:gd name="T11" fmla="*/ 37 h 44"/>
                                  <a:gd name="T12" fmla="*/ 30 w 61"/>
                                  <a:gd name="T13" fmla="*/ 37 h 44"/>
                                  <a:gd name="T14" fmla="*/ 49 w 61"/>
                                  <a:gd name="T15" fmla="*/ 24 h 44"/>
                                  <a:gd name="T16" fmla="*/ 48 w 61"/>
                                  <a:gd name="T17" fmla="*/ 20 h 44"/>
                                  <a:gd name="T18" fmla="*/ 45 w 61"/>
                                  <a:gd name="T19" fmla="*/ 16 h 44"/>
                                  <a:gd name="T20" fmla="*/ 43 w 61"/>
                                  <a:gd name="T21" fmla="*/ 17 h 44"/>
                                  <a:gd name="T22" fmla="*/ 40 w 61"/>
                                  <a:gd name="T23" fmla="*/ 17 h 44"/>
                                  <a:gd name="T24" fmla="*/ 34 w 61"/>
                                  <a:gd name="T25" fmla="*/ 17 h 44"/>
                                  <a:gd name="T26" fmla="*/ 28 w 61"/>
                                  <a:gd name="T27" fmla="*/ 15 h 44"/>
                                  <a:gd name="T28" fmla="*/ 27 w 61"/>
                                  <a:gd name="T29" fmla="*/ 17 h 44"/>
                                  <a:gd name="T30" fmla="*/ 23 w 61"/>
                                  <a:gd name="T31" fmla="*/ 15 h 44"/>
                                  <a:gd name="T32" fmla="*/ 18 w 61"/>
                                  <a:gd name="T33" fmla="*/ 11 h 44"/>
                                  <a:gd name="T34" fmla="*/ 15 w 61"/>
                                  <a:gd name="T35" fmla="*/ 6 h 44"/>
                                  <a:gd name="T36" fmla="*/ 11 w 61"/>
                                  <a:gd name="T37" fmla="*/ 6 h 44"/>
                                  <a:gd name="T38" fmla="*/ 9 w 61"/>
                                  <a:gd name="T39" fmla="*/ 3 h 44"/>
                                  <a:gd name="T40" fmla="*/ 4 w 61"/>
                                  <a:gd name="T41" fmla="*/ 2 h 44"/>
                                  <a:gd name="T42" fmla="*/ 0 w 61"/>
                                  <a:gd name="T43" fmla="*/ 0 h 44"/>
                                  <a:gd name="T44" fmla="*/ 3 w 61"/>
                                  <a:gd name="T45" fmla="*/ 37 h 44"/>
                                  <a:gd name="T46" fmla="*/ 7 w 61"/>
                                  <a:gd name="T47" fmla="*/ 36 h 44"/>
                                  <a:gd name="T48" fmla="*/ 10 w 61"/>
                                  <a:gd name="T49" fmla="*/ 37 h 44"/>
                                  <a:gd name="T50" fmla="*/ 15 w 61"/>
                                  <a:gd name="T51" fmla="*/ 40 h 44"/>
                                  <a:gd name="T52" fmla="*/ 19 w 61"/>
                                  <a:gd name="T53" fmla="*/ 40 h 44"/>
                                  <a:gd name="T54" fmla="*/ 21 w 61"/>
                                  <a:gd name="T55" fmla="*/ 38 h 44"/>
                                  <a:gd name="T56" fmla="*/ 25 w 61"/>
                                  <a:gd name="T57" fmla="*/ 36 h 44"/>
                                  <a:gd name="T58" fmla="*/ 23 w 61"/>
                                  <a:gd name="T59" fmla="*/ 35 h 44"/>
                                  <a:gd name="T60" fmla="*/ 26 w 61"/>
                                  <a:gd name="T61" fmla="*/ 33 h 44"/>
                                  <a:gd name="T62" fmla="*/ 28 w 61"/>
                                  <a:gd name="T63" fmla="*/ 36 h 44"/>
                                  <a:gd name="T64" fmla="*/ 27 w 61"/>
                                  <a:gd name="T65" fmla="*/ 38 h 44"/>
                                  <a:gd name="T66" fmla="*/ 29 w 61"/>
                                  <a:gd name="T67" fmla="*/ 37 h 44"/>
                                  <a:gd name="T68" fmla="*/ 31 w 61"/>
                                  <a:gd name="T69" fmla="*/ 36 h 44"/>
                                  <a:gd name="T70" fmla="*/ 31 w 61"/>
                                  <a:gd name="T71" fmla="*/ 39 h 44"/>
                                  <a:gd name="T72" fmla="*/ 34 w 61"/>
                                  <a:gd name="T73" fmla="*/ 42 h 44"/>
                                  <a:gd name="T74" fmla="*/ 35 w 61"/>
                                  <a:gd name="T75" fmla="*/ 41 h 44"/>
                                  <a:gd name="T76" fmla="*/ 37 w 61"/>
                                  <a:gd name="T77" fmla="*/ 44 h 44"/>
                                  <a:gd name="T78" fmla="*/ 37 w 61"/>
                                  <a:gd name="T79" fmla="*/ 42 h 44"/>
                                  <a:gd name="T80" fmla="*/ 37 w 61"/>
                                  <a:gd name="T81" fmla="*/ 42 h 44"/>
                                  <a:gd name="T82" fmla="*/ 36 w 61"/>
                                  <a:gd name="T83" fmla="*/ 40 h 44"/>
                                  <a:gd name="T84" fmla="*/ 39 w 61"/>
                                  <a:gd name="T85" fmla="*/ 40 h 44"/>
                                  <a:gd name="T86" fmla="*/ 44 w 61"/>
                                  <a:gd name="T87" fmla="*/ 36 h 44"/>
                                  <a:gd name="T88" fmla="*/ 44 w 61"/>
                                  <a:gd name="T89" fmla="*/ 34 h 44"/>
                                  <a:gd name="T90" fmla="*/ 46 w 61"/>
                                  <a:gd name="T91" fmla="*/ 33 h 44"/>
                                  <a:gd name="T92" fmla="*/ 49 w 61"/>
                                  <a:gd name="T93" fmla="*/ 32 h 44"/>
                                  <a:gd name="T94" fmla="*/ 55 w 61"/>
                                  <a:gd name="T95" fmla="*/ 32 h 44"/>
                                  <a:gd name="T96" fmla="*/ 59 w 61"/>
                                  <a:gd name="T97" fmla="*/ 31 h 44"/>
                                  <a:gd name="T98" fmla="*/ 60 w 61"/>
                                  <a:gd name="T99" fmla="*/ 30 h 4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</a:cxnLst>
                                <a:rect l="0" t="0" r="r" b="b"/>
                                <a:pathLst>
                                  <a:path w="61" h="44">
                                    <a:moveTo>
                                      <a:pt x="29" y="39"/>
                                    </a:move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lose/>
                                    <a:moveTo>
                                      <a:pt x="30" y="36"/>
                                    </a:moveTo>
                                    <a:cubicBezTo>
                                      <a:pt x="30" y="36"/>
                                      <a:pt x="30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1" y="37"/>
                                      <a:pt x="31" y="37"/>
                                      <a:pt x="31" y="37"/>
                                    </a:cubicBezTo>
                                    <a:cubicBezTo>
                                      <a:pt x="31" y="37"/>
                                      <a:pt x="31" y="37"/>
                                      <a:pt x="31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6"/>
                                      <a:pt x="30" y="36"/>
                                    </a:cubicBezTo>
                                    <a:close/>
                                    <a:moveTo>
                                      <a:pt x="58" y="28"/>
                                    </a:moveTo>
                                    <a:cubicBezTo>
                                      <a:pt x="58" y="28"/>
                                      <a:pt x="56" y="27"/>
                                      <a:pt x="56" y="27"/>
                                    </a:cubicBezTo>
                                    <a:cubicBezTo>
                                      <a:pt x="55" y="27"/>
                                      <a:pt x="49" y="24"/>
                                      <a:pt x="49" y="24"/>
                                    </a:cubicBezTo>
                                    <a:cubicBezTo>
                                      <a:pt x="49" y="24"/>
                                      <a:pt x="49" y="24"/>
                                      <a:pt x="49" y="24"/>
                                    </a:cubicBezTo>
                                    <a:cubicBezTo>
                                      <a:pt x="49" y="24"/>
                                      <a:pt x="49" y="23"/>
                                      <a:pt x="49" y="23"/>
                                    </a:cubicBezTo>
                                    <a:cubicBezTo>
                                      <a:pt x="49" y="23"/>
                                      <a:pt x="49" y="22"/>
                                      <a:pt x="49" y="22"/>
                                    </a:cubicBezTo>
                                    <a:cubicBezTo>
                                      <a:pt x="49" y="22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20"/>
                                      <a:pt x="48" y="19"/>
                                      <a:pt x="48" y="18"/>
                                    </a:cubicBezTo>
                                    <a:cubicBezTo>
                                      <a:pt x="48" y="18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6" y="16"/>
                                      <a:pt x="46" y="16"/>
                                    </a:cubicBezTo>
                                    <a:cubicBezTo>
                                      <a:pt x="46" y="16"/>
                                      <a:pt x="45" y="16"/>
                                      <a:pt x="45" y="16"/>
                                    </a:cubicBezTo>
                                    <a:cubicBezTo>
                                      <a:pt x="45" y="17"/>
                                      <a:pt x="45" y="17"/>
                                      <a:pt x="45" y="17"/>
                                    </a:cubicBezTo>
                                    <a:cubicBezTo>
                                      <a:pt x="45" y="17"/>
                                      <a:pt x="44" y="16"/>
                                      <a:pt x="44" y="16"/>
                                    </a:cubicBezTo>
                                    <a:cubicBezTo>
                                      <a:pt x="44" y="16"/>
                                      <a:pt x="44" y="16"/>
                                      <a:pt x="43" y="17"/>
                                    </a:cubicBezTo>
                                    <a:cubicBezTo>
                                      <a:pt x="43" y="17"/>
                                      <a:pt x="43" y="17"/>
                                      <a:pt x="43" y="17"/>
                                    </a:cubicBezTo>
                                    <a:cubicBezTo>
                                      <a:pt x="43" y="17"/>
                                      <a:pt x="42" y="17"/>
                                      <a:pt x="42" y="17"/>
                                    </a:cubicBezTo>
                                    <a:cubicBezTo>
                                      <a:pt x="42" y="17"/>
                                      <a:pt x="41" y="17"/>
                                      <a:pt x="41" y="17"/>
                                    </a:cubicBezTo>
                                    <a:cubicBezTo>
                                      <a:pt x="41" y="17"/>
                                      <a:pt x="41" y="18"/>
                                      <a:pt x="41" y="18"/>
                                    </a:cubicBezTo>
                                    <a:cubicBezTo>
                                      <a:pt x="41" y="18"/>
                                      <a:pt x="40" y="17"/>
                                      <a:pt x="40" y="17"/>
                                    </a:cubicBezTo>
                                    <a:cubicBezTo>
                                      <a:pt x="39" y="17"/>
                                      <a:pt x="39" y="16"/>
                                      <a:pt x="38" y="16"/>
                                    </a:cubicBezTo>
                                    <a:cubicBezTo>
                                      <a:pt x="38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7"/>
                                      <a:pt x="36" y="17"/>
                                      <a:pt x="36" y="17"/>
                                    </a:cubicBezTo>
                                    <a:cubicBezTo>
                                      <a:pt x="35" y="17"/>
                                      <a:pt x="34" y="17"/>
                                      <a:pt x="34" y="17"/>
                                    </a:cubicBezTo>
                                    <a:cubicBezTo>
                                      <a:pt x="34" y="17"/>
                                      <a:pt x="33" y="16"/>
                                      <a:pt x="32" y="16"/>
                                    </a:cubicBezTo>
                                    <a:cubicBezTo>
                                      <a:pt x="32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29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8" y="15"/>
                                      <a:pt x="28" y="15"/>
                                    </a:cubicBezTo>
                                    <a:cubicBezTo>
                                      <a:pt x="27" y="16"/>
                                      <a:pt x="27" y="16"/>
                                      <a:pt x="27" y="16"/>
                                    </a:cubicBezTo>
                                    <a:cubicBezTo>
                                      <a:pt x="27" y="16"/>
                                      <a:pt x="27" y="17"/>
                                      <a:pt x="27" y="17"/>
                                    </a:cubicBezTo>
                                    <a:cubicBezTo>
                                      <a:pt x="27" y="17"/>
                                      <a:pt x="27" y="17"/>
                                      <a:pt x="27" y="17"/>
                                    </a:cubicBezTo>
                                    <a:cubicBezTo>
                                      <a:pt x="27" y="17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5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2" y="14"/>
                                      <a:pt x="22" y="14"/>
                                    </a:cubicBezTo>
                                    <a:cubicBezTo>
                                      <a:pt x="21" y="14"/>
                                      <a:pt x="20" y="13"/>
                                      <a:pt x="20" y="12"/>
                                    </a:cubicBezTo>
                                    <a:cubicBezTo>
                                      <a:pt x="19" y="12"/>
                                      <a:pt x="18" y="12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7"/>
                                    </a:cubicBezTo>
                                    <a:cubicBezTo>
                                      <a:pt x="16" y="7"/>
                                      <a:pt x="16" y="6"/>
                                      <a:pt x="15" y="6"/>
                                    </a:cubicBezTo>
                                    <a:cubicBezTo>
                                      <a:pt x="15" y="6"/>
                                      <a:pt x="14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7"/>
                                      <a:pt x="11" y="6"/>
                                    </a:cubicBezTo>
                                    <a:cubicBezTo>
                                      <a:pt x="10" y="6"/>
                                      <a:pt x="10" y="5"/>
                                      <a:pt x="10" y="5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1"/>
                                      <a:pt x="7" y="2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3" y="2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0"/>
                                      <a:pt x="0" y="0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1" y="35"/>
                                      <a:pt x="1" y="35"/>
                                    </a:cubicBezTo>
                                    <a:cubicBezTo>
                                      <a:pt x="2" y="35"/>
                                      <a:pt x="2" y="36"/>
                                      <a:pt x="2" y="36"/>
                                    </a:cubicBezTo>
                                    <a:cubicBezTo>
                                      <a:pt x="3" y="37"/>
                                      <a:pt x="3" y="37"/>
                                      <a:pt x="3" y="37"/>
                                    </a:cubicBezTo>
                                    <a:cubicBezTo>
                                      <a:pt x="4" y="37"/>
                                      <a:pt x="4" y="37"/>
                                      <a:pt x="4" y="37"/>
                                    </a:cubicBezTo>
                                    <a:cubicBezTo>
                                      <a:pt x="4" y="37"/>
                                      <a:pt x="5" y="37"/>
                                      <a:pt x="5" y="36"/>
                                    </a:cubicBezTo>
                                    <a:cubicBezTo>
                                      <a:pt x="5" y="36"/>
                                      <a:pt x="5" y="36"/>
                                      <a:pt x="5" y="36"/>
                                    </a:cubicBezTo>
                                    <a:cubicBezTo>
                                      <a:pt x="6" y="36"/>
                                      <a:pt x="6" y="36"/>
                                      <a:pt x="7" y="36"/>
                                    </a:cubicBezTo>
                                    <a:cubicBezTo>
                                      <a:pt x="7" y="36"/>
                                      <a:pt x="7" y="37"/>
                                      <a:pt x="8" y="37"/>
                                    </a:cubicBezTo>
                                    <a:cubicBezTo>
                                      <a:pt x="8" y="37"/>
                                      <a:pt x="8" y="37"/>
                                      <a:pt x="8" y="37"/>
                                    </a:cubicBezTo>
                                    <a:cubicBezTo>
                                      <a:pt x="9" y="37"/>
                                      <a:pt x="9" y="37"/>
                                      <a:pt x="9" y="37"/>
                                    </a:cubicBezTo>
                                    <a:cubicBezTo>
                                      <a:pt x="9" y="37"/>
                                      <a:pt x="10" y="37"/>
                                      <a:pt x="10" y="37"/>
                                    </a:cubicBezTo>
                                    <a:cubicBezTo>
                                      <a:pt x="11" y="37"/>
                                      <a:pt x="11" y="38"/>
                                      <a:pt x="12" y="38"/>
                                    </a:cubicBezTo>
                                    <a:cubicBezTo>
                                      <a:pt x="12" y="38"/>
                                      <a:pt x="13" y="39"/>
                                      <a:pt x="13" y="39"/>
                                    </a:cubicBezTo>
                                    <a:cubicBezTo>
                                      <a:pt x="13" y="39"/>
                                      <a:pt x="14" y="39"/>
                                      <a:pt x="14" y="40"/>
                                    </a:cubicBezTo>
                                    <a:cubicBezTo>
                                      <a:pt x="15" y="40"/>
                                      <a:pt x="15" y="40"/>
                                      <a:pt x="15" y="40"/>
                                    </a:cubicBezTo>
                                    <a:cubicBezTo>
                                      <a:pt x="15" y="41"/>
                                      <a:pt x="16" y="41"/>
                                      <a:pt x="16" y="41"/>
                                    </a:cubicBezTo>
                                    <a:cubicBezTo>
                                      <a:pt x="17" y="41"/>
                                      <a:pt x="17" y="41"/>
                                      <a:pt x="17" y="41"/>
                                    </a:cubicBezTo>
                                    <a:cubicBezTo>
                                      <a:pt x="18" y="42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9" y="40"/>
                                      <a:pt x="19" y="40"/>
                                    </a:cubicBezTo>
                                    <a:cubicBezTo>
                                      <a:pt x="19" y="40"/>
                                      <a:pt x="20" y="40"/>
                                      <a:pt x="20" y="40"/>
                                    </a:cubicBezTo>
                                    <a:cubicBezTo>
                                      <a:pt x="20" y="39"/>
                                      <a:pt x="20" y="39"/>
                                      <a:pt x="20" y="39"/>
                                    </a:cubicBezTo>
                                    <a:cubicBezTo>
                                      <a:pt x="20" y="39"/>
                                      <a:pt x="20" y="39"/>
                                      <a:pt x="21" y="39"/>
                                    </a:cubicBezTo>
                                    <a:cubicBezTo>
                                      <a:pt x="21" y="38"/>
                                      <a:pt x="21" y="38"/>
                                      <a:pt x="21" y="38"/>
                                    </a:cubicBezTo>
                                    <a:cubicBezTo>
                                      <a:pt x="21" y="38"/>
                                      <a:pt x="22" y="37"/>
                                      <a:pt x="22" y="37"/>
                                    </a:cubicBezTo>
                                    <a:cubicBezTo>
                                      <a:pt x="22" y="37"/>
                                      <a:pt x="23" y="36"/>
                                      <a:pt x="23" y="36"/>
                                    </a:cubicBezTo>
                                    <a:cubicBezTo>
                                      <a:pt x="24" y="36"/>
                                      <a:pt x="24" y="36"/>
                                      <a:pt x="25" y="36"/>
                                    </a:cubicBezTo>
                                    <a:cubicBezTo>
                                      <a:pt x="25" y="36"/>
                                      <a:pt x="25" y="36"/>
                                      <a:pt x="25" y="36"/>
                                    </a:cubicBezTo>
                                    <a:cubicBezTo>
                                      <a:pt x="25" y="35"/>
                                      <a:pt x="25" y="35"/>
                                      <a:pt x="25" y="35"/>
                                    </a:cubicBezTo>
                                    <a:cubicBezTo>
                                      <a:pt x="25" y="35"/>
                                      <a:pt x="25" y="35"/>
                                      <a:pt x="25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3" y="35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4"/>
                                      <a:pt x="25" y="34"/>
                                    </a:cubicBezTo>
                                    <a:cubicBezTo>
                                      <a:pt x="25" y="34"/>
                                      <a:pt x="25" y="34"/>
                                      <a:pt x="26" y="33"/>
                                    </a:cubicBezTo>
                                    <a:cubicBezTo>
                                      <a:pt x="26" y="33"/>
                                      <a:pt x="26" y="33"/>
                                      <a:pt x="26" y="33"/>
                                    </a:cubicBezTo>
                                    <a:cubicBezTo>
                                      <a:pt x="27" y="33"/>
                                      <a:pt x="27" y="33"/>
                                      <a:pt x="27" y="33"/>
                                    </a:cubicBezTo>
                                    <a:cubicBezTo>
                                      <a:pt x="27" y="33"/>
                                      <a:pt x="28" y="34"/>
                                      <a:pt x="28" y="34"/>
                                    </a:cubicBezTo>
                                    <a:cubicBezTo>
                                      <a:pt x="28" y="34"/>
                                      <a:pt x="28" y="35"/>
                                      <a:pt x="28" y="35"/>
                                    </a:cubicBezTo>
                                    <a:cubicBezTo>
                                      <a:pt x="28" y="35"/>
                                      <a:pt x="28" y="35"/>
                                      <a:pt x="28" y="36"/>
                                    </a:cubicBezTo>
                                    <a:cubicBezTo>
                                      <a:pt x="28" y="36"/>
                                      <a:pt x="27" y="36"/>
                                      <a:pt x="27" y="37"/>
                                    </a:cubicBezTo>
                                    <a:cubicBezTo>
                                      <a:pt x="27" y="37"/>
                                      <a:pt x="26" y="37"/>
                                      <a:pt x="26" y="37"/>
                                    </a:cubicBezTo>
                                    <a:cubicBezTo>
                                      <a:pt x="26" y="37"/>
                                      <a:pt x="26" y="37"/>
                                      <a:pt x="26" y="38"/>
                                    </a:cubicBezTo>
                                    <a:cubicBezTo>
                                      <a:pt x="27" y="38"/>
                                      <a:pt x="27" y="38"/>
                                      <a:pt x="27" y="38"/>
                                    </a:cubicBezTo>
                                    <a:cubicBezTo>
                                      <a:pt x="27" y="38"/>
                                      <a:pt x="27" y="38"/>
                                      <a:pt x="27" y="38"/>
                                    </a:cubicBezTo>
                                    <a:cubicBezTo>
                                      <a:pt x="27" y="38"/>
                                      <a:pt x="28" y="38"/>
                                      <a:pt x="28" y="38"/>
                                    </a:cubicBezTo>
                                    <a:cubicBezTo>
                                      <a:pt x="28" y="38"/>
                                      <a:pt x="28" y="37"/>
                                      <a:pt x="28" y="37"/>
                                    </a:cubicBezTo>
                                    <a:cubicBezTo>
                                      <a:pt x="28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6"/>
                                    </a:cubicBezTo>
                                    <a:cubicBezTo>
                                      <a:pt x="29" y="36"/>
                                      <a:pt x="29" y="36"/>
                                      <a:pt x="30" y="36"/>
                                    </a:cubicBezTo>
                                    <a:cubicBezTo>
                                      <a:pt x="30" y="36"/>
                                      <a:pt x="30" y="36"/>
                                      <a:pt x="30" y="36"/>
                                    </a:cubicBezTo>
                                    <a:cubicBezTo>
                                      <a:pt x="31" y="36"/>
                                      <a:pt x="31" y="36"/>
                                      <a:pt x="31" y="36"/>
                                    </a:cubicBezTo>
                                    <a:cubicBezTo>
                                      <a:pt x="31" y="36"/>
                                      <a:pt x="31" y="37"/>
                                      <a:pt x="31" y="37"/>
                                    </a:cubicBezTo>
                                    <a:cubicBezTo>
                                      <a:pt x="31" y="38"/>
                                      <a:pt x="30" y="38"/>
                                      <a:pt x="30" y="38"/>
                                    </a:cubicBezTo>
                                    <a:cubicBezTo>
                                      <a:pt x="30" y="38"/>
                                      <a:pt x="30" y="38"/>
                                      <a:pt x="31" y="39"/>
                                    </a:cubicBezTo>
                                    <a:cubicBezTo>
                                      <a:pt x="31" y="39"/>
                                      <a:pt x="31" y="39"/>
                                      <a:pt x="31" y="39"/>
                                    </a:cubicBezTo>
                                    <a:cubicBezTo>
                                      <a:pt x="31" y="40"/>
                                      <a:pt x="32" y="40"/>
                                      <a:pt x="32" y="40"/>
                                    </a:cubicBezTo>
                                    <a:cubicBezTo>
                                      <a:pt x="32" y="40"/>
                                      <a:pt x="33" y="40"/>
                                      <a:pt x="33" y="40"/>
                                    </a:cubicBezTo>
                                    <a:cubicBezTo>
                                      <a:pt x="33" y="40"/>
                                      <a:pt x="33" y="40"/>
                                      <a:pt x="33" y="41"/>
                                    </a:cubicBezTo>
                                    <a:cubicBezTo>
                                      <a:pt x="34" y="42"/>
                                      <a:pt x="34" y="42"/>
                                      <a:pt x="34" y="42"/>
                                    </a:cubicBezTo>
                                    <a:cubicBezTo>
                                      <a:pt x="34" y="42"/>
                                      <a:pt x="34" y="42"/>
                                      <a:pt x="34" y="41"/>
                                    </a:cubicBezTo>
                                    <a:cubicBezTo>
                                      <a:pt x="34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6" y="41"/>
                                      <a:pt x="36" y="41"/>
                                    </a:cubicBezTo>
                                    <a:cubicBezTo>
                                      <a:pt x="36" y="42"/>
                                      <a:pt x="36" y="42"/>
                                      <a:pt x="36" y="42"/>
                                    </a:cubicBezTo>
                                    <a:cubicBezTo>
                                      <a:pt x="36" y="42"/>
                                      <a:pt x="36" y="43"/>
                                      <a:pt x="37" y="43"/>
                                    </a:cubicBezTo>
                                    <a:cubicBezTo>
                                      <a:pt x="37" y="43"/>
                                      <a:pt x="37" y="44"/>
                                      <a:pt x="37" y="44"/>
                                    </a:cubicBezTo>
                                    <a:cubicBezTo>
                                      <a:pt x="37" y="44"/>
                                      <a:pt x="38" y="44"/>
                                      <a:pt x="38" y="43"/>
                                    </a:cubicBezTo>
                                    <a:cubicBezTo>
                                      <a:pt x="38" y="43"/>
                                      <a:pt x="38" y="43"/>
                                      <a:pt x="38" y="43"/>
                                    </a:cubicBezTo>
                                    <a:cubicBezTo>
                                      <a:pt x="38" y="43"/>
                                      <a:pt x="37" y="43"/>
                                      <a:pt x="37" y="42"/>
                                    </a:cubicBezTo>
                                    <a:cubicBezTo>
                                      <a:pt x="37" y="42"/>
                                      <a:pt x="37" y="42"/>
                                      <a:pt x="37" y="42"/>
                                    </a:cubicBezTo>
                                    <a:cubicBezTo>
                                      <a:pt x="38" y="41"/>
                                      <a:pt x="38" y="41"/>
                                      <a:pt x="38" y="41"/>
                                    </a:cubicBezTo>
                                    <a:cubicBezTo>
                                      <a:pt x="38" y="41"/>
                                      <a:pt x="37" y="41"/>
                                      <a:pt x="37" y="41"/>
                                    </a:cubicBezTo>
                                    <a:cubicBezTo>
                                      <a:pt x="37" y="41"/>
                                      <a:pt x="37" y="41"/>
                                      <a:pt x="37" y="41"/>
                                    </a:cubicBezTo>
                                    <a:cubicBezTo>
                                      <a:pt x="37" y="41"/>
                                      <a:pt x="37" y="41"/>
                                      <a:pt x="37" y="42"/>
                                    </a:cubicBezTo>
                                    <a:cubicBezTo>
                                      <a:pt x="37" y="42"/>
                                      <a:pt x="36" y="42"/>
                                      <a:pt x="36" y="42"/>
                                    </a:cubicBezTo>
                                    <a:cubicBezTo>
                                      <a:pt x="36" y="42"/>
                                      <a:pt x="36" y="41"/>
                                      <a:pt x="36" y="41"/>
                                    </a:cubicBezTo>
                                    <a:cubicBezTo>
                                      <a:pt x="36" y="41"/>
                                      <a:pt x="36" y="41"/>
                                      <a:pt x="36" y="41"/>
                                    </a:cubicBezTo>
                                    <a:cubicBezTo>
                                      <a:pt x="35" y="41"/>
                                      <a:pt x="36" y="40"/>
                                      <a:pt x="36" y="40"/>
                                    </a:cubicBezTo>
                                    <a:cubicBezTo>
                                      <a:pt x="36" y="40"/>
                                      <a:pt x="36" y="40"/>
                                      <a:pt x="37" y="40"/>
                                    </a:cubicBezTo>
                                    <a:cubicBezTo>
                                      <a:pt x="37" y="40"/>
                                      <a:pt x="37" y="40"/>
                                      <a:pt x="38" y="40"/>
                                    </a:cubicBezTo>
                                    <a:cubicBezTo>
                                      <a:pt x="38" y="40"/>
                                      <a:pt x="38" y="40"/>
                                      <a:pt x="38" y="40"/>
                                    </a:cubicBezTo>
                                    <a:cubicBezTo>
                                      <a:pt x="38" y="40"/>
                                      <a:pt x="39" y="40"/>
                                      <a:pt x="39" y="40"/>
                                    </a:cubicBezTo>
                                    <a:cubicBezTo>
                                      <a:pt x="40" y="40"/>
                                      <a:pt x="40" y="40"/>
                                      <a:pt x="40" y="40"/>
                                    </a:cubicBezTo>
                                    <a:cubicBezTo>
                                      <a:pt x="40" y="39"/>
                                      <a:pt x="41" y="39"/>
                                      <a:pt x="41" y="39"/>
                                    </a:cubicBezTo>
                                    <a:cubicBezTo>
                                      <a:pt x="41" y="39"/>
                                      <a:pt x="42" y="38"/>
                                      <a:pt x="42" y="38"/>
                                    </a:cubicBezTo>
                                    <a:cubicBezTo>
                                      <a:pt x="42" y="37"/>
                                      <a:pt x="44" y="36"/>
                                      <a:pt x="44" y="36"/>
                                    </a:cubicBezTo>
                                    <a:cubicBezTo>
                                      <a:pt x="44" y="35"/>
                                      <a:pt x="45" y="35"/>
                                      <a:pt x="45" y="35"/>
                                    </a:cubicBezTo>
                                    <a:cubicBezTo>
                                      <a:pt x="45" y="35"/>
                                      <a:pt x="45" y="34"/>
                                      <a:pt x="45" y="34"/>
                                    </a:cubicBezTo>
                                    <a:cubicBezTo>
                                      <a:pt x="45" y="34"/>
                                      <a:pt x="44" y="35"/>
                                      <a:pt x="44" y="34"/>
                                    </a:cubicBezTo>
                                    <a:cubicBezTo>
                                      <a:pt x="44" y="34"/>
                                      <a:pt x="44" y="34"/>
                                      <a:pt x="44" y="34"/>
                                    </a:cubicBezTo>
                                    <a:cubicBezTo>
                                      <a:pt x="44" y="34"/>
                                      <a:pt x="45" y="34"/>
                                      <a:pt x="45" y="34"/>
                                    </a:cubicBezTo>
                                    <a:cubicBezTo>
                                      <a:pt x="45" y="34"/>
                                      <a:pt x="46" y="34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7" y="33"/>
                                      <a:pt x="47" y="33"/>
                                    </a:cubicBezTo>
                                    <a:cubicBezTo>
                                      <a:pt x="48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49" y="33"/>
                                      <a:pt x="49" y="32"/>
                                      <a:pt x="49" y="32"/>
                                    </a:cubicBezTo>
                                    <a:cubicBezTo>
                                      <a:pt x="50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4" y="32"/>
                                      <a:pt x="54" y="32"/>
                                    </a:cubicBezTo>
                                    <a:cubicBezTo>
                                      <a:pt x="54" y="32"/>
                                      <a:pt x="54" y="32"/>
                                      <a:pt x="54" y="32"/>
                                    </a:cubicBezTo>
                                    <a:cubicBezTo>
                                      <a:pt x="55" y="32"/>
                                      <a:pt x="55" y="32"/>
                                      <a:pt x="55" y="32"/>
                                    </a:cubicBezTo>
                                    <a:cubicBezTo>
                                      <a:pt x="55" y="32"/>
                                      <a:pt x="55" y="32"/>
                                      <a:pt x="55" y="32"/>
                                    </a:cubicBezTo>
                                    <a:cubicBezTo>
                                      <a:pt x="56" y="32"/>
                                      <a:pt x="57" y="32"/>
                                      <a:pt x="58" y="32"/>
                                    </a:cubicBezTo>
                                    <a:cubicBezTo>
                                      <a:pt x="58" y="32"/>
                                      <a:pt x="58" y="32"/>
                                      <a:pt x="58" y="32"/>
                                    </a:cubicBezTo>
                                    <a:cubicBezTo>
                                      <a:pt x="59" y="32"/>
                                      <a:pt x="59" y="31"/>
                                      <a:pt x="59" y="31"/>
                                    </a:cubicBezTo>
                                    <a:cubicBezTo>
                                      <a:pt x="60" y="31"/>
                                      <a:pt x="60" y="31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1" y="30"/>
                                      <a:pt x="61" y="30"/>
                                    </a:cubicBezTo>
                                    <a:cubicBezTo>
                                      <a:pt x="61" y="30"/>
                                      <a:pt x="60" y="29"/>
                                      <a:pt x="60" y="29"/>
                                    </a:cubicBezTo>
                                    <a:cubicBezTo>
                                      <a:pt x="60" y="29"/>
                                      <a:pt x="59" y="28"/>
                                      <a:pt x="58" y="28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3" name="Freeform 739">
                                <a:extLst>
                                  <a:ext uri="{FF2B5EF4-FFF2-40B4-BE49-F238E27FC236}">
                                    <a16:creationId xmlns:a16="http://schemas.microsoft.com/office/drawing/2014/main" id="{82D77770-28B1-7256-DD17-2A5C24C6F74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263525" y="5208573"/>
                                <a:ext cx="441326" cy="563563"/>
                              </a:xfrm>
                              <a:custGeom>
                                <a:avLst/>
                                <a:gdLst>
                                  <a:gd name="T0" fmla="*/ 8 w 106"/>
                                  <a:gd name="T1" fmla="*/ 42 h 135"/>
                                  <a:gd name="T2" fmla="*/ 9 w 106"/>
                                  <a:gd name="T3" fmla="*/ 41 h 135"/>
                                  <a:gd name="T4" fmla="*/ 11 w 106"/>
                                  <a:gd name="T5" fmla="*/ 40 h 135"/>
                                  <a:gd name="T6" fmla="*/ 10 w 106"/>
                                  <a:gd name="T7" fmla="*/ 41 h 135"/>
                                  <a:gd name="T8" fmla="*/ 9 w 106"/>
                                  <a:gd name="T9" fmla="*/ 42 h 135"/>
                                  <a:gd name="T10" fmla="*/ 102 w 106"/>
                                  <a:gd name="T11" fmla="*/ 104 h 135"/>
                                  <a:gd name="T12" fmla="*/ 102 w 106"/>
                                  <a:gd name="T13" fmla="*/ 109 h 135"/>
                                  <a:gd name="T14" fmla="*/ 104 w 106"/>
                                  <a:gd name="T15" fmla="*/ 101 h 135"/>
                                  <a:gd name="T16" fmla="*/ 105 w 106"/>
                                  <a:gd name="T17" fmla="*/ 120 h 135"/>
                                  <a:gd name="T18" fmla="*/ 104 w 106"/>
                                  <a:gd name="T19" fmla="*/ 119 h 135"/>
                                  <a:gd name="T20" fmla="*/ 105 w 106"/>
                                  <a:gd name="T21" fmla="*/ 124 h 135"/>
                                  <a:gd name="T22" fmla="*/ 105 w 106"/>
                                  <a:gd name="T23" fmla="*/ 121 h 135"/>
                                  <a:gd name="T24" fmla="*/ 81 w 106"/>
                                  <a:gd name="T25" fmla="*/ 130 h 135"/>
                                  <a:gd name="T26" fmla="*/ 90 w 106"/>
                                  <a:gd name="T27" fmla="*/ 133 h 135"/>
                                  <a:gd name="T28" fmla="*/ 95 w 106"/>
                                  <a:gd name="T29" fmla="*/ 131 h 135"/>
                                  <a:gd name="T30" fmla="*/ 100 w 106"/>
                                  <a:gd name="T31" fmla="*/ 128 h 135"/>
                                  <a:gd name="T32" fmla="*/ 105 w 106"/>
                                  <a:gd name="T33" fmla="*/ 125 h 135"/>
                                  <a:gd name="T34" fmla="*/ 103 w 106"/>
                                  <a:gd name="T35" fmla="*/ 121 h 135"/>
                                  <a:gd name="T36" fmla="*/ 103 w 106"/>
                                  <a:gd name="T37" fmla="*/ 117 h 135"/>
                                  <a:gd name="T38" fmla="*/ 102 w 106"/>
                                  <a:gd name="T39" fmla="*/ 112 h 135"/>
                                  <a:gd name="T40" fmla="*/ 101 w 106"/>
                                  <a:gd name="T41" fmla="*/ 108 h 135"/>
                                  <a:gd name="T42" fmla="*/ 98 w 106"/>
                                  <a:gd name="T43" fmla="*/ 103 h 135"/>
                                  <a:gd name="T44" fmla="*/ 95 w 106"/>
                                  <a:gd name="T45" fmla="*/ 97 h 135"/>
                                  <a:gd name="T46" fmla="*/ 89 w 106"/>
                                  <a:gd name="T47" fmla="*/ 94 h 135"/>
                                  <a:gd name="T48" fmla="*/ 89 w 106"/>
                                  <a:gd name="T49" fmla="*/ 91 h 135"/>
                                  <a:gd name="T50" fmla="*/ 87 w 106"/>
                                  <a:gd name="T51" fmla="*/ 88 h 135"/>
                                  <a:gd name="T52" fmla="*/ 86 w 106"/>
                                  <a:gd name="T53" fmla="*/ 84 h 135"/>
                                  <a:gd name="T54" fmla="*/ 85 w 106"/>
                                  <a:gd name="T55" fmla="*/ 84 h 135"/>
                                  <a:gd name="T56" fmla="*/ 82 w 106"/>
                                  <a:gd name="T57" fmla="*/ 82 h 135"/>
                                  <a:gd name="T58" fmla="*/ 81 w 106"/>
                                  <a:gd name="T59" fmla="*/ 84 h 135"/>
                                  <a:gd name="T60" fmla="*/ 78 w 106"/>
                                  <a:gd name="T61" fmla="*/ 81 h 135"/>
                                  <a:gd name="T62" fmla="*/ 77 w 106"/>
                                  <a:gd name="T63" fmla="*/ 77 h 135"/>
                                  <a:gd name="T64" fmla="*/ 76 w 106"/>
                                  <a:gd name="T65" fmla="*/ 73 h 135"/>
                                  <a:gd name="T66" fmla="*/ 73 w 106"/>
                                  <a:gd name="T67" fmla="*/ 71 h 135"/>
                                  <a:gd name="T68" fmla="*/ 73 w 106"/>
                                  <a:gd name="T69" fmla="*/ 68 h 135"/>
                                  <a:gd name="T70" fmla="*/ 70 w 106"/>
                                  <a:gd name="T71" fmla="*/ 67 h 135"/>
                                  <a:gd name="T72" fmla="*/ 66 w 106"/>
                                  <a:gd name="T73" fmla="*/ 65 h 135"/>
                                  <a:gd name="T74" fmla="*/ 62 w 106"/>
                                  <a:gd name="T75" fmla="*/ 61 h 135"/>
                                  <a:gd name="T76" fmla="*/ 56 w 106"/>
                                  <a:gd name="T77" fmla="*/ 58 h 135"/>
                                  <a:gd name="T78" fmla="*/ 54 w 106"/>
                                  <a:gd name="T79" fmla="*/ 53 h 135"/>
                                  <a:gd name="T80" fmla="*/ 54 w 106"/>
                                  <a:gd name="T81" fmla="*/ 47 h 135"/>
                                  <a:gd name="T82" fmla="*/ 51 w 106"/>
                                  <a:gd name="T83" fmla="*/ 42 h 135"/>
                                  <a:gd name="T84" fmla="*/ 50 w 106"/>
                                  <a:gd name="T85" fmla="*/ 36 h 135"/>
                                  <a:gd name="T86" fmla="*/ 50 w 106"/>
                                  <a:gd name="T87" fmla="*/ 30 h 135"/>
                                  <a:gd name="T88" fmla="*/ 45 w 106"/>
                                  <a:gd name="T89" fmla="*/ 27 h 135"/>
                                  <a:gd name="T90" fmla="*/ 42 w 106"/>
                                  <a:gd name="T91" fmla="*/ 25 h 135"/>
                                  <a:gd name="T92" fmla="*/ 38 w 106"/>
                                  <a:gd name="T93" fmla="*/ 23 h 135"/>
                                  <a:gd name="T94" fmla="*/ 37 w 106"/>
                                  <a:gd name="T95" fmla="*/ 18 h 135"/>
                                  <a:gd name="T96" fmla="*/ 36 w 106"/>
                                  <a:gd name="T97" fmla="*/ 13 h 135"/>
                                  <a:gd name="T98" fmla="*/ 34 w 106"/>
                                  <a:gd name="T99" fmla="*/ 9 h 135"/>
                                  <a:gd name="T100" fmla="*/ 32 w 106"/>
                                  <a:gd name="T101" fmla="*/ 2 h 135"/>
                                  <a:gd name="T102" fmla="*/ 29 w 106"/>
                                  <a:gd name="T103" fmla="*/ 2 h 135"/>
                                  <a:gd name="T104" fmla="*/ 27 w 106"/>
                                  <a:gd name="T105" fmla="*/ 7 h 135"/>
                                  <a:gd name="T106" fmla="*/ 26 w 106"/>
                                  <a:gd name="T107" fmla="*/ 9 h 135"/>
                                  <a:gd name="T108" fmla="*/ 25 w 106"/>
                                  <a:gd name="T109" fmla="*/ 13 h 135"/>
                                  <a:gd name="T110" fmla="*/ 25 w 106"/>
                                  <a:gd name="T111" fmla="*/ 15 h 135"/>
                                  <a:gd name="T112" fmla="*/ 23 w 106"/>
                                  <a:gd name="T113" fmla="*/ 21 h 135"/>
                                  <a:gd name="T114" fmla="*/ 24 w 106"/>
                                  <a:gd name="T115" fmla="*/ 28 h 135"/>
                                  <a:gd name="T116" fmla="*/ 23 w 106"/>
                                  <a:gd name="T117" fmla="*/ 36 h 135"/>
                                  <a:gd name="T118" fmla="*/ 20 w 106"/>
                                  <a:gd name="T119" fmla="*/ 44 h 135"/>
                                  <a:gd name="T120" fmla="*/ 13 w 106"/>
                                  <a:gd name="T121" fmla="*/ 49 h 135"/>
                                  <a:gd name="T122" fmla="*/ 7 w 106"/>
                                  <a:gd name="T123" fmla="*/ 44 h 135"/>
                                  <a:gd name="T124" fmla="*/ 0 w 106"/>
                                  <a:gd name="T125" fmla="*/ 110 h 135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  <a:cxn ang="0">
                                    <a:pos x="T124" y="T125"/>
                                  </a:cxn>
                                </a:cxnLst>
                                <a:rect l="0" t="0" r="r" b="b"/>
                                <a:pathLst>
                                  <a:path w="106" h="135">
                                    <a:moveTo>
                                      <a:pt x="9" y="42"/>
                                    </a:move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3"/>
                                      <a:pt x="8" y="43"/>
                                    </a:cubicBezTo>
                                    <a:cubicBezTo>
                                      <a:pt x="8" y="43"/>
                                      <a:pt x="8" y="43"/>
                                      <a:pt x="8" y="43"/>
                                    </a:cubicBezTo>
                                    <a:cubicBezTo>
                                      <a:pt x="8" y="43"/>
                                      <a:pt x="8" y="43"/>
                                      <a:pt x="8" y="43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3"/>
                                      <a:pt x="8" y="43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1" y="40"/>
                                      <a:pt x="11" y="40"/>
                                    </a:cubicBezTo>
                                    <a:cubicBezTo>
                                      <a:pt x="11" y="40"/>
                                      <a:pt x="11" y="40"/>
                                      <a:pt x="11" y="40"/>
                                    </a:cubicBezTo>
                                    <a:cubicBezTo>
                                      <a:pt x="11" y="40"/>
                                      <a:pt x="11" y="40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2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lose/>
                                    <a:moveTo>
                                      <a:pt x="103" y="102"/>
                                    </a:moveTo>
                                    <a:cubicBezTo>
                                      <a:pt x="103" y="102"/>
                                      <a:pt x="104" y="102"/>
                                      <a:pt x="104" y="102"/>
                                    </a:cubicBezTo>
                                    <a:cubicBezTo>
                                      <a:pt x="103" y="103"/>
                                      <a:pt x="103" y="103"/>
                                      <a:pt x="103" y="103"/>
                                    </a:cubicBezTo>
                                    <a:cubicBezTo>
                                      <a:pt x="103" y="103"/>
                                      <a:pt x="103" y="103"/>
                                      <a:pt x="103" y="103"/>
                                    </a:cubicBezTo>
                                    <a:cubicBezTo>
                                      <a:pt x="103" y="103"/>
                                      <a:pt x="103" y="104"/>
                                      <a:pt x="103" y="104"/>
                                    </a:cubicBezTo>
                                    <a:cubicBezTo>
                                      <a:pt x="103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5"/>
                                    </a:cubicBezTo>
                                    <a:cubicBezTo>
                                      <a:pt x="102" y="105"/>
                                      <a:pt x="102" y="105"/>
                                      <a:pt x="102" y="105"/>
                                    </a:cubicBezTo>
                                    <a:cubicBezTo>
                                      <a:pt x="102" y="106"/>
                                      <a:pt x="102" y="106"/>
                                      <a:pt x="102" y="106"/>
                                    </a:cubicBezTo>
                                    <a:cubicBezTo>
                                      <a:pt x="102" y="106"/>
                                      <a:pt x="102" y="106"/>
                                      <a:pt x="102" y="106"/>
                                    </a:cubicBezTo>
                                    <a:cubicBezTo>
                                      <a:pt x="102" y="107"/>
                                      <a:pt x="102" y="107"/>
                                      <a:pt x="102" y="107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2" y="109"/>
                                    </a:cubicBezTo>
                                    <a:cubicBezTo>
                                      <a:pt x="102" y="109"/>
                                      <a:pt x="102" y="109"/>
                                      <a:pt x="102" y="109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2" y="108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3" y="108"/>
                                    </a:cubicBezTo>
                                    <a:cubicBezTo>
                                      <a:pt x="103" y="107"/>
                                      <a:pt x="103" y="106"/>
                                      <a:pt x="103" y="106"/>
                                    </a:cubicBezTo>
                                    <a:cubicBezTo>
                                      <a:pt x="103" y="106"/>
                                      <a:pt x="103" y="105"/>
                                      <a:pt x="103" y="105"/>
                                    </a:cubicBezTo>
                                    <a:cubicBezTo>
                                      <a:pt x="103" y="105"/>
                                      <a:pt x="104" y="105"/>
                                      <a:pt x="104" y="105"/>
                                    </a:cubicBezTo>
                                    <a:cubicBezTo>
                                      <a:pt x="104" y="104"/>
                                      <a:pt x="104" y="103"/>
                                      <a:pt x="104" y="103"/>
                                    </a:cubicBezTo>
                                    <a:cubicBezTo>
                                      <a:pt x="104" y="102"/>
                                      <a:pt x="104" y="102"/>
                                      <a:pt x="104" y="102"/>
                                    </a:cubicBezTo>
                                    <a:cubicBezTo>
                                      <a:pt x="104" y="101"/>
                                      <a:pt x="104" y="101"/>
                                      <a:pt x="104" y="101"/>
                                    </a:cubicBezTo>
                                    <a:cubicBezTo>
                                      <a:pt x="104" y="101"/>
                                      <a:pt x="103" y="101"/>
                                      <a:pt x="103" y="101"/>
                                    </a:cubicBezTo>
                                    <a:cubicBezTo>
                                      <a:pt x="103" y="101"/>
                                      <a:pt x="103" y="101"/>
                                      <a:pt x="103" y="101"/>
                                    </a:cubicBezTo>
                                    <a:cubicBezTo>
                                      <a:pt x="103" y="101"/>
                                      <a:pt x="103" y="101"/>
                                      <a:pt x="103" y="102"/>
                                    </a:cubicBezTo>
                                    <a:cubicBezTo>
                                      <a:pt x="103" y="102"/>
                                      <a:pt x="103" y="102"/>
                                      <a:pt x="103" y="102"/>
                                    </a:cubicBezTo>
                                    <a:cubicBezTo>
                                      <a:pt x="103" y="102"/>
                                      <a:pt x="103" y="102"/>
                                      <a:pt x="103" y="102"/>
                                    </a:cubicBezTo>
                                    <a:close/>
                                    <a:moveTo>
                                      <a:pt x="104" y="119"/>
                                    </a:moveTo>
                                    <a:cubicBezTo>
                                      <a:pt x="104" y="119"/>
                                      <a:pt x="104" y="119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9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9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8"/>
                                      <a:pt x="105" y="118"/>
                                    </a:cubicBezTo>
                                    <a:cubicBezTo>
                                      <a:pt x="105" y="118"/>
                                      <a:pt x="105" y="118"/>
                                      <a:pt x="105" y="118"/>
                                    </a:cubicBezTo>
                                    <a:cubicBezTo>
                                      <a:pt x="105" y="118"/>
                                      <a:pt x="105" y="118"/>
                                      <a:pt x="104" y="119"/>
                                    </a:cubicBezTo>
                                    <a:close/>
                                    <a:moveTo>
                                      <a:pt x="105" y="121"/>
                                    </a:move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4" y="123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4"/>
                                    </a:cubicBezTo>
                                    <a:cubicBezTo>
                                      <a:pt x="105" y="124"/>
                                      <a:pt x="105" y="124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6" y="121"/>
                                    </a:cubicBezTo>
                                    <a:cubicBezTo>
                                      <a:pt x="106" y="121"/>
                                      <a:pt x="106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lose/>
                                    <a:moveTo>
                                      <a:pt x="74" y="133"/>
                                    </a:moveTo>
                                    <a:cubicBezTo>
                                      <a:pt x="75" y="133"/>
                                      <a:pt x="76" y="132"/>
                                      <a:pt x="76" y="132"/>
                                    </a:cubicBezTo>
                                    <a:cubicBezTo>
                                      <a:pt x="76" y="131"/>
                                      <a:pt x="77" y="131"/>
                                      <a:pt x="77" y="131"/>
                                    </a:cubicBezTo>
                                    <a:cubicBezTo>
                                      <a:pt x="77" y="130"/>
                                      <a:pt x="78" y="130"/>
                                      <a:pt x="78" y="130"/>
                                    </a:cubicBezTo>
                                    <a:cubicBezTo>
                                      <a:pt x="78" y="130"/>
                                      <a:pt x="79" y="130"/>
                                      <a:pt x="79" y="130"/>
                                    </a:cubicBezTo>
                                    <a:cubicBezTo>
                                      <a:pt x="80" y="130"/>
                                      <a:pt x="81" y="130"/>
                                      <a:pt x="81" y="130"/>
                                    </a:cubicBezTo>
                                    <a:cubicBezTo>
                                      <a:pt x="81" y="130"/>
                                      <a:pt x="83" y="130"/>
                                      <a:pt x="83" y="130"/>
                                    </a:cubicBezTo>
                                    <a:cubicBezTo>
                                      <a:pt x="83" y="130"/>
                                      <a:pt x="84" y="130"/>
                                      <a:pt x="84" y="130"/>
                                    </a:cubicBezTo>
                                    <a:cubicBezTo>
                                      <a:pt x="84" y="130"/>
                                      <a:pt x="85" y="130"/>
                                      <a:pt x="85" y="131"/>
                                    </a:cubicBezTo>
                                    <a:cubicBezTo>
                                      <a:pt x="86" y="131"/>
                                      <a:pt x="87" y="130"/>
                                      <a:pt x="87" y="130"/>
                                    </a:cubicBezTo>
                                    <a:cubicBezTo>
                                      <a:pt x="87" y="130"/>
                                      <a:pt x="88" y="131"/>
                                      <a:pt x="88" y="131"/>
                                    </a:cubicBezTo>
                                    <a:cubicBezTo>
                                      <a:pt x="88" y="131"/>
                                      <a:pt x="88" y="132"/>
                                      <a:pt x="89" y="132"/>
                                    </a:cubicBezTo>
                                    <a:cubicBezTo>
                                      <a:pt x="89" y="132"/>
                                      <a:pt x="89" y="132"/>
                                      <a:pt x="90" y="132"/>
                                    </a:cubicBezTo>
                                    <a:cubicBezTo>
                                      <a:pt x="90" y="133"/>
                                      <a:pt x="90" y="133"/>
                                      <a:pt x="90" y="133"/>
                                    </a:cubicBezTo>
                                    <a:cubicBezTo>
                                      <a:pt x="90" y="135"/>
                                      <a:pt x="90" y="135"/>
                                      <a:pt x="90" y="135"/>
                                    </a:cubicBezTo>
                                    <a:cubicBezTo>
                                      <a:pt x="90" y="135"/>
                                      <a:pt x="91" y="134"/>
                                      <a:pt x="92" y="133"/>
                                    </a:cubicBezTo>
                                    <a:cubicBezTo>
                                      <a:pt x="92" y="133"/>
                                      <a:pt x="92" y="133"/>
                                      <a:pt x="92" y="133"/>
                                    </a:cubicBezTo>
                                    <a:cubicBezTo>
                                      <a:pt x="92" y="133"/>
                                      <a:pt x="92" y="132"/>
                                      <a:pt x="93" y="132"/>
                                    </a:cubicBezTo>
                                    <a:cubicBezTo>
                                      <a:pt x="93" y="132"/>
                                      <a:pt x="93" y="133"/>
                                      <a:pt x="93" y="133"/>
                                    </a:cubicBezTo>
                                    <a:cubicBezTo>
                                      <a:pt x="94" y="133"/>
                                      <a:pt x="94" y="133"/>
                                      <a:pt x="95" y="133"/>
                                    </a:cubicBezTo>
                                    <a:cubicBezTo>
                                      <a:pt x="95" y="132"/>
                                      <a:pt x="95" y="132"/>
                                      <a:pt x="95" y="132"/>
                                    </a:cubicBezTo>
                                    <a:cubicBezTo>
                                      <a:pt x="95" y="132"/>
                                      <a:pt x="95" y="131"/>
                                      <a:pt x="95" y="131"/>
                                    </a:cubicBezTo>
                                    <a:cubicBezTo>
                                      <a:pt x="95" y="130"/>
                                      <a:pt x="95" y="130"/>
                                      <a:pt x="95" y="130"/>
                                    </a:cubicBezTo>
                                    <a:cubicBezTo>
                                      <a:pt x="95" y="130"/>
                                      <a:pt x="95" y="129"/>
                                      <a:pt x="95" y="129"/>
                                    </a:cubicBezTo>
                                    <a:cubicBezTo>
                                      <a:pt x="95" y="129"/>
                                      <a:pt x="96" y="129"/>
                                      <a:pt x="97" y="129"/>
                                    </a:cubicBezTo>
                                    <a:cubicBezTo>
                                      <a:pt x="97" y="129"/>
                                      <a:pt x="97" y="128"/>
                                      <a:pt x="98" y="128"/>
                                    </a:cubicBezTo>
                                    <a:cubicBezTo>
                                      <a:pt x="98" y="128"/>
                                      <a:pt x="98" y="128"/>
                                      <a:pt x="98" y="128"/>
                                    </a:cubicBezTo>
                                    <a:cubicBezTo>
                                      <a:pt x="99" y="128"/>
                                      <a:pt x="99" y="128"/>
                                      <a:pt x="99" y="128"/>
                                    </a:cubicBezTo>
                                    <a:cubicBezTo>
                                      <a:pt x="99" y="128"/>
                                      <a:pt x="99" y="128"/>
                                      <a:pt x="99" y="128"/>
                                    </a:cubicBezTo>
                                    <a:cubicBezTo>
                                      <a:pt x="99" y="127"/>
                                      <a:pt x="100" y="128"/>
                                      <a:pt x="100" y="128"/>
                                    </a:cubicBezTo>
                                    <a:cubicBezTo>
                                      <a:pt x="100" y="128"/>
                                      <a:pt x="101" y="128"/>
                                      <a:pt x="101" y="128"/>
                                    </a:cubicBezTo>
                                    <a:cubicBezTo>
                                      <a:pt x="102" y="128"/>
                                      <a:pt x="102" y="128"/>
                                      <a:pt x="102" y="128"/>
                                    </a:cubicBezTo>
                                    <a:cubicBezTo>
                                      <a:pt x="102" y="128"/>
                                      <a:pt x="103" y="128"/>
                                      <a:pt x="103" y="127"/>
                                    </a:cubicBezTo>
                                    <a:cubicBezTo>
                                      <a:pt x="103" y="127"/>
                                      <a:pt x="104" y="127"/>
                                      <a:pt x="104" y="127"/>
                                    </a:cubicBezTo>
                                    <a:cubicBezTo>
                                      <a:pt x="104" y="127"/>
                                      <a:pt x="105" y="127"/>
                                      <a:pt x="105" y="127"/>
                                    </a:cubicBezTo>
                                    <a:cubicBezTo>
                                      <a:pt x="105" y="127"/>
                                      <a:pt x="105" y="127"/>
                                      <a:pt x="105" y="127"/>
                                    </a:cubicBezTo>
                                    <a:cubicBezTo>
                                      <a:pt x="105" y="127"/>
                                      <a:pt x="105" y="126"/>
                                      <a:pt x="105" y="126"/>
                                    </a:cubicBezTo>
                                    <a:cubicBezTo>
                                      <a:pt x="105" y="126"/>
                                      <a:pt x="105" y="125"/>
                                      <a:pt x="105" y="125"/>
                                    </a:cubicBezTo>
                                    <a:cubicBezTo>
                                      <a:pt x="105" y="125"/>
                                      <a:pt x="105" y="125"/>
                                      <a:pt x="104" y="125"/>
                                    </a:cubicBezTo>
                                    <a:cubicBezTo>
                                      <a:pt x="104" y="125"/>
                                      <a:pt x="104" y="125"/>
                                      <a:pt x="104" y="125"/>
                                    </a:cubicBezTo>
                                    <a:cubicBezTo>
                                      <a:pt x="104" y="124"/>
                                      <a:pt x="104" y="124"/>
                                      <a:pt x="104" y="124"/>
                                    </a:cubicBezTo>
                                    <a:cubicBezTo>
                                      <a:pt x="104" y="124"/>
                                      <a:pt x="104" y="124"/>
                                      <a:pt x="104" y="124"/>
                                    </a:cubicBezTo>
                                    <a:cubicBezTo>
                                      <a:pt x="104" y="124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4" y="123"/>
                                      <a:pt x="104" y="123"/>
                                      <a:pt x="104" y="122"/>
                                    </a:cubicBezTo>
                                    <a:cubicBezTo>
                                      <a:pt x="104" y="122"/>
                                      <a:pt x="104" y="122"/>
                                      <a:pt x="103" y="122"/>
                                    </a:cubicBezTo>
                                    <a:cubicBezTo>
                                      <a:pt x="103" y="121"/>
                                      <a:pt x="103" y="121"/>
                                      <a:pt x="103" y="121"/>
                                    </a:cubicBezTo>
                                    <a:cubicBezTo>
                                      <a:pt x="103" y="121"/>
                                      <a:pt x="103" y="121"/>
                                      <a:pt x="102" y="120"/>
                                    </a:cubicBezTo>
                                    <a:cubicBezTo>
                                      <a:pt x="102" y="120"/>
                                      <a:pt x="102" y="120"/>
                                      <a:pt x="102" y="120"/>
                                    </a:cubicBezTo>
                                    <a:cubicBezTo>
                                      <a:pt x="102" y="119"/>
                                      <a:pt x="102" y="120"/>
                                      <a:pt x="102" y="119"/>
                                    </a:cubicBezTo>
                                    <a:cubicBezTo>
                                      <a:pt x="102" y="119"/>
                                      <a:pt x="102" y="119"/>
                                      <a:pt x="102" y="119"/>
                                    </a:cubicBezTo>
                                    <a:cubicBezTo>
                                      <a:pt x="102" y="119"/>
                                      <a:pt x="102" y="119"/>
                                      <a:pt x="103" y="119"/>
                                    </a:cubicBezTo>
                                    <a:cubicBezTo>
                                      <a:pt x="103" y="119"/>
                                      <a:pt x="103" y="118"/>
                                      <a:pt x="103" y="118"/>
                                    </a:cubicBezTo>
                                    <a:cubicBezTo>
                                      <a:pt x="103" y="118"/>
                                      <a:pt x="103" y="118"/>
                                      <a:pt x="103" y="118"/>
                                    </a:cubicBezTo>
                                    <a:cubicBezTo>
                                      <a:pt x="103" y="118"/>
                                      <a:pt x="103" y="117"/>
                                      <a:pt x="103" y="117"/>
                                    </a:cubicBezTo>
                                    <a:cubicBezTo>
                                      <a:pt x="103" y="117"/>
                                      <a:pt x="103" y="116"/>
                                      <a:pt x="103" y="116"/>
                                    </a:cubicBezTo>
                                    <a:cubicBezTo>
                                      <a:pt x="103" y="116"/>
                                      <a:pt x="103" y="115"/>
                                      <a:pt x="103" y="115"/>
                                    </a:cubicBezTo>
                                    <a:cubicBezTo>
                                      <a:pt x="102" y="115"/>
                                      <a:pt x="102" y="115"/>
                                      <a:pt x="102" y="115"/>
                                    </a:cubicBezTo>
                                    <a:cubicBezTo>
                                      <a:pt x="102" y="114"/>
                                      <a:pt x="102" y="114"/>
                                      <a:pt x="102" y="114"/>
                                    </a:cubicBezTo>
                                    <a:cubicBezTo>
                                      <a:pt x="102" y="114"/>
                                      <a:pt x="103" y="114"/>
                                      <a:pt x="103" y="113"/>
                                    </a:cubicBezTo>
                                    <a:cubicBezTo>
                                      <a:pt x="103" y="113"/>
                                      <a:pt x="103" y="113"/>
                                      <a:pt x="103" y="113"/>
                                    </a:cubicBezTo>
                                    <a:cubicBezTo>
                                      <a:pt x="102" y="113"/>
                                      <a:pt x="102" y="113"/>
                                      <a:pt x="102" y="113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3" y="112"/>
                                      <a:pt x="103" y="112"/>
                                      <a:pt x="103" y="112"/>
                                    </a:cubicBezTo>
                                    <a:cubicBezTo>
                                      <a:pt x="103" y="111"/>
                                      <a:pt x="103" y="111"/>
                                      <a:pt x="103" y="111"/>
                                    </a:cubicBezTo>
                                    <a:cubicBezTo>
                                      <a:pt x="103" y="111"/>
                                      <a:pt x="103" y="110"/>
                                      <a:pt x="103" y="110"/>
                                    </a:cubicBezTo>
                                    <a:cubicBezTo>
                                      <a:pt x="103" y="110"/>
                                      <a:pt x="103" y="110"/>
                                      <a:pt x="102" y="109"/>
                                    </a:cubicBezTo>
                                    <a:cubicBezTo>
                                      <a:pt x="102" y="109"/>
                                      <a:pt x="102" y="109"/>
                                      <a:pt x="102" y="109"/>
                                    </a:cubicBezTo>
                                    <a:cubicBezTo>
                                      <a:pt x="101" y="109"/>
                                      <a:pt x="101" y="108"/>
                                      <a:pt x="101" y="108"/>
                                    </a:cubicBezTo>
                                    <a:cubicBezTo>
                                      <a:pt x="101" y="108"/>
                                      <a:pt x="101" y="108"/>
                                      <a:pt x="101" y="108"/>
                                    </a:cubicBezTo>
                                    <a:cubicBezTo>
                                      <a:pt x="101" y="107"/>
                                      <a:pt x="101" y="106"/>
                                      <a:pt x="101" y="106"/>
                                    </a:cubicBezTo>
                                    <a:cubicBezTo>
                                      <a:pt x="101" y="106"/>
                                      <a:pt x="101" y="105"/>
                                      <a:pt x="101" y="105"/>
                                    </a:cubicBezTo>
                                    <a:cubicBezTo>
                                      <a:pt x="101" y="105"/>
                                      <a:pt x="101" y="105"/>
                                      <a:pt x="100" y="105"/>
                                    </a:cubicBezTo>
                                    <a:cubicBezTo>
                                      <a:pt x="100" y="105"/>
                                      <a:pt x="100" y="105"/>
                                      <a:pt x="100" y="105"/>
                                    </a:cubicBezTo>
                                    <a:cubicBezTo>
                                      <a:pt x="100" y="105"/>
                                      <a:pt x="100" y="104"/>
                                      <a:pt x="99" y="104"/>
                                    </a:cubicBezTo>
                                    <a:cubicBezTo>
                                      <a:pt x="99" y="104"/>
                                      <a:pt x="99" y="104"/>
                                      <a:pt x="99" y="103"/>
                                    </a:cubicBezTo>
                                    <a:cubicBezTo>
                                      <a:pt x="99" y="103"/>
                                      <a:pt x="99" y="103"/>
                                      <a:pt x="98" y="103"/>
                                    </a:cubicBezTo>
                                    <a:cubicBezTo>
                                      <a:pt x="98" y="103"/>
                                      <a:pt x="98" y="103"/>
                                      <a:pt x="98" y="103"/>
                                    </a:cubicBezTo>
                                    <a:cubicBezTo>
                                      <a:pt x="98" y="102"/>
                                      <a:pt x="98" y="102"/>
                                      <a:pt x="98" y="101"/>
                                    </a:cubicBezTo>
                                    <a:cubicBezTo>
                                      <a:pt x="98" y="101"/>
                                      <a:pt x="98" y="101"/>
                                      <a:pt x="98" y="101"/>
                                    </a:cubicBezTo>
                                    <a:cubicBezTo>
                                      <a:pt x="97" y="101"/>
                                      <a:pt x="97" y="101"/>
                                      <a:pt x="97" y="100"/>
                                    </a:cubicBezTo>
                                    <a:cubicBezTo>
                                      <a:pt x="96" y="100"/>
                                      <a:pt x="96" y="100"/>
                                      <a:pt x="96" y="100"/>
                                    </a:cubicBezTo>
                                    <a:cubicBezTo>
                                      <a:pt x="96" y="99"/>
                                      <a:pt x="96" y="99"/>
                                      <a:pt x="95" y="99"/>
                                    </a:cubicBezTo>
                                    <a:cubicBezTo>
                                      <a:pt x="95" y="99"/>
                                      <a:pt x="95" y="98"/>
                                      <a:pt x="95" y="98"/>
                                    </a:cubicBezTo>
                                    <a:cubicBezTo>
                                      <a:pt x="95" y="98"/>
                                      <a:pt x="95" y="98"/>
                                      <a:pt x="95" y="97"/>
                                    </a:cubicBezTo>
                                    <a:cubicBezTo>
                                      <a:pt x="94" y="97"/>
                                      <a:pt x="94" y="97"/>
                                      <a:pt x="94" y="96"/>
                                    </a:cubicBezTo>
                                    <a:cubicBezTo>
                                      <a:pt x="94" y="96"/>
                                      <a:pt x="93" y="96"/>
                                      <a:pt x="93" y="96"/>
                                    </a:cubicBezTo>
                                    <a:cubicBezTo>
                                      <a:pt x="93" y="96"/>
                                      <a:pt x="93" y="96"/>
                                      <a:pt x="93" y="96"/>
                                    </a:cubicBezTo>
                                    <a:cubicBezTo>
                                      <a:pt x="93" y="96"/>
                                      <a:pt x="92" y="96"/>
                                      <a:pt x="92" y="96"/>
                                    </a:cubicBezTo>
                                    <a:cubicBezTo>
                                      <a:pt x="92" y="96"/>
                                      <a:pt x="91" y="96"/>
                                      <a:pt x="91" y="96"/>
                                    </a:cubicBezTo>
                                    <a:cubicBezTo>
                                      <a:pt x="91" y="96"/>
                                      <a:pt x="91" y="95"/>
                                      <a:pt x="91" y="95"/>
                                    </a:cubicBezTo>
                                    <a:cubicBezTo>
                                      <a:pt x="91" y="95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4"/>
                                      <a:pt x="90" y="94"/>
                                      <a:pt x="89" y="94"/>
                                    </a:cubicBezTo>
                                    <a:cubicBezTo>
                                      <a:pt x="89" y="94"/>
                                      <a:pt x="89" y="94"/>
                                      <a:pt x="89" y="94"/>
                                    </a:cubicBezTo>
                                    <a:cubicBezTo>
                                      <a:pt x="89" y="93"/>
                                      <a:pt x="89" y="93"/>
                                      <a:pt x="89" y="93"/>
                                    </a:cubicBezTo>
                                    <a:cubicBezTo>
                                      <a:pt x="89" y="93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4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3"/>
                                      <a:pt x="90" y="93"/>
                                      <a:pt x="90" y="93"/>
                                    </a:cubicBezTo>
                                    <a:cubicBezTo>
                                      <a:pt x="90" y="93"/>
                                      <a:pt x="90" y="93"/>
                                      <a:pt x="90" y="92"/>
                                    </a:cubicBezTo>
                                    <a:cubicBezTo>
                                      <a:pt x="90" y="92"/>
                                      <a:pt x="90" y="92"/>
                                      <a:pt x="90" y="92"/>
                                    </a:cubicBezTo>
                                    <a:cubicBezTo>
                                      <a:pt x="90" y="92"/>
                                      <a:pt x="90" y="92"/>
                                      <a:pt x="89" y="91"/>
                                    </a:cubicBezTo>
                                    <a:cubicBezTo>
                                      <a:pt x="89" y="91"/>
                                      <a:pt x="89" y="91"/>
                                      <a:pt x="88" y="91"/>
                                    </a:cubicBezTo>
                                    <a:cubicBezTo>
                                      <a:pt x="88" y="91"/>
                                      <a:pt x="88" y="92"/>
                                      <a:pt x="88" y="92"/>
                                    </a:cubicBezTo>
                                    <a:cubicBezTo>
                                      <a:pt x="88" y="92"/>
                                      <a:pt x="87" y="92"/>
                                      <a:pt x="87" y="92"/>
                                    </a:cubicBezTo>
                                    <a:cubicBezTo>
                                      <a:pt x="87" y="92"/>
                                      <a:pt x="87" y="92"/>
                                      <a:pt x="87" y="92"/>
                                    </a:cubicBezTo>
                                    <a:cubicBezTo>
                                      <a:pt x="87" y="91"/>
                                      <a:pt x="87" y="91"/>
                                      <a:pt x="87" y="91"/>
                                    </a:cubicBezTo>
                                    <a:cubicBezTo>
                                      <a:pt x="87" y="91"/>
                                      <a:pt x="87" y="90"/>
                                      <a:pt x="87" y="90"/>
                                    </a:cubicBezTo>
                                    <a:cubicBezTo>
                                      <a:pt x="87" y="90"/>
                                      <a:pt x="87" y="90"/>
                                      <a:pt x="87" y="89"/>
                                    </a:cubicBezTo>
                                    <a:cubicBezTo>
                                      <a:pt x="87" y="88"/>
                                      <a:pt x="87" y="89"/>
                                      <a:pt x="87" y="88"/>
                                    </a:cubicBezTo>
                                    <a:cubicBezTo>
                                      <a:pt x="87" y="88"/>
                                      <a:pt x="87" y="88"/>
                                      <a:pt x="87" y="88"/>
                                    </a:cubicBezTo>
                                    <a:cubicBezTo>
                                      <a:pt x="87" y="88"/>
                                      <a:pt x="87" y="88"/>
                                      <a:pt x="87" y="87"/>
                                    </a:cubicBezTo>
                                    <a:cubicBezTo>
                                      <a:pt x="87" y="87"/>
                                      <a:pt x="87" y="87"/>
                                      <a:pt x="87" y="87"/>
                                    </a:cubicBezTo>
                                    <a:cubicBezTo>
                                      <a:pt x="87" y="87"/>
                                      <a:pt x="87" y="86"/>
                                      <a:pt x="87" y="86"/>
                                    </a:cubicBezTo>
                                    <a:cubicBezTo>
                                      <a:pt x="87" y="85"/>
                                      <a:pt x="87" y="85"/>
                                      <a:pt x="87" y="85"/>
                                    </a:cubicBezTo>
                                    <a:cubicBezTo>
                                      <a:pt x="87" y="85"/>
                                      <a:pt x="87" y="85"/>
                                      <a:pt x="87" y="85"/>
                                    </a:cubicBezTo>
                                    <a:cubicBezTo>
                                      <a:pt x="86" y="85"/>
                                      <a:pt x="86" y="85"/>
                                      <a:pt x="86" y="84"/>
                                    </a:cubicBezTo>
                                    <a:cubicBezTo>
                                      <a:pt x="86" y="84"/>
                                      <a:pt x="86" y="84"/>
                                      <a:pt x="86" y="84"/>
                                    </a:cubicBezTo>
                                    <a:cubicBezTo>
                                      <a:pt x="86" y="84"/>
                                      <a:pt x="86" y="84"/>
                                      <a:pt x="86" y="84"/>
                                    </a:cubicBezTo>
                                    <a:cubicBezTo>
                                      <a:pt x="86" y="83"/>
                                      <a:pt x="86" y="83"/>
                                      <a:pt x="86" y="83"/>
                                    </a:cubicBezTo>
                                    <a:cubicBezTo>
                                      <a:pt x="86" y="83"/>
                                      <a:pt x="86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2"/>
                                      <a:pt x="85" y="82"/>
                                      <a:pt x="85" y="82"/>
                                    </a:cubicBezTo>
                                    <a:cubicBezTo>
                                      <a:pt x="85" y="82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4"/>
                                      <a:pt x="85" y="84"/>
                                    </a:cubicBezTo>
                                    <a:cubicBezTo>
                                      <a:pt x="85" y="84"/>
                                      <a:pt x="85" y="84"/>
                                      <a:pt x="85" y="84"/>
                                    </a:cubicBezTo>
                                    <a:cubicBezTo>
                                      <a:pt x="86" y="84"/>
                                      <a:pt x="85" y="85"/>
                                      <a:pt x="85" y="85"/>
                                    </a:cubicBezTo>
                                    <a:cubicBezTo>
                                      <a:pt x="85" y="85"/>
                                      <a:pt x="85" y="85"/>
                                      <a:pt x="85" y="84"/>
                                    </a:cubicBezTo>
                                    <a:cubicBezTo>
                                      <a:pt x="84" y="84"/>
                                      <a:pt x="84" y="84"/>
                                      <a:pt x="84" y="84"/>
                                    </a:cubicBezTo>
                                    <a:cubicBezTo>
                                      <a:pt x="84" y="84"/>
                                      <a:pt x="84" y="84"/>
                                      <a:pt x="84" y="84"/>
                                    </a:cubicBezTo>
                                    <a:cubicBezTo>
                                      <a:pt x="83" y="84"/>
                                      <a:pt x="83" y="83"/>
                                      <a:pt x="83" y="83"/>
                                    </a:cubicBezTo>
                                    <a:cubicBezTo>
                                      <a:pt x="83" y="83"/>
                                      <a:pt x="82" y="83"/>
                                      <a:pt x="82" y="82"/>
                                    </a:cubicBezTo>
                                    <a:cubicBezTo>
                                      <a:pt x="82" y="82"/>
                                      <a:pt x="82" y="82"/>
                                      <a:pt x="82" y="82"/>
                                    </a:cubicBezTo>
                                    <a:cubicBezTo>
                                      <a:pt x="82" y="81"/>
                                      <a:pt x="81" y="82"/>
                                      <a:pt x="81" y="81"/>
                                    </a:cubicBezTo>
                                    <a:cubicBezTo>
                                      <a:pt x="81" y="81"/>
                                      <a:pt x="81" y="81"/>
                                      <a:pt x="81" y="81"/>
                                    </a:cubicBezTo>
                                    <a:cubicBezTo>
                                      <a:pt x="81" y="81"/>
                                      <a:pt x="81" y="81"/>
                                      <a:pt x="81" y="82"/>
                                    </a:cubicBezTo>
                                    <a:cubicBezTo>
                                      <a:pt x="81" y="82"/>
                                      <a:pt x="81" y="82"/>
                                      <a:pt x="81" y="82"/>
                                    </a:cubicBezTo>
                                    <a:cubicBezTo>
                                      <a:pt x="81" y="83"/>
                                      <a:pt x="81" y="83"/>
                                      <a:pt x="81" y="83"/>
                                    </a:cubicBezTo>
                                    <a:cubicBezTo>
                                      <a:pt x="81" y="83"/>
                                      <a:pt x="81" y="84"/>
                                      <a:pt x="81" y="84"/>
                                    </a:cubicBezTo>
                                    <a:cubicBezTo>
                                      <a:pt x="81" y="84"/>
                                      <a:pt x="81" y="84"/>
                                      <a:pt x="81" y="84"/>
                                    </a:cubicBezTo>
                                    <a:cubicBezTo>
                                      <a:pt x="81" y="84"/>
                                      <a:pt x="81" y="84"/>
                                      <a:pt x="81" y="84"/>
                                    </a:cubicBezTo>
                                    <a:cubicBezTo>
                                      <a:pt x="80" y="84"/>
                                      <a:pt x="80" y="84"/>
                                      <a:pt x="80" y="84"/>
                                    </a:cubicBezTo>
                                    <a:cubicBezTo>
                                      <a:pt x="80" y="84"/>
                                      <a:pt x="80" y="84"/>
                                      <a:pt x="80" y="84"/>
                                    </a:cubicBezTo>
                                    <a:cubicBezTo>
                                      <a:pt x="79" y="84"/>
                                      <a:pt x="79" y="83"/>
                                      <a:pt x="79" y="83"/>
                                    </a:cubicBezTo>
                                    <a:cubicBezTo>
                                      <a:pt x="79" y="83"/>
                                      <a:pt x="79" y="83"/>
                                      <a:pt x="79" y="83"/>
                                    </a:cubicBezTo>
                                    <a:cubicBezTo>
                                      <a:pt x="79" y="83"/>
                                      <a:pt x="79" y="82"/>
                                      <a:pt x="79" y="82"/>
                                    </a:cubicBezTo>
                                    <a:cubicBezTo>
                                      <a:pt x="79" y="82"/>
                                      <a:pt x="78" y="82"/>
                                      <a:pt x="78" y="82"/>
                                    </a:cubicBezTo>
                                    <a:cubicBezTo>
                                      <a:pt x="78" y="82"/>
                                      <a:pt x="78" y="82"/>
                                      <a:pt x="78" y="82"/>
                                    </a:cubicBezTo>
                                    <a:cubicBezTo>
                                      <a:pt x="78" y="82"/>
                                      <a:pt x="78" y="81"/>
                                      <a:pt x="78" y="81"/>
                                    </a:cubicBezTo>
                                    <a:cubicBezTo>
                                      <a:pt x="78" y="81"/>
                                      <a:pt x="78" y="80"/>
                                      <a:pt x="78" y="80"/>
                                    </a:cubicBezTo>
                                    <a:cubicBezTo>
                                      <a:pt x="78" y="80"/>
                                      <a:pt x="78" y="80"/>
                                      <a:pt x="78" y="80"/>
                                    </a:cubicBezTo>
                                    <a:cubicBezTo>
                                      <a:pt x="78" y="79"/>
                                      <a:pt x="78" y="79"/>
                                      <a:pt x="78" y="79"/>
                                    </a:cubicBezTo>
                                    <a:cubicBezTo>
                                      <a:pt x="78" y="79"/>
                                      <a:pt x="78" y="79"/>
                                      <a:pt x="78" y="78"/>
                                    </a:cubicBezTo>
                                    <a:cubicBezTo>
                                      <a:pt x="78" y="78"/>
                                      <a:pt x="78" y="78"/>
                                      <a:pt x="78" y="78"/>
                                    </a:cubicBezTo>
                                    <a:cubicBezTo>
                                      <a:pt x="78" y="78"/>
                                      <a:pt x="78" y="77"/>
                                      <a:pt x="78" y="77"/>
                                    </a:cubicBezTo>
                                    <a:cubicBezTo>
                                      <a:pt x="78" y="77"/>
                                      <a:pt x="78" y="77"/>
                                      <a:pt x="77" y="77"/>
                                    </a:cubicBezTo>
                                    <a:cubicBezTo>
                                      <a:pt x="77" y="77"/>
                                      <a:pt x="77" y="77"/>
                                      <a:pt x="77" y="77"/>
                                    </a:cubicBezTo>
                                    <a:cubicBezTo>
                                      <a:pt x="77" y="77"/>
                                      <a:pt x="77" y="76"/>
                                      <a:pt x="77" y="76"/>
                                    </a:cubicBezTo>
                                    <a:cubicBezTo>
                                      <a:pt x="77" y="76"/>
                                      <a:pt x="77" y="75"/>
                                      <a:pt x="77" y="75"/>
                                    </a:cubicBezTo>
                                    <a:cubicBezTo>
                                      <a:pt x="77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4"/>
                                      <a:pt x="76" y="74"/>
                                    </a:cubicBezTo>
                                    <a:cubicBezTo>
                                      <a:pt x="76" y="74"/>
                                      <a:pt x="76" y="74"/>
                                      <a:pt x="76" y="74"/>
                                    </a:cubicBezTo>
                                    <a:cubicBezTo>
                                      <a:pt x="76" y="74"/>
                                      <a:pt x="76" y="73"/>
                                      <a:pt x="76" y="73"/>
                                    </a:cubicBezTo>
                                    <a:cubicBezTo>
                                      <a:pt x="76" y="73"/>
                                      <a:pt x="76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5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5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4" y="73"/>
                                      <a:pt x="74" y="73"/>
                                    </a:cubicBezTo>
                                    <a:cubicBezTo>
                                      <a:pt x="74" y="73"/>
                                      <a:pt x="74" y="72"/>
                                      <a:pt x="74" y="72"/>
                                    </a:cubicBezTo>
                                    <a:cubicBezTo>
                                      <a:pt x="73" y="72"/>
                                      <a:pt x="73" y="72"/>
                                      <a:pt x="73" y="72"/>
                                    </a:cubicBezTo>
                                    <a:cubicBezTo>
                                      <a:pt x="73" y="72"/>
                                      <a:pt x="73" y="72"/>
                                      <a:pt x="73" y="72"/>
                                    </a:cubicBezTo>
                                    <a:cubicBezTo>
                                      <a:pt x="73" y="71"/>
                                      <a:pt x="73" y="71"/>
                                      <a:pt x="73" y="71"/>
                                    </a:cubicBezTo>
                                    <a:cubicBezTo>
                                      <a:pt x="73" y="71"/>
                                      <a:pt x="73" y="71"/>
                                      <a:pt x="73" y="71"/>
                                    </a:cubicBezTo>
                                    <a:cubicBezTo>
                                      <a:pt x="73" y="71"/>
                                      <a:pt x="73" y="70"/>
                                      <a:pt x="73" y="70"/>
                                    </a:cubicBezTo>
                                    <a:cubicBezTo>
                                      <a:pt x="72" y="70"/>
                                      <a:pt x="73" y="70"/>
                                      <a:pt x="73" y="70"/>
                                    </a:cubicBezTo>
                                    <a:cubicBezTo>
                                      <a:pt x="73" y="69"/>
                                      <a:pt x="73" y="69"/>
                                      <a:pt x="73" y="69"/>
                                    </a:cubicBezTo>
                                    <a:cubicBezTo>
                                      <a:pt x="73" y="69"/>
                                      <a:pt x="73" y="69"/>
                                      <a:pt x="73" y="69"/>
                                    </a:cubicBezTo>
                                    <a:cubicBezTo>
                                      <a:pt x="73" y="69"/>
                                      <a:pt x="74" y="70"/>
                                      <a:pt x="74" y="70"/>
                                    </a:cubicBezTo>
                                    <a:cubicBezTo>
                                      <a:pt x="74" y="69"/>
                                      <a:pt x="74" y="69"/>
                                      <a:pt x="74" y="69"/>
                                    </a:cubicBezTo>
                                    <a:cubicBezTo>
                                      <a:pt x="74" y="69"/>
                                      <a:pt x="74" y="69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2" y="68"/>
                                    </a:cubicBezTo>
                                    <a:cubicBezTo>
                                      <a:pt x="72" y="68"/>
                                      <a:pt x="72" y="68"/>
                                      <a:pt x="72" y="67"/>
                                    </a:cubicBezTo>
                                    <a:cubicBezTo>
                                      <a:pt x="72" y="67"/>
                                      <a:pt x="72" y="67"/>
                                      <a:pt x="72" y="67"/>
                                    </a:cubicBezTo>
                                    <a:cubicBezTo>
                                      <a:pt x="72" y="67"/>
                                      <a:pt x="72" y="67"/>
                                      <a:pt x="72" y="67"/>
                                    </a:cubicBezTo>
                                    <a:cubicBezTo>
                                      <a:pt x="71" y="66"/>
                                      <a:pt x="71" y="67"/>
                                      <a:pt x="71" y="67"/>
                                    </a:cubicBezTo>
                                    <a:cubicBezTo>
                                      <a:pt x="71" y="67"/>
                                      <a:pt x="71" y="67"/>
                                      <a:pt x="70" y="67"/>
                                    </a:cubicBezTo>
                                    <a:cubicBezTo>
                                      <a:pt x="70" y="67"/>
                                      <a:pt x="70" y="67"/>
                                      <a:pt x="70" y="67"/>
                                    </a:cubicBezTo>
                                    <a:cubicBezTo>
                                      <a:pt x="70" y="66"/>
                                      <a:pt x="69" y="66"/>
                                      <a:pt x="69" y="66"/>
                                    </a:cubicBezTo>
                                    <a:cubicBezTo>
                                      <a:pt x="69" y="65"/>
                                      <a:pt x="69" y="66"/>
                                      <a:pt x="68" y="65"/>
                                    </a:cubicBezTo>
                                    <a:cubicBezTo>
                                      <a:pt x="68" y="65"/>
                                      <a:pt x="67" y="65"/>
                                      <a:pt x="67" y="65"/>
                                    </a:cubicBezTo>
                                    <a:cubicBezTo>
                                      <a:pt x="67" y="65"/>
                                      <a:pt x="67" y="64"/>
                                      <a:pt x="67" y="64"/>
                                    </a:cubicBezTo>
                                    <a:cubicBezTo>
                                      <a:pt x="67" y="64"/>
                                      <a:pt x="66" y="64"/>
                                      <a:pt x="66" y="64"/>
                                    </a:cubicBezTo>
                                    <a:cubicBezTo>
                                      <a:pt x="66" y="64"/>
                                      <a:pt x="66" y="64"/>
                                      <a:pt x="66" y="65"/>
                                    </a:cubicBezTo>
                                    <a:cubicBezTo>
                                      <a:pt x="66" y="65"/>
                                      <a:pt x="66" y="65"/>
                                      <a:pt x="66" y="65"/>
                                    </a:cubicBezTo>
                                    <a:cubicBezTo>
                                      <a:pt x="65" y="65"/>
                                      <a:pt x="65" y="64"/>
                                      <a:pt x="65" y="64"/>
                                    </a:cubicBezTo>
                                    <a:cubicBezTo>
                                      <a:pt x="64" y="64"/>
                                      <a:pt x="65" y="64"/>
                                      <a:pt x="65" y="63"/>
                                    </a:cubicBezTo>
                                    <a:cubicBezTo>
                                      <a:pt x="65" y="63"/>
                                      <a:pt x="65" y="63"/>
                                      <a:pt x="65" y="63"/>
                                    </a:cubicBezTo>
                                    <a:cubicBezTo>
                                      <a:pt x="65" y="63"/>
                                      <a:pt x="65" y="63"/>
                                      <a:pt x="65" y="63"/>
                                    </a:cubicBezTo>
                                    <a:cubicBezTo>
                                      <a:pt x="65" y="62"/>
                                      <a:pt x="65" y="62"/>
                                      <a:pt x="64" y="62"/>
                                    </a:cubicBezTo>
                                    <a:cubicBezTo>
                                      <a:pt x="64" y="62"/>
                                      <a:pt x="64" y="62"/>
                                      <a:pt x="63" y="62"/>
                                    </a:cubicBezTo>
                                    <a:cubicBezTo>
                                      <a:pt x="63" y="62"/>
                                      <a:pt x="62" y="62"/>
                                      <a:pt x="62" y="62"/>
                                    </a:cubicBezTo>
                                    <a:cubicBezTo>
                                      <a:pt x="62" y="62"/>
                                      <a:pt x="62" y="61"/>
                                      <a:pt x="62" y="61"/>
                                    </a:cubicBezTo>
                                    <a:cubicBezTo>
                                      <a:pt x="61" y="61"/>
                                      <a:pt x="61" y="61"/>
                                      <a:pt x="61" y="61"/>
                                    </a:cubicBezTo>
                                    <a:cubicBezTo>
                                      <a:pt x="61" y="60"/>
                                      <a:pt x="61" y="61"/>
                                      <a:pt x="61" y="61"/>
                                    </a:cubicBezTo>
                                    <a:cubicBezTo>
                                      <a:pt x="61" y="61"/>
                                      <a:pt x="61" y="61"/>
                                      <a:pt x="60" y="61"/>
                                    </a:cubicBezTo>
                                    <a:cubicBezTo>
                                      <a:pt x="60" y="61"/>
                                      <a:pt x="60" y="61"/>
                                      <a:pt x="60" y="60"/>
                                    </a:cubicBezTo>
                                    <a:cubicBezTo>
                                      <a:pt x="60" y="60"/>
                                      <a:pt x="59" y="60"/>
                                      <a:pt x="59" y="60"/>
                                    </a:cubicBezTo>
                                    <a:cubicBezTo>
                                      <a:pt x="59" y="60"/>
                                      <a:pt x="59" y="60"/>
                                      <a:pt x="58" y="60"/>
                                    </a:cubicBezTo>
                                    <a:cubicBezTo>
                                      <a:pt x="58" y="60"/>
                                      <a:pt x="57" y="59"/>
                                      <a:pt x="57" y="59"/>
                                    </a:cubicBezTo>
                                    <a:cubicBezTo>
                                      <a:pt x="57" y="59"/>
                                      <a:pt x="57" y="59"/>
                                      <a:pt x="56" y="58"/>
                                    </a:cubicBezTo>
                                    <a:cubicBezTo>
                                      <a:pt x="56" y="58"/>
                                      <a:pt x="56" y="58"/>
                                      <a:pt x="56" y="58"/>
                                    </a:cubicBezTo>
                                    <a:cubicBezTo>
                                      <a:pt x="56" y="58"/>
                                      <a:pt x="56" y="57"/>
                                      <a:pt x="56" y="57"/>
                                    </a:cubicBezTo>
                                    <a:cubicBezTo>
                                      <a:pt x="56" y="57"/>
                                      <a:pt x="56" y="57"/>
                                      <a:pt x="56" y="56"/>
                                    </a:cubicBezTo>
                                    <a:cubicBezTo>
                                      <a:pt x="57" y="56"/>
                                      <a:pt x="57" y="55"/>
                                      <a:pt x="56" y="55"/>
                                    </a:cubicBezTo>
                                    <a:cubicBezTo>
                                      <a:pt x="56" y="54"/>
                                      <a:pt x="56" y="54"/>
                                      <a:pt x="56" y="54"/>
                                    </a:cubicBezTo>
                                    <a:cubicBezTo>
                                      <a:pt x="56" y="54"/>
                                      <a:pt x="56" y="54"/>
                                      <a:pt x="56" y="54"/>
                                    </a:cubicBezTo>
                                    <a:cubicBezTo>
                                      <a:pt x="55" y="54"/>
                                      <a:pt x="55" y="54"/>
                                      <a:pt x="55" y="54"/>
                                    </a:cubicBezTo>
                                    <a:cubicBezTo>
                                      <a:pt x="55" y="54"/>
                                      <a:pt x="54" y="53"/>
                                      <a:pt x="54" y="53"/>
                                    </a:cubicBezTo>
                                    <a:cubicBezTo>
                                      <a:pt x="54" y="53"/>
                                      <a:pt x="54" y="53"/>
                                      <a:pt x="54" y="52"/>
                                    </a:cubicBezTo>
                                    <a:cubicBezTo>
                                      <a:pt x="54" y="52"/>
                                      <a:pt x="55" y="52"/>
                                      <a:pt x="55" y="52"/>
                                    </a:cubicBezTo>
                                    <a:cubicBezTo>
                                      <a:pt x="55" y="52"/>
                                      <a:pt x="55" y="51"/>
                                      <a:pt x="55" y="51"/>
                                    </a:cubicBezTo>
                                    <a:cubicBezTo>
                                      <a:pt x="55" y="51"/>
                                      <a:pt x="55" y="50"/>
                                      <a:pt x="55" y="50"/>
                                    </a:cubicBezTo>
                                    <a:cubicBezTo>
                                      <a:pt x="55" y="50"/>
                                      <a:pt x="55" y="49"/>
                                      <a:pt x="55" y="49"/>
                                    </a:cubicBezTo>
                                    <a:cubicBezTo>
                                      <a:pt x="55" y="49"/>
                                      <a:pt x="55" y="48"/>
                                      <a:pt x="55" y="48"/>
                                    </a:cubicBezTo>
                                    <a:cubicBezTo>
                                      <a:pt x="55" y="48"/>
                                      <a:pt x="55" y="48"/>
                                      <a:pt x="55" y="48"/>
                                    </a:cubicBezTo>
                                    <a:cubicBezTo>
                                      <a:pt x="55" y="48"/>
                                      <a:pt x="54" y="47"/>
                                      <a:pt x="54" y="47"/>
                                    </a:cubicBezTo>
                                    <a:cubicBezTo>
                                      <a:pt x="54" y="47"/>
                                      <a:pt x="54" y="46"/>
                                      <a:pt x="54" y="46"/>
                                    </a:cubicBezTo>
                                    <a:cubicBezTo>
                                      <a:pt x="54" y="46"/>
                                      <a:pt x="54" y="46"/>
                                      <a:pt x="54" y="45"/>
                                    </a:cubicBezTo>
                                    <a:cubicBezTo>
                                      <a:pt x="54" y="45"/>
                                      <a:pt x="54" y="45"/>
                                      <a:pt x="53" y="45"/>
                                    </a:cubicBezTo>
                                    <a:cubicBezTo>
                                      <a:pt x="53" y="44"/>
                                      <a:pt x="54" y="44"/>
                                      <a:pt x="54" y="44"/>
                                    </a:cubicBezTo>
                                    <a:cubicBezTo>
                                      <a:pt x="54" y="44"/>
                                      <a:pt x="53" y="44"/>
                                      <a:pt x="53" y="44"/>
                                    </a:cubicBezTo>
                                    <a:cubicBezTo>
                                      <a:pt x="53" y="44"/>
                                      <a:pt x="52" y="43"/>
                                      <a:pt x="52" y="43"/>
                                    </a:cubicBezTo>
                                    <a:cubicBezTo>
                                      <a:pt x="52" y="43"/>
                                      <a:pt x="52" y="43"/>
                                      <a:pt x="52" y="43"/>
                                    </a:cubicBezTo>
                                    <a:cubicBezTo>
                                      <a:pt x="52" y="42"/>
                                      <a:pt x="51" y="42"/>
                                      <a:pt x="51" y="42"/>
                                    </a:cubicBezTo>
                                    <a:cubicBezTo>
                                      <a:pt x="51" y="42"/>
                                      <a:pt x="50" y="41"/>
                                      <a:pt x="50" y="41"/>
                                    </a:cubicBezTo>
                                    <a:cubicBezTo>
                                      <a:pt x="50" y="40"/>
                                      <a:pt x="50" y="40"/>
                                      <a:pt x="50" y="40"/>
                                    </a:cubicBezTo>
                                    <a:cubicBezTo>
                                      <a:pt x="50" y="40"/>
                                      <a:pt x="51" y="39"/>
                                      <a:pt x="51" y="39"/>
                                    </a:cubicBezTo>
                                    <a:cubicBezTo>
                                      <a:pt x="51" y="39"/>
                                      <a:pt x="50" y="39"/>
                                      <a:pt x="50" y="39"/>
                                    </a:cubicBezTo>
                                    <a:cubicBezTo>
                                      <a:pt x="50" y="39"/>
                                      <a:pt x="50" y="38"/>
                                      <a:pt x="50" y="38"/>
                                    </a:cubicBezTo>
                                    <a:cubicBezTo>
                                      <a:pt x="50" y="38"/>
                                      <a:pt x="50" y="37"/>
                                      <a:pt x="50" y="37"/>
                                    </a:cubicBezTo>
                                    <a:cubicBezTo>
                                      <a:pt x="50" y="37"/>
                                      <a:pt x="50" y="37"/>
                                      <a:pt x="50" y="37"/>
                                    </a:cubicBezTo>
                                    <a:cubicBezTo>
                                      <a:pt x="50" y="36"/>
                                      <a:pt x="50" y="36"/>
                                      <a:pt x="50" y="36"/>
                                    </a:cubicBezTo>
                                    <a:cubicBezTo>
                                      <a:pt x="50" y="36"/>
                                      <a:pt x="50" y="35"/>
                                      <a:pt x="50" y="35"/>
                                    </a:cubicBezTo>
                                    <a:cubicBezTo>
                                      <a:pt x="50" y="35"/>
                                      <a:pt x="49" y="34"/>
                                      <a:pt x="49" y="34"/>
                                    </a:cubicBezTo>
                                    <a:cubicBezTo>
                                      <a:pt x="49" y="34"/>
                                      <a:pt x="49" y="34"/>
                                      <a:pt x="49" y="33"/>
                                    </a:cubicBezTo>
                                    <a:cubicBezTo>
                                      <a:pt x="49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50" y="32"/>
                                      <a:pt x="49" y="32"/>
                                      <a:pt x="49" y="32"/>
                                    </a:cubicBezTo>
                                    <a:cubicBezTo>
                                      <a:pt x="49" y="32"/>
                                      <a:pt x="49" y="32"/>
                                      <a:pt x="49" y="31"/>
                                    </a:cubicBezTo>
                                    <a:cubicBezTo>
                                      <a:pt x="49" y="31"/>
                                      <a:pt x="49" y="31"/>
                                      <a:pt x="49" y="31"/>
                                    </a:cubicBezTo>
                                    <a:cubicBezTo>
                                      <a:pt x="50" y="30"/>
                                      <a:pt x="50" y="30"/>
                                      <a:pt x="50" y="30"/>
                                    </a:cubicBezTo>
                                    <a:cubicBezTo>
                                      <a:pt x="50" y="30"/>
                                      <a:pt x="49" y="29"/>
                                      <a:pt x="49" y="29"/>
                                    </a:cubicBezTo>
                                    <a:cubicBezTo>
                                      <a:pt x="49" y="29"/>
                                      <a:pt x="48" y="29"/>
                                      <a:pt x="48" y="29"/>
                                    </a:cubicBezTo>
                                    <a:cubicBezTo>
                                      <a:pt x="48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8"/>
                                      <a:pt x="47" y="28"/>
                                      <a:pt x="47" y="28"/>
                                    </a:cubicBezTo>
                                    <a:cubicBezTo>
                                      <a:pt x="47" y="28"/>
                                      <a:pt x="47" y="28"/>
                                      <a:pt x="47" y="28"/>
                                    </a:cubicBezTo>
                                    <a:cubicBezTo>
                                      <a:pt x="47" y="28"/>
                                      <a:pt x="47" y="28"/>
                                      <a:pt x="46" y="28"/>
                                    </a:cubicBezTo>
                                    <a:cubicBezTo>
                                      <a:pt x="46" y="28"/>
                                      <a:pt x="46" y="27"/>
                                      <a:pt x="46" y="27"/>
                                    </a:cubicBezTo>
                                    <a:cubicBezTo>
                                      <a:pt x="46" y="27"/>
                                      <a:pt x="45" y="27"/>
                                      <a:pt x="45" y="27"/>
                                    </a:cubicBezTo>
                                    <a:cubicBezTo>
                                      <a:pt x="45" y="27"/>
                                      <a:pt x="45" y="27"/>
                                      <a:pt x="45" y="27"/>
                                    </a:cubicBezTo>
                                    <a:cubicBezTo>
                                      <a:pt x="45" y="27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5"/>
                                      <a:pt x="45" y="25"/>
                                    </a:cubicBezTo>
                                    <a:cubicBezTo>
                                      <a:pt x="44" y="25"/>
                                      <a:pt x="44" y="25"/>
                                      <a:pt x="44" y="25"/>
                                    </a:cubicBezTo>
                                    <a:cubicBezTo>
                                      <a:pt x="44" y="25"/>
                                      <a:pt x="44" y="25"/>
                                      <a:pt x="44" y="25"/>
                                    </a:cubicBezTo>
                                    <a:cubicBezTo>
                                      <a:pt x="44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1" y="26"/>
                                      <a:pt x="41" y="27"/>
                                      <a:pt x="41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39" y="27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4"/>
                                    </a:cubicBezTo>
                                    <a:cubicBezTo>
                                      <a:pt x="39" y="24"/>
                                      <a:pt x="39" y="23"/>
                                      <a:pt x="38" y="23"/>
                                    </a:cubicBezTo>
                                    <a:cubicBezTo>
                                      <a:pt x="38" y="23"/>
                                      <a:pt x="38" y="23"/>
                                      <a:pt x="38" y="23"/>
                                    </a:cubicBezTo>
                                    <a:cubicBezTo>
                                      <a:pt x="38" y="23"/>
                                      <a:pt x="38" y="22"/>
                                      <a:pt x="38" y="22"/>
                                    </a:cubicBezTo>
                                    <a:cubicBezTo>
                                      <a:pt x="38" y="22"/>
                                      <a:pt x="38" y="22"/>
                                      <a:pt x="38" y="22"/>
                                    </a:cubicBezTo>
                                    <a:cubicBezTo>
                                      <a:pt x="38" y="21"/>
                                      <a:pt x="38" y="21"/>
                                      <a:pt x="38" y="21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7" y="19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7" y="17"/>
                                      <a:pt x="37" y="17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5"/>
                                      <a:pt x="37" y="15"/>
                                      <a:pt x="37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1"/>
                                      <a:pt x="34" y="11"/>
                                    </a:cubicBezTo>
                                    <a:cubicBezTo>
                                      <a:pt x="34" y="11"/>
                                      <a:pt x="35" y="10"/>
                                      <a:pt x="35" y="10"/>
                                    </a:cubicBezTo>
                                    <a:cubicBezTo>
                                      <a:pt x="35" y="10"/>
                                      <a:pt x="35" y="9"/>
                                      <a:pt x="35" y="9"/>
                                    </a:cubicBezTo>
                                    <a:cubicBezTo>
                                      <a:pt x="35" y="9"/>
                                      <a:pt x="35" y="9"/>
                                      <a:pt x="35" y="9"/>
                                    </a:cubicBezTo>
                                    <a:cubicBezTo>
                                      <a:pt x="35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3" y="9"/>
                                      <a:pt x="33" y="9"/>
                                    </a:cubicBezTo>
                                    <a:cubicBezTo>
                                      <a:pt x="33" y="9"/>
                                      <a:pt x="33" y="8"/>
                                      <a:pt x="33" y="8"/>
                                    </a:cubicBezTo>
                                    <a:cubicBezTo>
                                      <a:pt x="33" y="8"/>
                                      <a:pt x="33" y="7"/>
                                      <a:pt x="33" y="7"/>
                                    </a:cubicBezTo>
                                    <a:cubicBezTo>
                                      <a:pt x="33" y="7"/>
                                      <a:pt x="33" y="6"/>
                                      <a:pt x="33" y="6"/>
                                    </a:cubicBezTo>
                                    <a:cubicBezTo>
                                      <a:pt x="33" y="6"/>
                                      <a:pt x="33" y="5"/>
                                      <a:pt x="33" y="5"/>
                                    </a:cubicBezTo>
                                    <a:cubicBezTo>
                                      <a:pt x="33" y="5"/>
                                      <a:pt x="33" y="4"/>
                                      <a:pt x="33" y="4"/>
                                    </a:cubicBezTo>
                                    <a:cubicBezTo>
                                      <a:pt x="33" y="4"/>
                                      <a:pt x="33" y="3"/>
                                      <a:pt x="33" y="3"/>
                                    </a:cubicBezTo>
                                    <a:cubicBezTo>
                                      <a:pt x="33" y="3"/>
                                      <a:pt x="32" y="3"/>
                                      <a:pt x="32" y="2"/>
                                    </a:cubicBezTo>
                                    <a:cubicBezTo>
                                      <a:pt x="32" y="2"/>
                                      <a:pt x="32" y="2"/>
                                      <a:pt x="32" y="2"/>
                                    </a:cubicBezTo>
                                    <a:cubicBezTo>
                                      <a:pt x="31" y="2"/>
                                      <a:pt x="31" y="2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3"/>
                                      <a:pt x="28" y="3"/>
                                      <a:pt x="28" y="4"/>
                                    </a:cubicBezTo>
                                    <a:cubicBezTo>
                                      <a:pt x="28" y="4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6"/>
                                      <a:pt x="28" y="6"/>
                                      <a:pt x="27" y="6"/>
                                    </a:cubicBezTo>
                                    <a:cubicBezTo>
                                      <a:pt x="27" y="6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9"/>
                                    </a:cubicBezTo>
                                    <a:cubicBezTo>
                                      <a:pt x="27" y="9"/>
                                      <a:pt x="27" y="9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2"/>
                                      <a:pt x="25" y="12"/>
                                    </a:cubicBezTo>
                                    <a:cubicBezTo>
                                      <a:pt x="24" y="12"/>
                                      <a:pt x="24" y="13"/>
                                      <a:pt x="24" y="13"/>
                                    </a:cubicBezTo>
                                    <a:cubicBezTo>
                                      <a:pt x="24" y="13"/>
                                      <a:pt x="24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3"/>
                                      <a:pt x="25" y="13"/>
                                      <a:pt x="26" y="13"/>
                                    </a:cubicBezTo>
                                    <a:cubicBezTo>
                                      <a:pt x="26" y="13"/>
                                      <a:pt x="26" y="14"/>
                                      <a:pt x="26" y="14"/>
                                    </a:cubicBezTo>
                                    <a:cubicBezTo>
                                      <a:pt x="26" y="14"/>
                                      <a:pt x="26" y="14"/>
                                      <a:pt x="26" y="14"/>
                                    </a:cubicBezTo>
                                    <a:cubicBezTo>
                                      <a:pt x="26" y="14"/>
                                      <a:pt x="25" y="15"/>
                                      <a:pt x="25" y="15"/>
                                    </a:cubicBezTo>
                                    <a:cubicBezTo>
                                      <a:pt x="25" y="15"/>
                                      <a:pt x="25" y="15"/>
                                      <a:pt x="25" y="15"/>
                                    </a:cubicBezTo>
                                    <a:cubicBezTo>
                                      <a:pt x="25" y="15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9"/>
                                      <a:pt x="25" y="19"/>
                                      <a:pt x="24" y="19"/>
                                    </a:cubicBezTo>
                                    <a:cubicBezTo>
                                      <a:pt x="24" y="20"/>
                                      <a:pt x="24" y="19"/>
                                      <a:pt x="24" y="20"/>
                                    </a:cubicBezTo>
                                    <a:cubicBezTo>
                                      <a:pt x="24" y="20"/>
                                      <a:pt x="24" y="20"/>
                                      <a:pt x="24" y="21"/>
                                    </a:cubicBezTo>
                                    <a:cubicBezTo>
                                      <a:pt x="24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3" y="21"/>
                                      <a:pt x="24" y="22"/>
                                      <a:pt x="24" y="22"/>
                                    </a:cubicBezTo>
                                    <a:cubicBezTo>
                                      <a:pt x="24" y="22"/>
                                      <a:pt x="24" y="23"/>
                                      <a:pt x="24" y="23"/>
                                    </a:cubicBezTo>
                                    <a:cubicBezTo>
                                      <a:pt x="24" y="23"/>
                                      <a:pt x="24" y="23"/>
                                      <a:pt x="24" y="23"/>
                                    </a:cubicBezTo>
                                    <a:cubicBezTo>
                                      <a:pt x="24" y="24"/>
                                      <a:pt x="24" y="24"/>
                                      <a:pt x="24" y="24"/>
                                    </a:cubicBezTo>
                                    <a:cubicBezTo>
                                      <a:pt x="24" y="25"/>
                                      <a:pt x="24" y="25"/>
                                      <a:pt x="24" y="25"/>
                                    </a:cubicBezTo>
                                    <a:cubicBezTo>
                                      <a:pt x="24" y="26"/>
                                      <a:pt x="24" y="26"/>
                                      <a:pt x="24" y="26"/>
                                    </a:cubicBezTo>
                                    <a:cubicBezTo>
                                      <a:pt x="24" y="27"/>
                                      <a:pt x="24" y="27"/>
                                      <a:pt x="24" y="27"/>
                                    </a:cubicBezTo>
                                    <a:cubicBezTo>
                                      <a:pt x="24" y="27"/>
                                      <a:pt x="24" y="28"/>
                                      <a:pt x="24" y="28"/>
                                    </a:cubicBezTo>
                                    <a:cubicBezTo>
                                      <a:pt x="24" y="28"/>
                                      <a:pt x="24" y="29"/>
                                      <a:pt x="24" y="29"/>
                                    </a:cubicBezTo>
                                    <a:cubicBezTo>
                                      <a:pt x="24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1"/>
                                      <a:pt x="25" y="31"/>
                                      <a:pt x="25" y="31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4"/>
                                    </a:cubicBezTo>
                                    <a:cubicBezTo>
                                      <a:pt x="24" y="34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3" y="36"/>
                                      <a:pt x="23" y="36"/>
                                    </a:cubicBezTo>
                                    <a:cubicBezTo>
                                      <a:pt x="23" y="36"/>
                                      <a:pt x="23" y="37"/>
                                      <a:pt x="23" y="37"/>
                                    </a:cubicBezTo>
                                    <a:cubicBezTo>
                                      <a:pt x="23" y="37"/>
                                      <a:pt x="23" y="38"/>
                                      <a:pt x="23" y="38"/>
                                    </a:cubicBezTo>
                                    <a:cubicBezTo>
                                      <a:pt x="23" y="38"/>
                                      <a:pt x="23" y="38"/>
                                      <a:pt x="23" y="39"/>
                                    </a:cubicBezTo>
                                    <a:cubicBezTo>
                                      <a:pt x="23" y="39"/>
                                      <a:pt x="23" y="39"/>
                                      <a:pt x="22" y="40"/>
                                    </a:cubicBezTo>
                                    <a:cubicBezTo>
                                      <a:pt x="22" y="40"/>
                                      <a:pt x="22" y="41"/>
                                      <a:pt x="22" y="41"/>
                                    </a:cubicBezTo>
                                    <a:cubicBezTo>
                                      <a:pt x="22" y="41"/>
                                      <a:pt x="22" y="42"/>
                                      <a:pt x="22" y="42"/>
                                    </a:cubicBezTo>
                                    <a:cubicBezTo>
                                      <a:pt x="22" y="42"/>
                                      <a:pt x="21" y="43"/>
                                      <a:pt x="21" y="43"/>
                                    </a:cubicBezTo>
                                    <a:cubicBezTo>
                                      <a:pt x="21" y="43"/>
                                      <a:pt x="20" y="44"/>
                                      <a:pt x="20" y="44"/>
                                    </a:cubicBezTo>
                                    <a:cubicBezTo>
                                      <a:pt x="20" y="44"/>
                                      <a:pt x="20" y="45"/>
                                      <a:pt x="20" y="45"/>
                                    </a:cubicBezTo>
                                    <a:cubicBezTo>
                                      <a:pt x="20" y="45"/>
                                      <a:pt x="20" y="46"/>
                                      <a:pt x="20" y="46"/>
                                    </a:cubicBezTo>
                                    <a:cubicBezTo>
                                      <a:pt x="20" y="46"/>
                                      <a:pt x="20" y="47"/>
                                      <a:pt x="20" y="47"/>
                                    </a:cubicBezTo>
                                    <a:cubicBezTo>
                                      <a:pt x="19" y="48"/>
                                      <a:pt x="19" y="48"/>
                                      <a:pt x="19" y="48"/>
                                    </a:cubicBezTo>
                                    <a:cubicBezTo>
                                      <a:pt x="19" y="48"/>
                                      <a:pt x="18" y="49"/>
                                      <a:pt x="17" y="49"/>
                                    </a:cubicBezTo>
                                    <a:cubicBezTo>
                                      <a:pt x="17" y="49"/>
                                      <a:pt x="16" y="49"/>
                                      <a:pt x="16" y="49"/>
                                    </a:cubicBezTo>
                                    <a:cubicBezTo>
                                      <a:pt x="15" y="50"/>
                                      <a:pt x="15" y="50"/>
                                      <a:pt x="14" y="50"/>
                                    </a:cubicBezTo>
                                    <a:cubicBezTo>
                                      <a:pt x="14" y="50"/>
                                      <a:pt x="13" y="49"/>
                                      <a:pt x="13" y="49"/>
                                    </a:cubicBezTo>
                                    <a:cubicBezTo>
                                      <a:pt x="13" y="49"/>
                                      <a:pt x="13" y="49"/>
                                      <a:pt x="12" y="49"/>
                                    </a:cubicBezTo>
                                    <a:cubicBezTo>
                                      <a:pt x="12" y="49"/>
                                      <a:pt x="11" y="48"/>
                                      <a:pt x="11" y="48"/>
                                    </a:cubicBezTo>
                                    <a:cubicBezTo>
                                      <a:pt x="11" y="48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8" y="47"/>
                                      <a:pt x="8" y="47"/>
                                    </a:cubicBezTo>
                                    <a:cubicBezTo>
                                      <a:pt x="8" y="47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8" y="45"/>
                                      <a:pt x="8" y="45"/>
                                    </a:cubicBezTo>
                                    <a:cubicBezTo>
                                      <a:pt x="8" y="45"/>
                                      <a:pt x="8" y="44"/>
                                      <a:pt x="7" y="44"/>
                                    </a:cubicBezTo>
                                    <a:cubicBezTo>
                                      <a:pt x="7" y="44"/>
                                      <a:pt x="7" y="44"/>
                                      <a:pt x="7" y="44"/>
                                    </a:cubicBezTo>
                                    <a:cubicBezTo>
                                      <a:pt x="6" y="44"/>
                                      <a:pt x="6" y="44"/>
                                      <a:pt x="5" y="43"/>
                                    </a:cubicBezTo>
                                    <a:cubicBezTo>
                                      <a:pt x="5" y="43"/>
                                      <a:pt x="5" y="43"/>
                                      <a:pt x="5" y="43"/>
                                    </a:cubicBezTo>
                                    <a:cubicBezTo>
                                      <a:pt x="4" y="43"/>
                                      <a:pt x="4" y="43"/>
                                      <a:pt x="3" y="43"/>
                                    </a:cubicBezTo>
                                    <a:cubicBezTo>
                                      <a:pt x="3" y="43"/>
                                      <a:pt x="2" y="43"/>
                                      <a:pt x="2" y="43"/>
                                    </a:cubicBezTo>
                                    <a:cubicBezTo>
                                      <a:pt x="1" y="42"/>
                                      <a:pt x="1" y="42"/>
                                      <a:pt x="1" y="42"/>
                                    </a:cubicBezTo>
                                    <a:cubicBezTo>
                                      <a:pt x="0" y="42"/>
                                      <a:pt x="0" y="41"/>
                                      <a:pt x="0" y="41"/>
                                    </a:cubicBezTo>
                                    <a:cubicBezTo>
                                      <a:pt x="0" y="110"/>
                                      <a:pt x="0" y="110"/>
                                      <a:pt x="0" y="110"/>
                                    </a:cubicBezTo>
                                    <a:cubicBezTo>
                                      <a:pt x="20" y="110"/>
                                      <a:pt x="20" y="110"/>
                                      <a:pt x="20" y="110"/>
                                    </a:cubicBezTo>
                                    <a:cubicBezTo>
                                      <a:pt x="20" y="133"/>
                                      <a:pt x="20" y="133"/>
                                      <a:pt x="20" y="133"/>
                                    </a:cubicBezTo>
                                    <a:cubicBezTo>
                                      <a:pt x="74" y="133"/>
                                      <a:pt x="74" y="133"/>
                                      <a:pt x="74" y="133"/>
                                    </a:cubicBezTo>
                                    <a:cubicBezTo>
                                      <a:pt x="74" y="133"/>
                                      <a:pt x="74" y="133"/>
                                      <a:pt x="74" y="133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4" name="Freeform 740">
                                <a:extLst>
                                  <a:ext uri="{FF2B5EF4-FFF2-40B4-BE49-F238E27FC236}">
                                    <a16:creationId xmlns:a16="http://schemas.microsoft.com/office/drawing/2014/main" id="{2EBE36E1-69CA-87F7-A231-34B50DBBDC4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29750" y="6124575"/>
                                <a:ext cx="133350" cy="153988"/>
                              </a:xfrm>
                              <a:custGeom>
                                <a:avLst/>
                                <a:gdLst>
                                  <a:gd name="T0" fmla="*/ 2 w 32"/>
                                  <a:gd name="T1" fmla="*/ 0 h 37"/>
                                  <a:gd name="T2" fmla="*/ 2 w 32"/>
                                  <a:gd name="T3" fmla="*/ 4 h 37"/>
                                  <a:gd name="T4" fmla="*/ 1 w 32"/>
                                  <a:gd name="T5" fmla="*/ 3 h 37"/>
                                  <a:gd name="T6" fmla="*/ 29 w 32"/>
                                  <a:gd name="T7" fmla="*/ 6 h 37"/>
                                  <a:gd name="T8" fmla="*/ 30 w 32"/>
                                  <a:gd name="T9" fmla="*/ 5 h 37"/>
                                  <a:gd name="T10" fmla="*/ 31 w 32"/>
                                  <a:gd name="T11" fmla="*/ 3 h 37"/>
                                  <a:gd name="T12" fmla="*/ 29 w 32"/>
                                  <a:gd name="T13" fmla="*/ 1 h 37"/>
                                  <a:gd name="T14" fmla="*/ 27 w 32"/>
                                  <a:gd name="T15" fmla="*/ 2 h 37"/>
                                  <a:gd name="T16" fmla="*/ 29 w 32"/>
                                  <a:gd name="T17" fmla="*/ 4 h 37"/>
                                  <a:gd name="T18" fmla="*/ 30 w 32"/>
                                  <a:gd name="T19" fmla="*/ 8 h 37"/>
                                  <a:gd name="T20" fmla="*/ 31 w 32"/>
                                  <a:gd name="T21" fmla="*/ 8 h 37"/>
                                  <a:gd name="T22" fmla="*/ 32 w 32"/>
                                  <a:gd name="T23" fmla="*/ 8 h 37"/>
                                  <a:gd name="T24" fmla="*/ 31 w 32"/>
                                  <a:gd name="T25" fmla="*/ 6 h 37"/>
                                  <a:gd name="T26" fmla="*/ 30 w 32"/>
                                  <a:gd name="T27" fmla="*/ 7 h 37"/>
                                  <a:gd name="T28" fmla="*/ 30 w 32"/>
                                  <a:gd name="T29" fmla="*/ 8 h 37"/>
                                  <a:gd name="T30" fmla="*/ 21 w 32"/>
                                  <a:gd name="T31" fmla="*/ 37 h 37"/>
                                  <a:gd name="T32" fmla="*/ 22 w 32"/>
                                  <a:gd name="T33" fmla="*/ 35 h 37"/>
                                  <a:gd name="T34" fmla="*/ 22 w 32"/>
                                  <a:gd name="T35" fmla="*/ 33 h 37"/>
                                  <a:gd name="T36" fmla="*/ 24 w 32"/>
                                  <a:gd name="T37" fmla="*/ 32 h 37"/>
                                  <a:gd name="T38" fmla="*/ 24 w 32"/>
                                  <a:gd name="T39" fmla="*/ 31 h 37"/>
                                  <a:gd name="T40" fmla="*/ 26 w 32"/>
                                  <a:gd name="T41" fmla="*/ 30 h 37"/>
                                  <a:gd name="T42" fmla="*/ 27 w 32"/>
                                  <a:gd name="T43" fmla="*/ 30 h 37"/>
                                  <a:gd name="T44" fmla="*/ 26 w 32"/>
                                  <a:gd name="T45" fmla="*/ 31 h 37"/>
                                  <a:gd name="T46" fmla="*/ 27 w 32"/>
                                  <a:gd name="T47" fmla="*/ 32 h 37"/>
                                  <a:gd name="T48" fmla="*/ 29 w 32"/>
                                  <a:gd name="T49" fmla="*/ 32 h 37"/>
                                  <a:gd name="T50" fmla="*/ 28 w 32"/>
                                  <a:gd name="T51" fmla="*/ 29 h 37"/>
                                  <a:gd name="T52" fmla="*/ 28 w 32"/>
                                  <a:gd name="T53" fmla="*/ 27 h 37"/>
                                  <a:gd name="T54" fmla="*/ 29 w 32"/>
                                  <a:gd name="T55" fmla="*/ 23 h 37"/>
                                  <a:gd name="T56" fmla="*/ 31 w 32"/>
                                  <a:gd name="T57" fmla="*/ 24 h 37"/>
                                  <a:gd name="T58" fmla="*/ 31 w 32"/>
                                  <a:gd name="T59" fmla="*/ 21 h 37"/>
                                  <a:gd name="T60" fmla="*/ 30 w 32"/>
                                  <a:gd name="T61" fmla="*/ 17 h 37"/>
                                  <a:gd name="T62" fmla="*/ 31 w 32"/>
                                  <a:gd name="T63" fmla="*/ 14 h 37"/>
                                  <a:gd name="T64" fmla="*/ 30 w 32"/>
                                  <a:gd name="T65" fmla="*/ 11 h 37"/>
                                  <a:gd name="T66" fmla="*/ 28 w 32"/>
                                  <a:gd name="T67" fmla="*/ 11 h 37"/>
                                  <a:gd name="T68" fmla="*/ 24 w 32"/>
                                  <a:gd name="T69" fmla="*/ 12 h 37"/>
                                  <a:gd name="T70" fmla="*/ 21 w 32"/>
                                  <a:gd name="T71" fmla="*/ 13 h 37"/>
                                  <a:gd name="T72" fmla="*/ 10 w 32"/>
                                  <a:gd name="T73" fmla="*/ 11 h 37"/>
                                  <a:gd name="T74" fmla="*/ 7 w 32"/>
                                  <a:gd name="T75" fmla="*/ 10 h 37"/>
                                  <a:gd name="T76" fmla="*/ 6 w 32"/>
                                  <a:gd name="T77" fmla="*/ 15 h 37"/>
                                  <a:gd name="T78" fmla="*/ 8 w 32"/>
                                  <a:gd name="T79" fmla="*/ 19 h 37"/>
                                  <a:gd name="T80" fmla="*/ 10 w 32"/>
                                  <a:gd name="T81" fmla="*/ 24 h 37"/>
                                  <a:gd name="T82" fmla="*/ 12 w 32"/>
                                  <a:gd name="T83" fmla="*/ 25 h 37"/>
                                  <a:gd name="T84" fmla="*/ 11 w 32"/>
                                  <a:gd name="T85" fmla="*/ 27 h 37"/>
                                  <a:gd name="T86" fmla="*/ 12 w 32"/>
                                  <a:gd name="T87" fmla="*/ 30 h 37"/>
                                  <a:gd name="T88" fmla="*/ 15 w 32"/>
                                  <a:gd name="T89" fmla="*/ 33 h 37"/>
                                  <a:gd name="T90" fmla="*/ 16 w 32"/>
                                  <a:gd name="T91" fmla="*/ 36 h 37"/>
                                  <a:gd name="T92" fmla="*/ 21 w 32"/>
                                  <a:gd name="T93" fmla="*/ 37 h 37"/>
                                  <a:gd name="T94" fmla="*/ 30 w 32"/>
                                  <a:gd name="T95" fmla="*/ 27 h 37"/>
                                  <a:gd name="T96" fmla="*/ 29 w 32"/>
                                  <a:gd name="T97" fmla="*/ 27 h 37"/>
                                  <a:gd name="T98" fmla="*/ 29 w 32"/>
                                  <a:gd name="T99" fmla="*/ 27 h 37"/>
                                  <a:gd name="T100" fmla="*/ 31 w 32"/>
                                  <a:gd name="T101" fmla="*/ 24 h 37"/>
                                  <a:gd name="T102" fmla="*/ 31 w 32"/>
                                  <a:gd name="T103" fmla="*/ 24 h 37"/>
                                  <a:gd name="T104" fmla="*/ 24 w 32"/>
                                  <a:gd name="T105" fmla="*/ 35 h 37"/>
                                  <a:gd name="T106" fmla="*/ 24 w 32"/>
                                  <a:gd name="T107" fmla="*/ 34 h 37"/>
                                  <a:gd name="T108" fmla="*/ 24 w 32"/>
                                  <a:gd name="T109" fmla="*/ 34 h 37"/>
                                  <a:gd name="T110" fmla="*/ 24 w 32"/>
                                  <a:gd name="T111" fmla="*/ 35 h 37"/>
                                  <a:gd name="T112" fmla="*/ 7 w 32"/>
                                  <a:gd name="T113" fmla="*/ 8 h 37"/>
                                  <a:gd name="T114" fmla="*/ 8 w 32"/>
                                  <a:gd name="T115" fmla="*/ 7 h 37"/>
                                  <a:gd name="T116" fmla="*/ 8 w 32"/>
                                  <a:gd name="T117" fmla="*/ 7 h 3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32" h="37">
                                    <a:moveTo>
                                      <a:pt x="1" y="1"/>
                                    </a:move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3" y="2"/>
                                      <a:pt x="3" y="2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0" y="2"/>
                                      <a:pt x="1" y="1"/>
                                    </a:cubicBezTo>
                                    <a:close/>
                                    <a:moveTo>
                                      <a:pt x="29" y="4"/>
                                    </a:moveTo>
                                    <a:cubicBezTo>
                                      <a:pt x="29" y="4"/>
                                      <a:pt x="29" y="5"/>
                                      <a:pt x="29" y="5"/>
                                    </a:cubicBezTo>
                                    <a:cubicBezTo>
                                      <a:pt x="29" y="5"/>
                                      <a:pt x="29" y="5"/>
                                      <a:pt x="29" y="5"/>
                                    </a:cubicBezTo>
                                    <a:cubicBezTo>
                                      <a:pt x="29" y="5"/>
                                      <a:pt x="29" y="6"/>
                                      <a:pt x="29" y="6"/>
                                    </a:cubicBezTo>
                                    <a:cubicBezTo>
                                      <a:pt x="29" y="6"/>
                                      <a:pt x="29" y="6"/>
                                      <a:pt x="29" y="6"/>
                                    </a:cubicBezTo>
                                    <a:cubicBezTo>
                                      <a:pt x="29" y="6"/>
                                      <a:pt x="29" y="6"/>
                                      <a:pt x="29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30" y="5"/>
                                      <a:pt x="30" y="5"/>
                                    </a:cubicBezTo>
                                    <a:cubicBezTo>
                                      <a:pt x="31" y="5"/>
                                      <a:pt x="31" y="5"/>
                                      <a:pt x="31" y="5"/>
                                    </a:cubicBezTo>
                                    <a:cubicBezTo>
                                      <a:pt x="31" y="5"/>
                                      <a:pt x="31" y="5"/>
                                      <a:pt x="31" y="5"/>
                                    </a:cubicBezTo>
                                    <a:cubicBezTo>
                                      <a:pt x="31" y="4"/>
                                      <a:pt x="31" y="4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2"/>
                                      <a:pt x="30" y="2"/>
                                    </a:cubicBezTo>
                                    <a:cubicBezTo>
                                      <a:pt x="29" y="2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7" y="2"/>
                                      <a:pt x="27" y="2"/>
                                    </a:cubicBezTo>
                                    <a:cubicBezTo>
                                      <a:pt x="27" y="2"/>
                                      <a:pt x="27" y="2"/>
                                      <a:pt x="27" y="2"/>
                                    </a:cubicBezTo>
                                    <a:cubicBezTo>
                                      <a:pt x="27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9" y="4"/>
                                      <a:pt x="28" y="4"/>
                                      <a:pt x="29" y="4"/>
                                    </a:cubicBezTo>
                                    <a:cubicBezTo>
                                      <a:pt x="29" y="4"/>
                                      <a:pt x="29" y="4"/>
                                      <a:pt x="29" y="4"/>
                                    </a:cubicBezTo>
                                    <a:close/>
                                    <a:moveTo>
                                      <a:pt x="29" y="7"/>
                                    </a:move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8"/>
                                      <a:pt x="29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1" y="8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2" y="8"/>
                                      <a:pt x="32" y="8"/>
                                      <a:pt x="32" y="8"/>
                                    </a:cubicBezTo>
                                    <a:cubicBezTo>
                                      <a:pt x="32" y="8"/>
                                      <a:pt x="32" y="8"/>
                                      <a:pt x="32" y="8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1" y="7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lose/>
                                    <a:moveTo>
                                      <a:pt x="30" y="8"/>
                                    </a:move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9"/>
                                      <a:pt x="30" y="9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lose/>
                                    <a:moveTo>
                                      <a:pt x="21" y="37"/>
                                    </a:moveTo>
                                    <a:cubicBezTo>
                                      <a:pt x="21" y="37"/>
                                      <a:pt x="21" y="37"/>
                                      <a:pt x="21" y="37"/>
                                    </a:cubicBezTo>
                                    <a:cubicBezTo>
                                      <a:pt x="21" y="37"/>
                                      <a:pt x="21" y="36"/>
                                      <a:pt x="21" y="36"/>
                                    </a:cubicBezTo>
                                    <a:cubicBezTo>
                                      <a:pt x="21" y="36"/>
                                      <a:pt x="21" y="36"/>
                                      <a:pt x="21" y="36"/>
                                    </a:cubicBezTo>
                                    <a:cubicBezTo>
                                      <a:pt x="21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4"/>
                                      <a:pt x="22" y="34"/>
                                      <a:pt x="22" y="34"/>
                                    </a:cubicBezTo>
                                    <a:cubicBezTo>
                                      <a:pt x="22" y="34"/>
                                      <a:pt x="22" y="34"/>
                                      <a:pt x="22" y="34"/>
                                    </a:cubicBezTo>
                                    <a:cubicBezTo>
                                      <a:pt x="22" y="34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2" y="33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5" y="32"/>
                                      <a:pt x="25" y="33"/>
                                      <a:pt x="25" y="33"/>
                                    </a:cubicBezTo>
                                    <a:cubicBezTo>
                                      <a:pt x="25" y="33"/>
                                      <a:pt x="25" y="33"/>
                                      <a:pt x="25" y="33"/>
                                    </a:cubicBezTo>
                                    <a:cubicBezTo>
                                      <a:pt x="25" y="33"/>
                                      <a:pt x="25" y="32"/>
                                      <a:pt x="25" y="32"/>
                                    </a:cubicBezTo>
                                    <a:cubicBezTo>
                                      <a:pt x="25" y="32"/>
                                      <a:pt x="25" y="32"/>
                                      <a:pt x="24" y="31"/>
                                    </a:cubicBezTo>
                                    <a:cubicBezTo>
                                      <a:pt x="24" y="31"/>
                                      <a:pt x="24" y="30"/>
                                      <a:pt x="24" y="30"/>
                                    </a:cubicBezTo>
                                    <a:cubicBezTo>
                                      <a:pt x="24" y="30"/>
                                      <a:pt x="24" y="30"/>
                                      <a:pt x="24" y="30"/>
                                    </a:cubicBezTo>
                                    <a:cubicBezTo>
                                      <a:pt x="24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1"/>
                                      <a:pt x="26" y="30"/>
                                      <a:pt x="26" y="30"/>
                                    </a:cubicBezTo>
                                    <a:cubicBezTo>
                                      <a:pt x="26" y="30"/>
                                      <a:pt x="26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6" y="30"/>
                                    </a:cubicBezTo>
                                    <a:cubicBezTo>
                                      <a:pt x="26" y="29"/>
                                      <a:pt x="26" y="29"/>
                                      <a:pt x="26" y="29"/>
                                    </a:cubicBezTo>
                                    <a:cubicBezTo>
                                      <a:pt x="26" y="29"/>
                                      <a:pt x="26" y="29"/>
                                      <a:pt x="26" y="29"/>
                                    </a:cubicBezTo>
                                    <a:cubicBezTo>
                                      <a:pt x="26" y="29"/>
                                      <a:pt x="26" y="30"/>
                                      <a:pt x="27" y="30"/>
                                    </a:cubicBezTo>
                                    <a:cubicBezTo>
                                      <a:pt x="27" y="30"/>
                                      <a:pt x="27" y="30"/>
                                      <a:pt x="27" y="30"/>
                                    </a:cubicBezTo>
                                    <a:cubicBezTo>
                                      <a:pt x="27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1"/>
                                      <a:pt x="28" y="31"/>
                                      <a:pt x="28" y="31"/>
                                    </a:cubicBezTo>
                                    <a:cubicBezTo>
                                      <a:pt x="28" y="31"/>
                                      <a:pt x="27" y="31"/>
                                      <a:pt x="27" y="31"/>
                                    </a:cubicBezTo>
                                    <a:cubicBezTo>
                                      <a:pt x="27" y="31"/>
                                      <a:pt x="27" y="31"/>
                                      <a:pt x="27" y="30"/>
                                    </a:cubicBezTo>
                                    <a:cubicBezTo>
                                      <a:pt x="27" y="30"/>
                                      <a:pt x="26" y="31"/>
                                      <a:pt x="26" y="31"/>
                                    </a:cubicBezTo>
                                    <a:cubicBezTo>
                                      <a:pt x="26" y="31"/>
                                      <a:pt x="26" y="31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3"/>
                                      <a:pt x="27" y="33"/>
                                      <a:pt x="27" y="33"/>
                                    </a:cubicBezTo>
                                    <a:cubicBezTo>
                                      <a:pt x="27" y="33"/>
                                      <a:pt x="28" y="33"/>
                                      <a:pt x="28" y="32"/>
                                    </a:cubicBezTo>
                                    <a:cubicBezTo>
                                      <a:pt x="28" y="32"/>
                                      <a:pt x="28" y="33"/>
                                      <a:pt x="29" y="33"/>
                                    </a:cubicBezTo>
                                    <a:cubicBezTo>
                                      <a:pt x="29" y="33"/>
                                      <a:pt x="29" y="33"/>
                                      <a:pt x="29" y="33"/>
                                    </a:cubicBezTo>
                                    <a:cubicBezTo>
                                      <a:pt x="29" y="33"/>
                                      <a:pt x="29" y="32"/>
                                      <a:pt x="29" y="32"/>
                                    </a:cubicBezTo>
                                    <a:cubicBezTo>
                                      <a:pt x="29" y="32"/>
                                      <a:pt x="29" y="32"/>
                                      <a:pt x="29" y="32"/>
                                    </a:cubicBezTo>
                                    <a:cubicBezTo>
                                      <a:pt x="28" y="31"/>
                                      <a:pt x="29" y="31"/>
                                      <a:pt x="29" y="31"/>
                                    </a:cubicBezTo>
                                    <a:cubicBezTo>
                                      <a:pt x="29" y="30"/>
                                      <a:pt x="29" y="30"/>
                                      <a:pt x="29" y="30"/>
                                    </a:cubicBezTo>
                                    <a:cubicBezTo>
                                      <a:pt x="29" y="30"/>
                                      <a:pt x="29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8"/>
                                      <a:pt x="28" y="28"/>
                                    </a:cubicBezTo>
                                    <a:cubicBezTo>
                                      <a:pt x="28" y="28"/>
                                      <a:pt x="28" y="27"/>
                                      <a:pt x="28" y="27"/>
                                    </a:cubicBezTo>
                                    <a:cubicBezTo>
                                      <a:pt x="28" y="27"/>
                                      <a:pt x="28" y="27"/>
                                      <a:pt x="28" y="27"/>
                                    </a:cubicBezTo>
                                    <a:cubicBezTo>
                                      <a:pt x="28" y="27"/>
                                      <a:pt x="28" y="27"/>
                                      <a:pt x="28" y="26"/>
                                    </a:cubicBezTo>
                                    <a:cubicBezTo>
                                      <a:pt x="28" y="26"/>
                                      <a:pt x="28" y="26"/>
                                      <a:pt x="28" y="26"/>
                                    </a:cubicBezTo>
                                    <a:cubicBezTo>
                                      <a:pt x="29" y="26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6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5"/>
                                      <a:pt x="29" y="24"/>
                                      <a:pt x="29" y="24"/>
                                    </a:cubicBezTo>
                                    <a:cubicBezTo>
                                      <a:pt x="29" y="23"/>
                                      <a:pt x="29" y="23"/>
                                      <a:pt x="29" y="23"/>
                                    </a:cubicBezTo>
                                    <a:cubicBezTo>
                                      <a:pt x="29" y="23"/>
                                      <a:pt x="29" y="23"/>
                                      <a:pt x="29" y="23"/>
                                    </a:cubicBezTo>
                                    <a:cubicBezTo>
                                      <a:pt x="29" y="22"/>
                                      <a:pt x="29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19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18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0" y="17"/>
                                      <a:pt x="30" y="17"/>
                                    </a:cubicBezTo>
                                    <a:cubicBezTo>
                                      <a:pt x="31" y="17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4"/>
                                      <a:pt x="31" y="14"/>
                                      <a:pt x="31" y="14"/>
                                    </a:cubicBezTo>
                                    <a:cubicBezTo>
                                      <a:pt x="31" y="14"/>
                                      <a:pt x="31" y="13"/>
                                      <a:pt x="31" y="13"/>
                                    </a:cubicBezTo>
                                    <a:cubicBezTo>
                                      <a:pt x="31" y="13"/>
                                      <a:pt x="31" y="13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1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10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10"/>
                                      <a:pt x="28" y="10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4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4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3"/>
                                    </a:cubicBezTo>
                                    <a:cubicBezTo>
                                      <a:pt x="22" y="13"/>
                                      <a:pt x="21" y="13"/>
                                      <a:pt x="21" y="13"/>
                                    </a:cubicBezTo>
                                    <a:cubicBezTo>
                                      <a:pt x="21" y="13"/>
                                      <a:pt x="20" y="13"/>
                                      <a:pt x="19" y="13"/>
                                    </a:cubicBezTo>
                                    <a:cubicBezTo>
                                      <a:pt x="19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7" y="14"/>
                                      <a:pt x="16" y="13"/>
                                      <a:pt x="15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3" y="12"/>
                                      <a:pt x="12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9" y="10"/>
                                      <a:pt x="9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10"/>
                                    </a:cubicBezTo>
                                    <a:cubicBezTo>
                                      <a:pt x="8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6" y="9"/>
                                      <a:pt x="6" y="10"/>
                                      <a:pt x="6" y="10"/>
                                    </a:cubicBezTo>
                                    <a:cubicBezTo>
                                      <a:pt x="6" y="11"/>
                                      <a:pt x="6" y="11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4"/>
                                      <a:pt x="6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7"/>
                                      <a:pt x="7" y="17"/>
                                      <a:pt x="7" y="17"/>
                                    </a:cubicBezTo>
                                    <a:cubicBezTo>
                                      <a:pt x="8" y="17"/>
                                      <a:pt x="8" y="18"/>
                                      <a:pt x="8" y="18"/>
                                    </a:cubicBezTo>
                                    <a:cubicBezTo>
                                      <a:pt x="8" y="18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3"/>
                                      <a:pt x="10" y="23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4"/>
                                    </a:cubicBezTo>
                                    <a:cubicBezTo>
                                      <a:pt x="10" y="24"/>
                                      <a:pt x="10" y="24"/>
                                      <a:pt x="10" y="23"/>
                                    </a:cubicBezTo>
                                    <a:cubicBezTo>
                                      <a:pt x="10" y="23"/>
                                      <a:pt x="11" y="23"/>
                                      <a:pt x="11" y="23"/>
                                    </a:cubicBezTo>
                                    <a:cubicBezTo>
                                      <a:pt x="11" y="23"/>
                                      <a:pt x="11" y="23"/>
                                      <a:pt x="11" y="23"/>
                                    </a:cubicBezTo>
                                    <a:cubicBezTo>
                                      <a:pt x="11" y="24"/>
                                      <a:pt x="11" y="24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4"/>
                                      <a:pt x="10" y="24"/>
                                      <a:pt x="10" y="24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6"/>
                                    </a:cubicBezTo>
                                    <a:cubicBezTo>
                                      <a:pt x="10" y="26"/>
                                      <a:pt x="10" y="26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9"/>
                                      <a:pt x="11" y="29"/>
                                    </a:cubicBezTo>
                                    <a:cubicBezTo>
                                      <a:pt x="11" y="29"/>
                                      <a:pt x="12" y="29"/>
                                      <a:pt x="12" y="30"/>
                                    </a:cubicBezTo>
                                    <a:cubicBezTo>
                                      <a:pt x="12" y="30"/>
                                      <a:pt x="12" y="30"/>
                                      <a:pt x="12" y="30"/>
                                    </a:cubicBezTo>
                                    <a:cubicBezTo>
                                      <a:pt x="12" y="30"/>
                                      <a:pt x="12" y="30"/>
                                      <a:pt x="12" y="30"/>
                                    </a:cubicBezTo>
                                    <a:cubicBezTo>
                                      <a:pt x="13" y="31"/>
                                      <a:pt x="13" y="31"/>
                                      <a:pt x="13" y="31"/>
                                    </a:cubicBezTo>
                                    <a:cubicBezTo>
                                      <a:pt x="13" y="31"/>
                                      <a:pt x="13" y="32"/>
                                      <a:pt x="13" y="32"/>
                                    </a:cubicBezTo>
                                    <a:cubicBezTo>
                                      <a:pt x="13" y="32"/>
                                      <a:pt x="14" y="33"/>
                                      <a:pt x="14" y="33"/>
                                    </a:cubicBezTo>
                                    <a:cubicBezTo>
                                      <a:pt x="14" y="33"/>
                                      <a:pt x="14" y="34"/>
                                      <a:pt x="14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4"/>
                                      <a:pt x="15" y="34"/>
                                      <a:pt x="15" y="34"/>
                                    </a:cubicBezTo>
                                    <a:cubicBezTo>
                                      <a:pt x="15" y="34"/>
                                      <a:pt x="15" y="34"/>
                                      <a:pt x="15" y="34"/>
                                    </a:cubicBezTo>
                                    <a:cubicBezTo>
                                      <a:pt x="15" y="34"/>
                                      <a:pt x="15" y="35"/>
                                      <a:pt x="15" y="35"/>
                                    </a:cubicBezTo>
                                    <a:cubicBezTo>
                                      <a:pt x="15" y="35"/>
                                      <a:pt x="15" y="35"/>
                                      <a:pt x="15" y="35"/>
                                    </a:cubicBezTo>
                                    <a:cubicBezTo>
                                      <a:pt x="15" y="35"/>
                                      <a:pt x="16" y="36"/>
                                      <a:pt x="16" y="36"/>
                                    </a:cubicBezTo>
                                    <a:cubicBezTo>
                                      <a:pt x="16" y="36"/>
                                      <a:pt x="16" y="35"/>
                                      <a:pt x="16" y="35"/>
                                    </a:cubicBezTo>
                                    <a:cubicBezTo>
                                      <a:pt x="16" y="35"/>
                                      <a:pt x="17" y="35"/>
                                      <a:pt x="17" y="36"/>
                                    </a:cubicBezTo>
                                    <a:cubicBezTo>
                                      <a:pt x="18" y="36"/>
                                      <a:pt x="18" y="35"/>
                                      <a:pt x="19" y="36"/>
                                    </a:cubicBezTo>
                                    <a:cubicBezTo>
                                      <a:pt x="19" y="36"/>
                                      <a:pt x="19" y="36"/>
                                      <a:pt x="19" y="36"/>
                                    </a:cubicBezTo>
                                    <a:cubicBezTo>
                                      <a:pt x="19" y="36"/>
                                      <a:pt x="20" y="36"/>
                                      <a:pt x="20" y="37"/>
                                    </a:cubicBezTo>
                                    <a:cubicBezTo>
                                      <a:pt x="20" y="37"/>
                                      <a:pt x="21" y="37"/>
                                      <a:pt x="21" y="37"/>
                                    </a:cubicBezTo>
                                    <a:close/>
                                    <a:moveTo>
                                      <a:pt x="29" y="28"/>
                                    </a:moveTo>
                                    <a:cubicBezTo>
                                      <a:pt x="29" y="28"/>
                                      <a:pt x="29" y="28"/>
                                      <a:pt x="29" y="28"/>
                                    </a:cubicBezTo>
                                    <a:cubicBezTo>
                                      <a:pt x="29" y="28"/>
                                      <a:pt x="29" y="28"/>
                                      <a:pt x="29" y="28"/>
                                    </a:cubicBezTo>
                                    <a:cubicBezTo>
                                      <a:pt x="30" y="28"/>
                                      <a:pt x="30" y="28"/>
                                      <a:pt x="30" y="28"/>
                                    </a:cubicBezTo>
                                    <a:cubicBezTo>
                                      <a:pt x="30" y="28"/>
                                      <a:pt x="30" y="28"/>
                                      <a:pt x="30" y="28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8"/>
                                    </a:cubicBezTo>
                                    <a:close/>
                                    <a:moveTo>
                                      <a:pt x="31" y="24"/>
                                    </a:move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lose/>
                                    <a:moveTo>
                                      <a:pt x="24" y="35"/>
                                    </a:move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3" y="34"/>
                                      <a:pt x="23" y="34"/>
                                    </a:cubicBezTo>
                                    <a:cubicBezTo>
                                      <a:pt x="23" y="34"/>
                                      <a:pt x="23" y="34"/>
                                      <a:pt x="23" y="34"/>
                                    </a:cubicBezTo>
                                    <a:cubicBezTo>
                                      <a:pt x="23" y="35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lose/>
                                    <a:moveTo>
                                      <a:pt x="7" y="8"/>
                                    </a:moveTo>
                                    <a:cubicBezTo>
                                      <a:pt x="7" y="8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lose/>
                                    <a:moveTo>
                                      <a:pt x="8" y="7"/>
                                    </a:move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5" name="Freeform 741">
                                <a:extLst>
                                  <a:ext uri="{FF2B5EF4-FFF2-40B4-BE49-F238E27FC236}">
                                    <a16:creationId xmlns:a16="http://schemas.microsoft.com/office/drawing/2014/main" id="{EEA39BB4-2671-237F-9F5D-BDABB30608B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009063" y="5662613"/>
                                <a:ext cx="341312" cy="404813"/>
                              </a:xfrm>
                              <a:custGeom>
                                <a:avLst/>
                                <a:gdLst>
                                  <a:gd name="T0" fmla="*/ 53 w 82"/>
                                  <a:gd name="T1" fmla="*/ 80 h 97"/>
                                  <a:gd name="T2" fmla="*/ 52 w 82"/>
                                  <a:gd name="T3" fmla="*/ 78 h 97"/>
                                  <a:gd name="T4" fmla="*/ 56 w 82"/>
                                  <a:gd name="T5" fmla="*/ 77 h 97"/>
                                  <a:gd name="T6" fmla="*/ 59 w 82"/>
                                  <a:gd name="T7" fmla="*/ 77 h 97"/>
                                  <a:gd name="T8" fmla="*/ 60 w 82"/>
                                  <a:gd name="T9" fmla="*/ 78 h 97"/>
                                  <a:gd name="T10" fmla="*/ 62 w 82"/>
                                  <a:gd name="T11" fmla="*/ 78 h 97"/>
                                  <a:gd name="T12" fmla="*/ 62 w 82"/>
                                  <a:gd name="T13" fmla="*/ 79 h 97"/>
                                  <a:gd name="T14" fmla="*/ 59 w 82"/>
                                  <a:gd name="T15" fmla="*/ 79 h 97"/>
                                  <a:gd name="T16" fmla="*/ 57 w 82"/>
                                  <a:gd name="T17" fmla="*/ 80 h 97"/>
                                  <a:gd name="T18" fmla="*/ 49 w 82"/>
                                  <a:gd name="T19" fmla="*/ 72 h 97"/>
                                  <a:gd name="T20" fmla="*/ 49 w 82"/>
                                  <a:gd name="T21" fmla="*/ 72 h 97"/>
                                  <a:gd name="T22" fmla="*/ 49 w 82"/>
                                  <a:gd name="T23" fmla="*/ 71 h 97"/>
                                  <a:gd name="T24" fmla="*/ 38 w 82"/>
                                  <a:gd name="T25" fmla="*/ 61 h 97"/>
                                  <a:gd name="T26" fmla="*/ 38 w 82"/>
                                  <a:gd name="T27" fmla="*/ 61 h 97"/>
                                  <a:gd name="T28" fmla="*/ 38 w 82"/>
                                  <a:gd name="T29" fmla="*/ 61 h 97"/>
                                  <a:gd name="T30" fmla="*/ 3 w 82"/>
                                  <a:gd name="T31" fmla="*/ 44 h 97"/>
                                  <a:gd name="T32" fmla="*/ 13 w 82"/>
                                  <a:gd name="T33" fmla="*/ 44 h 97"/>
                                  <a:gd name="T34" fmla="*/ 19 w 82"/>
                                  <a:gd name="T35" fmla="*/ 45 h 97"/>
                                  <a:gd name="T36" fmla="*/ 24 w 82"/>
                                  <a:gd name="T37" fmla="*/ 47 h 97"/>
                                  <a:gd name="T38" fmla="*/ 29 w 82"/>
                                  <a:gd name="T39" fmla="*/ 49 h 97"/>
                                  <a:gd name="T40" fmla="*/ 32 w 82"/>
                                  <a:gd name="T41" fmla="*/ 48 h 97"/>
                                  <a:gd name="T42" fmla="*/ 34 w 82"/>
                                  <a:gd name="T43" fmla="*/ 51 h 97"/>
                                  <a:gd name="T44" fmla="*/ 36 w 82"/>
                                  <a:gd name="T45" fmla="*/ 53 h 97"/>
                                  <a:gd name="T46" fmla="*/ 35 w 82"/>
                                  <a:gd name="T47" fmla="*/ 55 h 97"/>
                                  <a:gd name="T48" fmla="*/ 37 w 82"/>
                                  <a:gd name="T49" fmla="*/ 56 h 97"/>
                                  <a:gd name="T50" fmla="*/ 40 w 82"/>
                                  <a:gd name="T51" fmla="*/ 58 h 97"/>
                                  <a:gd name="T52" fmla="*/ 43 w 82"/>
                                  <a:gd name="T53" fmla="*/ 62 h 97"/>
                                  <a:gd name="T54" fmla="*/ 44 w 82"/>
                                  <a:gd name="T55" fmla="*/ 68 h 97"/>
                                  <a:gd name="T56" fmla="*/ 43 w 82"/>
                                  <a:gd name="T57" fmla="*/ 67 h 97"/>
                                  <a:gd name="T58" fmla="*/ 45 w 82"/>
                                  <a:gd name="T59" fmla="*/ 70 h 97"/>
                                  <a:gd name="T60" fmla="*/ 47 w 82"/>
                                  <a:gd name="T61" fmla="*/ 71 h 97"/>
                                  <a:gd name="T62" fmla="*/ 48 w 82"/>
                                  <a:gd name="T63" fmla="*/ 70 h 97"/>
                                  <a:gd name="T64" fmla="*/ 48 w 82"/>
                                  <a:gd name="T65" fmla="*/ 68 h 97"/>
                                  <a:gd name="T66" fmla="*/ 49 w 82"/>
                                  <a:gd name="T67" fmla="*/ 66 h 97"/>
                                  <a:gd name="T68" fmla="*/ 52 w 82"/>
                                  <a:gd name="T69" fmla="*/ 63 h 97"/>
                                  <a:gd name="T70" fmla="*/ 55 w 82"/>
                                  <a:gd name="T71" fmla="*/ 61 h 97"/>
                                  <a:gd name="T72" fmla="*/ 58 w 82"/>
                                  <a:gd name="T73" fmla="*/ 57 h 97"/>
                                  <a:gd name="T74" fmla="*/ 60 w 82"/>
                                  <a:gd name="T75" fmla="*/ 55 h 97"/>
                                  <a:gd name="T76" fmla="*/ 60 w 82"/>
                                  <a:gd name="T77" fmla="*/ 52 h 97"/>
                                  <a:gd name="T78" fmla="*/ 61 w 82"/>
                                  <a:gd name="T79" fmla="*/ 54 h 97"/>
                                  <a:gd name="T80" fmla="*/ 61 w 82"/>
                                  <a:gd name="T81" fmla="*/ 58 h 97"/>
                                  <a:gd name="T82" fmla="*/ 59 w 82"/>
                                  <a:gd name="T83" fmla="*/ 63 h 97"/>
                                  <a:gd name="T84" fmla="*/ 58 w 82"/>
                                  <a:gd name="T85" fmla="*/ 71 h 97"/>
                                  <a:gd name="T86" fmla="*/ 55 w 82"/>
                                  <a:gd name="T87" fmla="*/ 72 h 97"/>
                                  <a:gd name="T88" fmla="*/ 56 w 82"/>
                                  <a:gd name="T89" fmla="*/ 73 h 97"/>
                                  <a:gd name="T90" fmla="*/ 59 w 82"/>
                                  <a:gd name="T91" fmla="*/ 73 h 97"/>
                                  <a:gd name="T92" fmla="*/ 61 w 82"/>
                                  <a:gd name="T93" fmla="*/ 70 h 97"/>
                                  <a:gd name="T94" fmla="*/ 62 w 82"/>
                                  <a:gd name="T95" fmla="*/ 65 h 97"/>
                                  <a:gd name="T96" fmla="*/ 65 w 82"/>
                                  <a:gd name="T97" fmla="*/ 69 h 97"/>
                                  <a:gd name="T98" fmla="*/ 64 w 82"/>
                                  <a:gd name="T99" fmla="*/ 75 h 97"/>
                                  <a:gd name="T100" fmla="*/ 64 w 82"/>
                                  <a:gd name="T101" fmla="*/ 77 h 97"/>
                                  <a:gd name="T102" fmla="*/ 69 w 82"/>
                                  <a:gd name="T103" fmla="*/ 77 h 97"/>
                                  <a:gd name="T104" fmla="*/ 74 w 82"/>
                                  <a:gd name="T105" fmla="*/ 87 h 97"/>
                                  <a:gd name="T106" fmla="*/ 75 w 82"/>
                                  <a:gd name="T107" fmla="*/ 91 h 97"/>
                                  <a:gd name="T108" fmla="*/ 79 w 82"/>
                                  <a:gd name="T109" fmla="*/ 97 h 97"/>
                                  <a:gd name="T110" fmla="*/ 0 w 82"/>
                                  <a:gd name="T111" fmla="*/ 0 h 9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</a:cxnLst>
                                <a:rect l="0" t="0" r="r" b="b"/>
                                <a:pathLst>
                                  <a:path w="82" h="97">
                                    <a:moveTo>
                                      <a:pt x="57" y="80"/>
                                    </a:moveTo>
                                    <a:cubicBezTo>
                                      <a:pt x="57" y="80"/>
                                      <a:pt x="57" y="80"/>
                                      <a:pt x="56" y="80"/>
                                    </a:cubicBezTo>
                                    <a:cubicBezTo>
                                      <a:pt x="56" y="80"/>
                                      <a:pt x="55" y="80"/>
                                      <a:pt x="54" y="80"/>
                                    </a:cubicBezTo>
                                    <a:cubicBezTo>
                                      <a:pt x="54" y="80"/>
                                      <a:pt x="54" y="80"/>
                                      <a:pt x="54" y="80"/>
                                    </a:cubicBezTo>
                                    <a:cubicBezTo>
                                      <a:pt x="54" y="80"/>
                                      <a:pt x="54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3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3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2" y="80"/>
                                      <a:pt x="52" y="79"/>
                                    </a:cubicBezTo>
                                    <a:cubicBezTo>
                                      <a:pt x="52" y="79"/>
                                      <a:pt x="52" y="79"/>
                                      <a:pt x="52" y="79"/>
                                    </a:cubicBezTo>
                                    <a:cubicBezTo>
                                      <a:pt x="52" y="78"/>
                                      <a:pt x="52" y="78"/>
                                      <a:pt x="52" y="78"/>
                                    </a:cubicBezTo>
                                    <a:cubicBezTo>
                                      <a:pt x="52" y="78"/>
                                      <a:pt x="53" y="78"/>
                                      <a:pt x="53" y="78"/>
                                    </a:cubicBezTo>
                                    <a:cubicBezTo>
                                      <a:pt x="53" y="78"/>
                                      <a:pt x="53" y="78"/>
                                      <a:pt x="53" y="77"/>
                                    </a:cubicBezTo>
                                    <a:cubicBezTo>
                                      <a:pt x="54" y="77"/>
                                      <a:pt x="54" y="77"/>
                                      <a:pt x="54" y="77"/>
                                    </a:cubicBezTo>
                                    <a:cubicBezTo>
                                      <a:pt x="55" y="77"/>
                                      <a:pt x="55" y="77"/>
                                      <a:pt x="55" y="77"/>
                                    </a:cubicBezTo>
                                    <a:cubicBezTo>
                                      <a:pt x="55" y="77"/>
                                      <a:pt x="56" y="77"/>
                                      <a:pt x="56" y="77"/>
                                    </a:cubicBezTo>
                                    <a:cubicBezTo>
                                      <a:pt x="57" y="76"/>
                                      <a:pt x="58" y="76"/>
                                      <a:pt x="59" y="76"/>
                                    </a:cubicBezTo>
                                    <a:cubicBezTo>
                                      <a:pt x="59" y="76"/>
                                      <a:pt x="59" y="76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8"/>
                                    </a:cubicBezTo>
                                    <a:cubicBezTo>
                                      <a:pt x="59" y="78"/>
                                      <a:pt x="59" y="78"/>
                                      <a:pt x="59" y="78"/>
                                    </a:cubicBezTo>
                                    <a:cubicBezTo>
                                      <a:pt x="59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1" y="79"/>
                                      <a:pt x="61" y="79"/>
                                      <a:pt x="61" y="79"/>
                                    </a:cubicBezTo>
                                    <a:cubicBezTo>
                                      <a:pt x="61" y="79"/>
                                      <a:pt x="61" y="79"/>
                                      <a:pt x="60" y="79"/>
                                    </a:cubicBezTo>
                                    <a:cubicBezTo>
                                      <a:pt x="60" y="79"/>
                                      <a:pt x="59" y="79"/>
                                      <a:pt x="59" y="79"/>
                                    </a:cubicBezTo>
                                    <a:cubicBezTo>
                                      <a:pt x="59" y="80"/>
                                      <a:pt x="59" y="80"/>
                                      <a:pt x="59" y="80"/>
                                    </a:cubicBezTo>
                                    <a:cubicBezTo>
                                      <a:pt x="59" y="80"/>
                                      <a:pt x="59" y="80"/>
                                      <a:pt x="58" y="81"/>
                                    </a:cubicBezTo>
                                    <a:cubicBezTo>
                                      <a:pt x="58" y="81"/>
                                      <a:pt x="58" y="81"/>
                                      <a:pt x="58" y="81"/>
                                    </a:cubicBezTo>
                                    <a:cubicBezTo>
                                      <a:pt x="58" y="81"/>
                                      <a:pt x="58" y="81"/>
                                      <a:pt x="58" y="81"/>
                                    </a:cubicBezTo>
                                    <a:cubicBezTo>
                                      <a:pt x="58" y="80"/>
                                      <a:pt x="57" y="80"/>
                                      <a:pt x="57" y="80"/>
                                    </a:cubicBezTo>
                                    <a:cubicBezTo>
                                      <a:pt x="57" y="80"/>
                                      <a:pt x="57" y="80"/>
                                      <a:pt x="57" y="80"/>
                                    </a:cubicBezTo>
                                    <a:close/>
                                    <a:moveTo>
                                      <a:pt x="49" y="71"/>
                                    </a:move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lose/>
                                    <a:moveTo>
                                      <a:pt x="38" y="61"/>
                                    </a:move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lose/>
                                    <a:moveTo>
                                      <a:pt x="0" y="0"/>
                                    </a:moveTo>
                                    <a:cubicBezTo>
                                      <a:pt x="0" y="45"/>
                                      <a:pt x="0" y="45"/>
                                      <a:pt x="0" y="45"/>
                                    </a:cubicBezTo>
                                    <a:cubicBezTo>
                                      <a:pt x="1" y="44"/>
                                      <a:pt x="1" y="44"/>
                                      <a:pt x="1" y="44"/>
                                    </a:cubicBezTo>
                                    <a:cubicBezTo>
                                      <a:pt x="2" y="44"/>
                                      <a:pt x="2" y="44"/>
                                      <a:pt x="3" y="44"/>
                                    </a:cubicBezTo>
                                    <a:cubicBezTo>
                                      <a:pt x="3" y="44"/>
                                      <a:pt x="4" y="44"/>
                                      <a:pt x="4" y="44"/>
                                    </a:cubicBezTo>
                                    <a:cubicBezTo>
                                      <a:pt x="5" y="44"/>
                                      <a:pt x="5" y="44"/>
                                      <a:pt x="5" y="44"/>
                                    </a:cubicBezTo>
                                    <a:cubicBezTo>
                                      <a:pt x="5" y="44"/>
                                      <a:pt x="6" y="44"/>
                                      <a:pt x="7" y="44"/>
                                    </a:cubicBezTo>
                                    <a:cubicBezTo>
                                      <a:pt x="7" y="44"/>
                                      <a:pt x="12" y="44"/>
                                      <a:pt x="12" y="44"/>
                                    </a:cubicBezTo>
                                    <a:cubicBezTo>
                                      <a:pt x="12" y="44"/>
                                      <a:pt x="13" y="44"/>
                                      <a:pt x="13" y="44"/>
                                    </a:cubicBezTo>
                                    <a:cubicBezTo>
                                      <a:pt x="13" y="44"/>
                                      <a:pt x="14" y="44"/>
                                      <a:pt x="14" y="44"/>
                                    </a:cubicBezTo>
                                    <a:cubicBezTo>
                                      <a:pt x="14" y="44"/>
                                      <a:pt x="15" y="43"/>
                                      <a:pt x="15" y="43"/>
                                    </a:cubicBezTo>
                                    <a:cubicBezTo>
                                      <a:pt x="15" y="43"/>
                                      <a:pt x="16" y="43"/>
                                      <a:pt x="16" y="43"/>
                                    </a:cubicBezTo>
                                    <a:cubicBezTo>
                                      <a:pt x="16" y="43"/>
                                      <a:pt x="17" y="43"/>
                                      <a:pt x="17" y="44"/>
                                    </a:cubicBezTo>
                                    <a:cubicBezTo>
                                      <a:pt x="17" y="44"/>
                                      <a:pt x="19" y="45"/>
                                      <a:pt x="19" y="45"/>
                                    </a:cubicBezTo>
                                    <a:cubicBezTo>
                                      <a:pt x="20" y="45"/>
                                      <a:pt x="20" y="45"/>
                                      <a:pt x="20" y="46"/>
                                    </a:cubicBezTo>
                                    <a:cubicBezTo>
                                      <a:pt x="21" y="46"/>
                                      <a:pt x="22" y="46"/>
                                      <a:pt x="22" y="47"/>
                                    </a:cubicBezTo>
                                    <a:cubicBezTo>
                                      <a:pt x="22" y="47"/>
                                      <a:pt x="22" y="47"/>
                                      <a:pt x="22" y="47"/>
                                    </a:cubicBezTo>
                                    <a:cubicBezTo>
                                      <a:pt x="23" y="47"/>
                                      <a:pt x="23" y="47"/>
                                      <a:pt x="24" y="47"/>
                                    </a:cubicBezTo>
                                    <a:cubicBezTo>
                                      <a:pt x="24" y="47"/>
                                      <a:pt x="24" y="47"/>
                                      <a:pt x="24" y="47"/>
                                    </a:cubicBezTo>
                                    <a:cubicBezTo>
                                      <a:pt x="24" y="46"/>
                                      <a:pt x="25" y="47"/>
                                      <a:pt x="25" y="47"/>
                                    </a:cubicBezTo>
                                    <a:cubicBezTo>
                                      <a:pt x="25" y="47"/>
                                      <a:pt x="26" y="47"/>
                                      <a:pt x="26" y="47"/>
                                    </a:cubicBezTo>
                                    <a:cubicBezTo>
                                      <a:pt x="26" y="47"/>
                                      <a:pt x="27" y="47"/>
                                      <a:pt x="27" y="47"/>
                                    </a:cubicBezTo>
                                    <a:cubicBezTo>
                                      <a:pt x="27" y="47"/>
                                      <a:pt x="28" y="48"/>
                                      <a:pt x="29" y="48"/>
                                    </a:cubicBezTo>
                                    <a:cubicBezTo>
                                      <a:pt x="29" y="49"/>
                                      <a:pt x="29" y="49"/>
                                      <a:pt x="29" y="49"/>
                                    </a:cubicBezTo>
                                    <a:cubicBezTo>
                                      <a:pt x="30" y="49"/>
                                      <a:pt x="30" y="49"/>
                                      <a:pt x="30" y="49"/>
                                    </a:cubicBezTo>
                                    <a:cubicBezTo>
                                      <a:pt x="31" y="48"/>
                                      <a:pt x="31" y="48"/>
                                      <a:pt x="31" y="48"/>
                                    </a:cubicBezTo>
                                    <a:cubicBezTo>
                                      <a:pt x="31" y="48"/>
                                      <a:pt x="31" y="48"/>
                                      <a:pt x="31" y="48"/>
                                    </a:cubicBezTo>
                                    <a:cubicBezTo>
                                      <a:pt x="31" y="48"/>
                                      <a:pt x="32" y="48"/>
                                      <a:pt x="32" y="48"/>
                                    </a:cubicBezTo>
                                    <a:cubicBezTo>
                                      <a:pt x="32" y="48"/>
                                      <a:pt x="32" y="48"/>
                                      <a:pt x="32" y="48"/>
                                    </a:cubicBezTo>
                                    <a:cubicBezTo>
                                      <a:pt x="32" y="48"/>
                                      <a:pt x="33" y="49"/>
                                      <a:pt x="33" y="49"/>
                                    </a:cubicBezTo>
                                    <a:cubicBezTo>
                                      <a:pt x="33" y="49"/>
                                      <a:pt x="34" y="50"/>
                                      <a:pt x="34" y="50"/>
                                    </a:cubicBezTo>
                                    <a:cubicBezTo>
                                      <a:pt x="34" y="50"/>
                                      <a:pt x="34" y="50"/>
                                      <a:pt x="34" y="50"/>
                                    </a:cubicBezTo>
                                    <a:cubicBezTo>
                                      <a:pt x="34" y="51"/>
                                      <a:pt x="34" y="51"/>
                                      <a:pt x="34" y="51"/>
                                    </a:cubicBezTo>
                                    <a:cubicBezTo>
                                      <a:pt x="34" y="51"/>
                                      <a:pt x="34" y="51"/>
                                      <a:pt x="34" y="51"/>
                                    </a:cubicBezTo>
                                    <a:cubicBezTo>
                                      <a:pt x="34" y="51"/>
                                      <a:pt x="35" y="51"/>
                                      <a:pt x="35" y="51"/>
                                    </a:cubicBezTo>
                                    <a:cubicBezTo>
                                      <a:pt x="35" y="51"/>
                                      <a:pt x="36" y="51"/>
                                      <a:pt x="36" y="51"/>
                                    </a:cubicBezTo>
                                    <a:cubicBezTo>
                                      <a:pt x="36" y="51"/>
                                      <a:pt x="36" y="51"/>
                                      <a:pt x="36" y="52"/>
                                    </a:cubicBezTo>
                                    <a:cubicBezTo>
                                      <a:pt x="37" y="52"/>
                                      <a:pt x="37" y="53"/>
                                      <a:pt x="37" y="53"/>
                                    </a:cubicBezTo>
                                    <a:cubicBezTo>
                                      <a:pt x="36" y="53"/>
                                      <a:pt x="36" y="53"/>
                                      <a:pt x="36" y="53"/>
                                    </a:cubicBezTo>
                                    <a:cubicBezTo>
                                      <a:pt x="36" y="53"/>
                                      <a:pt x="36" y="53"/>
                                      <a:pt x="36" y="53"/>
                                    </a:cubicBezTo>
                                    <a:cubicBezTo>
                                      <a:pt x="35" y="53"/>
                                      <a:pt x="35" y="53"/>
                                      <a:pt x="35" y="53"/>
                                    </a:cubicBezTo>
                                    <a:cubicBezTo>
                                      <a:pt x="35" y="53"/>
                                      <a:pt x="35" y="53"/>
                                      <a:pt x="35" y="53"/>
                                    </a:cubicBezTo>
                                    <a:cubicBezTo>
                                      <a:pt x="36" y="53"/>
                                      <a:pt x="36" y="54"/>
                                      <a:pt x="36" y="54"/>
                                    </a:cubicBezTo>
                                    <a:cubicBezTo>
                                      <a:pt x="36" y="54"/>
                                      <a:pt x="35" y="55"/>
                                      <a:pt x="35" y="55"/>
                                    </a:cubicBezTo>
                                    <a:cubicBezTo>
                                      <a:pt x="36" y="55"/>
                                      <a:pt x="36" y="55"/>
                                      <a:pt x="36" y="55"/>
                                    </a:cubicBezTo>
                                    <a:cubicBezTo>
                                      <a:pt x="36" y="55"/>
                                      <a:pt x="36" y="55"/>
                                      <a:pt x="36" y="55"/>
                                    </a:cubicBezTo>
                                    <a:cubicBezTo>
                                      <a:pt x="36" y="55"/>
                                      <a:pt x="36" y="56"/>
                                      <a:pt x="36" y="56"/>
                                    </a:cubicBezTo>
                                    <a:cubicBezTo>
                                      <a:pt x="36" y="57"/>
                                      <a:pt x="37" y="57"/>
                                      <a:pt x="37" y="57"/>
                                    </a:cubicBezTo>
                                    <a:cubicBezTo>
                                      <a:pt x="37" y="57"/>
                                      <a:pt x="37" y="57"/>
                                      <a:pt x="37" y="56"/>
                                    </a:cubicBezTo>
                                    <a:cubicBezTo>
                                      <a:pt x="37" y="56"/>
                                      <a:pt x="37" y="56"/>
                                      <a:pt x="38" y="56"/>
                                    </a:cubicBezTo>
                                    <a:cubicBezTo>
                                      <a:pt x="38" y="56"/>
                                      <a:pt x="38" y="56"/>
                                      <a:pt x="39" y="56"/>
                                    </a:cubicBezTo>
                                    <a:cubicBezTo>
                                      <a:pt x="39" y="56"/>
                                      <a:pt x="39" y="57"/>
                                      <a:pt x="39" y="57"/>
                                    </a:cubicBezTo>
                                    <a:cubicBezTo>
                                      <a:pt x="39" y="57"/>
                                      <a:pt x="40" y="57"/>
                                      <a:pt x="40" y="57"/>
                                    </a:cubicBezTo>
                                    <a:cubicBezTo>
                                      <a:pt x="40" y="58"/>
                                      <a:pt x="40" y="58"/>
                                      <a:pt x="40" y="58"/>
                                    </a:cubicBezTo>
                                    <a:cubicBezTo>
                                      <a:pt x="40" y="58"/>
                                      <a:pt x="40" y="58"/>
                                      <a:pt x="40" y="59"/>
                                    </a:cubicBezTo>
                                    <a:cubicBezTo>
                                      <a:pt x="40" y="59"/>
                                      <a:pt x="40" y="59"/>
                                      <a:pt x="40" y="60"/>
                                    </a:cubicBezTo>
                                    <a:cubicBezTo>
                                      <a:pt x="40" y="60"/>
                                      <a:pt x="40" y="60"/>
                                      <a:pt x="41" y="60"/>
                                    </a:cubicBezTo>
                                    <a:cubicBezTo>
                                      <a:pt x="41" y="61"/>
                                      <a:pt x="41" y="61"/>
                                      <a:pt x="41" y="61"/>
                                    </a:cubicBezTo>
                                    <a:cubicBezTo>
                                      <a:pt x="42" y="61"/>
                                      <a:pt x="43" y="62"/>
                                      <a:pt x="43" y="62"/>
                                    </a:cubicBezTo>
                                    <a:cubicBezTo>
                                      <a:pt x="43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3" y="64"/>
                                      <a:pt x="43" y="64"/>
                                      <a:pt x="43" y="64"/>
                                    </a:cubicBezTo>
                                    <a:cubicBezTo>
                                      <a:pt x="44" y="65"/>
                                      <a:pt x="44" y="65"/>
                                      <a:pt x="44" y="65"/>
                                    </a:cubicBezTo>
                                    <a:cubicBezTo>
                                      <a:pt x="44" y="66"/>
                                      <a:pt x="44" y="67"/>
                                      <a:pt x="44" y="67"/>
                                    </a:cubicBezTo>
                                    <a:cubicBezTo>
                                      <a:pt x="44" y="67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7"/>
                                      <a:pt x="43" y="67"/>
                                      <a:pt x="43" y="67"/>
                                    </a:cubicBezTo>
                                    <a:cubicBezTo>
                                      <a:pt x="43" y="67"/>
                                      <a:pt x="43" y="67"/>
                                      <a:pt x="43" y="67"/>
                                    </a:cubicBezTo>
                                    <a:cubicBezTo>
                                      <a:pt x="42" y="67"/>
                                      <a:pt x="42" y="67"/>
                                      <a:pt x="42" y="68"/>
                                    </a:cubicBezTo>
                                    <a:cubicBezTo>
                                      <a:pt x="42" y="68"/>
                                      <a:pt x="43" y="68"/>
                                      <a:pt x="43" y="68"/>
                                    </a:cubicBezTo>
                                    <a:cubicBezTo>
                                      <a:pt x="43" y="68"/>
                                      <a:pt x="43" y="68"/>
                                      <a:pt x="43" y="68"/>
                                    </a:cubicBezTo>
                                    <a:cubicBezTo>
                                      <a:pt x="44" y="68"/>
                                      <a:pt x="44" y="69"/>
                                      <a:pt x="45" y="69"/>
                                    </a:cubicBezTo>
                                    <a:cubicBezTo>
                                      <a:pt x="45" y="70"/>
                                      <a:pt x="45" y="70"/>
                                      <a:pt x="45" y="70"/>
                                    </a:cubicBezTo>
                                    <a:cubicBezTo>
                                      <a:pt x="45" y="71"/>
                                      <a:pt x="45" y="71"/>
                                      <a:pt x="46" y="71"/>
                                    </a:cubicBezTo>
                                    <a:cubicBezTo>
                                      <a:pt x="46" y="71"/>
                                      <a:pt x="46" y="71"/>
                                      <a:pt x="46" y="71"/>
                                    </a:cubicBezTo>
                                    <a:cubicBezTo>
                                      <a:pt x="46" y="71"/>
                                      <a:pt x="46" y="71"/>
                                      <a:pt x="46" y="70"/>
                                    </a:cubicBezTo>
                                    <a:cubicBezTo>
                                      <a:pt x="46" y="70"/>
                                      <a:pt x="47" y="70"/>
                                      <a:pt x="47" y="70"/>
                                    </a:cubicBezTo>
                                    <a:cubicBezTo>
                                      <a:pt x="47" y="71"/>
                                      <a:pt x="47" y="71"/>
                                      <a:pt x="47" y="71"/>
                                    </a:cubicBezTo>
                                    <a:cubicBezTo>
                                      <a:pt x="47" y="71"/>
                                      <a:pt x="47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7" y="70"/>
                                    </a:cubicBezTo>
                                    <a:cubicBezTo>
                                      <a:pt x="47" y="70"/>
                                      <a:pt x="47" y="69"/>
                                      <a:pt x="47" y="69"/>
                                    </a:cubicBezTo>
                                    <a:cubicBezTo>
                                      <a:pt x="47" y="69"/>
                                      <a:pt x="47" y="69"/>
                                      <a:pt x="47" y="68"/>
                                    </a:cubicBezTo>
                                    <a:cubicBezTo>
                                      <a:pt x="47" y="68"/>
                                      <a:pt x="47" y="68"/>
                                      <a:pt x="48" y="68"/>
                                    </a:cubicBezTo>
                                    <a:cubicBezTo>
                                      <a:pt x="48" y="68"/>
                                      <a:pt x="48" y="68"/>
                                      <a:pt x="48" y="67"/>
                                    </a:cubicBezTo>
                                    <a:cubicBezTo>
                                      <a:pt x="48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6"/>
                                      <a:pt x="49" y="66"/>
                                    </a:cubicBezTo>
                                    <a:cubicBezTo>
                                      <a:pt x="49" y="66"/>
                                      <a:pt x="50" y="66"/>
                                      <a:pt x="50" y="66"/>
                                    </a:cubicBezTo>
                                    <a:cubicBezTo>
                                      <a:pt x="50" y="65"/>
                                      <a:pt x="50" y="65"/>
                                      <a:pt x="50" y="65"/>
                                    </a:cubicBezTo>
                                    <a:cubicBezTo>
                                      <a:pt x="50" y="65"/>
                                      <a:pt x="50" y="65"/>
                                      <a:pt x="50" y="64"/>
                                    </a:cubicBezTo>
                                    <a:cubicBezTo>
                                      <a:pt x="51" y="64"/>
                                      <a:pt x="51" y="64"/>
                                      <a:pt x="51" y="64"/>
                                    </a:cubicBezTo>
                                    <a:cubicBezTo>
                                      <a:pt x="51" y="64"/>
                                      <a:pt x="51" y="63"/>
                                      <a:pt x="52" y="63"/>
                                    </a:cubicBezTo>
                                    <a:cubicBezTo>
                                      <a:pt x="52" y="63"/>
                                      <a:pt x="53" y="62"/>
                                      <a:pt x="53" y="62"/>
                                    </a:cubicBezTo>
                                    <a:cubicBezTo>
                                      <a:pt x="53" y="62"/>
                                      <a:pt x="54" y="62"/>
                                      <a:pt x="54" y="62"/>
                                    </a:cubicBezTo>
                                    <a:cubicBezTo>
                                      <a:pt x="54" y="61"/>
                                      <a:pt x="54" y="61"/>
                                      <a:pt x="54" y="61"/>
                                    </a:cubicBezTo>
                                    <a:cubicBezTo>
                                      <a:pt x="54" y="61"/>
                                      <a:pt x="54" y="61"/>
                                      <a:pt x="55" y="61"/>
                                    </a:cubicBezTo>
                                    <a:cubicBezTo>
                                      <a:pt x="55" y="61"/>
                                      <a:pt x="55" y="61"/>
                                      <a:pt x="55" y="61"/>
                                    </a:cubicBezTo>
                                    <a:cubicBezTo>
                                      <a:pt x="55" y="61"/>
                                      <a:pt x="56" y="61"/>
                                      <a:pt x="56" y="61"/>
                                    </a:cubicBezTo>
                                    <a:cubicBezTo>
                                      <a:pt x="57" y="61"/>
                                      <a:pt x="57" y="60"/>
                                      <a:pt x="57" y="60"/>
                                    </a:cubicBezTo>
                                    <a:cubicBezTo>
                                      <a:pt x="57" y="60"/>
                                      <a:pt x="57" y="60"/>
                                      <a:pt x="57" y="59"/>
                                    </a:cubicBezTo>
                                    <a:cubicBezTo>
                                      <a:pt x="57" y="59"/>
                                      <a:pt x="57" y="59"/>
                                      <a:pt x="58" y="59"/>
                                    </a:cubicBezTo>
                                    <a:cubicBezTo>
                                      <a:pt x="58" y="58"/>
                                      <a:pt x="58" y="58"/>
                                      <a:pt x="58" y="57"/>
                                    </a:cubicBezTo>
                                    <a:cubicBezTo>
                                      <a:pt x="58" y="57"/>
                                      <a:pt x="58" y="57"/>
                                      <a:pt x="58" y="57"/>
                                    </a:cubicBezTo>
                                    <a:cubicBezTo>
                                      <a:pt x="58" y="57"/>
                                      <a:pt x="58" y="56"/>
                                      <a:pt x="58" y="56"/>
                                    </a:cubicBezTo>
                                    <a:cubicBezTo>
                                      <a:pt x="58" y="56"/>
                                      <a:pt x="58" y="56"/>
                                      <a:pt x="59" y="56"/>
                                    </a:cubicBezTo>
                                    <a:cubicBezTo>
                                      <a:pt x="59" y="56"/>
                                      <a:pt x="59" y="55"/>
                                      <a:pt x="59" y="55"/>
                                    </a:cubicBezTo>
                                    <a:cubicBezTo>
                                      <a:pt x="59" y="55"/>
                                      <a:pt x="60" y="55"/>
                                      <a:pt x="60" y="55"/>
                                    </a:cubicBezTo>
                                    <a:cubicBezTo>
                                      <a:pt x="60" y="55"/>
                                      <a:pt x="60" y="55"/>
                                      <a:pt x="60" y="55"/>
                                    </a:cubicBezTo>
                                    <a:cubicBezTo>
                                      <a:pt x="60" y="54"/>
                                      <a:pt x="60" y="54"/>
                                      <a:pt x="60" y="54"/>
                                    </a:cubicBezTo>
                                    <a:cubicBezTo>
                                      <a:pt x="60" y="54"/>
                                      <a:pt x="60" y="54"/>
                                      <a:pt x="60" y="53"/>
                                    </a:cubicBezTo>
                                    <a:cubicBezTo>
                                      <a:pt x="60" y="53"/>
                                      <a:pt x="60" y="53"/>
                                      <a:pt x="60" y="53"/>
                                    </a:cubicBezTo>
                                    <a:cubicBezTo>
                                      <a:pt x="60" y="53"/>
                                      <a:pt x="60" y="52"/>
                                      <a:pt x="60" y="52"/>
                                    </a:cubicBezTo>
                                    <a:cubicBezTo>
                                      <a:pt x="60" y="51"/>
                                      <a:pt x="60" y="51"/>
                                      <a:pt x="60" y="51"/>
                                    </a:cubicBezTo>
                                    <a:cubicBezTo>
                                      <a:pt x="60" y="51"/>
                                      <a:pt x="61" y="51"/>
                                      <a:pt x="61" y="51"/>
                                    </a:cubicBezTo>
                                    <a:cubicBezTo>
                                      <a:pt x="61" y="52"/>
                                      <a:pt x="61" y="52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3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4"/>
                                      <a:pt x="61" y="54"/>
                                    </a:cubicBezTo>
                                    <a:cubicBezTo>
                                      <a:pt x="61" y="55"/>
                                      <a:pt x="61" y="55"/>
                                      <a:pt x="62" y="55"/>
                                    </a:cubicBezTo>
                                    <a:cubicBezTo>
                                      <a:pt x="62" y="55"/>
                                      <a:pt x="62" y="56"/>
                                      <a:pt x="62" y="56"/>
                                    </a:cubicBezTo>
                                    <a:cubicBezTo>
                                      <a:pt x="62" y="56"/>
                                      <a:pt x="62" y="56"/>
                                      <a:pt x="62" y="56"/>
                                    </a:cubicBezTo>
                                    <a:cubicBezTo>
                                      <a:pt x="62" y="56"/>
                                      <a:pt x="61" y="56"/>
                                      <a:pt x="61" y="57"/>
                                    </a:cubicBezTo>
                                    <a:cubicBezTo>
                                      <a:pt x="61" y="57"/>
                                      <a:pt x="61" y="57"/>
                                      <a:pt x="61" y="58"/>
                                    </a:cubicBezTo>
                                    <a:cubicBezTo>
                                      <a:pt x="61" y="58"/>
                                      <a:pt x="61" y="58"/>
                                      <a:pt x="61" y="59"/>
                                    </a:cubicBezTo>
                                    <a:cubicBezTo>
                                      <a:pt x="61" y="59"/>
                                      <a:pt x="61" y="59"/>
                                      <a:pt x="61" y="60"/>
                                    </a:cubicBezTo>
                                    <a:cubicBezTo>
                                      <a:pt x="61" y="60"/>
                                      <a:pt x="61" y="60"/>
                                      <a:pt x="61" y="60"/>
                                    </a:cubicBezTo>
                                    <a:cubicBezTo>
                                      <a:pt x="60" y="61"/>
                                      <a:pt x="60" y="61"/>
                                      <a:pt x="60" y="62"/>
                                    </a:cubicBezTo>
                                    <a:cubicBezTo>
                                      <a:pt x="59" y="62"/>
                                      <a:pt x="59" y="62"/>
                                      <a:pt x="59" y="63"/>
                                    </a:cubicBezTo>
                                    <a:cubicBezTo>
                                      <a:pt x="59" y="63"/>
                                      <a:pt x="59" y="63"/>
                                      <a:pt x="59" y="64"/>
                                    </a:cubicBezTo>
                                    <a:cubicBezTo>
                                      <a:pt x="59" y="64"/>
                                      <a:pt x="58" y="64"/>
                                      <a:pt x="58" y="65"/>
                                    </a:cubicBezTo>
                                    <a:cubicBezTo>
                                      <a:pt x="58" y="65"/>
                                      <a:pt x="58" y="65"/>
                                      <a:pt x="58" y="66"/>
                                    </a:cubicBezTo>
                                    <a:cubicBezTo>
                                      <a:pt x="58" y="66"/>
                                      <a:pt x="58" y="70"/>
                                      <a:pt x="58" y="70"/>
                                    </a:cubicBezTo>
                                    <a:cubicBezTo>
                                      <a:pt x="58" y="71"/>
                                      <a:pt x="58" y="71"/>
                                      <a:pt x="58" y="71"/>
                                    </a:cubicBezTo>
                                    <a:cubicBezTo>
                                      <a:pt x="58" y="71"/>
                                      <a:pt x="57" y="71"/>
                                      <a:pt x="57" y="71"/>
                                    </a:cubicBezTo>
                                    <a:cubicBezTo>
                                      <a:pt x="57" y="71"/>
                                      <a:pt x="57" y="71"/>
                                      <a:pt x="56" y="71"/>
                                    </a:cubicBezTo>
                                    <a:cubicBezTo>
                                      <a:pt x="56" y="71"/>
                                      <a:pt x="55" y="71"/>
                                      <a:pt x="55" y="71"/>
                                    </a:cubicBezTo>
                                    <a:cubicBezTo>
                                      <a:pt x="55" y="71"/>
                                      <a:pt x="55" y="71"/>
                                      <a:pt x="55" y="71"/>
                                    </a:cubicBezTo>
                                    <a:cubicBezTo>
                                      <a:pt x="55" y="71"/>
                                      <a:pt x="55" y="72"/>
                                      <a:pt x="55" y="72"/>
                                    </a:cubicBezTo>
                                    <a:cubicBezTo>
                                      <a:pt x="55" y="73"/>
                                      <a:pt x="54" y="73"/>
                                      <a:pt x="54" y="73"/>
                                    </a:cubicBezTo>
                                    <a:cubicBezTo>
                                      <a:pt x="54" y="73"/>
                                      <a:pt x="54" y="73"/>
                                      <a:pt x="54" y="73"/>
                                    </a:cubicBezTo>
                                    <a:cubicBezTo>
                                      <a:pt x="54" y="74"/>
                                      <a:pt x="54" y="74"/>
                                      <a:pt x="54" y="74"/>
                                    </a:cubicBezTo>
                                    <a:cubicBezTo>
                                      <a:pt x="54" y="74"/>
                                      <a:pt x="55" y="74"/>
                                      <a:pt x="55" y="74"/>
                                    </a:cubicBezTo>
                                    <a:cubicBezTo>
                                      <a:pt x="55" y="73"/>
                                      <a:pt x="55" y="73"/>
                                      <a:pt x="56" y="73"/>
                                    </a:cubicBezTo>
                                    <a:cubicBezTo>
                                      <a:pt x="56" y="73"/>
                                      <a:pt x="56" y="73"/>
                                      <a:pt x="57" y="73"/>
                                    </a:cubicBezTo>
                                    <a:cubicBezTo>
                                      <a:pt x="57" y="73"/>
                                      <a:pt x="57" y="73"/>
                                      <a:pt x="57" y="73"/>
                                    </a:cubicBezTo>
                                    <a:cubicBezTo>
                                      <a:pt x="57" y="73"/>
                                      <a:pt x="57" y="73"/>
                                      <a:pt x="58" y="73"/>
                                    </a:cubicBezTo>
                                    <a:cubicBezTo>
                                      <a:pt x="58" y="73"/>
                                      <a:pt x="58" y="73"/>
                                      <a:pt x="59" y="73"/>
                                    </a:cubicBezTo>
                                    <a:cubicBezTo>
                                      <a:pt x="59" y="73"/>
                                      <a:pt x="59" y="73"/>
                                      <a:pt x="59" y="73"/>
                                    </a:cubicBezTo>
                                    <a:cubicBezTo>
                                      <a:pt x="59" y="73"/>
                                      <a:pt x="60" y="73"/>
                                      <a:pt x="60" y="73"/>
                                    </a:cubicBezTo>
                                    <a:cubicBezTo>
                                      <a:pt x="60" y="72"/>
                                      <a:pt x="60" y="72"/>
                                      <a:pt x="60" y="71"/>
                                    </a:cubicBezTo>
                                    <a:cubicBezTo>
                                      <a:pt x="60" y="71"/>
                                      <a:pt x="60" y="71"/>
                                      <a:pt x="60" y="71"/>
                                    </a:cubicBezTo>
                                    <a:cubicBezTo>
                                      <a:pt x="60" y="71"/>
                                      <a:pt x="60" y="71"/>
                                      <a:pt x="60" y="71"/>
                                    </a:cubicBezTo>
                                    <a:cubicBezTo>
                                      <a:pt x="60" y="70"/>
                                      <a:pt x="61" y="70"/>
                                      <a:pt x="61" y="70"/>
                                    </a:cubicBezTo>
                                    <a:cubicBezTo>
                                      <a:pt x="61" y="70"/>
                                      <a:pt x="61" y="69"/>
                                      <a:pt x="61" y="69"/>
                                    </a:cubicBezTo>
                                    <a:cubicBezTo>
                                      <a:pt x="61" y="69"/>
                                      <a:pt x="61" y="68"/>
                                      <a:pt x="61" y="68"/>
                                    </a:cubicBezTo>
                                    <a:cubicBezTo>
                                      <a:pt x="61" y="67"/>
                                      <a:pt x="61" y="67"/>
                                      <a:pt x="61" y="67"/>
                                    </a:cubicBezTo>
                                    <a:cubicBezTo>
                                      <a:pt x="61" y="67"/>
                                      <a:pt x="62" y="66"/>
                                      <a:pt x="62" y="66"/>
                                    </a:cubicBezTo>
                                    <a:cubicBezTo>
                                      <a:pt x="62" y="66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5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5"/>
                                      <a:pt x="63" y="65"/>
                                      <a:pt x="63" y="65"/>
                                    </a:cubicBezTo>
                                    <a:cubicBezTo>
                                      <a:pt x="63" y="65"/>
                                      <a:pt x="63" y="66"/>
                                      <a:pt x="63" y="66"/>
                                    </a:cubicBezTo>
                                    <a:cubicBezTo>
                                      <a:pt x="64" y="67"/>
                                      <a:pt x="64" y="67"/>
                                      <a:pt x="64" y="68"/>
                                    </a:cubicBezTo>
                                    <a:cubicBezTo>
                                      <a:pt x="65" y="68"/>
                                      <a:pt x="65" y="69"/>
                                      <a:pt x="65" y="69"/>
                                    </a:cubicBezTo>
                                    <a:cubicBezTo>
                                      <a:pt x="65" y="69"/>
                                      <a:pt x="65" y="70"/>
                                      <a:pt x="65" y="70"/>
                                    </a:cubicBezTo>
                                    <a:cubicBezTo>
                                      <a:pt x="65" y="70"/>
                                      <a:pt x="65" y="71"/>
                                      <a:pt x="65" y="72"/>
                                    </a:cubicBezTo>
                                    <a:cubicBezTo>
                                      <a:pt x="65" y="72"/>
                                      <a:pt x="65" y="72"/>
                                      <a:pt x="65" y="73"/>
                                    </a:cubicBezTo>
                                    <a:cubicBezTo>
                                      <a:pt x="65" y="73"/>
                                      <a:pt x="65" y="74"/>
                                      <a:pt x="65" y="74"/>
                                    </a:cubicBezTo>
                                    <a:cubicBezTo>
                                      <a:pt x="65" y="74"/>
                                      <a:pt x="64" y="75"/>
                                      <a:pt x="64" y="75"/>
                                    </a:cubicBezTo>
                                    <a:cubicBezTo>
                                      <a:pt x="64" y="76"/>
                                      <a:pt x="63" y="76"/>
                                      <a:pt x="63" y="76"/>
                                    </a:cubicBezTo>
                                    <a:cubicBezTo>
                                      <a:pt x="63" y="76"/>
                                      <a:pt x="63" y="76"/>
                                      <a:pt x="63" y="76"/>
                                    </a:cubicBezTo>
                                    <a:cubicBezTo>
                                      <a:pt x="63" y="76"/>
                                      <a:pt x="63" y="77"/>
                                      <a:pt x="63" y="77"/>
                                    </a:cubicBezTo>
                                    <a:cubicBezTo>
                                      <a:pt x="63" y="77"/>
                                      <a:pt x="63" y="77"/>
                                      <a:pt x="64" y="77"/>
                                    </a:cubicBezTo>
                                    <a:cubicBezTo>
                                      <a:pt x="64" y="77"/>
                                      <a:pt x="64" y="77"/>
                                      <a:pt x="64" y="77"/>
                                    </a:cubicBezTo>
                                    <a:cubicBezTo>
                                      <a:pt x="64" y="77"/>
                                      <a:pt x="65" y="77"/>
                                      <a:pt x="66" y="77"/>
                                    </a:cubicBezTo>
                                    <a:cubicBezTo>
                                      <a:pt x="66" y="76"/>
                                      <a:pt x="66" y="76"/>
                                      <a:pt x="66" y="76"/>
                                    </a:cubicBezTo>
                                    <a:cubicBezTo>
                                      <a:pt x="67" y="76"/>
                                      <a:pt x="67" y="76"/>
                                      <a:pt x="67" y="76"/>
                                    </a:cubicBezTo>
                                    <a:cubicBezTo>
                                      <a:pt x="67" y="76"/>
                                      <a:pt x="68" y="77"/>
                                      <a:pt x="68" y="77"/>
                                    </a:cubicBezTo>
                                    <a:cubicBezTo>
                                      <a:pt x="69" y="77"/>
                                      <a:pt x="69" y="77"/>
                                      <a:pt x="69" y="77"/>
                                    </a:cubicBezTo>
                                    <a:cubicBezTo>
                                      <a:pt x="70" y="77"/>
                                      <a:pt x="70" y="78"/>
                                      <a:pt x="71" y="79"/>
                                    </a:cubicBezTo>
                                    <a:cubicBezTo>
                                      <a:pt x="72" y="79"/>
                                      <a:pt x="72" y="80"/>
                                      <a:pt x="73" y="81"/>
                                    </a:cubicBezTo>
                                    <a:cubicBezTo>
                                      <a:pt x="73" y="81"/>
                                      <a:pt x="74" y="83"/>
                                      <a:pt x="74" y="83"/>
                                    </a:cubicBezTo>
                                    <a:cubicBezTo>
                                      <a:pt x="74" y="84"/>
                                      <a:pt x="74" y="85"/>
                                      <a:pt x="74" y="85"/>
                                    </a:cubicBezTo>
                                    <a:cubicBezTo>
                                      <a:pt x="74" y="85"/>
                                      <a:pt x="74" y="86"/>
                                      <a:pt x="74" y="87"/>
                                    </a:cubicBezTo>
                                    <a:cubicBezTo>
                                      <a:pt x="74" y="87"/>
                                      <a:pt x="74" y="88"/>
                                      <a:pt x="74" y="88"/>
                                    </a:cubicBezTo>
                                    <a:cubicBezTo>
                                      <a:pt x="73" y="88"/>
                                      <a:pt x="73" y="88"/>
                                      <a:pt x="73" y="88"/>
                                    </a:cubicBezTo>
                                    <a:cubicBezTo>
                                      <a:pt x="73" y="88"/>
                                      <a:pt x="74" y="88"/>
                                      <a:pt x="74" y="89"/>
                                    </a:cubicBezTo>
                                    <a:cubicBezTo>
                                      <a:pt x="74" y="89"/>
                                      <a:pt x="74" y="90"/>
                                      <a:pt x="74" y="91"/>
                                    </a:cubicBezTo>
                                    <a:cubicBezTo>
                                      <a:pt x="74" y="91"/>
                                      <a:pt x="74" y="91"/>
                                      <a:pt x="75" y="91"/>
                                    </a:cubicBezTo>
                                    <a:cubicBezTo>
                                      <a:pt x="75" y="91"/>
                                      <a:pt x="76" y="92"/>
                                      <a:pt x="76" y="92"/>
                                    </a:cubicBezTo>
                                    <a:cubicBezTo>
                                      <a:pt x="76" y="92"/>
                                      <a:pt x="76" y="93"/>
                                      <a:pt x="76" y="93"/>
                                    </a:cubicBezTo>
                                    <a:cubicBezTo>
                                      <a:pt x="76" y="93"/>
                                      <a:pt x="77" y="94"/>
                                      <a:pt x="77" y="95"/>
                                    </a:cubicBezTo>
                                    <a:cubicBezTo>
                                      <a:pt x="78" y="95"/>
                                      <a:pt x="77" y="95"/>
                                      <a:pt x="78" y="95"/>
                                    </a:cubicBezTo>
                                    <a:cubicBezTo>
                                      <a:pt x="78" y="96"/>
                                      <a:pt x="78" y="97"/>
                                      <a:pt x="79" y="97"/>
                                    </a:cubicBezTo>
                                    <a:cubicBezTo>
                                      <a:pt x="79" y="97"/>
                                      <a:pt x="80" y="97"/>
                                      <a:pt x="80" y="97"/>
                                    </a:cubicBezTo>
                                    <a:cubicBezTo>
                                      <a:pt x="80" y="97"/>
                                      <a:pt x="81" y="97"/>
                                      <a:pt x="82" y="97"/>
                                    </a:cubicBezTo>
                                    <a:cubicBezTo>
                                      <a:pt x="82" y="63"/>
                                      <a:pt x="82" y="63"/>
                                      <a:pt x="82" y="63"/>
                                    </a:cubicBezTo>
                                    <a:cubicBezTo>
                                      <a:pt x="82" y="0"/>
                                      <a:pt x="82" y="0"/>
                                      <a:pt x="82" y="0"/>
                                    </a:cubicBez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6" name="Freeform 742">
                                <a:extLst>
                                  <a:ext uri="{FF2B5EF4-FFF2-40B4-BE49-F238E27FC236}">
                                    <a16:creationId xmlns:a16="http://schemas.microsoft.com/office/drawing/2014/main" id="{31726183-0DBF-0956-122B-3AE4E0C7D1E6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50375" y="5734050"/>
                                <a:ext cx="358775" cy="315913"/>
                              </a:xfrm>
                              <a:custGeom>
                                <a:avLst/>
                                <a:gdLst>
                                  <a:gd name="T0" fmla="*/ 86 w 86"/>
                                  <a:gd name="T1" fmla="*/ 0 h 76"/>
                                  <a:gd name="T2" fmla="*/ 84 w 86"/>
                                  <a:gd name="T3" fmla="*/ 0 h 76"/>
                                  <a:gd name="T4" fmla="*/ 80 w 86"/>
                                  <a:gd name="T5" fmla="*/ 1 h 76"/>
                                  <a:gd name="T6" fmla="*/ 78 w 86"/>
                                  <a:gd name="T7" fmla="*/ 1 h 76"/>
                                  <a:gd name="T8" fmla="*/ 75 w 86"/>
                                  <a:gd name="T9" fmla="*/ 4 h 76"/>
                                  <a:gd name="T10" fmla="*/ 73 w 86"/>
                                  <a:gd name="T11" fmla="*/ 5 h 76"/>
                                  <a:gd name="T12" fmla="*/ 70 w 86"/>
                                  <a:gd name="T13" fmla="*/ 6 h 76"/>
                                  <a:gd name="T14" fmla="*/ 67 w 86"/>
                                  <a:gd name="T15" fmla="*/ 3 h 76"/>
                                  <a:gd name="T16" fmla="*/ 61 w 86"/>
                                  <a:gd name="T17" fmla="*/ 3 h 76"/>
                                  <a:gd name="T18" fmla="*/ 56 w 86"/>
                                  <a:gd name="T19" fmla="*/ 5 h 76"/>
                                  <a:gd name="T20" fmla="*/ 0 w 86"/>
                                  <a:gd name="T21" fmla="*/ 46 h 76"/>
                                  <a:gd name="T22" fmla="*/ 4 w 86"/>
                                  <a:gd name="T23" fmla="*/ 48 h 76"/>
                                  <a:gd name="T24" fmla="*/ 9 w 86"/>
                                  <a:gd name="T25" fmla="*/ 49 h 76"/>
                                  <a:gd name="T26" fmla="*/ 11 w 86"/>
                                  <a:gd name="T27" fmla="*/ 52 h 76"/>
                                  <a:gd name="T28" fmla="*/ 15 w 86"/>
                                  <a:gd name="T29" fmla="*/ 52 h 76"/>
                                  <a:gd name="T30" fmla="*/ 18 w 86"/>
                                  <a:gd name="T31" fmla="*/ 57 h 76"/>
                                  <a:gd name="T32" fmla="*/ 23 w 86"/>
                                  <a:gd name="T33" fmla="*/ 61 h 76"/>
                                  <a:gd name="T34" fmla="*/ 27 w 86"/>
                                  <a:gd name="T35" fmla="*/ 63 h 76"/>
                                  <a:gd name="T36" fmla="*/ 28 w 86"/>
                                  <a:gd name="T37" fmla="*/ 61 h 76"/>
                                  <a:gd name="T38" fmla="*/ 34 w 86"/>
                                  <a:gd name="T39" fmla="*/ 63 h 76"/>
                                  <a:gd name="T40" fmla="*/ 40 w 86"/>
                                  <a:gd name="T41" fmla="*/ 63 h 76"/>
                                  <a:gd name="T42" fmla="*/ 43 w 86"/>
                                  <a:gd name="T43" fmla="*/ 63 h 76"/>
                                  <a:gd name="T44" fmla="*/ 45 w 86"/>
                                  <a:gd name="T45" fmla="*/ 62 h 76"/>
                                  <a:gd name="T46" fmla="*/ 48 w 86"/>
                                  <a:gd name="T47" fmla="*/ 66 h 76"/>
                                  <a:gd name="T48" fmla="*/ 49 w 86"/>
                                  <a:gd name="T49" fmla="*/ 70 h 76"/>
                                  <a:gd name="T50" fmla="*/ 61 w 86"/>
                                  <a:gd name="T51" fmla="*/ 76 h 76"/>
                                  <a:gd name="T52" fmla="*/ 61 w 86"/>
                                  <a:gd name="T53" fmla="*/ 73 h 76"/>
                                  <a:gd name="T54" fmla="*/ 61 w 86"/>
                                  <a:gd name="T55" fmla="*/ 71 h 76"/>
                                  <a:gd name="T56" fmla="*/ 62 w 86"/>
                                  <a:gd name="T57" fmla="*/ 67 h 76"/>
                                  <a:gd name="T58" fmla="*/ 62 w 86"/>
                                  <a:gd name="T59" fmla="*/ 63 h 76"/>
                                  <a:gd name="T60" fmla="*/ 63 w 86"/>
                                  <a:gd name="T61" fmla="*/ 60 h 76"/>
                                  <a:gd name="T62" fmla="*/ 65 w 86"/>
                                  <a:gd name="T63" fmla="*/ 57 h 76"/>
                                  <a:gd name="T64" fmla="*/ 66 w 86"/>
                                  <a:gd name="T65" fmla="*/ 56 h 76"/>
                                  <a:gd name="T66" fmla="*/ 67 w 86"/>
                                  <a:gd name="T67" fmla="*/ 54 h 76"/>
                                  <a:gd name="T68" fmla="*/ 67 w 86"/>
                                  <a:gd name="T69" fmla="*/ 51 h 76"/>
                                  <a:gd name="T70" fmla="*/ 69 w 86"/>
                                  <a:gd name="T71" fmla="*/ 48 h 76"/>
                                  <a:gd name="T72" fmla="*/ 70 w 86"/>
                                  <a:gd name="T73" fmla="*/ 46 h 76"/>
                                  <a:gd name="T74" fmla="*/ 70 w 86"/>
                                  <a:gd name="T75" fmla="*/ 44 h 76"/>
                                  <a:gd name="T76" fmla="*/ 71 w 86"/>
                                  <a:gd name="T77" fmla="*/ 42 h 76"/>
                                  <a:gd name="T78" fmla="*/ 72 w 86"/>
                                  <a:gd name="T79" fmla="*/ 40 h 76"/>
                                  <a:gd name="T80" fmla="*/ 73 w 86"/>
                                  <a:gd name="T81" fmla="*/ 38 h 76"/>
                                  <a:gd name="T82" fmla="*/ 75 w 86"/>
                                  <a:gd name="T83" fmla="*/ 36 h 76"/>
                                  <a:gd name="T84" fmla="*/ 75 w 86"/>
                                  <a:gd name="T85" fmla="*/ 36 h 76"/>
                                  <a:gd name="T86" fmla="*/ 77 w 86"/>
                                  <a:gd name="T87" fmla="*/ 35 h 76"/>
                                  <a:gd name="T88" fmla="*/ 79 w 86"/>
                                  <a:gd name="T89" fmla="*/ 33 h 76"/>
                                  <a:gd name="T90" fmla="*/ 79 w 86"/>
                                  <a:gd name="T91" fmla="*/ 31 h 76"/>
                                  <a:gd name="T92" fmla="*/ 80 w 86"/>
                                  <a:gd name="T93" fmla="*/ 28 h 76"/>
                                  <a:gd name="T94" fmla="*/ 81 w 86"/>
                                  <a:gd name="T95" fmla="*/ 26 h 76"/>
                                  <a:gd name="T96" fmla="*/ 82 w 86"/>
                                  <a:gd name="T97" fmla="*/ 23 h 76"/>
                                  <a:gd name="T98" fmla="*/ 82 w 86"/>
                                  <a:gd name="T99" fmla="*/ 20 h 76"/>
                                  <a:gd name="T100" fmla="*/ 83 w 86"/>
                                  <a:gd name="T101" fmla="*/ 17 h 76"/>
                                  <a:gd name="T102" fmla="*/ 84 w 86"/>
                                  <a:gd name="T103" fmla="*/ 14 h 76"/>
                                  <a:gd name="T104" fmla="*/ 84 w 86"/>
                                  <a:gd name="T105" fmla="*/ 11 h 76"/>
                                  <a:gd name="T106" fmla="*/ 85 w 86"/>
                                  <a:gd name="T107" fmla="*/ 8 h 76"/>
                                  <a:gd name="T108" fmla="*/ 86 w 86"/>
                                  <a:gd name="T109" fmla="*/ 5 h 7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86" h="76">
                                    <a:moveTo>
                                      <a:pt x="86" y="4"/>
                                    </a:moveTo>
                                    <a:cubicBezTo>
                                      <a:pt x="86" y="4"/>
                                      <a:pt x="86" y="4"/>
                                      <a:pt x="86" y="3"/>
                                    </a:cubicBezTo>
                                    <a:cubicBezTo>
                                      <a:pt x="86" y="3"/>
                                      <a:pt x="86" y="2"/>
                                      <a:pt x="86" y="2"/>
                                    </a:cubicBezTo>
                                    <a:cubicBezTo>
                                      <a:pt x="86" y="2"/>
                                      <a:pt x="86" y="1"/>
                                      <a:pt x="86" y="0"/>
                                    </a:cubicBezTo>
                                    <a:cubicBezTo>
                                      <a:pt x="86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4" y="0"/>
                                      <a:pt x="84" y="0"/>
                                    </a:cubicBezTo>
                                    <a:cubicBezTo>
                                      <a:pt x="84" y="0"/>
                                      <a:pt x="83" y="0"/>
                                      <a:pt x="83" y="0"/>
                                    </a:cubicBezTo>
                                    <a:cubicBezTo>
                                      <a:pt x="83" y="1"/>
                                      <a:pt x="82" y="1"/>
                                      <a:pt x="82" y="1"/>
                                    </a:cubicBezTo>
                                    <a:cubicBezTo>
                                      <a:pt x="82" y="1"/>
                                      <a:pt x="82" y="1"/>
                                      <a:pt x="81" y="1"/>
                                    </a:cubicBezTo>
                                    <a:cubicBezTo>
                                      <a:pt x="81" y="1"/>
                                      <a:pt x="80" y="1"/>
                                      <a:pt x="80" y="1"/>
                                    </a:cubicBezTo>
                                    <a:cubicBezTo>
                                      <a:pt x="80" y="1"/>
                                      <a:pt x="79" y="0"/>
                                      <a:pt x="79" y="1"/>
                                    </a:cubicBezTo>
                                    <a:cubicBezTo>
                                      <a:pt x="79" y="1"/>
                                      <a:pt x="79" y="1"/>
                                      <a:pt x="79" y="1"/>
                                    </a:cubicBezTo>
                                    <a:cubicBezTo>
                                      <a:pt x="78" y="1"/>
                                      <a:pt x="78" y="1"/>
                                      <a:pt x="78" y="1"/>
                                    </a:cubicBezTo>
                                    <a:cubicBezTo>
                                      <a:pt x="78" y="1"/>
                                      <a:pt x="78" y="1"/>
                                      <a:pt x="78" y="1"/>
                                    </a:cubicBezTo>
                                    <a:cubicBezTo>
                                      <a:pt x="77" y="1"/>
                                      <a:pt x="77" y="2"/>
                                      <a:pt x="77" y="2"/>
                                    </a:cubicBezTo>
                                    <a:cubicBezTo>
                                      <a:pt x="76" y="2"/>
                                      <a:pt x="75" y="2"/>
                                      <a:pt x="75" y="2"/>
                                    </a:cubicBezTo>
                                    <a:cubicBezTo>
                                      <a:pt x="75" y="2"/>
                                      <a:pt x="75" y="3"/>
                                      <a:pt x="75" y="3"/>
                                    </a:cubicBezTo>
                                    <a:cubicBezTo>
                                      <a:pt x="75" y="3"/>
                                      <a:pt x="75" y="3"/>
                                      <a:pt x="75" y="4"/>
                                    </a:cubicBezTo>
                                    <a:cubicBezTo>
                                      <a:pt x="75" y="4"/>
                                      <a:pt x="75" y="5"/>
                                      <a:pt x="75" y="5"/>
                                    </a:cubicBezTo>
                                    <a:cubicBezTo>
                                      <a:pt x="75" y="5"/>
                                      <a:pt x="75" y="5"/>
                                      <a:pt x="75" y="6"/>
                                    </a:cubicBezTo>
                                    <a:cubicBezTo>
                                      <a:pt x="74" y="6"/>
                                      <a:pt x="74" y="6"/>
                                      <a:pt x="73" y="6"/>
                                    </a:cubicBezTo>
                                    <a:cubicBezTo>
                                      <a:pt x="73" y="6"/>
                                      <a:pt x="73" y="5"/>
                                      <a:pt x="73" y="5"/>
                                    </a:cubicBezTo>
                                    <a:cubicBezTo>
                                      <a:pt x="72" y="5"/>
                                      <a:pt x="72" y="6"/>
                                      <a:pt x="72" y="6"/>
                                    </a:cubicBezTo>
                                    <a:cubicBezTo>
                                      <a:pt x="72" y="6"/>
                                      <a:pt x="72" y="6"/>
                                      <a:pt x="72" y="6"/>
                                    </a:cubicBezTo>
                                    <a:cubicBezTo>
                                      <a:pt x="71" y="7"/>
                                      <a:pt x="70" y="8"/>
                                      <a:pt x="70" y="8"/>
                                    </a:cubicBezTo>
                                    <a:cubicBezTo>
                                      <a:pt x="70" y="6"/>
                                      <a:pt x="70" y="6"/>
                                      <a:pt x="70" y="6"/>
                                    </a:cubicBezTo>
                                    <a:cubicBezTo>
                                      <a:pt x="70" y="6"/>
                                      <a:pt x="70" y="6"/>
                                      <a:pt x="70" y="5"/>
                                    </a:cubicBezTo>
                                    <a:cubicBezTo>
                                      <a:pt x="69" y="5"/>
                                      <a:pt x="69" y="5"/>
                                      <a:pt x="69" y="5"/>
                                    </a:cubicBezTo>
                                    <a:cubicBezTo>
                                      <a:pt x="68" y="5"/>
                                      <a:pt x="68" y="4"/>
                                      <a:pt x="68" y="4"/>
                                    </a:cubicBezTo>
                                    <a:cubicBezTo>
                                      <a:pt x="68" y="4"/>
                                      <a:pt x="67" y="3"/>
                                      <a:pt x="67" y="3"/>
                                    </a:cubicBezTo>
                                    <a:cubicBezTo>
                                      <a:pt x="67" y="3"/>
                                      <a:pt x="66" y="4"/>
                                      <a:pt x="65" y="4"/>
                                    </a:cubicBezTo>
                                    <a:cubicBezTo>
                                      <a:pt x="65" y="3"/>
                                      <a:pt x="64" y="3"/>
                                      <a:pt x="64" y="3"/>
                                    </a:cubicBezTo>
                                    <a:cubicBezTo>
                                      <a:pt x="64" y="3"/>
                                      <a:pt x="63" y="3"/>
                                      <a:pt x="63" y="3"/>
                                    </a:cubicBezTo>
                                    <a:cubicBezTo>
                                      <a:pt x="63" y="3"/>
                                      <a:pt x="61" y="3"/>
                                      <a:pt x="61" y="3"/>
                                    </a:cubicBezTo>
                                    <a:cubicBezTo>
                                      <a:pt x="61" y="3"/>
                                      <a:pt x="60" y="3"/>
                                      <a:pt x="59" y="3"/>
                                    </a:cubicBezTo>
                                    <a:cubicBezTo>
                                      <a:pt x="59" y="3"/>
                                      <a:pt x="58" y="3"/>
                                      <a:pt x="58" y="3"/>
                                    </a:cubicBezTo>
                                    <a:cubicBezTo>
                                      <a:pt x="58" y="3"/>
                                      <a:pt x="57" y="3"/>
                                      <a:pt x="57" y="4"/>
                                    </a:cubicBezTo>
                                    <a:cubicBezTo>
                                      <a:pt x="57" y="4"/>
                                      <a:pt x="56" y="4"/>
                                      <a:pt x="56" y="5"/>
                                    </a:cubicBezTo>
                                    <a:cubicBezTo>
                                      <a:pt x="56" y="5"/>
                                      <a:pt x="55" y="6"/>
                                      <a:pt x="54" y="6"/>
                                    </a:cubicBezTo>
                                    <a:cubicBezTo>
                                      <a:pt x="54" y="6"/>
                                      <a:pt x="54" y="6"/>
                                      <a:pt x="54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46"/>
                                      <a:pt x="0" y="46"/>
                                      <a:pt x="0" y="46"/>
                                    </a:cubicBezTo>
                                    <a:cubicBezTo>
                                      <a:pt x="0" y="46"/>
                                      <a:pt x="1" y="47"/>
                                      <a:pt x="1" y="47"/>
                                    </a:cubicBezTo>
                                    <a:cubicBezTo>
                                      <a:pt x="1" y="47"/>
                                      <a:pt x="2" y="47"/>
                                      <a:pt x="2" y="47"/>
                                    </a:cubicBezTo>
                                    <a:cubicBezTo>
                                      <a:pt x="3" y="47"/>
                                      <a:pt x="3" y="48"/>
                                      <a:pt x="4" y="48"/>
                                    </a:cubicBezTo>
                                    <a:cubicBezTo>
                                      <a:pt x="4" y="48"/>
                                      <a:pt x="4" y="48"/>
                                      <a:pt x="4" y="48"/>
                                    </a:cubicBezTo>
                                    <a:cubicBezTo>
                                      <a:pt x="5" y="47"/>
                                      <a:pt x="5" y="47"/>
                                      <a:pt x="6" y="47"/>
                                    </a:cubicBezTo>
                                    <a:cubicBezTo>
                                      <a:pt x="6" y="47"/>
                                      <a:pt x="6" y="47"/>
                                      <a:pt x="7" y="47"/>
                                    </a:cubicBezTo>
                                    <a:cubicBezTo>
                                      <a:pt x="7" y="48"/>
                                      <a:pt x="8" y="47"/>
                                      <a:pt x="8" y="48"/>
                                    </a:cubicBezTo>
                                    <a:cubicBezTo>
                                      <a:pt x="8" y="48"/>
                                      <a:pt x="8" y="48"/>
                                      <a:pt x="9" y="49"/>
                                    </a:cubicBezTo>
                                    <a:cubicBezTo>
                                      <a:pt x="9" y="49"/>
                                      <a:pt x="9" y="49"/>
                                      <a:pt x="9" y="50"/>
                                    </a:cubicBezTo>
                                    <a:cubicBezTo>
                                      <a:pt x="9" y="50"/>
                                      <a:pt x="9" y="50"/>
                                      <a:pt x="10" y="51"/>
                                    </a:cubicBezTo>
                                    <a:cubicBezTo>
                                      <a:pt x="10" y="51"/>
                                      <a:pt x="10" y="52"/>
                                      <a:pt x="11" y="52"/>
                                    </a:cubicBezTo>
                                    <a:cubicBezTo>
                                      <a:pt x="11" y="53"/>
                                      <a:pt x="11" y="52"/>
                                      <a:pt x="11" y="52"/>
                                    </a:cubicBezTo>
                                    <a:cubicBezTo>
                                      <a:pt x="11" y="52"/>
                                      <a:pt x="12" y="52"/>
                                      <a:pt x="12" y="51"/>
                                    </a:cubicBezTo>
                                    <a:cubicBezTo>
                                      <a:pt x="12" y="51"/>
                                      <a:pt x="12" y="51"/>
                                      <a:pt x="12" y="51"/>
                                    </a:cubicBezTo>
                                    <a:cubicBezTo>
                                      <a:pt x="13" y="51"/>
                                      <a:pt x="13" y="52"/>
                                      <a:pt x="13" y="52"/>
                                    </a:cubicBezTo>
                                    <a:cubicBezTo>
                                      <a:pt x="14" y="52"/>
                                      <a:pt x="15" y="52"/>
                                      <a:pt x="15" y="52"/>
                                    </a:cubicBezTo>
                                    <a:cubicBezTo>
                                      <a:pt x="16" y="52"/>
                                      <a:pt x="16" y="53"/>
                                      <a:pt x="16" y="53"/>
                                    </a:cubicBezTo>
                                    <a:cubicBezTo>
                                      <a:pt x="16" y="54"/>
                                      <a:pt x="16" y="54"/>
                                      <a:pt x="16" y="54"/>
                                    </a:cubicBezTo>
                                    <a:cubicBezTo>
                                      <a:pt x="16" y="54"/>
                                      <a:pt x="16" y="55"/>
                                      <a:pt x="16" y="56"/>
                                    </a:cubicBezTo>
                                    <a:cubicBezTo>
                                      <a:pt x="16" y="56"/>
                                      <a:pt x="18" y="56"/>
                                      <a:pt x="18" y="57"/>
                                    </a:cubicBezTo>
                                    <a:cubicBezTo>
                                      <a:pt x="18" y="57"/>
                                      <a:pt x="18" y="57"/>
                                      <a:pt x="18" y="57"/>
                                    </a:cubicBezTo>
                                    <a:cubicBezTo>
                                      <a:pt x="18" y="58"/>
                                      <a:pt x="19" y="58"/>
                                      <a:pt x="20" y="58"/>
                                    </a:cubicBezTo>
                                    <a:cubicBezTo>
                                      <a:pt x="20" y="59"/>
                                      <a:pt x="21" y="60"/>
                                      <a:pt x="22" y="60"/>
                                    </a:cubicBezTo>
                                    <a:cubicBezTo>
                                      <a:pt x="22" y="60"/>
                                      <a:pt x="23" y="61"/>
                                      <a:pt x="23" y="61"/>
                                    </a:cubicBezTo>
                                    <a:cubicBezTo>
                                      <a:pt x="23" y="61"/>
                                      <a:pt x="23" y="62"/>
                                      <a:pt x="23" y="62"/>
                                    </a:cubicBezTo>
                                    <a:cubicBezTo>
                                      <a:pt x="24" y="62"/>
                                      <a:pt x="24" y="63"/>
                                      <a:pt x="24" y="63"/>
                                    </a:cubicBezTo>
                                    <a:cubicBezTo>
                                      <a:pt x="25" y="63"/>
                                      <a:pt x="26" y="64"/>
                                      <a:pt x="26" y="64"/>
                                    </a:cubicBezTo>
                                    <a:cubicBezTo>
                                      <a:pt x="26" y="64"/>
                                      <a:pt x="27" y="63"/>
                                      <a:pt x="27" y="63"/>
                                    </a:cubicBezTo>
                                    <a:cubicBezTo>
                                      <a:pt x="27" y="63"/>
                                      <a:pt x="27" y="63"/>
                                      <a:pt x="27" y="63"/>
                                    </a:cubicBezTo>
                                    <a:cubicBezTo>
                                      <a:pt x="27" y="63"/>
                                      <a:pt x="27" y="62"/>
                                      <a:pt x="27" y="62"/>
                                    </a:cubicBezTo>
                                    <a:cubicBezTo>
                                      <a:pt x="27" y="62"/>
                                      <a:pt x="27" y="62"/>
                                      <a:pt x="28" y="61"/>
                                    </a:cubicBezTo>
                                    <a:cubicBezTo>
                                      <a:pt x="28" y="61"/>
                                      <a:pt x="28" y="61"/>
                                      <a:pt x="28" y="61"/>
                                    </a:cubicBezTo>
                                    <a:cubicBezTo>
                                      <a:pt x="29" y="61"/>
                                      <a:pt x="30" y="61"/>
                                      <a:pt x="30" y="61"/>
                                    </a:cubicBezTo>
                                    <a:cubicBezTo>
                                      <a:pt x="30" y="61"/>
                                      <a:pt x="31" y="61"/>
                                      <a:pt x="31" y="61"/>
                                    </a:cubicBezTo>
                                    <a:cubicBezTo>
                                      <a:pt x="31" y="61"/>
                                      <a:pt x="32" y="62"/>
                                      <a:pt x="32" y="62"/>
                                    </a:cubicBezTo>
                                    <a:cubicBezTo>
                                      <a:pt x="33" y="62"/>
                                      <a:pt x="34" y="63"/>
                                      <a:pt x="34" y="63"/>
                                    </a:cubicBezTo>
                                    <a:cubicBezTo>
                                      <a:pt x="34" y="63"/>
                                      <a:pt x="35" y="63"/>
                                      <a:pt x="36" y="63"/>
                                    </a:cubicBezTo>
                                    <a:cubicBezTo>
                                      <a:pt x="36" y="63"/>
                                      <a:pt x="37" y="63"/>
                                      <a:pt x="37" y="62"/>
                                    </a:cubicBezTo>
                                    <a:cubicBezTo>
                                      <a:pt x="37" y="62"/>
                                      <a:pt x="38" y="62"/>
                                      <a:pt x="38" y="62"/>
                                    </a:cubicBezTo>
                                    <a:cubicBezTo>
                                      <a:pt x="39" y="62"/>
                                      <a:pt x="39" y="63"/>
                                      <a:pt x="40" y="63"/>
                                    </a:cubicBezTo>
                                    <a:cubicBezTo>
                                      <a:pt x="40" y="63"/>
                                      <a:pt x="41" y="64"/>
                                      <a:pt x="41" y="64"/>
                                    </a:cubicBezTo>
                                    <a:cubicBezTo>
                                      <a:pt x="41" y="64"/>
                                      <a:pt x="41" y="63"/>
                                      <a:pt x="41" y="63"/>
                                    </a:cubicBezTo>
                                    <a:cubicBezTo>
                                      <a:pt x="41" y="63"/>
                                      <a:pt x="42" y="63"/>
                                      <a:pt x="42" y="63"/>
                                    </a:cubicBezTo>
                                    <a:cubicBezTo>
                                      <a:pt x="42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3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4" y="62"/>
                                      <a:pt x="44" y="62"/>
                                      <a:pt x="44" y="62"/>
                                    </a:cubicBezTo>
                                    <a:cubicBezTo>
                                      <a:pt x="44" y="62"/>
                                      <a:pt x="45" y="63"/>
                                      <a:pt x="45" y="63"/>
                                    </a:cubicBezTo>
                                    <a:cubicBezTo>
                                      <a:pt x="45" y="63"/>
                                      <a:pt x="45" y="63"/>
                                      <a:pt x="45" y="62"/>
                                    </a:cubicBezTo>
                                    <a:cubicBezTo>
                                      <a:pt x="45" y="62"/>
                                      <a:pt x="46" y="62"/>
                                      <a:pt x="46" y="62"/>
                                    </a:cubicBezTo>
                                    <a:cubicBezTo>
                                      <a:pt x="46" y="62"/>
                                      <a:pt x="47" y="63"/>
                                      <a:pt x="47" y="63"/>
                                    </a:cubicBezTo>
                                    <a:cubicBezTo>
                                      <a:pt x="47" y="63"/>
                                      <a:pt x="48" y="64"/>
                                      <a:pt x="48" y="64"/>
                                    </a:cubicBezTo>
                                    <a:cubicBezTo>
                                      <a:pt x="48" y="65"/>
                                      <a:pt x="48" y="66"/>
                                      <a:pt x="48" y="66"/>
                                    </a:cubicBezTo>
                                    <a:cubicBezTo>
                                      <a:pt x="48" y="66"/>
                                      <a:pt x="49" y="68"/>
                                      <a:pt x="49" y="68"/>
                                    </a:cubicBezTo>
                                    <a:cubicBezTo>
                                      <a:pt x="49" y="68"/>
                                      <a:pt x="49" y="69"/>
                                      <a:pt x="49" y="69"/>
                                    </a:cubicBezTo>
                                    <a:cubicBezTo>
                                      <a:pt x="49" y="69"/>
                                      <a:pt x="49" y="70"/>
                                      <a:pt x="49" y="70"/>
                                    </a:cubicBezTo>
                                    <a:cubicBezTo>
                                      <a:pt x="49" y="70"/>
                                      <a:pt x="49" y="70"/>
                                      <a:pt x="49" y="70"/>
                                    </a:cubicBezTo>
                                    <a:cubicBezTo>
                                      <a:pt x="49" y="70"/>
                                      <a:pt x="55" y="73"/>
                                      <a:pt x="56" y="73"/>
                                    </a:cubicBezTo>
                                    <a:cubicBezTo>
                                      <a:pt x="56" y="73"/>
                                      <a:pt x="58" y="74"/>
                                      <a:pt x="58" y="74"/>
                                    </a:cubicBezTo>
                                    <a:cubicBezTo>
                                      <a:pt x="59" y="74"/>
                                      <a:pt x="60" y="75"/>
                                      <a:pt x="60" y="75"/>
                                    </a:cubicBezTo>
                                    <a:cubicBezTo>
                                      <a:pt x="60" y="75"/>
                                      <a:pt x="61" y="76"/>
                                      <a:pt x="61" y="76"/>
                                    </a:cubicBezTo>
                                    <a:cubicBezTo>
                                      <a:pt x="61" y="76"/>
                                      <a:pt x="61" y="75"/>
                                      <a:pt x="61" y="75"/>
                                    </a:cubicBezTo>
                                    <a:cubicBezTo>
                                      <a:pt x="61" y="75"/>
                                      <a:pt x="61" y="74"/>
                                      <a:pt x="61" y="74"/>
                                    </a:cubicBezTo>
                                    <a:cubicBezTo>
                                      <a:pt x="61" y="74"/>
                                      <a:pt x="61" y="74"/>
                                      <a:pt x="61" y="73"/>
                                    </a:cubicBezTo>
                                    <a:cubicBezTo>
                                      <a:pt x="61" y="73"/>
                                      <a:pt x="61" y="73"/>
                                      <a:pt x="61" y="73"/>
                                    </a:cubicBezTo>
                                    <a:cubicBezTo>
                                      <a:pt x="61" y="73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1"/>
                                      <a:pt x="61" y="71"/>
                                    </a:cubicBezTo>
                                    <a:cubicBezTo>
                                      <a:pt x="61" y="70"/>
                                      <a:pt x="61" y="70"/>
                                      <a:pt x="61" y="70"/>
                                    </a:cubicBezTo>
                                    <a:cubicBezTo>
                                      <a:pt x="61" y="70"/>
                                      <a:pt x="62" y="69"/>
                                      <a:pt x="62" y="69"/>
                                    </a:cubicBezTo>
                                    <a:cubicBezTo>
                                      <a:pt x="62" y="69"/>
                                      <a:pt x="62" y="68"/>
                                      <a:pt x="62" y="68"/>
                                    </a:cubicBezTo>
                                    <a:cubicBezTo>
                                      <a:pt x="62" y="68"/>
                                      <a:pt x="62" y="67"/>
                                      <a:pt x="62" y="67"/>
                                    </a:cubicBezTo>
                                    <a:cubicBezTo>
                                      <a:pt x="62" y="67"/>
                                      <a:pt x="62" y="67"/>
                                      <a:pt x="62" y="66"/>
                                    </a:cubicBezTo>
                                    <a:cubicBezTo>
                                      <a:pt x="62" y="66"/>
                                      <a:pt x="62" y="66"/>
                                      <a:pt x="62" y="65"/>
                                    </a:cubicBezTo>
                                    <a:cubicBezTo>
                                      <a:pt x="62" y="65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4"/>
                                      <a:pt x="62" y="63"/>
                                      <a:pt x="62" y="63"/>
                                    </a:cubicBezTo>
                                    <a:cubicBezTo>
                                      <a:pt x="62" y="63"/>
                                      <a:pt x="62" y="62"/>
                                      <a:pt x="63" y="62"/>
                                    </a:cubicBezTo>
                                    <a:cubicBezTo>
                                      <a:pt x="63" y="62"/>
                                      <a:pt x="63" y="62"/>
                                      <a:pt x="63" y="61"/>
                                    </a:cubicBezTo>
                                    <a:cubicBezTo>
                                      <a:pt x="63" y="61"/>
                                      <a:pt x="63" y="61"/>
                                      <a:pt x="63" y="61"/>
                                    </a:cubicBezTo>
                                    <a:cubicBezTo>
                                      <a:pt x="63" y="60"/>
                                      <a:pt x="63" y="60"/>
                                      <a:pt x="63" y="60"/>
                                    </a:cubicBezTo>
                                    <a:cubicBezTo>
                                      <a:pt x="63" y="60"/>
                                      <a:pt x="64" y="59"/>
                                      <a:pt x="64" y="59"/>
                                    </a:cubicBezTo>
                                    <a:cubicBezTo>
                                      <a:pt x="64" y="59"/>
                                      <a:pt x="64" y="59"/>
                                      <a:pt x="64" y="59"/>
                                    </a:cubicBezTo>
                                    <a:cubicBezTo>
                                      <a:pt x="64" y="58"/>
                                      <a:pt x="65" y="58"/>
                                      <a:pt x="65" y="58"/>
                                    </a:cubicBezTo>
                                    <a:cubicBezTo>
                                      <a:pt x="65" y="58"/>
                                      <a:pt x="65" y="58"/>
                                      <a:pt x="65" y="57"/>
                                    </a:cubicBezTo>
                                    <a:cubicBezTo>
                                      <a:pt x="65" y="57"/>
                                      <a:pt x="65" y="57"/>
                                      <a:pt x="65" y="57"/>
                                    </a:cubicBezTo>
                                    <a:cubicBezTo>
                                      <a:pt x="65" y="57"/>
                                      <a:pt x="65" y="56"/>
                                      <a:pt x="65" y="56"/>
                                    </a:cubicBezTo>
                                    <a:cubicBezTo>
                                      <a:pt x="66" y="56"/>
                                      <a:pt x="66" y="56"/>
                                      <a:pt x="66" y="56"/>
                                    </a:cubicBezTo>
                                    <a:cubicBezTo>
                                      <a:pt x="66" y="56"/>
                                      <a:pt x="66" y="56"/>
                                      <a:pt x="66" y="56"/>
                                    </a:cubicBezTo>
                                    <a:cubicBezTo>
                                      <a:pt x="66" y="56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4"/>
                                    </a:cubicBezTo>
                                    <a:cubicBezTo>
                                      <a:pt x="67" y="54"/>
                                      <a:pt x="67" y="54"/>
                                      <a:pt x="67" y="54"/>
                                    </a:cubicBezTo>
                                    <a:cubicBezTo>
                                      <a:pt x="66" y="54"/>
                                      <a:pt x="67" y="53"/>
                                      <a:pt x="67" y="53"/>
                                    </a:cubicBezTo>
                                    <a:cubicBezTo>
                                      <a:pt x="67" y="53"/>
                                      <a:pt x="67" y="53"/>
                                      <a:pt x="67" y="52"/>
                                    </a:cubicBezTo>
                                    <a:cubicBezTo>
                                      <a:pt x="67" y="52"/>
                                      <a:pt x="67" y="52"/>
                                      <a:pt x="67" y="51"/>
                                    </a:cubicBezTo>
                                    <a:cubicBezTo>
                                      <a:pt x="67" y="51"/>
                                      <a:pt x="67" y="51"/>
                                      <a:pt x="67" y="50"/>
                                    </a:cubicBezTo>
                                    <a:cubicBezTo>
                                      <a:pt x="68" y="50"/>
                                      <a:pt x="68" y="50"/>
                                      <a:pt x="68" y="49"/>
                                    </a:cubicBezTo>
                                    <a:cubicBezTo>
                                      <a:pt x="68" y="49"/>
                                      <a:pt x="68" y="49"/>
                                      <a:pt x="68" y="49"/>
                                    </a:cubicBezTo>
                                    <a:cubicBezTo>
                                      <a:pt x="68" y="48"/>
                                      <a:pt x="68" y="48"/>
                                      <a:pt x="69" y="48"/>
                                    </a:cubicBezTo>
                                    <a:cubicBezTo>
                                      <a:pt x="69" y="48"/>
                                      <a:pt x="69" y="47"/>
                                      <a:pt x="69" y="47"/>
                                    </a:cubicBezTo>
                                    <a:cubicBezTo>
                                      <a:pt x="69" y="47"/>
                                      <a:pt x="69" y="47"/>
                                      <a:pt x="69" y="47"/>
                                    </a:cubicBezTo>
                                    <a:cubicBezTo>
                                      <a:pt x="69" y="46"/>
                                      <a:pt x="69" y="46"/>
                                      <a:pt x="69" y="46"/>
                                    </a:cubicBezTo>
                                    <a:cubicBezTo>
                                      <a:pt x="69" y="46"/>
                                      <a:pt x="69" y="46"/>
                                      <a:pt x="70" y="46"/>
                                    </a:cubicBezTo>
                                    <a:cubicBezTo>
                                      <a:pt x="70" y="46"/>
                                      <a:pt x="70" y="46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5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5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4"/>
                                      <a:pt x="70" y="44"/>
                                    </a:cubicBezTo>
                                    <a:cubicBezTo>
                                      <a:pt x="70" y="44"/>
                                      <a:pt x="70" y="44"/>
                                      <a:pt x="70" y="44"/>
                                    </a:cubicBezTo>
                                    <a:cubicBezTo>
                                      <a:pt x="70" y="43"/>
                                      <a:pt x="70" y="43"/>
                                      <a:pt x="70" y="43"/>
                                    </a:cubicBezTo>
                                    <a:cubicBezTo>
                                      <a:pt x="70" y="43"/>
                                      <a:pt x="71" y="43"/>
                                      <a:pt x="71" y="43"/>
                                    </a:cubicBezTo>
                                    <a:cubicBezTo>
                                      <a:pt x="71" y="42"/>
                                      <a:pt x="71" y="42"/>
                                      <a:pt x="71" y="42"/>
                                    </a:cubicBezTo>
                                    <a:cubicBezTo>
                                      <a:pt x="71" y="42"/>
                                      <a:pt x="71" y="42"/>
                                      <a:pt x="71" y="42"/>
                                    </a:cubicBezTo>
                                    <a:cubicBezTo>
                                      <a:pt x="71" y="42"/>
                                      <a:pt x="71" y="41"/>
                                      <a:pt x="71" y="41"/>
                                    </a:cubicBezTo>
                                    <a:cubicBezTo>
                                      <a:pt x="72" y="41"/>
                                      <a:pt x="72" y="41"/>
                                      <a:pt x="72" y="41"/>
                                    </a:cubicBezTo>
                                    <a:cubicBezTo>
                                      <a:pt x="72" y="41"/>
                                      <a:pt x="72" y="41"/>
                                      <a:pt x="72" y="40"/>
                                    </a:cubicBezTo>
                                    <a:cubicBezTo>
                                      <a:pt x="72" y="40"/>
                                      <a:pt x="72" y="40"/>
                                      <a:pt x="72" y="40"/>
                                    </a:cubicBezTo>
                                    <a:cubicBezTo>
                                      <a:pt x="73" y="40"/>
                                      <a:pt x="72" y="39"/>
                                      <a:pt x="72" y="39"/>
                                    </a:cubicBezTo>
                                    <a:cubicBezTo>
                                      <a:pt x="72" y="39"/>
                                      <a:pt x="73" y="39"/>
                                      <a:pt x="73" y="39"/>
                                    </a:cubicBezTo>
                                    <a:cubicBezTo>
                                      <a:pt x="73" y="39"/>
                                      <a:pt x="73" y="38"/>
                                      <a:pt x="73" y="38"/>
                                    </a:cubicBezTo>
                                    <a:cubicBezTo>
                                      <a:pt x="73" y="38"/>
                                      <a:pt x="74" y="37"/>
                                      <a:pt x="74" y="37"/>
                                    </a:cubicBezTo>
                                    <a:cubicBezTo>
                                      <a:pt x="74" y="37"/>
                                      <a:pt x="74" y="37"/>
                                      <a:pt x="74" y="37"/>
                                    </a:cubicBezTo>
                                    <a:cubicBezTo>
                                      <a:pt x="74" y="37"/>
                                      <a:pt x="75" y="37"/>
                                      <a:pt x="75" y="37"/>
                                    </a:cubicBezTo>
                                    <a:cubicBezTo>
                                      <a:pt x="75" y="37"/>
                                      <a:pt x="75" y="37"/>
                                      <a:pt x="75" y="36"/>
                                    </a:cubicBezTo>
                                    <a:cubicBezTo>
                                      <a:pt x="75" y="36"/>
                                      <a:pt x="75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6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6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5" y="36"/>
                                      <a:pt x="75" y="36"/>
                                    </a:cubicBezTo>
                                    <a:cubicBezTo>
                                      <a:pt x="75" y="36"/>
                                      <a:pt x="75" y="36"/>
                                      <a:pt x="75" y="36"/>
                                    </a:cubicBezTo>
                                    <a:cubicBezTo>
                                      <a:pt x="75" y="35"/>
                                      <a:pt x="75" y="35"/>
                                      <a:pt x="75" y="35"/>
                                    </a:cubicBezTo>
                                    <a:cubicBezTo>
                                      <a:pt x="76" y="35"/>
                                      <a:pt x="76" y="35"/>
                                      <a:pt x="76" y="35"/>
                                    </a:cubicBezTo>
                                    <a:cubicBezTo>
                                      <a:pt x="76" y="35"/>
                                      <a:pt x="77" y="35"/>
                                      <a:pt x="77" y="35"/>
                                    </a:cubicBezTo>
                                    <a:cubicBezTo>
                                      <a:pt x="77" y="35"/>
                                      <a:pt x="77" y="35"/>
                                      <a:pt x="77" y="34"/>
                                    </a:cubicBezTo>
                                    <a:cubicBezTo>
                                      <a:pt x="77" y="34"/>
                                      <a:pt x="78" y="34"/>
                                      <a:pt x="78" y="34"/>
                                    </a:cubicBezTo>
                                    <a:cubicBezTo>
                                      <a:pt x="78" y="34"/>
                                      <a:pt x="79" y="33"/>
                                      <a:pt x="79" y="33"/>
                                    </a:cubicBezTo>
                                    <a:cubicBezTo>
                                      <a:pt x="79" y="33"/>
                                      <a:pt x="79" y="33"/>
                                      <a:pt x="79" y="33"/>
                                    </a:cubicBezTo>
                                    <a:cubicBezTo>
                                      <a:pt x="79" y="33"/>
                                      <a:pt x="78" y="32"/>
                                      <a:pt x="78" y="32"/>
                                    </a:cubicBezTo>
                                    <a:cubicBezTo>
                                      <a:pt x="78" y="32"/>
                                      <a:pt x="79" y="32"/>
                                      <a:pt x="79" y="32"/>
                                    </a:cubicBezTo>
                                    <a:cubicBezTo>
                                      <a:pt x="79" y="32"/>
                                      <a:pt x="79" y="32"/>
                                      <a:pt x="79" y="32"/>
                                    </a:cubicBezTo>
                                    <a:cubicBezTo>
                                      <a:pt x="79" y="32"/>
                                      <a:pt x="78" y="31"/>
                                      <a:pt x="79" y="31"/>
                                    </a:cubicBezTo>
                                    <a:cubicBezTo>
                                      <a:pt x="79" y="31"/>
                                      <a:pt x="79" y="31"/>
                                      <a:pt x="79" y="31"/>
                                    </a:cubicBezTo>
                                    <a:cubicBezTo>
                                      <a:pt x="79" y="30"/>
                                      <a:pt x="79" y="30"/>
                                      <a:pt x="79" y="30"/>
                                    </a:cubicBezTo>
                                    <a:cubicBezTo>
                                      <a:pt x="79" y="30"/>
                                      <a:pt x="80" y="29"/>
                                      <a:pt x="80" y="29"/>
                                    </a:cubicBezTo>
                                    <a:cubicBezTo>
                                      <a:pt x="80" y="29"/>
                                      <a:pt x="80" y="28"/>
                                      <a:pt x="80" y="28"/>
                                    </a:cubicBezTo>
                                    <a:cubicBezTo>
                                      <a:pt x="80" y="28"/>
                                      <a:pt x="81" y="28"/>
                                      <a:pt x="81" y="28"/>
                                    </a:cubicBezTo>
                                    <a:cubicBezTo>
                                      <a:pt x="81" y="28"/>
                                      <a:pt x="81" y="27"/>
                                      <a:pt x="81" y="27"/>
                                    </a:cubicBezTo>
                                    <a:cubicBezTo>
                                      <a:pt x="81" y="27"/>
                                      <a:pt x="81" y="26"/>
                                      <a:pt x="81" y="26"/>
                                    </a:cubicBezTo>
                                    <a:cubicBezTo>
                                      <a:pt x="81" y="26"/>
                                      <a:pt x="81" y="26"/>
                                      <a:pt x="81" y="26"/>
                                    </a:cubicBezTo>
                                    <a:cubicBezTo>
                                      <a:pt x="81" y="26"/>
                                      <a:pt x="81" y="26"/>
                                      <a:pt x="82" y="25"/>
                                    </a:cubicBezTo>
                                    <a:cubicBezTo>
                                      <a:pt x="82" y="25"/>
                                      <a:pt x="81" y="24"/>
                                      <a:pt x="81" y="24"/>
                                    </a:cubicBezTo>
                                    <a:cubicBezTo>
                                      <a:pt x="82" y="23"/>
                                      <a:pt x="82" y="23"/>
                                      <a:pt x="82" y="23"/>
                                    </a:cubicBezTo>
                                    <a:cubicBezTo>
                                      <a:pt x="82" y="23"/>
                                      <a:pt x="82" y="23"/>
                                      <a:pt x="82" y="23"/>
                                    </a:cubicBezTo>
                                    <a:cubicBezTo>
                                      <a:pt x="82" y="22"/>
                                      <a:pt x="82" y="22"/>
                                      <a:pt x="82" y="22"/>
                                    </a:cubicBezTo>
                                    <a:cubicBezTo>
                                      <a:pt x="82" y="22"/>
                                      <a:pt x="82" y="21"/>
                                      <a:pt x="82" y="21"/>
                                    </a:cubicBezTo>
                                    <a:cubicBezTo>
                                      <a:pt x="82" y="21"/>
                                      <a:pt x="82" y="21"/>
                                      <a:pt x="82" y="21"/>
                                    </a:cubicBezTo>
                                    <a:cubicBezTo>
                                      <a:pt x="82" y="21"/>
                                      <a:pt x="82" y="20"/>
                                      <a:pt x="82" y="20"/>
                                    </a:cubicBezTo>
                                    <a:cubicBezTo>
                                      <a:pt x="82" y="20"/>
                                      <a:pt x="82" y="20"/>
                                      <a:pt x="82" y="19"/>
                                    </a:cubicBezTo>
                                    <a:cubicBezTo>
                                      <a:pt x="82" y="19"/>
                                      <a:pt x="82" y="19"/>
                                      <a:pt x="82" y="19"/>
                                    </a:cubicBezTo>
                                    <a:cubicBezTo>
                                      <a:pt x="82" y="19"/>
                                      <a:pt x="82" y="18"/>
                                      <a:pt x="82" y="18"/>
                                    </a:cubicBezTo>
                                    <a:cubicBezTo>
                                      <a:pt x="82" y="18"/>
                                      <a:pt x="82" y="17"/>
                                      <a:pt x="83" y="17"/>
                                    </a:cubicBezTo>
                                    <a:cubicBezTo>
                                      <a:pt x="83" y="17"/>
                                      <a:pt x="83" y="17"/>
                                      <a:pt x="83" y="17"/>
                                    </a:cubicBezTo>
                                    <a:cubicBezTo>
                                      <a:pt x="83" y="16"/>
                                      <a:pt x="83" y="16"/>
                                      <a:pt x="83" y="16"/>
                                    </a:cubicBezTo>
                                    <a:cubicBezTo>
                                      <a:pt x="83" y="16"/>
                                      <a:pt x="83" y="15"/>
                                      <a:pt x="83" y="15"/>
                                    </a:cubicBezTo>
                                    <a:cubicBezTo>
                                      <a:pt x="83" y="15"/>
                                      <a:pt x="83" y="14"/>
                                      <a:pt x="84" y="14"/>
                                    </a:cubicBezTo>
                                    <a:cubicBezTo>
                                      <a:pt x="84" y="14"/>
                                      <a:pt x="84" y="14"/>
                                      <a:pt x="84" y="14"/>
                                    </a:cubicBezTo>
                                    <a:cubicBezTo>
                                      <a:pt x="84" y="13"/>
                                      <a:pt x="84" y="13"/>
                                      <a:pt x="84" y="13"/>
                                    </a:cubicBezTo>
                                    <a:cubicBezTo>
                                      <a:pt x="84" y="13"/>
                                      <a:pt x="84" y="13"/>
                                      <a:pt x="84" y="12"/>
                                    </a:cubicBezTo>
                                    <a:cubicBezTo>
                                      <a:pt x="84" y="12"/>
                                      <a:pt x="84" y="12"/>
                                      <a:pt x="84" y="11"/>
                                    </a:cubicBezTo>
                                    <a:cubicBezTo>
                                      <a:pt x="84" y="11"/>
                                      <a:pt x="84" y="11"/>
                                      <a:pt x="84" y="11"/>
                                    </a:cubicBezTo>
                                    <a:cubicBezTo>
                                      <a:pt x="84" y="11"/>
                                      <a:pt x="84" y="9"/>
                                      <a:pt x="84" y="9"/>
                                    </a:cubicBezTo>
                                    <a:cubicBezTo>
                                      <a:pt x="84" y="9"/>
                                      <a:pt x="85" y="8"/>
                                      <a:pt x="85" y="8"/>
                                    </a:cubicBezTo>
                                    <a:cubicBezTo>
                                      <a:pt x="85" y="8"/>
                                      <a:pt x="85" y="8"/>
                                      <a:pt x="85" y="8"/>
                                    </a:cubicBezTo>
                                    <a:cubicBezTo>
                                      <a:pt x="85" y="7"/>
                                      <a:pt x="85" y="7"/>
                                      <a:pt x="85" y="7"/>
                                    </a:cubicBezTo>
                                    <a:cubicBezTo>
                                      <a:pt x="85" y="7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6" y="6"/>
                                      <a:pt x="86" y="6"/>
                                    </a:cubicBezTo>
                                    <a:cubicBezTo>
                                      <a:pt x="86" y="5"/>
                                      <a:pt x="86" y="5"/>
                                      <a:pt x="86" y="5"/>
                                    </a:cubicBezTo>
                                    <a:cubicBezTo>
                                      <a:pt x="86" y="4"/>
                                      <a:pt x="86" y="4"/>
                                      <a:pt x="86" y="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7" name="Freeform 743">
                                <a:extLst>
                                  <a:ext uri="{FF2B5EF4-FFF2-40B4-BE49-F238E27FC236}">
                                    <a16:creationId xmlns:a16="http://schemas.microsoft.com/office/drawing/2014/main" id="{5DA37281-C223-59AA-D8DF-EA06BD49EB7A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009063" y="5213350"/>
                                <a:ext cx="258762" cy="449263"/>
                              </a:xfrm>
                              <a:custGeom>
                                <a:avLst/>
                                <a:gdLst>
                                  <a:gd name="T0" fmla="*/ 8 w 62"/>
                                  <a:gd name="T1" fmla="*/ 5 h 108"/>
                                  <a:gd name="T2" fmla="*/ 10 w 62"/>
                                  <a:gd name="T3" fmla="*/ 3 h 108"/>
                                  <a:gd name="T4" fmla="*/ 11 w 62"/>
                                  <a:gd name="T5" fmla="*/ 2 h 108"/>
                                  <a:gd name="T6" fmla="*/ 15 w 62"/>
                                  <a:gd name="T7" fmla="*/ 2 h 108"/>
                                  <a:gd name="T8" fmla="*/ 17 w 62"/>
                                  <a:gd name="T9" fmla="*/ 5 h 108"/>
                                  <a:gd name="T10" fmla="*/ 12 w 62"/>
                                  <a:gd name="T11" fmla="*/ 6 h 108"/>
                                  <a:gd name="T12" fmla="*/ 48 w 62"/>
                                  <a:gd name="T13" fmla="*/ 6 h 108"/>
                                  <a:gd name="T14" fmla="*/ 50 w 62"/>
                                  <a:gd name="T15" fmla="*/ 5 h 108"/>
                                  <a:gd name="T16" fmla="*/ 52 w 62"/>
                                  <a:gd name="T17" fmla="*/ 3 h 108"/>
                                  <a:gd name="T18" fmla="*/ 53 w 62"/>
                                  <a:gd name="T19" fmla="*/ 1 h 108"/>
                                  <a:gd name="T20" fmla="*/ 52 w 62"/>
                                  <a:gd name="T21" fmla="*/ 3 h 108"/>
                                  <a:gd name="T22" fmla="*/ 50 w 62"/>
                                  <a:gd name="T23" fmla="*/ 19 h 108"/>
                                  <a:gd name="T24" fmla="*/ 49 w 62"/>
                                  <a:gd name="T25" fmla="*/ 20 h 108"/>
                                  <a:gd name="T26" fmla="*/ 52 w 62"/>
                                  <a:gd name="T27" fmla="*/ 20 h 108"/>
                                  <a:gd name="T28" fmla="*/ 51 w 62"/>
                                  <a:gd name="T29" fmla="*/ 22 h 108"/>
                                  <a:gd name="T30" fmla="*/ 52 w 62"/>
                                  <a:gd name="T31" fmla="*/ 23 h 108"/>
                                  <a:gd name="T32" fmla="*/ 55 w 62"/>
                                  <a:gd name="T33" fmla="*/ 23 h 108"/>
                                  <a:gd name="T34" fmla="*/ 53 w 62"/>
                                  <a:gd name="T35" fmla="*/ 22 h 108"/>
                                  <a:gd name="T36" fmla="*/ 54 w 62"/>
                                  <a:gd name="T37" fmla="*/ 20 h 108"/>
                                  <a:gd name="T38" fmla="*/ 53 w 62"/>
                                  <a:gd name="T39" fmla="*/ 20 h 108"/>
                                  <a:gd name="T40" fmla="*/ 52 w 62"/>
                                  <a:gd name="T41" fmla="*/ 33 h 108"/>
                                  <a:gd name="T42" fmla="*/ 52 w 62"/>
                                  <a:gd name="T43" fmla="*/ 32 h 108"/>
                                  <a:gd name="T44" fmla="*/ 56 w 62"/>
                                  <a:gd name="T45" fmla="*/ 34 h 108"/>
                                  <a:gd name="T46" fmla="*/ 55 w 62"/>
                                  <a:gd name="T47" fmla="*/ 33 h 108"/>
                                  <a:gd name="T48" fmla="*/ 55 w 62"/>
                                  <a:gd name="T49" fmla="*/ 33 h 108"/>
                                  <a:gd name="T50" fmla="*/ 57 w 62"/>
                                  <a:gd name="T51" fmla="*/ 36 h 108"/>
                                  <a:gd name="T52" fmla="*/ 52 w 62"/>
                                  <a:gd name="T53" fmla="*/ 33 h 108"/>
                                  <a:gd name="T54" fmla="*/ 47 w 62"/>
                                  <a:gd name="T55" fmla="*/ 30 h 108"/>
                                  <a:gd name="T56" fmla="*/ 44 w 62"/>
                                  <a:gd name="T57" fmla="*/ 26 h 108"/>
                                  <a:gd name="T58" fmla="*/ 48 w 62"/>
                                  <a:gd name="T59" fmla="*/ 20 h 108"/>
                                  <a:gd name="T60" fmla="*/ 49 w 62"/>
                                  <a:gd name="T61" fmla="*/ 16 h 108"/>
                                  <a:gd name="T62" fmla="*/ 51 w 62"/>
                                  <a:gd name="T63" fmla="*/ 16 h 108"/>
                                  <a:gd name="T64" fmla="*/ 52 w 62"/>
                                  <a:gd name="T65" fmla="*/ 13 h 108"/>
                                  <a:gd name="T66" fmla="*/ 55 w 62"/>
                                  <a:gd name="T67" fmla="*/ 10 h 108"/>
                                  <a:gd name="T68" fmla="*/ 51 w 62"/>
                                  <a:gd name="T69" fmla="*/ 7 h 108"/>
                                  <a:gd name="T70" fmla="*/ 50 w 62"/>
                                  <a:gd name="T71" fmla="*/ 10 h 108"/>
                                  <a:gd name="T72" fmla="*/ 47 w 62"/>
                                  <a:gd name="T73" fmla="*/ 9 h 108"/>
                                  <a:gd name="T74" fmla="*/ 47 w 62"/>
                                  <a:gd name="T75" fmla="*/ 7 h 108"/>
                                  <a:gd name="T76" fmla="*/ 43 w 62"/>
                                  <a:gd name="T77" fmla="*/ 9 h 108"/>
                                  <a:gd name="T78" fmla="*/ 39 w 62"/>
                                  <a:gd name="T79" fmla="*/ 8 h 108"/>
                                  <a:gd name="T80" fmla="*/ 34 w 62"/>
                                  <a:gd name="T81" fmla="*/ 6 h 108"/>
                                  <a:gd name="T82" fmla="*/ 31 w 62"/>
                                  <a:gd name="T83" fmla="*/ 6 h 108"/>
                                  <a:gd name="T84" fmla="*/ 27 w 62"/>
                                  <a:gd name="T85" fmla="*/ 3 h 108"/>
                                  <a:gd name="T86" fmla="*/ 25 w 62"/>
                                  <a:gd name="T87" fmla="*/ 1 h 108"/>
                                  <a:gd name="T88" fmla="*/ 22 w 62"/>
                                  <a:gd name="T89" fmla="*/ 1 h 108"/>
                                  <a:gd name="T90" fmla="*/ 21 w 62"/>
                                  <a:gd name="T91" fmla="*/ 2 h 108"/>
                                  <a:gd name="T92" fmla="*/ 22 w 62"/>
                                  <a:gd name="T93" fmla="*/ 4 h 108"/>
                                  <a:gd name="T94" fmla="*/ 25 w 62"/>
                                  <a:gd name="T95" fmla="*/ 6 h 108"/>
                                  <a:gd name="T96" fmla="*/ 23 w 62"/>
                                  <a:gd name="T97" fmla="*/ 9 h 108"/>
                                  <a:gd name="T98" fmla="*/ 17 w 62"/>
                                  <a:gd name="T99" fmla="*/ 9 h 108"/>
                                  <a:gd name="T100" fmla="*/ 14 w 62"/>
                                  <a:gd name="T101" fmla="*/ 10 h 108"/>
                                  <a:gd name="T102" fmla="*/ 13 w 62"/>
                                  <a:gd name="T103" fmla="*/ 10 h 108"/>
                                  <a:gd name="T104" fmla="*/ 9 w 62"/>
                                  <a:gd name="T105" fmla="*/ 14 h 108"/>
                                  <a:gd name="T106" fmla="*/ 6 w 62"/>
                                  <a:gd name="T107" fmla="*/ 18 h 108"/>
                                  <a:gd name="T108" fmla="*/ 3 w 62"/>
                                  <a:gd name="T109" fmla="*/ 24 h 108"/>
                                  <a:gd name="T110" fmla="*/ 5 w 62"/>
                                  <a:gd name="T111" fmla="*/ 28 h 108"/>
                                  <a:gd name="T112" fmla="*/ 2 w 62"/>
                                  <a:gd name="T113" fmla="*/ 28 h 108"/>
                                  <a:gd name="T114" fmla="*/ 0 w 62"/>
                                  <a:gd name="T115" fmla="*/ 27 h 10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</a:cxnLst>
                                <a:rect l="0" t="0" r="r" b="b"/>
                                <a:pathLst>
                                  <a:path w="62" h="108">
                                    <a:moveTo>
                                      <a:pt x="11" y="6"/>
                                    </a:move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6" y="2"/>
                                      <a:pt x="16" y="2"/>
                                      <a:pt x="17" y="2"/>
                                    </a:cubicBezTo>
                                    <a:cubicBezTo>
                                      <a:pt x="17" y="2"/>
                                      <a:pt x="17" y="2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7" y="4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6"/>
                                    </a:cubicBezTo>
                                    <a:cubicBezTo>
                                      <a:pt x="16" y="6"/>
                                      <a:pt x="15" y="6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lose/>
                                    <a:moveTo>
                                      <a:pt x="47" y="6"/>
                                    </a:move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8" y="6"/>
                                      <a:pt x="48" y="6"/>
                                      <a:pt x="48" y="6"/>
                                    </a:cubicBezTo>
                                    <a:cubicBezTo>
                                      <a:pt x="48" y="6"/>
                                      <a:pt x="47" y="5"/>
                                      <a:pt x="47" y="6"/>
                                    </a:cubicBezTo>
                                    <a:close/>
                                    <a:moveTo>
                                      <a:pt x="50" y="5"/>
                                    </a:move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1" y="5"/>
                                    </a:cubicBezTo>
                                    <a:cubicBezTo>
                                      <a:pt x="51" y="5"/>
                                      <a:pt x="51" y="5"/>
                                      <a:pt x="51" y="4"/>
                                    </a:cubicBezTo>
                                    <a:cubicBezTo>
                                      <a:pt x="51" y="4"/>
                                      <a:pt x="51" y="4"/>
                                      <a:pt x="51" y="4"/>
                                    </a:cubicBezTo>
                                    <a:cubicBezTo>
                                      <a:pt x="51" y="4"/>
                                      <a:pt x="51" y="4"/>
                                      <a:pt x="51" y="4"/>
                                    </a:cubicBezTo>
                                    <a:cubicBezTo>
                                      <a:pt x="51" y="4"/>
                                      <a:pt x="50" y="4"/>
                                      <a:pt x="50" y="4"/>
                                    </a:cubicBezTo>
                                    <a:cubicBezTo>
                                      <a:pt x="50" y="4"/>
                                      <a:pt x="50" y="4"/>
                                      <a:pt x="50" y="5"/>
                                    </a:cubicBezTo>
                                    <a:close/>
                                    <a:moveTo>
                                      <a:pt x="52" y="3"/>
                                    </a:move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2" y="2"/>
                                      <a:pt x="52" y="2"/>
                                    </a:cubicBezTo>
                                    <a:cubicBezTo>
                                      <a:pt x="52" y="2"/>
                                      <a:pt x="52" y="2"/>
                                      <a:pt x="52" y="2"/>
                                    </a:cubicBezTo>
                                    <a:cubicBezTo>
                                      <a:pt x="52" y="2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lose/>
                                    <a:moveTo>
                                      <a:pt x="50" y="20"/>
                                    </a:move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49" y="19"/>
                                    </a:cubicBezTo>
                                    <a:cubicBezTo>
                                      <a:pt x="49" y="19"/>
                                      <a:pt x="49" y="19"/>
                                      <a:pt x="49" y="19"/>
                                    </a:cubicBezTo>
                                    <a:cubicBezTo>
                                      <a:pt x="49" y="19"/>
                                      <a:pt x="49" y="19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lose/>
                                    <a:moveTo>
                                      <a:pt x="53" y="19"/>
                                    </a:move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ubicBezTo>
                                      <a:pt x="53" y="19"/>
                                      <a:pt x="53" y="19"/>
                                      <a:pt x="52" y="19"/>
                                    </a:cubicBezTo>
                                    <a:cubicBezTo>
                                      <a:pt x="52" y="19"/>
                                      <a:pt x="52" y="20"/>
                                      <a:pt x="52" y="20"/>
                                    </a:cubicBezTo>
                                    <a:cubicBezTo>
                                      <a:pt x="52" y="20"/>
                                      <a:pt x="52" y="20"/>
                                      <a:pt x="52" y="20"/>
                                    </a:cubicBezTo>
                                    <a:cubicBezTo>
                                      <a:pt x="52" y="20"/>
                                      <a:pt x="52" y="20"/>
                                      <a:pt x="52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1"/>
                                    </a:cubicBezTo>
                                    <a:cubicBezTo>
                                      <a:pt x="51" y="21"/>
                                      <a:pt x="51" y="21"/>
                                      <a:pt x="51" y="22"/>
                                    </a:cubicBezTo>
                                    <a:cubicBezTo>
                                      <a:pt x="51" y="22"/>
                                      <a:pt x="51" y="22"/>
                                      <a:pt x="51" y="22"/>
                                    </a:cubicBezTo>
                                    <a:cubicBezTo>
                                      <a:pt x="51" y="22"/>
                                      <a:pt x="51" y="22"/>
                                      <a:pt x="51" y="22"/>
                                    </a:cubicBezTo>
                                    <a:cubicBezTo>
                                      <a:pt x="51" y="23"/>
                                      <a:pt x="51" y="23"/>
                                      <a:pt x="51" y="23"/>
                                    </a:cubicBezTo>
                                    <a:cubicBezTo>
                                      <a:pt x="51" y="23"/>
                                      <a:pt x="51" y="23"/>
                                      <a:pt x="51" y="23"/>
                                    </a:cubicBezTo>
                                    <a:cubicBezTo>
                                      <a:pt x="51" y="23"/>
                                      <a:pt x="51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5" y="23"/>
                                      <a:pt x="55" y="23"/>
                                    </a:cubicBezTo>
                                    <a:cubicBezTo>
                                      <a:pt x="55" y="23"/>
                                      <a:pt x="55" y="23"/>
                                      <a:pt x="55" y="23"/>
                                    </a:cubicBezTo>
                                    <a:cubicBezTo>
                                      <a:pt x="55" y="23"/>
                                      <a:pt x="55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2"/>
                                      <a:pt x="54" y="22"/>
                                    </a:cubicBezTo>
                                    <a:cubicBezTo>
                                      <a:pt x="54" y="22"/>
                                      <a:pt x="54" y="22"/>
                                      <a:pt x="54" y="22"/>
                                    </a:cubicBezTo>
                                    <a:cubicBezTo>
                                      <a:pt x="54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3" y="20"/>
                                      <a:pt x="53" y="20"/>
                                      <a:pt x="53" y="20"/>
                                    </a:cubicBezTo>
                                    <a:cubicBezTo>
                                      <a:pt x="53" y="20"/>
                                      <a:pt x="53" y="20"/>
                                      <a:pt x="53" y="20"/>
                                    </a:cubicBez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lose/>
                                    <a:moveTo>
                                      <a:pt x="52" y="32"/>
                                    </a:move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lose/>
                                    <a:moveTo>
                                      <a:pt x="55" y="33"/>
                                    </a:move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3"/>
                                      <a:pt x="56" y="33"/>
                                      <a:pt x="56" y="33"/>
                                    </a:cubicBezTo>
                                    <a:cubicBezTo>
                                      <a:pt x="56" y="33"/>
                                      <a:pt x="56" y="33"/>
                                      <a:pt x="56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lose/>
                                    <a:moveTo>
                                      <a:pt x="62" y="39"/>
                                    </a:moveTo>
                                    <a:cubicBezTo>
                                      <a:pt x="61" y="39"/>
                                      <a:pt x="61" y="39"/>
                                      <a:pt x="61" y="38"/>
                                    </a:cubicBezTo>
                                    <a:cubicBezTo>
                                      <a:pt x="61" y="38"/>
                                      <a:pt x="60" y="38"/>
                                      <a:pt x="60" y="38"/>
                                    </a:cubicBezTo>
                                    <a:cubicBezTo>
                                      <a:pt x="60" y="37"/>
                                      <a:pt x="60" y="37"/>
                                      <a:pt x="60" y="37"/>
                                    </a:cubicBezTo>
                                    <a:cubicBezTo>
                                      <a:pt x="59" y="37"/>
                                      <a:pt x="59" y="37"/>
                                      <a:pt x="59" y="37"/>
                                    </a:cubicBezTo>
                                    <a:cubicBezTo>
                                      <a:pt x="59" y="37"/>
                                      <a:pt x="58" y="36"/>
                                      <a:pt x="58" y="36"/>
                                    </a:cubicBezTo>
                                    <a:cubicBezTo>
                                      <a:pt x="58" y="36"/>
                                      <a:pt x="57" y="36"/>
                                      <a:pt x="57" y="36"/>
                                    </a:cubicBezTo>
                                    <a:cubicBezTo>
                                      <a:pt x="57" y="36"/>
                                      <a:pt x="57" y="35"/>
                                      <a:pt x="56" y="35"/>
                                    </a:cubicBezTo>
                                    <a:cubicBezTo>
                                      <a:pt x="56" y="35"/>
                                      <a:pt x="55" y="35"/>
                                      <a:pt x="55" y="35"/>
                                    </a:cubicBezTo>
                                    <a:cubicBezTo>
                                      <a:pt x="55" y="35"/>
                                      <a:pt x="54" y="35"/>
                                      <a:pt x="54" y="35"/>
                                    </a:cubicBezTo>
                                    <a:cubicBezTo>
                                      <a:pt x="54" y="35"/>
                                      <a:pt x="54" y="35"/>
                                      <a:pt x="54" y="35"/>
                                    </a:cubicBezTo>
                                    <a:cubicBezTo>
                                      <a:pt x="54" y="35"/>
                                      <a:pt x="53" y="35"/>
                                      <a:pt x="53" y="35"/>
                                    </a:cubicBezTo>
                                    <a:cubicBezTo>
                                      <a:pt x="53" y="35"/>
                                      <a:pt x="53" y="34"/>
                                      <a:pt x="53" y="34"/>
                                    </a:cubicBezTo>
                                    <a:cubicBezTo>
                                      <a:pt x="53" y="34"/>
                                      <a:pt x="53" y="33"/>
                                      <a:pt x="53" y="33"/>
                                    </a:cubicBezTo>
                                    <a:cubicBezTo>
                                      <a:pt x="53" y="33"/>
                                      <a:pt x="53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1" y="33"/>
                                      <a:pt x="51" y="33"/>
                                    </a:cubicBezTo>
                                    <a:cubicBezTo>
                                      <a:pt x="51" y="33"/>
                                      <a:pt x="51" y="33"/>
                                      <a:pt x="50" y="33"/>
                                    </a:cubicBezTo>
                                    <a:cubicBezTo>
                                      <a:pt x="50" y="33"/>
                                      <a:pt x="50" y="32"/>
                                      <a:pt x="50" y="32"/>
                                    </a:cubicBezTo>
                                    <a:cubicBezTo>
                                      <a:pt x="50" y="32"/>
                                      <a:pt x="50" y="31"/>
                                      <a:pt x="50" y="31"/>
                                    </a:cubicBezTo>
                                    <a:cubicBezTo>
                                      <a:pt x="50" y="31"/>
                                      <a:pt x="50" y="31"/>
                                      <a:pt x="50" y="31"/>
                                    </a:cubicBezTo>
                                    <a:cubicBezTo>
                                      <a:pt x="49" y="31"/>
                                      <a:pt x="49" y="31"/>
                                      <a:pt x="49" y="31"/>
                                    </a:cubicBezTo>
                                    <a:cubicBezTo>
                                      <a:pt x="48" y="31"/>
                                      <a:pt x="48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29"/>
                                    </a:cubicBezTo>
                                    <a:cubicBezTo>
                                      <a:pt x="47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4" y="28"/>
                                      <a:pt x="44" y="28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6"/>
                                      <a:pt x="44" y="26"/>
                                      <a:pt x="44" y="26"/>
                                    </a:cubicBezTo>
                                    <a:cubicBezTo>
                                      <a:pt x="44" y="26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5"/>
                                      <a:pt x="45" y="25"/>
                                    </a:cubicBezTo>
                                    <a:cubicBezTo>
                                      <a:pt x="45" y="25"/>
                                      <a:pt x="45" y="25"/>
                                      <a:pt x="45" y="25"/>
                                    </a:cubicBezTo>
                                    <a:cubicBezTo>
                                      <a:pt x="46" y="24"/>
                                      <a:pt x="46" y="24"/>
                                      <a:pt x="46" y="24"/>
                                    </a:cubicBezTo>
                                    <a:cubicBezTo>
                                      <a:pt x="47" y="23"/>
                                      <a:pt x="47" y="23"/>
                                      <a:pt x="47" y="23"/>
                                    </a:cubicBezTo>
                                    <a:cubicBezTo>
                                      <a:pt x="47" y="23"/>
                                      <a:pt x="47" y="23"/>
                                      <a:pt x="47" y="22"/>
                                    </a:cubicBezTo>
                                    <a:cubicBezTo>
                                      <a:pt x="47" y="22"/>
                                      <a:pt x="48" y="21"/>
                                      <a:pt x="48" y="21"/>
                                    </a:cubicBezTo>
                                    <a:cubicBezTo>
                                      <a:pt x="48" y="21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20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19"/>
                                      <a:pt x="48" y="19"/>
                                      <a:pt x="48" y="19"/>
                                    </a:cubicBezTo>
                                    <a:cubicBezTo>
                                      <a:pt x="48" y="19"/>
                                      <a:pt x="47" y="19"/>
                                      <a:pt x="47" y="19"/>
                                    </a:cubicBezTo>
                                    <a:cubicBezTo>
                                      <a:pt x="47" y="19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7" y="16"/>
                                      <a:pt x="48" y="16"/>
                                    </a:cubicBezTo>
                                    <a:cubicBezTo>
                                      <a:pt x="48" y="16"/>
                                      <a:pt x="48" y="16"/>
                                      <a:pt x="48" y="16"/>
                                    </a:cubicBezTo>
                                    <a:cubicBezTo>
                                      <a:pt x="49" y="16"/>
                                      <a:pt x="49" y="16"/>
                                      <a:pt x="49" y="16"/>
                                    </a:cubicBezTo>
                                    <a:cubicBezTo>
                                      <a:pt x="49" y="16"/>
                                      <a:pt x="49" y="15"/>
                                      <a:pt x="49" y="15"/>
                                    </a:cubicBezTo>
                                    <a:cubicBezTo>
                                      <a:pt x="49" y="15"/>
                                      <a:pt x="49" y="16"/>
                                      <a:pt x="49" y="16"/>
                                    </a:cubicBezTo>
                                    <a:cubicBezTo>
                                      <a:pt x="50" y="16"/>
                                      <a:pt x="50" y="16"/>
                                      <a:pt x="50" y="16"/>
                                    </a:cubicBezTo>
                                    <a:cubicBezTo>
                                      <a:pt x="50" y="15"/>
                                      <a:pt x="50" y="16"/>
                                      <a:pt x="50" y="15"/>
                                    </a:cubicBezTo>
                                    <a:cubicBezTo>
                                      <a:pt x="50" y="15"/>
                                      <a:pt x="50" y="15"/>
                                      <a:pt x="50" y="15"/>
                                    </a:cubicBezTo>
                                    <a:cubicBezTo>
                                      <a:pt x="51" y="15"/>
                                      <a:pt x="50" y="15"/>
                                      <a:pt x="51" y="16"/>
                                    </a:cubicBezTo>
                                    <a:cubicBezTo>
                                      <a:pt x="51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1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2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1" y="15"/>
                                      <a:pt x="52" y="15"/>
                                      <a:pt x="52" y="15"/>
                                    </a:cubicBezTo>
                                    <a:cubicBezTo>
                                      <a:pt x="52" y="15"/>
                                      <a:pt x="52" y="15"/>
                                      <a:pt x="52" y="15"/>
                                    </a:cubicBezTo>
                                    <a:cubicBezTo>
                                      <a:pt x="52" y="15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1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1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2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2" y="13"/>
                                      <a:pt x="52" y="12"/>
                                      <a:pt x="52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1"/>
                                    </a:cubicBezTo>
                                    <a:cubicBezTo>
                                      <a:pt x="53" y="11"/>
                                      <a:pt x="54" y="11"/>
                                      <a:pt x="54" y="11"/>
                                    </a:cubicBezTo>
                                    <a:cubicBezTo>
                                      <a:pt x="54" y="10"/>
                                      <a:pt x="55" y="10"/>
                                      <a:pt x="55" y="10"/>
                                    </a:cubicBezTo>
                                    <a:cubicBezTo>
                                      <a:pt x="55" y="10"/>
                                      <a:pt x="54" y="9"/>
                                      <a:pt x="54" y="9"/>
                                    </a:cubicBezTo>
                                    <a:cubicBezTo>
                                      <a:pt x="54" y="9"/>
                                      <a:pt x="54" y="8"/>
                                      <a:pt x="54" y="8"/>
                                    </a:cubicBezTo>
                                    <a:cubicBezTo>
                                      <a:pt x="54" y="8"/>
                                      <a:pt x="53" y="8"/>
                                      <a:pt x="53" y="9"/>
                                    </a:cubicBezTo>
                                    <a:cubicBezTo>
                                      <a:pt x="53" y="9"/>
                                      <a:pt x="53" y="9"/>
                                      <a:pt x="53" y="9"/>
                                    </a:cubicBezTo>
                                    <a:cubicBezTo>
                                      <a:pt x="53" y="9"/>
                                      <a:pt x="53" y="9"/>
                                      <a:pt x="52" y="9"/>
                                    </a:cubicBezTo>
                                    <a:cubicBezTo>
                                      <a:pt x="52" y="9"/>
                                      <a:pt x="52" y="9"/>
                                      <a:pt x="52" y="8"/>
                                    </a:cubicBezTo>
                                    <a:cubicBezTo>
                                      <a:pt x="52" y="8"/>
                                      <a:pt x="52" y="8"/>
                                      <a:pt x="52" y="8"/>
                                    </a:cubicBezTo>
                                    <a:cubicBezTo>
                                      <a:pt x="52" y="7"/>
                                      <a:pt x="52" y="7"/>
                                      <a:pt x="51" y="7"/>
                                    </a:cubicBezTo>
                                    <a:cubicBezTo>
                                      <a:pt x="51" y="7"/>
                                      <a:pt x="51" y="7"/>
                                      <a:pt x="51" y="7"/>
                                    </a:cubicBezTo>
                                    <a:cubicBezTo>
                                      <a:pt x="51" y="7"/>
                                      <a:pt x="51" y="7"/>
                                      <a:pt x="51" y="7"/>
                                    </a:cubicBezTo>
                                    <a:cubicBezTo>
                                      <a:pt x="51" y="7"/>
                                      <a:pt x="50" y="8"/>
                                      <a:pt x="50" y="8"/>
                                    </a:cubicBezTo>
                                    <a:cubicBezTo>
                                      <a:pt x="50" y="8"/>
                                      <a:pt x="50" y="8"/>
                                      <a:pt x="50" y="8"/>
                                    </a:cubicBezTo>
                                    <a:cubicBezTo>
                                      <a:pt x="50" y="8"/>
                                      <a:pt x="50" y="8"/>
                                      <a:pt x="50" y="9"/>
                                    </a:cubicBezTo>
                                    <a:cubicBezTo>
                                      <a:pt x="50" y="9"/>
                                      <a:pt x="51" y="9"/>
                                      <a:pt x="51" y="9"/>
                                    </a:cubicBezTo>
                                    <a:cubicBezTo>
                                      <a:pt x="51" y="9"/>
                                      <a:pt x="51" y="9"/>
                                      <a:pt x="51" y="10"/>
                                    </a:cubicBezTo>
                                    <a:cubicBezTo>
                                      <a:pt x="50" y="10"/>
                                      <a:pt x="50" y="10"/>
                                      <a:pt x="50" y="10"/>
                                    </a:cubicBezTo>
                                    <a:cubicBezTo>
                                      <a:pt x="50" y="10"/>
                                      <a:pt x="50" y="10"/>
                                      <a:pt x="50" y="10"/>
                                    </a:cubicBezTo>
                                    <a:cubicBezTo>
                                      <a:pt x="50" y="10"/>
                                      <a:pt x="49" y="10"/>
                                      <a:pt x="49" y="10"/>
                                    </a:cubicBezTo>
                                    <a:cubicBezTo>
                                      <a:pt x="49" y="11"/>
                                      <a:pt x="49" y="11"/>
                                      <a:pt x="48" y="10"/>
                                    </a:cubicBezTo>
                                    <a:cubicBezTo>
                                      <a:pt x="48" y="10"/>
                                      <a:pt x="48" y="10"/>
                                      <a:pt x="48" y="10"/>
                                    </a:cubicBezTo>
                                    <a:cubicBezTo>
                                      <a:pt x="48" y="10"/>
                                      <a:pt x="48" y="10"/>
                                      <a:pt x="48" y="10"/>
                                    </a:cubicBezTo>
                                    <a:cubicBezTo>
                                      <a:pt x="49" y="9"/>
                                      <a:pt x="48" y="9"/>
                                      <a:pt x="48" y="9"/>
                                    </a:cubicBezTo>
                                    <a:cubicBezTo>
                                      <a:pt x="48" y="9"/>
                                      <a:pt x="48" y="9"/>
                                      <a:pt x="48" y="9"/>
                                    </a:cubicBezTo>
                                    <a:cubicBezTo>
                                      <a:pt x="48" y="9"/>
                                      <a:pt x="48" y="9"/>
                                      <a:pt x="47" y="9"/>
                                    </a:cubicBezTo>
                                    <a:cubicBezTo>
                                      <a:pt x="47" y="8"/>
                                      <a:pt x="47" y="9"/>
                                      <a:pt x="47" y="9"/>
                                    </a:cubicBezTo>
                                    <a:cubicBezTo>
                                      <a:pt x="47" y="9"/>
                                      <a:pt x="47" y="9"/>
                                      <a:pt x="46" y="9"/>
                                    </a:cubicBezTo>
                                    <a:cubicBezTo>
                                      <a:pt x="46" y="9"/>
                                      <a:pt x="46" y="9"/>
                                      <a:pt x="46" y="9"/>
                                    </a:cubicBezTo>
                                    <a:cubicBezTo>
                                      <a:pt x="46" y="9"/>
                                      <a:pt x="46" y="9"/>
                                      <a:pt x="46" y="8"/>
                                    </a:cubicBezTo>
                                    <a:cubicBezTo>
                                      <a:pt x="46" y="8"/>
                                      <a:pt x="46" y="8"/>
                                      <a:pt x="46" y="8"/>
                                    </a:cubicBezTo>
                                    <a:cubicBezTo>
                                      <a:pt x="47" y="8"/>
                                      <a:pt x="47" y="8"/>
                                      <a:pt x="47" y="7"/>
                                    </a:cubicBezTo>
                                    <a:cubicBezTo>
                                      <a:pt x="47" y="7"/>
                                      <a:pt x="47" y="7"/>
                                      <a:pt x="47" y="7"/>
                                    </a:cubicBezTo>
                                    <a:cubicBezTo>
                                      <a:pt x="47" y="7"/>
                                      <a:pt x="47" y="7"/>
                                      <a:pt x="47" y="7"/>
                                    </a:cubicBezTo>
                                    <a:cubicBezTo>
                                      <a:pt x="47" y="7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7"/>
                                      <a:pt x="46" y="7"/>
                                    </a:cubicBezTo>
                                    <a:cubicBezTo>
                                      <a:pt x="46" y="7"/>
                                      <a:pt x="46" y="7"/>
                                      <a:pt x="46" y="7"/>
                                    </a:cubicBezTo>
                                    <a:cubicBezTo>
                                      <a:pt x="46" y="7"/>
                                      <a:pt x="45" y="7"/>
                                      <a:pt x="45" y="7"/>
                                    </a:cubicBezTo>
                                    <a:cubicBezTo>
                                      <a:pt x="45" y="8"/>
                                      <a:pt x="45" y="8"/>
                                      <a:pt x="45" y="8"/>
                                    </a:cubicBezTo>
                                    <a:cubicBezTo>
                                      <a:pt x="45" y="8"/>
                                      <a:pt x="44" y="8"/>
                                      <a:pt x="44" y="8"/>
                                    </a:cubicBezTo>
                                    <a:cubicBezTo>
                                      <a:pt x="44" y="8"/>
                                      <a:pt x="44" y="8"/>
                                      <a:pt x="44" y="8"/>
                                    </a:cubicBezTo>
                                    <a:cubicBezTo>
                                      <a:pt x="44" y="9"/>
                                      <a:pt x="43" y="9"/>
                                      <a:pt x="43" y="9"/>
                                    </a:cubicBezTo>
                                    <a:cubicBezTo>
                                      <a:pt x="43" y="9"/>
                                      <a:pt x="42" y="9"/>
                                      <a:pt x="42" y="9"/>
                                    </a:cubicBezTo>
                                    <a:cubicBezTo>
                                      <a:pt x="42" y="9"/>
                                      <a:pt x="42" y="9"/>
                                      <a:pt x="41" y="9"/>
                                    </a:cubicBezTo>
                                    <a:cubicBezTo>
                                      <a:pt x="41" y="8"/>
                                      <a:pt x="41" y="8"/>
                                      <a:pt x="41" y="8"/>
                                    </a:cubicBezTo>
                                    <a:cubicBezTo>
                                      <a:pt x="41" y="8"/>
                                      <a:pt x="41" y="8"/>
                                      <a:pt x="41" y="8"/>
                                    </a:cubicBezTo>
                                    <a:cubicBezTo>
                                      <a:pt x="41" y="8"/>
                                      <a:pt x="40" y="8"/>
                                      <a:pt x="40" y="7"/>
                                    </a:cubicBezTo>
                                    <a:cubicBezTo>
                                      <a:pt x="40" y="7"/>
                                      <a:pt x="40" y="7"/>
                                      <a:pt x="40" y="7"/>
                                    </a:cubicBezTo>
                                    <a:cubicBezTo>
                                      <a:pt x="40" y="7"/>
                                      <a:pt x="39" y="7"/>
                                      <a:pt x="39" y="7"/>
                                    </a:cubicBezTo>
                                    <a:cubicBezTo>
                                      <a:pt x="39" y="7"/>
                                      <a:pt x="39" y="7"/>
                                      <a:pt x="39" y="8"/>
                                    </a:cubicBezTo>
                                    <a:cubicBezTo>
                                      <a:pt x="39" y="8"/>
                                      <a:pt x="38" y="8"/>
                                      <a:pt x="38" y="8"/>
                                    </a:cubicBezTo>
                                    <a:cubicBezTo>
                                      <a:pt x="38" y="8"/>
                                      <a:pt x="38" y="8"/>
                                      <a:pt x="38" y="8"/>
                                    </a:cubicBezTo>
                                    <a:cubicBezTo>
                                      <a:pt x="38" y="8"/>
                                      <a:pt x="36" y="7"/>
                                      <a:pt x="36" y="7"/>
                                    </a:cubicBezTo>
                                    <a:cubicBezTo>
                                      <a:pt x="36" y="7"/>
                                      <a:pt x="36" y="8"/>
                                      <a:pt x="36" y="8"/>
                                    </a:cubicBezTo>
                                    <a:cubicBezTo>
                                      <a:pt x="36" y="8"/>
                                      <a:pt x="36" y="7"/>
                                      <a:pt x="36" y="7"/>
                                    </a:cubicBezTo>
                                    <a:cubicBezTo>
                                      <a:pt x="36" y="7"/>
                                      <a:pt x="35" y="7"/>
                                      <a:pt x="35" y="7"/>
                                    </a:cubicBezTo>
                                    <a:cubicBezTo>
                                      <a:pt x="35" y="7"/>
                                      <a:pt x="35" y="7"/>
                                      <a:pt x="35" y="7"/>
                                    </a:cubicBezTo>
                                    <a:cubicBezTo>
                                      <a:pt x="35" y="7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5"/>
                                      <a:pt x="34" y="5"/>
                                    </a:cubicBezTo>
                                    <a:cubicBezTo>
                                      <a:pt x="34" y="5"/>
                                      <a:pt x="34" y="5"/>
                                      <a:pt x="34" y="5"/>
                                    </a:cubicBezTo>
                                    <a:cubicBezTo>
                                      <a:pt x="34" y="5"/>
                                      <a:pt x="33" y="5"/>
                                      <a:pt x="33" y="5"/>
                                    </a:cubicBezTo>
                                    <a:cubicBezTo>
                                      <a:pt x="33" y="6"/>
                                      <a:pt x="32" y="6"/>
                                      <a:pt x="32" y="6"/>
                                    </a:cubicBezTo>
                                    <a:cubicBezTo>
                                      <a:pt x="32" y="6"/>
                                      <a:pt x="32" y="6"/>
                                      <a:pt x="32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29" y="5"/>
                                      <a:pt x="29" y="5"/>
                                    </a:cubicBezTo>
                                    <a:cubicBezTo>
                                      <a:pt x="28" y="5"/>
                                      <a:pt x="29" y="5"/>
                                      <a:pt x="29" y="5"/>
                                    </a:cubicBezTo>
                                    <a:cubicBezTo>
                                      <a:pt x="28" y="5"/>
                                      <a:pt x="28" y="4"/>
                                      <a:pt x="28" y="4"/>
                                    </a:cubicBezTo>
                                    <a:cubicBezTo>
                                      <a:pt x="28" y="4"/>
                                      <a:pt x="28" y="4"/>
                                      <a:pt x="28" y="4"/>
                                    </a:cubicBezTo>
                                    <a:cubicBezTo>
                                      <a:pt x="28" y="3"/>
                                      <a:pt x="28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6" y="3"/>
                                    </a:cubicBezTo>
                                    <a:cubicBezTo>
                                      <a:pt x="26" y="3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5" y="4"/>
                                      <a:pt x="25" y="3"/>
                                      <a:pt x="25" y="3"/>
                                    </a:cubicBezTo>
                                    <a:cubicBezTo>
                                      <a:pt x="25" y="3"/>
                                      <a:pt x="25" y="3"/>
                                      <a:pt x="25" y="3"/>
                                    </a:cubicBezTo>
                                    <a:cubicBezTo>
                                      <a:pt x="25" y="2"/>
                                      <a:pt x="25" y="2"/>
                                      <a:pt x="25" y="2"/>
                                    </a:cubicBezTo>
                                    <a:cubicBezTo>
                                      <a:pt x="25" y="2"/>
                                      <a:pt x="25" y="2"/>
                                      <a:pt x="25" y="1"/>
                                    </a:cubicBezTo>
                                    <a:cubicBezTo>
                                      <a:pt x="25" y="1"/>
                                      <a:pt x="25" y="1"/>
                                      <a:pt x="25" y="1"/>
                                    </a:cubicBezTo>
                                    <a:cubicBezTo>
                                      <a:pt x="25" y="0"/>
                                      <a:pt x="24" y="1"/>
                                      <a:pt x="24" y="1"/>
                                    </a:cubicBezTo>
                                    <a:cubicBezTo>
                                      <a:pt x="24" y="1"/>
                                      <a:pt x="24" y="1"/>
                                      <a:pt x="24" y="2"/>
                                    </a:cubicBezTo>
                                    <a:cubicBezTo>
                                      <a:pt x="24" y="2"/>
                                      <a:pt x="24" y="2"/>
                                      <a:pt x="24" y="2"/>
                                    </a:cubicBezTo>
                                    <a:cubicBezTo>
                                      <a:pt x="24" y="2"/>
                                      <a:pt x="24" y="2"/>
                                      <a:pt x="24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2" y="1"/>
                                      <a:pt x="22" y="1"/>
                                    </a:cubicBezTo>
                                    <a:cubicBezTo>
                                      <a:pt x="22" y="1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3"/>
                                      <a:pt x="22" y="3"/>
                                      <a:pt x="22" y="3"/>
                                    </a:cubicBezTo>
                                    <a:cubicBezTo>
                                      <a:pt x="22" y="3"/>
                                      <a:pt x="22" y="3"/>
                                      <a:pt x="22" y="3"/>
                                    </a:cubicBezTo>
                                    <a:cubicBezTo>
                                      <a:pt x="22" y="3"/>
                                      <a:pt x="22" y="2"/>
                                      <a:pt x="22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1"/>
                                      <a:pt x="21" y="1"/>
                                      <a:pt x="21" y="1"/>
                                    </a:cubicBezTo>
                                    <a:cubicBezTo>
                                      <a:pt x="21" y="1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3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5" y="4"/>
                                    </a:cubicBezTo>
                                    <a:cubicBezTo>
                                      <a:pt x="25" y="4"/>
                                      <a:pt x="25" y="4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6" y="6"/>
                                    </a:cubicBezTo>
                                    <a:cubicBezTo>
                                      <a:pt x="26" y="7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5" y="8"/>
                                      <a:pt x="25" y="8"/>
                                    </a:cubicBezTo>
                                    <a:cubicBezTo>
                                      <a:pt x="25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9"/>
                                    </a:cubicBezTo>
                                    <a:cubicBezTo>
                                      <a:pt x="15" y="9"/>
                                      <a:pt x="14" y="9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3" y="10"/>
                                      <a:pt x="13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1" y="10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8" y="17"/>
                                    </a:cubicBezTo>
                                    <a:cubicBezTo>
                                      <a:pt x="8" y="17"/>
                                      <a:pt x="8" y="18"/>
                                      <a:pt x="8" y="18"/>
                                    </a:cubicBezTo>
                                    <a:cubicBezTo>
                                      <a:pt x="8" y="18"/>
                                      <a:pt x="7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5" y="22"/>
                                      <a:pt x="5" y="22"/>
                                    </a:cubicBezTo>
                                    <a:cubicBezTo>
                                      <a:pt x="4" y="22"/>
                                      <a:pt x="4" y="22"/>
                                      <a:pt x="4" y="22"/>
                                    </a:cubicBezTo>
                                    <a:cubicBezTo>
                                      <a:pt x="4" y="22"/>
                                      <a:pt x="3" y="23"/>
                                      <a:pt x="3" y="23"/>
                                    </a:cubicBezTo>
                                    <a:cubicBezTo>
                                      <a:pt x="3" y="23"/>
                                      <a:pt x="3" y="24"/>
                                      <a:pt x="3" y="24"/>
                                    </a:cubicBezTo>
                                    <a:cubicBezTo>
                                      <a:pt x="3" y="24"/>
                                      <a:pt x="3" y="24"/>
                                      <a:pt x="3" y="25"/>
                                    </a:cubicBezTo>
                                    <a:cubicBezTo>
                                      <a:pt x="4" y="25"/>
                                      <a:pt x="4" y="25"/>
                                      <a:pt x="4" y="25"/>
                                    </a:cubicBezTo>
                                    <a:cubicBezTo>
                                      <a:pt x="5" y="25"/>
                                      <a:pt x="5" y="26"/>
                                      <a:pt x="5" y="26"/>
                                    </a:cubicBezTo>
                                    <a:cubicBezTo>
                                      <a:pt x="5" y="26"/>
                                      <a:pt x="5" y="26"/>
                                      <a:pt x="5" y="26"/>
                                    </a:cubicBezTo>
                                    <a:cubicBezTo>
                                      <a:pt x="5" y="26"/>
                                      <a:pt x="5" y="27"/>
                                      <a:pt x="5" y="27"/>
                                    </a:cubicBezTo>
                                    <a:cubicBezTo>
                                      <a:pt x="5" y="27"/>
                                      <a:pt x="5" y="27"/>
                                      <a:pt x="5" y="27"/>
                                    </a:cubicBezTo>
                                    <a:cubicBezTo>
                                      <a:pt x="5" y="27"/>
                                      <a:pt x="5" y="27"/>
                                      <a:pt x="5" y="27"/>
                                    </a:cubicBezTo>
                                    <a:cubicBezTo>
                                      <a:pt x="5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5" y="30"/>
                                      <a:pt x="5" y="29"/>
                                      <a:pt x="4" y="29"/>
                                    </a:cubicBezTo>
                                    <a:cubicBezTo>
                                      <a:pt x="4" y="29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4" y="28"/>
                                      <a:pt x="3" y="28"/>
                                    </a:cubicBezTo>
                                    <a:cubicBezTo>
                                      <a:pt x="3" y="28"/>
                                      <a:pt x="3" y="27"/>
                                      <a:pt x="3" y="27"/>
                                    </a:cubicBezTo>
                                    <a:cubicBezTo>
                                      <a:pt x="2" y="27"/>
                                      <a:pt x="2" y="27"/>
                                      <a:pt x="2" y="27"/>
                                    </a:cubicBezTo>
                                    <a:cubicBezTo>
                                      <a:pt x="2" y="27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9"/>
                                      <a:pt x="2" y="29"/>
                                    </a:cubicBezTo>
                                    <a:cubicBezTo>
                                      <a:pt x="2" y="29"/>
                                      <a:pt x="2" y="30"/>
                                      <a:pt x="2" y="30"/>
                                    </a:cubicBezTo>
                                    <a:cubicBezTo>
                                      <a:pt x="2" y="30"/>
                                      <a:pt x="2" y="30"/>
                                      <a:pt x="2" y="30"/>
                                    </a:cubicBezTo>
                                    <a:cubicBezTo>
                                      <a:pt x="2" y="29"/>
                                      <a:pt x="2" y="29"/>
                                      <a:pt x="2" y="29"/>
                                    </a:cubicBezTo>
                                    <a:cubicBezTo>
                                      <a:pt x="2" y="29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1" y="28"/>
                                      <a:pt x="1" y="28"/>
                                    </a:cubicBezTo>
                                    <a:cubicBezTo>
                                      <a:pt x="1" y="28"/>
                                      <a:pt x="1" y="27"/>
                                      <a:pt x="1" y="27"/>
                                    </a:cubicBezTo>
                                    <a:cubicBezTo>
                                      <a:pt x="1" y="27"/>
                                      <a:pt x="1" y="27"/>
                                      <a:pt x="0" y="27"/>
                                    </a:cubicBezTo>
                                    <a:cubicBezTo>
                                      <a:pt x="0" y="108"/>
                                      <a:pt x="0" y="108"/>
                                      <a:pt x="0" y="108"/>
                                    </a:cubicBezTo>
                                    <a:cubicBezTo>
                                      <a:pt x="62" y="108"/>
                                      <a:pt x="62" y="108"/>
                                      <a:pt x="62" y="108"/>
                                    </a:cubicBezTo>
                                    <a:cubicBezTo>
                                      <a:pt x="62" y="39"/>
                                      <a:pt x="62" y="39"/>
                                      <a:pt x="62" y="39"/>
                                    </a:cubicBezTo>
                                    <a:cubicBezTo>
                                      <a:pt x="62" y="39"/>
                                      <a:pt x="62" y="39"/>
                                      <a:pt x="62" y="3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8" name="Freeform 744">
                                <a:extLst>
                                  <a:ext uri="{FF2B5EF4-FFF2-40B4-BE49-F238E27FC236}">
                                    <a16:creationId xmlns:a16="http://schemas.microsoft.com/office/drawing/2014/main" id="{7C391C5C-3B30-B519-7A2C-9F3BD8119E52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71038" y="5967413"/>
                                <a:ext cx="17462" cy="23813"/>
                              </a:xfrm>
                              <a:custGeom>
                                <a:avLst/>
                                <a:gdLst>
                                  <a:gd name="T0" fmla="*/ 1 w 4"/>
                                  <a:gd name="T1" fmla="*/ 5 h 6"/>
                                  <a:gd name="T2" fmla="*/ 1 w 4"/>
                                  <a:gd name="T3" fmla="*/ 4 h 6"/>
                                  <a:gd name="T4" fmla="*/ 0 w 4"/>
                                  <a:gd name="T5" fmla="*/ 4 h 6"/>
                                  <a:gd name="T6" fmla="*/ 0 w 4"/>
                                  <a:gd name="T7" fmla="*/ 4 h 6"/>
                                  <a:gd name="T8" fmla="*/ 0 w 4"/>
                                  <a:gd name="T9" fmla="*/ 3 h 6"/>
                                  <a:gd name="T10" fmla="*/ 0 w 4"/>
                                  <a:gd name="T11" fmla="*/ 2 h 6"/>
                                  <a:gd name="T12" fmla="*/ 0 w 4"/>
                                  <a:gd name="T13" fmla="*/ 2 h 6"/>
                                  <a:gd name="T14" fmla="*/ 0 w 4"/>
                                  <a:gd name="T15" fmla="*/ 1 h 6"/>
                                  <a:gd name="T16" fmla="*/ 0 w 4"/>
                                  <a:gd name="T17" fmla="*/ 1 h 6"/>
                                  <a:gd name="T18" fmla="*/ 1 w 4"/>
                                  <a:gd name="T19" fmla="*/ 1 h 6"/>
                                  <a:gd name="T20" fmla="*/ 1 w 4"/>
                                  <a:gd name="T21" fmla="*/ 0 h 6"/>
                                  <a:gd name="T22" fmla="*/ 2 w 4"/>
                                  <a:gd name="T23" fmla="*/ 0 h 6"/>
                                  <a:gd name="T24" fmla="*/ 2 w 4"/>
                                  <a:gd name="T25" fmla="*/ 0 h 6"/>
                                  <a:gd name="T26" fmla="*/ 3 w 4"/>
                                  <a:gd name="T27" fmla="*/ 0 h 6"/>
                                  <a:gd name="T28" fmla="*/ 4 w 4"/>
                                  <a:gd name="T29" fmla="*/ 1 h 6"/>
                                  <a:gd name="T30" fmla="*/ 4 w 4"/>
                                  <a:gd name="T31" fmla="*/ 1 h 6"/>
                                  <a:gd name="T32" fmla="*/ 4 w 4"/>
                                  <a:gd name="T33" fmla="*/ 1 h 6"/>
                                  <a:gd name="T34" fmla="*/ 3 w 4"/>
                                  <a:gd name="T35" fmla="*/ 1 h 6"/>
                                  <a:gd name="T36" fmla="*/ 2 w 4"/>
                                  <a:gd name="T37" fmla="*/ 2 h 6"/>
                                  <a:gd name="T38" fmla="*/ 2 w 4"/>
                                  <a:gd name="T39" fmla="*/ 3 h 6"/>
                                  <a:gd name="T40" fmla="*/ 2 w 4"/>
                                  <a:gd name="T41" fmla="*/ 4 h 6"/>
                                  <a:gd name="T42" fmla="*/ 2 w 4"/>
                                  <a:gd name="T43" fmla="*/ 6 h 6"/>
                                  <a:gd name="T44" fmla="*/ 1 w 4"/>
                                  <a:gd name="T45" fmla="*/ 5 h 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</a:cxnLst>
                                <a:rect l="0" t="0" r="r" b="b"/>
                                <a:pathLst>
                                  <a:path w="4" h="6">
                                    <a:moveTo>
                                      <a:pt x="1" y="5"/>
                                    </a:moveTo>
                                    <a:cubicBezTo>
                                      <a:pt x="1" y="5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0"/>
                                    </a:cubicBezTo>
                                    <a:cubicBezTo>
                                      <a:pt x="1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2"/>
                                      <a:pt x="3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5"/>
                                      <a:pt x="2" y="5"/>
                                      <a:pt x="2" y="6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90" name="North_America">
                            <a:extLst>
                              <a:ext uri="{FF2B5EF4-FFF2-40B4-BE49-F238E27FC236}">
                                <a16:creationId xmlns:a16="http://schemas.microsoft.com/office/drawing/2014/main" id="{DE041D76-B2C2-1BC6-3491-2F039CF5A9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3395663" y="4383088"/>
                            <a:ext cx="1668463" cy="2357437"/>
                            <a:chOff x="2754313" y="4500563"/>
                            <a:chExt cx="1668463" cy="2357437"/>
                          </a:xfrm>
                          <a:grpFill/>
                        </p:grpSpPr>
                        <p:sp>
                          <p:nvSpPr>
                            <p:cNvPr id="207" name="Freeform 690">
                              <a:extLst>
                                <a:ext uri="{FF2B5EF4-FFF2-40B4-BE49-F238E27FC236}">
                                  <a16:creationId xmlns:a16="http://schemas.microsoft.com/office/drawing/2014/main" id="{66D5DC99-BC67-D2BA-4094-38F6F2CC3F16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754313" y="4849813"/>
                              <a:ext cx="69850" cy="58738"/>
                            </a:xfrm>
                            <a:custGeom>
                              <a:avLst/>
                              <a:gdLst>
                                <a:gd name="T0" fmla="*/ 6 w 17"/>
                                <a:gd name="T1" fmla="*/ 9 h 14"/>
                                <a:gd name="T2" fmla="*/ 6 w 17"/>
                                <a:gd name="T3" fmla="*/ 9 h 14"/>
                                <a:gd name="T4" fmla="*/ 5 w 17"/>
                                <a:gd name="T5" fmla="*/ 8 h 14"/>
                                <a:gd name="T6" fmla="*/ 5 w 17"/>
                                <a:gd name="T7" fmla="*/ 7 h 14"/>
                                <a:gd name="T8" fmla="*/ 4 w 17"/>
                                <a:gd name="T9" fmla="*/ 6 h 14"/>
                                <a:gd name="T10" fmla="*/ 3 w 17"/>
                                <a:gd name="T11" fmla="*/ 5 h 14"/>
                                <a:gd name="T12" fmla="*/ 3 w 17"/>
                                <a:gd name="T13" fmla="*/ 4 h 14"/>
                                <a:gd name="T14" fmla="*/ 2 w 17"/>
                                <a:gd name="T15" fmla="*/ 3 h 14"/>
                                <a:gd name="T16" fmla="*/ 1 w 17"/>
                                <a:gd name="T17" fmla="*/ 4 h 14"/>
                                <a:gd name="T18" fmla="*/ 1 w 17"/>
                                <a:gd name="T19" fmla="*/ 5 h 14"/>
                                <a:gd name="T20" fmla="*/ 2 w 17"/>
                                <a:gd name="T21" fmla="*/ 5 h 14"/>
                                <a:gd name="T22" fmla="*/ 2 w 17"/>
                                <a:gd name="T23" fmla="*/ 6 h 14"/>
                                <a:gd name="T24" fmla="*/ 3 w 17"/>
                                <a:gd name="T25" fmla="*/ 7 h 14"/>
                                <a:gd name="T26" fmla="*/ 4 w 17"/>
                                <a:gd name="T27" fmla="*/ 8 h 14"/>
                                <a:gd name="T28" fmla="*/ 4 w 17"/>
                                <a:gd name="T29" fmla="*/ 9 h 14"/>
                                <a:gd name="T30" fmla="*/ 3 w 17"/>
                                <a:gd name="T31" fmla="*/ 9 h 14"/>
                                <a:gd name="T32" fmla="*/ 2 w 17"/>
                                <a:gd name="T33" fmla="*/ 10 h 14"/>
                                <a:gd name="T34" fmla="*/ 1 w 17"/>
                                <a:gd name="T35" fmla="*/ 11 h 14"/>
                                <a:gd name="T36" fmla="*/ 2 w 17"/>
                                <a:gd name="T37" fmla="*/ 11 h 14"/>
                                <a:gd name="T38" fmla="*/ 4 w 17"/>
                                <a:gd name="T39" fmla="*/ 12 h 14"/>
                                <a:gd name="T40" fmla="*/ 4 w 17"/>
                                <a:gd name="T41" fmla="*/ 11 h 14"/>
                                <a:gd name="T42" fmla="*/ 5 w 17"/>
                                <a:gd name="T43" fmla="*/ 11 h 14"/>
                                <a:gd name="T44" fmla="*/ 6 w 17"/>
                                <a:gd name="T45" fmla="*/ 10 h 14"/>
                                <a:gd name="T46" fmla="*/ 1 w 17"/>
                                <a:gd name="T47" fmla="*/ 8 h 14"/>
                                <a:gd name="T48" fmla="*/ 0 w 17"/>
                                <a:gd name="T49" fmla="*/ 6 h 14"/>
                                <a:gd name="T50" fmla="*/ 2 w 17"/>
                                <a:gd name="T51" fmla="*/ 6 h 14"/>
                                <a:gd name="T52" fmla="*/ 2 w 17"/>
                                <a:gd name="T53" fmla="*/ 8 h 14"/>
                                <a:gd name="T54" fmla="*/ 8 w 17"/>
                                <a:gd name="T55" fmla="*/ 7 h 14"/>
                                <a:gd name="T56" fmla="*/ 6 w 17"/>
                                <a:gd name="T57" fmla="*/ 7 h 14"/>
                                <a:gd name="T58" fmla="*/ 6 w 17"/>
                                <a:gd name="T59" fmla="*/ 6 h 14"/>
                                <a:gd name="T60" fmla="*/ 6 w 17"/>
                                <a:gd name="T61" fmla="*/ 5 h 14"/>
                                <a:gd name="T62" fmla="*/ 8 w 17"/>
                                <a:gd name="T63" fmla="*/ 6 h 14"/>
                                <a:gd name="T64" fmla="*/ 17 w 17"/>
                                <a:gd name="T65" fmla="*/ 10 h 14"/>
                                <a:gd name="T66" fmla="*/ 16 w 17"/>
                                <a:gd name="T67" fmla="*/ 11 h 14"/>
                                <a:gd name="T68" fmla="*/ 15 w 17"/>
                                <a:gd name="T69" fmla="*/ 11 h 14"/>
                                <a:gd name="T70" fmla="*/ 15 w 17"/>
                                <a:gd name="T71" fmla="*/ 10 h 14"/>
                                <a:gd name="T72" fmla="*/ 16 w 17"/>
                                <a:gd name="T73" fmla="*/ 9 h 14"/>
                                <a:gd name="T74" fmla="*/ 17 w 17"/>
                                <a:gd name="T75" fmla="*/ 9 h 14"/>
                                <a:gd name="T76" fmla="*/ 11 w 17"/>
                                <a:gd name="T77" fmla="*/ 9 h 14"/>
                                <a:gd name="T78" fmla="*/ 10 w 17"/>
                                <a:gd name="T79" fmla="*/ 9 h 14"/>
                                <a:gd name="T80" fmla="*/ 10 w 17"/>
                                <a:gd name="T81" fmla="*/ 10 h 14"/>
                                <a:gd name="T82" fmla="*/ 9 w 17"/>
                                <a:gd name="T83" fmla="*/ 10 h 14"/>
                                <a:gd name="T84" fmla="*/ 8 w 17"/>
                                <a:gd name="T85" fmla="*/ 9 h 14"/>
                                <a:gd name="T86" fmla="*/ 8 w 17"/>
                                <a:gd name="T87" fmla="*/ 9 h 14"/>
                                <a:gd name="T88" fmla="*/ 8 w 17"/>
                                <a:gd name="T89" fmla="*/ 8 h 14"/>
                                <a:gd name="T90" fmla="*/ 9 w 17"/>
                                <a:gd name="T91" fmla="*/ 8 h 14"/>
                                <a:gd name="T92" fmla="*/ 10 w 17"/>
                                <a:gd name="T93" fmla="*/ 7 h 14"/>
                                <a:gd name="T94" fmla="*/ 10 w 17"/>
                                <a:gd name="T95" fmla="*/ 8 h 14"/>
                                <a:gd name="T96" fmla="*/ 9 w 17"/>
                                <a:gd name="T97" fmla="*/ 13 h 14"/>
                                <a:gd name="T98" fmla="*/ 8 w 17"/>
                                <a:gd name="T99" fmla="*/ 13 h 14"/>
                                <a:gd name="T100" fmla="*/ 9 w 17"/>
                                <a:gd name="T101" fmla="*/ 13 h 14"/>
                                <a:gd name="T102" fmla="*/ 9 w 17"/>
                                <a:gd name="T103" fmla="*/ 2 h 14"/>
                                <a:gd name="T104" fmla="*/ 14 w 17"/>
                                <a:gd name="T105" fmla="*/ 14 h 14"/>
                                <a:gd name="T106" fmla="*/ 14 w 17"/>
                                <a:gd name="T107" fmla="*/ 14 h 14"/>
                                <a:gd name="T108" fmla="*/ 7 w 17"/>
                                <a:gd name="T109" fmla="*/ 0 h 14"/>
                                <a:gd name="T110" fmla="*/ 12 w 17"/>
                                <a:gd name="T111" fmla="*/ 10 h 14"/>
                                <a:gd name="T112" fmla="*/ 12 w 17"/>
                                <a:gd name="T113" fmla="*/ 10 h 14"/>
                                <a:gd name="T114" fmla="*/ 7 w 17"/>
                                <a:gd name="T115" fmla="*/ 7 h 14"/>
                                <a:gd name="T116" fmla="*/ 10 w 17"/>
                                <a:gd name="T117" fmla="*/ 7 h 14"/>
                                <a:gd name="T118" fmla="*/ 14 w 17"/>
                                <a:gd name="T119" fmla="*/ 14 h 1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17" h="14">
                                  <a:moveTo>
                                    <a:pt x="6" y="10"/>
                                  </a:move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3" y="6"/>
                                    <a:pt x="4" y="6"/>
                                    <a:pt x="3" y="6"/>
                                  </a:cubicBezTo>
                                  <a:cubicBezTo>
                                    <a:pt x="3" y="6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lose/>
                                  <a:moveTo>
                                    <a:pt x="1" y="8"/>
                                  </a:move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0" y="8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lose/>
                                  <a:moveTo>
                                    <a:pt x="8" y="7"/>
                                  </a:move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7"/>
                                  </a:cubicBezTo>
                                  <a:close/>
                                  <a:moveTo>
                                    <a:pt x="17" y="9"/>
                                  </a:move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lose/>
                                  <a:moveTo>
                                    <a:pt x="11" y="8"/>
                                  </a:move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0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9"/>
                                    <a:pt x="10" y="10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9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lose/>
                                  <a:moveTo>
                                    <a:pt x="9" y="13"/>
                                  </a:move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lose/>
                                  <a:moveTo>
                                    <a:pt x="8" y="2"/>
                                  </a:move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6" y="0"/>
                                  </a:move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1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7" y="9"/>
                                  </a:move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lose/>
                                  <a:moveTo>
                                    <a:pt x="7" y="7"/>
                                  </a:move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lose/>
                                  <a:moveTo>
                                    <a:pt x="10" y="7"/>
                                  </a:move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lose/>
                                  <a:moveTo>
                                    <a:pt x="8" y="6"/>
                                  </a:move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2" y="2"/>
                                  </a:move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8" name="Freeform 679">
                              <a:extLst>
                                <a:ext uri="{FF2B5EF4-FFF2-40B4-BE49-F238E27FC236}">
                                  <a16:creationId xmlns:a16="http://schemas.microsoft.com/office/drawing/2014/main" id="{4678DBCC-AD79-E612-2ABC-800BB06ABE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90888" y="4505325"/>
                              <a:ext cx="395287" cy="341313"/>
                            </a:xfrm>
                            <a:custGeom>
                              <a:avLst/>
                              <a:gdLst>
                                <a:gd name="T0" fmla="*/ 44 w 95"/>
                                <a:gd name="T1" fmla="*/ 74 h 82"/>
                                <a:gd name="T2" fmla="*/ 42 w 95"/>
                                <a:gd name="T3" fmla="*/ 68 h 82"/>
                                <a:gd name="T4" fmla="*/ 42 w 95"/>
                                <a:gd name="T5" fmla="*/ 64 h 82"/>
                                <a:gd name="T6" fmla="*/ 39 w 95"/>
                                <a:gd name="T7" fmla="*/ 57 h 82"/>
                                <a:gd name="T8" fmla="*/ 39 w 95"/>
                                <a:gd name="T9" fmla="*/ 51 h 82"/>
                                <a:gd name="T10" fmla="*/ 42 w 95"/>
                                <a:gd name="T11" fmla="*/ 45 h 82"/>
                                <a:gd name="T12" fmla="*/ 39 w 95"/>
                                <a:gd name="T13" fmla="*/ 42 h 82"/>
                                <a:gd name="T14" fmla="*/ 30 w 95"/>
                                <a:gd name="T15" fmla="*/ 43 h 82"/>
                                <a:gd name="T16" fmla="*/ 22 w 95"/>
                                <a:gd name="T17" fmla="*/ 38 h 82"/>
                                <a:gd name="T18" fmla="*/ 16 w 95"/>
                                <a:gd name="T19" fmla="*/ 37 h 82"/>
                                <a:gd name="T20" fmla="*/ 9 w 95"/>
                                <a:gd name="T21" fmla="*/ 37 h 82"/>
                                <a:gd name="T22" fmla="*/ 7 w 95"/>
                                <a:gd name="T23" fmla="*/ 29 h 82"/>
                                <a:gd name="T24" fmla="*/ 2 w 95"/>
                                <a:gd name="T25" fmla="*/ 21 h 82"/>
                                <a:gd name="T26" fmla="*/ 3 w 95"/>
                                <a:gd name="T27" fmla="*/ 15 h 82"/>
                                <a:gd name="T28" fmla="*/ 9 w 95"/>
                                <a:gd name="T29" fmla="*/ 5 h 82"/>
                                <a:gd name="T30" fmla="*/ 10 w 95"/>
                                <a:gd name="T31" fmla="*/ 7 h 82"/>
                                <a:gd name="T32" fmla="*/ 10 w 95"/>
                                <a:gd name="T33" fmla="*/ 16 h 82"/>
                                <a:gd name="T34" fmla="*/ 13 w 95"/>
                                <a:gd name="T35" fmla="*/ 23 h 82"/>
                                <a:gd name="T36" fmla="*/ 16 w 95"/>
                                <a:gd name="T37" fmla="*/ 17 h 82"/>
                                <a:gd name="T38" fmla="*/ 13 w 95"/>
                                <a:gd name="T39" fmla="*/ 10 h 82"/>
                                <a:gd name="T40" fmla="*/ 22 w 95"/>
                                <a:gd name="T41" fmla="*/ 7 h 82"/>
                                <a:gd name="T42" fmla="*/ 25 w 95"/>
                                <a:gd name="T43" fmla="*/ 4 h 82"/>
                                <a:gd name="T44" fmla="*/ 23 w 95"/>
                                <a:gd name="T45" fmla="*/ 1 h 82"/>
                                <a:gd name="T46" fmla="*/ 29 w 95"/>
                                <a:gd name="T47" fmla="*/ 5 h 82"/>
                                <a:gd name="T48" fmla="*/ 36 w 95"/>
                                <a:gd name="T49" fmla="*/ 10 h 82"/>
                                <a:gd name="T50" fmla="*/ 42 w 95"/>
                                <a:gd name="T51" fmla="*/ 12 h 82"/>
                                <a:gd name="T52" fmla="*/ 51 w 95"/>
                                <a:gd name="T53" fmla="*/ 12 h 82"/>
                                <a:gd name="T54" fmla="*/ 60 w 95"/>
                                <a:gd name="T55" fmla="*/ 16 h 82"/>
                                <a:gd name="T56" fmla="*/ 67 w 95"/>
                                <a:gd name="T57" fmla="*/ 12 h 82"/>
                                <a:gd name="T58" fmla="*/ 67 w 95"/>
                                <a:gd name="T59" fmla="*/ 12 h 82"/>
                                <a:gd name="T60" fmla="*/ 75 w 95"/>
                                <a:gd name="T61" fmla="*/ 11 h 82"/>
                                <a:gd name="T62" fmla="*/ 79 w 95"/>
                                <a:gd name="T63" fmla="*/ 12 h 82"/>
                                <a:gd name="T64" fmla="*/ 74 w 95"/>
                                <a:gd name="T65" fmla="*/ 12 h 82"/>
                                <a:gd name="T66" fmla="*/ 77 w 95"/>
                                <a:gd name="T67" fmla="*/ 17 h 82"/>
                                <a:gd name="T68" fmla="*/ 83 w 95"/>
                                <a:gd name="T69" fmla="*/ 18 h 82"/>
                                <a:gd name="T70" fmla="*/ 87 w 95"/>
                                <a:gd name="T71" fmla="*/ 22 h 82"/>
                                <a:gd name="T72" fmla="*/ 89 w 95"/>
                                <a:gd name="T73" fmla="*/ 25 h 82"/>
                                <a:gd name="T74" fmla="*/ 91 w 95"/>
                                <a:gd name="T75" fmla="*/ 26 h 82"/>
                                <a:gd name="T76" fmla="*/ 94 w 95"/>
                                <a:gd name="T77" fmla="*/ 29 h 82"/>
                                <a:gd name="T78" fmla="*/ 90 w 95"/>
                                <a:gd name="T79" fmla="*/ 35 h 82"/>
                                <a:gd name="T80" fmla="*/ 91 w 95"/>
                                <a:gd name="T81" fmla="*/ 38 h 82"/>
                                <a:gd name="T82" fmla="*/ 86 w 95"/>
                                <a:gd name="T83" fmla="*/ 40 h 82"/>
                                <a:gd name="T84" fmla="*/ 90 w 95"/>
                                <a:gd name="T85" fmla="*/ 52 h 82"/>
                                <a:gd name="T86" fmla="*/ 87 w 95"/>
                                <a:gd name="T87" fmla="*/ 55 h 82"/>
                                <a:gd name="T88" fmla="*/ 83 w 95"/>
                                <a:gd name="T89" fmla="*/ 57 h 82"/>
                                <a:gd name="T90" fmla="*/ 78 w 95"/>
                                <a:gd name="T91" fmla="*/ 58 h 82"/>
                                <a:gd name="T92" fmla="*/ 75 w 95"/>
                                <a:gd name="T93" fmla="*/ 61 h 82"/>
                                <a:gd name="T94" fmla="*/ 72 w 95"/>
                                <a:gd name="T95" fmla="*/ 60 h 82"/>
                                <a:gd name="T96" fmla="*/ 68 w 95"/>
                                <a:gd name="T97" fmla="*/ 59 h 82"/>
                                <a:gd name="T98" fmla="*/ 61 w 95"/>
                                <a:gd name="T99" fmla="*/ 57 h 82"/>
                                <a:gd name="T100" fmla="*/ 65 w 95"/>
                                <a:gd name="T101" fmla="*/ 62 h 82"/>
                                <a:gd name="T102" fmla="*/ 66 w 95"/>
                                <a:gd name="T103" fmla="*/ 69 h 82"/>
                                <a:gd name="T104" fmla="*/ 69 w 95"/>
                                <a:gd name="T105" fmla="*/ 72 h 82"/>
                                <a:gd name="T106" fmla="*/ 63 w 95"/>
                                <a:gd name="T107" fmla="*/ 77 h 82"/>
                                <a:gd name="T108" fmla="*/ 60 w 95"/>
                                <a:gd name="T109" fmla="*/ 78 h 82"/>
                                <a:gd name="T110" fmla="*/ 57 w 95"/>
                                <a:gd name="T111" fmla="*/ 80 h 82"/>
                                <a:gd name="T112" fmla="*/ 55 w 95"/>
                                <a:gd name="T113" fmla="*/ 80 h 82"/>
                                <a:gd name="T114" fmla="*/ 67 w 95"/>
                                <a:gd name="T115" fmla="*/ 9 h 82"/>
                                <a:gd name="T116" fmla="*/ 66 w 95"/>
                                <a:gd name="T117" fmla="*/ 8 h 82"/>
                                <a:gd name="T118" fmla="*/ 64 w 95"/>
                                <a:gd name="T119" fmla="*/ 9 h 82"/>
                                <a:gd name="T120" fmla="*/ 64 w 95"/>
                                <a:gd name="T121" fmla="*/ 9 h 82"/>
                                <a:gd name="T122" fmla="*/ 66 w 95"/>
                                <a:gd name="T123" fmla="*/ 10 h 82"/>
                                <a:gd name="T124" fmla="*/ 67 w 95"/>
                                <a:gd name="T125" fmla="*/ 9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95" h="82">
                                  <a:moveTo>
                                    <a:pt x="49" y="82"/>
                                  </a:move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6" y="78"/>
                                    <a:pt x="46" y="77"/>
                                    <a:pt x="46" y="77"/>
                                  </a:cubicBezTo>
                                  <a:cubicBezTo>
                                    <a:pt x="46" y="77"/>
                                    <a:pt x="46" y="77"/>
                                    <a:pt x="46" y="77"/>
                                  </a:cubicBezTo>
                                  <a:cubicBezTo>
                                    <a:pt x="45" y="76"/>
                                    <a:pt x="45" y="75"/>
                                    <a:pt x="45" y="75"/>
                                  </a:cubicBezTo>
                                  <a:cubicBezTo>
                                    <a:pt x="45" y="75"/>
                                    <a:pt x="44" y="74"/>
                                    <a:pt x="44" y="74"/>
                                  </a:cubicBezTo>
                                  <a:cubicBezTo>
                                    <a:pt x="44" y="74"/>
                                    <a:pt x="44" y="73"/>
                                    <a:pt x="44" y="73"/>
                                  </a:cubicBezTo>
                                  <a:cubicBezTo>
                                    <a:pt x="44" y="73"/>
                                    <a:pt x="44" y="72"/>
                                    <a:pt x="44" y="72"/>
                                  </a:cubicBezTo>
                                  <a:cubicBezTo>
                                    <a:pt x="44" y="72"/>
                                    <a:pt x="44" y="72"/>
                                    <a:pt x="43" y="72"/>
                                  </a:cubicBezTo>
                                  <a:cubicBezTo>
                                    <a:pt x="43" y="71"/>
                                    <a:pt x="43" y="71"/>
                                    <a:pt x="43" y="71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2" y="69"/>
                                    <a:pt x="42" y="68"/>
                                  </a:cubicBezTo>
                                  <a:cubicBezTo>
                                    <a:pt x="42" y="68"/>
                                    <a:pt x="41" y="68"/>
                                    <a:pt x="41" y="68"/>
                                  </a:cubicBezTo>
                                  <a:cubicBezTo>
                                    <a:pt x="41" y="68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39" y="67"/>
                                    <a:pt x="39" y="67"/>
                                  </a:cubicBezTo>
                                  <a:cubicBezTo>
                                    <a:pt x="41" y="65"/>
                                    <a:pt x="41" y="65"/>
                                    <a:pt x="41" y="65"/>
                                  </a:cubicBezTo>
                                  <a:cubicBezTo>
                                    <a:pt x="42" y="64"/>
                                    <a:pt x="42" y="64"/>
                                    <a:pt x="42" y="64"/>
                                  </a:cubicBezTo>
                                  <a:cubicBezTo>
                                    <a:pt x="42" y="64"/>
                                    <a:pt x="43" y="63"/>
                                    <a:pt x="43" y="63"/>
                                  </a:cubicBezTo>
                                  <a:cubicBezTo>
                                    <a:pt x="43" y="63"/>
                                    <a:pt x="42" y="62"/>
                                    <a:pt x="42" y="62"/>
                                  </a:cubicBezTo>
                                  <a:cubicBezTo>
                                    <a:pt x="42" y="62"/>
                                    <a:pt x="41" y="60"/>
                                    <a:pt x="41" y="60"/>
                                  </a:cubicBezTo>
                                  <a:cubicBezTo>
                                    <a:pt x="40" y="60"/>
                                    <a:pt x="40" y="60"/>
                                    <a:pt x="40" y="60"/>
                                  </a:cubicBezTo>
                                  <a:cubicBezTo>
                                    <a:pt x="40" y="60"/>
                                    <a:pt x="40" y="59"/>
                                    <a:pt x="40" y="59"/>
                                  </a:cubicBezTo>
                                  <a:cubicBezTo>
                                    <a:pt x="40" y="59"/>
                                    <a:pt x="39" y="57"/>
                                    <a:pt x="39" y="57"/>
                                  </a:cubicBezTo>
                                  <a:cubicBezTo>
                                    <a:pt x="39" y="56"/>
                                    <a:pt x="39" y="56"/>
                                    <a:pt x="39" y="56"/>
                                  </a:cubicBezTo>
                                  <a:cubicBezTo>
                                    <a:pt x="39" y="56"/>
                                    <a:pt x="39" y="55"/>
                                    <a:pt x="39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9" y="54"/>
                                    <a:pt x="39" y="54"/>
                                  </a:cubicBezTo>
                                  <a:cubicBezTo>
                                    <a:pt x="39" y="51"/>
                                    <a:pt x="39" y="51"/>
                                    <a:pt x="39" y="51"/>
                                  </a:cubicBezTo>
                                  <a:cubicBezTo>
                                    <a:pt x="39" y="51"/>
                                    <a:pt x="39" y="51"/>
                                    <a:pt x="39" y="51"/>
                                  </a:cubicBezTo>
                                  <a:cubicBezTo>
                                    <a:pt x="39" y="51"/>
                                    <a:pt x="39" y="50"/>
                                    <a:pt x="39" y="50"/>
                                  </a:cubicBezTo>
                                  <a:cubicBezTo>
                                    <a:pt x="39" y="50"/>
                                    <a:pt x="39" y="50"/>
                                    <a:pt x="39" y="50"/>
                                  </a:cubicBezTo>
                                  <a:cubicBezTo>
                                    <a:pt x="39" y="49"/>
                                    <a:pt x="39" y="49"/>
                                    <a:pt x="40" y="49"/>
                                  </a:cubicBezTo>
                                  <a:cubicBezTo>
                                    <a:pt x="40" y="49"/>
                                    <a:pt x="40" y="48"/>
                                    <a:pt x="40" y="48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2"/>
                                    <a:pt x="40" y="42"/>
                                  </a:cubicBezTo>
                                  <a:cubicBezTo>
                                    <a:pt x="39" y="42"/>
                                    <a:pt x="39" y="42"/>
                                    <a:pt x="39" y="42"/>
                                  </a:cubicBezTo>
                                  <a:cubicBezTo>
                                    <a:pt x="39" y="42"/>
                                    <a:pt x="38" y="43"/>
                                    <a:pt x="38" y="43"/>
                                  </a:cubicBezTo>
                                  <a:cubicBezTo>
                                    <a:pt x="37" y="43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1" y="43"/>
                                    <a:pt x="31" y="43"/>
                                  </a:cubicBezTo>
                                  <a:cubicBezTo>
                                    <a:pt x="30" y="43"/>
                                    <a:pt x="30" y="43"/>
                                    <a:pt x="30" y="43"/>
                                  </a:cubicBezTo>
                                  <a:cubicBezTo>
                                    <a:pt x="30" y="43"/>
                                    <a:pt x="29" y="44"/>
                                    <a:pt x="29" y="44"/>
                                  </a:cubicBezTo>
                                  <a:cubicBezTo>
                                    <a:pt x="29" y="44"/>
                                    <a:pt x="29" y="44"/>
                                    <a:pt x="29" y="44"/>
                                  </a:cubicBezTo>
                                  <a:cubicBezTo>
                                    <a:pt x="28" y="44"/>
                                    <a:pt x="28" y="44"/>
                                    <a:pt x="28" y="44"/>
                                  </a:cubicBezTo>
                                  <a:cubicBezTo>
                                    <a:pt x="28" y="44"/>
                                    <a:pt x="28" y="44"/>
                                    <a:pt x="28" y="44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7" y="38"/>
                                    <a:pt x="17" y="38"/>
                                    <a:pt x="17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6"/>
                                    <a:pt x="8" y="35"/>
                                    <a:pt x="8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6" y="34"/>
                                    <a:pt x="6" y="34"/>
                                  </a:cubicBezTo>
                                  <a:cubicBezTo>
                                    <a:pt x="6" y="33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7" y="30"/>
                                    <a:pt x="7" y="30"/>
                                  </a:cubicBezTo>
                                  <a:cubicBezTo>
                                    <a:pt x="7" y="30"/>
                                    <a:pt x="7" y="29"/>
                                    <a:pt x="7" y="29"/>
                                  </a:cubicBezTo>
                                  <a:cubicBezTo>
                                    <a:pt x="7" y="29"/>
                                    <a:pt x="7" y="28"/>
                                    <a:pt x="6" y="28"/>
                                  </a:cubicBezTo>
                                  <a:cubicBezTo>
                                    <a:pt x="6" y="28"/>
                                    <a:pt x="5" y="26"/>
                                    <a:pt x="5" y="26"/>
                                  </a:cubicBezTo>
                                  <a:cubicBezTo>
                                    <a:pt x="5" y="26"/>
                                    <a:pt x="5" y="25"/>
                                    <a:pt x="5" y="25"/>
                                  </a:cubicBezTo>
                                  <a:cubicBezTo>
                                    <a:pt x="5" y="24"/>
                                    <a:pt x="4" y="23"/>
                                    <a:pt x="4" y="23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2" y="21"/>
                                    <a:pt x="2" y="21"/>
                                    <a:pt x="2" y="21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0" y="22"/>
                                    <a:pt x="0" y="22"/>
                                    <a:pt x="0" y="22"/>
                                  </a:cubicBezTo>
                                  <a:cubicBezTo>
                                    <a:pt x="0" y="22"/>
                                    <a:pt x="3" y="18"/>
                                    <a:pt x="3" y="18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2" y="17"/>
                                    <a:pt x="2" y="16"/>
                                  </a:cubicBezTo>
                                  <a:cubicBezTo>
                                    <a:pt x="2" y="16"/>
                                    <a:pt x="3" y="16"/>
                                    <a:pt x="3" y="15"/>
                                  </a:cubicBezTo>
                                  <a:cubicBezTo>
                                    <a:pt x="3" y="15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4"/>
                                    <a:pt x="14" y="4"/>
                                  </a:cubicBezTo>
                                  <a:cubicBezTo>
                                    <a:pt x="13" y="4"/>
                                    <a:pt x="11" y="4"/>
                                    <a:pt x="11" y="5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0" y="5"/>
                                    <a:pt x="10" y="6"/>
                                    <a:pt x="10" y="7"/>
                                  </a:cubicBezTo>
                                  <a:cubicBezTo>
                                    <a:pt x="10" y="7"/>
                                    <a:pt x="10" y="8"/>
                                    <a:pt x="11" y="8"/>
                                  </a:cubicBezTo>
                                  <a:cubicBezTo>
                                    <a:pt x="11" y="8"/>
                                    <a:pt x="11" y="10"/>
                                    <a:pt x="12" y="10"/>
                                  </a:cubicBezTo>
                                  <a:cubicBezTo>
                                    <a:pt x="12" y="10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1" y="14"/>
                                    <a:pt x="11" y="15"/>
                                  </a:cubicBezTo>
                                  <a:cubicBezTo>
                                    <a:pt x="10" y="15"/>
                                    <a:pt x="10" y="15"/>
                                    <a:pt x="10" y="16"/>
                                  </a:cubicBezTo>
                                  <a:cubicBezTo>
                                    <a:pt x="9" y="16"/>
                                    <a:pt x="9" y="17"/>
                                    <a:pt x="9" y="17"/>
                                  </a:cubicBezTo>
                                  <a:cubicBezTo>
                                    <a:pt x="8" y="18"/>
                                    <a:pt x="9" y="18"/>
                                    <a:pt x="9" y="18"/>
                                  </a:cubicBezTo>
                                  <a:cubicBezTo>
                                    <a:pt x="10" y="19"/>
                                    <a:pt x="10" y="19"/>
                                    <a:pt x="10" y="20"/>
                                  </a:cubicBezTo>
                                  <a:cubicBezTo>
                                    <a:pt x="11" y="20"/>
                                    <a:pt x="11" y="21"/>
                                    <a:pt x="11" y="21"/>
                                  </a:cubicBezTo>
                                  <a:cubicBezTo>
                                    <a:pt x="11" y="22"/>
                                    <a:pt x="11" y="23"/>
                                    <a:pt x="12" y="23"/>
                                  </a:cubicBezTo>
                                  <a:cubicBezTo>
                                    <a:pt x="12" y="23"/>
                                    <a:pt x="13" y="23"/>
                                    <a:pt x="13" y="23"/>
                                  </a:cubicBezTo>
                                  <a:cubicBezTo>
                                    <a:pt x="14" y="23"/>
                                    <a:pt x="15" y="23"/>
                                    <a:pt x="15" y="22"/>
                                  </a:cubicBezTo>
                                  <a:cubicBezTo>
                                    <a:pt x="15" y="22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6" y="19"/>
                                    <a:pt x="16" y="18"/>
                                    <a:pt x="16" y="18"/>
                                  </a:cubicBezTo>
                                  <a:cubicBezTo>
                                    <a:pt x="16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5" y="16"/>
                                    <a:pt x="15" y="16"/>
                                  </a:cubicBezTo>
                                  <a:cubicBezTo>
                                    <a:pt x="15" y="16"/>
                                    <a:pt x="15" y="16"/>
                                    <a:pt x="15" y="15"/>
                                  </a:cubicBezTo>
                                  <a:cubicBezTo>
                                    <a:pt x="15" y="15"/>
                                    <a:pt x="14" y="15"/>
                                    <a:pt x="14" y="15"/>
                                  </a:cubicBezTo>
                                  <a:cubicBezTo>
                                    <a:pt x="14" y="14"/>
                                    <a:pt x="13" y="13"/>
                                    <a:pt x="13" y="13"/>
                                  </a:cubicBezTo>
                                  <a:cubicBezTo>
                                    <a:pt x="13" y="12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4" y="10"/>
                                  </a:cubicBezTo>
                                  <a:cubicBezTo>
                                    <a:pt x="14" y="10"/>
                                    <a:pt x="15" y="9"/>
                                    <a:pt x="15" y="9"/>
                                  </a:cubicBezTo>
                                  <a:cubicBezTo>
                                    <a:pt x="15" y="9"/>
                                    <a:pt x="16" y="9"/>
                                    <a:pt x="17" y="8"/>
                                  </a:cubicBezTo>
                                  <a:cubicBezTo>
                                    <a:pt x="17" y="8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20" y="7"/>
                                    <a:pt x="20" y="7"/>
                                  </a:cubicBezTo>
                                  <a:cubicBezTo>
                                    <a:pt x="20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4" y="6"/>
                                    <a:pt x="24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5"/>
                                  </a:cubicBezTo>
                                  <a:cubicBezTo>
                                    <a:pt x="26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4"/>
                                    <a:pt x="25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3"/>
                                    <a:pt x="22" y="3"/>
                                  </a:cubicBezTo>
                                  <a:cubicBezTo>
                                    <a:pt x="22" y="3"/>
                                    <a:pt x="21" y="2"/>
                                    <a:pt x="21" y="2"/>
                                  </a:cubicBezTo>
                                  <a:cubicBezTo>
                                    <a:pt x="21" y="2"/>
                                    <a:pt x="22" y="1"/>
                                    <a:pt x="23" y="1"/>
                                  </a:cubicBezTo>
                                  <a:cubicBezTo>
                                    <a:pt x="23" y="0"/>
                                    <a:pt x="24" y="1"/>
                                    <a:pt x="24" y="1"/>
                                  </a:cubicBezTo>
                                  <a:cubicBezTo>
                                    <a:pt x="25" y="1"/>
                                    <a:pt x="25" y="1"/>
                                    <a:pt x="25" y="2"/>
                                  </a:cubicBezTo>
                                  <a:cubicBezTo>
                                    <a:pt x="25" y="2"/>
                                    <a:pt x="25" y="3"/>
                                    <a:pt x="25" y="3"/>
                                  </a:cubicBezTo>
                                  <a:cubicBezTo>
                                    <a:pt x="25" y="3"/>
                                    <a:pt x="25" y="4"/>
                                    <a:pt x="25" y="4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8" y="5"/>
                                    <a:pt x="29" y="5"/>
                                  </a:cubicBezTo>
                                  <a:cubicBezTo>
                                    <a:pt x="30" y="5"/>
                                    <a:pt x="30" y="6"/>
                                    <a:pt x="30" y="6"/>
                                  </a:cubicBezTo>
                                  <a:cubicBezTo>
                                    <a:pt x="30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3" y="7"/>
                                    <a:pt x="33" y="7"/>
                                  </a:cubicBezTo>
                                  <a:cubicBezTo>
                                    <a:pt x="34" y="7"/>
                                    <a:pt x="35" y="8"/>
                                    <a:pt x="35" y="8"/>
                                  </a:cubicBezTo>
                                  <a:cubicBezTo>
                                    <a:pt x="35" y="8"/>
                                    <a:pt x="35" y="9"/>
                                    <a:pt x="36" y="9"/>
                                  </a:cubicBezTo>
                                  <a:cubicBezTo>
                                    <a:pt x="36" y="9"/>
                                    <a:pt x="36" y="10"/>
                                    <a:pt x="36" y="10"/>
                                  </a:cubicBezTo>
                                  <a:cubicBezTo>
                                    <a:pt x="36" y="10"/>
                                    <a:pt x="36" y="11"/>
                                    <a:pt x="36" y="11"/>
                                  </a:cubicBezTo>
                                  <a:cubicBezTo>
                                    <a:pt x="36" y="11"/>
                                    <a:pt x="36" y="12"/>
                                    <a:pt x="36" y="12"/>
                                  </a:cubicBezTo>
                                  <a:cubicBezTo>
                                    <a:pt x="36" y="13"/>
                                    <a:pt x="37" y="13"/>
                                    <a:pt x="38" y="13"/>
                                  </a:cubicBezTo>
                                  <a:cubicBezTo>
                                    <a:pt x="38" y="13"/>
                                    <a:pt x="39" y="13"/>
                                    <a:pt x="39" y="13"/>
                                  </a:cubicBezTo>
                                  <a:cubicBezTo>
                                    <a:pt x="39" y="13"/>
                                    <a:pt x="41" y="12"/>
                                    <a:pt x="41" y="12"/>
                                  </a:cubicBezTo>
                                  <a:cubicBezTo>
                                    <a:pt x="42" y="12"/>
                                    <a:pt x="42" y="12"/>
                                    <a:pt x="42" y="12"/>
                                  </a:cubicBezTo>
                                  <a:cubicBezTo>
                                    <a:pt x="43" y="12"/>
                                    <a:pt x="44" y="12"/>
                                    <a:pt x="44" y="12"/>
                                  </a:cubicBezTo>
                                  <a:cubicBezTo>
                                    <a:pt x="44" y="12"/>
                                    <a:pt x="45" y="12"/>
                                    <a:pt x="45" y="12"/>
                                  </a:cubicBezTo>
                                  <a:cubicBezTo>
                                    <a:pt x="45" y="12"/>
                                    <a:pt x="45" y="12"/>
                                    <a:pt x="46" y="12"/>
                                  </a:cubicBez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7" y="12"/>
                                    <a:pt x="48" y="12"/>
                                    <a:pt x="48" y="12"/>
                                  </a:cubicBezTo>
                                  <a:cubicBezTo>
                                    <a:pt x="49" y="12"/>
                                    <a:pt x="51" y="12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3"/>
                                  </a:cubicBezTo>
                                  <a:cubicBezTo>
                                    <a:pt x="51" y="13"/>
                                    <a:pt x="51" y="13"/>
                                    <a:pt x="51" y="13"/>
                                  </a:cubicBezTo>
                                  <a:cubicBezTo>
                                    <a:pt x="52" y="13"/>
                                    <a:pt x="53" y="14"/>
                                    <a:pt x="53" y="14"/>
                                  </a:cubicBezTo>
                                  <a:cubicBezTo>
                                    <a:pt x="54" y="15"/>
                                    <a:pt x="55" y="15"/>
                                    <a:pt x="55" y="15"/>
                                  </a:cubicBezTo>
                                  <a:cubicBezTo>
                                    <a:pt x="56" y="15"/>
                                    <a:pt x="57" y="15"/>
                                    <a:pt x="58" y="16"/>
                                  </a:cubicBezTo>
                                  <a:cubicBezTo>
                                    <a:pt x="58" y="16"/>
                                    <a:pt x="59" y="16"/>
                                    <a:pt x="60" y="16"/>
                                  </a:cubicBezTo>
                                  <a:cubicBezTo>
                                    <a:pt x="60" y="16"/>
                                    <a:pt x="61" y="15"/>
                                    <a:pt x="61" y="15"/>
                                  </a:cubicBezTo>
                                  <a:cubicBezTo>
                                    <a:pt x="61" y="15"/>
                                    <a:pt x="62" y="14"/>
                                    <a:pt x="62" y="14"/>
                                  </a:cubicBezTo>
                                  <a:cubicBezTo>
                                    <a:pt x="62" y="14"/>
                                    <a:pt x="63" y="14"/>
                                    <a:pt x="63" y="14"/>
                                  </a:cubicBezTo>
                                  <a:cubicBezTo>
                                    <a:pt x="64" y="13"/>
                                    <a:pt x="64" y="13"/>
                                    <a:pt x="64" y="13"/>
                                  </a:cubicBezTo>
                                  <a:cubicBezTo>
                                    <a:pt x="65" y="12"/>
                                    <a:pt x="65" y="13"/>
                                    <a:pt x="66" y="13"/>
                                  </a:cubicBezTo>
                                  <a:cubicBezTo>
                                    <a:pt x="67" y="13"/>
                                    <a:pt x="67" y="13"/>
                                    <a:pt x="67" y="12"/>
                                  </a:cubicBezTo>
                                  <a:cubicBezTo>
                                    <a:pt x="67" y="12"/>
                                    <a:pt x="67" y="12"/>
                                    <a:pt x="66" y="12"/>
                                  </a:cubicBezTo>
                                  <a:cubicBezTo>
                                    <a:pt x="66" y="12"/>
                                    <a:pt x="65" y="12"/>
                                    <a:pt x="65" y="12"/>
                                  </a:cubicBezTo>
                                  <a:cubicBezTo>
                                    <a:pt x="65" y="12"/>
                                    <a:pt x="64" y="12"/>
                                    <a:pt x="64" y="12"/>
                                  </a:cubicBezTo>
                                  <a:cubicBezTo>
                                    <a:pt x="64" y="12"/>
                                    <a:pt x="64" y="12"/>
                                    <a:pt x="65" y="12"/>
                                  </a:cubicBezTo>
                                  <a:cubicBezTo>
                                    <a:pt x="65" y="12"/>
                                    <a:pt x="65" y="12"/>
                                    <a:pt x="65" y="12"/>
                                  </a:cubicBezTo>
                                  <a:cubicBezTo>
                                    <a:pt x="66" y="12"/>
                                    <a:pt x="66" y="12"/>
                                    <a:pt x="67" y="12"/>
                                  </a:cubicBezTo>
                                  <a:cubicBezTo>
                                    <a:pt x="67" y="11"/>
                                    <a:pt x="67" y="11"/>
                                    <a:pt x="68" y="11"/>
                                  </a:cubicBezTo>
                                  <a:cubicBezTo>
                                    <a:pt x="68" y="11"/>
                                    <a:pt x="69" y="12"/>
                                    <a:pt x="69" y="12"/>
                                  </a:cubicBezTo>
                                  <a:cubicBezTo>
                                    <a:pt x="69" y="12"/>
                                    <a:pt x="70" y="11"/>
                                    <a:pt x="71" y="11"/>
                                  </a:cubicBezTo>
                                  <a:cubicBezTo>
                                    <a:pt x="71" y="11"/>
                                    <a:pt x="72" y="11"/>
                                    <a:pt x="72" y="11"/>
                                  </a:cubicBezTo>
                                  <a:cubicBezTo>
                                    <a:pt x="72" y="11"/>
                                    <a:pt x="73" y="11"/>
                                    <a:pt x="74" y="11"/>
                                  </a:cubicBezTo>
                                  <a:cubicBezTo>
                                    <a:pt x="74" y="11"/>
                                    <a:pt x="75" y="11"/>
                                    <a:pt x="75" y="11"/>
                                  </a:cubicBezTo>
                                  <a:cubicBezTo>
                                    <a:pt x="75" y="11"/>
                                    <a:pt x="76" y="11"/>
                                    <a:pt x="76" y="11"/>
                                  </a:cubicBezTo>
                                  <a:cubicBezTo>
                                    <a:pt x="76" y="11"/>
                                    <a:pt x="77" y="11"/>
                                    <a:pt x="77" y="11"/>
                                  </a:cubicBezTo>
                                  <a:cubicBezTo>
                                    <a:pt x="77" y="12"/>
                                    <a:pt x="78" y="11"/>
                                    <a:pt x="79" y="11"/>
                                  </a:cubicBezTo>
                                  <a:cubicBezTo>
                                    <a:pt x="79" y="11"/>
                                    <a:pt x="80" y="11"/>
                                    <a:pt x="81" y="11"/>
                                  </a:cubicBezTo>
                                  <a:cubicBezTo>
                                    <a:pt x="81" y="11"/>
                                    <a:pt x="81" y="12"/>
                                    <a:pt x="81" y="12"/>
                                  </a:cubicBezTo>
                                  <a:cubicBezTo>
                                    <a:pt x="81" y="12"/>
                                    <a:pt x="80" y="12"/>
                                    <a:pt x="79" y="12"/>
                                  </a:cubicBezTo>
                                  <a:cubicBezTo>
                                    <a:pt x="79" y="12"/>
                                    <a:pt x="79" y="12"/>
                                    <a:pt x="78" y="12"/>
                                  </a:cubicBezTo>
                                  <a:cubicBezTo>
                                    <a:pt x="78" y="12"/>
                                    <a:pt x="78" y="12"/>
                                    <a:pt x="77" y="12"/>
                                  </a:cubicBezTo>
                                  <a:cubicBezTo>
                                    <a:pt x="77" y="12"/>
                                    <a:pt x="76" y="12"/>
                                    <a:pt x="76" y="12"/>
                                  </a:cubicBezTo>
                                  <a:cubicBezTo>
                                    <a:pt x="76" y="12"/>
                                    <a:pt x="76" y="12"/>
                                    <a:pt x="76" y="12"/>
                                  </a:cubicBezTo>
                                  <a:cubicBezTo>
                                    <a:pt x="75" y="12"/>
                                    <a:pt x="75" y="12"/>
                                    <a:pt x="75" y="12"/>
                                  </a:cubicBezTo>
                                  <a:cubicBezTo>
                                    <a:pt x="75" y="12"/>
                                    <a:pt x="74" y="12"/>
                                    <a:pt x="74" y="12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4" y="13"/>
                                    <a:pt x="75" y="13"/>
                                    <a:pt x="75" y="13"/>
                                  </a:cubicBezTo>
                                  <a:cubicBezTo>
                                    <a:pt x="76" y="13"/>
                                    <a:pt x="75" y="15"/>
                                    <a:pt x="75" y="15"/>
                                  </a:cubicBezTo>
                                  <a:cubicBezTo>
                                    <a:pt x="75" y="15"/>
                                    <a:pt x="76" y="15"/>
                                    <a:pt x="77" y="15"/>
                                  </a:cubicBezTo>
                                  <a:cubicBezTo>
                                    <a:pt x="77" y="15"/>
                                    <a:pt x="77" y="16"/>
                                    <a:pt x="77" y="16"/>
                                  </a:cubicBezTo>
                                  <a:cubicBezTo>
                                    <a:pt x="77" y="16"/>
                                    <a:pt x="77" y="17"/>
                                    <a:pt x="77" y="17"/>
                                  </a:cubicBezTo>
                                  <a:cubicBezTo>
                                    <a:pt x="77" y="17"/>
                                    <a:pt x="78" y="17"/>
                                    <a:pt x="78" y="17"/>
                                  </a:cubicBezTo>
                                  <a:cubicBezTo>
                                    <a:pt x="78" y="16"/>
                                    <a:pt x="78" y="16"/>
                                    <a:pt x="78" y="16"/>
                                  </a:cubicBezTo>
                                  <a:cubicBezTo>
                                    <a:pt x="78" y="16"/>
                                    <a:pt x="79" y="16"/>
                                    <a:pt x="79" y="16"/>
                                  </a:cubicBezTo>
                                  <a:cubicBezTo>
                                    <a:pt x="80" y="16"/>
                                    <a:pt x="80" y="17"/>
                                    <a:pt x="80" y="17"/>
                                  </a:cubicBezTo>
                                  <a:cubicBezTo>
                                    <a:pt x="81" y="17"/>
                                    <a:pt x="81" y="18"/>
                                    <a:pt x="81" y="18"/>
                                  </a:cubicBezTo>
                                  <a:cubicBezTo>
                                    <a:pt x="82" y="18"/>
                                    <a:pt x="83" y="18"/>
                                    <a:pt x="83" y="18"/>
                                  </a:cubicBezTo>
                                  <a:cubicBezTo>
                                    <a:pt x="84" y="18"/>
                                    <a:pt x="84" y="18"/>
                                    <a:pt x="85" y="18"/>
                                  </a:cubicBezTo>
                                  <a:cubicBezTo>
                                    <a:pt x="85" y="18"/>
                                    <a:pt x="86" y="20"/>
                                    <a:pt x="86" y="20"/>
                                  </a:cubicBezTo>
                                  <a:cubicBezTo>
                                    <a:pt x="87" y="20"/>
                                    <a:pt x="88" y="20"/>
                                    <a:pt x="88" y="20"/>
                                  </a:cubicBezTo>
                                  <a:cubicBezTo>
                                    <a:pt x="89" y="21"/>
                                    <a:pt x="89" y="21"/>
                                    <a:pt x="88" y="21"/>
                                  </a:cubicBezTo>
                                  <a:cubicBezTo>
                                    <a:pt x="88" y="21"/>
                                    <a:pt x="88" y="22"/>
                                    <a:pt x="87" y="22"/>
                                  </a:cubicBezTo>
                                  <a:cubicBezTo>
                                    <a:pt x="87" y="22"/>
                                    <a:pt x="87" y="22"/>
                                    <a:pt x="87" y="22"/>
                                  </a:cubicBezTo>
                                  <a:cubicBezTo>
                                    <a:pt x="88" y="22"/>
                                    <a:pt x="89" y="22"/>
                                    <a:pt x="89" y="22"/>
                                  </a:cubicBezTo>
                                  <a:cubicBezTo>
                                    <a:pt x="89" y="22"/>
                                    <a:pt x="89" y="22"/>
                                    <a:pt x="88" y="23"/>
                                  </a:cubicBezTo>
                                  <a:cubicBezTo>
                                    <a:pt x="88" y="23"/>
                                    <a:pt x="88" y="23"/>
                                    <a:pt x="88" y="23"/>
                                  </a:cubicBezTo>
                                  <a:cubicBezTo>
                                    <a:pt x="88" y="24"/>
                                    <a:pt x="89" y="24"/>
                                    <a:pt x="89" y="24"/>
                                  </a:cubicBezTo>
                                  <a:cubicBezTo>
                                    <a:pt x="89" y="24"/>
                                    <a:pt x="88" y="24"/>
                                    <a:pt x="88" y="24"/>
                                  </a:cubicBezTo>
                                  <a:cubicBezTo>
                                    <a:pt x="88" y="24"/>
                                    <a:pt x="89" y="25"/>
                                    <a:pt x="89" y="25"/>
                                  </a:cubicBezTo>
                                  <a:cubicBezTo>
                                    <a:pt x="89" y="25"/>
                                    <a:pt x="90" y="26"/>
                                    <a:pt x="90" y="26"/>
                                  </a:cubicBezTo>
                                  <a:cubicBezTo>
                                    <a:pt x="90" y="26"/>
                                    <a:pt x="89" y="26"/>
                                    <a:pt x="88" y="26"/>
                                  </a:cubicBezTo>
                                  <a:cubicBezTo>
                                    <a:pt x="88" y="26"/>
                                    <a:pt x="88" y="26"/>
                                    <a:pt x="88" y="26"/>
                                  </a:cubicBezTo>
                                  <a:cubicBezTo>
                                    <a:pt x="88" y="26"/>
                                    <a:pt x="89" y="26"/>
                                    <a:pt x="89" y="26"/>
                                  </a:cubicBezTo>
                                  <a:cubicBezTo>
                                    <a:pt x="90" y="26"/>
                                    <a:pt x="90" y="27"/>
                                    <a:pt x="90" y="27"/>
                                  </a:cubicBezTo>
                                  <a:cubicBezTo>
                                    <a:pt x="90" y="27"/>
                                    <a:pt x="91" y="26"/>
                                    <a:pt x="91" y="26"/>
                                  </a:cubicBezTo>
                                  <a:cubicBezTo>
                                    <a:pt x="91" y="26"/>
                                    <a:pt x="92" y="26"/>
                                    <a:pt x="92" y="26"/>
                                  </a:cubicBezTo>
                                  <a:cubicBezTo>
                                    <a:pt x="92" y="26"/>
                                    <a:pt x="93" y="26"/>
                                    <a:pt x="94" y="26"/>
                                  </a:cubicBezTo>
                                  <a:cubicBezTo>
                                    <a:pt x="94" y="26"/>
                                    <a:pt x="94" y="27"/>
                                    <a:pt x="94" y="27"/>
                                  </a:cubicBezTo>
                                  <a:cubicBezTo>
                                    <a:pt x="95" y="27"/>
                                    <a:pt x="95" y="28"/>
                                    <a:pt x="95" y="28"/>
                                  </a:cubicBezTo>
                                  <a:cubicBezTo>
                                    <a:pt x="95" y="29"/>
                                    <a:pt x="95" y="29"/>
                                    <a:pt x="95" y="29"/>
                                  </a:cubicBezTo>
                                  <a:cubicBezTo>
                                    <a:pt x="94" y="29"/>
                                    <a:pt x="94" y="29"/>
                                    <a:pt x="94" y="29"/>
                                  </a:cubicBezTo>
                                  <a:cubicBezTo>
                                    <a:pt x="94" y="29"/>
                                    <a:pt x="93" y="31"/>
                                    <a:pt x="93" y="31"/>
                                  </a:cubicBezTo>
                                  <a:cubicBezTo>
                                    <a:pt x="93" y="31"/>
                                    <a:pt x="91" y="31"/>
                                    <a:pt x="91" y="31"/>
                                  </a:cubicBezTo>
                                  <a:cubicBezTo>
                                    <a:pt x="90" y="32"/>
                                    <a:pt x="90" y="32"/>
                                    <a:pt x="90" y="32"/>
                                  </a:cubicBezTo>
                                  <a:cubicBezTo>
                                    <a:pt x="90" y="33"/>
                                    <a:pt x="90" y="33"/>
                                    <a:pt x="90" y="33"/>
                                  </a:cubicBezTo>
                                  <a:cubicBezTo>
                                    <a:pt x="89" y="34"/>
                                    <a:pt x="89" y="34"/>
                                    <a:pt x="89" y="34"/>
                                  </a:cubicBezTo>
                                  <a:cubicBezTo>
                                    <a:pt x="89" y="34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6"/>
                                    <a:pt x="90" y="36"/>
                                  </a:cubicBezTo>
                                  <a:cubicBezTo>
                                    <a:pt x="90" y="37"/>
                                    <a:pt x="90" y="37"/>
                                    <a:pt x="90" y="37"/>
                                  </a:cubicBezTo>
                                  <a:cubicBezTo>
                                    <a:pt x="91" y="36"/>
                                    <a:pt x="91" y="36"/>
                                    <a:pt x="91" y="36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1" y="38"/>
                                    <a:pt x="91" y="38"/>
                                    <a:pt x="91" y="38"/>
                                  </a:cubicBezTo>
                                  <a:cubicBezTo>
                                    <a:pt x="89" y="39"/>
                                    <a:pt x="89" y="39"/>
                                    <a:pt x="89" y="39"/>
                                  </a:cubicBezTo>
                                  <a:cubicBezTo>
                                    <a:pt x="89" y="39"/>
                                    <a:pt x="88" y="39"/>
                                    <a:pt x="88" y="39"/>
                                  </a:cubicBezTo>
                                  <a:cubicBezTo>
                                    <a:pt x="88" y="39"/>
                                    <a:pt x="88" y="39"/>
                                    <a:pt x="88" y="39"/>
                                  </a:cubicBezTo>
                                  <a:cubicBezTo>
                                    <a:pt x="87" y="39"/>
                                    <a:pt x="87" y="39"/>
                                    <a:pt x="87" y="39"/>
                                  </a:cubicBezTo>
                                  <a:cubicBezTo>
                                    <a:pt x="86" y="39"/>
                                    <a:pt x="86" y="39"/>
                                    <a:pt x="86" y="39"/>
                                  </a:cubicBezTo>
                                  <a:cubicBezTo>
                                    <a:pt x="86" y="40"/>
                                    <a:pt x="86" y="40"/>
                                    <a:pt x="86" y="40"/>
                                  </a:cubicBezTo>
                                  <a:cubicBezTo>
                                    <a:pt x="86" y="40"/>
                                    <a:pt x="86" y="40"/>
                                    <a:pt x="86" y="40"/>
                                  </a:cubicBezTo>
                                  <a:cubicBezTo>
                                    <a:pt x="86" y="41"/>
                                    <a:pt x="86" y="41"/>
                                    <a:pt x="86" y="41"/>
                                  </a:cubicBezTo>
                                  <a:cubicBezTo>
                                    <a:pt x="86" y="43"/>
                                    <a:pt x="86" y="43"/>
                                    <a:pt x="86" y="43"/>
                                  </a:cubicBezTo>
                                  <a:cubicBezTo>
                                    <a:pt x="84" y="45"/>
                                    <a:pt x="84" y="45"/>
                                    <a:pt x="84" y="45"/>
                                  </a:cubicBezTo>
                                  <a:cubicBezTo>
                                    <a:pt x="89" y="50"/>
                                    <a:pt x="89" y="50"/>
                                    <a:pt x="89" y="50"/>
                                  </a:cubicBezTo>
                                  <a:cubicBezTo>
                                    <a:pt x="89" y="50"/>
                                    <a:pt x="90" y="52"/>
                                    <a:pt x="90" y="52"/>
                                  </a:cubicBezTo>
                                  <a:cubicBezTo>
                                    <a:pt x="90" y="52"/>
                                    <a:pt x="90" y="53"/>
                                    <a:pt x="90" y="53"/>
                                  </a:cubicBezTo>
                                  <a:cubicBezTo>
                                    <a:pt x="90" y="53"/>
                                    <a:pt x="89" y="53"/>
                                    <a:pt x="89" y="53"/>
                                  </a:cubicBezTo>
                                  <a:cubicBezTo>
                                    <a:pt x="88" y="54"/>
                                    <a:pt x="88" y="54"/>
                                    <a:pt x="88" y="54"/>
                                  </a:cubicBezTo>
                                  <a:cubicBezTo>
                                    <a:pt x="88" y="55"/>
                                    <a:pt x="88" y="55"/>
                                    <a:pt x="88" y="55"/>
                                  </a:cubicBezTo>
                                  <a:cubicBezTo>
                                    <a:pt x="87" y="55"/>
                                    <a:pt x="87" y="55"/>
                                    <a:pt x="87" y="55"/>
                                  </a:cubicBezTo>
                                  <a:cubicBezTo>
                                    <a:pt x="87" y="55"/>
                                    <a:pt x="87" y="55"/>
                                    <a:pt x="87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4" y="56"/>
                                    <a:pt x="84" y="56"/>
                                    <a:pt x="84" y="56"/>
                                  </a:cubicBezTo>
                                  <a:cubicBezTo>
                                    <a:pt x="84" y="56"/>
                                    <a:pt x="84" y="56"/>
                                    <a:pt x="84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1" y="57"/>
                                    <a:pt x="81" y="58"/>
                                  </a:cubicBezTo>
                                  <a:cubicBezTo>
                                    <a:pt x="81" y="58"/>
                                    <a:pt x="81" y="58"/>
                                    <a:pt x="81" y="58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8"/>
                                    <a:pt x="79" y="58"/>
                                    <a:pt x="79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6" y="59"/>
                                    <a:pt x="76" y="59"/>
                                    <a:pt x="76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60"/>
                                  </a:cubicBezTo>
                                  <a:cubicBezTo>
                                    <a:pt x="75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5" y="61"/>
                                    <a:pt x="75" y="61"/>
                                  </a:cubicBezTo>
                                  <a:cubicBezTo>
                                    <a:pt x="75" y="61"/>
                                    <a:pt x="74" y="61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4" y="61"/>
                                    <a:pt x="73" y="61"/>
                                    <a:pt x="73" y="61"/>
                                  </a:cubicBezTo>
                                  <a:cubicBezTo>
                                    <a:pt x="73" y="61"/>
                                    <a:pt x="73" y="61"/>
                                    <a:pt x="72" y="61"/>
                                  </a:cubicBezTo>
                                  <a:cubicBezTo>
                                    <a:pt x="72" y="61"/>
                                    <a:pt x="72" y="60"/>
                                    <a:pt x="72" y="60"/>
                                  </a:cubicBezTo>
                                  <a:cubicBezTo>
                                    <a:pt x="72" y="60"/>
                                    <a:pt x="72" y="60"/>
                                    <a:pt x="72" y="60"/>
                                  </a:cubicBezTo>
                                  <a:cubicBezTo>
                                    <a:pt x="71" y="60"/>
                                    <a:pt x="71" y="60"/>
                                    <a:pt x="71" y="59"/>
                                  </a:cubicBezTo>
                                  <a:cubicBezTo>
                                    <a:pt x="71" y="59"/>
                                    <a:pt x="71" y="59"/>
                                    <a:pt x="71" y="59"/>
                                  </a:cubicBez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70" y="59"/>
                                    <a:pt x="69" y="60"/>
                                    <a:pt x="69" y="60"/>
                                  </a:cubicBezTo>
                                  <a:cubicBezTo>
                                    <a:pt x="68" y="59"/>
                                    <a:pt x="68" y="59"/>
                                    <a:pt x="68" y="59"/>
                                  </a:cubicBezTo>
                                  <a:cubicBezTo>
                                    <a:pt x="68" y="59"/>
                                    <a:pt x="68" y="59"/>
                                    <a:pt x="68" y="59"/>
                                  </a:cubicBezTo>
                                  <a:cubicBezTo>
                                    <a:pt x="68" y="59"/>
                                    <a:pt x="67" y="59"/>
                                    <a:pt x="67" y="59"/>
                                  </a:cubicBezTo>
                                  <a:cubicBezTo>
                                    <a:pt x="66" y="60"/>
                                    <a:pt x="66" y="60"/>
                                    <a:pt x="66" y="60"/>
                                  </a:cubicBezTo>
                                  <a:cubicBezTo>
                                    <a:pt x="65" y="58"/>
                                    <a:pt x="65" y="58"/>
                                    <a:pt x="65" y="58"/>
                                  </a:cubicBezTo>
                                  <a:cubicBezTo>
                                    <a:pt x="62" y="58"/>
                                    <a:pt x="62" y="58"/>
                                    <a:pt x="62" y="58"/>
                                  </a:cubicBezTo>
                                  <a:cubicBezTo>
                                    <a:pt x="61" y="57"/>
                                    <a:pt x="61" y="57"/>
                                    <a:pt x="61" y="57"/>
                                  </a:cubicBezTo>
                                  <a:cubicBezTo>
                                    <a:pt x="60" y="57"/>
                                    <a:pt x="60" y="57"/>
                                    <a:pt x="60" y="57"/>
                                  </a:cubicBezTo>
                                  <a:cubicBezTo>
                                    <a:pt x="60" y="57"/>
                                    <a:pt x="60" y="57"/>
                                    <a:pt x="60" y="57"/>
                                  </a:cubicBezTo>
                                  <a:cubicBezTo>
                                    <a:pt x="60" y="58"/>
                                    <a:pt x="60" y="58"/>
                                    <a:pt x="60" y="58"/>
                                  </a:cubicBezTo>
                                  <a:cubicBezTo>
                                    <a:pt x="60" y="58"/>
                                    <a:pt x="61" y="58"/>
                                    <a:pt x="61" y="58"/>
                                  </a:cubicBezTo>
                                  <a:cubicBezTo>
                                    <a:pt x="61" y="58"/>
                                    <a:pt x="62" y="60"/>
                                    <a:pt x="62" y="60"/>
                                  </a:cubicBezTo>
                                  <a:cubicBezTo>
                                    <a:pt x="65" y="62"/>
                                    <a:pt x="65" y="62"/>
                                    <a:pt x="65" y="62"/>
                                  </a:cubicBezTo>
                                  <a:cubicBezTo>
                                    <a:pt x="65" y="64"/>
                                    <a:pt x="65" y="64"/>
                                    <a:pt x="65" y="64"/>
                                  </a:cubicBezTo>
                                  <a:cubicBezTo>
                                    <a:pt x="64" y="64"/>
                                    <a:pt x="64" y="64"/>
                                    <a:pt x="64" y="64"/>
                                  </a:cubicBezTo>
                                  <a:cubicBezTo>
                                    <a:pt x="64" y="65"/>
                                    <a:pt x="64" y="65"/>
                                    <a:pt x="64" y="65"/>
                                  </a:cubicBezTo>
                                  <a:cubicBezTo>
                                    <a:pt x="66" y="68"/>
                                    <a:pt x="66" y="68"/>
                                    <a:pt x="66" y="68"/>
                                  </a:cubicBezTo>
                                  <a:cubicBezTo>
                                    <a:pt x="66" y="69"/>
                                    <a:pt x="66" y="69"/>
                                    <a:pt x="66" y="69"/>
                                  </a:cubicBezTo>
                                  <a:cubicBezTo>
                                    <a:pt x="66" y="69"/>
                                    <a:pt x="66" y="69"/>
                                    <a:pt x="66" y="69"/>
                                  </a:cubicBezTo>
                                  <a:cubicBezTo>
                                    <a:pt x="67" y="70"/>
                                    <a:pt x="67" y="70"/>
                                    <a:pt x="67" y="70"/>
                                  </a:cubicBezTo>
                                  <a:cubicBezTo>
                                    <a:pt x="67" y="70"/>
                                    <a:pt x="69" y="70"/>
                                    <a:pt x="69" y="70"/>
                                  </a:cubicBezTo>
                                  <a:cubicBezTo>
                                    <a:pt x="69" y="70"/>
                                    <a:pt x="70" y="70"/>
                                    <a:pt x="70" y="70"/>
                                  </a:cubicBezTo>
                                  <a:cubicBezTo>
                                    <a:pt x="70" y="71"/>
                                    <a:pt x="70" y="71"/>
                                    <a:pt x="70" y="71"/>
                                  </a:cubicBezTo>
                                  <a:cubicBezTo>
                                    <a:pt x="70" y="72"/>
                                    <a:pt x="70" y="72"/>
                                    <a:pt x="70" y="72"/>
                                  </a:cubicBezTo>
                                  <a:cubicBezTo>
                                    <a:pt x="69" y="72"/>
                                    <a:pt x="69" y="72"/>
                                    <a:pt x="69" y="72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5" y="73"/>
                                    <a:pt x="65" y="73"/>
                                    <a:pt x="65" y="73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2" y="78"/>
                                    <a:pt x="61" y="78"/>
                                  </a:cubicBezTo>
                                  <a:cubicBezTo>
                                    <a:pt x="61" y="78"/>
                                    <a:pt x="61" y="78"/>
                                    <a:pt x="61" y="78"/>
                                  </a:cubicBezTo>
                                  <a:cubicBezTo>
                                    <a:pt x="60" y="78"/>
                                    <a:pt x="60" y="78"/>
                                    <a:pt x="60" y="78"/>
                                  </a:cubicBezTo>
                                  <a:cubicBezTo>
                                    <a:pt x="60" y="78"/>
                                    <a:pt x="60" y="78"/>
                                    <a:pt x="60" y="78"/>
                                  </a:cubicBezTo>
                                  <a:cubicBezTo>
                                    <a:pt x="60" y="78"/>
                                    <a:pt x="59" y="78"/>
                                    <a:pt x="59" y="78"/>
                                  </a:cubicBezTo>
                                  <a:cubicBezTo>
                                    <a:pt x="59" y="78"/>
                                    <a:pt x="59" y="79"/>
                                    <a:pt x="59" y="79"/>
                                  </a:cubicBezTo>
                                  <a:cubicBezTo>
                                    <a:pt x="58" y="79"/>
                                    <a:pt x="58" y="79"/>
                                    <a:pt x="58" y="79"/>
                                  </a:cubicBezTo>
                                  <a:cubicBezTo>
                                    <a:pt x="58" y="79"/>
                                    <a:pt x="58" y="80"/>
                                    <a:pt x="58" y="80"/>
                                  </a:cubicBezTo>
                                  <a:cubicBezTo>
                                    <a:pt x="58" y="80"/>
                                    <a:pt x="58" y="80"/>
                                    <a:pt x="58" y="80"/>
                                  </a:cubicBezTo>
                                  <a:cubicBezTo>
                                    <a:pt x="57" y="80"/>
                                    <a:pt x="57" y="80"/>
                                    <a:pt x="57" y="80"/>
                                  </a:cubicBezTo>
                                  <a:cubicBezTo>
                                    <a:pt x="57" y="80"/>
                                    <a:pt x="56" y="81"/>
                                    <a:pt x="56" y="82"/>
                                  </a:cubicBezTo>
                                  <a:cubicBezTo>
                                    <a:pt x="56" y="82"/>
                                    <a:pt x="55" y="82"/>
                                    <a:pt x="55" y="82"/>
                                  </a:cubicBezTo>
                                  <a:cubicBezTo>
                                    <a:pt x="55" y="82"/>
                                    <a:pt x="55" y="82"/>
                                    <a:pt x="55" y="82"/>
                                  </a:cubicBezTo>
                                  <a:cubicBezTo>
                                    <a:pt x="55" y="82"/>
                                    <a:pt x="55" y="82"/>
                                    <a:pt x="55" y="82"/>
                                  </a:cubicBezTo>
                                  <a:cubicBezTo>
                                    <a:pt x="55" y="81"/>
                                    <a:pt x="55" y="81"/>
                                    <a:pt x="55" y="81"/>
                                  </a:cubicBezTo>
                                  <a:cubicBezTo>
                                    <a:pt x="55" y="81"/>
                                    <a:pt x="55" y="80"/>
                                    <a:pt x="55" y="80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5" y="80"/>
                                    <a:pt x="53" y="80"/>
                                    <a:pt x="53" y="80"/>
                                  </a:cubicBezTo>
                                  <a:cubicBezTo>
                                    <a:pt x="53" y="80"/>
                                    <a:pt x="53" y="80"/>
                                    <a:pt x="53" y="80"/>
                                  </a:cubicBezTo>
                                  <a:cubicBezTo>
                                    <a:pt x="51" y="82"/>
                                    <a:pt x="51" y="82"/>
                                    <a:pt x="51" y="82"/>
                                  </a:cubicBezTo>
                                  <a:lnTo>
                                    <a:pt x="49" y="82"/>
                                  </a:lnTo>
                                  <a:close/>
                                  <a:moveTo>
                                    <a:pt x="67" y="9"/>
                                  </a:moveTo>
                                  <a:cubicBezTo>
                                    <a:pt x="68" y="9"/>
                                    <a:pt x="67" y="9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9"/>
                                    <a:pt x="66" y="9"/>
                                    <a:pt x="66" y="9"/>
                                  </a:cubicBezTo>
                                  <a:cubicBezTo>
                                    <a:pt x="66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4" y="9"/>
                                    <a:pt x="64" y="9"/>
                                    <a:pt x="64" y="9"/>
                                  </a:cubicBezTo>
                                  <a:cubicBezTo>
                                    <a:pt x="64" y="9"/>
                                    <a:pt x="64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4" y="9"/>
                                    <a:pt x="64" y="9"/>
                                  </a:cubicBezTo>
                                  <a:cubicBezTo>
                                    <a:pt x="64" y="9"/>
                                    <a:pt x="64" y="9"/>
                                    <a:pt x="64" y="10"/>
                                  </a:cubicBezTo>
                                  <a:cubicBezTo>
                                    <a:pt x="64" y="10"/>
                                    <a:pt x="64" y="10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10"/>
                                    <a:pt x="65" y="10"/>
                                  </a:cubicBezTo>
                                  <a:cubicBezTo>
                                    <a:pt x="65" y="10"/>
                                    <a:pt x="65" y="10"/>
                                    <a:pt x="66" y="10"/>
                                  </a:cubicBezTo>
                                  <a:cubicBezTo>
                                    <a:pt x="66" y="10"/>
                                    <a:pt x="66" y="10"/>
                                    <a:pt x="66" y="10"/>
                                  </a:cubicBezTo>
                                  <a:cubicBezTo>
                                    <a:pt x="66" y="10"/>
                                    <a:pt x="67" y="10"/>
                                    <a:pt x="67" y="10"/>
                                  </a:cubicBezTo>
                                  <a:cubicBezTo>
                                    <a:pt x="67" y="10"/>
                                    <a:pt x="67" y="10"/>
                                    <a:pt x="67" y="10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9" name="Freeform 680">
                              <a:extLst>
                                <a:ext uri="{FF2B5EF4-FFF2-40B4-BE49-F238E27FC236}">
                                  <a16:creationId xmlns:a16="http://schemas.microsoft.com/office/drawing/2014/main" id="{D56FD955-086D-2CE8-1F85-2FF8D1DDE9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727451" y="5795963"/>
                              <a:ext cx="158750" cy="166688"/>
                            </a:xfrm>
                            <a:custGeom>
                              <a:avLst/>
                              <a:gdLst>
                                <a:gd name="T0" fmla="*/ 38 w 38"/>
                                <a:gd name="T1" fmla="*/ 22 h 40"/>
                                <a:gd name="T2" fmla="*/ 34 w 38"/>
                                <a:gd name="T3" fmla="*/ 18 h 40"/>
                                <a:gd name="T4" fmla="*/ 33 w 38"/>
                                <a:gd name="T5" fmla="*/ 16 h 40"/>
                                <a:gd name="T6" fmla="*/ 31 w 38"/>
                                <a:gd name="T7" fmla="*/ 15 h 40"/>
                                <a:gd name="T8" fmla="*/ 28 w 38"/>
                                <a:gd name="T9" fmla="*/ 13 h 40"/>
                                <a:gd name="T10" fmla="*/ 26 w 38"/>
                                <a:gd name="T11" fmla="*/ 11 h 40"/>
                                <a:gd name="T12" fmla="*/ 24 w 38"/>
                                <a:gd name="T13" fmla="*/ 9 h 40"/>
                                <a:gd name="T14" fmla="*/ 23 w 38"/>
                                <a:gd name="T15" fmla="*/ 10 h 40"/>
                                <a:gd name="T16" fmla="*/ 22 w 38"/>
                                <a:gd name="T17" fmla="*/ 7 h 40"/>
                                <a:gd name="T18" fmla="*/ 20 w 38"/>
                                <a:gd name="T19" fmla="*/ 6 h 40"/>
                                <a:gd name="T20" fmla="*/ 18 w 38"/>
                                <a:gd name="T21" fmla="*/ 8 h 40"/>
                                <a:gd name="T22" fmla="*/ 17 w 38"/>
                                <a:gd name="T23" fmla="*/ 6 h 40"/>
                                <a:gd name="T24" fmla="*/ 11 w 38"/>
                                <a:gd name="T25" fmla="*/ 0 h 40"/>
                                <a:gd name="T26" fmla="*/ 9 w 38"/>
                                <a:gd name="T27" fmla="*/ 0 h 40"/>
                                <a:gd name="T28" fmla="*/ 8 w 38"/>
                                <a:gd name="T29" fmla="*/ 1 h 40"/>
                                <a:gd name="T30" fmla="*/ 6 w 38"/>
                                <a:gd name="T31" fmla="*/ 1 h 40"/>
                                <a:gd name="T32" fmla="*/ 6 w 38"/>
                                <a:gd name="T33" fmla="*/ 1 h 40"/>
                                <a:gd name="T34" fmla="*/ 4 w 38"/>
                                <a:gd name="T35" fmla="*/ 3 h 40"/>
                                <a:gd name="T36" fmla="*/ 4 w 38"/>
                                <a:gd name="T37" fmla="*/ 5 h 40"/>
                                <a:gd name="T38" fmla="*/ 5 w 38"/>
                                <a:gd name="T39" fmla="*/ 6 h 40"/>
                                <a:gd name="T40" fmla="*/ 4 w 38"/>
                                <a:gd name="T41" fmla="*/ 7 h 40"/>
                                <a:gd name="T42" fmla="*/ 4 w 38"/>
                                <a:gd name="T43" fmla="*/ 10 h 40"/>
                                <a:gd name="T44" fmla="*/ 3 w 38"/>
                                <a:gd name="T45" fmla="*/ 11 h 40"/>
                                <a:gd name="T46" fmla="*/ 3 w 38"/>
                                <a:gd name="T47" fmla="*/ 12 h 40"/>
                                <a:gd name="T48" fmla="*/ 3 w 38"/>
                                <a:gd name="T49" fmla="*/ 13 h 40"/>
                                <a:gd name="T50" fmla="*/ 2 w 38"/>
                                <a:gd name="T51" fmla="*/ 14 h 40"/>
                                <a:gd name="T52" fmla="*/ 2 w 38"/>
                                <a:gd name="T53" fmla="*/ 15 h 40"/>
                                <a:gd name="T54" fmla="*/ 2 w 38"/>
                                <a:gd name="T55" fmla="*/ 17 h 40"/>
                                <a:gd name="T56" fmla="*/ 2 w 38"/>
                                <a:gd name="T57" fmla="*/ 18 h 40"/>
                                <a:gd name="T58" fmla="*/ 2 w 38"/>
                                <a:gd name="T59" fmla="*/ 19 h 40"/>
                                <a:gd name="T60" fmla="*/ 2 w 38"/>
                                <a:gd name="T61" fmla="*/ 20 h 40"/>
                                <a:gd name="T62" fmla="*/ 2 w 38"/>
                                <a:gd name="T63" fmla="*/ 22 h 40"/>
                                <a:gd name="T64" fmla="*/ 2 w 38"/>
                                <a:gd name="T65" fmla="*/ 23 h 40"/>
                                <a:gd name="T66" fmla="*/ 2 w 38"/>
                                <a:gd name="T67" fmla="*/ 25 h 40"/>
                                <a:gd name="T68" fmla="*/ 1 w 38"/>
                                <a:gd name="T69" fmla="*/ 25 h 40"/>
                                <a:gd name="T70" fmla="*/ 0 w 38"/>
                                <a:gd name="T71" fmla="*/ 29 h 40"/>
                                <a:gd name="T72" fmla="*/ 2 w 38"/>
                                <a:gd name="T73" fmla="*/ 34 h 40"/>
                                <a:gd name="T74" fmla="*/ 4 w 38"/>
                                <a:gd name="T75" fmla="*/ 36 h 40"/>
                                <a:gd name="T76" fmla="*/ 8 w 38"/>
                                <a:gd name="T77" fmla="*/ 36 h 40"/>
                                <a:gd name="T78" fmla="*/ 10 w 38"/>
                                <a:gd name="T79" fmla="*/ 37 h 40"/>
                                <a:gd name="T80" fmla="*/ 15 w 38"/>
                                <a:gd name="T81" fmla="*/ 39 h 40"/>
                                <a:gd name="T82" fmla="*/ 16 w 38"/>
                                <a:gd name="T83" fmla="*/ 40 h 40"/>
                                <a:gd name="T84" fmla="*/ 19 w 38"/>
                                <a:gd name="T85" fmla="*/ 39 h 40"/>
                                <a:gd name="T86" fmla="*/ 23 w 38"/>
                                <a:gd name="T87" fmla="*/ 40 h 40"/>
                                <a:gd name="T88" fmla="*/ 25 w 38"/>
                                <a:gd name="T89" fmla="*/ 40 h 40"/>
                                <a:gd name="T90" fmla="*/ 29 w 38"/>
                                <a:gd name="T91" fmla="*/ 38 h 40"/>
                                <a:gd name="T92" fmla="*/ 30 w 38"/>
                                <a:gd name="T93" fmla="*/ 38 h 40"/>
                                <a:gd name="T94" fmla="*/ 33 w 38"/>
                                <a:gd name="T95" fmla="*/ 36 h 40"/>
                                <a:gd name="T96" fmla="*/ 33 w 38"/>
                                <a:gd name="T97" fmla="*/ 35 h 40"/>
                                <a:gd name="T98" fmla="*/ 36 w 38"/>
                                <a:gd name="T99" fmla="*/ 30 h 40"/>
                                <a:gd name="T100" fmla="*/ 35 w 38"/>
                                <a:gd name="T101" fmla="*/ 30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38" h="40">
                                  <a:moveTo>
                                    <a:pt x="35" y="25"/>
                                  </a:moveTo>
                                  <a:cubicBezTo>
                                    <a:pt x="38" y="22"/>
                                    <a:pt x="38" y="22"/>
                                    <a:pt x="38" y="22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4" y="18"/>
                                    <a:pt x="34" y="18"/>
                                  </a:cubicBezTo>
                                  <a:cubicBezTo>
                                    <a:pt x="34" y="18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2" y="15"/>
                                    <a:pt x="32" y="15"/>
                                  </a:cubicBezTo>
                                  <a:cubicBezTo>
                                    <a:pt x="32" y="15"/>
                                    <a:pt x="31" y="15"/>
                                    <a:pt x="31" y="15"/>
                                  </a:cubicBezTo>
                                  <a:cubicBezTo>
                                    <a:pt x="31" y="15"/>
                                    <a:pt x="31" y="15"/>
                                    <a:pt x="31" y="15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7" y="11"/>
                                    <a:pt x="26" y="11"/>
                                  </a:cubicBezTo>
                                  <a:cubicBezTo>
                                    <a:pt x="26" y="11"/>
                                    <a:pt x="25" y="11"/>
                                    <a:pt x="25" y="11"/>
                                  </a:cubicBezTo>
                                  <a:cubicBezTo>
                                    <a:pt x="25" y="11"/>
                                    <a:pt x="24" y="9"/>
                                    <a:pt x="24" y="9"/>
                                  </a:cubicBezTo>
                                  <a:cubicBezTo>
                                    <a:pt x="24" y="10"/>
                                    <a:pt x="24" y="10"/>
                                    <a:pt x="24" y="10"/>
                                  </a:cubicBezTo>
                                  <a:cubicBezTo>
                                    <a:pt x="24" y="10"/>
                                    <a:pt x="23" y="10"/>
                                    <a:pt x="23" y="10"/>
                                  </a:cubicBezTo>
                                  <a:cubicBezTo>
                                    <a:pt x="23" y="10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7"/>
                                    <a:pt x="20" y="7"/>
                                  </a:cubicBezTo>
                                  <a:cubicBezTo>
                                    <a:pt x="19" y="7"/>
                                    <a:pt x="18" y="8"/>
                                    <a:pt x="18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7" y="6"/>
                                    <a:pt x="17" y="6"/>
                                    <a:pt x="17" y="6"/>
                                  </a:cubicBezTo>
                                  <a:cubicBezTo>
                                    <a:pt x="17" y="6"/>
                                    <a:pt x="16" y="4"/>
                                    <a:pt x="15" y="4"/>
                                  </a:cubicBezTo>
                                  <a:cubicBezTo>
                                    <a:pt x="15" y="3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9" y="0"/>
                                  </a:cubicBezTo>
                                  <a:cubicBezTo>
                                    <a:pt x="9" y="0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6"/>
                                  </a:cubicBezTo>
                                  <a:cubicBezTo>
                                    <a:pt x="4" y="6"/>
                                    <a:pt x="5" y="6"/>
                                    <a:pt x="5" y="6"/>
                                  </a:cubicBezTo>
                                  <a:cubicBezTo>
                                    <a:pt x="5" y="6"/>
                                    <a:pt x="5" y="6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3" y="10"/>
                                  </a:cubicBezTo>
                                  <a:cubicBezTo>
                                    <a:pt x="3" y="10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4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2" y="21"/>
                                    <a:pt x="2" y="22"/>
                                    <a:pt x="2" y="22"/>
                                  </a:cubicBezTo>
                                  <a:cubicBezTo>
                                    <a:pt x="2" y="22"/>
                                    <a:pt x="2" y="22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2" y="24"/>
                                    <a:pt x="2" y="24"/>
                                    <a:pt x="2" y="25"/>
                                  </a:cubicBezTo>
                                  <a:cubicBezTo>
                                    <a:pt x="2" y="25"/>
                                    <a:pt x="2" y="25"/>
                                    <a:pt x="2" y="25"/>
                                  </a:cubicBezTo>
                                  <a:cubicBezTo>
                                    <a:pt x="2" y="25"/>
                                    <a:pt x="1" y="25"/>
                                    <a:pt x="1" y="25"/>
                                  </a:cubicBezTo>
                                  <a:cubicBezTo>
                                    <a:pt x="1" y="25"/>
                                    <a:pt x="1" y="26"/>
                                    <a:pt x="1" y="26"/>
                                  </a:cubicBezTo>
                                  <a:cubicBezTo>
                                    <a:pt x="1" y="27"/>
                                    <a:pt x="0" y="28"/>
                                    <a:pt x="0" y="29"/>
                                  </a:cubicBezTo>
                                  <a:cubicBezTo>
                                    <a:pt x="0" y="31"/>
                                    <a:pt x="1" y="32"/>
                                    <a:pt x="2" y="33"/>
                                  </a:cubicBezTo>
                                  <a:cubicBezTo>
                                    <a:pt x="2" y="33"/>
                                    <a:pt x="2" y="34"/>
                                    <a:pt x="2" y="34"/>
                                  </a:cubicBezTo>
                                  <a:cubicBezTo>
                                    <a:pt x="3" y="35"/>
                                    <a:pt x="4" y="35"/>
                                    <a:pt x="4" y="36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5" y="36"/>
                                    <a:pt x="5" y="36"/>
                                    <a:pt x="5" y="36"/>
                                  </a:cubicBezTo>
                                  <a:cubicBezTo>
                                    <a:pt x="6" y="36"/>
                                    <a:pt x="7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10" y="36"/>
                                    <a:pt x="10" y="36"/>
                                    <a:pt x="10" y="37"/>
                                  </a:cubicBezTo>
                                  <a:cubicBezTo>
                                    <a:pt x="11" y="38"/>
                                    <a:pt x="12" y="38"/>
                                    <a:pt x="13" y="39"/>
                                  </a:cubicBezTo>
                                  <a:cubicBezTo>
                                    <a:pt x="14" y="39"/>
                                    <a:pt x="15" y="39"/>
                                    <a:pt x="15" y="39"/>
                                  </a:cubicBezTo>
                                  <a:cubicBezTo>
                                    <a:pt x="15" y="40"/>
                                    <a:pt x="15" y="40"/>
                                    <a:pt x="15" y="40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6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8" y="40"/>
                                    <a:pt x="19" y="39"/>
                                  </a:cubicBezTo>
                                  <a:cubicBezTo>
                                    <a:pt x="20" y="39"/>
                                    <a:pt x="21" y="39"/>
                                    <a:pt x="22" y="40"/>
                                  </a:cubicBezTo>
                                  <a:cubicBezTo>
                                    <a:pt x="22" y="40"/>
                                    <a:pt x="23" y="40"/>
                                    <a:pt x="23" y="40"/>
                                  </a:cubicBezTo>
                                  <a:cubicBezTo>
                                    <a:pt x="23" y="40"/>
                                    <a:pt x="24" y="39"/>
                                    <a:pt x="24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7" y="40"/>
                                    <a:pt x="28" y="39"/>
                                    <a:pt x="30" y="38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29" y="38"/>
                                    <a:pt x="29" y="37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1" y="37"/>
                                    <a:pt x="32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5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3" y="35"/>
                                    <a:pt x="34" y="34"/>
                                    <a:pt x="34" y="34"/>
                                  </a:cubicBezTo>
                                  <a:cubicBezTo>
                                    <a:pt x="35" y="33"/>
                                    <a:pt x="35" y="32"/>
                                    <a:pt x="36" y="30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lnTo>
                                    <a:pt x="35" y="25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0" name="Freeform 681">
                              <a:extLst>
                                <a:ext uri="{FF2B5EF4-FFF2-40B4-BE49-F238E27FC236}">
                                  <a16:creationId xmlns:a16="http://schemas.microsoft.com/office/drawing/2014/main" id="{3A3CD042-89F6-6F3D-809B-458F11606A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740151" y="4692650"/>
                              <a:ext cx="120650" cy="120650"/>
                            </a:xfrm>
                            <a:custGeom>
                              <a:avLst/>
                              <a:gdLst>
                                <a:gd name="T0" fmla="*/ 26 w 29"/>
                                <a:gd name="T1" fmla="*/ 12 h 29"/>
                                <a:gd name="T2" fmla="*/ 25 w 29"/>
                                <a:gd name="T3" fmla="*/ 8 h 29"/>
                                <a:gd name="T4" fmla="*/ 26 w 29"/>
                                <a:gd name="T5" fmla="*/ 6 h 29"/>
                                <a:gd name="T6" fmla="*/ 29 w 29"/>
                                <a:gd name="T7" fmla="*/ 1 h 29"/>
                                <a:gd name="T8" fmla="*/ 25 w 29"/>
                                <a:gd name="T9" fmla="*/ 0 h 29"/>
                                <a:gd name="T10" fmla="*/ 21 w 29"/>
                                <a:gd name="T11" fmla="*/ 0 h 29"/>
                                <a:gd name="T12" fmla="*/ 19 w 29"/>
                                <a:gd name="T13" fmla="*/ 0 h 29"/>
                                <a:gd name="T14" fmla="*/ 15 w 29"/>
                                <a:gd name="T15" fmla="*/ 0 h 29"/>
                                <a:gd name="T16" fmla="*/ 13 w 29"/>
                                <a:gd name="T17" fmla="*/ 1 h 29"/>
                                <a:gd name="T18" fmla="*/ 9 w 29"/>
                                <a:gd name="T19" fmla="*/ 0 h 29"/>
                                <a:gd name="T20" fmla="*/ 7 w 29"/>
                                <a:gd name="T21" fmla="*/ 1 h 29"/>
                                <a:gd name="T22" fmla="*/ 6 w 29"/>
                                <a:gd name="T23" fmla="*/ 3 h 29"/>
                                <a:gd name="T24" fmla="*/ 5 w 29"/>
                                <a:gd name="T25" fmla="*/ 4 h 29"/>
                                <a:gd name="T26" fmla="*/ 5 w 29"/>
                                <a:gd name="T27" fmla="*/ 5 h 29"/>
                                <a:gd name="T28" fmla="*/ 3 w 29"/>
                                <a:gd name="T29" fmla="*/ 7 h 29"/>
                                <a:gd name="T30" fmla="*/ 1 w 29"/>
                                <a:gd name="T31" fmla="*/ 8 h 29"/>
                                <a:gd name="T32" fmla="*/ 1 w 29"/>
                                <a:gd name="T33" fmla="*/ 10 h 29"/>
                                <a:gd name="T34" fmla="*/ 0 w 29"/>
                                <a:gd name="T35" fmla="*/ 13 h 29"/>
                                <a:gd name="T36" fmla="*/ 0 w 29"/>
                                <a:gd name="T37" fmla="*/ 14 h 29"/>
                                <a:gd name="T38" fmla="*/ 1 w 29"/>
                                <a:gd name="T39" fmla="*/ 16 h 29"/>
                                <a:gd name="T40" fmla="*/ 3 w 29"/>
                                <a:gd name="T41" fmla="*/ 18 h 29"/>
                                <a:gd name="T42" fmla="*/ 5 w 29"/>
                                <a:gd name="T43" fmla="*/ 20 h 29"/>
                                <a:gd name="T44" fmla="*/ 6 w 29"/>
                                <a:gd name="T45" fmla="*/ 22 h 29"/>
                                <a:gd name="T46" fmla="*/ 6 w 29"/>
                                <a:gd name="T47" fmla="*/ 22 h 29"/>
                                <a:gd name="T48" fmla="*/ 9 w 29"/>
                                <a:gd name="T49" fmla="*/ 28 h 29"/>
                                <a:gd name="T50" fmla="*/ 11 w 29"/>
                                <a:gd name="T51" fmla="*/ 28 h 29"/>
                                <a:gd name="T52" fmla="*/ 15 w 29"/>
                                <a:gd name="T53" fmla="*/ 29 h 29"/>
                                <a:gd name="T54" fmla="*/ 15 w 29"/>
                                <a:gd name="T55" fmla="*/ 27 h 29"/>
                                <a:gd name="T56" fmla="*/ 13 w 29"/>
                                <a:gd name="T57" fmla="*/ 26 h 29"/>
                                <a:gd name="T58" fmla="*/ 14 w 29"/>
                                <a:gd name="T59" fmla="*/ 25 h 29"/>
                                <a:gd name="T60" fmla="*/ 14 w 29"/>
                                <a:gd name="T61" fmla="*/ 24 h 29"/>
                                <a:gd name="T62" fmla="*/ 19 w 29"/>
                                <a:gd name="T63" fmla="*/ 25 h 29"/>
                                <a:gd name="T64" fmla="*/ 21 w 29"/>
                                <a:gd name="T65" fmla="*/ 24 h 29"/>
                                <a:gd name="T66" fmla="*/ 22 w 29"/>
                                <a:gd name="T67" fmla="*/ 25 h 29"/>
                                <a:gd name="T68" fmla="*/ 23 w 29"/>
                                <a:gd name="T69" fmla="*/ 26 h 29"/>
                                <a:gd name="T70" fmla="*/ 26 w 29"/>
                                <a:gd name="T71" fmla="*/ 24 h 29"/>
                                <a:gd name="T72" fmla="*/ 27 w 29"/>
                                <a:gd name="T73" fmla="*/ 21 h 29"/>
                                <a:gd name="T74" fmla="*/ 28 w 29"/>
                                <a:gd name="T75" fmla="*/ 18 h 29"/>
                                <a:gd name="T76" fmla="*/ 26 w 29"/>
                                <a:gd name="T77" fmla="*/ 13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29" h="29">
                                  <a:moveTo>
                                    <a:pt x="26" y="13"/>
                                  </a:moveTo>
                                  <a:cubicBezTo>
                                    <a:pt x="26" y="12"/>
                                    <a:pt x="26" y="12"/>
                                    <a:pt x="26" y="12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5" y="0"/>
                                    <a:pt x="25" y="0"/>
                                  </a:cubicBezTo>
                                  <a:cubicBezTo>
                                    <a:pt x="24" y="0"/>
                                    <a:pt x="21" y="0"/>
                                    <a:pt x="21" y="0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20" y="0"/>
                                    <a:pt x="20" y="1"/>
                                    <a:pt x="20" y="0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7" y="0"/>
                                    <a:pt x="16" y="0"/>
                                  </a:cubicBezTo>
                                  <a:cubicBezTo>
                                    <a:pt x="16" y="0"/>
                                    <a:pt x="15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3" y="1"/>
                                    <a:pt x="13" y="1"/>
                                  </a:cubicBezTo>
                                  <a:cubicBezTo>
                                    <a:pt x="12" y="1"/>
                                    <a:pt x="11" y="0"/>
                                    <a:pt x="11" y="0"/>
                                  </a:cubicBezTo>
                                  <a:cubicBezTo>
                                    <a:pt x="10" y="0"/>
                                    <a:pt x="10" y="0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7" y="0"/>
                                  </a:cubicBezTo>
                                  <a:cubicBezTo>
                                    <a:pt x="7" y="0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6" y="1"/>
                                    <a:pt x="6" y="1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1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1" y="16"/>
                                    <a:pt x="1" y="16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8"/>
                                    <a:pt x="3" y="18"/>
                                    <a:pt x="3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5" y="20"/>
                                    <a:pt x="6" y="21"/>
                                    <a:pt x="6" y="21"/>
                                  </a:cubicBezTo>
                                  <a:cubicBezTo>
                                    <a:pt x="6" y="21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5" y="29"/>
                                    <a:pt x="15" y="29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5" y="27"/>
                                    <a:pt x="15" y="27"/>
                                  </a:cubicBezTo>
                                  <a:cubicBezTo>
                                    <a:pt x="14" y="27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4" y="24"/>
                                    <a:pt x="14" y="24"/>
                                  </a:cubicBezTo>
                                  <a:cubicBezTo>
                                    <a:pt x="16" y="25"/>
                                    <a:pt x="16" y="25"/>
                                    <a:pt x="16" y="25"/>
                                  </a:cubicBezTo>
                                  <a:cubicBezTo>
                                    <a:pt x="19" y="25"/>
                                    <a:pt x="19" y="25"/>
                                    <a:pt x="19" y="25"/>
                                  </a:cubicBezTo>
                                  <a:cubicBezTo>
                                    <a:pt x="19" y="24"/>
                                    <a:pt x="19" y="24"/>
                                    <a:pt x="19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3" y="25"/>
                                    <a:pt x="23" y="25"/>
                                    <a:pt x="23" y="25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7" y="22"/>
                                    <a:pt x="27" y="22"/>
                                    <a:pt x="27" y="22"/>
                                  </a:cubicBezTo>
                                  <a:cubicBezTo>
                                    <a:pt x="27" y="22"/>
                                    <a:pt x="27" y="21"/>
                                    <a:pt x="27" y="21"/>
                                  </a:cubicBezTo>
                                  <a:cubicBezTo>
                                    <a:pt x="27" y="21"/>
                                    <a:pt x="27" y="20"/>
                                    <a:pt x="27" y="20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8" y="16"/>
                                    <a:pt x="28" y="16"/>
                                    <a:pt x="28" y="16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1" name="Freeform 682">
                              <a:extLst>
                                <a:ext uri="{FF2B5EF4-FFF2-40B4-BE49-F238E27FC236}">
                                  <a16:creationId xmlns:a16="http://schemas.microsoft.com/office/drawing/2014/main" id="{9D59F894-C541-86B1-7A55-AD0D42FBF2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306888" y="6711950"/>
                              <a:ext cx="49212" cy="41275"/>
                            </a:xfrm>
                            <a:custGeom>
                              <a:avLst/>
                              <a:gdLst>
                                <a:gd name="T0" fmla="*/ 8 w 12"/>
                                <a:gd name="T1" fmla="*/ 4 h 10"/>
                                <a:gd name="T2" fmla="*/ 10 w 12"/>
                                <a:gd name="T3" fmla="*/ 5 h 10"/>
                                <a:gd name="T4" fmla="*/ 10 w 12"/>
                                <a:gd name="T5" fmla="*/ 5 h 10"/>
                                <a:gd name="T6" fmla="*/ 11 w 12"/>
                                <a:gd name="T7" fmla="*/ 7 h 10"/>
                                <a:gd name="T8" fmla="*/ 12 w 12"/>
                                <a:gd name="T9" fmla="*/ 9 h 10"/>
                                <a:gd name="T10" fmla="*/ 11 w 12"/>
                                <a:gd name="T11" fmla="*/ 10 h 10"/>
                                <a:gd name="T12" fmla="*/ 10 w 12"/>
                                <a:gd name="T13" fmla="*/ 9 h 10"/>
                                <a:gd name="T14" fmla="*/ 9 w 12"/>
                                <a:gd name="T15" fmla="*/ 7 h 10"/>
                                <a:gd name="T16" fmla="*/ 8 w 12"/>
                                <a:gd name="T17" fmla="*/ 5 h 10"/>
                                <a:gd name="T18" fmla="*/ 6 w 12"/>
                                <a:gd name="T19" fmla="*/ 5 h 10"/>
                                <a:gd name="T20" fmla="*/ 3 w 12"/>
                                <a:gd name="T21" fmla="*/ 4 h 10"/>
                                <a:gd name="T22" fmla="*/ 2 w 12"/>
                                <a:gd name="T23" fmla="*/ 3 h 10"/>
                                <a:gd name="T24" fmla="*/ 1 w 12"/>
                                <a:gd name="T25" fmla="*/ 2 h 10"/>
                                <a:gd name="T26" fmla="*/ 0 w 12"/>
                                <a:gd name="T27" fmla="*/ 1 h 10"/>
                                <a:gd name="T28" fmla="*/ 1 w 12"/>
                                <a:gd name="T29" fmla="*/ 0 h 10"/>
                                <a:gd name="T30" fmla="*/ 2 w 12"/>
                                <a:gd name="T31" fmla="*/ 0 h 10"/>
                                <a:gd name="T32" fmla="*/ 4 w 12"/>
                                <a:gd name="T33" fmla="*/ 1 h 10"/>
                                <a:gd name="T34" fmla="*/ 6 w 12"/>
                                <a:gd name="T35" fmla="*/ 2 h 10"/>
                                <a:gd name="T36" fmla="*/ 8 w 12"/>
                                <a:gd name="T37" fmla="*/ 4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12" h="10">
                                  <a:moveTo>
                                    <a:pt x="8" y="4"/>
                                  </a:moveTo>
                                  <a:cubicBezTo>
                                    <a:pt x="9" y="4"/>
                                    <a:pt x="9" y="4"/>
                                    <a:pt x="10" y="5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1" y="6"/>
                                    <a:pt x="11" y="6"/>
                                    <a:pt x="11" y="7"/>
                                  </a:cubicBezTo>
                                  <a:cubicBezTo>
                                    <a:pt x="12" y="7"/>
                                    <a:pt x="12" y="8"/>
                                    <a:pt x="12" y="9"/>
                                  </a:cubicBezTo>
                                  <a:cubicBezTo>
                                    <a:pt x="12" y="10"/>
                                    <a:pt x="11" y="10"/>
                                    <a:pt x="11" y="10"/>
                                  </a:cubicBezTo>
                                  <a:cubicBezTo>
                                    <a:pt x="10" y="10"/>
                                    <a:pt x="10" y="9"/>
                                    <a:pt x="10" y="9"/>
                                  </a:cubicBezTo>
                                  <a:cubicBezTo>
                                    <a:pt x="10" y="8"/>
                                    <a:pt x="9" y="8"/>
                                    <a:pt x="9" y="7"/>
                                  </a:cubicBezTo>
                                  <a:cubicBezTo>
                                    <a:pt x="9" y="7"/>
                                    <a:pt x="9" y="6"/>
                                    <a:pt x="8" y="5"/>
                                  </a:cubicBezTo>
                                  <a:cubicBezTo>
                                    <a:pt x="7" y="5"/>
                                    <a:pt x="7" y="5"/>
                                    <a:pt x="6" y="5"/>
                                  </a:cubicBezTo>
                                  <a:cubicBezTo>
                                    <a:pt x="5" y="5"/>
                                    <a:pt x="4" y="5"/>
                                    <a:pt x="3" y="4"/>
                                  </a:cubicBezTo>
                                  <a:cubicBezTo>
                                    <a:pt x="3" y="4"/>
                                    <a:pt x="3" y="3"/>
                                    <a:pt x="2" y="3"/>
                                  </a:cubicBezTo>
                                  <a:cubicBezTo>
                                    <a:pt x="2" y="3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3" y="1"/>
                                    <a:pt x="4" y="1"/>
                                  </a:cubicBezTo>
                                  <a:cubicBezTo>
                                    <a:pt x="4" y="1"/>
                                    <a:pt x="5" y="1"/>
                                    <a:pt x="6" y="2"/>
                                  </a:cubicBezTo>
                                  <a:cubicBezTo>
                                    <a:pt x="7" y="2"/>
                                    <a:pt x="7" y="3"/>
                                    <a:pt x="8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2" name="Freeform 683">
                              <a:extLst>
                                <a:ext uri="{FF2B5EF4-FFF2-40B4-BE49-F238E27FC236}">
                                  <a16:creationId xmlns:a16="http://schemas.microsoft.com/office/drawing/2014/main" id="{57DE8CBE-B188-5400-30CB-191F033BEA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57526" y="4867275"/>
                              <a:ext cx="369887" cy="549275"/>
                            </a:xfrm>
                            <a:custGeom>
                              <a:avLst/>
                              <a:gdLst>
                                <a:gd name="T0" fmla="*/ 87 w 89"/>
                                <a:gd name="T1" fmla="*/ 119 h 132"/>
                                <a:gd name="T2" fmla="*/ 84 w 89"/>
                                <a:gd name="T3" fmla="*/ 114 h 132"/>
                                <a:gd name="T4" fmla="*/ 85 w 89"/>
                                <a:gd name="T5" fmla="*/ 104 h 132"/>
                                <a:gd name="T6" fmla="*/ 86 w 89"/>
                                <a:gd name="T7" fmla="*/ 98 h 132"/>
                                <a:gd name="T8" fmla="*/ 89 w 89"/>
                                <a:gd name="T9" fmla="*/ 89 h 132"/>
                                <a:gd name="T10" fmla="*/ 76 w 89"/>
                                <a:gd name="T11" fmla="*/ 78 h 132"/>
                                <a:gd name="T12" fmla="*/ 76 w 89"/>
                                <a:gd name="T13" fmla="*/ 67 h 132"/>
                                <a:gd name="T14" fmla="*/ 64 w 89"/>
                                <a:gd name="T15" fmla="*/ 69 h 132"/>
                                <a:gd name="T16" fmla="*/ 57 w 89"/>
                                <a:gd name="T17" fmla="*/ 61 h 132"/>
                                <a:gd name="T18" fmla="*/ 54 w 89"/>
                                <a:gd name="T19" fmla="*/ 57 h 132"/>
                                <a:gd name="T20" fmla="*/ 53 w 89"/>
                                <a:gd name="T21" fmla="*/ 52 h 132"/>
                                <a:gd name="T22" fmla="*/ 57 w 89"/>
                                <a:gd name="T23" fmla="*/ 44 h 132"/>
                                <a:gd name="T24" fmla="*/ 63 w 89"/>
                                <a:gd name="T25" fmla="*/ 34 h 132"/>
                                <a:gd name="T26" fmla="*/ 69 w 89"/>
                                <a:gd name="T27" fmla="*/ 31 h 132"/>
                                <a:gd name="T28" fmla="*/ 75 w 89"/>
                                <a:gd name="T29" fmla="*/ 29 h 132"/>
                                <a:gd name="T30" fmla="*/ 78 w 89"/>
                                <a:gd name="T31" fmla="*/ 31 h 132"/>
                                <a:gd name="T32" fmla="*/ 77 w 89"/>
                                <a:gd name="T33" fmla="*/ 27 h 132"/>
                                <a:gd name="T34" fmla="*/ 78 w 89"/>
                                <a:gd name="T35" fmla="*/ 18 h 132"/>
                                <a:gd name="T36" fmla="*/ 75 w 89"/>
                                <a:gd name="T37" fmla="*/ 17 h 132"/>
                                <a:gd name="T38" fmla="*/ 72 w 89"/>
                                <a:gd name="T39" fmla="*/ 16 h 132"/>
                                <a:gd name="T40" fmla="*/ 69 w 89"/>
                                <a:gd name="T41" fmla="*/ 16 h 132"/>
                                <a:gd name="T42" fmla="*/ 65 w 89"/>
                                <a:gd name="T43" fmla="*/ 17 h 132"/>
                                <a:gd name="T44" fmla="*/ 62 w 89"/>
                                <a:gd name="T45" fmla="*/ 17 h 132"/>
                                <a:gd name="T46" fmla="*/ 58 w 89"/>
                                <a:gd name="T47" fmla="*/ 16 h 132"/>
                                <a:gd name="T48" fmla="*/ 58 w 89"/>
                                <a:gd name="T49" fmla="*/ 13 h 132"/>
                                <a:gd name="T50" fmla="*/ 55 w 89"/>
                                <a:gd name="T51" fmla="*/ 11 h 132"/>
                                <a:gd name="T52" fmla="*/ 52 w 89"/>
                                <a:gd name="T53" fmla="*/ 8 h 132"/>
                                <a:gd name="T54" fmla="*/ 49 w 89"/>
                                <a:gd name="T55" fmla="*/ 6 h 132"/>
                                <a:gd name="T56" fmla="*/ 46 w 89"/>
                                <a:gd name="T57" fmla="*/ 1 h 132"/>
                                <a:gd name="T58" fmla="*/ 41 w 89"/>
                                <a:gd name="T59" fmla="*/ 1 h 132"/>
                                <a:gd name="T60" fmla="*/ 42 w 89"/>
                                <a:gd name="T61" fmla="*/ 5 h 132"/>
                                <a:gd name="T62" fmla="*/ 33 w 89"/>
                                <a:gd name="T63" fmla="*/ 18 h 132"/>
                                <a:gd name="T64" fmla="*/ 21 w 89"/>
                                <a:gd name="T65" fmla="*/ 24 h 132"/>
                                <a:gd name="T66" fmla="*/ 19 w 89"/>
                                <a:gd name="T67" fmla="*/ 30 h 132"/>
                                <a:gd name="T68" fmla="*/ 16 w 89"/>
                                <a:gd name="T69" fmla="*/ 35 h 132"/>
                                <a:gd name="T70" fmla="*/ 13 w 89"/>
                                <a:gd name="T71" fmla="*/ 32 h 132"/>
                                <a:gd name="T72" fmla="*/ 6 w 89"/>
                                <a:gd name="T73" fmla="*/ 31 h 132"/>
                                <a:gd name="T74" fmla="*/ 6 w 89"/>
                                <a:gd name="T75" fmla="*/ 29 h 132"/>
                                <a:gd name="T76" fmla="*/ 7 w 89"/>
                                <a:gd name="T77" fmla="*/ 24 h 132"/>
                                <a:gd name="T78" fmla="*/ 1 w 89"/>
                                <a:gd name="T79" fmla="*/ 30 h 132"/>
                                <a:gd name="T80" fmla="*/ 2 w 89"/>
                                <a:gd name="T81" fmla="*/ 35 h 132"/>
                                <a:gd name="T82" fmla="*/ 3 w 89"/>
                                <a:gd name="T83" fmla="*/ 41 h 132"/>
                                <a:gd name="T84" fmla="*/ 8 w 89"/>
                                <a:gd name="T85" fmla="*/ 47 h 132"/>
                                <a:gd name="T86" fmla="*/ 12 w 89"/>
                                <a:gd name="T87" fmla="*/ 53 h 132"/>
                                <a:gd name="T88" fmla="*/ 18 w 89"/>
                                <a:gd name="T89" fmla="*/ 61 h 132"/>
                                <a:gd name="T90" fmla="*/ 20 w 89"/>
                                <a:gd name="T91" fmla="*/ 66 h 132"/>
                                <a:gd name="T92" fmla="*/ 22 w 89"/>
                                <a:gd name="T93" fmla="*/ 71 h 132"/>
                                <a:gd name="T94" fmla="*/ 26 w 89"/>
                                <a:gd name="T95" fmla="*/ 78 h 132"/>
                                <a:gd name="T96" fmla="*/ 31 w 89"/>
                                <a:gd name="T97" fmla="*/ 87 h 132"/>
                                <a:gd name="T98" fmla="*/ 34 w 89"/>
                                <a:gd name="T99" fmla="*/ 92 h 132"/>
                                <a:gd name="T100" fmla="*/ 36 w 89"/>
                                <a:gd name="T101" fmla="*/ 98 h 132"/>
                                <a:gd name="T102" fmla="*/ 36 w 89"/>
                                <a:gd name="T103" fmla="*/ 101 h 132"/>
                                <a:gd name="T104" fmla="*/ 41 w 89"/>
                                <a:gd name="T105" fmla="*/ 107 h 132"/>
                                <a:gd name="T106" fmla="*/ 49 w 89"/>
                                <a:gd name="T107" fmla="*/ 113 h 132"/>
                                <a:gd name="T108" fmla="*/ 59 w 89"/>
                                <a:gd name="T109" fmla="*/ 118 h 132"/>
                                <a:gd name="T110" fmla="*/ 68 w 89"/>
                                <a:gd name="T111" fmla="*/ 124 h 132"/>
                                <a:gd name="T112" fmla="*/ 74 w 89"/>
                                <a:gd name="T113" fmla="*/ 130 h 132"/>
                                <a:gd name="T114" fmla="*/ 81 w 89"/>
                                <a:gd name="T115" fmla="*/ 129 h 132"/>
                                <a:gd name="T116" fmla="*/ 83 w 89"/>
                                <a:gd name="T117" fmla="*/ 125 h 13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9" h="132">
                                  <a:moveTo>
                                    <a:pt x="83" y="124"/>
                                  </a:moveTo>
                                  <a:cubicBezTo>
                                    <a:pt x="83" y="124"/>
                                    <a:pt x="82" y="124"/>
                                    <a:pt x="82" y="124"/>
                                  </a:cubicBezTo>
                                  <a:cubicBezTo>
                                    <a:pt x="83" y="123"/>
                                    <a:pt x="83" y="123"/>
                                    <a:pt x="83" y="123"/>
                                  </a:cubicBezTo>
                                  <a:cubicBezTo>
                                    <a:pt x="83" y="123"/>
                                    <a:pt x="84" y="122"/>
                                    <a:pt x="84" y="122"/>
                                  </a:cubicBezTo>
                                  <a:cubicBezTo>
                                    <a:pt x="84" y="122"/>
                                    <a:pt x="85" y="120"/>
                                    <a:pt x="85" y="120"/>
                                  </a:cubicBezTo>
                                  <a:cubicBezTo>
                                    <a:pt x="85" y="120"/>
                                    <a:pt x="86" y="120"/>
                                    <a:pt x="86" y="119"/>
                                  </a:cubicBezTo>
                                  <a:cubicBezTo>
                                    <a:pt x="86" y="119"/>
                                    <a:pt x="87" y="119"/>
                                    <a:pt x="87" y="119"/>
                                  </a:cubicBezTo>
                                  <a:cubicBezTo>
                                    <a:pt x="87" y="117"/>
                                    <a:pt x="87" y="117"/>
                                    <a:pt x="87" y="117"/>
                                  </a:cubicBezTo>
                                  <a:cubicBezTo>
                                    <a:pt x="88" y="117"/>
                                    <a:pt x="88" y="117"/>
                                    <a:pt x="88" y="117"/>
                                  </a:cubicBezTo>
                                  <a:cubicBezTo>
                                    <a:pt x="87" y="116"/>
                                    <a:pt x="87" y="116"/>
                                    <a:pt x="87" y="116"/>
                                  </a:cubicBezTo>
                                  <a:cubicBezTo>
                                    <a:pt x="86" y="116"/>
                                    <a:pt x="86" y="116"/>
                                    <a:pt x="86" y="116"/>
                                  </a:cubicBezTo>
                                  <a:cubicBezTo>
                                    <a:pt x="86" y="116"/>
                                    <a:pt x="86" y="116"/>
                                    <a:pt x="86" y="116"/>
                                  </a:cubicBezTo>
                                  <a:cubicBezTo>
                                    <a:pt x="86" y="116"/>
                                    <a:pt x="85" y="115"/>
                                    <a:pt x="85" y="115"/>
                                  </a:cubicBezTo>
                                  <a:cubicBezTo>
                                    <a:pt x="85" y="115"/>
                                    <a:pt x="84" y="114"/>
                                    <a:pt x="84" y="114"/>
                                  </a:cubicBezTo>
                                  <a:cubicBezTo>
                                    <a:pt x="84" y="114"/>
                                    <a:pt x="84" y="113"/>
                                    <a:pt x="84" y="113"/>
                                  </a:cubicBezTo>
                                  <a:cubicBezTo>
                                    <a:pt x="84" y="113"/>
                                    <a:pt x="84" y="111"/>
                                    <a:pt x="84" y="111"/>
                                  </a:cubicBezTo>
                                  <a:cubicBezTo>
                                    <a:pt x="86" y="109"/>
                                    <a:pt x="86" y="109"/>
                                    <a:pt x="86" y="109"/>
                                  </a:cubicBezTo>
                                  <a:cubicBezTo>
                                    <a:pt x="84" y="107"/>
                                    <a:pt x="84" y="107"/>
                                    <a:pt x="84" y="107"/>
                                  </a:cubicBezTo>
                                  <a:cubicBezTo>
                                    <a:pt x="84" y="105"/>
                                    <a:pt x="84" y="105"/>
                                    <a:pt x="84" y="105"/>
                                  </a:cubicBezTo>
                                  <a:cubicBezTo>
                                    <a:pt x="85" y="105"/>
                                    <a:pt x="85" y="105"/>
                                    <a:pt x="85" y="105"/>
                                  </a:cubicBezTo>
                                  <a:cubicBezTo>
                                    <a:pt x="85" y="104"/>
                                    <a:pt x="85" y="104"/>
                                    <a:pt x="85" y="104"/>
                                  </a:cubicBezTo>
                                  <a:cubicBezTo>
                                    <a:pt x="87" y="103"/>
                                    <a:pt x="87" y="103"/>
                                    <a:pt x="87" y="103"/>
                                  </a:cubicBezTo>
                                  <a:cubicBezTo>
                                    <a:pt x="87" y="101"/>
                                    <a:pt x="87" y="101"/>
                                    <a:pt x="87" y="101"/>
                                  </a:cubicBezTo>
                                  <a:cubicBezTo>
                                    <a:pt x="88" y="101"/>
                                    <a:pt x="88" y="101"/>
                                    <a:pt x="88" y="101"/>
                                  </a:cubicBezTo>
                                  <a:cubicBezTo>
                                    <a:pt x="87" y="100"/>
                                    <a:pt x="87" y="100"/>
                                    <a:pt x="87" y="100"/>
                                  </a:cubicBezTo>
                                  <a:cubicBezTo>
                                    <a:pt x="87" y="99"/>
                                    <a:pt x="87" y="99"/>
                                    <a:pt x="87" y="99"/>
                                  </a:cubicBezTo>
                                  <a:cubicBezTo>
                                    <a:pt x="87" y="98"/>
                                    <a:pt x="87" y="98"/>
                                    <a:pt x="87" y="98"/>
                                  </a:cubicBezTo>
                                  <a:cubicBezTo>
                                    <a:pt x="86" y="98"/>
                                    <a:pt x="86" y="98"/>
                                    <a:pt x="86" y="98"/>
                                  </a:cubicBezTo>
                                  <a:cubicBezTo>
                                    <a:pt x="86" y="97"/>
                                    <a:pt x="86" y="97"/>
                                    <a:pt x="86" y="97"/>
                                  </a:cubicBezTo>
                                  <a:cubicBezTo>
                                    <a:pt x="86" y="97"/>
                                    <a:pt x="87" y="97"/>
                                    <a:pt x="87" y="97"/>
                                  </a:cubicBezTo>
                                  <a:cubicBezTo>
                                    <a:pt x="87" y="97"/>
                                    <a:pt x="88" y="95"/>
                                    <a:pt x="88" y="95"/>
                                  </a:cubicBezTo>
                                  <a:cubicBezTo>
                                    <a:pt x="88" y="91"/>
                                    <a:pt x="88" y="91"/>
                                    <a:pt x="88" y="91"/>
                                  </a:cubicBezTo>
                                  <a:cubicBezTo>
                                    <a:pt x="89" y="90"/>
                                    <a:pt x="89" y="90"/>
                                    <a:pt x="89" y="90"/>
                                  </a:cubicBezTo>
                                  <a:cubicBezTo>
                                    <a:pt x="88" y="90"/>
                                    <a:pt x="88" y="90"/>
                                    <a:pt x="88" y="90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8"/>
                                    <a:pt x="89" y="88"/>
                                    <a:pt x="89" y="88"/>
                                  </a:cubicBezTo>
                                  <a:cubicBezTo>
                                    <a:pt x="88" y="87"/>
                                    <a:pt x="88" y="87"/>
                                    <a:pt x="88" y="87"/>
                                  </a:cubicBezTo>
                                  <a:cubicBezTo>
                                    <a:pt x="83" y="78"/>
                                    <a:pt x="83" y="78"/>
                                    <a:pt x="83" y="78"/>
                                  </a:cubicBezTo>
                                  <a:cubicBezTo>
                                    <a:pt x="80" y="78"/>
                                    <a:pt x="80" y="78"/>
                                    <a:pt x="80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69"/>
                                    <a:pt x="75" y="69"/>
                                    <a:pt x="75" y="69"/>
                                  </a:cubicBezTo>
                                  <a:cubicBezTo>
                                    <a:pt x="76" y="69"/>
                                    <a:pt x="76" y="69"/>
                                    <a:pt x="76" y="69"/>
                                  </a:cubicBezTo>
                                  <a:cubicBezTo>
                                    <a:pt x="76" y="69"/>
                                    <a:pt x="76" y="68"/>
                                    <a:pt x="76" y="68"/>
                                  </a:cubicBezTo>
                                  <a:cubicBezTo>
                                    <a:pt x="76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6" y="67"/>
                                    <a:pt x="76" y="67"/>
                                    <a:pt x="76" y="67"/>
                                  </a:cubicBezTo>
                                  <a:cubicBezTo>
                                    <a:pt x="75" y="67"/>
                                    <a:pt x="75" y="67"/>
                                    <a:pt x="75" y="67"/>
                                  </a:cubicBezTo>
                                  <a:cubicBezTo>
                                    <a:pt x="71" y="71"/>
                                    <a:pt x="71" y="71"/>
                                    <a:pt x="71" y="71"/>
                                  </a:cubicBezTo>
                                  <a:cubicBezTo>
                                    <a:pt x="64" y="71"/>
                                    <a:pt x="64" y="71"/>
                                    <a:pt x="64" y="71"/>
                                  </a:cubicBezTo>
                                  <a:cubicBezTo>
                                    <a:pt x="64" y="70"/>
                                    <a:pt x="64" y="70"/>
                                    <a:pt x="64" y="70"/>
                                  </a:cubicBezTo>
                                  <a:cubicBezTo>
                                    <a:pt x="65" y="70"/>
                                    <a:pt x="65" y="70"/>
                                    <a:pt x="65" y="70"/>
                                  </a:cubicBezTo>
                                  <a:cubicBezTo>
                                    <a:pt x="65" y="69"/>
                                    <a:pt x="65" y="69"/>
                                    <a:pt x="65" y="69"/>
                                  </a:cubicBezTo>
                                  <a:cubicBezTo>
                                    <a:pt x="64" y="69"/>
                                    <a:pt x="64" y="69"/>
                                    <a:pt x="64" y="69"/>
                                  </a:cubicBezTo>
                                  <a:cubicBezTo>
                                    <a:pt x="64" y="68"/>
                                    <a:pt x="64" y="68"/>
                                    <a:pt x="64" y="68"/>
                                  </a:cubicBezTo>
                                  <a:cubicBezTo>
                                    <a:pt x="61" y="67"/>
                                    <a:pt x="61" y="67"/>
                                    <a:pt x="61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9" y="65"/>
                                    <a:pt x="59" y="65"/>
                                    <a:pt x="59" y="65"/>
                                  </a:cubicBezTo>
                                  <a:cubicBezTo>
                                    <a:pt x="59" y="64"/>
                                    <a:pt x="59" y="64"/>
                                    <a:pt x="59" y="64"/>
                                  </a:cubicBezTo>
                                  <a:cubicBezTo>
                                    <a:pt x="58" y="63"/>
                                    <a:pt x="58" y="63"/>
                                    <a:pt x="58" y="63"/>
                                  </a:cubicBezTo>
                                  <a:cubicBezTo>
                                    <a:pt x="57" y="61"/>
                                    <a:pt x="57" y="61"/>
                                    <a:pt x="57" y="61"/>
                                  </a:cubicBezTo>
                                  <a:cubicBezTo>
                                    <a:pt x="56" y="61"/>
                                    <a:pt x="56" y="61"/>
                                    <a:pt x="56" y="61"/>
                                  </a:cubicBezTo>
                                  <a:cubicBezTo>
                                    <a:pt x="56" y="60"/>
                                    <a:pt x="56" y="60"/>
                                    <a:pt x="56" y="60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4" y="58"/>
                                    <a:pt x="54" y="58"/>
                                    <a:pt x="54" y="58"/>
                                  </a:cubicBezTo>
                                  <a:cubicBezTo>
                                    <a:pt x="54" y="58"/>
                                    <a:pt x="54" y="58"/>
                                    <a:pt x="54" y="58"/>
                                  </a:cubicBezTo>
                                  <a:cubicBezTo>
                                    <a:pt x="54" y="58"/>
                                    <a:pt x="54" y="57"/>
                                    <a:pt x="54" y="57"/>
                                  </a:cubicBezTo>
                                  <a:cubicBezTo>
                                    <a:pt x="54" y="57"/>
                                    <a:pt x="53" y="56"/>
                                    <a:pt x="53" y="56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2" y="53"/>
                                    <a:pt x="52" y="53"/>
                                    <a:pt x="52" y="53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3" y="52"/>
                                    <a:pt x="53" y="52"/>
                                    <a:pt x="53" y="52"/>
                                  </a:cubicBezTo>
                                  <a:cubicBezTo>
                                    <a:pt x="53" y="51"/>
                                    <a:pt x="53" y="51"/>
                                    <a:pt x="53" y="51"/>
                                  </a:cubicBezTo>
                                  <a:cubicBezTo>
                                    <a:pt x="53" y="50"/>
                                    <a:pt x="53" y="50"/>
                                    <a:pt x="53" y="50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5"/>
                                    <a:pt x="58" y="45"/>
                                    <a:pt x="58" y="45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3"/>
                                    <a:pt x="57" y="43"/>
                                    <a:pt x="57" y="43"/>
                                  </a:cubicBezTo>
                                  <a:cubicBezTo>
                                    <a:pt x="59" y="40"/>
                                    <a:pt x="59" y="40"/>
                                    <a:pt x="59" y="40"/>
                                  </a:cubicBezTo>
                                  <a:cubicBezTo>
                                    <a:pt x="59" y="39"/>
                                    <a:pt x="59" y="39"/>
                                    <a:pt x="59" y="39"/>
                                  </a:cubicBezTo>
                                  <a:cubicBezTo>
                                    <a:pt x="59" y="39"/>
                                    <a:pt x="59" y="38"/>
                                    <a:pt x="59" y="38"/>
                                  </a:cubicBezTo>
                                  <a:cubicBezTo>
                                    <a:pt x="59" y="38"/>
                                    <a:pt x="59" y="36"/>
                                    <a:pt x="59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3" y="34"/>
                                    <a:pt x="63" y="34"/>
                                    <a:pt x="63" y="34"/>
                                  </a:cubicBezTo>
                                  <a:cubicBezTo>
                                    <a:pt x="63" y="34"/>
                                    <a:pt x="63" y="34"/>
                                    <a:pt x="63" y="34"/>
                                  </a:cubicBezTo>
                                  <a:cubicBezTo>
                                    <a:pt x="64" y="34"/>
                                    <a:pt x="64" y="34"/>
                                    <a:pt x="64" y="34"/>
                                  </a:cubicBezTo>
                                  <a:cubicBezTo>
                                    <a:pt x="66" y="32"/>
                                    <a:pt x="66" y="32"/>
                                    <a:pt x="66" y="32"/>
                                  </a:cubicBezTo>
                                  <a:cubicBezTo>
                                    <a:pt x="68" y="32"/>
                                    <a:pt x="68" y="32"/>
                                    <a:pt x="68" y="32"/>
                                  </a:cubicBezTo>
                                  <a:cubicBezTo>
                                    <a:pt x="68" y="32"/>
                                    <a:pt x="68" y="32"/>
                                    <a:pt x="68" y="32"/>
                                  </a:cubicBezTo>
                                  <a:cubicBezTo>
                                    <a:pt x="69" y="32"/>
                                    <a:pt x="69" y="32"/>
                                    <a:pt x="69" y="32"/>
                                  </a:cubicBezTo>
                                  <a:cubicBezTo>
                                    <a:pt x="69" y="31"/>
                                    <a:pt x="69" y="31"/>
                                    <a:pt x="69" y="31"/>
                                  </a:cubicBezTo>
                                  <a:cubicBezTo>
                                    <a:pt x="70" y="31"/>
                                    <a:pt x="70" y="31"/>
                                    <a:pt x="70" y="31"/>
                                  </a:cubicBezTo>
                                  <a:cubicBezTo>
                                    <a:pt x="71" y="31"/>
                                    <a:pt x="71" y="31"/>
                                    <a:pt x="71" y="31"/>
                                  </a:cubicBezTo>
                                  <a:cubicBezTo>
                                    <a:pt x="73" y="31"/>
                                    <a:pt x="73" y="31"/>
                                    <a:pt x="73" y="31"/>
                                  </a:cubicBezTo>
                                  <a:cubicBezTo>
                                    <a:pt x="74" y="29"/>
                                    <a:pt x="74" y="29"/>
                                    <a:pt x="74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6" y="30"/>
                                    <a:pt x="76" y="30"/>
                                    <a:pt x="76" y="30"/>
                                  </a:cubicBezTo>
                                  <a:cubicBezTo>
                                    <a:pt x="76" y="29"/>
                                    <a:pt x="76" y="29"/>
                                    <a:pt x="76" y="29"/>
                                  </a:cubicBezTo>
                                  <a:cubicBezTo>
                                    <a:pt x="76" y="29"/>
                                    <a:pt x="77" y="29"/>
                                    <a:pt x="77" y="29"/>
                                  </a:cubicBezTo>
                                  <a:cubicBezTo>
                                    <a:pt x="77" y="29"/>
                                    <a:pt x="77" y="29"/>
                                    <a:pt x="77" y="29"/>
                                  </a:cubicBezTo>
                                  <a:cubicBezTo>
                                    <a:pt x="77" y="30"/>
                                    <a:pt x="77" y="30"/>
                                    <a:pt x="77" y="30"/>
                                  </a:cubicBezTo>
                                  <a:cubicBezTo>
                                    <a:pt x="77" y="30"/>
                                    <a:pt x="78" y="30"/>
                                    <a:pt x="78" y="30"/>
                                  </a:cubicBezTo>
                                  <a:cubicBezTo>
                                    <a:pt x="78" y="30"/>
                                    <a:pt x="78" y="31"/>
                                    <a:pt x="78" y="31"/>
                                  </a:cubicBezTo>
                                  <a:cubicBezTo>
                                    <a:pt x="79" y="30"/>
                                    <a:pt x="79" y="30"/>
                                    <a:pt x="79" y="30"/>
                                  </a:cubicBezTo>
                                  <a:cubicBezTo>
                                    <a:pt x="79" y="30"/>
                                    <a:pt x="79" y="30"/>
                                    <a:pt x="79" y="30"/>
                                  </a:cubicBezTo>
                                  <a:cubicBezTo>
                                    <a:pt x="79" y="31"/>
                                    <a:pt x="79" y="31"/>
                                    <a:pt x="79" y="31"/>
                                  </a:cubicBezTo>
                                  <a:cubicBezTo>
                                    <a:pt x="79" y="31"/>
                                    <a:pt x="80" y="30"/>
                                    <a:pt x="80" y="30"/>
                                  </a:cubicBezTo>
                                  <a:cubicBezTo>
                                    <a:pt x="80" y="30"/>
                                    <a:pt x="80" y="30"/>
                                    <a:pt x="80" y="30"/>
                                  </a:cubicBezTo>
                                  <a:cubicBezTo>
                                    <a:pt x="78" y="27"/>
                                    <a:pt x="78" y="27"/>
                                    <a:pt x="78" y="27"/>
                                  </a:cubicBezTo>
                                  <a:cubicBezTo>
                                    <a:pt x="77" y="27"/>
                                    <a:pt x="77" y="27"/>
                                    <a:pt x="77" y="27"/>
                                  </a:cubicBezTo>
                                  <a:cubicBezTo>
                                    <a:pt x="77" y="27"/>
                                    <a:pt x="77" y="27"/>
                                    <a:pt x="77" y="27"/>
                                  </a:cubicBezTo>
                                  <a:cubicBezTo>
                                    <a:pt x="76" y="27"/>
                                    <a:pt x="76" y="27"/>
                                    <a:pt x="76" y="27"/>
                                  </a:cubicBezTo>
                                  <a:cubicBezTo>
                                    <a:pt x="76" y="27"/>
                                    <a:pt x="74" y="27"/>
                                    <a:pt x="74" y="27"/>
                                  </a:cubicBezTo>
                                  <a:cubicBezTo>
                                    <a:pt x="79" y="20"/>
                                    <a:pt x="79" y="20"/>
                                    <a:pt x="79" y="20"/>
                                  </a:cubicBezTo>
                                  <a:cubicBezTo>
                                    <a:pt x="79" y="19"/>
                                    <a:pt x="79" y="19"/>
                                    <a:pt x="79" y="19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78" y="19"/>
                                    <a:pt x="78" y="18"/>
                                    <a:pt x="78" y="18"/>
                                  </a:cubicBezTo>
                                  <a:cubicBezTo>
                                    <a:pt x="78" y="18"/>
                                    <a:pt x="78" y="18"/>
                                    <a:pt x="78" y="18"/>
                                  </a:cubicBezTo>
                                  <a:cubicBezTo>
                                    <a:pt x="78" y="18"/>
                                    <a:pt x="78" y="18"/>
                                    <a:pt x="78" y="18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8"/>
                                    <a:pt x="76" y="17"/>
                                    <a:pt x="76" y="17"/>
                                  </a:cubicBezTo>
                                  <a:cubicBezTo>
                                    <a:pt x="76" y="17"/>
                                    <a:pt x="76" y="17"/>
                                    <a:pt x="76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2" y="16"/>
                                    <a:pt x="72" y="16"/>
                                    <a:pt x="72" y="16"/>
                                  </a:cubicBezTo>
                                  <a:cubicBezTo>
                                    <a:pt x="72" y="16"/>
                                    <a:pt x="72" y="16"/>
                                    <a:pt x="72" y="16"/>
                                  </a:cubicBezTo>
                                  <a:cubicBezTo>
                                    <a:pt x="72" y="17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0" y="17"/>
                                    <a:pt x="70" y="17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69" y="17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8" y="16"/>
                                    <a:pt x="67" y="16"/>
                                    <a:pt x="67" y="16"/>
                                  </a:cubicBezTo>
                                  <a:cubicBezTo>
                                    <a:pt x="67" y="15"/>
                                    <a:pt x="67" y="15"/>
                                    <a:pt x="67" y="15"/>
                                  </a:cubicBezTo>
                                  <a:cubicBezTo>
                                    <a:pt x="67" y="15"/>
                                    <a:pt x="67" y="15"/>
                                    <a:pt x="67" y="15"/>
                                  </a:cubicBezTo>
                                  <a:cubicBezTo>
                                    <a:pt x="67" y="15"/>
                                    <a:pt x="66" y="16"/>
                                    <a:pt x="66" y="16"/>
                                  </a:cubicBezTo>
                                  <a:cubicBezTo>
                                    <a:pt x="66" y="16"/>
                                    <a:pt x="66" y="17"/>
                                    <a:pt x="66" y="17"/>
                                  </a:cubicBezTo>
                                  <a:cubicBezTo>
                                    <a:pt x="66" y="17"/>
                                    <a:pt x="65" y="17"/>
                                    <a:pt x="65" y="17"/>
                                  </a:cubicBezTo>
                                  <a:cubicBezTo>
                                    <a:pt x="65" y="17"/>
                                    <a:pt x="65" y="16"/>
                                    <a:pt x="65" y="16"/>
                                  </a:cubicBezTo>
                                  <a:cubicBezTo>
                                    <a:pt x="65" y="16"/>
                                    <a:pt x="65" y="17"/>
                                    <a:pt x="65" y="17"/>
                                  </a:cubicBezTo>
                                  <a:cubicBezTo>
                                    <a:pt x="65" y="17"/>
                                    <a:pt x="65" y="17"/>
                                    <a:pt x="65" y="17"/>
                                  </a:cubicBezTo>
                                  <a:cubicBezTo>
                                    <a:pt x="64" y="17"/>
                                    <a:pt x="64" y="17"/>
                                    <a:pt x="64" y="17"/>
                                  </a:cubicBezTo>
                                  <a:cubicBezTo>
                                    <a:pt x="64" y="17"/>
                                    <a:pt x="64" y="17"/>
                                    <a:pt x="64" y="17"/>
                                  </a:cubicBezTo>
                                  <a:cubicBezTo>
                                    <a:pt x="64" y="17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3" y="17"/>
                                    <a:pt x="62" y="17"/>
                                  </a:cubicBezTo>
                                  <a:cubicBezTo>
                                    <a:pt x="62" y="17"/>
                                    <a:pt x="62" y="16"/>
                                    <a:pt x="61" y="16"/>
                                  </a:cubicBezTo>
                                  <a:cubicBezTo>
                                    <a:pt x="61" y="17"/>
                                    <a:pt x="61" y="17"/>
                                    <a:pt x="61" y="17"/>
                                  </a:cubicBezTo>
                                  <a:cubicBezTo>
                                    <a:pt x="61" y="17"/>
                                    <a:pt x="60" y="17"/>
                                    <a:pt x="60" y="17"/>
                                  </a:cubicBezTo>
                                  <a:cubicBezTo>
                                    <a:pt x="60" y="17"/>
                                    <a:pt x="60" y="17"/>
                                    <a:pt x="60" y="17"/>
                                  </a:cubicBezTo>
                                  <a:cubicBezTo>
                                    <a:pt x="60" y="17"/>
                                    <a:pt x="59" y="17"/>
                                    <a:pt x="59" y="17"/>
                                  </a:cubicBezTo>
                                  <a:cubicBezTo>
                                    <a:pt x="59" y="17"/>
                                    <a:pt x="59" y="17"/>
                                    <a:pt x="59" y="17"/>
                                  </a:cubicBezTo>
                                  <a:cubicBezTo>
                                    <a:pt x="59" y="17"/>
                                    <a:pt x="58" y="16"/>
                                    <a:pt x="58" y="16"/>
                                  </a:cubicBezTo>
                                  <a:cubicBezTo>
                                    <a:pt x="58" y="16"/>
                                    <a:pt x="58" y="17"/>
                                    <a:pt x="58" y="17"/>
                                  </a:cubicBezTo>
                                  <a:cubicBezTo>
                                    <a:pt x="58" y="16"/>
                                    <a:pt x="57" y="16"/>
                                    <a:pt x="57" y="16"/>
                                  </a:cubicBezTo>
                                  <a:cubicBezTo>
                                    <a:pt x="57" y="16"/>
                                    <a:pt x="57" y="16"/>
                                    <a:pt x="57" y="15"/>
                                  </a:cubicBezTo>
                                  <a:cubicBezTo>
                                    <a:pt x="57" y="15"/>
                                    <a:pt x="58" y="15"/>
                                    <a:pt x="58" y="15"/>
                                  </a:cubicBezTo>
                                  <a:cubicBezTo>
                                    <a:pt x="58" y="15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3"/>
                                    <a:pt x="58" y="13"/>
                                  </a:cubicBezTo>
                                  <a:cubicBezTo>
                                    <a:pt x="58" y="13"/>
                                    <a:pt x="57" y="13"/>
                                    <a:pt x="57" y="13"/>
                                  </a:cubicBezTo>
                                  <a:cubicBezTo>
                                    <a:pt x="57" y="13"/>
                                    <a:pt x="57" y="12"/>
                                    <a:pt x="57" y="12"/>
                                  </a:cubicBezTo>
                                  <a:cubicBezTo>
                                    <a:pt x="56" y="13"/>
                                    <a:pt x="56" y="13"/>
                                    <a:pt x="56" y="13"/>
                                  </a:cubicBezTo>
                                  <a:cubicBezTo>
                                    <a:pt x="56" y="13"/>
                                    <a:pt x="56" y="13"/>
                                    <a:pt x="56" y="13"/>
                                  </a:cubicBezTo>
                                  <a:cubicBezTo>
                                    <a:pt x="56" y="13"/>
                                    <a:pt x="55" y="13"/>
                                    <a:pt x="55" y="12"/>
                                  </a:cubicBezTo>
                                  <a:cubicBezTo>
                                    <a:pt x="55" y="12"/>
                                    <a:pt x="55" y="12"/>
                                    <a:pt x="55" y="12"/>
                                  </a:cubicBezTo>
                                  <a:cubicBezTo>
                                    <a:pt x="55" y="11"/>
                                    <a:pt x="55" y="11"/>
                                    <a:pt x="55" y="11"/>
                                  </a:cubicBezTo>
                                  <a:cubicBezTo>
                                    <a:pt x="55" y="11"/>
                                    <a:pt x="54" y="10"/>
                                    <a:pt x="54" y="10"/>
                                  </a:cubicBezTo>
                                  <a:cubicBezTo>
                                    <a:pt x="54" y="10"/>
                                    <a:pt x="54" y="10"/>
                                    <a:pt x="54" y="10"/>
                                  </a:cubicBezTo>
                                  <a:cubicBezTo>
                                    <a:pt x="54" y="9"/>
                                    <a:pt x="54" y="9"/>
                                    <a:pt x="54" y="9"/>
                                  </a:cubicBezTo>
                                  <a:cubicBezTo>
                                    <a:pt x="54" y="9"/>
                                    <a:pt x="54" y="8"/>
                                    <a:pt x="54" y="8"/>
                                  </a:cubicBezTo>
                                  <a:cubicBezTo>
                                    <a:pt x="54" y="8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2" y="9"/>
                                    <a:pt x="52" y="9"/>
                                  </a:cubicBezTo>
                                  <a:cubicBezTo>
                                    <a:pt x="52" y="9"/>
                                    <a:pt x="52" y="8"/>
                                    <a:pt x="52" y="8"/>
                                  </a:cubicBezTo>
                                  <a:cubicBezTo>
                                    <a:pt x="52" y="8"/>
                                    <a:pt x="51" y="7"/>
                                    <a:pt x="51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0" y="7"/>
                                    <a:pt x="50" y="7"/>
                                    <a:pt x="49" y="7"/>
                                  </a:cubicBezTo>
                                  <a:cubicBezTo>
                                    <a:pt x="49" y="7"/>
                                    <a:pt x="49" y="7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5"/>
                                    <a:pt x="49" y="5"/>
                                    <a:pt x="49" y="5"/>
                                  </a:cubicBezTo>
                                  <a:cubicBezTo>
                                    <a:pt x="49" y="5"/>
                                    <a:pt x="49" y="5"/>
                                    <a:pt x="49" y="5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1"/>
                                    <a:pt x="46" y="1"/>
                                    <a:pt x="46" y="1"/>
                                  </a:cubicBezTo>
                                  <a:cubicBezTo>
                                    <a:pt x="45" y="1"/>
                                    <a:pt x="45" y="1"/>
                                    <a:pt x="45" y="1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2"/>
                                    <a:pt x="44" y="1"/>
                                    <a:pt x="44" y="1"/>
                                  </a:cubicBezTo>
                                  <a:cubicBezTo>
                                    <a:pt x="43" y="0"/>
                                    <a:pt x="43" y="0"/>
                                    <a:pt x="43" y="0"/>
                                  </a:cubicBezTo>
                                  <a:cubicBezTo>
                                    <a:pt x="42" y="1"/>
                                    <a:pt x="42" y="1"/>
                                    <a:pt x="42" y="1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40" y="1"/>
                                    <a:pt x="40" y="1"/>
                                    <a:pt x="40" y="1"/>
                                  </a:cubicBezTo>
                                  <a:cubicBezTo>
                                    <a:pt x="40" y="1"/>
                                    <a:pt x="40" y="1"/>
                                    <a:pt x="40" y="1"/>
                                  </a:cubicBezTo>
                                  <a:cubicBezTo>
                                    <a:pt x="40" y="1"/>
                                    <a:pt x="41" y="2"/>
                                    <a:pt x="41" y="2"/>
                                  </a:cubicBezTo>
                                  <a:cubicBezTo>
                                    <a:pt x="41" y="2"/>
                                    <a:pt x="41" y="3"/>
                                    <a:pt x="42" y="3"/>
                                  </a:cubicBezTo>
                                  <a:cubicBezTo>
                                    <a:pt x="42" y="3"/>
                                    <a:pt x="43" y="4"/>
                                    <a:pt x="43" y="4"/>
                                  </a:cubicBezTo>
                                  <a:cubicBezTo>
                                    <a:pt x="42" y="5"/>
                                    <a:pt x="42" y="5"/>
                                    <a:pt x="42" y="5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2" y="6"/>
                                    <a:pt x="42" y="6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3" y="18"/>
                                    <a:pt x="33" y="18"/>
                                    <a:pt x="33" y="18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4" y="21"/>
                                    <a:pt x="24" y="21"/>
                                    <a:pt x="24" y="21"/>
                                  </a:cubicBezTo>
                                  <a:cubicBezTo>
                                    <a:pt x="22" y="23"/>
                                    <a:pt x="22" y="23"/>
                                    <a:pt x="22" y="23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20" y="26"/>
                                    <a:pt x="20" y="26"/>
                                  </a:cubicBezTo>
                                  <a:cubicBezTo>
                                    <a:pt x="20" y="27"/>
                                    <a:pt x="20" y="27"/>
                                    <a:pt x="20" y="27"/>
                                  </a:cubicBezTo>
                                  <a:cubicBezTo>
                                    <a:pt x="20" y="27"/>
                                    <a:pt x="19" y="28"/>
                                    <a:pt x="19" y="28"/>
                                  </a:cubicBezTo>
                                  <a:cubicBezTo>
                                    <a:pt x="19" y="28"/>
                                    <a:pt x="19" y="29"/>
                                    <a:pt x="19" y="29"/>
                                  </a:cubicBezTo>
                                  <a:cubicBezTo>
                                    <a:pt x="19" y="29"/>
                                    <a:pt x="19" y="30"/>
                                    <a:pt x="19" y="30"/>
                                  </a:cubicBezTo>
                                  <a:cubicBezTo>
                                    <a:pt x="18" y="30"/>
                                    <a:pt x="19" y="30"/>
                                    <a:pt x="19" y="30"/>
                                  </a:cubicBezTo>
                                  <a:cubicBezTo>
                                    <a:pt x="19" y="31"/>
                                    <a:pt x="19" y="31"/>
                                    <a:pt x="19" y="31"/>
                                  </a:cubicBezTo>
                                  <a:cubicBezTo>
                                    <a:pt x="19" y="31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7" y="33"/>
                                    <a:pt x="17" y="33"/>
                                  </a:cubicBezTo>
                                  <a:cubicBezTo>
                                    <a:pt x="17" y="33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2"/>
                                    <a:pt x="13" y="32"/>
                                  </a:cubicBezTo>
                                  <a:cubicBezTo>
                                    <a:pt x="13" y="32"/>
                                    <a:pt x="12" y="32"/>
                                    <a:pt x="12" y="31"/>
                                  </a:cubicBezTo>
                                  <a:cubicBezTo>
                                    <a:pt x="12" y="31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9" y="31"/>
                                    <a:pt x="9" y="31"/>
                                  </a:cubicBezTo>
                                  <a:cubicBezTo>
                                    <a:pt x="9" y="31"/>
                                    <a:pt x="8" y="30"/>
                                    <a:pt x="8" y="30"/>
                                  </a:cubicBezTo>
                                  <a:cubicBezTo>
                                    <a:pt x="8" y="30"/>
                                    <a:pt x="7" y="31"/>
                                    <a:pt x="7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7" y="30"/>
                                    <a:pt x="7" y="30"/>
                                    <a:pt x="7" y="30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4"/>
                                    <a:pt x="7" y="24"/>
                                    <a:pt x="7" y="24"/>
                                  </a:cubicBezTo>
                                  <a:cubicBezTo>
                                    <a:pt x="7" y="24"/>
                                    <a:pt x="7" y="25"/>
                                    <a:pt x="6" y="25"/>
                                  </a:cubicBezTo>
                                  <a:cubicBezTo>
                                    <a:pt x="6" y="25"/>
                                    <a:pt x="5" y="25"/>
                                    <a:pt x="5" y="26"/>
                                  </a:cubicBezTo>
                                  <a:cubicBezTo>
                                    <a:pt x="5" y="26"/>
                                    <a:pt x="4" y="26"/>
                                    <a:pt x="4" y="27"/>
                                  </a:cubicBezTo>
                                  <a:cubicBezTo>
                                    <a:pt x="4" y="27"/>
                                    <a:pt x="3" y="28"/>
                                    <a:pt x="3" y="28"/>
                                  </a:cubicBezTo>
                                  <a:cubicBezTo>
                                    <a:pt x="3" y="28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2" y="30"/>
                                    <a:pt x="1" y="30"/>
                                  </a:cubicBezTo>
                                  <a:cubicBezTo>
                                    <a:pt x="1" y="30"/>
                                    <a:pt x="1" y="30"/>
                                    <a:pt x="1" y="30"/>
                                  </a:cubicBezTo>
                                  <a:cubicBezTo>
                                    <a:pt x="1" y="30"/>
                                    <a:pt x="1" y="31"/>
                                    <a:pt x="1" y="31"/>
                                  </a:cubicBezTo>
                                  <a:cubicBezTo>
                                    <a:pt x="1" y="31"/>
                                    <a:pt x="1" y="31"/>
                                    <a:pt x="0" y="31"/>
                                  </a:cubicBezTo>
                                  <a:cubicBezTo>
                                    <a:pt x="0" y="31"/>
                                    <a:pt x="0" y="32"/>
                                    <a:pt x="0" y="32"/>
                                  </a:cubicBezTo>
                                  <a:cubicBezTo>
                                    <a:pt x="0" y="32"/>
                                    <a:pt x="0" y="32"/>
                                    <a:pt x="0" y="33"/>
                                  </a:cubicBezTo>
                                  <a:cubicBezTo>
                                    <a:pt x="0" y="33"/>
                                    <a:pt x="0" y="33"/>
                                    <a:pt x="0" y="33"/>
                                  </a:cubicBezTo>
                                  <a:cubicBezTo>
                                    <a:pt x="0" y="33"/>
                                    <a:pt x="0" y="34"/>
                                    <a:pt x="1" y="34"/>
                                  </a:cubicBezTo>
                                  <a:cubicBezTo>
                                    <a:pt x="1" y="34"/>
                                    <a:pt x="1" y="35"/>
                                    <a:pt x="2" y="35"/>
                                  </a:cubicBezTo>
                                  <a:cubicBezTo>
                                    <a:pt x="2" y="35"/>
                                    <a:pt x="2" y="36"/>
                                    <a:pt x="2" y="36"/>
                                  </a:cubicBezTo>
                                  <a:cubicBezTo>
                                    <a:pt x="2" y="36"/>
                                    <a:pt x="1" y="36"/>
                                    <a:pt x="1" y="36"/>
                                  </a:cubicBezTo>
                                  <a:cubicBezTo>
                                    <a:pt x="1" y="36"/>
                                    <a:pt x="1" y="37"/>
                                    <a:pt x="1" y="37"/>
                                  </a:cubicBezTo>
                                  <a:cubicBezTo>
                                    <a:pt x="1" y="37"/>
                                    <a:pt x="2" y="38"/>
                                    <a:pt x="2" y="38"/>
                                  </a:cubicBezTo>
                                  <a:cubicBezTo>
                                    <a:pt x="2" y="39"/>
                                    <a:pt x="3" y="39"/>
                                    <a:pt x="3" y="39"/>
                                  </a:cubicBezTo>
                                  <a:cubicBezTo>
                                    <a:pt x="3" y="39"/>
                                    <a:pt x="3" y="40"/>
                                    <a:pt x="3" y="40"/>
                                  </a:cubicBezTo>
                                  <a:cubicBezTo>
                                    <a:pt x="3" y="40"/>
                                    <a:pt x="3" y="41"/>
                                    <a:pt x="3" y="41"/>
                                  </a:cubicBezTo>
                                  <a:cubicBezTo>
                                    <a:pt x="3" y="41"/>
                                    <a:pt x="2" y="41"/>
                                    <a:pt x="2" y="41"/>
                                  </a:cubicBezTo>
                                  <a:cubicBezTo>
                                    <a:pt x="2" y="41"/>
                                    <a:pt x="1" y="41"/>
                                    <a:pt x="1" y="42"/>
                                  </a:cubicBezTo>
                                  <a:cubicBezTo>
                                    <a:pt x="1" y="42"/>
                                    <a:pt x="1" y="42"/>
                                    <a:pt x="1" y="42"/>
                                  </a:cubicBezTo>
                                  <a:cubicBezTo>
                                    <a:pt x="1" y="43"/>
                                    <a:pt x="2" y="43"/>
                                    <a:pt x="2" y="43"/>
                                  </a:cubicBezTo>
                                  <a:cubicBezTo>
                                    <a:pt x="2" y="43"/>
                                    <a:pt x="4" y="45"/>
                                    <a:pt x="5" y="45"/>
                                  </a:cubicBezTo>
                                  <a:cubicBezTo>
                                    <a:pt x="5" y="45"/>
                                    <a:pt x="6" y="46"/>
                                    <a:pt x="6" y="46"/>
                                  </a:cubicBezTo>
                                  <a:cubicBezTo>
                                    <a:pt x="7" y="46"/>
                                    <a:pt x="8" y="47"/>
                                    <a:pt x="8" y="47"/>
                                  </a:cubicBezTo>
                                  <a:cubicBezTo>
                                    <a:pt x="8" y="47"/>
                                    <a:pt x="9" y="48"/>
                                    <a:pt x="9" y="48"/>
                                  </a:cubicBezTo>
                                  <a:cubicBezTo>
                                    <a:pt x="9" y="48"/>
                                    <a:pt x="11" y="49"/>
                                    <a:pt x="11" y="50"/>
                                  </a:cubicBezTo>
                                  <a:cubicBezTo>
                                    <a:pt x="11" y="50"/>
                                    <a:pt x="11" y="50"/>
                                    <a:pt x="11" y="50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2" y="51"/>
                                    <a:pt x="12" y="52"/>
                                    <a:pt x="12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3" y="54"/>
                                    <a:pt x="13" y="54"/>
                                    <a:pt x="13" y="54"/>
                                  </a:cubicBezTo>
                                  <a:cubicBezTo>
                                    <a:pt x="13" y="54"/>
                                    <a:pt x="13" y="54"/>
                                    <a:pt x="13" y="55"/>
                                  </a:cubicBezTo>
                                  <a:cubicBezTo>
                                    <a:pt x="13" y="55"/>
                                    <a:pt x="14" y="56"/>
                                    <a:pt x="14" y="56"/>
                                  </a:cubicBezTo>
                                  <a:cubicBezTo>
                                    <a:pt x="14" y="56"/>
                                    <a:pt x="16" y="58"/>
                                    <a:pt x="16" y="58"/>
                                  </a:cubicBezTo>
                                  <a:cubicBezTo>
                                    <a:pt x="16" y="59"/>
                                    <a:pt x="17" y="59"/>
                                    <a:pt x="17" y="60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7" y="60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2"/>
                                    <a:pt x="18" y="62"/>
                                  </a:cubicBezTo>
                                  <a:cubicBezTo>
                                    <a:pt x="18" y="62"/>
                                    <a:pt x="18" y="62"/>
                                    <a:pt x="18" y="62"/>
                                  </a:cubicBezTo>
                                  <a:cubicBezTo>
                                    <a:pt x="18" y="63"/>
                                    <a:pt x="19" y="63"/>
                                    <a:pt x="19" y="63"/>
                                  </a:cubicBezTo>
                                  <a:cubicBezTo>
                                    <a:pt x="19" y="63"/>
                                    <a:pt x="19" y="64"/>
                                    <a:pt x="19" y="64"/>
                                  </a:cubicBezTo>
                                  <a:cubicBezTo>
                                    <a:pt x="19" y="64"/>
                                    <a:pt x="19" y="65"/>
                                    <a:pt x="19" y="65"/>
                                  </a:cubicBezTo>
                                  <a:cubicBezTo>
                                    <a:pt x="20" y="65"/>
                                    <a:pt x="20" y="66"/>
                                    <a:pt x="20" y="66"/>
                                  </a:cubicBezTo>
                                  <a:cubicBezTo>
                                    <a:pt x="20" y="66"/>
                                    <a:pt x="20" y="66"/>
                                    <a:pt x="20" y="67"/>
                                  </a:cubicBezTo>
                                  <a:cubicBezTo>
                                    <a:pt x="20" y="67"/>
                                    <a:pt x="20" y="67"/>
                                    <a:pt x="20" y="67"/>
                                  </a:cubicBezTo>
                                  <a:cubicBezTo>
                                    <a:pt x="20" y="68"/>
                                    <a:pt x="21" y="68"/>
                                    <a:pt x="21" y="68"/>
                                  </a:cubicBezTo>
                                  <a:cubicBezTo>
                                    <a:pt x="21" y="68"/>
                                    <a:pt x="21" y="69"/>
                                    <a:pt x="21" y="69"/>
                                  </a:cubicBezTo>
                                  <a:cubicBezTo>
                                    <a:pt x="21" y="69"/>
                                    <a:pt x="22" y="69"/>
                                    <a:pt x="22" y="69"/>
                                  </a:cubicBezTo>
                                  <a:cubicBezTo>
                                    <a:pt x="22" y="70"/>
                                    <a:pt x="22" y="70"/>
                                    <a:pt x="22" y="70"/>
                                  </a:cubicBezTo>
                                  <a:cubicBezTo>
                                    <a:pt x="22" y="71"/>
                                    <a:pt x="22" y="71"/>
                                    <a:pt x="22" y="71"/>
                                  </a:cubicBezTo>
                                  <a:cubicBezTo>
                                    <a:pt x="22" y="72"/>
                                    <a:pt x="22" y="72"/>
                                    <a:pt x="22" y="72"/>
                                  </a:cubicBezTo>
                                  <a:cubicBezTo>
                                    <a:pt x="23" y="72"/>
                                    <a:pt x="23" y="72"/>
                                    <a:pt x="23" y="73"/>
                                  </a:cubicBezTo>
                                  <a:cubicBezTo>
                                    <a:pt x="23" y="73"/>
                                    <a:pt x="23" y="73"/>
                                    <a:pt x="23" y="74"/>
                                  </a:cubicBezTo>
                                  <a:cubicBezTo>
                                    <a:pt x="23" y="74"/>
                                    <a:pt x="23" y="74"/>
                                    <a:pt x="24" y="74"/>
                                  </a:cubicBezTo>
                                  <a:cubicBezTo>
                                    <a:pt x="24" y="75"/>
                                    <a:pt x="24" y="75"/>
                                    <a:pt x="24" y="75"/>
                                  </a:cubicBezTo>
                                  <a:cubicBezTo>
                                    <a:pt x="24" y="76"/>
                                    <a:pt x="25" y="76"/>
                                    <a:pt x="25" y="76"/>
                                  </a:cubicBezTo>
                                  <a:cubicBezTo>
                                    <a:pt x="25" y="76"/>
                                    <a:pt x="26" y="78"/>
                                    <a:pt x="26" y="78"/>
                                  </a:cubicBezTo>
                                  <a:cubicBezTo>
                                    <a:pt x="26" y="79"/>
                                    <a:pt x="26" y="80"/>
                                    <a:pt x="26" y="80"/>
                                  </a:cubicBezTo>
                                  <a:cubicBezTo>
                                    <a:pt x="26" y="80"/>
                                    <a:pt x="26" y="81"/>
                                    <a:pt x="27" y="81"/>
                                  </a:cubicBezTo>
                                  <a:cubicBezTo>
                                    <a:pt x="27" y="81"/>
                                    <a:pt x="28" y="81"/>
                                    <a:pt x="28" y="82"/>
                                  </a:cubicBezTo>
                                  <a:cubicBezTo>
                                    <a:pt x="28" y="82"/>
                                    <a:pt x="29" y="83"/>
                                    <a:pt x="29" y="83"/>
                                  </a:cubicBezTo>
                                  <a:cubicBezTo>
                                    <a:pt x="29" y="83"/>
                                    <a:pt x="29" y="84"/>
                                    <a:pt x="29" y="84"/>
                                  </a:cubicBezTo>
                                  <a:cubicBezTo>
                                    <a:pt x="29" y="84"/>
                                    <a:pt x="29" y="86"/>
                                    <a:pt x="29" y="86"/>
                                  </a:cubicBezTo>
                                  <a:cubicBezTo>
                                    <a:pt x="29" y="86"/>
                                    <a:pt x="30" y="87"/>
                                    <a:pt x="31" y="87"/>
                                  </a:cubicBezTo>
                                  <a:cubicBezTo>
                                    <a:pt x="31" y="87"/>
                                    <a:pt x="31" y="88"/>
                                    <a:pt x="32" y="88"/>
                                  </a:cubicBezTo>
                                  <a:cubicBezTo>
                                    <a:pt x="32" y="88"/>
                                    <a:pt x="32" y="89"/>
                                    <a:pt x="32" y="89"/>
                                  </a:cubicBezTo>
                                  <a:cubicBezTo>
                                    <a:pt x="32" y="89"/>
                                    <a:pt x="32" y="89"/>
                                    <a:pt x="32" y="89"/>
                                  </a:cubicBezTo>
                                  <a:cubicBezTo>
                                    <a:pt x="32" y="90"/>
                                    <a:pt x="33" y="90"/>
                                    <a:pt x="33" y="90"/>
                                  </a:cubicBezTo>
                                  <a:cubicBezTo>
                                    <a:pt x="33" y="90"/>
                                    <a:pt x="33" y="91"/>
                                    <a:pt x="33" y="91"/>
                                  </a:cubicBezTo>
                                  <a:cubicBezTo>
                                    <a:pt x="33" y="91"/>
                                    <a:pt x="33" y="91"/>
                                    <a:pt x="34" y="91"/>
                                  </a:cubicBezTo>
                                  <a:cubicBezTo>
                                    <a:pt x="34" y="91"/>
                                    <a:pt x="34" y="92"/>
                                    <a:pt x="34" y="92"/>
                                  </a:cubicBezTo>
                                  <a:cubicBezTo>
                                    <a:pt x="34" y="92"/>
                                    <a:pt x="34" y="93"/>
                                    <a:pt x="34" y="93"/>
                                  </a:cubicBezTo>
                                  <a:cubicBezTo>
                                    <a:pt x="34" y="93"/>
                                    <a:pt x="35" y="94"/>
                                    <a:pt x="35" y="94"/>
                                  </a:cubicBezTo>
                                  <a:cubicBezTo>
                                    <a:pt x="35" y="94"/>
                                    <a:pt x="35" y="94"/>
                                    <a:pt x="35" y="95"/>
                                  </a:cubicBezTo>
                                  <a:cubicBezTo>
                                    <a:pt x="36" y="95"/>
                                    <a:pt x="36" y="95"/>
                                    <a:pt x="36" y="95"/>
                                  </a:cubicBezTo>
                                  <a:cubicBezTo>
                                    <a:pt x="36" y="96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6" y="97"/>
                                    <a:pt x="36" y="97"/>
                                  </a:cubicBezTo>
                                  <a:cubicBezTo>
                                    <a:pt x="36" y="97"/>
                                    <a:pt x="36" y="97"/>
                                    <a:pt x="36" y="98"/>
                                  </a:cubicBezTo>
                                  <a:cubicBezTo>
                                    <a:pt x="36" y="98"/>
                                    <a:pt x="36" y="98"/>
                                    <a:pt x="36" y="98"/>
                                  </a:cubicBezTo>
                                  <a:cubicBezTo>
                                    <a:pt x="35" y="98"/>
                                    <a:pt x="35" y="98"/>
                                    <a:pt x="35" y="98"/>
                                  </a:cubicBezTo>
                                  <a:cubicBezTo>
                                    <a:pt x="35" y="98"/>
                                    <a:pt x="35" y="99"/>
                                    <a:pt x="35" y="99"/>
                                  </a:cubicBezTo>
                                  <a:cubicBezTo>
                                    <a:pt x="35" y="99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2"/>
                                    <a:pt x="36" y="102"/>
                                  </a:cubicBezTo>
                                  <a:cubicBezTo>
                                    <a:pt x="37" y="102"/>
                                    <a:pt x="37" y="102"/>
                                    <a:pt x="37" y="103"/>
                                  </a:cubicBezTo>
                                  <a:cubicBezTo>
                                    <a:pt x="37" y="103"/>
                                    <a:pt x="38" y="103"/>
                                    <a:pt x="38" y="104"/>
                                  </a:cubicBezTo>
                                  <a:cubicBezTo>
                                    <a:pt x="38" y="104"/>
                                    <a:pt x="38" y="104"/>
                                    <a:pt x="38" y="105"/>
                                  </a:cubicBezTo>
                                  <a:cubicBezTo>
                                    <a:pt x="38" y="105"/>
                                    <a:pt x="39" y="105"/>
                                    <a:pt x="39" y="105"/>
                                  </a:cubicBezTo>
                                  <a:cubicBezTo>
                                    <a:pt x="39" y="105"/>
                                    <a:pt x="40" y="106"/>
                                    <a:pt x="41" y="106"/>
                                  </a:cubicBezTo>
                                  <a:cubicBezTo>
                                    <a:pt x="41" y="107"/>
                                    <a:pt x="41" y="107"/>
                                    <a:pt x="41" y="107"/>
                                  </a:cubicBezTo>
                                  <a:cubicBezTo>
                                    <a:pt x="41" y="107"/>
                                    <a:pt x="42" y="108"/>
                                    <a:pt x="42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8"/>
                                  </a:cubicBezTo>
                                  <a:cubicBezTo>
                                    <a:pt x="42" y="108"/>
                                    <a:pt x="43" y="109"/>
                                    <a:pt x="43" y="109"/>
                                  </a:cubicBezTo>
                                  <a:cubicBezTo>
                                    <a:pt x="43" y="109"/>
                                    <a:pt x="43" y="110"/>
                                    <a:pt x="44" y="110"/>
                                  </a:cubicBezTo>
                                  <a:cubicBezTo>
                                    <a:pt x="44" y="110"/>
                                    <a:pt x="46" y="111"/>
                                    <a:pt x="46" y="112"/>
                                  </a:cubicBezTo>
                                  <a:cubicBezTo>
                                    <a:pt x="47" y="112"/>
                                    <a:pt x="48" y="112"/>
                                    <a:pt x="48" y="112"/>
                                  </a:cubicBezTo>
                                  <a:cubicBezTo>
                                    <a:pt x="48" y="112"/>
                                    <a:pt x="48" y="113"/>
                                    <a:pt x="49" y="113"/>
                                  </a:cubicBezTo>
                                  <a:cubicBezTo>
                                    <a:pt x="49" y="113"/>
                                    <a:pt x="49" y="113"/>
                                    <a:pt x="50" y="114"/>
                                  </a:cubicBezTo>
                                  <a:cubicBezTo>
                                    <a:pt x="50" y="114"/>
                                    <a:pt x="51" y="114"/>
                                    <a:pt x="51" y="114"/>
                                  </a:cubicBezTo>
                                  <a:cubicBezTo>
                                    <a:pt x="51" y="115"/>
                                    <a:pt x="52" y="115"/>
                                    <a:pt x="52" y="115"/>
                                  </a:cubicBezTo>
                                  <a:cubicBezTo>
                                    <a:pt x="53" y="116"/>
                                    <a:pt x="53" y="116"/>
                                    <a:pt x="54" y="116"/>
                                  </a:cubicBezTo>
                                  <a:cubicBezTo>
                                    <a:pt x="54" y="116"/>
                                    <a:pt x="55" y="117"/>
                                    <a:pt x="56" y="117"/>
                                  </a:cubicBezTo>
                                  <a:cubicBezTo>
                                    <a:pt x="57" y="117"/>
                                    <a:pt x="57" y="117"/>
                                    <a:pt x="58" y="118"/>
                                  </a:cubicBezTo>
                                  <a:cubicBezTo>
                                    <a:pt x="58" y="118"/>
                                    <a:pt x="59" y="118"/>
                                    <a:pt x="59" y="118"/>
                                  </a:cubicBezTo>
                                  <a:cubicBezTo>
                                    <a:pt x="60" y="119"/>
                                    <a:pt x="60" y="119"/>
                                    <a:pt x="60" y="119"/>
                                  </a:cubicBezTo>
                                  <a:cubicBezTo>
                                    <a:pt x="61" y="119"/>
                                    <a:pt x="61" y="119"/>
                                    <a:pt x="62" y="119"/>
                                  </a:cubicBezTo>
                                  <a:cubicBezTo>
                                    <a:pt x="62" y="120"/>
                                    <a:pt x="62" y="120"/>
                                    <a:pt x="63" y="120"/>
                                  </a:cubicBezTo>
                                  <a:cubicBezTo>
                                    <a:pt x="63" y="120"/>
                                    <a:pt x="64" y="121"/>
                                    <a:pt x="64" y="121"/>
                                  </a:cubicBezTo>
                                  <a:cubicBezTo>
                                    <a:pt x="65" y="121"/>
                                    <a:pt x="65" y="122"/>
                                    <a:pt x="65" y="122"/>
                                  </a:cubicBezTo>
                                  <a:cubicBezTo>
                                    <a:pt x="66" y="122"/>
                                    <a:pt x="66" y="122"/>
                                    <a:pt x="66" y="123"/>
                                  </a:cubicBezTo>
                                  <a:cubicBezTo>
                                    <a:pt x="67" y="123"/>
                                    <a:pt x="67" y="123"/>
                                    <a:pt x="68" y="124"/>
                                  </a:cubicBezTo>
                                  <a:cubicBezTo>
                                    <a:pt x="69" y="124"/>
                                    <a:pt x="69" y="124"/>
                                    <a:pt x="69" y="124"/>
                                  </a:cubicBezTo>
                                  <a:cubicBezTo>
                                    <a:pt x="70" y="124"/>
                                    <a:pt x="70" y="125"/>
                                    <a:pt x="70" y="125"/>
                                  </a:cubicBezTo>
                                  <a:cubicBezTo>
                                    <a:pt x="70" y="126"/>
                                    <a:pt x="70" y="126"/>
                                    <a:pt x="70" y="126"/>
                                  </a:cubicBezTo>
                                  <a:cubicBezTo>
                                    <a:pt x="70" y="127"/>
                                    <a:pt x="70" y="127"/>
                                    <a:pt x="70" y="127"/>
                                  </a:cubicBezTo>
                                  <a:cubicBezTo>
                                    <a:pt x="71" y="127"/>
                                    <a:pt x="71" y="128"/>
                                    <a:pt x="72" y="128"/>
                                  </a:cubicBezTo>
                                  <a:cubicBezTo>
                                    <a:pt x="72" y="128"/>
                                    <a:pt x="73" y="128"/>
                                    <a:pt x="73" y="129"/>
                                  </a:cubicBezTo>
                                  <a:cubicBezTo>
                                    <a:pt x="73" y="129"/>
                                    <a:pt x="74" y="129"/>
                                    <a:pt x="74" y="130"/>
                                  </a:cubicBezTo>
                                  <a:cubicBezTo>
                                    <a:pt x="74" y="130"/>
                                    <a:pt x="75" y="131"/>
                                    <a:pt x="76" y="131"/>
                                  </a:cubicBezTo>
                                  <a:cubicBezTo>
                                    <a:pt x="76" y="131"/>
                                    <a:pt x="76" y="131"/>
                                    <a:pt x="77" y="131"/>
                                  </a:cubicBezTo>
                                  <a:cubicBezTo>
                                    <a:pt x="77" y="131"/>
                                    <a:pt x="77" y="132"/>
                                    <a:pt x="77" y="132"/>
                                  </a:cubicBezTo>
                                  <a:cubicBezTo>
                                    <a:pt x="77" y="131"/>
                                    <a:pt x="77" y="131"/>
                                    <a:pt x="77" y="131"/>
                                  </a:cubicBezTo>
                                  <a:cubicBezTo>
                                    <a:pt x="79" y="131"/>
                                    <a:pt x="79" y="131"/>
                                    <a:pt x="79" y="131"/>
                                  </a:cubicBezTo>
                                  <a:cubicBezTo>
                                    <a:pt x="81" y="130"/>
                                    <a:pt x="81" y="130"/>
                                    <a:pt x="81" y="130"/>
                                  </a:cubicBezTo>
                                  <a:cubicBezTo>
                                    <a:pt x="81" y="130"/>
                                    <a:pt x="81" y="129"/>
                                    <a:pt x="81" y="129"/>
                                  </a:cubicBezTo>
                                  <a:cubicBezTo>
                                    <a:pt x="81" y="129"/>
                                    <a:pt x="81" y="128"/>
                                    <a:pt x="81" y="128"/>
                                  </a:cubicBezTo>
                                  <a:cubicBezTo>
                                    <a:pt x="81" y="128"/>
                                    <a:pt x="81" y="128"/>
                                    <a:pt x="81" y="128"/>
                                  </a:cubicBezTo>
                                  <a:cubicBezTo>
                                    <a:pt x="81" y="128"/>
                                    <a:pt x="81" y="126"/>
                                    <a:pt x="81" y="126"/>
                                  </a:cubicBezTo>
                                  <a:cubicBezTo>
                                    <a:pt x="82" y="126"/>
                                    <a:pt x="82" y="126"/>
                                    <a:pt x="82" y="126"/>
                                  </a:cubicBezTo>
                                  <a:cubicBezTo>
                                    <a:pt x="82" y="126"/>
                                    <a:pt x="82" y="126"/>
                                    <a:pt x="82" y="126"/>
                                  </a:cubicBezTo>
                                  <a:cubicBezTo>
                                    <a:pt x="83" y="126"/>
                                    <a:pt x="83" y="125"/>
                                    <a:pt x="83" y="125"/>
                                  </a:cubicBezTo>
                                  <a:cubicBezTo>
                                    <a:pt x="83" y="125"/>
                                    <a:pt x="83" y="125"/>
                                    <a:pt x="83" y="125"/>
                                  </a:cubicBezTo>
                                  <a:cubicBezTo>
                                    <a:pt x="83" y="125"/>
                                    <a:pt x="84" y="124"/>
                                    <a:pt x="83" y="12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3" name="Freeform 684">
                              <a:extLst>
                                <a:ext uri="{FF2B5EF4-FFF2-40B4-BE49-F238E27FC236}">
                                  <a16:creationId xmlns:a16="http://schemas.microsoft.com/office/drawing/2014/main" id="{5CFD2A03-6646-22EC-725A-8EEB7F2BF0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02038" y="5446713"/>
                              <a:ext cx="250825" cy="261938"/>
                            </a:xfrm>
                            <a:custGeom>
                              <a:avLst/>
                              <a:gdLst>
                                <a:gd name="T0" fmla="*/ 58 w 60"/>
                                <a:gd name="T1" fmla="*/ 44 h 63"/>
                                <a:gd name="T2" fmla="*/ 60 w 60"/>
                                <a:gd name="T3" fmla="*/ 38 h 63"/>
                                <a:gd name="T4" fmla="*/ 59 w 60"/>
                                <a:gd name="T5" fmla="*/ 36 h 63"/>
                                <a:gd name="T6" fmla="*/ 54 w 60"/>
                                <a:gd name="T7" fmla="*/ 35 h 63"/>
                                <a:gd name="T8" fmla="*/ 51 w 60"/>
                                <a:gd name="T9" fmla="*/ 33 h 63"/>
                                <a:gd name="T10" fmla="*/ 50 w 60"/>
                                <a:gd name="T11" fmla="*/ 29 h 63"/>
                                <a:gd name="T12" fmla="*/ 50 w 60"/>
                                <a:gd name="T13" fmla="*/ 27 h 63"/>
                                <a:gd name="T14" fmla="*/ 50 w 60"/>
                                <a:gd name="T15" fmla="*/ 25 h 63"/>
                                <a:gd name="T16" fmla="*/ 48 w 60"/>
                                <a:gd name="T17" fmla="*/ 22 h 63"/>
                                <a:gd name="T18" fmla="*/ 45 w 60"/>
                                <a:gd name="T19" fmla="*/ 21 h 63"/>
                                <a:gd name="T20" fmla="*/ 42 w 60"/>
                                <a:gd name="T21" fmla="*/ 22 h 63"/>
                                <a:gd name="T22" fmla="*/ 37 w 60"/>
                                <a:gd name="T23" fmla="*/ 22 h 63"/>
                                <a:gd name="T24" fmla="*/ 36 w 60"/>
                                <a:gd name="T25" fmla="*/ 21 h 63"/>
                                <a:gd name="T26" fmla="*/ 33 w 60"/>
                                <a:gd name="T27" fmla="*/ 20 h 63"/>
                                <a:gd name="T28" fmla="*/ 33 w 60"/>
                                <a:gd name="T29" fmla="*/ 19 h 63"/>
                                <a:gd name="T30" fmla="*/ 34 w 60"/>
                                <a:gd name="T31" fmla="*/ 17 h 63"/>
                                <a:gd name="T32" fmla="*/ 34 w 60"/>
                                <a:gd name="T33" fmla="*/ 15 h 63"/>
                                <a:gd name="T34" fmla="*/ 35 w 60"/>
                                <a:gd name="T35" fmla="*/ 12 h 63"/>
                                <a:gd name="T36" fmla="*/ 34 w 60"/>
                                <a:gd name="T37" fmla="*/ 11 h 63"/>
                                <a:gd name="T38" fmla="*/ 33 w 60"/>
                                <a:gd name="T39" fmla="*/ 10 h 63"/>
                                <a:gd name="T40" fmla="*/ 32 w 60"/>
                                <a:gd name="T41" fmla="*/ 6 h 63"/>
                                <a:gd name="T42" fmla="*/ 32 w 60"/>
                                <a:gd name="T43" fmla="*/ 4 h 63"/>
                                <a:gd name="T44" fmla="*/ 19 w 60"/>
                                <a:gd name="T45" fmla="*/ 0 h 63"/>
                                <a:gd name="T46" fmla="*/ 3 w 60"/>
                                <a:gd name="T47" fmla="*/ 9 h 63"/>
                                <a:gd name="T48" fmla="*/ 3 w 60"/>
                                <a:gd name="T49" fmla="*/ 24 h 63"/>
                                <a:gd name="T50" fmla="*/ 5 w 60"/>
                                <a:gd name="T51" fmla="*/ 28 h 63"/>
                                <a:gd name="T52" fmla="*/ 9 w 60"/>
                                <a:gd name="T53" fmla="*/ 31 h 63"/>
                                <a:gd name="T54" fmla="*/ 12 w 60"/>
                                <a:gd name="T55" fmla="*/ 34 h 63"/>
                                <a:gd name="T56" fmla="*/ 23 w 60"/>
                                <a:gd name="T57" fmla="*/ 38 h 63"/>
                                <a:gd name="T58" fmla="*/ 30 w 60"/>
                                <a:gd name="T59" fmla="*/ 42 h 63"/>
                                <a:gd name="T60" fmla="*/ 34 w 60"/>
                                <a:gd name="T61" fmla="*/ 44 h 63"/>
                                <a:gd name="T62" fmla="*/ 35 w 60"/>
                                <a:gd name="T63" fmla="*/ 49 h 63"/>
                                <a:gd name="T64" fmla="*/ 34 w 60"/>
                                <a:gd name="T65" fmla="*/ 51 h 63"/>
                                <a:gd name="T66" fmla="*/ 32 w 60"/>
                                <a:gd name="T67" fmla="*/ 53 h 63"/>
                                <a:gd name="T68" fmla="*/ 32 w 60"/>
                                <a:gd name="T69" fmla="*/ 56 h 63"/>
                                <a:gd name="T70" fmla="*/ 31 w 60"/>
                                <a:gd name="T71" fmla="*/ 57 h 63"/>
                                <a:gd name="T72" fmla="*/ 30 w 60"/>
                                <a:gd name="T73" fmla="*/ 58 h 63"/>
                                <a:gd name="T74" fmla="*/ 29 w 60"/>
                                <a:gd name="T75" fmla="*/ 60 h 63"/>
                                <a:gd name="T76" fmla="*/ 29 w 60"/>
                                <a:gd name="T77" fmla="*/ 61 h 63"/>
                                <a:gd name="T78" fmla="*/ 40 w 60"/>
                                <a:gd name="T79" fmla="*/ 63 h 63"/>
                                <a:gd name="T80" fmla="*/ 42 w 60"/>
                                <a:gd name="T81" fmla="*/ 63 h 63"/>
                                <a:gd name="T82" fmla="*/ 44 w 60"/>
                                <a:gd name="T83" fmla="*/ 63 h 63"/>
                                <a:gd name="T84" fmla="*/ 48 w 60"/>
                                <a:gd name="T85" fmla="*/ 62 h 63"/>
                                <a:gd name="T86" fmla="*/ 50 w 60"/>
                                <a:gd name="T87" fmla="*/ 61 h 63"/>
                                <a:gd name="T88" fmla="*/ 51 w 60"/>
                                <a:gd name="T89" fmla="*/ 59 h 63"/>
                                <a:gd name="T90" fmla="*/ 54 w 60"/>
                                <a:gd name="T91" fmla="*/ 58 h 63"/>
                                <a:gd name="T92" fmla="*/ 55 w 60"/>
                                <a:gd name="T93" fmla="*/ 56 h 63"/>
                                <a:gd name="T94" fmla="*/ 57 w 60"/>
                                <a:gd name="T95" fmla="*/ 52 h 63"/>
                                <a:gd name="T96" fmla="*/ 57 w 60"/>
                                <a:gd name="T97" fmla="*/ 50 h 63"/>
                                <a:gd name="T98" fmla="*/ 57 w 60"/>
                                <a:gd name="T99" fmla="*/ 48 h 63"/>
                                <a:gd name="T100" fmla="*/ 58 w 60"/>
                                <a:gd name="T101" fmla="*/ 46 h 6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60" h="63">
                                  <a:moveTo>
                                    <a:pt x="58" y="46"/>
                                  </a:moveTo>
                                  <a:cubicBezTo>
                                    <a:pt x="58" y="46"/>
                                    <a:pt x="58" y="45"/>
                                    <a:pt x="58" y="45"/>
                                  </a:cubicBezTo>
                                  <a:cubicBezTo>
                                    <a:pt x="58" y="45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8" y="43"/>
                                    <a:pt x="58" y="43"/>
                                  </a:cubicBezTo>
                                  <a:cubicBezTo>
                                    <a:pt x="58" y="43"/>
                                    <a:pt x="59" y="40"/>
                                    <a:pt x="59" y="39"/>
                                  </a:cubicBezTo>
                                  <a:cubicBezTo>
                                    <a:pt x="59" y="39"/>
                                    <a:pt x="60" y="38"/>
                                    <a:pt x="60" y="38"/>
                                  </a:cubicBezTo>
                                  <a:cubicBezTo>
                                    <a:pt x="60" y="38"/>
                                    <a:pt x="59" y="38"/>
                                    <a:pt x="59" y="37"/>
                                  </a:cubicBezTo>
                                  <a:cubicBezTo>
                                    <a:pt x="59" y="37"/>
                                    <a:pt x="59" y="37"/>
                                    <a:pt x="59" y="37"/>
                                  </a:cubicBezTo>
                                  <a:cubicBezTo>
                                    <a:pt x="59" y="37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7" y="34"/>
                                    <a:pt x="57" y="34"/>
                                  </a:cubicBezTo>
                                  <a:cubicBezTo>
                                    <a:pt x="54" y="35"/>
                                    <a:pt x="54" y="35"/>
                                    <a:pt x="54" y="35"/>
                                  </a:cubicBezTo>
                                  <a:cubicBezTo>
                                    <a:pt x="51" y="35"/>
                                    <a:pt x="51" y="35"/>
                                    <a:pt x="51" y="35"/>
                                  </a:cubicBezTo>
                                  <a:cubicBezTo>
                                    <a:pt x="51" y="35"/>
                                    <a:pt x="51" y="34"/>
                                    <a:pt x="51" y="34"/>
                                  </a:cubicBezTo>
                                  <a:cubicBezTo>
                                    <a:pt x="51" y="34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1" y="29"/>
                                    <a:pt x="51" y="29"/>
                                    <a:pt x="51" y="29"/>
                                  </a:cubicBezTo>
                                  <a:cubicBezTo>
                                    <a:pt x="51" y="29"/>
                                    <a:pt x="50" y="29"/>
                                    <a:pt x="50" y="29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0" y="27"/>
                                    <a:pt x="50" y="26"/>
                                    <a:pt x="50" y="26"/>
                                  </a:cubicBezTo>
                                  <a:cubicBezTo>
                                    <a:pt x="50" y="26"/>
                                    <a:pt x="50" y="26"/>
                                    <a:pt x="50" y="26"/>
                                  </a:cubicBezTo>
                                  <a:cubicBezTo>
                                    <a:pt x="50" y="26"/>
                                    <a:pt x="50" y="25"/>
                                    <a:pt x="50" y="25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3"/>
                                    <a:pt x="49" y="23"/>
                                    <a:pt x="49" y="23"/>
                                  </a:cubicBezTo>
                                  <a:cubicBezTo>
                                    <a:pt x="48" y="22"/>
                                    <a:pt x="48" y="22"/>
                                    <a:pt x="48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5" y="22"/>
                                    <a:pt x="45" y="22"/>
                                    <a:pt x="45" y="22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2" y="22"/>
                                    <a:pt x="42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0" y="22"/>
                                    <a:pt x="40" y="22"/>
                                    <a:pt x="40" y="22"/>
                                  </a:cubicBezTo>
                                  <a:cubicBezTo>
                                    <a:pt x="37" y="22"/>
                                    <a:pt x="37" y="22"/>
                                    <a:pt x="37" y="22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4" y="20"/>
                                    <a:pt x="34" y="19"/>
                                  </a:cubicBezTo>
                                  <a:cubicBezTo>
                                    <a:pt x="34" y="19"/>
                                    <a:pt x="34" y="19"/>
                                    <a:pt x="34" y="19"/>
                                  </a:cubicBezTo>
                                  <a:cubicBezTo>
                                    <a:pt x="34" y="19"/>
                                    <a:pt x="33" y="19"/>
                                    <a:pt x="33" y="19"/>
                                  </a:cubicBezTo>
                                  <a:cubicBezTo>
                                    <a:pt x="33" y="19"/>
                                    <a:pt x="34" y="19"/>
                                    <a:pt x="34" y="18"/>
                                  </a:cubicBezTo>
                                  <a:cubicBezTo>
                                    <a:pt x="34" y="18"/>
                                    <a:pt x="34" y="18"/>
                                    <a:pt x="34" y="18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4" y="17"/>
                                    <a:pt x="34" y="16"/>
                                  </a:cubicBezTo>
                                  <a:cubicBezTo>
                                    <a:pt x="33" y="16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4"/>
                                    <a:pt x="34" y="14"/>
                                  </a:cubicBezTo>
                                  <a:cubicBezTo>
                                    <a:pt x="34" y="14"/>
                                    <a:pt x="35" y="12"/>
                                    <a:pt x="35" y="12"/>
                                  </a:cubicBezTo>
                                  <a:cubicBezTo>
                                    <a:pt x="35" y="12"/>
                                    <a:pt x="34" y="12"/>
                                    <a:pt x="34" y="12"/>
                                  </a:cubicBezTo>
                                  <a:cubicBezTo>
                                    <a:pt x="34" y="12"/>
                                    <a:pt x="34" y="12"/>
                                    <a:pt x="34" y="11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34" y="10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3" y="10"/>
                                    <a:pt x="33" y="10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5"/>
                                    <a:pt x="32" y="5"/>
                                  </a:cubicBezTo>
                                  <a:cubicBezTo>
                                    <a:pt x="32" y="5"/>
                                    <a:pt x="32" y="4"/>
                                    <a:pt x="32" y="4"/>
                                  </a:cubicBezTo>
                                  <a:cubicBezTo>
                                    <a:pt x="32" y="4"/>
                                    <a:pt x="32" y="4"/>
                                    <a:pt x="32" y="4"/>
                                  </a:cubicBezTo>
                                  <a:cubicBezTo>
                                    <a:pt x="32" y="4"/>
                                    <a:pt x="32" y="4"/>
                                    <a:pt x="32" y="4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0" y="22"/>
                                    <a:pt x="0" y="22"/>
                                    <a:pt x="0" y="22"/>
                                  </a:cubicBezTo>
                                  <a:cubicBezTo>
                                    <a:pt x="3" y="24"/>
                                    <a:pt x="3" y="24"/>
                                    <a:pt x="3" y="24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5" y="27"/>
                                    <a:pt x="5" y="27"/>
                                    <a:pt x="5" y="27"/>
                                  </a:cubicBezTo>
                                  <a:cubicBezTo>
                                    <a:pt x="5" y="28"/>
                                    <a:pt x="5" y="28"/>
                                    <a:pt x="5" y="28"/>
                                  </a:cubicBezTo>
                                  <a:cubicBezTo>
                                    <a:pt x="7" y="30"/>
                                    <a:pt x="7" y="30"/>
                                    <a:pt x="7" y="30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9" y="31"/>
                                    <a:pt x="9" y="31"/>
                                    <a:pt x="9" y="31"/>
                                  </a:cubicBezTo>
                                  <a:cubicBezTo>
                                    <a:pt x="10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2" y="34"/>
                                    <a:pt x="12" y="34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9" y="42"/>
                                    <a:pt x="29" y="42"/>
                                    <a:pt x="29" y="42"/>
                                  </a:cubicBezTo>
                                  <a:cubicBezTo>
                                    <a:pt x="30" y="42"/>
                                    <a:pt x="30" y="42"/>
                                    <a:pt x="30" y="42"/>
                                  </a:cubicBezTo>
                                  <a:cubicBezTo>
                                    <a:pt x="31" y="43"/>
                                    <a:pt x="31" y="43"/>
                                    <a:pt x="31" y="43"/>
                                  </a:cubicBezTo>
                                  <a:cubicBezTo>
                                    <a:pt x="32" y="43"/>
                                    <a:pt x="32" y="43"/>
                                    <a:pt x="32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6" y="46"/>
                                    <a:pt x="36" y="46"/>
                                    <a:pt x="36" y="46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5" y="49"/>
                                    <a:pt x="35" y="49"/>
                                    <a:pt x="35" y="49"/>
                                  </a:cubicBezTo>
                                  <a:cubicBezTo>
                                    <a:pt x="35" y="49"/>
                                    <a:pt x="35" y="50"/>
                                    <a:pt x="35" y="50"/>
                                  </a:cubicBezTo>
                                  <a:cubicBezTo>
                                    <a:pt x="35" y="50"/>
                                    <a:pt x="34" y="50"/>
                                    <a:pt x="34" y="50"/>
                                  </a:cubicBezTo>
                                  <a:cubicBezTo>
                                    <a:pt x="34" y="50"/>
                                    <a:pt x="34" y="51"/>
                                    <a:pt x="34" y="51"/>
                                  </a:cubicBezTo>
                                  <a:cubicBezTo>
                                    <a:pt x="34" y="51"/>
                                    <a:pt x="32" y="52"/>
                                    <a:pt x="32" y="52"/>
                                  </a:cubicBezTo>
                                  <a:cubicBezTo>
                                    <a:pt x="32" y="52"/>
                                    <a:pt x="32" y="52"/>
                                    <a:pt x="32" y="52"/>
                                  </a:cubicBezTo>
                                  <a:cubicBezTo>
                                    <a:pt x="32" y="53"/>
                                    <a:pt x="32" y="53"/>
                                    <a:pt x="32" y="53"/>
                                  </a:cubicBezTo>
                                  <a:cubicBezTo>
                                    <a:pt x="32" y="53"/>
                                    <a:pt x="32" y="53"/>
                                    <a:pt x="32" y="53"/>
                                  </a:cubicBezTo>
                                  <a:cubicBezTo>
                                    <a:pt x="32" y="53"/>
                                    <a:pt x="32" y="54"/>
                                    <a:pt x="32" y="54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1" y="56"/>
                                  </a:cubicBezTo>
                                  <a:cubicBezTo>
                                    <a:pt x="31" y="56"/>
                                    <a:pt x="31" y="57"/>
                                    <a:pt x="31" y="57"/>
                                  </a:cubicBezTo>
                                  <a:cubicBezTo>
                                    <a:pt x="31" y="57"/>
                                    <a:pt x="31" y="57"/>
                                    <a:pt x="31" y="57"/>
                                  </a:cubicBezTo>
                                  <a:cubicBezTo>
                                    <a:pt x="31" y="57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0" y="58"/>
                                    <a:pt x="30" y="58"/>
                                  </a:cubicBezTo>
                                  <a:cubicBezTo>
                                    <a:pt x="30" y="58"/>
                                    <a:pt x="30" y="58"/>
                                    <a:pt x="30" y="58"/>
                                  </a:cubicBezTo>
                                  <a:cubicBezTo>
                                    <a:pt x="30" y="59"/>
                                    <a:pt x="30" y="59"/>
                                    <a:pt x="30" y="59"/>
                                  </a:cubicBezTo>
                                  <a:cubicBezTo>
                                    <a:pt x="30" y="59"/>
                                    <a:pt x="29" y="59"/>
                                    <a:pt x="29" y="59"/>
                                  </a:cubicBezTo>
                                  <a:cubicBezTo>
                                    <a:pt x="29" y="59"/>
                                    <a:pt x="29" y="60"/>
                                    <a:pt x="29" y="60"/>
                                  </a:cubicBezTo>
                                  <a:cubicBezTo>
                                    <a:pt x="29" y="60"/>
                                    <a:pt x="28" y="60"/>
                                    <a:pt x="28" y="60"/>
                                  </a:cubicBezTo>
                                  <a:cubicBezTo>
                                    <a:pt x="28" y="60"/>
                                    <a:pt x="29" y="61"/>
                                    <a:pt x="29" y="61"/>
                                  </a:cubicBezTo>
                                  <a:cubicBezTo>
                                    <a:pt x="29" y="61"/>
                                    <a:pt x="29" y="61"/>
                                    <a:pt x="29" y="61"/>
                                  </a:cubicBezTo>
                                  <a:cubicBezTo>
                                    <a:pt x="33" y="61"/>
                                    <a:pt x="33" y="61"/>
                                    <a:pt x="33" y="61"/>
                                  </a:cubicBezTo>
                                  <a:cubicBezTo>
                                    <a:pt x="39" y="63"/>
                                    <a:pt x="39" y="63"/>
                                    <a:pt x="39" y="63"/>
                                  </a:cubicBezTo>
                                  <a:cubicBezTo>
                                    <a:pt x="40" y="63"/>
                                    <a:pt x="40" y="63"/>
                                    <a:pt x="40" y="63"/>
                                  </a:cubicBezTo>
                                  <a:cubicBezTo>
                                    <a:pt x="41" y="62"/>
                                    <a:pt x="41" y="62"/>
                                    <a:pt x="41" y="62"/>
                                  </a:cubicBezTo>
                                  <a:cubicBezTo>
                                    <a:pt x="41" y="62"/>
                                    <a:pt x="41" y="62"/>
                                    <a:pt x="41" y="62"/>
                                  </a:cubicBezTo>
                                  <a:cubicBezTo>
                                    <a:pt x="41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3" y="62"/>
                                    <a:pt x="43" y="62"/>
                                  </a:cubicBezTo>
                                  <a:cubicBezTo>
                                    <a:pt x="43" y="62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5" y="63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6" y="61"/>
                                    <a:pt x="46" y="61"/>
                                  </a:cubicBezTo>
                                  <a:cubicBezTo>
                                    <a:pt x="47" y="61"/>
                                    <a:pt x="47" y="62"/>
                                    <a:pt x="48" y="62"/>
                                  </a:cubicBezTo>
                                  <a:cubicBezTo>
                                    <a:pt x="48" y="62"/>
                                    <a:pt x="49" y="62"/>
                                    <a:pt x="49" y="62"/>
                                  </a:cubicBezTo>
                                  <a:cubicBezTo>
                                    <a:pt x="49" y="62"/>
                                    <a:pt x="50" y="62"/>
                                    <a:pt x="50" y="62"/>
                                  </a:cubicBezTo>
                                  <a:cubicBezTo>
                                    <a:pt x="50" y="62"/>
                                    <a:pt x="50" y="61"/>
                                    <a:pt x="50" y="61"/>
                                  </a:cubicBezTo>
                                  <a:cubicBezTo>
                                    <a:pt x="50" y="61"/>
                                    <a:pt x="50" y="60"/>
                                    <a:pt x="50" y="60"/>
                                  </a:cubicBezTo>
                                  <a:cubicBezTo>
                                    <a:pt x="50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60"/>
                                    <a:pt x="51" y="59"/>
                                  </a:cubicBezTo>
                                  <a:cubicBezTo>
                                    <a:pt x="51" y="59"/>
                                    <a:pt x="52" y="59"/>
                                    <a:pt x="52" y="59"/>
                                  </a:cubicBezTo>
                                  <a:cubicBezTo>
                                    <a:pt x="52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4" y="58"/>
                                  </a:cubicBezTo>
                                  <a:cubicBezTo>
                                    <a:pt x="54" y="57"/>
                                    <a:pt x="54" y="57"/>
                                    <a:pt x="54" y="57"/>
                                  </a:cubicBezTo>
                                  <a:cubicBezTo>
                                    <a:pt x="55" y="57"/>
                                    <a:pt x="54" y="57"/>
                                    <a:pt x="54" y="57"/>
                                  </a:cubicBezTo>
                                  <a:cubicBezTo>
                                    <a:pt x="55" y="56"/>
                                    <a:pt x="55" y="56"/>
                                    <a:pt x="55" y="56"/>
                                  </a:cubicBezTo>
                                  <a:cubicBezTo>
                                    <a:pt x="56" y="56"/>
                                    <a:pt x="56" y="56"/>
                                    <a:pt x="56" y="56"/>
                                  </a:cubicBezTo>
                                  <a:cubicBezTo>
                                    <a:pt x="57" y="53"/>
                                    <a:pt x="57" y="53"/>
                                    <a:pt x="57" y="53"/>
                                  </a:cubicBezTo>
                                  <a:cubicBezTo>
                                    <a:pt x="57" y="53"/>
                                    <a:pt x="57" y="52"/>
                                    <a:pt x="57" y="52"/>
                                  </a:cubicBezTo>
                                  <a:cubicBezTo>
                                    <a:pt x="57" y="52"/>
                                    <a:pt x="57" y="51"/>
                                    <a:pt x="57" y="51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7" y="51"/>
                                    <a:pt x="57" y="50"/>
                                    <a:pt x="57" y="50"/>
                                  </a:cubicBezTo>
                                  <a:cubicBezTo>
                                    <a:pt x="57" y="50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8"/>
                                    <a:pt x="57" y="48"/>
                                  </a:cubicBezTo>
                                  <a:cubicBezTo>
                                    <a:pt x="57" y="48"/>
                                    <a:pt x="57" y="48"/>
                                    <a:pt x="57" y="48"/>
                                  </a:cubicBezTo>
                                  <a:cubicBezTo>
                                    <a:pt x="57" y="46"/>
                                    <a:pt x="57" y="46"/>
                                    <a:pt x="57" y="46"/>
                                  </a:cubicBezTo>
                                  <a:cubicBezTo>
                                    <a:pt x="57" y="46"/>
                                    <a:pt x="58" y="46"/>
                                    <a:pt x="58" y="4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4" name="Freeform 685">
                              <a:extLst>
                                <a:ext uri="{FF2B5EF4-FFF2-40B4-BE49-F238E27FC236}">
                                  <a16:creationId xmlns:a16="http://schemas.microsoft.com/office/drawing/2014/main" id="{2C7971A2-B5B6-CF13-2263-481B5D5F66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0138" y="4616450"/>
                              <a:ext cx="146050" cy="217488"/>
                            </a:xfrm>
                            <a:custGeom>
                              <a:avLst/>
                              <a:gdLst>
                                <a:gd name="T0" fmla="*/ 31 w 35"/>
                                <a:gd name="T1" fmla="*/ 40 h 52"/>
                                <a:gd name="T2" fmla="*/ 30 w 35"/>
                                <a:gd name="T3" fmla="*/ 40 h 52"/>
                                <a:gd name="T4" fmla="*/ 30 w 35"/>
                                <a:gd name="T5" fmla="*/ 39 h 52"/>
                                <a:gd name="T6" fmla="*/ 29 w 35"/>
                                <a:gd name="T7" fmla="*/ 36 h 52"/>
                                <a:gd name="T8" fmla="*/ 27 w 35"/>
                                <a:gd name="T9" fmla="*/ 35 h 52"/>
                                <a:gd name="T10" fmla="*/ 25 w 35"/>
                                <a:gd name="T11" fmla="*/ 33 h 52"/>
                                <a:gd name="T12" fmla="*/ 24 w 35"/>
                                <a:gd name="T13" fmla="*/ 31 h 52"/>
                                <a:gd name="T14" fmla="*/ 24 w 35"/>
                                <a:gd name="T15" fmla="*/ 30 h 52"/>
                                <a:gd name="T16" fmla="*/ 25 w 35"/>
                                <a:gd name="T17" fmla="*/ 27 h 52"/>
                                <a:gd name="T18" fmla="*/ 25 w 35"/>
                                <a:gd name="T19" fmla="*/ 26 h 52"/>
                                <a:gd name="T20" fmla="*/ 29 w 35"/>
                                <a:gd name="T21" fmla="*/ 25 h 52"/>
                                <a:gd name="T22" fmla="*/ 30 w 35"/>
                                <a:gd name="T23" fmla="*/ 23 h 52"/>
                                <a:gd name="T24" fmla="*/ 29 w 35"/>
                                <a:gd name="T25" fmla="*/ 22 h 52"/>
                                <a:gd name="T26" fmla="*/ 30 w 35"/>
                                <a:gd name="T27" fmla="*/ 19 h 52"/>
                                <a:gd name="T28" fmla="*/ 30 w 35"/>
                                <a:gd name="T29" fmla="*/ 16 h 52"/>
                                <a:gd name="T30" fmla="*/ 27 w 35"/>
                                <a:gd name="T31" fmla="*/ 15 h 52"/>
                                <a:gd name="T32" fmla="*/ 24 w 35"/>
                                <a:gd name="T33" fmla="*/ 12 h 52"/>
                                <a:gd name="T34" fmla="*/ 21 w 35"/>
                                <a:gd name="T35" fmla="*/ 11 h 52"/>
                                <a:gd name="T36" fmla="*/ 21 w 35"/>
                                <a:gd name="T37" fmla="*/ 8 h 52"/>
                                <a:gd name="T38" fmla="*/ 17 w 35"/>
                                <a:gd name="T39" fmla="*/ 4 h 52"/>
                                <a:gd name="T40" fmla="*/ 12 w 35"/>
                                <a:gd name="T41" fmla="*/ 1 h 52"/>
                                <a:gd name="T42" fmla="*/ 11 w 35"/>
                                <a:gd name="T43" fmla="*/ 2 h 52"/>
                                <a:gd name="T44" fmla="*/ 9 w 35"/>
                                <a:gd name="T45" fmla="*/ 4 h 52"/>
                                <a:gd name="T46" fmla="*/ 6 w 35"/>
                                <a:gd name="T47" fmla="*/ 5 h 52"/>
                                <a:gd name="T48" fmla="*/ 5 w 35"/>
                                <a:gd name="T49" fmla="*/ 7 h 52"/>
                                <a:gd name="T50" fmla="*/ 6 w 35"/>
                                <a:gd name="T51" fmla="*/ 9 h 52"/>
                                <a:gd name="T52" fmla="*/ 7 w 35"/>
                                <a:gd name="T53" fmla="*/ 9 h 52"/>
                                <a:gd name="T54" fmla="*/ 8 w 35"/>
                                <a:gd name="T55" fmla="*/ 10 h 52"/>
                                <a:gd name="T56" fmla="*/ 5 w 35"/>
                                <a:gd name="T57" fmla="*/ 12 h 52"/>
                                <a:gd name="T58" fmla="*/ 4 w 35"/>
                                <a:gd name="T59" fmla="*/ 12 h 52"/>
                                <a:gd name="T60" fmla="*/ 2 w 35"/>
                                <a:gd name="T61" fmla="*/ 12 h 52"/>
                                <a:gd name="T62" fmla="*/ 2 w 35"/>
                                <a:gd name="T63" fmla="*/ 13 h 52"/>
                                <a:gd name="T64" fmla="*/ 2 w 35"/>
                                <a:gd name="T65" fmla="*/ 16 h 52"/>
                                <a:gd name="T66" fmla="*/ 5 w 35"/>
                                <a:gd name="T67" fmla="*/ 23 h 52"/>
                                <a:gd name="T68" fmla="*/ 8 w 35"/>
                                <a:gd name="T69" fmla="*/ 23 h 52"/>
                                <a:gd name="T70" fmla="*/ 10 w 35"/>
                                <a:gd name="T71" fmla="*/ 24 h 52"/>
                                <a:gd name="T72" fmla="*/ 10 w 35"/>
                                <a:gd name="T73" fmla="*/ 27 h 52"/>
                                <a:gd name="T74" fmla="*/ 11 w 35"/>
                                <a:gd name="T75" fmla="*/ 28 h 52"/>
                                <a:gd name="T76" fmla="*/ 12 w 35"/>
                                <a:gd name="T77" fmla="*/ 30 h 52"/>
                                <a:gd name="T78" fmla="*/ 12 w 35"/>
                                <a:gd name="T79" fmla="*/ 31 h 52"/>
                                <a:gd name="T80" fmla="*/ 13 w 35"/>
                                <a:gd name="T81" fmla="*/ 31 h 52"/>
                                <a:gd name="T82" fmla="*/ 13 w 35"/>
                                <a:gd name="T83" fmla="*/ 34 h 52"/>
                                <a:gd name="T84" fmla="*/ 11 w 35"/>
                                <a:gd name="T85" fmla="*/ 35 h 52"/>
                                <a:gd name="T86" fmla="*/ 12 w 35"/>
                                <a:gd name="T87" fmla="*/ 36 h 52"/>
                                <a:gd name="T88" fmla="*/ 10 w 35"/>
                                <a:gd name="T89" fmla="*/ 41 h 52"/>
                                <a:gd name="T90" fmla="*/ 12 w 35"/>
                                <a:gd name="T91" fmla="*/ 44 h 52"/>
                                <a:gd name="T92" fmla="*/ 12 w 35"/>
                                <a:gd name="T93" fmla="*/ 47 h 52"/>
                                <a:gd name="T94" fmla="*/ 13 w 35"/>
                                <a:gd name="T95" fmla="*/ 48 h 52"/>
                                <a:gd name="T96" fmla="*/ 17 w 35"/>
                                <a:gd name="T97" fmla="*/ 50 h 52"/>
                                <a:gd name="T98" fmla="*/ 18 w 35"/>
                                <a:gd name="T99" fmla="*/ 52 h 52"/>
                                <a:gd name="T100" fmla="*/ 20 w 35"/>
                                <a:gd name="T101" fmla="*/ 51 h 52"/>
                                <a:gd name="T102" fmla="*/ 21 w 35"/>
                                <a:gd name="T103" fmla="*/ 50 h 52"/>
                                <a:gd name="T104" fmla="*/ 22 w 35"/>
                                <a:gd name="T105" fmla="*/ 49 h 52"/>
                                <a:gd name="T106" fmla="*/ 24 w 35"/>
                                <a:gd name="T107" fmla="*/ 49 h 52"/>
                                <a:gd name="T108" fmla="*/ 24 w 35"/>
                                <a:gd name="T109" fmla="*/ 48 h 52"/>
                                <a:gd name="T110" fmla="*/ 29 w 35"/>
                                <a:gd name="T111" fmla="*/ 46 h 52"/>
                                <a:gd name="T112" fmla="*/ 30 w 35"/>
                                <a:gd name="T113" fmla="*/ 46 h 52"/>
                                <a:gd name="T114" fmla="*/ 33 w 35"/>
                                <a:gd name="T115" fmla="*/ 47 h 52"/>
                                <a:gd name="T116" fmla="*/ 35 w 35"/>
                                <a:gd name="T117" fmla="*/ 46 h 52"/>
                                <a:gd name="T118" fmla="*/ 33 w 35"/>
                                <a:gd name="T119" fmla="*/ 46 h 5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5" h="52">
                                  <a:moveTo>
                                    <a:pt x="33" y="46"/>
                                  </a:move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29" y="38"/>
                                    <a:pt x="29" y="38"/>
                                  </a:cubicBezTo>
                                  <a:cubicBezTo>
                                    <a:pt x="29" y="36"/>
                                    <a:pt x="29" y="36"/>
                                    <a:pt x="29" y="36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5"/>
                                    <a:pt x="27" y="35"/>
                                    <a:pt x="27" y="35"/>
                                  </a:cubicBezTo>
                                  <a:cubicBezTo>
                                    <a:pt x="25" y="34"/>
                                    <a:pt x="25" y="34"/>
                                    <a:pt x="25" y="34"/>
                                  </a:cubicBezTo>
                                  <a:cubicBezTo>
                                    <a:pt x="25" y="33"/>
                                    <a:pt x="25" y="33"/>
                                    <a:pt x="25" y="33"/>
                                  </a:cubicBez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5" y="27"/>
                                    <a:pt x="25" y="27"/>
                                    <a:pt x="25" y="27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9" y="23"/>
                                    <a:pt x="29" y="23"/>
                                    <a:pt x="29" y="23"/>
                                  </a:cubicBezTo>
                                  <a:cubicBezTo>
                                    <a:pt x="30" y="23"/>
                                    <a:pt x="30" y="23"/>
                                    <a:pt x="30" y="23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19"/>
                                    <a:pt x="30" y="19"/>
                                    <a:pt x="30" y="19"/>
                                  </a:cubicBezTo>
                                  <a:cubicBezTo>
                                    <a:pt x="30" y="19"/>
                                    <a:pt x="30" y="18"/>
                                    <a:pt x="30" y="18"/>
                                  </a:cubicBezTo>
                                  <a:cubicBezTo>
                                    <a:pt x="30" y="17"/>
                                    <a:pt x="30" y="17"/>
                                    <a:pt x="30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8" y="16"/>
                                    <a:pt x="28" y="16"/>
                                    <a:pt x="27" y="15"/>
                                  </a:cubicBezTo>
                                  <a:cubicBezTo>
                                    <a:pt x="27" y="15"/>
                                    <a:pt x="26" y="14"/>
                                    <a:pt x="26" y="13"/>
                                  </a:cubicBezTo>
                                  <a:cubicBezTo>
                                    <a:pt x="25" y="13"/>
                                    <a:pt x="25" y="12"/>
                                    <a:pt x="24" y="12"/>
                                  </a:cubicBezTo>
                                  <a:cubicBezTo>
                                    <a:pt x="24" y="12"/>
                                    <a:pt x="23" y="12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1" y="11"/>
                                  </a:cubicBezTo>
                                  <a:cubicBezTo>
                                    <a:pt x="21" y="11"/>
                                    <a:pt x="21" y="10"/>
                                    <a:pt x="21" y="9"/>
                                  </a:cubicBezTo>
                                  <a:cubicBezTo>
                                    <a:pt x="21" y="9"/>
                                    <a:pt x="21" y="8"/>
                                    <a:pt x="21" y="8"/>
                                  </a:cubicBezTo>
                                  <a:cubicBezTo>
                                    <a:pt x="20" y="7"/>
                                    <a:pt x="19" y="7"/>
                                    <a:pt x="19" y="6"/>
                                  </a:cubicBezTo>
                                  <a:cubicBezTo>
                                    <a:pt x="18" y="5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5" y="2"/>
                                    <a:pt x="14" y="2"/>
                                  </a:cubicBezTo>
                                  <a:cubicBezTo>
                                    <a:pt x="14" y="2"/>
                                    <a:pt x="12" y="0"/>
                                    <a:pt x="12" y="1"/>
                                  </a:cubicBezTo>
                                  <a:cubicBezTo>
                                    <a:pt x="12" y="1"/>
                                    <a:pt x="11" y="1"/>
                                    <a:pt x="11" y="1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7" y="4"/>
                                    <a:pt x="7" y="4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0" y="18"/>
                                    <a:pt x="0" y="18"/>
                                    <a:pt x="0" y="18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8" y="23"/>
                                    <a:pt x="8" y="23"/>
                                    <a:pt x="8" y="23"/>
                                  </a:cubicBezTo>
                                  <a:cubicBezTo>
                                    <a:pt x="9" y="23"/>
                                    <a:pt x="9" y="23"/>
                                    <a:pt x="9" y="23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10" y="27"/>
                                    <a:pt x="10" y="27"/>
                                    <a:pt x="10" y="27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0" y="39"/>
                                    <a:pt x="10" y="39"/>
                                    <a:pt x="10" y="39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8"/>
                                    <a:pt x="12" y="48"/>
                                    <a:pt x="12" y="48"/>
                                  </a:cubicBezTo>
                                  <a:cubicBezTo>
                                    <a:pt x="13" y="48"/>
                                    <a:pt x="13" y="48"/>
                                    <a:pt x="13" y="48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7" y="50"/>
                                    <a:pt x="17" y="50"/>
                                    <a:pt x="17" y="50"/>
                                  </a:cubicBezTo>
                                  <a:cubicBezTo>
                                    <a:pt x="17" y="50"/>
                                    <a:pt x="18" y="51"/>
                                    <a:pt x="18" y="51"/>
                                  </a:cubicBezTo>
                                  <a:cubicBezTo>
                                    <a:pt x="18" y="51"/>
                                    <a:pt x="18" y="52"/>
                                    <a:pt x="18" y="52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20" y="51"/>
                                    <a:pt x="20" y="51"/>
                                    <a:pt x="20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0"/>
                                    <a:pt x="21" y="50"/>
                                    <a:pt x="21" y="50"/>
                                  </a:cubicBezTo>
                                  <a:cubicBezTo>
                                    <a:pt x="21" y="50"/>
                                    <a:pt x="21" y="50"/>
                                    <a:pt x="21" y="50"/>
                                  </a:cubicBezTo>
                                  <a:cubicBezTo>
                                    <a:pt x="22" y="49"/>
                                    <a:pt x="22" y="49"/>
                                    <a:pt x="22" y="49"/>
                                  </a:cubicBezTo>
                                  <a:cubicBezTo>
                                    <a:pt x="23" y="49"/>
                                    <a:pt x="23" y="49"/>
                                    <a:pt x="23" y="49"/>
                                  </a:cubicBezTo>
                                  <a:cubicBezTo>
                                    <a:pt x="24" y="49"/>
                                    <a:pt x="24" y="49"/>
                                    <a:pt x="24" y="49"/>
                                  </a:cubicBezTo>
                                  <a:cubicBezTo>
                                    <a:pt x="24" y="49"/>
                                    <a:pt x="24" y="49"/>
                                    <a:pt x="24" y="49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30" y="46"/>
                                    <a:pt x="30" y="46"/>
                                    <a:pt x="30" y="46"/>
                                  </a:cubicBezTo>
                                  <a:cubicBezTo>
                                    <a:pt x="31" y="46"/>
                                    <a:pt x="31" y="46"/>
                                    <a:pt x="31" y="46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6"/>
                                    <a:pt x="33" y="46"/>
                                    <a:pt x="33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lnTo>
                                    <a:pt x="33" y="4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5" name="Freeform 686">
                              <a:extLst>
                                <a:ext uri="{FF2B5EF4-FFF2-40B4-BE49-F238E27FC236}">
                                  <a16:creationId xmlns:a16="http://schemas.microsoft.com/office/drawing/2014/main" id="{9F8CDC90-746B-0F04-2785-6F53F958EA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844926" y="4695825"/>
                              <a:ext cx="82550" cy="107950"/>
                            </a:xfrm>
                            <a:custGeom>
                              <a:avLst/>
                              <a:gdLst>
                                <a:gd name="T0" fmla="*/ 1 w 20"/>
                                <a:gd name="T1" fmla="*/ 5 h 26"/>
                                <a:gd name="T2" fmla="*/ 0 w 20"/>
                                <a:gd name="T3" fmla="*/ 6 h 26"/>
                                <a:gd name="T4" fmla="*/ 0 w 20"/>
                                <a:gd name="T5" fmla="*/ 7 h 26"/>
                                <a:gd name="T6" fmla="*/ 1 w 20"/>
                                <a:gd name="T7" fmla="*/ 8 h 26"/>
                                <a:gd name="T8" fmla="*/ 1 w 20"/>
                                <a:gd name="T9" fmla="*/ 11 h 26"/>
                                <a:gd name="T10" fmla="*/ 1 w 20"/>
                                <a:gd name="T11" fmla="*/ 12 h 26"/>
                                <a:gd name="T12" fmla="*/ 1 w 20"/>
                                <a:gd name="T13" fmla="*/ 12 h 26"/>
                                <a:gd name="T14" fmla="*/ 3 w 20"/>
                                <a:gd name="T15" fmla="*/ 15 h 26"/>
                                <a:gd name="T16" fmla="*/ 3 w 20"/>
                                <a:gd name="T17" fmla="*/ 17 h 26"/>
                                <a:gd name="T18" fmla="*/ 2 w 20"/>
                                <a:gd name="T19" fmla="*/ 19 h 26"/>
                                <a:gd name="T20" fmla="*/ 2 w 20"/>
                                <a:gd name="T21" fmla="*/ 20 h 26"/>
                                <a:gd name="T22" fmla="*/ 2 w 20"/>
                                <a:gd name="T23" fmla="*/ 21 h 26"/>
                                <a:gd name="T24" fmla="*/ 1 w 20"/>
                                <a:gd name="T25" fmla="*/ 23 h 26"/>
                                <a:gd name="T26" fmla="*/ 0 w 20"/>
                                <a:gd name="T27" fmla="*/ 25 h 26"/>
                                <a:gd name="T28" fmla="*/ 0 w 20"/>
                                <a:gd name="T29" fmla="*/ 25 h 26"/>
                                <a:gd name="T30" fmla="*/ 1 w 20"/>
                                <a:gd name="T31" fmla="*/ 26 h 26"/>
                                <a:gd name="T32" fmla="*/ 2 w 20"/>
                                <a:gd name="T33" fmla="*/ 26 h 26"/>
                                <a:gd name="T34" fmla="*/ 3 w 20"/>
                                <a:gd name="T35" fmla="*/ 26 h 26"/>
                                <a:gd name="T36" fmla="*/ 3 w 20"/>
                                <a:gd name="T37" fmla="*/ 25 h 26"/>
                                <a:gd name="T38" fmla="*/ 4 w 20"/>
                                <a:gd name="T39" fmla="*/ 25 h 26"/>
                                <a:gd name="T40" fmla="*/ 5 w 20"/>
                                <a:gd name="T41" fmla="*/ 24 h 26"/>
                                <a:gd name="T42" fmla="*/ 7 w 20"/>
                                <a:gd name="T43" fmla="*/ 25 h 26"/>
                                <a:gd name="T44" fmla="*/ 7 w 20"/>
                                <a:gd name="T45" fmla="*/ 25 h 26"/>
                                <a:gd name="T46" fmla="*/ 8 w 20"/>
                                <a:gd name="T47" fmla="*/ 24 h 26"/>
                                <a:gd name="T48" fmla="*/ 9 w 20"/>
                                <a:gd name="T49" fmla="*/ 24 h 26"/>
                                <a:gd name="T50" fmla="*/ 9 w 20"/>
                                <a:gd name="T51" fmla="*/ 26 h 26"/>
                                <a:gd name="T52" fmla="*/ 11 w 20"/>
                                <a:gd name="T53" fmla="*/ 26 h 26"/>
                                <a:gd name="T54" fmla="*/ 14 w 20"/>
                                <a:gd name="T55" fmla="*/ 23 h 26"/>
                                <a:gd name="T56" fmla="*/ 14 w 20"/>
                                <a:gd name="T57" fmla="*/ 22 h 26"/>
                                <a:gd name="T58" fmla="*/ 15 w 20"/>
                                <a:gd name="T59" fmla="*/ 20 h 26"/>
                                <a:gd name="T60" fmla="*/ 15 w 20"/>
                                <a:gd name="T61" fmla="*/ 19 h 26"/>
                                <a:gd name="T62" fmla="*/ 20 w 20"/>
                                <a:gd name="T63" fmla="*/ 12 h 26"/>
                                <a:gd name="T64" fmla="*/ 19 w 20"/>
                                <a:gd name="T65" fmla="*/ 10 h 26"/>
                                <a:gd name="T66" fmla="*/ 19 w 20"/>
                                <a:gd name="T67" fmla="*/ 10 h 26"/>
                                <a:gd name="T68" fmla="*/ 19 w 20"/>
                                <a:gd name="T69" fmla="*/ 9 h 26"/>
                                <a:gd name="T70" fmla="*/ 19 w 20"/>
                                <a:gd name="T71" fmla="*/ 8 h 26"/>
                                <a:gd name="T72" fmla="*/ 18 w 20"/>
                                <a:gd name="T73" fmla="*/ 9 h 26"/>
                                <a:gd name="T74" fmla="*/ 18 w 20"/>
                                <a:gd name="T75" fmla="*/ 10 h 26"/>
                                <a:gd name="T76" fmla="*/ 18 w 20"/>
                                <a:gd name="T77" fmla="*/ 9 h 26"/>
                                <a:gd name="T78" fmla="*/ 18 w 20"/>
                                <a:gd name="T79" fmla="*/ 8 h 26"/>
                                <a:gd name="T80" fmla="*/ 16 w 20"/>
                                <a:gd name="T81" fmla="*/ 7 h 26"/>
                                <a:gd name="T82" fmla="*/ 14 w 20"/>
                                <a:gd name="T83" fmla="*/ 6 h 26"/>
                                <a:gd name="T84" fmla="*/ 12 w 20"/>
                                <a:gd name="T85" fmla="*/ 4 h 26"/>
                                <a:gd name="T86" fmla="*/ 11 w 20"/>
                                <a:gd name="T87" fmla="*/ 3 h 26"/>
                                <a:gd name="T88" fmla="*/ 9 w 20"/>
                                <a:gd name="T89" fmla="*/ 2 h 26"/>
                                <a:gd name="T90" fmla="*/ 7 w 20"/>
                                <a:gd name="T91" fmla="*/ 2 h 26"/>
                                <a:gd name="T92" fmla="*/ 4 w 20"/>
                                <a:gd name="T93" fmla="*/ 1 h 26"/>
                                <a:gd name="T94" fmla="*/ 4 w 20"/>
                                <a:gd name="T95" fmla="*/ 0 h 26"/>
                                <a:gd name="T96" fmla="*/ 3 w 20"/>
                                <a:gd name="T97" fmla="*/ 2 h 26"/>
                                <a:gd name="T98" fmla="*/ 1 w 20"/>
                                <a:gd name="T99" fmla="*/ 5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20" h="26">
                                  <a:moveTo>
                                    <a:pt x="1" y="5"/>
                                  </a:move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2"/>
                                    <a:pt x="1" y="12"/>
                                    <a:pt x="1" y="12"/>
                                  </a:cubicBezTo>
                                  <a:cubicBezTo>
                                    <a:pt x="1" y="12"/>
                                    <a:pt x="1" y="12"/>
                                    <a:pt x="1" y="12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2" y="26"/>
                                    <a:pt x="2" y="26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5" y="24"/>
                                    <a:pt x="5" y="24"/>
                                    <a:pt x="5" y="24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8" y="24"/>
                                    <a:pt x="8" y="24"/>
                                    <a:pt x="8" y="24"/>
                                  </a:cubicBezTo>
                                  <a:cubicBezTo>
                                    <a:pt x="9" y="24"/>
                                    <a:pt x="9" y="24"/>
                                    <a:pt x="9" y="24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11" y="26"/>
                                    <a:pt x="11" y="26"/>
                                    <a:pt x="11" y="26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2"/>
                                    <a:pt x="14" y="22"/>
                                    <a:pt x="14" y="22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15" y="19"/>
                                    <a:pt x="15" y="19"/>
                                    <a:pt x="15" y="19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1"/>
                                    <a:pt x="20" y="11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8"/>
                                    <a:pt x="19" y="8"/>
                                  </a:cubicBezTo>
                                  <a:cubicBezTo>
                                    <a:pt x="18" y="8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8"/>
                                    <a:pt x="18" y="8"/>
                                  </a:cubicBezTo>
                                  <a:cubicBezTo>
                                    <a:pt x="17" y="8"/>
                                    <a:pt x="17" y="7"/>
                                    <a:pt x="16" y="7"/>
                                  </a:cubicBezTo>
                                  <a:cubicBezTo>
                                    <a:pt x="16" y="7"/>
                                    <a:pt x="15" y="6"/>
                                    <a:pt x="14" y="6"/>
                                  </a:cubicBezTo>
                                  <a:cubicBezTo>
                                    <a:pt x="14" y="5"/>
                                    <a:pt x="13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1" y="3"/>
                                  </a:cubicBezTo>
                                  <a:cubicBezTo>
                                    <a:pt x="11" y="3"/>
                                    <a:pt x="10" y="2"/>
                                    <a:pt x="9" y="2"/>
                                  </a:cubicBezTo>
                                  <a:cubicBezTo>
                                    <a:pt x="9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0"/>
                                    <a:pt x="4" y="0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lnTo>
                                    <a:pt x="1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6" name="Freeform 687">
                              <a:extLst>
                                <a:ext uri="{FF2B5EF4-FFF2-40B4-BE49-F238E27FC236}">
                                  <a16:creationId xmlns:a16="http://schemas.microsoft.com/office/drawing/2014/main" id="{B23B35E5-67DF-4EEC-27E7-58EE3A8289C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44901" y="6616700"/>
                              <a:ext cx="103187" cy="61913"/>
                            </a:xfrm>
                            <a:custGeom>
                              <a:avLst/>
                              <a:gdLst>
                                <a:gd name="T0" fmla="*/ 23 w 25"/>
                                <a:gd name="T1" fmla="*/ 6 h 15"/>
                                <a:gd name="T2" fmla="*/ 25 w 25"/>
                                <a:gd name="T3" fmla="*/ 6 h 15"/>
                                <a:gd name="T4" fmla="*/ 21 w 25"/>
                                <a:gd name="T5" fmla="*/ 5 h 15"/>
                                <a:gd name="T6" fmla="*/ 22 w 25"/>
                                <a:gd name="T7" fmla="*/ 7 h 15"/>
                                <a:gd name="T8" fmla="*/ 20 w 25"/>
                                <a:gd name="T9" fmla="*/ 5 h 15"/>
                                <a:gd name="T10" fmla="*/ 20 w 25"/>
                                <a:gd name="T11" fmla="*/ 4 h 15"/>
                                <a:gd name="T12" fmla="*/ 19 w 25"/>
                                <a:gd name="T13" fmla="*/ 3 h 15"/>
                                <a:gd name="T14" fmla="*/ 17 w 25"/>
                                <a:gd name="T15" fmla="*/ 5 h 15"/>
                                <a:gd name="T16" fmla="*/ 15 w 25"/>
                                <a:gd name="T17" fmla="*/ 6 h 15"/>
                                <a:gd name="T18" fmla="*/ 16 w 25"/>
                                <a:gd name="T19" fmla="*/ 9 h 15"/>
                                <a:gd name="T20" fmla="*/ 14 w 25"/>
                                <a:gd name="T21" fmla="*/ 8 h 15"/>
                                <a:gd name="T22" fmla="*/ 12 w 25"/>
                                <a:gd name="T23" fmla="*/ 10 h 15"/>
                                <a:gd name="T24" fmla="*/ 11 w 25"/>
                                <a:gd name="T25" fmla="*/ 12 h 15"/>
                                <a:gd name="T26" fmla="*/ 13 w 25"/>
                                <a:gd name="T27" fmla="*/ 15 h 15"/>
                                <a:gd name="T28" fmla="*/ 13 w 25"/>
                                <a:gd name="T29" fmla="*/ 13 h 15"/>
                                <a:gd name="T30" fmla="*/ 15 w 25"/>
                                <a:gd name="T31" fmla="*/ 13 h 15"/>
                                <a:gd name="T32" fmla="*/ 15 w 25"/>
                                <a:gd name="T33" fmla="*/ 13 h 15"/>
                                <a:gd name="T34" fmla="*/ 15 w 25"/>
                                <a:gd name="T35" fmla="*/ 11 h 15"/>
                                <a:gd name="T36" fmla="*/ 18 w 25"/>
                                <a:gd name="T37" fmla="*/ 12 h 15"/>
                                <a:gd name="T38" fmla="*/ 18 w 25"/>
                                <a:gd name="T39" fmla="*/ 10 h 15"/>
                                <a:gd name="T40" fmla="*/ 18 w 25"/>
                                <a:gd name="T41" fmla="*/ 10 h 15"/>
                                <a:gd name="T42" fmla="*/ 22 w 25"/>
                                <a:gd name="T43" fmla="*/ 9 h 15"/>
                                <a:gd name="T44" fmla="*/ 24 w 25"/>
                                <a:gd name="T45" fmla="*/ 8 h 15"/>
                                <a:gd name="T46" fmla="*/ 8 w 25"/>
                                <a:gd name="T47" fmla="*/ 11 h 15"/>
                                <a:gd name="T48" fmla="*/ 6 w 25"/>
                                <a:gd name="T49" fmla="*/ 13 h 15"/>
                                <a:gd name="T50" fmla="*/ 5 w 25"/>
                                <a:gd name="T51" fmla="*/ 13 h 15"/>
                                <a:gd name="T52" fmla="*/ 3 w 25"/>
                                <a:gd name="T53" fmla="*/ 12 h 15"/>
                                <a:gd name="T54" fmla="*/ 4 w 25"/>
                                <a:gd name="T55" fmla="*/ 11 h 15"/>
                                <a:gd name="T56" fmla="*/ 5 w 25"/>
                                <a:gd name="T57" fmla="*/ 11 h 15"/>
                                <a:gd name="T58" fmla="*/ 6 w 25"/>
                                <a:gd name="T59" fmla="*/ 9 h 15"/>
                                <a:gd name="T60" fmla="*/ 7 w 25"/>
                                <a:gd name="T61" fmla="*/ 9 h 15"/>
                                <a:gd name="T62" fmla="*/ 6 w 25"/>
                                <a:gd name="T63" fmla="*/ 8 h 15"/>
                                <a:gd name="T64" fmla="*/ 9 w 25"/>
                                <a:gd name="T65" fmla="*/ 7 h 15"/>
                                <a:gd name="T66" fmla="*/ 5 w 25"/>
                                <a:gd name="T67" fmla="*/ 4 h 15"/>
                                <a:gd name="T68" fmla="*/ 9 w 25"/>
                                <a:gd name="T69" fmla="*/ 4 h 15"/>
                                <a:gd name="T70" fmla="*/ 13 w 25"/>
                                <a:gd name="T71" fmla="*/ 4 h 15"/>
                                <a:gd name="T72" fmla="*/ 15 w 25"/>
                                <a:gd name="T73" fmla="*/ 4 h 15"/>
                                <a:gd name="T74" fmla="*/ 13 w 25"/>
                                <a:gd name="T75" fmla="*/ 6 h 15"/>
                                <a:gd name="T76" fmla="*/ 1 w 25"/>
                                <a:gd name="T77" fmla="*/ 9 h 15"/>
                                <a:gd name="T78" fmla="*/ 3 w 25"/>
                                <a:gd name="T79" fmla="*/ 9 h 15"/>
                                <a:gd name="T80" fmla="*/ 2 w 25"/>
                                <a:gd name="T81" fmla="*/ 11 h 15"/>
                                <a:gd name="T82" fmla="*/ 13 w 25"/>
                                <a:gd name="T83" fmla="*/ 4 h 15"/>
                                <a:gd name="T84" fmla="*/ 20 w 25"/>
                                <a:gd name="T85" fmla="*/ 11 h 15"/>
                                <a:gd name="T86" fmla="*/ 11 w 25"/>
                                <a:gd name="T87" fmla="*/ 13 h 15"/>
                                <a:gd name="T88" fmla="*/ 1 w 25"/>
                                <a:gd name="T89" fmla="*/ 9 h 15"/>
                                <a:gd name="T90" fmla="*/ 16 w 25"/>
                                <a:gd name="T91" fmla="*/ 14 h 15"/>
                                <a:gd name="T92" fmla="*/ 5 w 25"/>
                                <a:gd name="T93" fmla="*/ 2 h 15"/>
                                <a:gd name="T94" fmla="*/ 3 w 25"/>
                                <a:gd name="T95" fmla="*/ 11 h 15"/>
                                <a:gd name="T96" fmla="*/ 12 w 25"/>
                                <a:gd name="T97" fmla="*/ 10 h 15"/>
                                <a:gd name="T98" fmla="*/ 9 w 25"/>
                                <a:gd name="T99" fmla="*/ 3 h 15"/>
                                <a:gd name="T100" fmla="*/ 1 w 25"/>
                                <a:gd name="T101" fmla="*/ 0 h 15"/>
                                <a:gd name="T102" fmla="*/ 11 w 25"/>
                                <a:gd name="T103" fmla="*/ 12 h 15"/>
                                <a:gd name="T104" fmla="*/ 20 w 25"/>
                                <a:gd name="T105" fmla="*/ 10 h 15"/>
                                <a:gd name="T106" fmla="*/ 19 w 25"/>
                                <a:gd name="T107" fmla="*/ 12 h 15"/>
                                <a:gd name="T108" fmla="*/ 1 w 25"/>
                                <a:gd name="T109" fmla="*/ 10 h 15"/>
                                <a:gd name="T110" fmla="*/ 2 w 25"/>
                                <a:gd name="T111" fmla="*/ 8 h 15"/>
                                <a:gd name="T112" fmla="*/ 20 w 25"/>
                                <a:gd name="T113" fmla="*/ 10 h 15"/>
                                <a:gd name="T114" fmla="*/ 12 w 25"/>
                                <a:gd name="T115" fmla="*/ 11 h 15"/>
                                <a:gd name="T116" fmla="*/ 12 w 25"/>
                                <a:gd name="T117" fmla="*/ 10 h 15"/>
                                <a:gd name="T118" fmla="*/ 12 w 25"/>
                                <a:gd name="T119" fmla="*/ 10 h 15"/>
                                <a:gd name="T120" fmla="*/ 12 w 25"/>
                                <a:gd name="T121" fmla="*/ 10 h 15"/>
                                <a:gd name="T122" fmla="*/ 16 w 25"/>
                                <a:gd name="T123" fmla="*/ 5 h 15"/>
                                <a:gd name="T124" fmla="*/ 20 w 25"/>
                                <a:gd name="T125" fmla="*/ 5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25" h="15">
                                  <a:moveTo>
                                    <a:pt x="25" y="7"/>
                                  </a:move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1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2" y="7"/>
                                    <a:pt x="22" y="7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2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19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4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7" y="4"/>
                                    <a:pt x="17" y="4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7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5" y="5"/>
                                  </a:cubicBezTo>
                                  <a:cubicBezTo>
                                    <a:pt x="15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6" y="6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7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5" y="7"/>
                                    <a:pt x="15" y="7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8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1"/>
                                    <a:pt x="13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3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2" y="12"/>
                                    <a:pt x="12" y="12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4" y="14"/>
                                    <a:pt x="14" y="14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3" y="13"/>
                                    <a:pt x="13" y="14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6" y="13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3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2"/>
                                    <a:pt x="16" y="13"/>
                                    <a:pt x="16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0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1"/>
                                    <a:pt x="19" y="11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8"/>
                                    <a:pt x="23" y="9"/>
                                    <a:pt x="23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1" y="8"/>
                                    <a:pt x="21" y="8"/>
                                    <a:pt x="21" y="8"/>
                                  </a:cubicBezTo>
                                  <a:cubicBezTo>
                                    <a:pt x="21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lose/>
                                  <a:moveTo>
                                    <a:pt x="11" y="9"/>
                                  </a:moveTo>
                                  <a:cubicBezTo>
                                    <a:pt x="11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0"/>
                                  </a:cubicBezTo>
                                  <a:cubicBezTo>
                                    <a:pt x="10" y="10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1"/>
                                    <a:pt x="9" y="11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8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5" y="13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3" y="13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3" y="11"/>
                                  </a:cubicBezTo>
                                  <a:cubicBezTo>
                                    <a:pt x="3" y="11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7" y="10"/>
                                    <a:pt x="7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9"/>
                                  </a:cubicBezTo>
                                  <a:cubicBezTo>
                                    <a:pt x="6" y="9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8"/>
                                    <a:pt x="7" y="9"/>
                                    <a:pt x="7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6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7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7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5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8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5" y="5"/>
                                    <a:pt x="5" y="5"/>
                                  </a:cubicBezTo>
                                  <a:cubicBezTo>
                                    <a:pt x="5" y="5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3"/>
                                    <a:pt x="5" y="3"/>
                                  </a:cubicBezTo>
                                  <a:cubicBezTo>
                                    <a:pt x="5" y="3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10" y="4"/>
                                    <a:pt x="9" y="4"/>
                                  </a:cubicBezTo>
                                  <a:cubicBezTo>
                                    <a:pt x="9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4"/>
                                  </a:cubicBezTo>
                                  <a:cubicBezTo>
                                    <a:pt x="11" y="5"/>
                                    <a:pt x="11" y="4"/>
                                    <a:pt x="11" y="4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4"/>
                                    <a:pt x="12" y="5"/>
                                  </a:cubicBezTo>
                                  <a:cubicBezTo>
                                    <a:pt x="12" y="5"/>
                                    <a:pt x="12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4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6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5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3" y="6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6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lose/>
                                  <a:moveTo>
                                    <a:pt x="2" y="10"/>
                                  </a:move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3" y="8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3"/>
                                    <a:pt x="13" y="3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2" y="4"/>
                                    <a:pt x="12" y="4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21" y="11"/>
                                  </a:move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1" y="11"/>
                                    <a:pt x="21" y="11"/>
                                  </a:cubicBezTo>
                                  <a:close/>
                                  <a:moveTo>
                                    <a:pt x="12" y="13"/>
                                  </a:moveTo>
                                  <a:cubicBezTo>
                                    <a:pt x="11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lose/>
                                  <a:moveTo>
                                    <a:pt x="9" y="3"/>
                                  </a:move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9" y="4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11" y="15"/>
                                  </a:move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8" y="13"/>
                                  </a:cubicBezTo>
                                  <a:cubicBezTo>
                                    <a:pt x="18" y="13"/>
                                    <a:pt x="18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7" y="13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3"/>
                                    <a:pt x="17" y="13"/>
                                  </a:cubicBezTo>
                                  <a:cubicBezTo>
                                    <a:pt x="17" y="14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lose/>
                                  <a:moveTo>
                                    <a:pt x="0" y="8"/>
                                  </a:move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0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0" y="7"/>
                                    <a:pt x="0" y="7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lose/>
                                  <a:moveTo>
                                    <a:pt x="5" y="2"/>
                                  </a:move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3"/>
                                    <a:pt x="5" y="3"/>
                                    <a:pt x="5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5" y="3"/>
                                  </a:cubicBezTo>
                                  <a:cubicBezTo>
                                    <a:pt x="5" y="3"/>
                                    <a:pt x="5" y="3"/>
                                    <a:pt x="5" y="3"/>
                                  </a:cubicBezTo>
                                  <a:cubicBezTo>
                                    <a:pt x="5" y="3"/>
                                    <a:pt x="5" y="3"/>
                                    <a:pt x="5" y="2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3"/>
                                    <a:pt x="11" y="3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3" y="11"/>
                                  </a:move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1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1" y="0"/>
                                    <a:pt x="2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13" y="8"/>
                                  </a:move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4" y="4"/>
                                  </a:move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5" y="3"/>
                                    <a:pt x="5" y="3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lose/>
                                  <a:moveTo>
                                    <a:pt x="12" y="15"/>
                                  </a:move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1" y="15"/>
                                    <a:pt x="12" y="15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lose/>
                                  <a:moveTo>
                                    <a:pt x="7" y="3"/>
                                  </a:move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5" y="7"/>
                                  </a:move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5" y="6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1" y="4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11" y="12"/>
                                  </a:move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2"/>
                                    <a:pt x="11" y="12"/>
                                  </a:cubicBezTo>
                                  <a:close/>
                                  <a:moveTo>
                                    <a:pt x="6" y="9"/>
                                  </a:move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0" y="2"/>
                                  </a:move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2"/>
                                    <a:pt x="10" y="2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1" y="10"/>
                                  </a:move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3" y="2"/>
                                  </a:move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lose/>
                                  <a:moveTo>
                                    <a:pt x="23" y="6"/>
                                  </a:move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lose/>
                                  <a:moveTo>
                                    <a:pt x="6" y="1"/>
                                  </a:move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lose/>
                                  <a:moveTo>
                                    <a:pt x="19" y="12"/>
                                  </a:move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lose/>
                                  <a:moveTo>
                                    <a:pt x="6" y="7"/>
                                  </a:move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7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7"/>
                                    <a:pt x="6" y="7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3" y="1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1"/>
                                  </a:cubicBezTo>
                                  <a:close/>
                                  <a:moveTo>
                                    <a:pt x="20" y="11"/>
                                  </a:move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" y="10"/>
                                  </a:move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lose/>
                                  <a:moveTo>
                                    <a:pt x="12" y="8"/>
                                  </a:move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lose/>
                                  <a:moveTo>
                                    <a:pt x="7" y="4"/>
                                  </a:move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lose/>
                                  <a:moveTo>
                                    <a:pt x="21" y="11"/>
                                  </a:move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2" y="9"/>
                                  </a:move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lose/>
                                  <a:moveTo>
                                    <a:pt x="4" y="5"/>
                                  </a:move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8" y="12"/>
                                  </a:cubicBezTo>
                                  <a:cubicBezTo>
                                    <a:pt x="18" y="13"/>
                                    <a:pt x="18" y="13"/>
                                    <a:pt x="17" y="13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6" y="13"/>
                                  </a:move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9" y="4"/>
                                  </a:move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9" y="4"/>
                                    <a:pt x="9" y="4"/>
                                  </a:cubicBezTo>
                                  <a:close/>
                                  <a:moveTo>
                                    <a:pt x="16" y="13"/>
                                  </a:move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3"/>
                                    <a:pt x="16" y="13"/>
                                  </a:cubicBezTo>
                                  <a:close/>
                                  <a:moveTo>
                                    <a:pt x="18" y="12"/>
                                  </a:move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lose/>
                                  <a:moveTo>
                                    <a:pt x="6" y="6"/>
                                  </a:move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lose/>
                                  <a:moveTo>
                                    <a:pt x="22" y="9"/>
                                  </a:move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10" y="2"/>
                                  </a:move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lose/>
                                  <a:moveTo>
                                    <a:pt x="18" y="10"/>
                                  </a:move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23" y="8"/>
                                  </a:moveTo>
                                  <a:cubicBezTo>
                                    <a:pt x="23" y="9"/>
                                    <a:pt x="23" y="9"/>
                                    <a:pt x="23" y="9"/>
                                  </a:cubicBezTo>
                                  <a:cubicBezTo>
                                    <a:pt x="23" y="9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6" y="5"/>
                                  </a:move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lose/>
                                  <a:moveTo>
                                    <a:pt x="7" y="7"/>
                                  </a:move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lose/>
                                  <a:moveTo>
                                    <a:pt x="6" y="13"/>
                                  </a:moveTo>
                                  <a:cubicBezTo>
                                    <a:pt x="6" y="14"/>
                                    <a:pt x="6" y="13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13" y="14"/>
                                  </a:move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lose/>
                                  <a:moveTo>
                                    <a:pt x="3" y="11"/>
                                  </a:move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lose/>
                                  <a:moveTo>
                                    <a:pt x="2" y="11"/>
                                  </a:move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lose/>
                                  <a:moveTo>
                                    <a:pt x="4" y="1"/>
                                  </a:move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3" y="13"/>
                                  </a:move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lose/>
                                  <a:moveTo>
                                    <a:pt x="6" y="3"/>
                                  </a:move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lose/>
                                  <a:moveTo>
                                    <a:pt x="1" y="7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4" y="12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3" y="8"/>
                                  </a:move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3" y="6"/>
                                  </a:cubicBezTo>
                                  <a:close/>
                                  <a:moveTo>
                                    <a:pt x="1" y="8"/>
                                  </a:move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22" y="9"/>
                                  </a:move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lose/>
                                  <a:moveTo>
                                    <a:pt x="16" y="12"/>
                                  </a:move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lose/>
                                  <a:moveTo>
                                    <a:pt x="15" y="6"/>
                                  </a:move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lose/>
                                  <a:moveTo>
                                    <a:pt x="2" y="9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lose/>
                                  <a:moveTo>
                                    <a:pt x="15" y="13"/>
                                  </a:move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9" y="10"/>
                                  </a:move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19" y="10"/>
                                  </a:cubicBezTo>
                                  <a:close/>
                                  <a:moveTo>
                                    <a:pt x="21" y="9"/>
                                  </a:moveTo>
                                  <a:cubicBezTo>
                                    <a:pt x="21" y="10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5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lose/>
                                  <a:moveTo>
                                    <a:pt x="21" y="6"/>
                                  </a:move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lose/>
                                  <a:moveTo>
                                    <a:pt x="0" y="9"/>
                                  </a:move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1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0" y="11"/>
                                  </a:move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4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lose/>
                                  <a:moveTo>
                                    <a:pt x="4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lose/>
                                  <a:moveTo>
                                    <a:pt x="16" y="5"/>
                                  </a:move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lose/>
                                  <a:moveTo>
                                    <a:pt x="1" y="7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4"/>
                                  </a:cubicBezTo>
                                  <a:close/>
                                  <a:moveTo>
                                    <a:pt x="6" y="5"/>
                                  </a:move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16" y="9"/>
                                  </a:move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12" y="14"/>
                                  </a:move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20" y="5"/>
                                  </a:move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0" y="3"/>
                                  </a:move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21" y="6"/>
                                  </a:move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lose/>
                                  <a:moveTo>
                                    <a:pt x="17" y="9"/>
                                  </a:move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lose/>
                                  <a:moveTo>
                                    <a:pt x="3" y="0"/>
                                  </a:moveTo>
                                  <a:cubicBezTo>
                                    <a:pt x="3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lose/>
                                  <a:moveTo>
                                    <a:pt x="2" y="9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7" name="Freeform 688">
                              <a:extLst>
                                <a:ext uri="{FF2B5EF4-FFF2-40B4-BE49-F238E27FC236}">
                                  <a16:creationId xmlns:a16="http://schemas.microsoft.com/office/drawing/2014/main" id="{CA322FE0-890F-1530-0475-F1E86516682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19451" y="5387975"/>
                              <a:ext cx="274637" cy="1470025"/>
                            </a:xfrm>
                            <a:custGeom>
                              <a:avLst/>
                              <a:gdLst>
                                <a:gd name="T0" fmla="*/ 15 w 66"/>
                                <a:gd name="T1" fmla="*/ 206 h 353"/>
                                <a:gd name="T2" fmla="*/ 51 w 66"/>
                                <a:gd name="T3" fmla="*/ 25 h 353"/>
                                <a:gd name="T4" fmla="*/ 40 w 66"/>
                                <a:gd name="T5" fmla="*/ 25 h 353"/>
                                <a:gd name="T6" fmla="*/ 35 w 66"/>
                                <a:gd name="T7" fmla="*/ 71 h 353"/>
                                <a:gd name="T8" fmla="*/ 28 w 66"/>
                                <a:gd name="T9" fmla="*/ 129 h 353"/>
                                <a:gd name="T10" fmla="*/ 16 w 66"/>
                                <a:gd name="T11" fmla="*/ 182 h 353"/>
                                <a:gd name="T12" fmla="*/ 24 w 66"/>
                                <a:gd name="T13" fmla="*/ 206 h 353"/>
                                <a:gd name="T14" fmla="*/ 19 w 66"/>
                                <a:gd name="T15" fmla="*/ 221 h 353"/>
                                <a:gd name="T16" fmla="*/ 17 w 66"/>
                                <a:gd name="T17" fmla="*/ 232 h 353"/>
                                <a:gd name="T18" fmla="*/ 16 w 66"/>
                                <a:gd name="T19" fmla="*/ 243 h 353"/>
                                <a:gd name="T20" fmla="*/ 7 w 66"/>
                                <a:gd name="T21" fmla="*/ 240 h 353"/>
                                <a:gd name="T22" fmla="*/ 7 w 66"/>
                                <a:gd name="T23" fmla="*/ 249 h 353"/>
                                <a:gd name="T24" fmla="*/ 12 w 66"/>
                                <a:gd name="T25" fmla="*/ 261 h 353"/>
                                <a:gd name="T26" fmla="*/ 10 w 66"/>
                                <a:gd name="T27" fmla="*/ 267 h 353"/>
                                <a:gd name="T28" fmla="*/ 6 w 66"/>
                                <a:gd name="T29" fmla="*/ 271 h 353"/>
                                <a:gd name="T30" fmla="*/ 12 w 66"/>
                                <a:gd name="T31" fmla="*/ 278 h 353"/>
                                <a:gd name="T32" fmla="*/ 12 w 66"/>
                                <a:gd name="T33" fmla="*/ 291 h 353"/>
                                <a:gd name="T34" fmla="*/ 14 w 66"/>
                                <a:gd name="T35" fmla="*/ 299 h 353"/>
                                <a:gd name="T36" fmla="*/ 19 w 66"/>
                                <a:gd name="T37" fmla="*/ 304 h 353"/>
                                <a:gd name="T38" fmla="*/ 15 w 66"/>
                                <a:gd name="T39" fmla="*/ 316 h 353"/>
                                <a:gd name="T40" fmla="*/ 20 w 66"/>
                                <a:gd name="T41" fmla="*/ 318 h 353"/>
                                <a:gd name="T42" fmla="*/ 26 w 66"/>
                                <a:gd name="T43" fmla="*/ 321 h 353"/>
                                <a:gd name="T44" fmla="*/ 47 w 66"/>
                                <a:gd name="T45" fmla="*/ 308 h 353"/>
                                <a:gd name="T46" fmla="*/ 16 w 66"/>
                                <a:gd name="T47" fmla="*/ 285 h 353"/>
                                <a:gd name="T48" fmla="*/ 30 w 66"/>
                                <a:gd name="T49" fmla="*/ 236 h 353"/>
                                <a:gd name="T50" fmla="*/ 28 w 66"/>
                                <a:gd name="T51" fmla="*/ 200 h 353"/>
                                <a:gd name="T52" fmla="*/ 32 w 66"/>
                                <a:gd name="T53" fmla="*/ 156 h 353"/>
                                <a:gd name="T54" fmla="*/ 38 w 66"/>
                                <a:gd name="T55" fmla="*/ 114 h 353"/>
                                <a:gd name="T56" fmla="*/ 52 w 66"/>
                                <a:gd name="T57" fmla="*/ 58 h 353"/>
                                <a:gd name="T58" fmla="*/ 42 w 66"/>
                                <a:gd name="T59" fmla="*/ 325 h 353"/>
                                <a:gd name="T60" fmla="*/ 37 w 66"/>
                                <a:gd name="T61" fmla="*/ 324 h 353"/>
                                <a:gd name="T62" fmla="*/ 29 w 66"/>
                                <a:gd name="T63" fmla="*/ 337 h 353"/>
                                <a:gd name="T64" fmla="*/ 59 w 66"/>
                                <a:gd name="T65" fmla="*/ 345 h 353"/>
                                <a:gd name="T66" fmla="*/ 41 w 66"/>
                                <a:gd name="T67" fmla="*/ 343 h 353"/>
                                <a:gd name="T68" fmla="*/ 55 w 66"/>
                                <a:gd name="T69" fmla="*/ 349 h 353"/>
                                <a:gd name="T70" fmla="*/ 29 w 66"/>
                                <a:gd name="T71" fmla="*/ 329 h 353"/>
                                <a:gd name="T72" fmla="*/ 32 w 66"/>
                                <a:gd name="T73" fmla="*/ 332 h 353"/>
                                <a:gd name="T74" fmla="*/ 37 w 66"/>
                                <a:gd name="T75" fmla="*/ 343 h 353"/>
                                <a:gd name="T76" fmla="*/ 33 w 66"/>
                                <a:gd name="T77" fmla="*/ 340 h 353"/>
                                <a:gd name="T78" fmla="*/ 19 w 66"/>
                                <a:gd name="T79" fmla="*/ 327 h 353"/>
                                <a:gd name="T80" fmla="*/ 20 w 66"/>
                                <a:gd name="T81" fmla="*/ 324 h 353"/>
                                <a:gd name="T82" fmla="*/ 17 w 66"/>
                                <a:gd name="T83" fmla="*/ 322 h 353"/>
                                <a:gd name="T84" fmla="*/ 13 w 66"/>
                                <a:gd name="T85" fmla="*/ 308 h 353"/>
                                <a:gd name="T86" fmla="*/ 9 w 66"/>
                                <a:gd name="T87" fmla="*/ 303 h 353"/>
                                <a:gd name="T88" fmla="*/ 7 w 66"/>
                                <a:gd name="T89" fmla="*/ 302 h 353"/>
                                <a:gd name="T90" fmla="*/ 9 w 66"/>
                                <a:gd name="T91" fmla="*/ 305 h 353"/>
                                <a:gd name="T92" fmla="*/ 5 w 66"/>
                                <a:gd name="T93" fmla="*/ 298 h 353"/>
                                <a:gd name="T94" fmla="*/ 9 w 66"/>
                                <a:gd name="T95" fmla="*/ 298 h 353"/>
                                <a:gd name="T96" fmla="*/ 9 w 66"/>
                                <a:gd name="T97" fmla="*/ 289 h 353"/>
                                <a:gd name="T98" fmla="*/ 3 w 66"/>
                                <a:gd name="T99" fmla="*/ 291 h 353"/>
                                <a:gd name="T100" fmla="*/ 3 w 66"/>
                                <a:gd name="T101" fmla="*/ 287 h 353"/>
                                <a:gd name="T102" fmla="*/ 1 w 66"/>
                                <a:gd name="T103" fmla="*/ 267 h 353"/>
                                <a:gd name="T104" fmla="*/ 7 w 66"/>
                                <a:gd name="T105" fmla="*/ 261 h 353"/>
                                <a:gd name="T106" fmla="*/ 5 w 66"/>
                                <a:gd name="T107" fmla="*/ 259 h 353"/>
                                <a:gd name="T108" fmla="*/ 9 w 66"/>
                                <a:gd name="T109" fmla="*/ 236 h 353"/>
                                <a:gd name="T110" fmla="*/ 12 w 66"/>
                                <a:gd name="T111" fmla="*/ 232 h 353"/>
                                <a:gd name="T112" fmla="*/ 19 w 66"/>
                                <a:gd name="T113" fmla="*/ 225 h 353"/>
                                <a:gd name="T114" fmla="*/ 13 w 66"/>
                                <a:gd name="T115" fmla="*/ 227 h 353"/>
                                <a:gd name="T116" fmla="*/ 14 w 66"/>
                                <a:gd name="T117" fmla="*/ 229 h 353"/>
                                <a:gd name="T118" fmla="*/ 12 w 66"/>
                                <a:gd name="T119" fmla="*/ 227 h 353"/>
                                <a:gd name="T120" fmla="*/ 13 w 66"/>
                                <a:gd name="T121" fmla="*/ 221 h 353"/>
                                <a:gd name="T122" fmla="*/ 56 w 66"/>
                                <a:gd name="T123" fmla="*/ 352 h 353"/>
                                <a:gd name="T124" fmla="*/ 60 w 66"/>
                                <a:gd name="T125" fmla="*/ 352 h 35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66" h="353">
                                  <a:moveTo>
                                    <a:pt x="10" y="214"/>
                                  </a:moveTo>
                                  <a:cubicBezTo>
                                    <a:pt x="10" y="214"/>
                                    <a:pt x="10" y="214"/>
                                    <a:pt x="10" y="213"/>
                                  </a:cubicBezTo>
                                  <a:cubicBezTo>
                                    <a:pt x="10" y="213"/>
                                    <a:pt x="10" y="213"/>
                                    <a:pt x="10" y="213"/>
                                  </a:cubicBezTo>
                                  <a:cubicBezTo>
                                    <a:pt x="10" y="213"/>
                                    <a:pt x="11" y="213"/>
                                    <a:pt x="11" y="212"/>
                                  </a:cubicBezTo>
                                  <a:cubicBezTo>
                                    <a:pt x="11" y="212"/>
                                    <a:pt x="11" y="212"/>
                                    <a:pt x="11" y="211"/>
                                  </a:cubicBezTo>
                                  <a:cubicBezTo>
                                    <a:pt x="11" y="211"/>
                                    <a:pt x="11" y="211"/>
                                    <a:pt x="11" y="211"/>
                                  </a:cubicBezTo>
                                  <a:cubicBezTo>
                                    <a:pt x="11" y="210"/>
                                    <a:pt x="11" y="210"/>
                                    <a:pt x="11" y="210"/>
                                  </a:cubicBezTo>
                                  <a:cubicBezTo>
                                    <a:pt x="11" y="210"/>
                                    <a:pt x="11" y="209"/>
                                    <a:pt x="11" y="209"/>
                                  </a:cubicBezTo>
                                  <a:cubicBezTo>
                                    <a:pt x="11" y="209"/>
                                    <a:pt x="11" y="209"/>
                                    <a:pt x="11" y="209"/>
                                  </a:cubicBezTo>
                                  <a:cubicBezTo>
                                    <a:pt x="11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2" y="208"/>
                                    <a:pt x="11" y="207"/>
                                  </a:cubicBezTo>
                                  <a:cubicBezTo>
                                    <a:pt x="11" y="207"/>
                                    <a:pt x="11" y="207"/>
                                    <a:pt x="11" y="207"/>
                                  </a:cubicBezTo>
                                  <a:cubicBezTo>
                                    <a:pt x="11" y="207"/>
                                    <a:pt x="11" y="207"/>
                                    <a:pt x="11" y="207"/>
                                  </a:cubicBezTo>
                                  <a:cubicBezTo>
                                    <a:pt x="11" y="206"/>
                                    <a:pt x="11" y="206"/>
                                    <a:pt x="11" y="205"/>
                                  </a:cubicBezTo>
                                  <a:cubicBezTo>
                                    <a:pt x="11" y="205"/>
                                    <a:pt x="11" y="205"/>
                                    <a:pt x="11" y="204"/>
                                  </a:cubicBezTo>
                                  <a:cubicBezTo>
                                    <a:pt x="11" y="204"/>
                                    <a:pt x="12" y="204"/>
                                    <a:pt x="12" y="204"/>
                                  </a:cubicBezTo>
                                  <a:cubicBezTo>
                                    <a:pt x="12" y="204"/>
                                    <a:pt x="12" y="203"/>
                                    <a:pt x="12" y="203"/>
                                  </a:cubicBezTo>
                                  <a:cubicBezTo>
                                    <a:pt x="12" y="203"/>
                                    <a:pt x="12" y="202"/>
                                    <a:pt x="12" y="202"/>
                                  </a:cubicBezTo>
                                  <a:cubicBezTo>
                                    <a:pt x="12" y="202"/>
                                    <a:pt x="12" y="201"/>
                                    <a:pt x="12" y="201"/>
                                  </a:cubicBezTo>
                                  <a:cubicBezTo>
                                    <a:pt x="12" y="201"/>
                                    <a:pt x="12" y="201"/>
                                    <a:pt x="12" y="201"/>
                                  </a:cubicBezTo>
                                  <a:cubicBezTo>
                                    <a:pt x="12" y="201"/>
                                    <a:pt x="12" y="200"/>
                                    <a:pt x="12" y="200"/>
                                  </a:cubicBezTo>
                                  <a:cubicBezTo>
                                    <a:pt x="12" y="200"/>
                                    <a:pt x="12" y="200"/>
                                    <a:pt x="12" y="200"/>
                                  </a:cubicBezTo>
                                  <a:cubicBezTo>
                                    <a:pt x="13" y="200"/>
                                    <a:pt x="13" y="200"/>
                                    <a:pt x="13" y="200"/>
                                  </a:cubicBezTo>
                                  <a:cubicBezTo>
                                    <a:pt x="13" y="200"/>
                                    <a:pt x="13" y="201"/>
                                    <a:pt x="13" y="201"/>
                                  </a:cubicBezTo>
                                  <a:cubicBezTo>
                                    <a:pt x="13" y="201"/>
                                    <a:pt x="13" y="201"/>
                                    <a:pt x="13" y="201"/>
                                  </a:cubicBezTo>
                                  <a:cubicBezTo>
                                    <a:pt x="13" y="201"/>
                                    <a:pt x="13" y="201"/>
                                    <a:pt x="13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5" y="200"/>
                                  </a:cubicBezTo>
                                  <a:cubicBezTo>
                                    <a:pt x="15" y="200"/>
                                    <a:pt x="15" y="201"/>
                                    <a:pt x="15" y="201"/>
                                  </a:cubicBezTo>
                                  <a:cubicBezTo>
                                    <a:pt x="15" y="201"/>
                                    <a:pt x="15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2"/>
                                  </a:cubicBezTo>
                                  <a:cubicBezTo>
                                    <a:pt x="16" y="202"/>
                                    <a:pt x="16" y="202"/>
                                    <a:pt x="16" y="202"/>
                                  </a:cubicBezTo>
                                  <a:cubicBezTo>
                                    <a:pt x="16" y="202"/>
                                    <a:pt x="17" y="203"/>
                                    <a:pt x="17" y="203"/>
                                  </a:cubicBezTo>
                                  <a:cubicBezTo>
                                    <a:pt x="17" y="203"/>
                                    <a:pt x="17" y="203"/>
                                    <a:pt x="16" y="203"/>
                                  </a:cubicBezTo>
                                  <a:cubicBezTo>
                                    <a:pt x="16" y="203"/>
                                    <a:pt x="16" y="203"/>
                                    <a:pt x="16" y="203"/>
                                  </a:cubicBezTo>
                                  <a:cubicBezTo>
                                    <a:pt x="16" y="204"/>
                                    <a:pt x="16" y="204"/>
                                    <a:pt x="16" y="204"/>
                                  </a:cubicBezTo>
                                  <a:cubicBezTo>
                                    <a:pt x="16" y="204"/>
                                    <a:pt x="16" y="204"/>
                                    <a:pt x="16" y="204"/>
                                  </a:cubicBezTo>
                                  <a:cubicBezTo>
                                    <a:pt x="16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5"/>
                                    <a:pt x="17" y="205"/>
                                  </a:cubicBezTo>
                                  <a:cubicBezTo>
                                    <a:pt x="17" y="205"/>
                                    <a:pt x="17" y="205"/>
                                    <a:pt x="17" y="205"/>
                                  </a:cubicBezTo>
                                  <a:cubicBezTo>
                                    <a:pt x="17" y="205"/>
                                    <a:pt x="17" y="205"/>
                                    <a:pt x="16" y="205"/>
                                  </a:cubicBezTo>
                                  <a:cubicBezTo>
                                    <a:pt x="16" y="205"/>
                                    <a:pt x="16" y="205"/>
                                    <a:pt x="16" y="205"/>
                                  </a:cubicBezTo>
                                  <a:cubicBezTo>
                                    <a:pt x="16" y="205"/>
                                    <a:pt x="16" y="205"/>
                                    <a:pt x="16" y="205"/>
                                  </a:cubicBezTo>
                                  <a:cubicBezTo>
                                    <a:pt x="15" y="206"/>
                                    <a:pt x="16" y="206"/>
                                    <a:pt x="16" y="206"/>
                                  </a:cubicBezTo>
                                  <a:cubicBezTo>
                                    <a:pt x="16" y="206"/>
                                    <a:pt x="16" y="206"/>
                                    <a:pt x="16" y="206"/>
                                  </a:cubicBezTo>
                                  <a:cubicBezTo>
                                    <a:pt x="16" y="206"/>
                                    <a:pt x="16" y="206"/>
                                    <a:pt x="16" y="207"/>
                                  </a:cubicBezTo>
                                  <a:cubicBezTo>
                                    <a:pt x="16" y="207"/>
                                    <a:pt x="16" y="207"/>
                                    <a:pt x="16" y="207"/>
                                  </a:cubicBezTo>
                                  <a:cubicBezTo>
                                    <a:pt x="16" y="207"/>
                                    <a:pt x="16" y="207"/>
                                    <a:pt x="16" y="207"/>
                                  </a:cubicBezTo>
                                  <a:cubicBezTo>
                                    <a:pt x="16" y="207"/>
                                    <a:pt x="16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5" y="209"/>
                                    <a:pt x="15" y="209"/>
                                    <a:pt x="16" y="209"/>
                                  </a:cubicBezTo>
                                  <a:cubicBezTo>
                                    <a:pt x="16" y="210"/>
                                    <a:pt x="16" y="210"/>
                                    <a:pt x="16" y="210"/>
                                  </a:cubicBezTo>
                                  <a:cubicBezTo>
                                    <a:pt x="16" y="211"/>
                                    <a:pt x="16" y="211"/>
                                    <a:pt x="16" y="211"/>
                                  </a:cubicBezTo>
                                  <a:cubicBezTo>
                                    <a:pt x="16" y="211"/>
                                    <a:pt x="16" y="211"/>
                                    <a:pt x="15" y="211"/>
                                  </a:cubicBezTo>
                                  <a:cubicBezTo>
                                    <a:pt x="15" y="211"/>
                                    <a:pt x="15" y="211"/>
                                    <a:pt x="15" y="211"/>
                                  </a:cubicBezTo>
                                  <a:cubicBezTo>
                                    <a:pt x="15" y="211"/>
                                    <a:pt x="15" y="211"/>
                                    <a:pt x="15" y="211"/>
                                  </a:cubicBezTo>
                                  <a:cubicBezTo>
                                    <a:pt x="16" y="211"/>
                                    <a:pt x="16" y="211"/>
                                    <a:pt x="16" y="212"/>
                                  </a:cubicBezTo>
                                  <a:cubicBezTo>
                                    <a:pt x="16" y="212"/>
                                    <a:pt x="16" y="212"/>
                                    <a:pt x="16" y="212"/>
                                  </a:cubicBezTo>
                                  <a:cubicBezTo>
                                    <a:pt x="16" y="212"/>
                                    <a:pt x="16" y="212"/>
                                    <a:pt x="16" y="212"/>
                                  </a:cubicBezTo>
                                  <a:cubicBezTo>
                                    <a:pt x="16" y="213"/>
                                    <a:pt x="16" y="213"/>
                                    <a:pt x="16" y="213"/>
                                  </a:cubicBezTo>
                                  <a:cubicBezTo>
                                    <a:pt x="16" y="213"/>
                                    <a:pt x="15" y="213"/>
                                    <a:pt x="15" y="213"/>
                                  </a:cubicBezTo>
                                  <a:cubicBezTo>
                                    <a:pt x="15" y="213"/>
                                    <a:pt x="15" y="213"/>
                                    <a:pt x="15" y="213"/>
                                  </a:cubicBezTo>
                                  <a:cubicBezTo>
                                    <a:pt x="15" y="213"/>
                                    <a:pt x="14" y="213"/>
                                    <a:pt x="14" y="213"/>
                                  </a:cubicBezTo>
                                  <a:cubicBezTo>
                                    <a:pt x="14" y="213"/>
                                    <a:pt x="14" y="213"/>
                                    <a:pt x="14" y="213"/>
                                  </a:cubicBezTo>
                                  <a:cubicBezTo>
                                    <a:pt x="14" y="214"/>
                                    <a:pt x="14" y="214"/>
                                    <a:pt x="14" y="214"/>
                                  </a:cubicBezTo>
                                  <a:cubicBezTo>
                                    <a:pt x="15" y="214"/>
                                    <a:pt x="15" y="214"/>
                                    <a:pt x="15" y="214"/>
                                  </a:cubicBezTo>
                                  <a:cubicBezTo>
                                    <a:pt x="15" y="214"/>
                                    <a:pt x="15" y="214"/>
                                    <a:pt x="15" y="214"/>
                                  </a:cubicBezTo>
                                  <a:cubicBezTo>
                                    <a:pt x="15" y="215"/>
                                    <a:pt x="15" y="215"/>
                                    <a:pt x="15" y="215"/>
                                  </a:cubicBezTo>
                                  <a:cubicBezTo>
                                    <a:pt x="15" y="215"/>
                                    <a:pt x="15" y="215"/>
                                    <a:pt x="15" y="215"/>
                                  </a:cubicBezTo>
                                  <a:cubicBezTo>
                                    <a:pt x="15" y="215"/>
                                    <a:pt x="15" y="215"/>
                                    <a:pt x="15" y="216"/>
                                  </a:cubicBezTo>
                                  <a:cubicBezTo>
                                    <a:pt x="15" y="216"/>
                                    <a:pt x="15" y="216"/>
                                    <a:pt x="15" y="216"/>
                                  </a:cubicBezTo>
                                  <a:cubicBezTo>
                                    <a:pt x="15" y="216"/>
                                    <a:pt x="15" y="216"/>
                                    <a:pt x="15" y="216"/>
                                  </a:cubicBezTo>
                                  <a:cubicBezTo>
                                    <a:pt x="14" y="216"/>
                                    <a:pt x="14" y="216"/>
                                    <a:pt x="14" y="216"/>
                                  </a:cubicBezTo>
                                  <a:cubicBezTo>
                                    <a:pt x="14" y="216"/>
                                    <a:pt x="14" y="216"/>
                                    <a:pt x="14" y="216"/>
                                  </a:cubicBezTo>
                                  <a:cubicBezTo>
                                    <a:pt x="13" y="216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5"/>
                                    <a:pt x="12" y="215"/>
                                  </a:cubicBezTo>
                                  <a:cubicBezTo>
                                    <a:pt x="12" y="215"/>
                                    <a:pt x="12" y="215"/>
                                    <a:pt x="12" y="215"/>
                                  </a:cubicBezTo>
                                  <a:cubicBezTo>
                                    <a:pt x="12" y="215"/>
                                    <a:pt x="12" y="216"/>
                                    <a:pt x="12" y="216"/>
                                  </a:cubicBezTo>
                                  <a:cubicBezTo>
                                    <a:pt x="12" y="216"/>
                                    <a:pt x="12" y="216"/>
                                    <a:pt x="12" y="215"/>
                                  </a:cubicBezTo>
                                  <a:cubicBezTo>
                                    <a:pt x="11" y="215"/>
                                    <a:pt x="11" y="215"/>
                                    <a:pt x="11" y="215"/>
                                  </a:cubicBezTo>
                                  <a:cubicBezTo>
                                    <a:pt x="10" y="215"/>
                                    <a:pt x="10" y="215"/>
                                    <a:pt x="10" y="214"/>
                                  </a:cubicBezTo>
                                  <a:close/>
                                  <a:moveTo>
                                    <a:pt x="60" y="40"/>
                                  </a:moveTo>
                                  <a:cubicBezTo>
                                    <a:pt x="60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59" y="41"/>
                                    <a:pt x="59" y="41"/>
                                  </a:cubicBezTo>
                                  <a:cubicBezTo>
                                    <a:pt x="59" y="41"/>
                                    <a:pt x="58" y="41"/>
                                    <a:pt x="58" y="41"/>
                                  </a:cubicBezTo>
                                  <a:cubicBezTo>
                                    <a:pt x="58" y="41"/>
                                    <a:pt x="57" y="41"/>
                                    <a:pt x="57" y="41"/>
                                  </a:cubicBezTo>
                                  <a:cubicBezTo>
                                    <a:pt x="57" y="41"/>
                                    <a:pt x="56" y="41"/>
                                    <a:pt x="56" y="40"/>
                                  </a:cubicBezTo>
                                  <a:cubicBezTo>
                                    <a:pt x="56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39"/>
                                    <a:pt x="55" y="39"/>
                                  </a:cubicBezTo>
                                  <a:cubicBezTo>
                                    <a:pt x="56" y="39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5" y="38"/>
                                    <a:pt x="55" y="37"/>
                                  </a:cubicBezTo>
                                  <a:cubicBezTo>
                                    <a:pt x="55" y="37"/>
                                    <a:pt x="55" y="37"/>
                                    <a:pt x="55" y="37"/>
                                  </a:cubicBezTo>
                                  <a:cubicBezTo>
                                    <a:pt x="55" y="37"/>
                                    <a:pt x="55" y="35"/>
                                    <a:pt x="55" y="35"/>
                                  </a:cubicBezTo>
                                  <a:cubicBezTo>
                                    <a:pt x="55" y="35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3"/>
                                    <a:pt x="54" y="33"/>
                                  </a:cubicBezTo>
                                  <a:cubicBezTo>
                                    <a:pt x="54" y="33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3" y="31"/>
                                    <a:pt x="53" y="31"/>
                                  </a:cubicBezTo>
                                  <a:cubicBezTo>
                                    <a:pt x="53" y="31"/>
                                    <a:pt x="53" y="29"/>
                                    <a:pt x="53" y="29"/>
                                  </a:cubicBezTo>
                                  <a:cubicBezTo>
                                    <a:pt x="52" y="26"/>
                                    <a:pt x="52" y="26"/>
                                    <a:pt x="52" y="26"/>
                                  </a:cubicBezTo>
                                  <a:cubicBezTo>
                                    <a:pt x="52" y="26"/>
                                    <a:pt x="51" y="26"/>
                                    <a:pt x="51" y="26"/>
                                  </a:cubicBezTo>
                                  <a:cubicBezTo>
                                    <a:pt x="51" y="26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4"/>
                                    <a:pt x="51" y="24"/>
                                  </a:cubicBezTo>
                                  <a:cubicBezTo>
                                    <a:pt x="51" y="24"/>
                                    <a:pt x="52" y="24"/>
                                    <a:pt x="51" y="24"/>
                                  </a:cubicBezTo>
                                  <a:cubicBezTo>
                                    <a:pt x="51" y="23"/>
                                    <a:pt x="51" y="23"/>
                                    <a:pt x="50" y="23"/>
                                  </a:cubicBezTo>
                                  <a:cubicBezTo>
                                    <a:pt x="50" y="23"/>
                                    <a:pt x="49" y="22"/>
                                    <a:pt x="49" y="22"/>
                                  </a:cubicBezTo>
                                  <a:cubicBezTo>
                                    <a:pt x="49" y="22"/>
                                    <a:pt x="49" y="22"/>
                                    <a:pt x="49" y="22"/>
                                  </a:cubicBezTo>
                                  <a:cubicBezTo>
                                    <a:pt x="50" y="22"/>
                                    <a:pt x="50" y="21"/>
                                    <a:pt x="50" y="21"/>
                                  </a:cubicBezTo>
                                  <a:cubicBezTo>
                                    <a:pt x="50" y="21"/>
                                    <a:pt x="50" y="21"/>
                                    <a:pt x="50" y="21"/>
                                  </a:cubicBezTo>
                                  <a:cubicBezTo>
                                    <a:pt x="50" y="20"/>
                                    <a:pt x="50" y="20"/>
                                    <a:pt x="50" y="20"/>
                                  </a:cubicBezTo>
                                  <a:cubicBezTo>
                                    <a:pt x="50" y="20"/>
                                    <a:pt x="49" y="20"/>
                                    <a:pt x="49" y="20"/>
                                  </a:cubicBezTo>
                                  <a:cubicBezTo>
                                    <a:pt x="49" y="20"/>
                                    <a:pt x="50" y="19"/>
                                    <a:pt x="50" y="19"/>
                                  </a:cubicBezTo>
                                  <a:cubicBezTo>
                                    <a:pt x="50" y="19"/>
                                    <a:pt x="51" y="19"/>
                                    <a:pt x="51" y="19"/>
                                  </a:cubicBezTo>
                                  <a:cubicBezTo>
                                    <a:pt x="51" y="19"/>
                                    <a:pt x="51" y="18"/>
                                    <a:pt x="51" y="18"/>
                                  </a:cubicBezTo>
                                  <a:cubicBezTo>
                                    <a:pt x="51" y="18"/>
                                    <a:pt x="50" y="17"/>
                                    <a:pt x="50" y="17"/>
                                  </a:cubicBezTo>
                                  <a:cubicBezTo>
                                    <a:pt x="50" y="17"/>
                                    <a:pt x="50" y="17"/>
                                    <a:pt x="50" y="17"/>
                                  </a:cubicBezTo>
                                  <a:cubicBezTo>
                                    <a:pt x="50" y="17"/>
                                    <a:pt x="51" y="15"/>
                                    <a:pt x="51" y="15"/>
                                  </a:cubicBezTo>
                                  <a:cubicBezTo>
                                    <a:pt x="51" y="15"/>
                                    <a:pt x="52" y="15"/>
                                    <a:pt x="52" y="15"/>
                                  </a:cubicBezTo>
                                  <a:cubicBezTo>
                                    <a:pt x="52" y="15"/>
                                    <a:pt x="51" y="14"/>
                                    <a:pt x="50" y="14"/>
                                  </a:cubicBezTo>
                                  <a:cubicBezTo>
                                    <a:pt x="50" y="13"/>
                                    <a:pt x="49" y="12"/>
                                    <a:pt x="49" y="12"/>
                                  </a:cubicBezTo>
                                  <a:cubicBezTo>
                                    <a:pt x="49" y="12"/>
                                    <a:pt x="48" y="11"/>
                                    <a:pt x="48" y="11"/>
                                  </a:cubicBezTo>
                                  <a:cubicBezTo>
                                    <a:pt x="48" y="10"/>
                                    <a:pt x="48" y="10"/>
                                    <a:pt x="48" y="10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3"/>
                                    <a:pt x="45" y="3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1"/>
                                    <a:pt x="44" y="1"/>
                                    <a:pt x="44" y="1"/>
                                  </a:cubicBezTo>
                                  <a:cubicBezTo>
                                    <a:pt x="44" y="1"/>
                                    <a:pt x="44" y="0"/>
                                    <a:pt x="44" y="0"/>
                                  </a:cubicBezTo>
                                  <a:cubicBezTo>
                                    <a:pt x="44" y="0"/>
                                    <a:pt x="44" y="0"/>
                                    <a:pt x="44" y="0"/>
                                  </a:cubicBezTo>
                                  <a:cubicBezTo>
                                    <a:pt x="44" y="0"/>
                                    <a:pt x="44" y="1"/>
                                    <a:pt x="43" y="1"/>
                                  </a:cubicBezTo>
                                  <a:cubicBezTo>
                                    <a:pt x="43" y="1"/>
                                    <a:pt x="43" y="1"/>
                                    <a:pt x="43" y="1"/>
                                  </a:cubicBezTo>
                                  <a:cubicBezTo>
                                    <a:pt x="42" y="1"/>
                                    <a:pt x="42" y="1"/>
                                    <a:pt x="42" y="1"/>
                                  </a:cubicBezTo>
                                  <a:cubicBezTo>
                                    <a:pt x="42" y="1"/>
                                    <a:pt x="42" y="3"/>
                                    <a:pt x="42" y="3"/>
                                  </a:cubicBezTo>
                                  <a:cubicBezTo>
                                    <a:pt x="42" y="3"/>
                                    <a:pt x="42" y="3"/>
                                    <a:pt x="42" y="3"/>
                                  </a:cubicBezTo>
                                  <a:cubicBezTo>
                                    <a:pt x="42" y="3"/>
                                    <a:pt x="42" y="4"/>
                                    <a:pt x="42" y="4"/>
                                  </a:cubicBezTo>
                                  <a:cubicBezTo>
                                    <a:pt x="42" y="4"/>
                                    <a:pt x="42" y="5"/>
                                    <a:pt x="42" y="5"/>
                                  </a:cubicBezTo>
                                  <a:cubicBezTo>
                                    <a:pt x="40" y="6"/>
                                    <a:pt x="40" y="6"/>
                                    <a:pt x="40" y="6"/>
                                  </a:cubicBezTo>
                                  <a:cubicBezTo>
                                    <a:pt x="38" y="6"/>
                                    <a:pt x="38" y="6"/>
                                    <a:pt x="38" y="6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9" y="7"/>
                                    <a:pt x="39" y="8"/>
                                  </a:cubicBezTo>
                                  <a:cubicBezTo>
                                    <a:pt x="39" y="8"/>
                                    <a:pt x="39" y="8"/>
                                    <a:pt x="38" y="8"/>
                                  </a:cubicBezTo>
                                  <a:cubicBezTo>
                                    <a:pt x="38" y="8"/>
                                    <a:pt x="38" y="9"/>
                                    <a:pt x="38" y="9"/>
                                  </a:cubicBezTo>
                                  <a:cubicBezTo>
                                    <a:pt x="38" y="10"/>
                                    <a:pt x="38" y="12"/>
                                    <a:pt x="38" y="12"/>
                                  </a:cubicBezTo>
                                  <a:cubicBezTo>
                                    <a:pt x="39" y="12"/>
                                    <a:pt x="39" y="13"/>
                                    <a:pt x="39" y="13"/>
                                  </a:cubicBezTo>
                                  <a:cubicBezTo>
                                    <a:pt x="39" y="13"/>
                                    <a:pt x="39" y="13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5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40" y="17"/>
                                    <a:pt x="40" y="19"/>
                                    <a:pt x="40" y="19"/>
                                  </a:cubicBezTo>
                                  <a:cubicBezTo>
                                    <a:pt x="40" y="19"/>
                                    <a:pt x="40" y="19"/>
                                    <a:pt x="40" y="19"/>
                                  </a:cubicBezTo>
                                  <a:cubicBezTo>
                                    <a:pt x="40" y="19"/>
                                    <a:pt x="40" y="20"/>
                                    <a:pt x="40" y="20"/>
                                  </a:cubicBezTo>
                                  <a:cubicBezTo>
                                    <a:pt x="40" y="20"/>
                                    <a:pt x="40" y="21"/>
                                    <a:pt x="40" y="21"/>
                                  </a:cubicBezTo>
                                  <a:cubicBezTo>
                                    <a:pt x="40" y="21"/>
                                    <a:pt x="40" y="22"/>
                                    <a:pt x="40" y="22"/>
                                  </a:cubicBezTo>
                                  <a:cubicBezTo>
                                    <a:pt x="40" y="22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39" y="24"/>
                                    <a:pt x="39" y="24"/>
                                  </a:cubicBezTo>
                                  <a:cubicBezTo>
                                    <a:pt x="39" y="24"/>
                                    <a:pt x="39" y="25"/>
                                    <a:pt x="40" y="25"/>
                                  </a:cubicBezTo>
                                  <a:cubicBezTo>
                                    <a:pt x="40" y="25"/>
                                    <a:pt x="40" y="25"/>
                                    <a:pt x="40" y="26"/>
                                  </a:cubicBezTo>
                                  <a:cubicBezTo>
                                    <a:pt x="40" y="26"/>
                                    <a:pt x="40" y="27"/>
                                    <a:pt x="40" y="27"/>
                                  </a:cubicBezTo>
                                  <a:cubicBezTo>
                                    <a:pt x="40" y="27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9"/>
                                    <a:pt x="40" y="29"/>
                                    <a:pt x="40" y="29"/>
                                  </a:cubicBezTo>
                                  <a:cubicBezTo>
                                    <a:pt x="40" y="30"/>
                                    <a:pt x="40" y="31"/>
                                    <a:pt x="40" y="31"/>
                                  </a:cubicBezTo>
                                  <a:cubicBezTo>
                                    <a:pt x="40" y="31"/>
                                    <a:pt x="40" y="31"/>
                                    <a:pt x="40" y="32"/>
                                  </a:cubicBezTo>
                                  <a:cubicBezTo>
                                    <a:pt x="40" y="32"/>
                                    <a:pt x="40" y="33"/>
                                    <a:pt x="40" y="33"/>
                                  </a:cubicBezTo>
                                  <a:cubicBezTo>
                                    <a:pt x="40" y="33"/>
                                    <a:pt x="40" y="34"/>
                                    <a:pt x="40" y="34"/>
                                  </a:cubicBezTo>
                                  <a:cubicBezTo>
                                    <a:pt x="40" y="34"/>
                                    <a:pt x="40" y="35"/>
                                    <a:pt x="39" y="35"/>
                                  </a:cubicBezTo>
                                  <a:cubicBezTo>
                                    <a:pt x="39" y="35"/>
                                    <a:pt x="39" y="35"/>
                                    <a:pt x="39" y="36"/>
                                  </a:cubicBezTo>
                                  <a:cubicBezTo>
                                    <a:pt x="39" y="36"/>
                                    <a:pt x="39" y="37"/>
                                    <a:pt x="39" y="37"/>
                                  </a:cubicBezTo>
                                  <a:cubicBezTo>
                                    <a:pt x="39" y="37"/>
                                    <a:pt x="39" y="38"/>
                                    <a:pt x="39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9" y="39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2"/>
                                  </a:cubicBezTo>
                                  <a:cubicBezTo>
                                    <a:pt x="39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3"/>
                                    <a:pt x="37" y="43"/>
                                  </a:cubicBezTo>
                                  <a:cubicBezTo>
                                    <a:pt x="37" y="43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7" y="43"/>
                                  </a:cubicBezTo>
                                  <a:cubicBezTo>
                                    <a:pt x="37" y="43"/>
                                    <a:pt x="37" y="43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5"/>
                                    <a:pt x="37" y="45"/>
                                    <a:pt x="37" y="45"/>
                                  </a:cubicBezTo>
                                  <a:cubicBezTo>
                                    <a:pt x="37" y="46"/>
                                    <a:pt x="37" y="46"/>
                                    <a:pt x="37" y="46"/>
                                  </a:cubicBezTo>
                                  <a:cubicBezTo>
                                    <a:pt x="37" y="46"/>
                                    <a:pt x="37" y="46"/>
                                    <a:pt x="37" y="46"/>
                                  </a:cubicBezTo>
                                  <a:cubicBezTo>
                                    <a:pt x="37" y="46"/>
                                    <a:pt x="37" y="45"/>
                                    <a:pt x="38" y="46"/>
                                  </a:cubicBezTo>
                                  <a:cubicBezTo>
                                    <a:pt x="38" y="46"/>
                                    <a:pt x="38" y="46"/>
                                    <a:pt x="38" y="46"/>
                                  </a:cubicBezTo>
                                  <a:cubicBezTo>
                                    <a:pt x="38" y="46"/>
                                    <a:pt x="38" y="47"/>
                                    <a:pt x="38" y="47"/>
                                  </a:cubicBezTo>
                                  <a:cubicBezTo>
                                    <a:pt x="38" y="47"/>
                                    <a:pt x="37" y="48"/>
                                    <a:pt x="37" y="48"/>
                                  </a:cubicBezTo>
                                  <a:cubicBezTo>
                                    <a:pt x="37" y="48"/>
                                    <a:pt x="37" y="49"/>
                                    <a:pt x="37" y="49"/>
                                  </a:cubicBezTo>
                                  <a:cubicBezTo>
                                    <a:pt x="37" y="49"/>
                                    <a:pt x="37" y="50"/>
                                    <a:pt x="37" y="50"/>
                                  </a:cubicBezTo>
                                  <a:cubicBezTo>
                                    <a:pt x="37" y="50"/>
                                    <a:pt x="37" y="51"/>
                                    <a:pt x="37" y="51"/>
                                  </a:cubicBezTo>
                                  <a:cubicBezTo>
                                    <a:pt x="37" y="52"/>
                                    <a:pt x="37" y="52"/>
                                    <a:pt x="37" y="52"/>
                                  </a:cubicBezTo>
                                  <a:cubicBezTo>
                                    <a:pt x="37" y="52"/>
                                    <a:pt x="37" y="55"/>
                                    <a:pt x="37" y="55"/>
                                  </a:cubicBezTo>
                                  <a:cubicBezTo>
                                    <a:pt x="37" y="55"/>
                                    <a:pt x="37" y="55"/>
                                    <a:pt x="37" y="56"/>
                                  </a:cubicBezTo>
                                  <a:cubicBezTo>
                                    <a:pt x="37" y="56"/>
                                    <a:pt x="37" y="56"/>
                                    <a:pt x="37" y="57"/>
                                  </a:cubicBezTo>
                                  <a:cubicBezTo>
                                    <a:pt x="37" y="57"/>
                                    <a:pt x="37" y="57"/>
                                    <a:pt x="37" y="57"/>
                                  </a:cubicBezTo>
                                  <a:cubicBezTo>
                                    <a:pt x="38" y="57"/>
                                    <a:pt x="38" y="57"/>
                                    <a:pt x="38" y="58"/>
                                  </a:cubicBezTo>
                                  <a:cubicBezTo>
                                    <a:pt x="37" y="58"/>
                                    <a:pt x="37" y="58"/>
                                    <a:pt x="37" y="58"/>
                                  </a:cubicBezTo>
                                  <a:cubicBezTo>
                                    <a:pt x="37" y="58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7" y="61"/>
                                    <a:pt x="37" y="61"/>
                                  </a:cubicBezTo>
                                  <a:cubicBezTo>
                                    <a:pt x="37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5" y="63"/>
                                    <a:pt x="35" y="63"/>
                                  </a:cubicBezTo>
                                  <a:cubicBezTo>
                                    <a:pt x="35" y="64"/>
                                    <a:pt x="36" y="64"/>
                                    <a:pt x="36" y="64"/>
                                  </a:cubicBezTo>
                                  <a:cubicBezTo>
                                    <a:pt x="36" y="64"/>
                                    <a:pt x="36" y="64"/>
                                    <a:pt x="36" y="64"/>
                                  </a:cubicBezTo>
                                  <a:cubicBezTo>
                                    <a:pt x="36" y="65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7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8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70"/>
                                    <a:pt x="36" y="70"/>
                                    <a:pt x="36" y="70"/>
                                  </a:cubicBezTo>
                                  <a:cubicBezTo>
                                    <a:pt x="35" y="70"/>
                                    <a:pt x="35" y="71"/>
                                    <a:pt x="35" y="71"/>
                                  </a:cubicBezTo>
                                  <a:cubicBezTo>
                                    <a:pt x="35" y="71"/>
                                    <a:pt x="35" y="71"/>
                                    <a:pt x="35" y="71"/>
                                  </a:cubicBezTo>
                                  <a:cubicBezTo>
                                    <a:pt x="35" y="72"/>
                                    <a:pt x="35" y="72"/>
                                    <a:pt x="35" y="72"/>
                                  </a:cubicBezTo>
                                  <a:cubicBezTo>
                                    <a:pt x="35" y="72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5" y="74"/>
                                    <a:pt x="35" y="74"/>
                                  </a:cubicBezTo>
                                  <a:cubicBezTo>
                                    <a:pt x="35" y="74"/>
                                    <a:pt x="34" y="74"/>
                                    <a:pt x="34" y="74"/>
                                  </a:cubicBezTo>
                                  <a:cubicBezTo>
                                    <a:pt x="34" y="74"/>
                                    <a:pt x="34" y="75"/>
                                    <a:pt x="34" y="75"/>
                                  </a:cubicBezTo>
                                  <a:cubicBezTo>
                                    <a:pt x="34" y="75"/>
                                    <a:pt x="34" y="76"/>
                                    <a:pt x="34" y="76"/>
                                  </a:cubicBezTo>
                                  <a:cubicBezTo>
                                    <a:pt x="34" y="76"/>
                                    <a:pt x="34" y="76"/>
                                    <a:pt x="34" y="76"/>
                                  </a:cubicBezTo>
                                  <a:cubicBezTo>
                                    <a:pt x="34" y="76"/>
                                    <a:pt x="34" y="77"/>
                                    <a:pt x="34" y="77"/>
                                  </a:cubicBezTo>
                                  <a:cubicBezTo>
                                    <a:pt x="34" y="77"/>
                                    <a:pt x="34" y="77"/>
                                    <a:pt x="34" y="77"/>
                                  </a:cubicBezTo>
                                  <a:cubicBezTo>
                                    <a:pt x="34" y="77"/>
                                    <a:pt x="34" y="78"/>
                                    <a:pt x="34" y="78"/>
                                  </a:cubicBezTo>
                                  <a:cubicBezTo>
                                    <a:pt x="34" y="78"/>
                                    <a:pt x="33" y="79"/>
                                    <a:pt x="33" y="79"/>
                                  </a:cubicBezTo>
                                  <a:cubicBezTo>
                                    <a:pt x="33" y="79"/>
                                    <a:pt x="33" y="80"/>
                                    <a:pt x="33" y="80"/>
                                  </a:cubicBezTo>
                                  <a:cubicBezTo>
                                    <a:pt x="33" y="80"/>
                                    <a:pt x="33" y="80"/>
                                    <a:pt x="33" y="80"/>
                                  </a:cubicBezTo>
                                  <a:cubicBezTo>
                                    <a:pt x="33" y="81"/>
                                    <a:pt x="33" y="81"/>
                                    <a:pt x="32" y="81"/>
                                  </a:cubicBezTo>
                                  <a:cubicBezTo>
                                    <a:pt x="32" y="81"/>
                                    <a:pt x="32" y="84"/>
                                    <a:pt x="32" y="84"/>
                                  </a:cubicBezTo>
                                  <a:cubicBezTo>
                                    <a:pt x="32" y="84"/>
                                    <a:pt x="32" y="85"/>
                                    <a:pt x="32" y="85"/>
                                  </a:cubicBezTo>
                                  <a:cubicBezTo>
                                    <a:pt x="32" y="85"/>
                                    <a:pt x="31" y="86"/>
                                    <a:pt x="31" y="86"/>
                                  </a:cubicBezTo>
                                  <a:cubicBezTo>
                                    <a:pt x="31" y="86"/>
                                    <a:pt x="32" y="86"/>
                                    <a:pt x="31" y="87"/>
                                  </a:cubicBezTo>
                                  <a:cubicBezTo>
                                    <a:pt x="31" y="87"/>
                                    <a:pt x="31" y="87"/>
                                    <a:pt x="31" y="87"/>
                                  </a:cubicBezTo>
                                  <a:cubicBezTo>
                                    <a:pt x="31" y="88"/>
                                    <a:pt x="30" y="88"/>
                                    <a:pt x="30" y="88"/>
                                  </a:cubicBezTo>
                                  <a:cubicBezTo>
                                    <a:pt x="30" y="88"/>
                                    <a:pt x="30" y="88"/>
                                    <a:pt x="30" y="89"/>
                                  </a:cubicBezTo>
                                  <a:cubicBezTo>
                                    <a:pt x="30" y="89"/>
                                    <a:pt x="30" y="89"/>
                                    <a:pt x="30" y="89"/>
                                  </a:cubicBezTo>
                                  <a:cubicBezTo>
                                    <a:pt x="30" y="89"/>
                                    <a:pt x="30" y="89"/>
                                    <a:pt x="30" y="90"/>
                                  </a:cubicBezTo>
                                  <a:cubicBezTo>
                                    <a:pt x="30" y="90"/>
                                    <a:pt x="30" y="91"/>
                                    <a:pt x="30" y="91"/>
                                  </a:cubicBezTo>
                                  <a:cubicBezTo>
                                    <a:pt x="30" y="91"/>
                                    <a:pt x="31" y="91"/>
                                    <a:pt x="31" y="91"/>
                                  </a:cubicBezTo>
                                  <a:cubicBezTo>
                                    <a:pt x="31" y="91"/>
                                    <a:pt x="32" y="92"/>
                                    <a:pt x="32" y="92"/>
                                  </a:cubicBezTo>
                                  <a:cubicBezTo>
                                    <a:pt x="32" y="92"/>
                                    <a:pt x="32" y="93"/>
                                    <a:pt x="32" y="93"/>
                                  </a:cubicBezTo>
                                  <a:cubicBezTo>
                                    <a:pt x="31" y="93"/>
                                    <a:pt x="31" y="93"/>
                                    <a:pt x="31" y="93"/>
                                  </a:cubicBezTo>
                                  <a:cubicBezTo>
                                    <a:pt x="31" y="93"/>
                                    <a:pt x="31" y="94"/>
                                    <a:pt x="31" y="94"/>
                                  </a:cubicBezTo>
                                  <a:cubicBezTo>
                                    <a:pt x="31" y="94"/>
                                    <a:pt x="31" y="94"/>
                                    <a:pt x="31" y="94"/>
                                  </a:cubicBezTo>
                                  <a:cubicBezTo>
                                    <a:pt x="31" y="94"/>
                                    <a:pt x="31" y="94"/>
                                    <a:pt x="31" y="94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1" y="95"/>
                                    <a:pt x="32" y="96"/>
                                    <a:pt x="32" y="96"/>
                                  </a:cubicBezTo>
                                  <a:cubicBezTo>
                                    <a:pt x="32" y="96"/>
                                    <a:pt x="32" y="96"/>
                                    <a:pt x="32" y="96"/>
                                  </a:cubicBezTo>
                                  <a:cubicBezTo>
                                    <a:pt x="32" y="96"/>
                                    <a:pt x="31" y="97"/>
                                    <a:pt x="31" y="97"/>
                                  </a:cubicBezTo>
                                  <a:cubicBezTo>
                                    <a:pt x="31" y="97"/>
                                    <a:pt x="31" y="98"/>
                                    <a:pt x="31" y="98"/>
                                  </a:cubicBezTo>
                                  <a:cubicBezTo>
                                    <a:pt x="31" y="98"/>
                                    <a:pt x="31" y="98"/>
                                    <a:pt x="30" y="99"/>
                                  </a:cubicBezTo>
                                  <a:cubicBezTo>
                                    <a:pt x="30" y="99"/>
                                    <a:pt x="30" y="99"/>
                                    <a:pt x="30" y="99"/>
                                  </a:cubicBezTo>
                                  <a:cubicBezTo>
                                    <a:pt x="29" y="100"/>
                                    <a:pt x="29" y="100"/>
                                    <a:pt x="29" y="100"/>
                                  </a:cubicBezTo>
                                  <a:cubicBezTo>
                                    <a:pt x="29" y="104"/>
                                    <a:pt x="29" y="104"/>
                                    <a:pt x="29" y="104"/>
                                  </a:cubicBezTo>
                                  <a:cubicBezTo>
                                    <a:pt x="29" y="104"/>
                                    <a:pt x="29" y="106"/>
                                    <a:pt x="29" y="107"/>
                                  </a:cubicBezTo>
                                  <a:cubicBezTo>
                                    <a:pt x="29" y="108"/>
                                    <a:pt x="29" y="109"/>
                                    <a:pt x="29" y="109"/>
                                  </a:cubicBezTo>
                                  <a:cubicBezTo>
                                    <a:pt x="30" y="110"/>
                                    <a:pt x="30" y="112"/>
                                    <a:pt x="30" y="113"/>
                                  </a:cubicBezTo>
                                  <a:cubicBezTo>
                                    <a:pt x="30" y="114"/>
                                    <a:pt x="30" y="115"/>
                                    <a:pt x="30" y="116"/>
                                  </a:cubicBezTo>
                                  <a:cubicBezTo>
                                    <a:pt x="30" y="116"/>
                                    <a:pt x="30" y="117"/>
                                    <a:pt x="30" y="117"/>
                                  </a:cubicBezTo>
                                  <a:cubicBezTo>
                                    <a:pt x="30" y="118"/>
                                    <a:pt x="30" y="119"/>
                                    <a:pt x="30" y="120"/>
                                  </a:cubicBezTo>
                                  <a:cubicBezTo>
                                    <a:pt x="30" y="120"/>
                                    <a:pt x="30" y="120"/>
                                    <a:pt x="30" y="121"/>
                                  </a:cubicBezTo>
                                  <a:cubicBezTo>
                                    <a:pt x="30" y="122"/>
                                    <a:pt x="30" y="122"/>
                                    <a:pt x="30" y="122"/>
                                  </a:cubicBezTo>
                                  <a:cubicBezTo>
                                    <a:pt x="30" y="122"/>
                                    <a:pt x="29" y="122"/>
                                    <a:pt x="29" y="122"/>
                                  </a:cubicBezTo>
                                  <a:cubicBezTo>
                                    <a:pt x="29" y="122"/>
                                    <a:pt x="28" y="122"/>
                                    <a:pt x="28" y="123"/>
                                  </a:cubicBezTo>
                                  <a:cubicBezTo>
                                    <a:pt x="28" y="123"/>
                                    <a:pt x="28" y="124"/>
                                    <a:pt x="29" y="124"/>
                                  </a:cubicBezTo>
                                  <a:cubicBezTo>
                                    <a:pt x="29" y="124"/>
                                    <a:pt x="29" y="124"/>
                                    <a:pt x="29" y="124"/>
                                  </a:cubicBezTo>
                                  <a:cubicBezTo>
                                    <a:pt x="29" y="124"/>
                                    <a:pt x="29" y="125"/>
                                    <a:pt x="29" y="125"/>
                                  </a:cubicBezTo>
                                  <a:cubicBezTo>
                                    <a:pt x="29" y="125"/>
                                    <a:pt x="29" y="126"/>
                                    <a:pt x="29" y="126"/>
                                  </a:cubicBezTo>
                                  <a:cubicBezTo>
                                    <a:pt x="29" y="126"/>
                                    <a:pt x="29" y="126"/>
                                    <a:pt x="29" y="126"/>
                                  </a:cubicBezTo>
                                  <a:cubicBezTo>
                                    <a:pt x="29" y="126"/>
                                    <a:pt x="29" y="127"/>
                                    <a:pt x="29" y="127"/>
                                  </a:cubicBezTo>
                                  <a:cubicBezTo>
                                    <a:pt x="29" y="127"/>
                                    <a:pt x="29" y="127"/>
                                    <a:pt x="29" y="128"/>
                                  </a:cubicBezTo>
                                  <a:cubicBezTo>
                                    <a:pt x="29" y="128"/>
                                    <a:pt x="28" y="128"/>
                                    <a:pt x="28" y="128"/>
                                  </a:cubicBezTo>
                                  <a:cubicBezTo>
                                    <a:pt x="28" y="129"/>
                                    <a:pt x="28" y="129"/>
                                    <a:pt x="28" y="129"/>
                                  </a:cubicBezTo>
                                  <a:cubicBezTo>
                                    <a:pt x="28" y="130"/>
                                    <a:pt x="27" y="131"/>
                                    <a:pt x="27" y="131"/>
                                  </a:cubicBezTo>
                                  <a:cubicBezTo>
                                    <a:pt x="27" y="131"/>
                                    <a:pt x="27" y="131"/>
                                    <a:pt x="27" y="132"/>
                                  </a:cubicBezTo>
                                  <a:cubicBezTo>
                                    <a:pt x="27" y="132"/>
                                    <a:pt x="27" y="132"/>
                                    <a:pt x="27" y="133"/>
                                  </a:cubicBezTo>
                                  <a:cubicBezTo>
                                    <a:pt x="27" y="133"/>
                                    <a:pt x="26" y="134"/>
                                    <a:pt x="26" y="134"/>
                                  </a:cubicBezTo>
                                  <a:cubicBezTo>
                                    <a:pt x="26" y="134"/>
                                    <a:pt x="26" y="136"/>
                                    <a:pt x="26" y="136"/>
                                  </a:cubicBezTo>
                                  <a:cubicBezTo>
                                    <a:pt x="26" y="136"/>
                                    <a:pt x="26" y="137"/>
                                    <a:pt x="26" y="137"/>
                                  </a:cubicBezTo>
                                  <a:cubicBezTo>
                                    <a:pt x="26" y="138"/>
                                    <a:pt x="25" y="138"/>
                                    <a:pt x="25" y="138"/>
                                  </a:cubicBezTo>
                                  <a:cubicBezTo>
                                    <a:pt x="25" y="139"/>
                                    <a:pt x="25" y="140"/>
                                    <a:pt x="25" y="140"/>
                                  </a:cubicBezTo>
                                  <a:cubicBezTo>
                                    <a:pt x="25" y="140"/>
                                    <a:pt x="24" y="141"/>
                                    <a:pt x="24" y="141"/>
                                  </a:cubicBezTo>
                                  <a:cubicBezTo>
                                    <a:pt x="24" y="142"/>
                                    <a:pt x="23" y="142"/>
                                    <a:pt x="23" y="142"/>
                                  </a:cubicBezTo>
                                  <a:cubicBezTo>
                                    <a:pt x="23" y="143"/>
                                    <a:pt x="23" y="143"/>
                                    <a:pt x="23" y="143"/>
                                  </a:cubicBezTo>
                                  <a:cubicBezTo>
                                    <a:pt x="22" y="144"/>
                                    <a:pt x="22" y="144"/>
                                    <a:pt x="22" y="144"/>
                                  </a:cubicBezTo>
                                  <a:cubicBezTo>
                                    <a:pt x="22" y="145"/>
                                    <a:pt x="22" y="145"/>
                                    <a:pt x="22" y="145"/>
                                  </a:cubicBezTo>
                                  <a:cubicBezTo>
                                    <a:pt x="23" y="145"/>
                                    <a:pt x="23" y="146"/>
                                    <a:pt x="22" y="146"/>
                                  </a:cubicBezTo>
                                  <a:cubicBezTo>
                                    <a:pt x="22" y="146"/>
                                    <a:pt x="22" y="147"/>
                                    <a:pt x="21" y="147"/>
                                  </a:cubicBezTo>
                                  <a:cubicBezTo>
                                    <a:pt x="21" y="147"/>
                                    <a:pt x="21" y="149"/>
                                    <a:pt x="21" y="149"/>
                                  </a:cubicBezTo>
                                  <a:cubicBezTo>
                                    <a:pt x="21" y="150"/>
                                    <a:pt x="21" y="150"/>
                                    <a:pt x="21" y="151"/>
                                  </a:cubicBezTo>
                                  <a:cubicBezTo>
                                    <a:pt x="20" y="151"/>
                                    <a:pt x="20" y="152"/>
                                    <a:pt x="20" y="152"/>
                                  </a:cubicBezTo>
                                  <a:cubicBezTo>
                                    <a:pt x="20" y="152"/>
                                    <a:pt x="20" y="153"/>
                                    <a:pt x="20" y="153"/>
                                  </a:cubicBezTo>
                                  <a:cubicBezTo>
                                    <a:pt x="20" y="153"/>
                                    <a:pt x="19" y="154"/>
                                    <a:pt x="19" y="154"/>
                                  </a:cubicBezTo>
                                  <a:cubicBezTo>
                                    <a:pt x="19" y="154"/>
                                    <a:pt x="18" y="154"/>
                                    <a:pt x="19" y="155"/>
                                  </a:cubicBezTo>
                                  <a:cubicBezTo>
                                    <a:pt x="19" y="155"/>
                                    <a:pt x="19" y="155"/>
                                    <a:pt x="19" y="155"/>
                                  </a:cubicBezTo>
                                  <a:cubicBezTo>
                                    <a:pt x="19" y="155"/>
                                    <a:pt x="18" y="156"/>
                                    <a:pt x="18" y="156"/>
                                  </a:cubicBezTo>
                                  <a:cubicBezTo>
                                    <a:pt x="18" y="156"/>
                                    <a:pt x="18" y="156"/>
                                    <a:pt x="18" y="156"/>
                                  </a:cubicBezTo>
                                  <a:cubicBezTo>
                                    <a:pt x="18" y="157"/>
                                    <a:pt x="18" y="157"/>
                                    <a:pt x="18" y="157"/>
                                  </a:cubicBezTo>
                                  <a:cubicBezTo>
                                    <a:pt x="18" y="158"/>
                                    <a:pt x="18" y="158"/>
                                    <a:pt x="17" y="158"/>
                                  </a:cubicBezTo>
                                  <a:cubicBezTo>
                                    <a:pt x="17" y="158"/>
                                    <a:pt x="16" y="158"/>
                                    <a:pt x="16" y="158"/>
                                  </a:cubicBezTo>
                                  <a:cubicBezTo>
                                    <a:pt x="16" y="158"/>
                                    <a:pt x="15" y="158"/>
                                    <a:pt x="15" y="158"/>
                                  </a:cubicBezTo>
                                  <a:cubicBezTo>
                                    <a:pt x="15" y="159"/>
                                    <a:pt x="15" y="159"/>
                                    <a:pt x="15" y="160"/>
                                  </a:cubicBezTo>
                                  <a:cubicBezTo>
                                    <a:pt x="15" y="160"/>
                                    <a:pt x="15" y="160"/>
                                    <a:pt x="15" y="161"/>
                                  </a:cubicBezTo>
                                  <a:cubicBezTo>
                                    <a:pt x="15" y="161"/>
                                    <a:pt x="15" y="161"/>
                                    <a:pt x="15" y="161"/>
                                  </a:cubicBezTo>
                                  <a:cubicBezTo>
                                    <a:pt x="15" y="162"/>
                                    <a:pt x="15" y="162"/>
                                    <a:pt x="15" y="162"/>
                                  </a:cubicBezTo>
                                  <a:cubicBezTo>
                                    <a:pt x="15" y="162"/>
                                    <a:pt x="15" y="163"/>
                                    <a:pt x="15" y="163"/>
                                  </a:cubicBezTo>
                                  <a:cubicBezTo>
                                    <a:pt x="15" y="163"/>
                                    <a:pt x="16" y="164"/>
                                    <a:pt x="16" y="165"/>
                                  </a:cubicBezTo>
                                  <a:cubicBezTo>
                                    <a:pt x="16" y="165"/>
                                    <a:pt x="16" y="165"/>
                                    <a:pt x="16" y="166"/>
                                  </a:cubicBezTo>
                                  <a:cubicBezTo>
                                    <a:pt x="16" y="166"/>
                                    <a:pt x="16" y="167"/>
                                    <a:pt x="16" y="167"/>
                                  </a:cubicBezTo>
                                  <a:cubicBezTo>
                                    <a:pt x="16" y="167"/>
                                    <a:pt x="16" y="167"/>
                                    <a:pt x="16" y="168"/>
                                  </a:cubicBezTo>
                                  <a:cubicBezTo>
                                    <a:pt x="16" y="168"/>
                                    <a:pt x="16" y="170"/>
                                    <a:pt x="16" y="171"/>
                                  </a:cubicBezTo>
                                  <a:cubicBezTo>
                                    <a:pt x="16" y="171"/>
                                    <a:pt x="16" y="171"/>
                                    <a:pt x="16" y="171"/>
                                  </a:cubicBezTo>
                                  <a:cubicBezTo>
                                    <a:pt x="16" y="172"/>
                                    <a:pt x="16" y="172"/>
                                    <a:pt x="16" y="172"/>
                                  </a:cubicBezTo>
                                  <a:cubicBezTo>
                                    <a:pt x="17" y="172"/>
                                    <a:pt x="17" y="172"/>
                                    <a:pt x="17" y="172"/>
                                  </a:cubicBezTo>
                                  <a:cubicBezTo>
                                    <a:pt x="17" y="172"/>
                                    <a:pt x="18" y="172"/>
                                    <a:pt x="18" y="172"/>
                                  </a:cubicBezTo>
                                  <a:cubicBezTo>
                                    <a:pt x="18" y="172"/>
                                    <a:pt x="18" y="172"/>
                                    <a:pt x="18" y="172"/>
                                  </a:cubicBezTo>
                                  <a:cubicBezTo>
                                    <a:pt x="17" y="172"/>
                                    <a:pt x="17" y="172"/>
                                    <a:pt x="17" y="172"/>
                                  </a:cubicBezTo>
                                  <a:cubicBezTo>
                                    <a:pt x="17" y="173"/>
                                    <a:pt x="17" y="173"/>
                                    <a:pt x="17" y="173"/>
                                  </a:cubicBezTo>
                                  <a:cubicBezTo>
                                    <a:pt x="17" y="173"/>
                                    <a:pt x="18" y="173"/>
                                    <a:pt x="18" y="173"/>
                                  </a:cubicBezTo>
                                  <a:cubicBezTo>
                                    <a:pt x="18" y="173"/>
                                    <a:pt x="18" y="173"/>
                                    <a:pt x="18" y="173"/>
                                  </a:cubicBezTo>
                                  <a:cubicBezTo>
                                    <a:pt x="18" y="173"/>
                                    <a:pt x="18" y="174"/>
                                    <a:pt x="18" y="174"/>
                                  </a:cubicBezTo>
                                  <a:cubicBezTo>
                                    <a:pt x="17" y="174"/>
                                    <a:pt x="17" y="173"/>
                                    <a:pt x="17" y="173"/>
                                  </a:cubicBezTo>
                                  <a:cubicBezTo>
                                    <a:pt x="17" y="174"/>
                                    <a:pt x="17" y="174"/>
                                    <a:pt x="17" y="174"/>
                                  </a:cubicBezTo>
                                  <a:cubicBezTo>
                                    <a:pt x="17" y="174"/>
                                    <a:pt x="17" y="175"/>
                                    <a:pt x="18" y="175"/>
                                  </a:cubicBezTo>
                                  <a:cubicBezTo>
                                    <a:pt x="18" y="175"/>
                                    <a:pt x="18" y="175"/>
                                    <a:pt x="18" y="176"/>
                                  </a:cubicBezTo>
                                  <a:cubicBezTo>
                                    <a:pt x="18" y="176"/>
                                    <a:pt x="18" y="176"/>
                                    <a:pt x="18" y="177"/>
                                  </a:cubicBezTo>
                                  <a:cubicBezTo>
                                    <a:pt x="18" y="177"/>
                                    <a:pt x="18" y="178"/>
                                    <a:pt x="18" y="179"/>
                                  </a:cubicBezTo>
                                  <a:cubicBezTo>
                                    <a:pt x="18" y="179"/>
                                    <a:pt x="18" y="179"/>
                                    <a:pt x="17" y="180"/>
                                  </a:cubicBezTo>
                                  <a:cubicBezTo>
                                    <a:pt x="17" y="180"/>
                                    <a:pt x="17" y="180"/>
                                    <a:pt x="17" y="181"/>
                                  </a:cubicBezTo>
                                  <a:cubicBezTo>
                                    <a:pt x="17" y="181"/>
                                    <a:pt x="17" y="181"/>
                                    <a:pt x="17" y="182"/>
                                  </a:cubicBezTo>
                                  <a:cubicBezTo>
                                    <a:pt x="17" y="182"/>
                                    <a:pt x="17" y="182"/>
                                    <a:pt x="17" y="182"/>
                                  </a:cubicBezTo>
                                  <a:cubicBezTo>
                                    <a:pt x="17" y="182"/>
                                    <a:pt x="17" y="183"/>
                                    <a:pt x="17" y="183"/>
                                  </a:cubicBezTo>
                                  <a:cubicBezTo>
                                    <a:pt x="17" y="183"/>
                                    <a:pt x="16" y="182"/>
                                    <a:pt x="16" y="182"/>
                                  </a:cubicBezTo>
                                  <a:cubicBezTo>
                                    <a:pt x="16" y="182"/>
                                    <a:pt x="16" y="183"/>
                                    <a:pt x="16" y="183"/>
                                  </a:cubicBezTo>
                                  <a:cubicBezTo>
                                    <a:pt x="16" y="183"/>
                                    <a:pt x="15" y="183"/>
                                    <a:pt x="15" y="183"/>
                                  </a:cubicBezTo>
                                  <a:cubicBezTo>
                                    <a:pt x="15" y="183"/>
                                    <a:pt x="15" y="184"/>
                                    <a:pt x="15" y="184"/>
                                  </a:cubicBezTo>
                                  <a:cubicBezTo>
                                    <a:pt x="15" y="184"/>
                                    <a:pt x="15" y="184"/>
                                    <a:pt x="15" y="184"/>
                                  </a:cubicBezTo>
                                  <a:cubicBezTo>
                                    <a:pt x="15" y="185"/>
                                    <a:pt x="15" y="185"/>
                                    <a:pt x="15" y="185"/>
                                  </a:cubicBezTo>
                                  <a:cubicBezTo>
                                    <a:pt x="15" y="185"/>
                                    <a:pt x="14" y="186"/>
                                    <a:pt x="14" y="186"/>
                                  </a:cubicBezTo>
                                  <a:cubicBezTo>
                                    <a:pt x="14" y="186"/>
                                    <a:pt x="14" y="188"/>
                                    <a:pt x="14" y="188"/>
                                  </a:cubicBezTo>
                                  <a:cubicBezTo>
                                    <a:pt x="14" y="188"/>
                                    <a:pt x="14" y="188"/>
                                    <a:pt x="14" y="188"/>
                                  </a:cubicBezTo>
                                  <a:cubicBezTo>
                                    <a:pt x="14" y="188"/>
                                    <a:pt x="14" y="189"/>
                                    <a:pt x="14" y="189"/>
                                  </a:cubicBezTo>
                                  <a:cubicBezTo>
                                    <a:pt x="14" y="189"/>
                                    <a:pt x="14" y="190"/>
                                    <a:pt x="13" y="190"/>
                                  </a:cubicBezTo>
                                  <a:cubicBezTo>
                                    <a:pt x="13" y="190"/>
                                    <a:pt x="14" y="191"/>
                                    <a:pt x="14" y="191"/>
                                  </a:cubicBezTo>
                                  <a:cubicBezTo>
                                    <a:pt x="14" y="191"/>
                                    <a:pt x="13" y="191"/>
                                    <a:pt x="13" y="191"/>
                                  </a:cubicBezTo>
                                  <a:cubicBezTo>
                                    <a:pt x="13" y="192"/>
                                    <a:pt x="14" y="192"/>
                                    <a:pt x="13" y="192"/>
                                  </a:cubicBezTo>
                                  <a:cubicBezTo>
                                    <a:pt x="13" y="192"/>
                                    <a:pt x="13" y="192"/>
                                    <a:pt x="13" y="192"/>
                                  </a:cubicBezTo>
                                  <a:cubicBezTo>
                                    <a:pt x="13" y="192"/>
                                    <a:pt x="13" y="194"/>
                                    <a:pt x="13" y="194"/>
                                  </a:cubicBezTo>
                                  <a:cubicBezTo>
                                    <a:pt x="13" y="194"/>
                                    <a:pt x="13" y="194"/>
                                    <a:pt x="13" y="194"/>
                                  </a:cubicBezTo>
                                  <a:cubicBezTo>
                                    <a:pt x="13" y="195"/>
                                    <a:pt x="13" y="195"/>
                                    <a:pt x="13" y="195"/>
                                  </a:cubicBezTo>
                                  <a:cubicBezTo>
                                    <a:pt x="14" y="195"/>
                                    <a:pt x="14" y="196"/>
                                    <a:pt x="14" y="197"/>
                                  </a:cubicBezTo>
                                  <a:cubicBezTo>
                                    <a:pt x="14" y="197"/>
                                    <a:pt x="14" y="197"/>
                                    <a:pt x="14" y="197"/>
                                  </a:cubicBezTo>
                                  <a:cubicBezTo>
                                    <a:pt x="14" y="198"/>
                                    <a:pt x="14" y="198"/>
                                    <a:pt x="14" y="198"/>
                                  </a:cubicBezTo>
                                  <a:cubicBezTo>
                                    <a:pt x="14" y="198"/>
                                    <a:pt x="15" y="198"/>
                                    <a:pt x="15" y="198"/>
                                  </a:cubicBezTo>
                                  <a:cubicBezTo>
                                    <a:pt x="15" y="198"/>
                                    <a:pt x="15" y="199"/>
                                    <a:pt x="15" y="199"/>
                                  </a:cubicBezTo>
                                  <a:cubicBezTo>
                                    <a:pt x="15" y="199"/>
                                    <a:pt x="15" y="199"/>
                                    <a:pt x="15" y="199"/>
                                  </a:cubicBezTo>
                                  <a:cubicBezTo>
                                    <a:pt x="14" y="199"/>
                                    <a:pt x="14" y="200"/>
                                    <a:pt x="14" y="200"/>
                                  </a:cubicBezTo>
                                  <a:cubicBezTo>
                                    <a:pt x="15" y="200"/>
                                    <a:pt x="15" y="200"/>
                                    <a:pt x="15" y="200"/>
                                  </a:cubicBezTo>
                                  <a:cubicBezTo>
                                    <a:pt x="15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7" y="200"/>
                                  </a:cubicBezTo>
                                  <a:cubicBezTo>
                                    <a:pt x="17" y="200"/>
                                    <a:pt x="18" y="200"/>
                                    <a:pt x="18" y="200"/>
                                  </a:cubicBezTo>
                                  <a:cubicBezTo>
                                    <a:pt x="18" y="200"/>
                                    <a:pt x="18" y="200"/>
                                    <a:pt x="18" y="200"/>
                                  </a:cubicBezTo>
                                  <a:cubicBezTo>
                                    <a:pt x="18" y="200"/>
                                    <a:pt x="19" y="200"/>
                                    <a:pt x="19" y="200"/>
                                  </a:cubicBezTo>
                                  <a:cubicBezTo>
                                    <a:pt x="19" y="200"/>
                                    <a:pt x="19" y="199"/>
                                    <a:pt x="19" y="199"/>
                                  </a:cubicBezTo>
                                  <a:cubicBezTo>
                                    <a:pt x="19" y="199"/>
                                    <a:pt x="19" y="199"/>
                                    <a:pt x="19" y="199"/>
                                  </a:cubicBezTo>
                                  <a:cubicBezTo>
                                    <a:pt x="19" y="198"/>
                                    <a:pt x="19" y="198"/>
                                    <a:pt x="19" y="198"/>
                                  </a:cubicBezTo>
                                  <a:cubicBezTo>
                                    <a:pt x="19" y="198"/>
                                    <a:pt x="19" y="198"/>
                                    <a:pt x="19" y="198"/>
                                  </a:cubicBezTo>
                                  <a:cubicBezTo>
                                    <a:pt x="19" y="198"/>
                                    <a:pt x="20" y="198"/>
                                    <a:pt x="20" y="198"/>
                                  </a:cubicBezTo>
                                  <a:cubicBezTo>
                                    <a:pt x="20" y="197"/>
                                    <a:pt x="20" y="197"/>
                                    <a:pt x="20" y="197"/>
                                  </a:cubicBezTo>
                                  <a:cubicBezTo>
                                    <a:pt x="20" y="197"/>
                                    <a:pt x="20" y="197"/>
                                    <a:pt x="20" y="197"/>
                                  </a:cubicBezTo>
                                  <a:cubicBezTo>
                                    <a:pt x="21" y="197"/>
                                    <a:pt x="21" y="198"/>
                                    <a:pt x="21" y="198"/>
                                  </a:cubicBezTo>
                                  <a:cubicBezTo>
                                    <a:pt x="21" y="198"/>
                                    <a:pt x="21" y="198"/>
                                    <a:pt x="21" y="198"/>
                                  </a:cubicBezTo>
                                  <a:cubicBezTo>
                                    <a:pt x="22" y="198"/>
                                    <a:pt x="22" y="199"/>
                                    <a:pt x="22" y="199"/>
                                  </a:cubicBezTo>
                                  <a:cubicBezTo>
                                    <a:pt x="22" y="199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0"/>
                                    <a:pt x="21" y="201"/>
                                  </a:cubicBezTo>
                                  <a:cubicBezTo>
                                    <a:pt x="21" y="201"/>
                                    <a:pt x="21" y="201"/>
                                    <a:pt x="21" y="201"/>
                                  </a:cubicBezTo>
                                  <a:cubicBezTo>
                                    <a:pt x="21" y="201"/>
                                    <a:pt x="21" y="201"/>
                                    <a:pt x="21" y="201"/>
                                  </a:cubicBezTo>
                                  <a:cubicBezTo>
                                    <a:pt x="21" y="202"/>
                                    <a:pt x="21" y="202"/>
                                    <a:pt x="22" y="202"/>
                                  </a:cubicBezTo>
                                  <a:cubicBezTo>
                                    <a:pt x="22" y="202"/>
                                    <a:pt x="22" y="202"/>
                                    <a:pt x="22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4" y="202"/>
                                    <a:pt x="24" y="202"/>
                                    <a:pt x="24" y="202"/>
                                  </a:cubicBezTo>
                                  <a:cubicBezTo>
                                    <a:pt x="23" y="203"/>
                                    <a:pt x="23" y="203"/>
                                    <a:pt x="23" y="204"/>
                                  </a:cubicBezTo>
                                  <a:cubicBezTo>
                                    <a:pt x="23" y="204"/>
                                    <a:pt x="23" y="204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6"/>
                                    <a:pt x="24" y="206"/>
                                  </a:cubicBezTo>
                                  <a:cubicBezTo>
                                    <a:pt x="24" y="206"/>
                                    <a:pt x="24" y="206"/>
                                    <a:pt x="24" y="206"/>
                                  </a:cubicBezTo>
                                  <a:cubicBezTo>
                                    <a:pt x="24" y="206"/>
                                    <a:pt x="24" y="206"/>
                                    <a:pt x="24" y="206"/>
                                  </a:cubicBezTo>
                                  <a:cubicBezTo>
                                    <a:pt x="23" y="206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4"/>
                                  </a:cubicBezTo>
                                  <a:cubicBezTo>
                                    <a:pt x="23" y="204"/>
                                    <a:pt x="23" y="204"/>
                                    <a:pt x="23" y="204"/>
                                  </a:cubicBezTo>
                                  <a:cubicBezTo>
                                    <a:pt x="22" y="204"/>
                                    <a:pt x="22" y="204"/>
                                    <a:pt x="22" y="204"/>
                                  </a:cubicBezTo>
                                  <a:cubicBezTo>
                                    <a:pt x="21" y="204"/>
                                    <a:pt x="21" y="204"/>
                                    <a:pt x="21" y="204"/>
                                  </a:cubicBezTo>
                                  <a:cubicBezTo>
                                    <a:pt x="21" y="205"/>
                                    <a:pt x="21" y="205"/>
                                    <a:pt x="21" y="205"/>
                                  </a:cubicBezTo>
                                  <a:cubicBezTo>
                                    <a:pt x="21" y="205"/>
                                    <a:pt x="21" y="205"/>
                                    <a:pt x="21" y="205"/>
                                  </a:cubicBezTo>
                                  <a:cubicBezTo>
                                    <a:pt x="21" y="206"/>
                                    <a:pt x="21" y="206"/>
                                    <a:pt x="22" y="206"/>
                                  </a:cubicBezTo>
                                  <a:cubicBezTo>
                                    <a:pt x="22" y="206"/>
                                    <a:pt x="22" y="207"/>
                                    <a:pt x="22" y="207"/>
                                  </a:cubicBezTo>
                                  <a:cubicBezTo>
                                    <a:pt x="22" y="207"/>
                                    <a:pt x="22" y="207"/>
                                    <a:pt x="22" y="207"/>
                                  </a:cubicBezTo>
                                  <a:cubicBezTo>
                                    <a:pt x="22" y="207"/>
                                    <a:pt x="22" y="207"/>
                                    <a:pt x="22" y="208"/>
                                  </a:cubicBezTo>
                                  <a:cubicBezTo>
                                    <a:pt x="22" y="207"/>
                                    <a:pt x="22" y="207"/>
                                    <a:pt x="22" y="207"/>
                                  </a:cubicBezTo>
                                  <a:cubicBezTo>
                                    <a:pt x="21" y="207"/>
                                    <a:pt x="21" y="207"/>
                                    <a:pt x="21" y="207"/>
                                  </a:cubicBezTo>
                                  <a:cubicBezTo>
                                    <a:pt x="21" y="207"/>
                                    <a:pt x="21" y="207"/>
                                    <a:pt x="21" y="207"/>
                                  </a:cubicBezTo>
                                  <a:cubicBezTo>
                                    <a:pt x="21" y="207"/>
                                    <a:pt x="21" y="208"/>
                                    <a:pt x="21" y="208"/>
                                  </a:cubicBezTo>
                                  <a:cubicBezTo>
                                    <a:pt x="21" y="208"/>
                                    <a:pt x="21" y="208"/>
                                    <a:pt x="21" y="209"/>
                                  </a:cubicBezTo>
                                  <a:cubicBezTo>
                                    <a:pt x="21" y="209"/>
                                    <a:pt x="21" y="209"/>
                                    <a:pt x="21" y="209"/>
                                  </a:cubicBezTo>
                                  <a:cubicBezTo>
                                    <a:pt x="21" y="209"/>
                                    <a:pt x="21" y="209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1"/>
                                  </a:cubicBezTo>
                                  <a:cubicBezTo>
                                    <a:pt x="21" y="211"/>
                                    <a:pt x="21" y="211"/>
                                    <a:pt x="21" y="211"/>
                                  </a:cubicBezTo>
                                  <a:cubicBezTo>
                                    <a:pt x="21" y="211"/>
                                    <a:pt x="21" y="211"/>
                                    <a:pt x="21" y="211"/>
                                  </a:cubicBezTo>
                                  <a:cubicBezTo>
                                    <a:pt x="21" y="211"/>
                                    <a:pt x="21" y="212"/>
                                    <a:pt x="21" y="212"/>
                                  </a:cubicBezTo>
                                  <a:cubicBezTo>
                                    <a:pt x="21" y="212"/>
                                    <a:pt x="21" y="212"/>
                                    <a:pt x="21" y="212"/>
                                  </a:cubicBezTo>
                                  <a:cubicBezTo>
                                    <a:pt x="20" y="212"/>
                                    <a:pt x="20" y="212"/>
                                    <a:pt x="20" y="212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7"/>
                                    <a:pt x="19" y="217"/>
                                  </a:cubicBezTo>
                                  <a:cubicBezTo>
                                    <a:pt x="19" y="217"/>
                                    <a:pt x="20" y="217"/>
                                    <a:pt x="20" y="217"/>
                                  </a:cubicBezTo>
                                  <a:cubicBezTo>
                                    <a:pt x="20" y="217"/>
                                    <a:pt x="20" y="217"/>
                                    <a:pt x="20" y="217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19" y="218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1" y="219"/>
                                    <a:pt x="21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20"/>
                                    <a:pt x="20" y="220"/>
                                  </a:cubicBezTo>
                                  <a:cubicBezTo>
                                    <a:pt x="20" y="220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8" y="220"/>
                                    <a:pt x="18" y="220"/>
                                  </a:cubicBezTo>
                                  <a:cubicBezTo>
                                    <a:pt x="18" y="220"/>
                                    <a:pt x="18" y="220"/>
                                    <a:pt x="18" y="220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7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4"/>
                                    <a:pt x="18" y="224"/>
                                    <a:pt x="18" y="224"/>
                                  </a:cubicBezTo>
                                  <a:cubicBezTo>
                                    <a:pt x="18" y="224"/>
                                    <a:pt x="18" y="224"/>
                                    <a:pt x="18" y="224"/>
                                  </a:cubicBezTo>
                                  <a:cubicBezTo>
                                    <a:pt x="18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20" y="224"/>
                                  </a:cubicBezTo>
                                  <a:cubicBezTo>
                                    <a:pt x="20" y="224"/>
                                    <a:pt x="20" y="224"/>
                                    <a:pt x="20" y="224"/>
                                  </a:cubicBezTo>
                                  <a:cubicBezTo>
                                    <a:pt x="20" y="224"/>
                                    <a:pt x="20" y="224"/>
                                    <a:pt x="20" y="224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1" y="225"/>
                                  </a:cubicBezTo>
                                  <a:cubicBezTo>
                                    <a:pt x="21" y="226"/>
                                    <a:pt x="21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5"/>
                                    <a:pt x="22" y="225"/>
                                  </a:cubicBezTo>
                                  <a:cubicBezTo>
                                    <a:pt x="22" y="225"/>
                                    <a:pt x="22" y="226"/>
                                    <a:pt x="22" y="226"/>
                                  </a:cubicBezTo>
                                  <a:cubicBezTo>
                                    <a:pt x="23" y="226"/>
                                    <a:pt x="23" y="226"/>
                                    <a:pt x="23" y="226"/>
                                  </a:cubicBezTo>
                                  <a:cubicBezTo>
                                    <a:pt x="23" y="226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8"/>
                                    <a:pt x="22" y="228"/>
                                  </a:cubicBezTo>
                                  <a:cubicBezTo>
                                    <a:pt x="22" y="228"/>
                                    <a:pt x="22" y="228"/>
                                    <a:pt x="22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0" y="230"/>
                                    <a:pt x="20" y="230"/>
                                    <a:pt x="20" y="230"/>
                                  </a:cubicBezTo>
                                  <a:cubicBezTo>
                                    <a:pt x="20" y="230"/>
                                    <a:pt x="19" y="230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8" y="231"/>
                                  </a:cubicBezTo>
                                  <a:cubicBezTo>
                                    <a:pt x="18" y="231"/>
                                    <a:pt x="18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8" y="234"/>
                                    <a:pt x="18" y="234"/>
                                    <a:pt x="18" y="234"/>
                                  </a:cubicBezTo>
                                  <a:cubicBezTo>
                                    <a:pt x="19" y="234"/>
                                    <a:pt x="19" y="234"/>
                                    <a:pt x="19" y="235"/>
                                  </a:cubicBezTo>
                                  <a:cubicBezTo>
                                    <a:pt x="19" y="235"/>
                                    <a:pt x="20" y="235"/>
                                    <a:pt x="20" y="235"/>
                                  </a:cubicBezTo>
                                  <a:cubicBezTo>
                                    <a:pt x="20" y="235"/>
                                    <a:pt x="20" y="235"/>
                                    <a:pt x="20" y="235"/>
                                  </a:cubicBezTo>
                                  <a:cubicBezTo>
                                    <a:pt x="20" y="235"/>
                                    <a:pt x="20" y="235"/>
                                    <a:pt x="20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6"/>
                                    <a:pt x="21" y="236"/>
                                    <a:pt x="20" y="236"/>
                                  </a:cubicBezTo>
                                  <a:cubicBezTo>
                                    <a:pt x="20" y="236"/>
                                    <a:pt x="20" y="236"/>
                                    <a:pt x="20" y="236"/>
                                  </a:cubicBezTo>
                                  <a:cubicBezTo>
                                    <a:pt x="20" y="236"/>
                                    <a:pt x="20" y="236"/>
                                    <a:pt x="20" y="236"/>
                                  </a:cubicBezTo>
                                  <a:cubicBezTo>
                                    <a:pt x="19" y="236"/>
                                    <a:pt x="19" y="235"/>
                                    <a:pt x="19" y="235"/>
                                  </a:cubicBezTo>
                                  <a:cubicBezTo>
                                    <a:pt x="19" y="235"/>
                                    <a:pt x="18" y="235"/>
                                    <a:pt x="18" y="235"/>
                                  </a:cubicBezTo>
                                  <a:cubicBezTo>
                                    <a:pt x="18" y="234"/>
                                    <a:pt x="18" y="234"/>
                                    <a:pt x="18" y="234"/>
                                  </a:cubicBezTo>
                                  <a:cubicBezTo>
                                    <a:pt x="18" y="234"/>
                                    <a:pt x="17" y="234"/>
                                    <a:pt x="17" y="235"/>
                                  </a:cubicBezTo>
                                  <a:cubicBezTo>
                                    <a:pt x="17" y="235"/>
                                    <a:pt x="17" y="235"/>
                                    <a:pt x="17" y="235"/>
                                  </a:cubicBezTo>
                                  <a:cubicBezTo>
                                    <a:pt x="17" y="235"/>
                                    <a:pt x="17" y="235"/>
                                    <a:pt x="17" y="235"/>
                                  </a:cubicBezTo>
                                  <a:cubicBezTo>
                                    <a:pt x="17" y="236"/>
                                    <a:pt x="17" y="236"/>
                                    <a:pt x="17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7"/>
                                  </a:cubicBezTo>
                                  <a:cubicBezTo>
                                    <a:pt x="16" y="237"/>
                                    <a:pt x="16" y="237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7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8" y="238"/>
                                    <a:pt x="18" y="238"/>
                                    <a:pt x="18" y="238"/>
                                  </a:cubicBezTo>
                                  <a:cubicBezTo>
                                    <a:pt x="18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5" y="240"/>
                                    <a:pt x="15" y="241"/>
                                  </a:cubicBezTo>
                                  <a:cubicBezTo>
                                    <a:pt x="15" y="241"/>
                                    <a:pt x="15" y="242"/>
                                    <a:pt x="15" y="243"/>
                                  </a:cubicBezTo>
                                  <a:cubicBezTo>
                                    <a:pt x="15" y="243"/>
                                    <a:pt x="15" y="243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3"/>
                                    <a:pt x="15" y="243"/>
                                    <a:pt x="16" y="243"/>
                                  </a:cubicBezTo>
                                  <a:cubicBezTo>
                                    <a:pt x="16" y="243"/>
                                    <a:pt x="16" y="242"/>
                                    <a:pt x="16" y="242"/>
                                  </a:cubicBezTo>
                                  <a:cubicBezTo>
                                    <a:pt x="16" y="242"/>
                                    <a:pt x="16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3"/>
                                    <a:pt x="16" y="243"/>
                                  </a:cubicBezTo>
                                  <a:cubicBezTo>
                                    <a:pt x="16" y="243"/>
                                    <a:pt x="16" y="243"/>
                                    <a:pt x="16" y="244"/>
                                  </a:cubicBezTo>
                                  <a:cubicBezTo>
                                    <a:pt x="16" y="244"/>
                                    <a:pt x="16" y="244"/>
                                    <a:pt x="15" y="244"/>
                                  </a:cubicBezTo>
                                  <a:cubicBezTo>
                                    <a:pt x="15" y="245"/>
                                    <a:pt x="15" y="245"/>
                                    <a:pt x="15" y="245"/>
                                  </a:cubicBezTo>
                                  <a:cubicBezTo>
                                    <a:pt x="15" y="245"/>
                                    <a:pt x="14" y="246"/>
                                    <a:pt x="14" y="246"/>
                                  </a:cubicBezTo>
                                  <a:cubicBezTo>
                                    <a:pt x="14" y="246"/>
                                    <a:pt x="14" y="247"/>
                                    <a:pt x="14" y="247"/>
                                  </a:cubicBezTo>
                                  <a:cubicBezTo>
                                    <a:pt x="14" y="247"/>
                                    <a:pt x="14" y="247"/>
                                    <a:pt x="13" y="247"/>
                                  </a:cubicBezTo>
                                  <a:cubicBezTo>
                                    <a:pt x="13" y="247"/>
                                    <a:pt x="13" y="247"/>
                                    <a:pt x="13" y="247"/>
                                  </a:cubicBezTo>
                                  <a:cubicBezTo>
                                    <a:pt x="13" y="246"/>
                                    <a:pt x="13" y="246"/>
                                    <a:pt x="14" y="246"/>
                                  </a:cubicBezTo>
                                  <a:cubicBezTo>
                                    <a:pt x="14" y="246"/>
                                    <a:pt x="14" y="245"/>
                                    <a:pt x="14" y="245"/>
                                  </a:cubicBezTo>
                                  <a:cubicBezTo>
                                    <a:pt x="14" y="245"/>
                                    <a:pt x="14" y="245"/>
                                    <a:pt x="14" y="244"/>
                                  </a:cubicBezTo>
                                  <a:cubicBezTo>
                                    <a:pt x="14" y="244"/>
                                    <a:pt x="14" y="244"/>
                                    <a:pt x="14" y="244"/>
                                  </a:cubicBezTo>
                                  <a:cubicBezTo>
                                    <a:pt x="14" y="244"/>
                                    <a:pt x="14" y="244"/>
                                    <a:pt x="14" y="244"/>
                                  </a:cubicBezTo>
                                  <a:cubicBezTo>
                                    <a:pt x="14" y="244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3" y="243"/>
                                    <a:pt x="13" y="243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3"/>
                                    <a:pt x="13" y="243"/>
                                  </a:cubicBezTo>
                                  <a:cubicBezTo>
                                    <a:pt x="13" y="243"/>
                                    <a:pt x="13" y="243"/>
                                    <a:pt x="13" y="243"/>
                                  </a:cubicBezTo>
                                  <a:cubicBezTo>
                                    <a:pt x="13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3" y="243"/>
                                    <a:pt x="13" y="243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1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1"/>
                                  </a:cubicBezTo>
                                  <a:cubicBezTo>
                                    <a:pt x="12" y="241"/>
                                    <a:pt x="12" y="241"/>
                                    <a:pt x="12" y="241"/>
                                  </a:cubicBezTo>
                                  <a:cubicBezTo>
                                    <a:pt x="12" y="241"/>
                                    <a:pt x="13" y="240"/>
                                    <a:pt x="13" y="240"/>
                                  </a:cubicBezTo>
                                  <a:cubicBezTo>
                                    <a:pt x="13" y="240"/>
                                    <a:pt x="13" y="240"/>
                                    <a:pt x="13" y="240"/>
                                  </a:cubicBezTo>
                                  <a:cubicBezTo>
                                    <a:pt x="13" y="239"/>
                                    <a:pt x="13" y="239"/>
                                    <a:pt x="13" y="240"/>
                                  </a:cubicBezTo>
                                  <a:cubicBezTo>
                                    <a:pt x="13" y="240"/>
                                    <a:pt x="13" y="240"/>
                                    <a:pt x="13" y="240"/>
                                  </a:cubicBezTo>
                                  <a:cubicBezTo>
                                    <a:pt x="13" y="240"/>
                                    <a:pt x="14" y="240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3" y="239"/>
                                    <a:pt x="13" y="239"/>
                                    <a:pt x="13" y="239"/>
                                  </a:cubicBezTo>
                                  <a:cubicBezTo>
                                    <a:pt x="13" y="239"/>
                                    <a:pt x="13" y="239"/>
                                    <a:pt x="13" y="239"/>
                                  </a:cubicBezTo>
                                  <a:cubicBezTo>
                                    <a:pt x="13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1" y="239"/>
                                    <a:pt x="11" y="239"/>
                                  </a:cubicBezTo>
                                  <a:cubicBezTo>
                                    <a:pt x="11" y="239"/>
                                    <a:pt x="11" y="238"/>
                                    <a:pt x="11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9" y="240"/>
                                    <a:pt x="9" y="240"/>
                                  </a:cubicBezTo>
                                  <a:cubicBezTo>
                                    <a:pt x="9" y="240"/>
                                    <a:pt x="9" y="240"/>
                                    <a:pt x="10" y="241"/>
                                  </a:cubicBezTo>
                                  <a:cubicBezTo>
                                    <a:pt x="9" y="241"/>
                                    <a:pt x="9" y="241"/>
                                    <a:pt x="9" y="241"/>
                                  </a:cubicBezTo>
                                  <a:cubicBezTo>
                                    <a:pt x="9" y="241"/>
                                    <a:pt x="9" y="240"/>
                                    <a:pt x="9" y="240"/>
                                  </a:cubicBezTo>
                                  <a:cubicBezTo>
                                    <a:pt x="9" y="240"/>
                                    <a:pt x="8" y="240"/>
                                    <a:pt x="8" y="240"/>
                                  </a:cubicBezTo>
                                  <a:cubicBezTo>
                                    <a:pt x="7" y="240"/>
                                    <a:pt x="7" y="240"/>
                                    <a:pt x="7" y="240"/>
                                  </a:cubicBezTo>
                                  <a:cubicBezTo>
                                    <a:pt x="7" y="240"/>
                                    <a:pt x="7" y="240"/>
                                    <a:pt x="7" y="240"/>
                                  </a:cubicBezTo>
                                  <a:cubicBezTo>
                                    <a:pt x="7" y="240"/>
                                    <a:pt x="6" y="240"/>
                                    <a:pt x="6" y="240"/>
                                  </a:cubicBezTo>
                                  <a:cubicBezTo>
                                    <a:pt x="6" y="240"/>
                                    <a:pt x="5" y="240"/>
                                    <a:pt x="5" y="240"/>
                                  </a:cubicBezTo>
                                  <a:cubicBezTo>
                                    <a:pt x="5" y="240"/>
                                    <a:pt x="5" y="240"/>
                                    <a:pt x="5" y="240"/>
                                  </a:cubicBezTo>
                                  <a:cubicBezTo>
                                    <a:pt x="5" y="241"/>
                                    <a:pt x="5" y="241"/>
                                    <a:pt x="5" y="241"/>
                                  </a:cubicBezTo>
                                  <a:cubicBezTo>
                                    <a:pt x="5" y="241"/>
                                    <a:pt x="5" y="241"/>
                                    <a:pt x="5" y="241"/>
                                  </a:cubicBezTo>
                                  <a:cubicBezTo>
                                    <a:pt x="5" y="241"/>
                                    <a:pt x="6" y="242"/>
                                    <a:pt x="6" y="242"/>
                                  </a:cubicBezTo>
                                  <a:cubicBezTo>
                                    <a:pt x="5" y="242"/>
                                    <a:pt x="5" y="242"/>
                                    <a:pt x="5" y="242"/>
                                  </a:cubicBezTo>
                                  <a:cubicBezTo>
                                    <a:pt x="5" y="242"/>
                                    <a:pt x="6" y="243"/>
                                    <a:pt x="6" y="243"/>
                                  </a:cubicBezTo>
                                  <a:cubicBezTo>
                                    <a:pt x="6" y="243"/>
                                    <a:pt x="6" y="242"/>
                                    <a:pt x="6" y="242"/>
                                  </a:cubicBezTo>
                                  <a:cubicBezTo>
                                    <a:pt x="7" y="242"/>
                                    <a:pt x="7" y="242"/>
                                    <a:pt x="7" y="242"/>
                                  </a:cubicBezTo>
                                  <a:cubicBezTo>
                                    <a:pt x="7" y="241"/>
                                    <a:pt x="7" y="241"/>
                                    <a:pt x="8" y="241"/>
                                  </a:cubicBezTo>
                                  <a:cubicBezTo>
                                    <a:pt x="8" y="241"/>
                                    <a:pt x="8" y="242"/>
                                    <a:pt x="7" y="242"/>
                                  </a:cubicBezTo>
                                  <a:cubicBezTo>
                                    <a:pt x="7" y="242"/>
                                    <a:pt x="7" y="242"/>
                                    <a:pt x="7" y="242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6" y="243"/>
                                    <a:pt x="6" y="243"/>
                                    <a:pt x="6" y="243"/>
                                  </a:cubicBezTo>
                                  <a:cubicBezTo>
                                    <a:pt x="6" y="244"/>
                                    <a:pt x="6" y="244"/>
                                    <a:pt x="6" y="244"/>
                                  </a:cubicBezTo>
                                  <a:cubicBezTo>
                                    <a:pt x="6" y="244"/>
                                    <a:pt x="6" y="244"/>
                                    <a:pt x="5" y="244"/>
                                  </a:cubicBezTo>
                                  <a:cubicBezTo>
                                    <a:pt x="5" y="244"/>
                                    <a:pt x="5" y="244"/>
                                    <a:pt x="5" y="244"/>
                                  </a:cubicBezTo>
                                  <a:cubicBezTo>
                                    <a:pt x="5" y="243"/>
                                    <a:pt x="5" y="244"/>
                                    <a:pt x="5" y="244"/>
                                  </a:cubicBezTo>
                                  <a:cubicBezTo>
                                    <a:pt x="5" y="244"/>
                                    <a:pt x="5" y="244"/>
                                    <a:pt x="5" y="244"/>
                                  </a:cubicBezTo>
                                  <a:cubicBezTo>
                                    <a:pt x="5" y="244"/>
                                    <a:pt x="4" y="244"/>
                                    <a:pt x="4" y="245"/>
                                  </a:cubicBezTo>
                                  <a:cubicBezTo>
                                    <a:pt x="4" y="245"/>
                                    <a:pt x="4" y="245"/>
                                    <a:pt x="4" y="245"/>
                                  </a:cubicBezTo>
                                  <a:cubicBezTo>
                                    <a:pt x="4" y="245"/>
                                    <a:pt x="4" y="245"/>
                                    <a:pt x="3" y="246"/>
                                  </a:cubicBezTo>
                                  <a:cubicBezTo>
                                    <a:pt x="3" y="246"/>
                                    <a:pt x="3" y="246"/>
                                    <a:pt x="3" y="246"/>
                                  </a:cubicBezTo>
                                  <a:cubicBezTo>
                                    <a:pt x="3" y="246"/>
                                    <a:pt x="3" y="246"/>
                                    <a:pt x="3" y="246"/>
                                  </a:cubicBezTo>
                                  <a:cubicBezTo>
                                    <a:pt x="3" y="247"/>
                                    <a:pt x="3" y="247"/>
                                    <a:pt x="3" y="247"/>
                                  </a:cubicBezTo>
                                  <a:cubicBezTo>
                                    <a:pt x="3" y="247"/>
                                    <a:pt x="3" y="247"/>
                                    <a:pt x="3" y="247"/>
                                  </a:cubicBezTo>
                                  <a:cubicBezTo>
                                    <a:pt x="3" y="247"/>
                                    <a:pt x="3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1" y="248"/>
                                    <a:pt x="1" y="249"/>
                                    <a:pt x="1" y="249"/>
                                  </a:cubicBezTo>
                                  <a:cubicBezTo>
                                    <a:pt x="1" y="249"/>
                                    <a:pt x="1" y="249"/>
                                    <a:pt x="1" y="250"/>
                                  </a:cubicBezTo>
                                  <a:cubicBezTo>
                                    <a:pt x="1" y="250"/>
                                    <a:pt x="1" y="250"/>
                                    <a:pt x="1" y="250"/>
                                  </a:cubicBezTo>
                                  <a:cubicBezTo>
                                    <a:pt x="1" y="250"/>
                                    <a:pt x="2" y="250"/>
                                    <a:pt x="2" y="250"/>
                                  </a:cubicBezTo>
                                  <a:cubicBezTo>
                                    <a:pt x="2" y="251"/>
                                    <a:pt x="2" y="251"/>
                                    <a:pt x="2" y="251"/>
                                  </a:cubicBezTo>
                                  <a:cubicBezTo>
                                    <a:pt x="2" y="251"/>
                                    <a:pt x="3" y="251"/>
                                    <a:pt x="3" y="251"/>
                                  </a:cubicBezTo>
                                  <a:cubicBezTo>
                                    <a:pt x="3" y="251"/>
                                    <a:pt x="3" y="251"/>
                                    <a:pt x="4" y="250"/>
                                  </a:cubicBezTo>
                                  <a:cubicBezTo>
                                    <a:pt x="4" y="250"/>
                                    <a:pt x="4" y="250"/>
                                    <a:pt x="4" y="250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2" y="249"/>
                                    <a:pt x="2" y="249"/>
                                    <a:pt x="2" y="248"/>
                                  </a:cubicBezTo>
                                  <a:cubicBezTo>
                                    <a:pt x="2" y="248"/>
                                    <a:pt x="2" y="248"/>
                                    <a:pt x="3" y="248"/>
                                  </a:cubicBezTo>
                                  <a:cubicBezTo>
                                    <a:pt x="3" y="248"/>
                                    <a:pt x="3" y="248"/>
                                    <a:pt x="3" y="248"/>
                                  </a:cubicBezTo>
                                  <a:cubicBezTo>
                                    <a:pt x="3" y="248"/>
                                    <a:pt x="3" y="248"/>
                                    <a:pt x="3" y="248"/>
                                  </a:cubicBezTo>
                                  <a:cubicBezTo>
                                    <a:pt x="4" y="248"/>
                                    <a:pt x="4" y="248"/>
                                    <a:pt x="4" y="248"/>
                                  </a:cubicBezTo>
                                  <a:cubicBezTo>
                                    <a:pt x="4" y="248"/>
                                    <a:pt x="5" y="247"/>
                                    <a:pt x="6" y="247"/>
                                  </a:cubicBezTo>
                                  <a:cubicBezTo>
                                    <a:pt x="6" y="246"/>
                                    <a:pt x="6" y="246"/>
                                    <a:pt x="6" y="246"/>
                                  </a:cubicBezTo>
                                  <a:cubicBezTo>
                                    <a:pt x="6" y="246"/>
                                    <a:pt x="6" y="247"/>
                                    <a:pt x="6" y="247"/>
                                  </a:cubicBezTo>
                                  <a:cubicBezTo>
                                    <a:pt x="6" y="247"/>
                                    <a:pt x="6" y="247"/>
                                    <a:pt x="5" y="247"/>
                                  </a:cubicBezTo>
                                  <a:cubicBezTo>
                                    <a:pt x="5" y="248"/>
                                    <a:pt x="5" y="248"/>
                                    <a:pt x="5" y="248"/>
                                  </a:cubicBezTo>
                                  <a:cubicBezTo>
                                    <a:pt x="5" y="249"/>
                                    <a:pt x="6" y="249"/>
                                    <a:pt x="6" y="249"/>
                                  </a:cubicBezTo>
                                  <a:cubicBezTo>
                                    <a:pt x="6" y="249"/>
                                    <a:pt x="7" y="249"/>
                                    <a:pt x="7" y="249"/>
                                  </a:cubicBezTo>
                                  <a:cubicBezTo>
                                    <a:pt x="7" y="249"/>
                                    <a:pt x="7" y="249"/>
                                    <a:pt x="7" y="249"/>
                                  </a:cubicBezTo>
                                  <a:cubicBezTo>
                                    <a:pt x="7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9" y="250"/>
                                    <a:pt x="9" y="250"/>
                                  </a:cubicBezTo>
                                  <a:cubicBezTo>
                                    <a:pt x="9" y="250"/>
                                    <a:pt x="9" y="250"/>
                                    <a:pt x="10" y="250"/>
                                  </a:cubicBezTo>
                                  <a:cubicBezTo>
                                    <a:pt x="9" y="250"/>
                                    <a:pt x="9" y="250"/>
                                    <a:pt x="9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49"/>
                                    <a:pt x="8" y="249"/>
                                    <a:pt x="8" y="249"/>
                                  </a:cubicBezTo>
                                  <a:cubicBezTo>
                                    <a:pt x="9" y="249"/>
                                    <a:pt x="10" y="249"/>
                                    <a:pt x="10" y="249"/>
                                  </a:cubicBezTo>
                                  <a:cubicBezTo>
                                    <a:pt x="10" y="249"/>
                                    <a:pt x="10" y="249"/>
                                    <a:pt x="11" y="249"/>
                                  </a:cubicBezTo>
                                  <a:cubicBezTo>
                                    <a:pt x="11" y="249"/>
                                    <a:pt x="11" y="249"/>
                                    <a:pt x="11" y="249"/>
                                  </a:cubicBezTo>
                                  <a:cubicBezTo>
                                    <a:pt x="11" y="250"/>
                                    <a:pt x="11" y="250"/>
                                    <a:pt x="11" y="250"/>
                                  </a:cubicBezTo>
                                  <a:cubicBezTo>
                                    <a:pt x="11" y="250"/>
                                    <a:pt x="11" y="250"/>
                                    <a:pt x="11" y="251"/>
                                  </a:cubicBezTo>
                                  <a:cubicBezTo>
                                    <a:pt x="11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2"/>
                                    <a:pt x="12" y="252"/>
                                    <a:pt x="12" y="252"/>
                                  </a:cubicBezTo>
                                  <a:cubicBezTo>
                                    <a:pt x="12" y="252"/>
                                    <a:pt x="12" y="252"/>
                                    <a:pt x="12" y="252"/>
                                  </a:cubicBezTo>
                                  <a:cubicBezTo>
                                    <a:pt x="12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3"/>
                                    <a:pt x="11" y="253"/>
                                  </a:cubicBezTo>
                                  <a:cubicBezTo>
                                    <a:pt x="11" y="253"/>
                                    <a:pt x="11" y="253"/>
                                    <a:pt x="11" y="253"/>
                                  </a:cubicBezTo>
                                  <a:cubicBezTo>
                                    <a:pt x="11" y="253"/>
                                    <a:pt x="11" y="254"/>
                                    <a:pt x="11" y="254"/>
                                  </a:cubicBezTo>
                                  <a:cubicBezTo>
                                    <a:pt x="11" y="254"/>
                                    <a:pt x="11" y="254"/>
                                    <a:pt x="11" y="254"/>
                                  </a:cubicBezTo>
                                  <a:cubicBezTo>
                                    <a:pt x="10" y="254"/>
                                    <a:pt x="10" y="255"/>
                                    <a:pt x="9" y="256"/>
                                  </a:cubicBezTo>
                                  <a:cubicBezTo>
                                    <a:pt x="9" y="256"/>
                                    <a:pt x="9" y="256"/>
                                    <a:pt x="9" y="256"/>
                                  </a:cubicBezTo>
                                  <a:cubicBezTo>
                                    <a:pt x="9" y="256"/>
                                    <a:pt x="9" y="257"/>
                                    <a:pt x="10" y="257"/>
                                  </a:cubicBezTo>
                                  <a:cubicBezTo>
                                    <a:pt x="10" y="257"/>
                                    <a:pt x="10" y="257"/>
                                    <a:pt x="11" y="257"/>
                                  </a:cubicBezTo>
                                  <a:cubicBezTo>
                                    <a:pt x="11" y="257"/>
                                    <a:pt x="11" y="257"/>
                                    <a:pt x="11" y="257"/>
                                  </a:cubicBezTo>
                                  <a:cubicBezTo>
                                    <a:pt x="11" y="257"/>
                                    <a:pt x="12" y="257"/>
                                    <a:pt x="12" y="258"/>
                                  </a:cubicBezTo>
                                  <a:cubicBezTo>
                                    <a:pt x="12" y="258"/>
                                    <a:pt x="12" y="258"/>
                                    <a:pt x="12" y="258"/>
                                  </a:cubicBezTo>
                                  <a:cubicBezTo>
                                    <a:pt x="12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9" y="257"/>
                                    <a:pt x="9" y="257"/>
                                    <a:pt x="9" y="257"/>
                                  </a:cubicBezTo>
                                  <a:cubicBezTo>
                                    <a:pt x="9" y="257"/>
                                    <a:pt x="8" y="257"/>
                                    <a:pt x="8" y="258"/>
                                  </a:cubicBezTo>
                                  <a:cubicBezTo>
                                    <a:pt x="8" y="258"/>
                                    <a:pt x="8" y="258"/>
                                    <a:pt x="8" y="258"/>
                                  </a:cubicBezTo>
                                  <a:cubicBezTo>
                                    <a:pt x="8" y="258"/>
                                    <a:pt x="8" y="258"/>
                                    <a:pt x="8" y="259"/>
                                  </a:cubicBezTo>
                                  <a:cubicBezTo>
                                    <a:pt x="8" y="259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60"/>
                                    <a:pt x="9" y="260"/>
                                  </a:cubicBezTo>
                                  <a:cubicBezTo>
                                    <a:pt x="9" y="260"/>
                                    <a:pt x="9" y="260"/>
                                    <a:pt x="9" y="259"/>
                                  </a:cubicBezTo>
                                  <a:cubicBezTo>
                                    <a:pt x="10" y="259"/>
                                    <a:pt x="10" y="259"/>
                                    <a:pt x="10" y="259"/>
                                  </a:cubicBezTo>
                                  <a:cubicBezTo>
                                    <a:pt x="10" y="259"/>
                                    <a:pt x="10" y="260"/>
                                    <a:pt x="10" y="260"/>
                                  </a:cubicBezTo>
                                  <a:cubicBezTo>
                                    <a:pt x="10" y="260"/>
                                    <a:pt x="10" y="260"/>
                                    <a:pt x="10" y="260"/>
                                  </a:cubicBezTo>
                                  <a:cubicBezTo>
                                    <a:pt x="10" y="260"/>
                                    <a:pt x="9" y="260"/>
                                    <a:pt x="9" y="260"/>
                                  </a:cubicBezTo>
                                  <a:cubicBezTo>
                                    <a:pt x="9" y="260"/>
                                    <a:pt x="9" y="260"/>
                                    <a:pt x="9" y="261"/>
                                  </a:cubicBezTo>
                                  <a:cubicBezTo>
                                    <a:pt x="9" y="261"/>
                                    <a:pt x="10" y="261"/>
                                    <a:pt x="10" y="261"/>
                                  </a:cubicBezTo>
                                  <a:cubicBezTo>
                                    <a:pt x="10" y="261"/>
                                    <a:pt x="10" y="261"/>
                                    <a:pt x="11" y="261"/>
                                  </a:cubicBezTo>
                                  <a:cubicBezTo>
                                    <a:pt x="11" y="261"/>
                                    <a:pt x="11" y="261"/>
                                    <a:pt x="11" y="261"/>
                                  </a:cubicBezTo>
                                  <a:cubicBezTo>
                                    <a:pt x="11" y="261"/>
                                    <a:pt x="11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3" y="260"/>
                                    <a:pt x="13" y="260"/>
                                    <a:pt x="12" y="260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3" y="260"/>
                                    <a:pt x="13" y="260"/>
                                    <a:pt x="13" y="260"/>
                                  </a:cubicBezTo>
                                  <a:cubicBezTo>
                                    <a:pt x="14" y="260"/>
                                    <a:pt x="14" y="260"/>
                                    <a:pt x="14" y="260"/>
                                  </a:cubicBezTo>
                                  <a:cubicBezTo>
                                    <a:pt x="14" y="259"/>
                                    <a:pt x="14" y="259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9"/>
                                    <a:pt x="15" y="259"/>
                                    <a:pt x="15" y="260"/>
                                  </a:cubicBezTo>
                                  <a:cubicBezTo>
                                    <a:pt x="15" y="260"/>
                                    <a:pt x="15" y="260"/>
                                    <a:pt x="16" y="260"/>
                                  </a:cubicBezTo>
                                  <a:cubicBezTo>
                                    <a:pt x="16" y="260"/>
                                    <a:pt x="16" y="260"/>
                                    <a:pt x="16" y="260"/>
                                  </a:cubicBezTo>
                                  <a:cubicBezTo>
                                    <a:pt x="16" y="260"/>
                                    <a:pt x="16" y="261"/>
                                    <a:pt x="16" y="261"/>
                                  </a:cubicBezTo>
                                  <a:cubicBezTo>
                                    <a:pt x="16" y="261"/>
                                    <a:pt x="16" y="261"/>
                                    <a:pt x="16" y="261"/>
                                  </a:cubicBezTo>
                                  <a:cubicBezTo>
                                    <a:pt x="15" y="261"/>
                                    <a:pt x="15" y="261"/>
                                    <a:pt x="14" y="261"/>
                                  </a:cubicBezTo>
                                  <a:cubicBezTo>
                                    <a:pt x="14" y="261"/>
                                    <a:pt x="15" y="262"/>
                                    <a:pt x="15" y="262"/>
                                  </a:cubicBezTo>
                                  <a:cubicBezTo>
                                    <a:pt x="15" y="262"/>
                                    <a:pt x="15" y="262"/>
                                    <a:pt x="15" y="262"/>
                                  </a:cubicBezTo>
                                  <a:cubicBezTo>
                                    <a:pt x="15" y="262"/>
                                    <a:pt x="15" y="262"/>
                                    <a:pt x="15" y="262"/>
                                  </a:cubicBezTo>
                                  <a:cubicBezTo>
                                    <a:pt x="16" y="262"/>
                                    <a:pt x="16" y="262"/>
                                    <a:pt x="16" y="263"/>
                                  </a:cubicBezTo>
                                  <a:cubicBezTo>
                                    <a:pt x="16" y="263"/>
                                    <a:pt x="16" y="263"/>
                                    <a:pt x="17" y="263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3"/>
                                    <a:pt x="15" y="263"/>
                                    <a:pt x="15" y="263"/>
                                  </a:cubicBezTo>
                                  <a:cubicBezTo>
                                    <a:pt x="15" y="263"/>
                                    <a:pt x="15" y="263"/>
                                    <a:pt x="14" y="263"/>
                                  </a:cubicBezTo>
                                  <a:cubicBezTo>
                                    <a:pt x="14" y="263"/>
                                    <a:pt x="14" y="262"/>
                                    <a:pt x="14" y="262"/>
                                  </a:cubicBezTo>
                                  <a:cubicBezTo>
                                    <a:pt x="14" y="262"/>
                                    <a:pt x="14" y="262"/>
                                    <a:pt x="14" y="262"/>
                                  </a:cubicBezTo>
                                  <a:cubicBezTo>
                                    <a:pt x="13" y="262"/>
                                    <a:pt x="13" y="262"/>
                                    <a:pt x="13" y="262"/>
                                  </a:cubicBezTo>
                                  <a:cubicBezTo>
                                    <a:pt x="13" y="262"/>
                                    <a:pt x="13" y="262"/>
                                    <a:pt x="12" y="262"/>
                                  </a:cubicBezTo>
                                  <a:cubicBezTo>
                                    <a:pt x="12" y="262"/>
                                    <a:pt x="11" y="262"/>
                                    <a:pt x="11" y="262"/>
                                  </a:cubicBezTo>
                                  <a:cubicBezTo>
                                    <a:pt x="11" y="262"/>
                                    <a:pt x="11" y="262"/>
                                    <a:pt x="11" y="262"/>
                                  </a:cubicBezTo>
                                  <a:cubicBezTo>
                                    <a:pt x="10" y="262"/>
                                    <a:pt x="10" y="262"/>
                                    <a:pt x="10" y="262"/>
                                  </a:cubicBezTo>
                                  <a:cubicBezTo>
                                    <a:pt x="10" y="261"/>
                                    <a:pt x="9" y="261"/>
                                    <a:pt x="9" y="261"/>
                                  </a:cubicBezTo>
                                  <a:cubicBezTo>
                                    <a:pt x="9" y="261"/>
                                    <a:pt x="9" y="261"/>
                                    <a:pt x="9" y="261"/>
                                  </a:cubicBezTo>
                                  <a:cubicBezTo>
                                    <a:pt x="9" y="262"/>
                                    <a:pt x="9" y="262"/>
                                    <a:pt x="9" y="262"/>
                                  </a:cubicBezTo>
                                  <a:cubicBezTo>
                                    <a:pt x="8" y="262"/>
                                    <a:pt x="8" y="262"/>
                                    <a:pt x="8" y="262"/>
                                  </a:cubicBezTo>
                                  <a:cubicBezTo>
                                    <a:pt x="8" y="263"/>
                                    <a:pt x="9" y="263"/>
                                    <a:pt x="9" y="263"/>
                                  </a:cubicBezTo>
                                  <a:cubicBezTo>
                                    <a:pt x="9" y="264"/>
                                    <a:pt x="9" y="264"/>
                                    <a:pt x="9" y="264"/>
                                  </a:cubicBezTo>
                                  <a:cubicBezTo>
                                    <a:pt x="9" y="264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6"/>
                                    <a:pt x="10" y="266"/>
                                    <a:pt x="10" y="266"/>
                                  </a:cubicBezTo>
                                  <a:cubicBezTo>
                                    <a:pt x="10" y="266"/>
                                    <a:pt x="10" y="266"/>
                                    <a:pt x="10" y="267"/>
                                  </a:cubicBezTo>
                                  <a:cubicBezTo>
                                    <a:pt x="10" y="267"/>
                                    <a:pt x="10" y="266"/>
                                    <a:pt x="10" y="266"/>
                                  </a:cubicBezTo>
                                  <a:cubicBezTo>
                                    <a:pt x="10" y="266"/>
                                    <a:pt x="10" y="266"/>
                                    <a:pt x="10" y="267"/>
                                  </a:cubicBezTo>
                                  <a:cubicBezTo>
                                    <a:pt x="9" y="267"/>
                                    <a:pt x="10" y="267"/>
                                    <a:pt x="10" y="267"/>
                                  </a:cubicBezTo>
                                  <a:cubicBezTo>
                                    <a:pt x="10" y="268"/>
                                    <a:pt x="10" y="268"/>
                                    <a:pt x="10" y="268"/>
                                  </a:cubicBezTo>
                                  <a:cubicBezTo>
                                    <a:pt x="10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7"/>
                                    <a:pt x="11" y="267"/>
                                    <a:pt x="12" y="267"/>
                                  </a:cubicBezTo>
                                  <a:cubicBezTo>
                                    <a:pt x="12" y="267"/>
                                    <a:pt x="13" y="267"/>
                                    <a:pt x="13" y="268"/>
                                  </a:cubicBezTo>
                                  <a:cubicBezTo>
                                    <a:pt x="13" y="268"/>
                                    <a:pt x="13" y="268"/>
                                    <a:pt x="13" y="268"/>
                                  </a:cubicBezTo>
                                  <a:cubicBezTo>
                                    <a:pt x="13" y="268"/>
                                    <a:pt x="12" y="268"/>
                                    <a:pt x="12" y="268"/>
                                  </a:cubicBezTo>
                                  <a:cubicBezTo>
                                    <a:pt x="12" y="268"/>
                                    <a:pt x="12" y="268"/>
                                    <a:pt x="12" y="267"/>
                                  </a:cubicBezTo>
                                  <a:cubicBezTo>
                                    <a:pt x="12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8"/>
                                    <a:pt x="11" y="268"/>
                                    <a:pt x="10" y="268"/>
                                  </a:cubicBezTo>
                                  <a:cubicBezTo>
                                    <a:pt x="10" y="268"/>
                                    <a:pt x="10" y="268"/>
                                    <a:pt x="10" y="269"/>
                                  </a:cubicBezTo>
                                  <a:cubicBezTo>
                                    <a:pt x="10" y="269"/>
                                    <a:pt x="10" y="269"/>
                                    <a:pt x="10" y="269"/>
                                  </a:cubicBezTo>
                                  <a:cubicBezTo>
                                    <a:pt x="10" y="269"/>
                                    <a:pt x="11" y="269"/>
                                    <a:pt x="10" y="269"/>
                                  </a:cubicBezTo>
                                  <a:cubicBezTo>
                                    <a:pt x="11" y="269"/>
                                    <a:pt x="11" y="270"/>
                                    <a:pt x="11" y="270"/>
                                  </a:cubicBezTo>
                                  <a:cubicBezTo>
                                    <a:pt x="11" y="270"/>
                                    <a:pt x="10" y="270"/>
                                    <a:pt x="10" y="270"/>
                                  </a:cubicBezTo>
                                  <a:cubicBezTo>
                                    <a:pt x="10" y="270"/>
                                    <a:pt x="10" y="270"/>
                                    <a:pt x="10" y="270"/>
                                  </a:cubicBezTo>
                                  <a:cubicBezTo>
                                    <a:pt x="10" y="271"/>
                                    <a:pt x="10" y="271"/>
                                    <a:pt x="10" y="271"/>
                                  </a:cubicBezTo>
                                  <a:cubicBezTo>
                                    <a:pt x="10" y="271"/>
                                    <a:pt x="10" y="272"/>
                                    <a:pt x="10" y="272"/>
                                  </a:cubicBezTo>
                                  <a:cubicBezTo>
                                    <a:pt x="9" y="272"/>
                                    <a:pt x="9" y="271"/>
                                    <a:pt x="9" y="271"/>
                                  </a:cubicBezTo>
                                  <a:cubicBezTo>
                                    <a:pt x="9" y="271"/>
                                    <a:pt x="9" y="270"/>
                                    <a:pt x="9" y="270"/>
                                  </a:cubicBezTo>
                                  <a:cubicBezTo>
                                    <a:pt x="9" y="270"/>
                                    <a:pt x="9" y="270"/>
                                    <a:pt x="9" y="270"/>
                                  </a:cubicBezTo>
                                  <a:cubicBezTo>
                                    <a:pt x="9" y="270"/>
                                    <a:pt x="8" y="270"/>
                                    <a:pt x="8" y="270"/>
                                  </a:cubicBezTo>
                                  <a:cubicBezTo>
                                    <a:pt x="8" y="270"/>
                                    <a:pt x="8" y="270"/>
                                    <a:pt x="8" y="269"/>
                                  </a:cubicBezTo>
                                  <a:cubicBezTo>
                                    <a:pt x="8" y="269"/>
                                    <a:pt x="8" y="269"/>
                                    <a:pt x="8" y="269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6" y="269"/>
                                    <a:pt x="6" y="269"/>
                                    <a:pt x="6" y="269"/>
                                  </a:cubicBezTo>
                                  <a:cubicBezTo>
                                    <a:pt x="6" y="269"/>
                                    <a:pt x="5" y="269"/>
                                    <a:pt x="5" y="269"/>
                                  </a:cubicBezTo>
                                  <a:cubicBezTo>
                                    <a:pt x="5" y="269"/>
                                    <a:pt x="4" y="270"/>
                                    <a:pt x="4" y="270"/>
                                  </a:cubicBezTo>
                                  <a:cubicBezTo>
                                    <a:pt x="4" y="271"/>
                                    <a:pt x="4" y="271"/>
                                    <a:pt x="4" y="271"/>
                                  </a:cubicBezTo>
                                  <a:cubicBezTo>
                                    <a:pt x="3" y="271"/>
                                    <a:pt x="3" y="271"/>
                                    <a:pt x="3" y="271"/>
                                  </a:cubicBezTo>
                                  <a:cubicBezTo>
                                    <a:pt x="3" y="271"/>
                                    <a:pt x="3" y="271"/>
                                    <a:pt x="3" y="271"/>
                                  </a:cubicBezTo>
                                  <a:cubicBezTo>
                                    <a:pt x="3" y="270"/>
                                    <a:pt x="3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1"/>
                                  </a:cubicBezTo>
                                  <a:cubicBezTo>
                                    <a:pt x="2" y="271"/>
                                    <a:pt x="2" y="270"/>
                                    <a:pt x="1" y="270"/>
                                  </a:cubicBezTo>
                                  <a:cubicBezTo>
                                    <a:pt x="1" y="271"/>
                                    <a:pt x="1" y="271"/>
                                    <a:pt x="1" y="271"/>
                                  </a:cubicBezTo>
                                  <a:cubicBezTo>
                                    <a:pt x="1" y="271"/>
                                    <a:pt x="1" y="272"/>
                                    <a:pt x="2" y="273"/>
                                  </a:cubicBezTo>
                                  <a:cubicBezTo>
                                    <a:pt x="1" y="273"/>
                                    <a:pt x="1" y="273"/>
                                    <a:pt x="0" y="272"/>
                                  </a:cubicBezTo>
                                  <a:cubicBezTo>
                                    <a:pt x="0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4"/>
                                    <a:pt x="1" y="274"/>
                                    <a:pt x="1" y="275"/>
                                  </a:cubicBezTo>
                                  <a:cubicBezTo>
                                    <a:pt x="1" y="275"/>
                                    <a:pt x="1" y="275"/>
                                    <a:pt x="1" y="275"/>
                                  </a:cubicBezTo>
                                  <a:cubicBezTo>
                                    <a:pt x="1" y="275"/>
                                    <a:pt x="1" y="275"/>
                                    <a:pt x="1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3" y="275"/>
                                    <a:pt x="3" y="274"/>
                                    <a:pt x="3" y="274"/>
                                  </a:cubicBezTo>
                                  <a:cubicBezTo>
                                    <a:pt x="3" y="274"/>
                                    <a:pt x="3" y="274"/>
                                    <a:pt x="4" y="274"/>
                                  </a:cubicBezTo>
                                  <a:cubicBezTo>
                                    <a:pt x="4" y="273"/>
                                    <a:pt x="4" y="273"/>
                                    <a:pt x="4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1"/>
                                    <a:pt x="5" y="270"/>
                                    <a:pt x="6" y="270"/>
                                  </a:cubicBezTo>
                                  <a:cubicBezTo>
                                    <a:pt x="6" y="270"/>
                                    <a:pt x="6" y="270"/>
                                    <a:pt x="6" y="271"/>
                                  </a:cubicBezTo>
                                  <a:cubicBezTo>
                                    <a:pt x="5" y="271"/>
                                    <a:pt x="5" y="271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3"/>
                                  </a:cubicBezTo>
                                  <a:cubicBezTo>
                                    <a:pt x="6" y="273"/>
                                    <a:pt x="6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4" y="273"/>
                                    <a:pt x="4" y="274"/>
                                    <a:pt x="4" y="274"/>
                                  </a:cubicBezTo>
                                  <a:cubicBezTo>
                                    <a:pt x="4" y="274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4" y="274"/>
                                    <a:pt x="4" y="274"/>
                                  </a:cubicBezTo>
                                  <a:cubicBezTo>
                                    <a:pt x="4" y="275"/>
                                    <a:pt x="4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2" y="275"/>
                                    <a:pt x="2" y="276"/>
                                  </a:cubicBezTo>
                                  <a:cubicBezTo>
                                    <a:pt x="2" y="276"/>
                                    <a:pt x="2" y="276"/>
                                    <a:pt x="3" y="277"/>
                                  </a:cubicBezTo>
                                  <a:cubicBezTo>
                                    <a:pt x="3" y="277"/>
                                    <a:pt x="3" y="277"/>
                                    <a:pt x="3" y="277"/>
                                  </a:cubicBezTo>
                                  <a:cubicBezTo>
                                    <a:pt x="3" y="277"/>
                                    <a:pt x="3" y="278"/>
                                    <a:pt x="3" y="278"/>
                                  </a:cubicBezTo>
                                  <a:cubicBezTo>
                                    <a:pt x="3" y="278"/>
                                    <a:pt x="3" y="278"/>
                                    <a:pt x="4" y="278"/>
                                  </a:cubicBezTo>
                                  <a:cubicBezTo>
                                    <a:pt x="4" y="278"/>
                                    <a:pt x="4" y="278"/>
                                    <a:pt x="4" y="278"/>
                                  </a:cubicBezTo>
                                  <a:cubicBezTo>
                                    <a:pt x="4" y="279"/>
                                    <a:pt x="4" y="279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4" y="279"/>
                                  </a:cubicBezTo>
                                  <a:cubicBezTo>
                                    <a:pt x="4" y="279"/>
                                    <a:pt x="4" y="279"/>
                                    <a:pt x="4" y="279"/>
                                  </a:cubicBezTo>
                                  <a:cubicBezTo>
                                    <a:pt x="4" y="280"/>
                                    <a:pt x="4" y="280"/>
                                    <a:pt x="4" y="280"/>
                                  </a:cubicBezTo>
                                  <a:cubicBezTo>
                                    <a:pt x="4" y="280"/>
                                    <a:pt x="4" y="281"/>
                                    <a:pt x="4" y="281"/>
                                  </a:cubicBezTo>
                                  <a:cubicBezTo>
                                    <a:pt x="5" y="282"/>
                                    <a:pt x="5" y="282"/>
                                    <a:pt x="5" y="282"/>
                                  </a:cubicBezTo>
                                  <a:cubicBezTo>
                                    <a:pt x="6" y="282"/>
                                    <a:pt x="6" y="281"/>
                                    <a:pt x="6" y="280"/>
                                  </a:cubicBezTo>
                                  <a:cubicBezTo>
                                    <a:pt x="6" y="280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8"/>
                                    <a:pt x="7" y="278"/>
                                  </a:cubicBezTo>
                                  <a:cubicBezTo>
                                    <a:pt x="7" y="279"/>
                                    <a:pt x="6" y="279"/>
                                    <a:pt x="6" y="280"/>
                                  </a:cubicBezTo>
                                  <a:cubicBezTo>
                                    <a:pt x="6" y="280"/>
                                    <a:pt x="6" y="280"/>
                                    <a:pt x="6" y="280"/>
                                  </a:cubicBezTo>
                                  <a:cubicBezTo>
                                    <a:pt x="6" y="281"/>
                                    <a:pt x="7" y="281"/>
                                    <a:pt x="7" y="282"/>
                                  </a:cubicBezTo>
                                  <a:cubicBezTo>
                                    <a:pt x="7" y="282"/>
                                    <a:pt x="7" y="282"/>
                                    <a:pt x="7" y="282"/>
                                  </a:cubicBezTo>
                                  <a:cubicBezTo>
                                    <a:pt x="7" y="282"/>
                                    <a:pt x="7" y="282"/>
                                    <a:pt x="6" y="282"/>
                                  </a:cubicBezTo>
                                  <a:cubicBezTo>
                                    <a:pt x="6" y="282"/>
                                    <a:pt x="6" y="282"/>
                                    <a:pt x="6" y="282"/>
                                  </a:cubicBezTo>
                                  <a:cubicBezTo>
                                    <a:pt x="6" y="282"/>
                                    <a:pt x="6" y="283"/>
                                    <a:pt x="6" y="283"/>
                                  </a:cubicBezTo>
                                  <a:cubicBezTo>
                                    <a:pt x="6" y="283"/>
                                    <a:pt x="6" y="283"/>
                                    <a:pt x="6" y="283"/>
                                  </a:cubicBezTo>
                                  <a:cubicBezTo>
                                    <a:pt x="6" y="283"/>
                                    <a:pt x="6" y="284"/>
                                    <a:pt x="6" y="284"/>
                                  </a:cubicBezTo>
                                  <a:cubicBezTo>
                                    <a:pt x="6" y="284"/>
                                    <a:pt x="7" y="284"/>
                                    <a:pt x="7" y="284"/>
                                  </a:cubicBezTo>
                                  <a:cubicBezTo>
                                    <a:pt x="8" y="284"/>
                                    <a:pt x="8" y="284"/>
                                    <a:pt x="9" y="284"/>
                                  </a:cubicBezTo>
                                  <a:cubicBezTo>
                                    <a:pt x="9" y="283"/>
                                    <a:pt x="9" y="283"/>
                                    <a:pt x="9" y="283"/>
                                  </a:cubicBezTo>
                                  <a:cubicBezTo>
                                    <a:pt x="9" y="283"/>
                                    <a:pt x="9" y="283"/>
                                    <a:pt x="9" y="283"/>
                                  </a:cubicBezTo>
                                  <a:cubicBezTo>
                                    <a:pt x="10" y="282"/>
                                    <a:pt x="9" y="282"/>
                                    <a:pt x="9" y="281"/>
                                  </a:cubicBezTo>
                                  <a:cubicBezTo>
                                    <a:pt x="9" y="281"/>
                                    <a:pt x="10" y="281"/>
                                    <a:pt x="10" y="281"/>
                                  </a:cubicBezTo>
                                  <a:cubicBezTo>
                                    <a:pt x="10" y="280"/>
                                    <a:pt x="10" y="280"/>
                                    <a:pt x="10" y="280"/>
                                  </a:cubicBezTo>
                                  <a:cubicBezTo>
                                    <a:pt x="10" y="280"/>
                                    <a:pt x="9" y="280"/>
                                    <a:pt x="9" y="280"/>
                                  </a:cubicBezTo>
                                  <a:cubicBezTo>
                                    <a:pt x="9" y="280"/>
                                    <a:pt x="9" y="279"/>
                                    <a:pt x="9" y="279"/>
                                  </a:cubicBezTo>
                                  <a:cubicBezTo>
                                    <a:pt x="9" y="279"/>
                                    <a:pt x="9" y="279"/>
                                    <a:pt x="10" y="279"/>
                                  </a:cubicBezTo>
                                  <a:cubicBezTo>
                                    <a:pt x="10" y="279"/>
                                    <a:pt x="10" y="279"/>
                                    <a:pt x="10" y="279"/>
                                  </a:cubicBezTo>
                                  <a:cubicBezTo>
                                    <a:pt x="11" y="279"/>
                                    <a:pt x="11" y="278"/>
                                    <a:pt x="11" y="278"/>
                                  </a:cubicBezTo>
                                  <a:cubicBezTo>
                                    <a:pt x="11" y="278"/>
                                    <a:pt x="11" y="278"/>
                                    <a:pt x="11" y="278"/>
                                  </a:cubicBezTo>
                                  <a:cubicBezTo>
                                    <a:pt x="12" y="278"/>
                                    <a:pt x="12" y="277"/>
                                    <a:pt x="12" y="276"/>
                                  </a:cubicBezTo>
                                  <a:cubicBezTo>
                                    <a:pt x="12" y="276"/>
                                    <a:pt x="12" y="275"/>
                                    <a:pt x="12" y="275"/>
                                  </a:cubicBezTo>
                                  <a:cubicBezTo>
                                    <a:pt x="12" y="275"/>
                                    <a:pt x="12" y="274"/>
                                    <a:pt x="12" y="274"/>
                                  </a:cubicBezTo>
                                  <a:cubicBezTo>
                                    <a:pt x="12" y="274"/>
                                    <a:pt x="12" y="275"/>
                                    <a:pt x="12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2" y="275"/>
                                  </a:cubicBezTo>
                                  <a:cubicBezTo>
                                    <a:pt x="12" y="275"/>
                                    <a:pt x="12" y="276"/>
                                    <a:pt x="12" y="276"/>
                                  </a:cubicBezTo>
                                  <a:cubicBezTo>
                                    <a:pt x="12" y="276"/>
                                    <a:pt x="12" y="277"/>
                                    <a:pt x="12" y="277"/>
                                  </a:cubicBezTo>
                                  <a:cubicBezTo>
                                    <a:pt x="12" y="278"/>
                                    <a:pt x="12" y="278"/>
                                    <a:pt x="12" y="278"/>
                                  </a:cubicBezTo>
                                  <a:cubicBezTo>
                                    <a:pt x="13" y="278"/>
                                    <a:pt x="13" y="278"/>
                                    <a:pt x="13" y="278"/>
                                  </a:cubicBezTo>
                                  <a:cubicBezTo>
                                    <a:pt x="13" y="278"/>
                                    <a:pt x="13" y="278"/>
                                    <a:pt x="14" y="278"/>
                                  </a:cubicBezTo>
                                  <a:cubicBezTo>
                                    <a:pt x="14" y="279"/>
                                    <a:pt x="14" y="279"/>
                                    <a:pt x="14" y="280"/>
                                  </a:cubicBezTo>
                                  <a:cubicBezTo>
                                    <a:pt x="13" y="279"/>
                                    <a:pt x="13" y="279"/>
                                    <a:pt x="13" y="279"/>
                                  </a:cubicBezTo>
                                  <a:cubicBezTo>
                                    <a:pt x="13" y="278"/>
                                    <a:pt x="12" y="279"/>
                                    <a:pt x="12" y="279"/>
                                  </a:cubicBezTo>
                                  <a:cubicBezTo>
                                    <a:pt x="11" y="279"/>
                                    <a:pt x="11" y="279"/>
                                    <a:pt x="11" y="279"/>
                                  </a:cubicBezTo>
                                  <a:cubicBezTo>
                                    <a:pt x="11" y="279"/>
                                    <a:pt x="10" y="279"/>
                                    <a:pt x="10" y="280"/>
                                  </a:cubicBezTo>
                                  <a:cubicBezTo>
                                    <a:pt x="10" y="280"/>
                                    <a:pt x="11" y="280"/>
                                    <a:pt x="11" y="281"/>
                                  </a:cubicBezTo>
                                  <a:cubicBezTo>
                                    <a:pt x="11" y="281"/>
                                    <a:pt x="11" y="281"/>
                                    <a:pt x="11" y="281"/>
                                  </a:cubicBezTo>
                                  <a:cubicBezTo>
                                    <a:pt x="10" y="282"/>
                                    <a:pt x="10" y="282"/>
                                    <a:pt x="10" y="282"/>
                                  </a:cubicBezTo>
                                  <a:cubicBezTo>
                                    <a:pt x="10" y="282"/>
                                    <a:pt x="11" y="282"/>
                                    <a:pt x="11" y="282"/>
                                  </a:cubicBezTo>
                                  <a:cubicBezTo>
                                    <a:pt x="11" y="282"/>
                                    <a:pt x="11" y="282"/>
                                    <a:pt x="11" y="282"/>
                                  </a:cubicBezTo>
                                  <a:cubicBezTo>
                                    <a:pt x="11" y="282"/>
                                    <a:pt x="12" y="282"/>
                                    <a:pt x="12" y="282"/>
                                  </a:cubicBezTo>
                                  <a:cubicBezTo>
                                    <a:pt x="12" y="283"/>
                                    <a:pt x="12" y="283"/>
                                    <a:pt x="12" y="283"/>
                                  </a:cubicBezTo>
                                  <a:cubicBezTo>
                                    <a:pt x="12" y="283"/>
                                    <a:pt x="12" y="283"/>
                                    <a:pt x="12" y="283"/>
                                  </a:cubicBezTo>
                                  <a:cubicBezTo>
                                    <a:pt x="12" y="283"/>
                                    <a:pt x="12" y="282"/>
                                    <a:pt x="12" y="282"/>
                                  </a:cubicBezTo>
                                  <a:cubicBezTo>
                                    <a:pt x="12" y="282"/>
                                    <a:pt x="12" y="281"/>
                                    <a:pt x="13" y="281"/>
                                  </a:cubicBezTo>
                                  <a:cubicBezTo>
                                    <a:pt x="13" y="281"/>
                                    <a:pt x="13" y="281"/>
                                    <a:pt x="13" y="282"/>
                                  </a:cubicBezTo>
                                  <a:cubicBezTo>
                                    <a:pt x="13" y="282"/>
                                    <a:pt x="13" y="282"/>
                                    <a:pt x="14" y="282"/>
                                  </a:cubicBezTo>
                                  <a:cubicBezTo>
                                    <a:pt x="14" y="282"/>
                                    <a:pt x="14" y="282"/>
                                    <a:pt x="14" y="282"/>
                                  </a:cubicBezTo>
                                  <a:cubicBezTo>
                                    <a:pt x="14" y="282"/>
                                    <a:pt x="13" y="282"/>
                                    <a:pt x="13" y="282"/>
                                  </a:cubicBezTo>
                                  <a:cubicBezTo>
                                    <a:pt x="13" y="282"/>
                                    <a:pt x="13" y="283"/>
                                    <a:pt x="13" y="283"/>
                                  </a:cubicBezTo>
                                  <a:cubicBezTo>
                                    <a:pt x="13" y="283"/>
                                    <a:pt x="13" y="283"/>
                                    <a:pt x="13" y="283"/>
                                  </a:cubicBezTo>
                                  <a:cubicBezTo>
                                    <a:pt x="13" y="283"/>
                                    <a:pt x="13" y="283"/>
                                    <a:pt x="13" y="284"/>
                                  </a:cubicBezTo>
                                  <a:cubicBezTo>
                                    <a:pt x="14" y="284"/>
                                    <a:pt x="13" y="284"/>
                                    <a:pt x="13" y="284"/>
                                  </a:cubicBezTo>
                                  <a:cubicBezTo>
                                    <a:pt x="13" y="284"/>
                                    <a:pt x="13" y="284"/>
                                    <a:pt x="13" y="284"/>
                                  </a:cubicBezTo>
                                  <a:cubicBezTo>
                                    <a:pt x="13" y="284"/>
                                    <a:pt x="13" y="284"/>
                                    <a:pt x="12" y="284"/>
                                  </a:cubicBezTo>
                                  <a:cubicBezTo>
                                    <a:pt x="12" y="283"/>
                                    <a:pt x="11" y="283"/>
                                    <a:pt x="11" y="283"/>
                                  </a:cubicBezTo>
                                  <a:cubicBezTo>
                                    <a:pt x="11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4"/>
                                    <a:pt x="10" y="284"/>
                                    <a:pt x="10" y="284"/>
                                  </a:cubicBezTo>
                                  <a:cubicBezTo>
                                    <a:pt x="10" y="284"/>
                                    <a:pt x="11" y="284"/>
                                    <a:pt x="11" y="285"/>
                                  </a:cubicBezTo>
                                  <a:cubicBezTo>
                                    <a:pt x="11" y="285"/>
                                    <a:pt x="11" y="285"/>
                                    <a:pt x="11" y="285"/>
                                  </a:cubicBezTo>
                                  <a:cubicBezTo>
                                    <a:pt x="11" y="285"/>
                                    <a:pt x="11" y="286"/>
                                    <a:pt x="11" y="286"/>
                                  </a:cubicBezTo>
                                  <a:cubicBezTo>
                                    <a:pt x="11" y="286"/>
                                    <a:pt x="11" y="286"/>
                                    <a:pt x="11" y="286"/>
                                  </a:cubicBezTo>
                                  <a:cubicBezTo>
                                    <a:pt x="11" y="285"/>
                                    <a:pt x="11" y="285"/>
                                    <a:pt x="11" y="285"/>
                                  </a:cubicBezTo>
                                  <a:cubicBezTo>
                                    <a:pt x="11" y="285"/>
                                    <a:pt x="10" y="285"/>
                                    <a:pt x="10" y="285"/>
                                  </a:cubicBezTo>
                                  <a:cubicBezTo>
                                    <a:pt x="10" y="284"/>
                                    <a:pt x="10" y="284"/>
                                    <a:pt x="9" y="284"/>
                                  </a:cubicBezTo>
                                  <a:cubicBezTo>
                                    <a:pt x="9" y="284"/>
                                    <a:pt x="8" y="284"/>
                                    <a:pt x="8" y="285"/>
                                  </a:cubicBezTo>
                                  <a:cubicBezTo>
                                    <a:pt x="8" y="285"/>
                                    <a:pt x="8" y="285"/>
                                    <a:pt x="8" y="285"/>
                                  </a:cubicBezTo>
                                  <a:cubicBezTo>
                                    <a:pt x="8" y="285"/>
                                    <a:pt x="8" y="285"/>
                                    <a:pt x="8" y="285"/>
                                  </a:cubicBezTo>
                                  <a:cubicBezTo>
                                    <a:pt x="8" y="286"/>
                                    <a:pt x="7" y="286"/>
                                    <a:pt x="8" y="286"/>
                                  </a:cubicBezTo>
                                  <a:cubicBezTo>
                                    <a:pt x="8" y="286"/>
                                    <a:pt x="8" y="286"/>
                                    <a:pt x="8" y="286"/>
                                  </a:cubicBezTo>
                                  <a:cubicBezTo>
                                    <a:pt x="8" y="286"/>
                                    <a:pt x="8" y="286"/>
                                    <a:pt x="8" y="286"/>
                                  </a:cubicBezTo>
                                  <a:cubicBezTo>
                                    <a:pt x="8" y="287"/>
                                    <a:pt x="9" y="287"/>
                                    <a:pt x="9" y="287"/>
                                  </a:cubicBezTo>
                                  <a:cubicBezTo>
                                    <a:pt x="9" y="287"/>
                                    <a:pt x="9" y="287"/>
                                    <a:pt x="9" y="287"/>
                                  </a:cubicBezTo>
                                  <a:cubicBezTo>
                                    <a:pt x="9" y="287"/>
                                    <a:pt x="9" y="288"/>
                                    <a:pt x="10" y="288"/>
                                  </a:cubicBezTo>
                                  <a:cubicBezTo>
                                    <a:pt x="10" y="288"/>
                                    <a:pt x="10" y="287"/>
                                    <a:pt x="10" y="287"/>
                                  </a:cubicBezTo>
                                  <a:cubicBezTo>
                                    <a:pt x="10" y="287"/>
                                    <a:pt x="10" y="288"/>
                                    <a:pt x="11" y="288"/>
                                  </a:cubicBezTo>
                                  <a:cubicBezTo>
                                    <a:pt x="11" y="288"/>
                                    <a:pt x="11" y="288"/>
                                    <a:pt x="11" y="288"/>
                                  </a:cubicBezTo>
                                  <a:cubicBezTo>
                                    <a:pt x="11" y="288"/>
                                    <a:pt x="12" y="289"/>
                                    <a:pt x="12" y="289"/>
                                  </a:cubicBezTo>
                                  <a:cubicBezTo>
                                    <a:pt x="12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90"/>
                                    <a:pt x="11" y="290"/>
                                    <a:pt x="11" y="290"/>
                                  </a:cubicBezTo>
                                  <a:cubicBezTo>
                                    <a:pt x="11" y="290"/>
                                    <a:pt x="11" y="290"/>
                                    <a:pt x="11" y="290"/>
                                  </a:cubicBezTo>
                                  <a:cubicBezTo>
                                    <a:pt x="11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3" y="292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2"/>
                                    <a:pt x="13" y="292"/>
                                    <a:pt x="13" y="292"/>
                                  </a:cubicBezTo>
                                  <a:cubicBezTo>
                                    <a:pt x="13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0"/>
                                  </a:cubicBezTo>
                                  <a:cubicBezTo>
                                    <a:pt x="14" y="290"/>
                                    <a:pt x="14" y="290"/>
                                    <a:pt x="14" y="290"/>
                                  </a:cubicBezTo>
                                  <a:cubicBezTo>
                                    <a:pt x="14" y="290"/>
                                    <a:pt x="14" y="290"/>
                                    <a:pt x="14" y="289"/>
                                  </a:cubicBezTo>
                                  <a:cubicBezTo>
                                    <a:pt x="14" y="289"/>
                                    <a:pt x="15" y="289"/>
                                    <a:pt x="15" y="290"/>
                                  </a:cubicBezTo>
                                  <a:cubicBezTo>
                                    <a:pt x="15" y="290"/>
                                    <a:pt x="15" y="290"/>
                                    <a:pt x="15" y="290"/>
                                  </a:cubicBezTo>
                                  <a:cubicBezTo>
                                    <a:pt x="16" y="290"/>
                                    <a:pt x="16" y="290"/>
                                    <a:pt x="16" y="291"/>
                                  </a:cubicBezTo>
                                  <a:cubicBezTo>
                                    <a:pt x="16" y="291"/>
                                    <a:pt x="16" y="291"/>
                                    <a:pt x="16" y="291"/>
                                  </a:cubicBezTo>
                                  <a:cubicBezTo>
                                    <a:pt x="15" y="291"/>
                                    <a:pt x="15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3" y="293"/>
                                    <a:pt x="14" y="293"/>
                                    <a:pt x="14" y="293"/>
                                  </a:cubicBezTo>
                                  <a:cubicBezTo>
                                    <a:pt x="14" y="293"/>
                                    <a:pt x="14" y="294"/>
                                    <a:pt x="14" y="294"/>
                                  </a:cubicBezTo>
                                  <a:cubicBezTo>
                                    <a:pt x="14" y="294"/>
                                    <a:pt x="14" y="294"/>
                                    <a:pt x="14" y="294"/>
                                  </a:cubicBezTo>
                                  <a:cubicBezTo>
                                    <a:pt x="13" y="294"/>
                                    <a:pt x="13" y="293"/>
                                    <a:pt x="14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2" y="293"/>
                                    <a:pt x="12" y="293"/>
                                  </a:cubicBezTo>
                                  <a:cubicBezTo>
                                    <a:pt x="12" y="293"/>
                                    <a:pt x="11" y="293"/>
                                    <a:pt x="11" y="294"/>
                                  </a:cubicBezTo>
                                  <a:cubicBezTo>
                                    <a:pt x="11" y="294"/>
                                    <a:pt x="11" y="294"/>
                                    <a:pt x="11" y="294"/>
                                  </a:cubicBezTo>
                                  <a:cubicBezTo>
                                    <a:pt x="11" y="294"/>
                                    <a:pt x="11" y="294"/>
                                    <a:pt x="11" y="294"/>
                                  </a:cubicBezTo>
                                  <a:cubicBezTo>
                                    <a:pt x="11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5"/>
                                    <a:pt x="10" y="295"/>
                                    <a:pt x="10" y="295"/>
                                  </a:cubicBezTo>
                                  <a:cubicBezTo>
                                    <a:pt x="10" y="296"/>
                                    <a:pt x="10" y="296"/>
                                    <a:pt x="11" y="296"/>
                                  </a:cubicBezTo>
                                  <a:cubicBezTo>
                                    <a:pt x="11" y="296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2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6"/>
                                    <a:pt x="11" y="296"/>
                                  </a:cubicBezTo>
                                  <a:cubicBezTo>
                                    <a:pt x="11" y="296"/>
                                    <a:pt x="11" y="296"/>
                                    <a:pt x="11" y="295"/>
                                  </a:cubicBezTo>
                                  <a:cubicBezTo>
                                    <a:pt x="11" y="295"/>
                                    <a:pt x="11" y="295"/>
                                    <a:pt x="12" y="295"/>
                                  </a:cubicBezTo>
                                  <a:cubicBezTo>
                                    <a:pt x="12" y="295"/>
                                    <a:pt x="12" y="295"/>
                                    <a:pt x="12" y="295"/>
                                  </a:cubicBezTo>
                                  <a:cubicBezTo>
                                    <a:pt x="12" y="296"/>
                                    <a:pt x="12" y="296"/>
                                    <a:pt x="12" y="296"/>
                                  </a:cubicBezTo>
                                  <a:cubicBezTo>
                                    <a:pt x="12" y="296"/>
                                    <a:pt x="12" y="296"/>
                                    <a:pt x="12" y="296"/>
                                  </a:cubicBezTo>
                                  <a:cubicBezTo>
                                    <a:pt x="12" y="296"/>
                                    <a:pt x="12" y="297"/>
                                    <a:pt x="12" y="297"/>
                                  </a:cubicBezTo>
                                  <a:cubicBezTo>
                                    <a:pt x="13" y="297"/>
                                    <a:pt x="13" y="297"/>
                                    <a:pt x="13" y="296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4" y="297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9"/>
                                  </a:cubicBezTo>
                                  <a:cubicBezTo>
                                    <a:pt x="14" y="299"/>
                                    <a:pt x="14" y="299"/>
                                    <a:pt x="14" y="299"/>
                                  </a:cubicBezTo>
                                  <a:cubicBezTo>
                                    <a:pt x="15" y="299"/>
                                    <a:pt x="15" y="298"/>
                                    <a:pt x="15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7"/>
                                    <a:pt x="14" y="297"/>
                                  </a:cubicBezTo>
                                  <a:cubicBezTo>
                                    <a:pt x="14" y="297"/>
                                    <a:pt x="14" y="297"/>
                                    <a:pt x="14" y="297"/>
                                  </a:cubicBezTo>
                                  <a:cubicBezTo>
                                    <a:pt x="14" y="297"/>
                                    <a:pt x="15" y="297"/>
                                    <a:pt x="15" y="297"/>
                                  </a:cubicBezTo>
                                  <a:cubicBezTo>
                                    <a:pt x="15" y="297"/>
                                    <a:pt x="15" y="297"/>
                                    <a:pt x="15" y="298"/>
                                  </a:cubicBezTo>
                                  <a:cubicBezTo>
                                    <a:pt x="15" y="298"/>
                                    <a:pt x="15" y="298"/>
                                    <a:pt x="15" y="298"/>
                                  </a:cubicBezTo>
                                  <a:cubicBezTo>
                                    <a:pt x="15" y="298"/>
                                    <a:pt x="15" y="298"/>
                                    <a:pt x="15" y="299"/>
                                  </a:cubicBezTo>
                                  <a:cubicBezTo>
                                    <a:pt x="15" y="299"/>
                                    <a:pt x="15" y="299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4" y="300"/>
                                  </a:cubicBezTo>
                                  <a:cubicBezTo>
                                    <a:pt x="14" y="300"/>
                                    <a:pt x="14" y="300"/>
                                    <a:pt x="14" y="300"/>
                                  </a:cubicBezTo>
                                  <a:cubicBezTo>
                                    <a:pt x="14" y="299"/>
                                    <a:pt x="14" y="299"/>
                                    <a:pt x="14" y="299"/>
                                  </a:cubicBezTo>
                                  <a:cubicBezTo>
                                    <a:pt x="14" y="299"/>
                                    <a:pt x="14" y="299"/>
                                    <a:pt x="13" y="299"/>
                                  </a:cubicBezTo>
                                  <a:cubicBezTo>
                                    <a:pt x="13" y="299"/>
                                    <a:pt x="13" y="300"/>
                                    <a:pt x="13" y="300"/>
                                  </a:cubicBezTo>
                                  <a:cubicBezTo>
                                    <a:pt x="13" y="301"/>
                                    <a:pt x="13" y="301"/>
                                    <a:pt x="13" y="301"/>
                                  </a:cubicBezTo>
                                  <a:cubicBezTo>
                                    <a:pt x="13" y="301"/>
                                    <a:pt x="13" y="301"/>
                                    <a:pt x="13" y="302"/>
                                  </a:cubicBezTo>
                                  <a:cubicBezTo>
                                    <a:pt x="13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3" y="303"/>
                                    <a:pt x="14" y="303"/>
                                    <a:pt x="13" y="302"/>
                                  </a:cubicBezTo>
                                  <a:cubicBezTo>
                                    <a:pt x="13" y="303"/>
                                    <a:pt x="13" y="303"/>
                                    <a:pt x="13" y="303"/>
                                  </a:cubicBezTo>
                                  <a:cubicBezTo>
                                    <a:pt x="13" y="303"/>
                                    <a:pt x="13" y="303"/>
                                    <a:pt x="14" y="304"/>
                                  </a:cubicBezTo>
                                  <a:cubicBezTo>
                                    <a:pt x="14" y="304"/>
                                    <a:pt x="14" y="304"/>
                                    <a:pt x="14" y="304"/>
                                  </a:cubicBezTo>
                                  <a:cubicBezTo>
                                    <a:pt x="14" y="303"/>
                                    <a:pt x="14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6" y="303"/>
                                    <a:pt x="16" y="304"/>
                                    <a:pt x="16" y="304"/>
                                  </a:cubicBezTo>
                                  <a:cubicBezTo>
                                    <a:pt x="16" y="304"/>
                                    <a:pt x="16" y="304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4"/>
                                    <a:pt x="15" y="304"/>
                                  </a:cubicBezTo>
                                  <a:cubicBezTo>
                                    <a:pt x="15" y="304"/>
                                    <a:pt x="15" y="304"/>
                                    <a:pt x="15" y="304"/>
                                  </a:cubicBezTo>
                                  <a:cubicBezTo>
                                    <a:pt x="15" y="304"/>
                                    <a:pt x="15" y="304"/>
                                    <a:pt x="15" y="304"/>
                                  </a:cubicBezTo>
                                  <a:cubicBezTo>
                                    <a:pt x="15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6"/>
                                    <a:pt x="15" y="306"/>
                                    <a:pt x="15" y="306"/>
                                  </a:cubicBezTo>
                                  <a:cubicBezTo>
                                    <a:pt x="16" y="306"/>
                                    <a:pt x="16" y="306"/>
                                    <a:pt x="16" y="306"/>
                                  </a:cubicBezTo>
                                  <a:cubicBezTo>
                                    <a:pt x="16" y="307"/>
                                    <a:pt x="17" y="307"/>
                                    <a:pt x="17" y="307"/>
                                  </a:cubicBezTo>
                                  <a:cubicBezTo>
                                    <a:pt x="17" y="307"/>
                                    <a:pt x="17" y="307"/>
                                    <a:pt x="17" y="307"/>
                                  </a:cubicBezTo>
                                  <a:cubicBezTo>
                                    <a:pt x="17" y="308"/>
                                    <a:pt x="17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9" y="306"/>
                                    <a:pt x="19" y="306"/>
                                    <a:pt x="19" y="306"/>
                                  </a:cubicBezTo>
                                  <a:cubicBezTo>
                                    <a:pt x="19" y="306"/>
                                    <a:pt x="18" y="306"/>
                                    <a:pt x="18" y="305"/>
                                  </a:cubicBezTo>
                                  <a:cubicBezTo>
                                    <a:pt x="18" y="305"/>
                                    <a:pt x="19" y="305"/>
                                    <a:pt x="19" y="305"/>
                                  </a:cubicBezTo>
                                  <a:cubicBezTo>
                                    <a:pt x="18" y="305"/>
                                    <a:pt x="18" y="305"/>
                                    <a:pt x="18" y="304"/>
                                  </a:cubicBezTo>
                                  <a:cubicBezTo>
                                    <a:pt x="18" y="304"/>
                                    <a:pt x="19" y="304"/>
                                    <a:pt x="19" y="304"/>
                                  </a:cubicBezTo>
                                  <a:cubicBezTo>
                                    <a:pt x="19" y="304"/>
                                    <a:pt x="19" y="305"/>
                                    <a:pt x="19" y="305"/>
                                  </a:cubicBezTo>
                                  <a:cubicBezTo>
                                    <a:pt x="19" y="305"/>
                                    <a:pt x="19" y="305"/>
                                    <a:pt x="19" y="305"/>
                                  </a:cubicBezTo>
                                  <a:cubicBezTo>
                                    <a:pt x="19" y="305"/>
                                    <a:pt x="19" y="305"/>
                                    <a:pt x="19" y="305"/>
                                  </a:cubicBezTo>
                                  <a:cubicBezTo>
                                    <a:pt x="19" y="306"/>
                                    <a:pt x="19" y="306"/>
                                    <a:pt x="19" y="306"/>
                                  </a:cubicBezTo>
                                  <a:cubicBezTo>
                                    <a:pt x="19" y="307"/>
                                    <a:pt x="19" y="307"/>
                                    <a:pt x="19" y="307"/>
                                  </a:cubicBezTo>
                                  <a:cubicBezTo>
                                    <a:pt x="19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8"/>
                                    <a:pt x="18" y="308"/>
                                  </a:cubicBezTo>
                                  <a:cubicBezTo>
                                    <a:pt x="18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6" y="308"/>
                                    <a:pt x="16" y="308"/>
                                  </a:cubicBezTo>
                                  <a:cubicBezTo>
                                    <a:pt x="16" y="308"/>
                                    <a:pt x="16" y="308"/>
                                    <a:pt x="16" y="308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7"/>
                                    <a:pt x="14" y="307"/>
                                    <a:pt x="14" y="307"/>
                                  </a:cubicBezTo>
                                  <a:cubicBezTo>
                                    <a:pt x="14" y="307"/>
                                    <a:pt x="14" y="307"/>
                                    <a:pt x="14" y="307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8"/>
                                    <a:pt x="15" y="308"/>
                                    <a:pt x="15" y="308"/>
                                  </a:cubicBezTo>
                                  <a:cubicBezTo>
                                    <a:pt x="15" y="309"/>
                                    <a:pt x="15" y="309"/>
                                    <a:pt x="15" y="309"/>
                                  </a:cubicBezTo>
                                  <a:cubicBezTo>
                                    <a:pt x="15" y="309"/>
                                    <a:pt x="15" y="310"/>
                                    <a:pt x="15" y="310"/>
                                  </a:cubicBezTo>
                                  <a:cubicBezTo>
                                    <a:pt x="15" y="310"/>
                                    <a:pt x="15" y="310"/>
                                    <a:pt x="15" y="311"/>
                                  </a:cubicBezTo>
                                  <a:cubicBezTo>
                                    <a:pt x="15" y="311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6" y="311"/>
                                    <a:pt x="16" y="311"/>
                                  </a:cubicBezTo>
                                  <a:cubicBezTo>
                                    <a:pt x="16" y="312"/>
                                    <a:pt x="15" y="312"/>
                                    <a:pt x="15" y="312"/>
                                  </a:cubicBezTo>
                                  <a:cubicBezTo>
                                    <a:pt x="15" y="312"/>
                                    <a:pt x="16" y="312"/>
                                    <a:pt x="16" y="312"/>
                                  </a:cubicBezTo>
                                  <a:cubicBezTo>
                                    <a:pt x="16" y="312"/>
                                    <a:pt x="16" y="313"/>
                                    <a:pt x="15" y="313"/>
                                  </a:cubicBezTo>
                                  <a:cubicBezTo>
                                    <a:pt x="15" y="313"/>
                                    <a:pt x="15" y="313"/>
                                    <a:pt x="15" y="313"/>
                                  </a:cubicBezTo>
                                  <a:cubicBezTo>
                                    <a:pt x="15" y="313"/>
                                    <a:pt x="15" y="314"/>
                                    <a:pt x="15" y="314"/>
                                  </a:cubicBezTo>
                                  <a:cubicBezTo>
                                    <a:pt x="15" y="314"/>
                                    <a:pt x="15" y="314"/>
                                    <a:pt x="15" y="314"/>
                                  </a:cubicBezTo>
                                  <a:cubicBezTo>
                                    <a:pt x="15" y="315"/>
                                    <a:pt x="15" y="315"/>
                                    <a:pt x="15" y="315"/>
                                  </a:cubicBezTo>
                                  <a:cubicBezTo>
                                    <a:pt x="15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7" y="314"/>
                                    <a:pt x="17" y="313"/>
                                  </a:cubicBezTo>
                                  <a:cubicBezTo>
                                    <a:pt x="17" y="313"/>
                                    <a:pt x="17" y="313"/>
                                    <a:pt x="17" y="313"/>
                                  </a:cubicBezTo>
                                  <a:cubicBezTo>
                                    <a:pt x="17" y="313"/>
                                    <a:pt x="17" y="313"/>
                                    <a:pt x="17" y="313"/>
                                  </a:cubicBezTo>
                                  <a:cubicBezTo>
                                    <a:pt x="17" y="313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5"/>
                                    <a:pt x="17" y="315"/>
                                    <a:pt x="18" y="315"/>
                                  </a:cubicBezTo>
                                  <a:cubicBezTo>
                                    <a:pt x="18" y="315"/>
                                    <a:pt x="18" y="315"/>
                                    <a:pt x="18" y="315"/>
                                  </a:cubicBezTo>
                                  <a:cubicBezTo>
                                    <a:pt x="18" y="315"/>
                                    <a:pt x="18" y="315"/>
                                    <a:pt x="18" y="315"/>
                                  </a:cubicBezTo>
                                  <a:cubicBezTo>
                                    <a:pt x="18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6" y="315"/>
                                  </a:cubicBezTo>
                                  <a:cubicBezTo>
                                    <a:pt x="16" y="315"/>
                                    <a:pt x="16" y="315"/>
                                    <a:pt x="16" y="315"/>
                                  </a:cubicBezTo>
                                  <a:cubicBezTo>
                                    <a:pt x="16" y="315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4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7"/>
                                    <a:pt x="16" y="317"/>
                                  </a:cubicBezTo>
                                  <a:cubicBezTo>
                                    <a:pt x="16" y="317"/>
                                    <a:pt x="16" y="317"/>
                                    <a:pt x="16" y="317"/>
                                  </a:cubicBezTo>
                                  <a:cubicBezTo>
                                    <a:pt x="16" y="317"/>
                                    <a:pt x="16" y="317"/>
                                    <a:pt x="16" y="317"/>
                                  </a:cubicBezTo>
                                  <a:cubicBezTo>
                                    <a:pt x="17" y="317"/>
                                    <a:pt x="17" y="317"/>
                                    <a:pt x="16" y="318"/>
                                  </a:cubicBezTo>
                                  <a:cubicBezTo>
                                    <a:pt x="16" y="318"/>
                                    <a:pt x="16" y="318"/>
                                    <a:pt x="16" y="318"/>
                                  </a:cubicBezTo>
                                  <a:cubicBezTo>
                                    <a:pt x="16" y="318"/>
                                    <a:pt x="17" y="318"/>
                                    <a:pt x="17" y="318"/>
                                  </a:cubicBezTo>
                                  <a:cubicBezTo>
                                    <a:pt x="17" y="318"/>
                                    <a:pt x="17" y="319"/>
                                    <a:pt x="17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8"/>
                                    <a:pt x="18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7"/>
                                    <a:pt x="20" y="316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5"/>
                                    <a:pt x="20" y="315"/>
                                    <a:pt x="20" y="315"/>
                                  </a:cubicBezTo>
                                  <a:cubicBezTo>
                                    <a:pt x="21" y="315"/>
                                    <a:pt x="21" y="314"/>
                                    <a:pt x="22" y="314"/>
                                  </a:cubicBezTo>
                                  <a:cubicBezTo>
                                    <a:pt x="22" y="314"/>
                                    <a:pt x="22" y="314"/>
                                    <a:pt x="22" y="314"/>
                                  </a:cubicBezTo>
                                  <a:cubicBezTo>
                                    <a:pt x="22" y="314"/>
                                    <a:pt x="22" y="314"/>
                                    <a:pt x="22" y="313"/>
                                  </a:cubicBezTo>
                                  <a:cubicBezTo>
                                    <a:pt x="22" y="313"/>
                                    <a:pt x="21" y="313"/>
                                    <a:pt x="21" y="313"/>
                                  </a:cubicBezTo>
                                  <a:cubicBezTo>
                                    <a:pt x="20" y="313"/>
                                    <a:pt x="21" y="313"/>
                                    <a:pt x="21" y="313"/>
                                  </a:cubicBezTo>
                                  <a:cubicBezTo>
                                    <a:pt x="21" y="312"/>
                                    <a:pt x="21" y="312"/>
                                    <a:pt x="21" y="312"/>
                                  </a:cubicBezTo>
                                  <a:cubicBezTo>
                                    <a:pt x="21" y="312"/>
                                    <a:pt x="21" y="313"/>
                                    <a:pt x="22" y="313"/>
                                  </a:cubicBezTo>
                                  <a:cubicBezTo>
                                    <a:pt x="22" y="312"/>
                                    <a:pt x="22" y="312"/>
                                    <a:pt x="22" y="312"/>
                                  </a:cubicBezTo>
                                  <a:cubicBezTo>
                                    <a:pt x="22" y="312"/>
                                    <a:pt x="22" y="312"/>
                                    <a:pt x="22" y="312"/>
                                  </a:cubicBezTo>
                                  <a:cubicBezTo>
                                    <a:pt x="22" y="313"/>
                                    <a:pt x="23" y="313"/>
                                    <a:pt x="24" y="313"/>
                                  </a:cubicBezTo>
                                  <a:cubicBezTo>
                                    <a:pt x="24" y="313"/>
                                    <a:pt x="24" y="313"/>
                                    <a:pt x="24" y="313"/>
                                  </a:cubicBezTo>
                                  <a:cubicBezTo>
                                    <a:pt x="24" y="312"/>
                                    <a:pt x="24" y="312"/>
                                    <a:pt x="24" y="312"/>
                                  </a:cubicBezTo>
                                  <a:cubicBezTo>
                                    <a:pt x="25" y="312"/>
                                    <a:pt x="25" y="312"/>
                                    <a:pt x="26" y="312"/>
                                  </a:cubicBezTo>
                                  <a:cubicBezTo>
                                    <a:pt x="26" y="312"/>
                                    <a:pt x="26" y="312"/>
                                    <a:pt x="27" y="312"/>
                                  </a:cubicBezTo>
                                  <a:cubicBezTo>
                                    <a:pt x="27" y="312"/>
                                    <a:pt x="27" y="312"/>
                                    <a:pt x="28" y="312"/>
                                  </a:cubicBezTo>
                                  <a:cubicBezTo>
                                    <a:pt x="28" y="312"/>
                                    <a:pt x="29" y="312"/>
                                    <a:pt x="29" y="313"/>
                                  </a:cubicBezTo>
                                  <a:cubicBezTo>
                                    <a:pt x="29" y="313"/>
                                    <a:pt x="30" y="313"/>
                                    <a:pt x="30" y="313"/>
                                  </a:cubicBezTo>
                                  <a:cubicBezTo>
                                    <a:pt x="30" y="313"/>
                                    <a:pt x="30" y="313"/>
                                    <a:pt x="30" y="313"/>
                                  </a:cubicBezTo>
                                  <a:cubicBezTo>
                                    <a:pt x="30" y="314"/>
                                    <a:pt x="30" y="314"/>
                                    <a:pt x="30" y="314"/>
                                  </a:cubicBezTo>
                                  <a:cubicBezTo>
                                    <a:pt x="29" y="314"/>
                                    <a:pt x="29" y="314"/>
                                    <a:pt x="29" y="314"/>
                                  </a:cubicBezTo>
                                  <a:cubicBezTo>
                                    <a:pt x="28" y="314"/>
                                    <a:pt x="28" y="314"/>
                                    <a:pt x="27" y="314"/>
                                  </a:cubicBezTo>
                                  <a:cubicBezTo>
                                    <a:pt x="27" y="314"/>
                                    <a:pt x="27" y="314"/>
                                    <a:pt x="27" y="314"/>
                                  </a:cubicBezTo>
                                  <a:cubicBezTo>
                                    <a:pt x="27" y="313"/>
                                    <a:pt x="27" y="314"/>
                                    <a:pt x="26" y="314"/>
                                  </a:cubicBezTo>
                                  <a:cubicBezTo>
                                    <a:pt x="26" y="314"/>
                                    <a:pt x="26" y="314"/>
                                    <a:pt x="26" y="314"/>
                                  </a:cubicBezTo>
                                  <a:cubicBezTo>
                                    <a:pt x="26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5"/>
                                    <a:pt x="24" y="315"/>
                                    <a:pt x="24" y="315"/>
                                  </a:cubicBezTo>
                                  <a:cubicBezTo>
                                    <a:pt x="23" y="316"/>
                                    <a:pt x="23" y="316"/>
                                    <a:pt x="23" y="316"/>
                                  </a:cubicBezTo>
                                  <a:cubicBezTo>
                                    <a:pt x="23" y="316"/>
                                    <a:pt x="23" y="316"/>
                                    <a:pt x="23" y="316"/>
                                  </a:cubicBezTo>
                                  <a:cubicBezTo>
                                    <a:pt x="23" y="315"/>
                                    <a:pt x="22" y="315"/>
                                    <a:pt x="22" y="314"/>
                                  </a:cubicBezTo>
                                  <a:cubicBezTo>
                                    <a:pt x="22" y="314"/>
                                    <a:pt x="21" y="314"/>
                                    <a:pt x="21" y="314"/>
                                  </a:cubicBezTo>
                                  <a:cubicBezTo>
                                    <a:pt x="21" y="314"/>
                                    <a:pt x="21" y="315"/>
                                    <a:pt x="21" y="315"/>
                                  </a:cubicBezTo>
                                  <a:cubicBezTo>
                                    <a:pt x="21" y="315"/>
                                    <a:pt x="21" y="315"/>
                                    <a:pt x="21" y="315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7"/>
                                    <a:pt x="20" y="317"/>
                                    <a:pt x="20" y="317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9"/>
                                    <a:pt x="20" y="319"/>
                                    <a:pt x="20" y="319"/>
                                  </a:cubicBezTo>
                                  <a:cubicBezTo>
                                    <a:pt x="20" y="319"/>
                                    <a:pt x="20" y="319"/>
                                    <a:pt x="21" y="319"/>
                                  </a:cubicBezTo>
                                  <a:cubicBezTo>
                                    <a:pt x="21" y="319"/>
                                    <a:pt x="21" y="319"/>
                                    <a:pt x="21" y="319"/>
                                  </a:cubicBezTo>
                                  <a:cubicBezTo>
                                    <a:pt x="21" y="319"/>
                                    <a:pt x="21" y="319"/>
                                    <a:pt x="21" y="320"/>
                                  </a:cubicBezTo>
                                  <a:cubicBezTo>
                                    <a:pt x="21" y="320"/>
                                    <a:pt x="21" y="320"/>
                                    <a:pt x="21" y="320"/>
                                  </a:cubicBezTo>
                                  <a:cubicBezTo>
                                    <a:pt x="21" y="320"/>
                                    <a:pt x="22" y="320"/>
                                    <a:pt x="22" y="320"/>
                                  </a:cubicBezTo>
                                  <a:cubicBezTo>
                                    <a:pt x="22" y="320"/>
                                    <a:pt x="22" y="321"/>
                                    <a:pt x="22" y="321"/>
                                  </a:cubicBezTo>
                                  <a:cubicBezTo>
                                    <a:pt x="21" y="321"/>
                                    <a:pt x="21" y="320"/>
                                    <a:pt x="21" y="320"/>
                                  </a:cubicBezTo>
                                  <a:cubicBezTo>
                                    <a:pt x="21" y="320"/>
                                    <a:pt x="20" y="320"/>
                                    <a:pt x="20" y="320"/>
                                  </a:cubicBezTo>
                                  <a:cubicBezTo>
                                    <a:pt x="19" y="320"/>
                                    <a:pt x="19" y="320"/>
                                    <a:pt x="18" y="320"/>
                                  </a:cubicBezTo>
                                  <a:cubicBezTo>
                                    <a:pt x="18" y="320"/>
                                    <a:pt x="18" y="320"/>
                                    <a:pt x="18" y="320"/>
                                  </a:cubicBezTo>
                                  <a:cubicBezTo>
                                    <a:pt x="18" y="320"/>
                                    <a:pt x="18" y="320"/>
                                    <a:pt x="19" y="320"/>
                                  </a:cubicBezTo>
                                  <a:cubicBezTo>
                                    <a:pt x="19" y="321"/>
                                    <a:pt x="19" y="321"/>
                                    <a:pt x="20" y="321"/>
                                  </a:cubicBezTo>
                                  <a:cubicBezTo>
                                    <a:pt x="20" y="322"/>
                                    <a:pt x="21" y="322"/>
                                    <a:pt x="22" y="323"/>
                                  </a:cubicBezTo>
                                  <a:cubicBezTo>
                                    <a:pt x="22" y="323"/>
                                    <a:pt x="22" y="323"/>
                                    <a:pt x="22" y="323"/>
                                  </a:cubicBezTo>
                                  <a:cubicBezTo>
                                    <a:pt x="22" y="323"/>
                                    <a:pt x="22" y="323"/>
                                    <a:pt x="22" y="323"/>
                                  </a:cubicBezTo>
                                  <a:cubicBezTo>
                                    <a:pt x="23" y="324"/>
                                    <a:pt x="23" y="324"/>
                                    <a:pt x="23" y="324"/>
                                  </a:cubicBezTo>
                                  <a:cubicBezTo>
                                    <a:pt x="23" y="324"/>
                                    <a:pt x="23" y="324"/>
                                    <a:pt x="23" y="324"/>
                                  </a:cubicBezTo>
                                  <a:cubicBezTo>
                                    <a:pt x="24" y="324"/>
                                    <a:pt x="24" y="323"/>
                                    <a:pt x="23" y="323"/>
                                  </a:cubicBezTo>
                                  <a:cubicBezTo>
                                    <a:pt x="23" y="323"/>
                                    <a:pt x="23" y="322"/>
                                    <a:pt x="23" y="322"/>
                                  </a:cubicBezTo>
                                  <a:cubicBezTo>
                                    <a:pt x="23" y="322"/>
                                    <a:pt x="23" y="322"/>
                                    <a:pt x="23" y="322"/>
                                  </a:cubicBezTo>
                                  <a:cubicBezTo>
                                    <a:pt x="22" y="322"/>
                                    <a:pt x="23" y="322"/>
                                    <a:pt x="23" y="322"/>
                                  </a:cubicBezTo>
                                  <a:cubicBezTo>
                                    <a:pt x="23" y="321"/>
                                    <a:pt x="23" y="321"/>
                                    <a:pt x="23" y="321"/>
                                  </a:cubicBezTo>
                                  <a:cubicBezTo>
                                    <a:pt x="23" y="321"/>
                                    <a:pt x="23" y="321"/>
                                    <a:pt x="23" y="320"/>
                                  </a:cubicBezTo>
                                  <a:cubicBezTo>
                                    <a:pt x="23" y="320"/>
                                    <a:pt x="23" y="320"/>
                                    <a:pt x="23" y="320"/>
                                  </a:cubicBezTo>
                                  <a:cubicBezTo>
                                    <a:pt x="23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5" y="320"/>
                                    <a:pt x="25" y="320"/>
                                  </a:cubicBezTo>
                                  <a:cubicBezTo>
                                    <a:pt x="25" y="319"/>
                                    <a:pt x="25" y="319"/>
                                    <a:pt x="24" y="319"/>
                                  </a:cubicBezTo>
                                  <a:cubicBezTo>
                                    <a:pt x="24" y="319"/>
                                    <a:pt x="24" y="319"/>
                                    <a:pt x="24" y="319"/>
                                  </a:cubicBezTo>
                                  <a:cubicBezTo>
                                    <a:pt x="24" y="319"/>
                                    <a:pt x="23" y="318"/>
                                    <a:pt x="24" y="318"/>
                                  </a:cubicBezTo>
                                  <a:cubicBezTo>
                                    <a:pt x="24" y="318"/>
                                    <a:pt x="24" y="318"/>
                                    <a:pt x="24" y="318"/>
                                  </a:cubicBezTo>
                                  <a:cubicBezTo>
                                    <a:pt x="24" y="318"/>
                                    <a:pt x="24" y="318"/>
                                    <a:pt x="24" y="319"/>
                                  </a:cubicBezTo>
                                  <a:cubicBezTo>
                                    <a:pt x="25" y="319"/>
                                    <a:pt x="25" y="318"/>
                                    <a:pt x="25" y="318"/>
                                  </a:cubicBezTo>
                                  <a:cubicBezTo>
                                    <a:pt x="25" y="318"/>
                                    <a:pt x="25" y="318"/>
                                    <a:pt x="25" y="319"/>
                                  </a:cubicBezTo>
                                  <a:cubicBezTo>
                                    <a:pt x="25" y="319"/>
                                    <a:pt x="25" y="319"/>
                                    <a:pt x="26" y="319"/>
                                  </a:cubicBezTo>
                                  <a:cubicBezTo>
                                    <a:pt x="26" y="319"/>
                                    <a:pt x="26" y="319"/>
                                    <a:pt x="26" y="319"/>
                                  </a:cubicBezTo>
                                  <a:cubicBezTo>
                                    <a:pt x="26" y="319"/>
                                    <a:pt x="27" y="319"/>
                                    <a:pt x="27" y="318"/>
                                  </a:cubicBezTo>
                                  <a:cubicBezTo>
                                    <a:pt x="27" y="318"/>
                                    <a:pt x="27" y="318"/>
                                    <a:pt x="27" y="317"/>
                                  </a:cubicBezTo>
                                  <a:cubicBezTo>
                                    <a:pt x="28" y="317"/>
                                    <a:pt x="28" y="317"/>
                                    <a:pt x="28" y="317"/>
                                  </a:cubicBezTo>
                                  <a:cubicBezTo>
                                    <a:pt x="29" y="317"/>
                                    <a:pt x="29" y="316"/>
                                    <a:pt x="30" y="316"/>
                                  </a:cubicBezTo>
                                  <a:cubicBezTo>
                                    <a:pt x="30" y="316"/>
                                    <a:pt x="31" y="315"/>
                                    <a:pt x="32" y="315"/>
                                  </a:cubicBezTo>
                                  <a:cubicBezTo>
                                    <a:pt x="32" y="315"/>
                                    <a:pt x="32" y="315"/>
                                    <a:pt x="32" y="316"/>
                                  </a:cubicBezTo>
                                  <a:cubicBezTo>
                                    <a:pt x="32" y="316"/>
                                    <a:pt x="32" y="316"/>
                                    <a:pt x="32" y="316"/>
                                  </a:cubicBezTo>
                                  <a:cubicBezTo>
                                    <a:pt x="33" y="316"/>
                                    <a:pt x="33" y="316"/>
                                    <a:pt x="33" y="316"/>
                                  </a:cubicBezTo>
                                  <a:cubicBezTo>
                                    <a:pt x="33" y="317"/>
                                    <a:pt x="32" y="317"/>
                                    <a:pt x="32" y="317"/>
                                  </a:cubicBezTo>
                                  <a:cubicBezTo>
                                    <a:pt x="32" y="317"/>
                                    <a:pt x="32" y="318"/>
                                    <a:pt x="32" y="318"/>
                                  </a:cubicBezTo>
                                  <a:cubicBezTo>
                                    <a:pt x="31" y="318"/>
                                    <a:pt x="31" y="319"/>
                                    <a:pt x="31" y="319"/>
                                  </a:cubicBezTo>
                                  <a:cubicBezTo>
                                    <a:pt x="31" y="319"/>
                                    <a:pt x="31" y="319"/>
                                    <a:pt x="30" y="319"/>
                                  </a:cubicBezTo>
                                  <a:cubicBezTo>
                                    <a:pt x="30" y="319"/>
                                    <a:pt x="30" y="319"/>
                                    <a:pt x="30" y="319"/>
                                  </a:cubicBezTo>
                                  <a:cubicBezTo>
                                    <a:pt x="30" y="319"/>
                                    <a:pt x="30" y="319"/>
                                    <a:pt x="29" y="320"/>
                                  </a:cubicBezTo>
                                  <a:cubicBezTo>
                                    <a:pt x="29" y="320"/>
                                    <a:pt x="29" y="320"/>
                                    <a:pt x="29" y="320"/>
                                  </a:cubicBezTo>
                                  <a:cubicBezTo>
                                    <a:pt x="29" y="320"/>
                                    <a:pt x="29" y="320"/>
                                    <a:pt x="29" y="320"/>
                                  </a:cubicBezTo>
                                  <a:cubicBezTo>
                                    <a:pt x="28" y="320"/>
                                    <a:pt x="28" y="321"/>
                                    <a:pt x="28" y="321"/>
                                  </a:cubicBezTo>
                                  <a:cubicBezTo>
                                    <a:pt x="28" y="321"/>
                                    <a:pt x="28" y="322"/>
                                    <a:pt x="28" y="322"/>
                                  </a:cubicBezTo>
                                  <a:cubicBezTo>
                                    <a:pt x="28" y="322"/>
                                    <a:pt x="28" y="321"/>
                                    <a:pt x="28" y="321"/>
                                  </a:cubicBezTo>
                                  <a:cubicBezTo>
                                    <a:pt x="27" y="320"/>
                                    <a:pt x="27" y="320"/>
                                    <a:pt x="27" y="320"/>
                                  </a:cubicBezTo>
                                  <a:cubicBezTo>
                                    <a:pt x="27" y="320"/>
                                    <a:pt x="27" y="320"/>
                                    <a:pt x="26" y="320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2"/>
                                    <a:pt x="26" y="322"/>
                                    <a:pt x="25" y="323"/>
                                  </a:cubicBezTo>
                                  <a:cubicBezTo>
                                    <a:pt x="25" y="323"/>
                                    <a:pt x="25" y="322"/>
                                    <a:pt x="25" y="322"/>
                                  </a:cubicBezTo>
                                  <a:cubicBezTo>
                                    <a:pt x="25" y="322"/>
                                    <a:pt x="26" y="322"/>
                                    <a:pt x="26" y="322"/>
                                  </a:cubicBezTo>
                                  <a:cubicBezTo>
                                    <a:pt x="26" y="322"/>
                                    <a:pt x="26" y="322"/>
                                    <a:pt x="26" y="321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1"/>
                                    <a:pt x="25" y="321"/>
                                    <a:pt x="25" y="321"/>
                                  </a:cubicBezTo>
                                  <a:cubicBezTo>
                                    <a:pt x="25" y="321"/>
                                    <a:pt x="25" y="321"/>
                                    <a:pt x="24" y="321"/>
                                  </a:cubicBezTo>
                                  <a:cubicBezTo>
                                    <a:pt x="24" y="321"/>
                                    <a:pt x="23" y="321"/>
                                    <a:pt x="23" y="322"/>
                                  </a:cubicBezTo>
                                  <a:cubicBezTo>
                                    <a:pt x="23" y="323"/>
                                    <a:pt x="24" y="323"/>
                                    <a:pt x="24" y="324"/>
                                  </a:cubicBezTo>
                                  <a:cubicBezTo>
                                    <a:pt x="24" y="324"/>
                                    <a:pt x="24" y="324"/>
                                    <a:pt x="24" y="324"/>
                                  </a:cubicBezTo>
                                  <a:cubicBezTo>
                                    <a:pt x="24" y="324"/>
                                    <a:pt x="24" y="324"/>
                                    <a:pt x="24" y="324"/>
                                  </a:cubicBezTo>
                                  <a:cubicBezTo>
                                    <a:pt x="25" y="324"/>
                                    <a:pt x="25" y="324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5" y="325"/>
                                    <a:pt x="26" y="325"/>
                                    <a:pt x="26" y="326"/>
                                  </a:cubicBezTo>
                                  <a:cubicBezTo>
                                    <a:pt x="26" y="326"/>
                                    <a:pt x="27" y="326"/>
                                    <a:pt x="27" y="326"/>
                                  </a:cubicBezTo>
                                  <a:cubicBezTo>
                                    <a:pt x="27" y="326"/>
                                    <a:pt x="27" y="326"/>
                                    <a:pt x="27" y="326"/>
                                  </a:cubicBezTo>
                                  <a:cubicBezTo>
                                    <a:pt x="27" y="326"/>
                                    <a:pt x="28" y="327"/>
                                    <a:pt x="28" y="327"/>
                                  </a:cubicBezTo>
                                  <a:cubicBezTo>
                                    <a:pt x="28" y="327"/>
                                    <a:pt x="28" y="327"/>
                                    <a:pt x="28" y="327"/>
                                  </a:cubicBezTo>
                                  <a:cubicBezTo>
                                    <a:pt x="28" y="327"/>
                                    <a:pt x="29" y="327"/>
                                    <a:pt x="29" y="327"/>
                                  </a:cubicBezTo>
                                  <a:cubicBezTo>
                                    <a:pt x="29" y="327"/>
                                    <a:pt x="29" y="327"/>
                                    <a:pt x="30" y="327"/>
                                  </a:cubicBezTo>
                                  <a:cubicBezTo>
                                    <a:pt x="30" y="327"/>
                                    <a:pt x="30" y="328"/>
                                    <a:pt x="31" y="328"/>
                                  </a:cubicBezTo>
                                  <a:cubicBezTo>
                                    <a:pt x="32" y="328"/>
                                    <a:pt x="32" y="328"/>
                                    <a:pt x="33" y="327"/>
                                  </a:cubicBezTo>
                                  <a:cubicBezTo>
                                    <a:pt x="33" y="327"/>
                                    <a:pt x="33" y="327"/>
                                    <a:pt x="34" y="327"/>
                                  </a:cubicBezTo>
                                  <a:cubicBezTo>
                                    <a:pt x="34" y="326"/>
                                    <a:pt x="34" y="326"/>
                                    <a:pt x="34" y="326"/>
                                  </a:cubicBezTo>
                                  <a:cubicBezTo>
                                    <a:pt x="34" y="326"/>
                                    <a:pt x="34" y="326"/>
                                    <a:pt x="34" y="325"/>
                                  </a:cubicBezTo>
                                  <a:cubicBezTo>
                                    <a:pt x="34" y="325"/>
                                    <a:pt x="34" y="325"/>
                                    <a:pt x="34" y="324"/>
                                  </a:cubicBezTo>
                                  <a:cubicBezTo>
                                    <a:pt x="34" y="323"/>
                                    <a:pt x="34" y="322"/>
                                    <a:pt x="34" y="321"/>
                                  </a:cubicBezTo>
                                  <a:cubicBezTo>
                                    <a:pt x="34" y="321"/>
                                    <a:pt x="34" y="321"/>
                                    <a:pt x="34" y="321"/>
                                  </a:cubicBezTo>
                                  <a:cubicBezTo>
                                    <a:pt x="34" y="320"/>
                                    <a:pt x="34" y="319"/>
                                    <a:pt x="34" y="319"/>
                                  </a:cubicBezTo>
                                  <a:cubicBezTo>
                                    <a:pt x="35" y="319"/>
                                    <a:pt x="35" y="318"/>
                                    <a:pt x="35" y="318"/>
                                  </a:cubicBezTo>
                                  <a:cubicBezTo>
                                    <a:pt x="35" y="318"/>
                                    <a:pt x="35" y="317"/>
                                    <a:pt x="35" y="317"/>
                                  </a:cubicBezTo>
                                  <a:cubicBezTo>
                                    <a:pt x="35" y="317"/>
                                    <a:pt x="35" y="317"/>
                                    <a:pt x="35" y="316"/>
                                  </a:cubicBezTo>
                                  <a:cubicBezTo>
                                    <a:pt x="35" y="316"/>
                                    <a:pt x="35" y="316"/>
                                    <a:pt x="35" y="316"/>
                                  </a:cubicBezTo>
                                  <a:cubicBezTo>
                                    <a:pt x="35" y="316"/>
                                    <a:pt x="35" y="316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7" y="314"/>
                                    <a:pt x="37" y="314"/>
                                    <a:pt x="37" y="314"/>
                                  </a:cubicBezTo>
                                  <a:cubicBezTo>
                                    <a:pt x="37" y="314"/>
                                    <a:pt x="37" y="314"/>
                                    <a:pt x="37" y="314"/>
                                  </a:cubicBezTo>
                                  <a:cubicBezTo>
                                    <a:pt x="37" y="314"/>
                                    <a:pt x="38" y="314"/>
                                    <a:pt x="38" y="314"/>
                                  </a:cubicBezTo>
                                  <a:cubicBezTo>
                                    <a:pt x="38" y="314"/>
                                    <a:pt x="38" y="314"/>
                                    <a:pt x="38" y="314"/>
                                  </a:cubicBezTo>
                                  <a:cubicBezTo>
                                    <a:pt x="39" y="313"/>
                                    <a:pt x="39" y="313"/>
                                    <a:pt x="39" y="313"/>
                                  </a:cubicBezTo>
                                  <a:cubicBezTo>
                                    <a:pt x="39" y="313"/>
                                    <a:pt x="39" y="313"/>
                                    <a:pt x="39" y="313"/>
                                  </a:cubicBezTo>
                                  <a:cubicBezTo>
                                    <a:pt x="39" y="313"/>
                                    <a:pt x="40" y="313"/>
                                    <a:pt x="40" y="313"/>
                                  </a:cubicBezTo>
                                  <a:cubicBezTo>
                                    <a:pt x="40" y="312"/>
                                    <a:pt x="41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3" y="312"/>
                                  </a:cubicBezTo>
                                  <a:cubicBezTo>
                                    <a:pt x="43" y="312"/>
                                    <a:pt x="43" y="312"/>
                                    <a:pt x="43" y="312"/>
                                  </a:cubicBezTo>
                                  <a:cubicBezTo>
                                    <a:pt x="43" y="312"/>
                                    <a:pt x="43" y="312"/>
                                    <a:pt x="43" y="312"/>
                                  </a:cubicBezTo>
                                  <a:cubicBezTo>
                                    <a:pt x="44" y="312"/>
                                    <a:pt x="44" y="311"/>
                                    <a:pt x="44" y="310"/>
                                  </a:cubicBezTo>
                                  <a:cubicBezTo>
                                    <a:pt x="44" y="310"/>
                                    <a:pt x="44" y="309"/>
                                    <a:pt x="45" y="309"/>
                                  </a:cubicBezTo>
                                  <a:cubicBezTo>
                                    <a:pt x="45" y="309"/>
                                    <a:pt x="45" y="309"/>
                                    <a:pt x="45" y="309"/>
                                  </a:cubicBezTo>
                                  <a:cubicBezTo>
                                    <a:pt x="45" y="309"/>
                                    <a:pt x="46" y="308"/>
                                    <a:pt x="46" y="308"/>
                                  </a:cubicBezTo>
                                  <a:cubicBezTo>
                                    <a:pt x="46" y="308"/>
                                    <a:pt x="46" y="308"/>
                                    <a:pt x="47" y="308"/>
                                  </a:cubicBezTo>
                                  <a:cubicBezTo>
                                    <a:pt x="47" y="308"/>
                                    <a:pt x="47" y="308"/>
                                    <a:pt x="47" y="309"/>
                                  </a:cubicBezTo>
                                  <a:cubicBezTo>
                                    <a:pt x="47" y="309"/>
                                    <a:pt x="47" y="309"/>
                                    <a:pt x="47" y="309"/>
                                  </a:cubicBezTo>
                                  <a:cubicBezTo>
                                    <a:pt x="47" y="309"/>
                                    <a:pt x="47" y="309"/>
                                    <a:pt x="47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9" y="309"/>
                                    <a:pt x="49" y="309"/>
                                  </a:cubicBezTo>
                                  <a:cubicBezTo>
                                    <a:pt x="50" y="309"/>
                                    <a:pt x="50" y="309"/>
                                    <a:pt x="50" y="309"/>
                                  </a:cubicBezTo>
                                  <a:cubicBezTo>
                                    <a:pt x="50" y="309"/>
                                    <a:pt x="49" y="309"/>
                                    <a:pt x="49" y="309"/>
                                  </a:cubicBezTo>
                                  <a:cubicBezTo>
                                    <a:pt x="48" y="309"/>
                                    <a:pt x="47" y="308"/>
                                    <a:pt x="46" y="308"/>
                                  </a:cubicBezTo>
                                  <a:cubicBezTo>
                                    <a:pt x="45" y="308"/>
                                    <a:pt x="45" y="308"/>
                                    <a:pt x="44" y="308"/>
                                  </a:cubicBezTo>
                                  <a:cubicBezTo>
                                    <a:pt x="43" y="307"/>
                                    <a:pt x="43" y="307"/>
                                    <a:pt x="42" y="306"/>
                                  </a:cubicBezTo>
                                  <a:cubicBezTo>
                                    <a:pt x="42" y="306"/>
                                    <a:pt x="41" y="306"/>
                                    <a:pt x="41" y="306"/>
                                  </a:cubicBezTo>
                                  <a:cubicBezTo>
                                    <a:pt x="27" y="306"/>
                                    <a:pt x="27" y="306"/>
                                    <a:pt x="27" y="306"/>
                                  </a:cubicBezTo>
                                  <a:cubicBezTo>
                                    <a:pt x="27" y="306"/>
                                    <a:pt x="26" y="306"/>
                                    <a:pt x="26" y="305"/>
                                  </a:cubicBezTo>
                                  <a:cubicBezTo>
                                    <a:pt x="26" y="305"/>
                                    <a:pt x="26" y="305"/>
                                    <a:pt x="26" y="305"/>
                                  </a:cubicBezTo>
                                  <a:cubicBezTo>
                                    <a:pt x="26" y="305"/>
                                    <a:pt x="26" y="305"/>
                                    <a:pt x="26" y="305"/>
                                  </a:cubicBezTo>
                                  <a:cubicBezTo>
                                    <a:pt x="26" y="305"/>
                                    <a:pt x="27" y="305"/>
                                    <a:pt x="27" y="305"/>
                                  </a:cubicBezTo>
                                  <a:cubicBezTo>
                                    <a:pt x="27" y="305"/>
                                    <a:pt x="27" y="305"/>
                                    <a:pt x="27" y="305"/>
                                  </a:cubicBezTo>
                                  <a:cubicBezTo>
                                    <a:pt x="27" y="305"/>
                                    <a:pt x="27" y="304"/>
                                    <a:pt x="27" y="304"/>
                                  </a:cubicBezTo>
                                  <a:cubicBezTo>
                                    <a:pt x="27" y="304"/>
                                    <a:pt x="27" y="304"/>
                                    <a:pt x="26" y="304"/>
                                  </a:cubicBezTo>
                                  <a:cubicBezTo>
                                    <a:pt x="26" y="303"/>
                                    <a:pt x="25" y="303"/>
                                    <a:pt x="25" y="303"/>
                                  </a:cubicBezTo>
                                  <a:cubicBezTo>
                                    <a:pt x="25" y="302"/>
                                    <a:pt x="25" y="302"/>
                                    <a:pt x="24" y="302"/>
                                  </a:cubicBezTo>
                                  <a:cubicBezTo>
                                    <a:pt x="24" y="302"/>
                                    <a:pt x="24" y="301"/>
                                    <a:pt x="24" y="301"/>
                                  </a:cubicBezTo>
                                  <a:cubicBezTo>
                                    <a:pt x="24" y="301"/>
                                    <a:pt x="24" y="301"/>
                                    <a:pt x="23" y="301"/>
                                  </a:cubicBezTo>
                                  <a:cubicBezTo>
                                    <a:pt x="23" y="301"/>
                                    <a:pt x="23" y="301"/>
                                    <a:pt x="24" y="300"/>
                                  </a:cubicBezTo>
                                  <a:cubicBezTo>
                                    <a:pt x="24" y="300"/>
                                    <a:pt x="24" y="300"/>
                                    <a:pt x="24" y="300"/>
                                  </a:cubicBezTo>
                                  <a:cubicBezTo>
                                    <a:pt x="24" y="299"/>
                                    <a:pt x="24" y="299"/>
                                    <a:pt x="24" y="299"/>
                                  </a:cubicBezTo>
                                  <a:cubicBezTo>
                                    <a:pt x="24" y="298"/>
                                    <a:pt x="24" y="298"/>
                                    <a:pt x="24" y="298"/>
                                  </a:cubicBezTo>
                                  <a:cubicBezTo>
                                    <a:pt x="24" y="298"/>
                                    <a:pt x="24" y="298"/>
                                    <a:pt x="24" y="298"/>
                                  </a:cubicBezTo>
                                  <a:cubicBezTo>
                                    <a:pt x="24" y="298"/>
                                    <a:pt x="24" y="298"/>
                                    <a:pt x="25" y="297"/>
                                  </a:cubicBezTo>
                                  <a:cubicBezTo>
                                    <a:pt x="25" y="297"/>
                                    <a:pt x="25" y="297"/>
                                    <a:pt x="25" y="297"/>
                                  </a:cubicBezTo>
                                  <a:cubicBezTo>
                                    <a:pt x="25" y="297"/>
                                    <a:pt x="25" y="297"/>
                                    <a:pt x="25" y="297"/>
                                  </a:cubicBezTo>
                                  <a:cubicBezTo>
                                    <a:pt x="24" y="297"/>
                                    <a:pt x="24" y="296"/>
                                    <a:pt x="24" y="296"/>
                                  </a:cubicBezTo>
                                  <a:cubicBezTo>
                                    <a:pt x="23" y="295"/>
                                    <a:pt x="24" y="295"/>
                                    <a:pt x="24" y="295"/>
                                  </a:cubicBezTo>
                                  <a:cubicBezTo>
                                    <a:pt x="24" y="295"/>
                                    <a:pt x="24" y="295"/>
                                    <a:pt x="25" y="295"/>
                                  </a:cubicBezTo>
                                  <a:cubicBezTo>
                                    <a:pt x="25" y="295"/>
                                    <a:pt x="25" y="295"/>
                                    <a:pt x="25" y="295"/>
                                  </a:cubicBezTo>
                                  <a:cubicBezTo>
                                    <a:pt x="25" y="295"/>
                                    <a:pt x="25" y="295"/>
                                    <a:pt x="25" y="294"/>
                                  </a:cubicBezTo>
                                  <a:cubicBezTo>
                                    <a:pt x="25" y="294"/>
                                    <a:pt x="25" y="293"/>
                                    <a:pt x="25" y="293"/>
                                  </a:cubicBezTo>
                                  <a:cubicBezTo>
                                    <a:pt x="25" y="293"/>
                                    <a:pt x="24" y="292"/>
                                    <a:pt x="24" y="292"/>
                                  </a:cubicBezTo>
                                  <a:cubicBezTo>
                                    <a:pt x="24" y="292"/>
                                    <a:pt x="24" y="291"/>
                                    <a:pt x="24" y="291"/>
                                  </a:cubicBezTo>
                                  <a:cubicBezTo>
                                    <a:pt x="24" y="291"/>
                                    <a:pt x="24" y="291"/>
                                    <a:pt x="24" y="291"/>
                                  </a:cubicBezTo>
                                  <a:cubicBezTo>
                                    <a:pt x="24" y="291"/>
                                    <a:pt x="24" y="290"/>
                                    <a:pt x="24" y="290"/>
                                  </a:cubicBezTo>
                                  <a:cubicBezTo>
                                    <a:pt x="24" y="290"/>
                                    <a:pt x="23" y="290"/>
                                    <a:pt x="23" y="290"/>
                                  </a:cubicBezTo>
                                  <a:cubicBezTo>
                                    <a:pt x="23" y="290"/>
                                    <a:pt x="23" y="290"/>
                                    <a:pt x="23" y="290"/>
                                  </a:cubicBezTo>
                                  <a:cubicBezTo>
                                    <a:pt x="22" y="291"/>
                                    <a:pt x="22" y="291"/>
                                    <a:pt x="22" y="291"/>
                                  </a:cubicBezTo>
                                  <a:cubicBezTo>
                                    <a:pt x="22" y="291"/>
                                    <a:pt x="21" y="290"/>
                                    <a:pt x="21" y="290"/>
                                  </a:cubicBezTo>
                                  <a:cubicBezTo>
                                    <a:pt x="21" y="290"/>
                                    <a:pt x="19" y="291"/>
                                    <a:pt x="19" y="292"/>
                                  </a:cubicBezTo>
                                  <a:cubicBezTo>
                                    <a:pt x="19" y="292"/>
                                    <a:pt x="18" y="292"/>
                                    <a:pt x="18" y="292"/>
                                  </a:cubicBezTo>
                                  <a:cubicBezTo>
                                    <a:pt x="18" y="291"/>
                                    <a:pt x="18" y="291"/>
                                    <a:pt x="18" y="291"/>
                                  </a:cubicBezTo>
                                  <a:cubicBezTo>
                                    <a:pt x="18" y="291"/>
                                    <a:pt x="18" y="291"/>
                                    <a:pt x="18" y="291"/>
                                  </a:cubicBezTo>
                                  <a:cubicBezTo>
                                    <a:pt x="18" y="291"/>
                                    <a:pt x="18" y="290"/>
                                    <a:pt x="18" y="290"/>
                                  </a:cubicBezTo>
                                  <a:cubicBezTo>
                                    <a:pt x="18" y="290"/>
                                    <a:pt x="17" y="290"/>
                                    <a:pt x="17" y="290"/>
                                  </a:cubicBezTo>
                                  <a:cubicBezTo>
                                    <a:pt x="17" y="290"/>
                                    <a:pt x="17" y="289"/>
                                    <a:pt x="17" y="289"/>
                                  </a:cubicBezTo>
                                  <a:cubicBezTo>
                                    <a:pt x="17" y="289"/>
                                    <a:pt x="17" y="288"/>
                                    <a:pt x="17" y="288"/>
                                  </a:cubicBezTo>
                                  <a:cubicBezTo>
                                    <a:pt x="17" y="287"/>
                                    <a:pt x="16" y="287"/>
                                    <a:pt x="16" y="287"/>
                                  </a:cubicBezTo>
                                  <a:cubicBezTo>
                                    <a:pt x="16" y="287"/>
                                    <a:pt x="17" y="287"/>
                                    <a:pt x="17" y="287"/>
                                  </a:cubicBezTo>
                                  <a:cubicBezTo>
                                    <a:pt x="17" y="286"/>
                                    <a:pt x="16" y="286"/>
                                    <a:pt x="16" y="286"/>
                                  </a:cubicBezTo>
                                  <a:cubicBezTo>
                                    <a:pt x="16" y="286"/>
                                    <a:pt x="16" y="285"/>
                                    <a:pt x="16" y="285"/>
                                  </a:cubicBezTo>
                                  <a:cubicBezTo>
                                    <a:pt x="16" y="285"/>
                                    <a:pt x="16" y="285"/>
                                    <a:pt x="16" y="285"/>
                                  </a:cubicBezTo>
                                  <a:cubicBezTo>
                                    <a:pt x="16" y="285"/>
                                    <a:pt x="16" y="284"/>
                                    <a:pt x="16" y="284"/>
                                  </a:cubicBezTo>
                                  <a:cubicBezTo>
                                    <a:pt x="16" y="284"/>
                                    <a:pt x="16" y="284"/>
                                    <a:pt x="16" y="284"/>
                                  </a:cubicBezTo>
                                  <a:cubicBezTo>
                                    <a:pt x="16" y="283"/>
                                    <a:pt x="16" y="283"/>
                                    <a:pt x="16" y="283"/>
                                  </a:cubicBezTo>
                                  <a:cubicBezTo>
                                    <a:pt x="16" y="283"/>
                                    <a:pt x="16" y="283"/>
                                    <a:pt x="16" y="283"/>
                                  </a:cubicBezTo>
                                  <a:cubicBezTo>
                                    <a:pt x="16" y="281"/>
                                    <a:pt x="16" y="281"/>
                                    <a:pt x="16" y="281"/>
                                  </a:cubicBezTo>
                                  <a:cubicBezTo>
                                    <a:pt x="16" y="281"/>
                                    <a:pt x="18" y="279"/>
                                    <a:pt x="18" y="278"/>
                                  </a:cubicBezTo>
                                  <a:cubicBezTo>
                                    <a:pt x="18" y="278"/>
                                    <a:pt x="19" y="276"/>
                                    <a:pt x="19" y="276"/>
                                  </a:cubicBezTo>
                                  <a:cubicBezTo>
                                    <a:pt x="19" y="276"/>
                                    <a:pt x="18" y="275"/>
                                    <a:pt x="18" y="275"/>
                                  </a:cubicBezTo>
                                  <a:cubicBezTo>
                                    <a:pt x="18" y="275"/>
                                    <a:pt x="19" y="274"/>
                                    <a:pt x="19" y="274"/>
                                  </a:cubicBezTo>
                                  <a:cubicBezTo>
                                    <a:pt x="20" y="272"/>
                                    <a:pt x="20" y="272"/>
                                    <a:pt x="20" y="272"/>
                                  </a:cubicBezTo>
                                  <a:cubicBezTo>
                                    <a:pt x="21" y="272"/>
                                    <a:pt x="21" y="272"/>
                                    <a:pt x="21" y="272"/>
                                  </a:cubicBezTo>
                                  <a:cubicBezTo>
                                    <a:pt x="23" y="270"/>
                                    <a:pt x="23" y="270"/>
                                    <a:pt x="23" y="270"/>
                                  </a:cubicBezTo>
                                  <a:cubicBezTo>
                                    <a:pt x="23" y="270"/>
                                    <a:pt x="23" y="269"/>
                                    <a:pt x="23" y="269"/>
                                  </a:cubicBezTo>
                                  <a:cubicBezTo>
                                    <a:pt x="23" y="268"/>
                                    <a:pt x="22" y="267"/>
                                    <a:pt x="22" y="267"/>
                                  </a:cubicBezTo>
                                  <a:cubicBezTo>
                                    <a:pt x="24" y="267"/>
                                    <a:pt x="24" y="267"/>
                                    <a:pt x="24" y="267"/>
                                  </a:cubicBezTo>
                                  <a:cubicBezTo>
                                    <a:pt x="24" y="265"/>
                                    <a:pt x="24" y="265"/>
                                    <a:pt x="24" y="265"/>
                                  </a:cubicBezTo>
                                  <a:cubicBezTo>
                                    <a:pt x="24" y="265"/>
                                    <a:pt x="25" y="265"/>
                                    <a:pt x="25" y="265"/>
                                  </a:cubicBezTo>
                                  <a:cubicBezTo>
                                    <a:pt x="25" y="265"/>
                                    <a:pt x="25" y="265"/>
                                    <a:pt x="25" y="265"/>
                                  </a:cubicBezTo>
                                  <a:cubicBezTo>
                                    <a:pt x="25" y="265"/>
                                    <a:pt x="24" y="264"/>
                                    <a:pt x="24" y="264"/>
                                  </a:cubicBezTo>
                                  <a:cubicBezTo>
                                    <a:pt x="24" y="263"/>
                                    <a:pt x="24" y="263"/>
                                    <a:pt x="24" y="263"/>
                                  </a:cubicBezTo>
                                  <a:cubicBezTo>
                                    <a:pt x="24" y="263"/>
                                    <a:pt x="24" y="263"/>
                                    <a:pt x="24" y="263"/>
                                  </a:cubicBezTo>
                                  <a:cubicBezTo>
                                    <a:pt x="23" y="263"/>
                                    <a:pt x="23" y="262"/>
                                    <a:pt x="23" y="262"/>
                                  </a:cubicBezTo>
                                  <a:cubicBezTo>
                                    <a:pt x="23" y="262"/>
                                    <a:pt x="23" y="261"/>
                                    <a:pt x="23" y="261"/>
                                  </a:cubicBezTo>
                                  <a:cubicBezTo>
                                    <a:pt x="23" y="261"/>
                                    <a:pt x="23" y="261"/>
                                    <a:pt x="23" y="261"/>
                                  </a:cubicBezTo>
                                  <a:cubicBezTo>
                                    <a:pt x="23" y="261"/>
                                    <a:pt x="23" y="261"/>
                                    <a:pt x="23" y="261"/>
                                  </a:cubicBezTo>
                                  <a:cubicBezTo>
                                    <a:pt x="23" y="260"/>
                                    <a:pt x="23" y="260"/>
                                    <a:pt x="23" y="260"/>
                                  </a:cubicBezTo>
                                  <a:cubicBezTo>
                                    <a:pt x="23" y="260"/>
                                    <a:pt x="23" y="260"/>
                                    <a:pt x="23" y="259"/>
                                  </a:cubicBezTo>
                                  <a:cubicBezTo>
                                    <a:pt x="23" y="259"/>
                                    <a:pt x="23" y="259"/>
                                    <a:pt x="23" y="259"/>
                                  </a:cubicBezTo>
                                  <a:cubicBezTo>
                                    <a:pt x="23" y="259"/>
                                    <a:pt x="24" y="259"/>
                                    <a:pt x="24" y="259"/>
                                  </a:cubicBezTo>
                                  <a:cubicBezTo>
                                    <a:pt x="24" y="259"/>
                                    <a:pt x="24" y="258"/>
                                    <a:pt x="24" y="258"/>
                                  </a:cubicBezTo>
                                  <a:cubicBezTo>
                                    <a:pt x="24" y="258"/>
                                    <a:pt x="24" y="257"/>
                                    <a:pt x="24" y="257"/>
                                  </a:cubicBezTo>
                                  <a:cubicBezTo>
                                    <a:pt x="24" y="257"/>
                                    <a:pt x="24" y="256"/>
                                    <a:pt x="24" y="256"/>
                                  </a:cubicBezTo>
                                  <a:cubicBezTo>
                                    <a:pt x="24" y="256"/>
                                    <a:pt x="25" y="256"/>
                                    <a:pt x="25" y="256"/>
                                  </a:cubicBezTo>
                                  <a:cubicBezTo>
                                    <a:pt x="25" y="256"/>
                                    <a:pt x="26" y="255"/>
                                    <a:pt x="26" y="255"/>
                                  </a:cubicBezTo>
                                  <a:cubicBezTo>
                                    <a:pt x="26" y="253"/>
                                    <a:pt x="26" y="253"/>
                                    <a:pt x="26" y="253"/>
                                  </a:cubicBezTo>
                                  <a:cubicBezTo>
                                    <a:pt x="27" y="254"/>
                                    <a:pt x="27" y="254"/>
                                    <a:pt x="27" y="254"/>
                                  </a:cubicBezTo>
                                  <a:cubicBezTo>
                                    <a:pt x="27" y="254"/>
                                    <a:pt x="28" y="254"/>
                                    <a:pt x="28" y="253"/>
                                  </a:cubicBezTo>
                                  <a:cubicBezTo>
                                    <a:pt x="28" y="253"/>
                                    <a:pt x="28" y="253"/>
                                    <a:pt x="27" y="253"/>
                                  </a:cubicBezTo>
                                  <a:cubicBezTo>
                                    <a:pt x="27" y="252"/>
                                    <a:pt x="27" y="252"/>
                                    <a:pt x="27" y="252"/>
                                  </a:cubicBezTo>
                                  <a:cubicBezTo>
                                    <a:pt x="27" y="252"/>
                                    <a:pt x="27" y="252"/>
                                    <a:pt x="27" y="252"/>
                                  </a:cubicBezTo>
                                  <a:cubicBezTo>
                                    <a:pt x="27" y="251"/>
                                    <a:pt x="27" y="251"/>
                                    <a:pt x="27" y="251"/>
                                  </a:cubicBezTo>
                                  <a:cubicBezTo>
                                    <a:pt x="27" y="251"/>
                                    <a:pt x="27" y="249"/>
                                    <a:pt x="27" y="249"/>
                                  </a:cubicBezTo>
                                  <a:cubicBezTo>
                                    <a:pt x="27" y="249"/>
                                    <a:pt x="27" y="249"/>
                                    <a:pt x="27" y="249"/>
                                  </a:cubicBezTo>
                                  <a:cubicBezTo>
                                    <a:pt x="28" y="249"/>
                                    <a:pt x="28" y="249"/>
                                    <a:pt x="28" y="249"/>
                                  </a:cubicBezTo>
                                  <a:cubicBezTo>
                                    <a:pt x="28" y="249"/>
                                    <a:pt x="29" y="248"/>
                                    <a:pt x="29" y="248"/>
                                  </a:cubicBezTo>
                                  <a:cubicBezTo>
                                    <a:pt x="29" y="248"/>
                                    <a:pt x="29" y="247"/>
                                    <a:pt x="29" y="247"/>
                                  </a:cubicBezTo>
                                  <a:cubicBezTo>
                                    <a:pt x="29" y="247"/>
                                    <a:pt x="29" y="247"/>
                                    <a:pt x="28" y="246"/>
                                  </a:cubicBezTo>
                                  <a:cubicBezTo>
                                    <a:pt x="28" y="246"/>
                                    <a:pt x="28" y="245"/>
                                    <a:pt x="28" y="245"/>
                                  </a:cubicBezTo>
                                  <a:cubicBezTo>
                                    <a:pt x="28" y="245"/>
                                    <a:pt x="28" y="244"/>
                                    <a:pt x="28" y="244"/>
                                  </a:cubicBezTo>
                                  <a:cubicBezTo>
                                    <a:pt x="28" y="244"/>
                                    <a:pt x="28" y="244"/>
                                    <a:pt x="28" y="244"/>
                                  </a:cubicBezTo>
                                  <a:cubicBezTo>
                                    <a:pt x="28" y="243"/>
                                    <a:pt x="27" y="243"/>
                                    <a:pt x="27" y="243"/>
                                  </a:cubicBezTo>
                                  <a:cubicBezTo>
                                    <a:pt x="28" y="242"/>
                                    <a:pt x="28" y="242"/>
                                    <a:pt x="28" y="242"/>
                                  </a:cubicBezTo>
                                  <a:cubicBezTo>
                                    <a:pt x="28" y="242"/>
                                    <a:pt x="29" y="242"/>
                                    <a:pt x="29" y="241"/>
                                  </a:cubicBezTo>
                                  <a:cubicBezTo>
                                    <a:pt x="29" y="241"/>
                                    <a:pt x="29" y="241"/>
                                    <a:pt x="29" y="240"/>
                                  </a:cubicBezTo>
                                  <a:cubicBezTo>
                                    <a:pt x="29" y="240"/>
                                    <a:pt x="29" y="240"/>
                                    <a:pt x="29" y="240"/>
                                  </a:cubicBezTo>
                                  <a:cubicBezTo>
                                    <a:pt x="28" y="240"/>
                                    <a:pt x="28" y="240"/>
                                    <a:pt x="28" y="240"/>
                                  </a:cubicBezTo>
                                  <a:cubicBezTo>
                                    <a:pt x="28" y="237"/>
                                    <a:pt x="28" y="237"/>
                                    <a:pt x="28" y="237"/>
                                  </a:cubicBezTo>
                                  <a:cubicBezTo>
                                    <a:pt x="28" y="237"/>
                                    <a:pt x="28" y="237"/>
                                    <a:pt x="28" y="237"/>
                                  </a:cubicBezTo>
                                  <a:cubicBezTo>
                                    <a:pt x="28" y="237"/>
                                    <a:pt x="29" y="236"/>
                                    <a:pt x="29" y="236"/>
                                  </a:cubicBezTo>
                                  <a:cubicBezTo>
                                    <a:pt x="29" y="236"/>
                                    <a:pt x="30" y="236"/>
                                    <a:pt x="30" y="236"/>
                                  </a:cubicBezTo>
                                  <a:cubicBezTo>
                                    <a:pt x="30" y="236"/>
                                    <a:pt x="30" y="236"/>
                                    <a:pt x="30" y="236"/>
                                  </a:cubicBezTo>
                                  <a:cubicBezTo>
                                    <a:pt x="30" y="236"/>
                                    <a:pt x="30" y="235"/>
                                    <a:pt x="30" y="235"/>
                                  </a:cubicBezTo>
                                  <a:cubicBezTo>
                                    <a:pt x="30" y="235"/>
                                    <a:pt x="30" y="235"/>
                                    <a:pt x="31" y="235"/>
                                  </a:cubicBezTo>
                                  <a:cubicBezTo>
                                    <a:pt x="31" y="235"/>
                                    <a:pt x="31" y="234"/>
                                    <a:pt x="31" y="234"/>
                                  </a:cubicBezTo>
                                  <a:cubicBezTo>
                                    <a:pt x="31" y="234"/>
                                    <a:pt x="31" y="234"/>
                                    <a:pt x="31" y="233"/>
                                  </a:cubicBezTo>
                                  <a:cubicBezTo>
                                    <a:pt x="31" y="233"/>
                                    <a:pt x="30" y="232"/>
                                    <a:pt x="30" y="232"/>
                                  </a:cubicBezTo>
                                  <a:cubicBezTo>
                                    <a:pt x="30" y="231"/>
                                    <a:pt x="30" y="231"/>
                                    <a:pt x="30" y="231"/>
                                  </a:cubicBezTo>
                                  <a:cubicBezTo>
                                    <a:pt x="30" y="231"/>
                                    <a:pt x="28" y="231"/>
                                    <a:pt x="28" y="231"/>
                                  </a:cubicBezTo>
                                  <a:cubicBezTo>
                                    <a:pt x="28" y="230"/>
                                    <a:pt x="27" y="230"/>
                                    <a:pt x="27" y="230"/>
                                  </a:cubicBezTo>
                                  <a:cubicBezTo>
                                    <a:pt x="27" y="230"/>
                                    <a:pt x="26" y="230"/>
                                    <a:pt x="26" y="230"/>
                                  </a:cubicBezTo>
                                  <a:cubicBezTo>
                                    <a:pt x="26" y="230"/>
                                    <a:pt x="26" y="229"/>
                                    <a:pt x="26" y="229"/>
                                  </a:cubicBezTo>
                                  <a:cubicBezTo>
                                    <a:pt x="26" y="229"/>
                                    <a:pt x="27" y="229"/>
                                    <a:pt x="27" y="229"/>
                                  </a:cubicBezTo>
                                  <a:cubicBezTo>
                                    <a:pt x="27" y="229"/>
                                    <a:pt x="28" y="229"/>
                                    <a:pt x="28" y="229"/>
                                  </a:cubicBezTo>
                                  <a:cubicBezTo>
                                    <a:pt x="28" y="229"/>
                                    <a:pt x="29" y="229"/>
                                    <a:pt x="29" y="229"/>
                                  </a:cubicBezTo>
                                  <a:cubicBezTo>
                                    <a:pt x="29" y="229"/>
                                    <a:pt x="29" y="229"/>
                                    <a:pt x="29" y="229"/>
                                  </a:cubicBezTo>
                                  <a:cubicBezTo>
                                    <a:pt x="29" y="229"/>
                                    <a:pt x="30" y="228"/>
                                    <a:pt x="30" y="228"/>
                                  </a:cubicBezTo>
                                  <a:cubicBezTo>
                                    <a:pt x="31" y="229"/>
                                    <a:pt x="31" y="229"/>
                                    <a:pt x="31" y="229"/>
                                  </a:cubicBezTo>
                                  <a:cubicBezTo>
                                    <a:pt x="32" y="229"/>
                                    <a:pt x="32" y="229"/>
                                    <a:pt x="32" y="229"/>
                                  </a:cubicBezTo>
                                  <a:cubicBezTo>
                                    <a:pt x="32" y="229"/>
                                    <a:pt x="32" y="227"/>
                                    <a:pt x="32" y="227"/>
                                  </a:cubicBezTo>
                                  <a:cubicBezTo>
                                    <a:pt x="33" y="227"/>
                                    <a:pt x="33" y="227"/>
                                    <a:pt x="33" y="227"/>
                                  </a:cubicBezTo>
                                  <a:cubicBezTo>
                                    <a:pt x="33" y="227"/>
                                    <a:pt x="33" y="226"/>
                                    <a:pt x="33" y="226"/>
                                  </a:cubicBezTo>
                                  <a:cubicBezTo>
                                    <a:pt x="33" y="226"/>
                                    <a:pt x="32" y="226"/>
                                    <a:pt x="32" y="225"/>
                                  </a:cubicBezTo>
                                  <a:cubicBezTo>
                                    <a:pt x="32" y="225"/>
                                    <a:pt x="32" y="225"/>
                                    <a:pt x="31" y="225"/>
                                  </a:cubicBezTo>
                                  <a:cubicBezTo>
                                    <a:pt x="31" y="225"/>
                                    <a:pt x="29" y="225"/>
                                    <a:pt x="29" y="225"/>
                                  </a:cubicBezTo>
                                  <a:cubicBezTo>
                                    <a:pt x="29" y="225"/>
                                    <a:pt x="28" y="225"/>
                                    <a:pt x="28" y="225"/>
                                  </a:cubicBezTo>
                                  <a:cubicBezTo>
                                    <a:pt x="28" y="225"/>
                                    <a:pt x="27" y="225"/>
                                    <a:pt x="28" y="225"/>
                                  </a:cubicBezTo>
                                  <a:cubicBezTo>
                                    <a:pt x="28" y="225"/>
                                    <a:pt x="28" y="225"/>
                                    <a:pt x="28" y="224"/>
                                  </a:cubicBezTo>
                                  <a:cubicBezTo>
                                    <a:pt x="28" y="224"/>
                                    <a:pt x="28" y="224"/>
                                    <a:pt x="28" y="223"/>
                                  </a:cubicBezTo>
                                  <a:cubicBezTo>
                                    <a:pt x="28" y="223"/>
                                    <a:pt x="28" y="222"/>
                                    <a:pt x="28" y="222"/>
                                  </a:cubicBezTo>
                                  <a:cubicBezTo>
                                    <a:pt x="28" y="222"/>
                                    <a:pt x="28" y="222"/>
                                    <a:pt x="28" y="222"/>
                                  </a:cubicBezTo>
                                  <a:cubicBezTo>
                                    <a:pt x="29" y="221"/>
                                    <a:pt x="29" y="221"/>
                                    <a:pt x="29" y="221"/>
                                  </a:cubicBezTo>
                                  <a:cubicBezTo>
                                    <a:pt x="29" y="221"/>
                                    <a:pt x="29" y="220"/>
                                    <a:pt x="28" y="220"/>
                                  </a:cubicBezTo>
                                  <a:cubicBezTo>
                                    <a:pt x="28" y="220"/>
                                    <a:pt x="28" y="219"/>
                                    <a:pt x="28" y="219"/>
                                  </a:cubicBezTo>
                                  <a:cubicBezTo>
                                    <a:pt x="28" y="219"/>
                                    <a:pt x="29" y="218"/>
                                    <a:pt x="29" y="218"/>
                                  </a:cubicBezTo>
                                  <a:cubicBezTo>
                                    <a:pt x="29" y="218"/>
                                    <a:pt x="29" y="218"/>
                                    <a:pt x="29" y="217"/>
                                  </a:cubicBezTo>
                                  <a:cubicBezTo>
                                    <a:pt x="28" y="217"/>
                                    <a:pt x="28" y="217"/>
                                    <a:pt x="28" y="217"/>
                                  </a:cubicBezTo>
                                  <a:cubicBezTo>
                                    <a:pt x="28" y="216"/>
                                    <a:pt x="27" y="216"/>
                                    <a:pt x="27" y="216"/>
                                  </a:cubicBezTo>
                                  <a:cubicBezTo>
                                    <a:pt x="27" y="216"/>
                                    <a:pt x="27" y="215"/>
                                    <a:pt x="27" y="215"/>
                                  </a:cubicBezTo>
                                  <a:cubicBezTo>
                                    <a:pt x="27" y="215"/>
                                    <a:pt x="28" y="215"/>
                                    <a:pt x="28" y="214"/>
                                  </a:cubicBezTo>
                                  <a:cubicBezTo>
                                    <a:pt x="28" y="214"/>
                                    <a:pt x="28" y="214"/>
                                    <a:pt x="28" y="214"/>
                                  </a:cubicBezTo>
                                  <a:cubicBezTo>
                                    <a:pt x="28" y="214"/>
                                    <a:pt x="28" y="213"/>
                                    <a:pt x="28" y="213"/>
                                  </a:cubicBezTo>
                                  <a:cubicBezTo>
                                    <a:pt x="28" y="213"/>
                                    <a:pt x="27" y="213"/>
                                    <a:pt x="27" y="212"/>
                                  </a:cubicBezTo>
                                  <a:cubicBezTo>
                                    <a:pt x="27" y="212"/>
                                    <a:pt x="27" y="212"/>
                                    <a:pt x="26" y="212"/>
                                  </a:cubicBezTo>
                                  <a:cubicBezTo>
                                    <a:pt x="26" y="211"/>
                                    <a:pt x="26" y="211"/>
                                    <a:pt x="26" y="211"/>
                                  </a:cubicBezTo>
                                  <a:cubicBezTo>
                                    <a:pt x="26" y="210"/>
                                    <a:pt x="25" y="210"/>
                                    <a:pt x="25" y="210"/>
                                  </a:cubicBezTo>
                                  <a:cubicBezTo>
                                    <a:pt x="26" y="209"/>
                                    <a:pt x="26" y="209"/>
                                    <a:pt x="26" y="209"/>
                                  </a:cubicBezTo>
                                  <a:cubicBezTo>
                                    <a:pt x="26" y="209"/>
                                    <a:pt x="25" y="208"/>
                                    <a:pt x="25" y="208"/>
                                  </a:cubicBezTo>
                                  <a:cubicBezTo>
                                    <a:pt x="25" y="208"/>
                                    <a:pt x="26" y="208"/>
                                    <a:pt x="26" y="208"/>
                                  </a:cubicBezTo>
                                  <a:cubicBezTo>
                                    <a:pt x="26" y="208"/>
                                    <a:pt x="26" y="207"/>
                                    <a:pt x="26" y="207"/>
                                  </a:cubicBezTo>
                                  <a:cubicBezTo>
                                    <a:pt x="26" y="207"/>
                                    <a:pt x="26" y="206"/>
                                    <a:pt x="26" y="206"/>
                                  </a:cubicBezTo>
                                  <a:cubicBezTo>
                                    <a:pt x="26" y="206"/>
                                    <a:pt x="26" y="206"/>
                                    <a:pt x="26" y="206"/>
                                  </a:cubicBezTo>
                                  <a:cubicBezTo>
                                    <a:pt x="25" y="205"/>
                                    <a:pt x="25" y="205"/>
                                    <a:pt x="25" y="205"/>
                                  </a:cubicBezTo>
                                  <a:cubicBezTo>
                                    <a:pt x="25" y="205"/>
                                    <a:pt x="25" y="205"/>
                                    <a:pt x="25" y="204"/>
                                  </a:cubicBezTo>
                                  <a:cubicBezTo>
                                    <a:pt x="25" y="204"/>
                                    <a:pt x="25" y="204"/>
                                    <a:pt x="25" y="203"/>
                                  </a:cubicBezTo>
                                  <a:cubicBezTo>
                                    <a:pt x="25" y="203"/>
                                    <a:pt x="26" y="203"/>
                                    <a:pt x="26" y="203"/>
                                  </a:cubicBezTo>
                                  <a:cubicBezTo>
                                    <a:pt x="26" y="203"/>
                                    <a:pt x="26" y="203"/>
                                    <a:pt x="26" y="203"/>
                                  </a:cubicBezTo>
                                  <a:cubicBezTo>
                                    <a:pt x="27" y="204"/>
                                    <a:pt x="27" y="204"/>
                                    <a:pt x="27" y="204"/>
                                  </a:cubicBezTo>
                                  <a:cubicBezTo>
                                    <a:pt x="27" y="204"/>
                                    <a:pt x="27" y="203"/>
                                    <a:pt x="28" y="203"/>
                                  </a:cubicBezTo>
                                  <a:cubicBezTo>
                                    <a:pt x="28" y="203"/>
                                    <a:pt x="28" y="203"/>
                                    <a:pt x="28" y="203"/>
                                  </a:cubicBezTo>
                                  <a:cubicBezTo>
                                    <a:pt x="28" y="200"/>
                                    <a:pt x="28" y="200"/>
                                    <a:pt x="28" y="200"/>
                                  </a:cubicBezTo>
                                  <a:cubicBezTo>
                                    <a:pt x="28" y="199"/>
                                    <a:pt x="28" y="199"/>
                                    <a:pt x="28" y="199"/>
                                  </a:cubicBezTo>
                                  <a:cubicBezTo>
                                    <a:pt x="28" y="199"/>
                                    <a:pt x="27" y="198"/>
                                    <a:pt x="27" y="198"/>
                                  </a:cubicBezTo>
                                  <a:cubicBezTo>
                                    <a:pt x="27" y="198"/>
                                    <a:pt x="28" y="198"/>
                                    <a:pt x="28" y="198"/>
                                  </a:cubicBezTo>
                                  <a:cubicBezTo>
                                    <a:pt x="28" y="198"/>
                                    <a:pt x="28" y="198"/>
                                    <a:pt x="28" y="197"/>
                                  </a:cubicBezTo>
                                  <a:cubicBezTo>
                                    <a:pt x="28" y="197"/>
                                    <a:pt x="27" y="197"/>
                                    <a:pt x="27" y="197"/>
                                  </a:cubicBezTo>
                                  <a:cubicBezTo>
                                    <a:pt x="27" y="196"/>
                                    <a:pt x="27" y="196"/>
                                    <a:pt x="27" y="196"/>
                                  </a:cubicBezTo>
                                  <a:cubicBezTo>
                                    <a:pt x="27" y="196"/>
                                    <a:pt x="27" y="195"/>
                                    <a:pt x="27" y="195"/>
                                  </a:cubicBezTo>
                                  <a:cubicBezTo>
                                    <a:pt x="27" y="195"/>
                                    <a:pt x="28" y="195"/>
                                    <a:pt x="28" y="194"/>
                                  </a:cubicBezTo>
                                  <a:cubicBezTo>
                                    <a:pt x="28" y="194"/>
                                    <a:pt x="28" y="194"/>
                                    <a:pt x="28" y="193"/>
                                  </a:cubicBezTo>
                                  <a:cubicBezTo>
                                    <a:pt x="28" y="193"/>
                                    <a:pt x="28" y="193"/>
                                    <a:pt x="28" y="193"/>
                                  </a:cubicBezTo>
                                  <a:cubicBezTo>
                                    <a:pt x="27" y="193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7" y="191"/>
                                    <a:pt x="27" y="191"/>
                                  </a:cubicBezTo>
                                  <a:cubicBezTo>
                                    <a:pt x="27" y="191"/>
                                    <a:pt x="27" y="190"/>
                                    <a:pt x="27" y="190"/>
                                  </a:cubicBezTo>
                                  <a:cubicBezTo>
                                    <a:pt x="27" y="190"/>
                                    <a:pt x="27" y="190"/>
                                    <a:pt x="27" y="189"/>
                                  </a:cubicBezTo>
                                  <a:cubicBezTo>
                                    <a:pt x="27" y="189"/>
                                    <a:pt x="27" y="189"/>
                                    <a:pt x="27" y="189"/>
                                  </a:cubicBezTo>
                                  <a:cubicBezTo>
                                    <a:pt x="27" y="188"/>
                                    <a:pt x="27" y="188"/>
                                    <a:pt x="27" y="188"/>
                                  </a:cubicBezTo>
                                  <a:cubicBezTo>
                                    <a:pt x="27" y="188"/>
                                    <a:pt x="28" y="187"/>
                                    <a:pt x="28" y="187"/>
                                  </a:cubicBezTo>
                                  <a:cubicBezTo>
                                    <a:pt x="28" y="187"/>
                                    <a:pt x="28" y="187"/>
                                    <a:pt x="28" y="187"/>
                                  </a:cubicBezTo>
                                  <a:cubicBezTo>
                                    <a:pt x="28" y="187"/>
                                    <a:pt x="29" y="187"/>
                                    <a:pt x="29" y="187"/>
                                  </a:cubicBezTo>
                                  <a:cubicBezTo>
                                    <a:pt x="29" y="187"/>
                                    <a:pt x="29" y="186"/>
                                    <a:pt x="29" y="186"/>
                                  </a:cubicBezTo>
                                  <a:cubicBezTo>
                                    <a:pt x="28" y="186"/>
                                    <a:pt x="28" y="185"/>
                                    <a:pt x="28" y="185"/>
                                  </a:cubicBezTo>
                                  <a:cubicBezTo>
                                    <a:pt x="28" y="185"/>
                                    <a:pt x="27" y="185"/>
                                    <a:pt x="28" y="184"/>
                                  </a:cubicBezTo>
                                  <a:cubicBezTo>
                                    <a:pt x="28" y="184"/>
                                    <a:pt x="28" y="184"/>
                                    <a:pt x="28" y="184"/>
                                  </a:cubicBezTo>
                                  <a:cubicBezTo>
                                    <a:pt x="28" y="184"/>
                                    <a:pt x="29" y="184"/>
                                    <a:pt x="29" y="184"/>
                                  </a:cubicBezTo>
                                  <a:cubicBezTo>
                                    <a:pt x="29" y="184"/>
                                    <a:pt x="29" y="183"/>
                                    <a:pt x="29" y="183"/>
                                  </a:cubicBezTo>
                                  <a:cubicBezTo>
                                    <a:pt x="29" y="183"/>
                                    <a:pt x="29" y="182"/>
                                    <a:pt x="29" y="182"/>
                                  </a:cubicBezTo>
                                  <a:cubicBezTo>
                                    <a:pt x="29" y="182"/>
                                    <a:pt x="29" y="182"/>
                                    <a:pt x="29" y="182"/>
                                  </a:cubicBezTo>
                                  <a:cubicBezTo>
                                    <a:pt x="29" y="179"/>
                                    <a:pt x="29" y="179"/>
                                    <a:pt x="29" y="179"/>
                                  </a:cubicBezTo>
                                  <a:cubicBezTo>
                                    <a:pt x="29" y="179"/>
                                    <a:pt x="29" y="179"/>
                                    <a:pt x="29" y="179"/>
                                  </a:cubicBezTo>
                                  <a:cubicBezTo>
                                    <a:pt x="29" y="179"/>
                                    <a:pt x="30" y="180"/>
                                    <a:pt x="30" y="180"/>
                                  </a:cubicBezTo>
                                  <a:cubicBezTo>
                                    <a:pt x="30" y="180"/>
                                    <a:pt x="30" y="180"/>
                                    <a:pt x="30" y="180"/>
                                  </a:cubicBezTo>
                                  <a:cubicBezTo>
                                    <a:pt x="30" y="180"/>
                                    <a:pt x="30" y="179"/>
                                    <a:pt x="30" y="179"/>
                                  </a:cubicBezTo>
                                  <a:cubicBezTo>
                                    <a:pt x="30" y="179"/>
                                    <a:pt x="30" y="178"/>
                                    <a:pt x="30" y="178"/>
                                  </a:cubicBezTo>
                                  <a:cubicBezTo>
                                    <a:pt x="30" y="178"/>
                                    <a:pt x="31" y="177"/>
                                    <a:pt x="31" y="177"/>
                                  </a:cubicBezTo>
                                  <a:cubicBezTo>
                                    <a:pt x="31" y="173"/>
                                    <a:pt x="31" y="173"/>
                                    <a:pt x="31" y="173"/>
                                  </a:cubicBezTo>
                                  <a:cubicBezTo>
                                    <a:pt x="33" y="172"/>
                                    <a:pt x="33" y="172"/>
                                    <a:pt x="33" y="172"/>
                                  </a:cubicBezTo>
                                  <a:cubicBezTo>
                                    <a:pt x="34" y="172"/>
                                    <a:pt x="34" y="172"/>
                                    <a:pt x="34" y="172"/>
                                  </a:cubicBezTo>
                                  <a:cubicBezTo>
                                    <a:pt x="34" y="172"/>
                                    <a:pt x="35" y="171"/>
                                    <a:pt x="35" y="171"/>
                                  </a:cubicBezTo>
                                  <a:cubicBezTo>
                                    <a:pt x="35" y="171"/>
                                    <a:pt x="35" y="170"/>
                                    <a:pt x="35" y="170"/>
                                  </a:cubicBezTo>
                                  <a:cubicBezTo>
                                    <a:pt x="34" y="170"/>
                                    <a:pt x="34" y="170"/>
                                    <a:pt x="34" y="170"/>
                                  </a:cubicBezTo>
                                  <a:cubicBezTo>
                                    <a:pt x="34" y="169"/>
                                    <a:pt x="34" y="169"/>
                                    <a:pt x="34" y="169"/>
                                  </a:cubicBezTo>
                                  <a:cubicBezTo>
                                    <a:pt x="33" y="169"/>
                                    <a:pt x="33" y="168"/>
                                    <a:pt x="33" y="168"/>
                                  </a:cubicBezTo>
                                  <a:cubicBezTo>
                                    <a:pt x="33" y="167"/>
                                    <a:pt x="33" y="167"/>
                                    <a:pt x="33" y="167"/>
                                  </a:cubicBezTo>
                                  <a:cubicBezTo>
                                    <a:pt x="33" y="167"/>
                                    <a:pt x="33" y="166"/>
                                    <a:pt x="33" y="166"/>
                                  </a:cubicBezTo>
                                  <a:cubicBezTo>
                                    <a:pt x="33" y="166"/>
                                    <a:pt x="34" y="166"/>
                                    <a:pt x="34" y="166"/>
                                  </a:cubicBezTo>
                                  <a:cubicBezTo>
                                    <a:pt x="34" y="166"/>
                                    <a:pt x="32" y="164"/>
                                    <a:pt x="32" y="164"/>
                                  </a:cubicBezTo>
                                  <a:cubicBezTo>
                                    <a:pt x="32" y="164"/>
                                    <a:pt x="32" y="164"/>
                                    <a:pt x="32" y="163"/>
                                  </a:cubicBezTo>
                                  <a:cubicBezTo>
                                    <a:pt x="32" y="163"/>
                                    <a:pt x="33" y="163"/>
                                    <a:pt x="32" y="163"/>
                                  </a:cubicBezTo>
                                  <a:cubicBezTo>
                                    <a:pt x="32" y="163"/>
                                    <a:pt x="32" y="163"/>
                                    <a:pt x="32" y="162"/>
                                  </a:cubicBezTo>
                                  <a:cubicBezTo>
                                    <a:pt x="32" y="162"/>
                                    <a:pt x="32" y="162"/>
                                    <a:pt x="32" y="162"/>
                                  </a:cubicBezTo>
                                  <a:cubicBezTo>
                                    <a:pt x="32" y="162"/>
                                    <a:pt x="32" y="161"/>
                                    <a:pt x="32" y="161"/>
                                  </a:cubicBezTo>
                                  <a:cubicBezTo>
                                    <a:pt x="32" y="161"/>
                                    <a:pt x="33" y="160"/>
                                    <a:pt x="33" y="160"/>
                                  </a:cubicBezTo>
                                  <a:cubicBezTo>
                                    <a:pt x="33" y="160"/>
                                    <a:pt x="32" y="160"/>
                                    <a:pt x="32" y="160"/>
                                  </a:cubicBezTo>
                                  <a:cubicBezTo>
                                    <a:pt x="32" y="159"/>
                                    <a:pt x="32" y="159"/>
                                    <a:pt x="32" y="159"/>
                                  </a:cubicBezTo>
                                  <a:cubicBezTo>
                                    <a:pt x="32" y="159"/>
                                    <a:pt x="32" y="158"/>
                                    <a:pt x="32" y="158"/>
                                  </a:cubicBezTo>
                                  <a:cubicBezTo>
                                    <a:pt x="33" y="158"/>
                                    <a:pt x="33" y="157"/>
                                    <a:pt x="33" y="157"/>
                                  </a:cubicBezTo>
                                  <a:cubicBezTo>
                                    <a:pt x="33" y="157"/>
                                    <a:pt x="33" y="157"/>
                                    <a:pt x="33" y="157"/>
                                  </a:cubicBezTo>
                                  <a:cubicBezTo>
                                    <a:pt x="32" y="157"/>
                                    <a:pt x="32" y="156"/>
                                    <a:pt x="32" y="156"/>
                                  </a:cubicBezTo>
                                  <a:cubicBezTo>
                                    <a:pt x="32" y="156"/>
                                    <a:pt x="32" y="156"/>
                                    <a:pt x="32" y="156"/>
                                  </a:cubicBezTo>
                                  <a:cubicBezTo>
                                    <a:pt x="32" y="156"/>
                                    <a:pt x="33" y="155"/>
                                    <a:pt x="33" y="155"/>
                                  </a:cubicBezTo>
                                  <a:cubicBezTo>
                                    <a:pt x="33" y="155"/>
                                    <a:pt x="33" y="155"/>
                                    <a:pt x="33" y="155"/>
                                  </a:cubicBezTo>
                                  <a:cubicBezTo>
                                    <a:pt x="32" y="155"/>
                                    <a:pt x="32" y="155"/>
                                    <a:pt x="32" y="155"/>
                                  </a:cubicBezTo>
                                  <a:cubicBezTo>
                                    <a:pt x="32" y="154"/>
                                    <a:pt x="32" y="154"/>
                                    <a:pt x="32" y="154"/>
                                  </a:cubicBezTo>
                                  <a:cubicBezTo>
                                    <a:pt x="32" y="154"/>
                                    <a:pt x="33" y="154"/>
                                    <a:pt x="33" y="153"/>
                                  </a:cubicBezTo>
                                  <a:cubicBezTo>
                                    <a:pt x="33" y="153"/>
                                    <a:pt x="34" y="153"/>
                                    <a:pt x="34" y="153"/>
                                  </a:cubicBezTo>
                                  <a:cubicBezTo>
                                    <a:pt x="34" y="153"/>
                                    <a:pt x="34" y="153"/>
                                    <a:pt x="33" y="153"/>
                                  </a:cubicBezTo>
                                  <a:cubicBezTo>
                                    <a:pt x="33" y="152"/>
                                    <a:pt x="33" y="152"/>
                                    <a:pt x="33" y="152"/>
                                  </a:cubicBezTo>
                                  <a:cubicBezTo>
                                    <a:pt x="33" y="152"/>
                                    <a:pt x="33" y="152"/>
                                    <a:pt x="33" y="152"/>
                                  </a:cubicBezTo>
                                  <a:cubicBezTo>
                                    <a:pt x="34" y="152"/>
                                    <a:pt x="34" y="152"/>
                                    <a:pt x="34" y="152"/>
                                  </a:cubicBezTo>
                                  <a:cubicBezTo>
                                    <a:pt x="34" y="151"/>
                                    <a:pt x="34" y="151"/>
                                    <a:pt x="34" y="151"/>
                                  </a:cubicBezTo>
                                  <a:cubicBezTo>
                                    <a:pt x="34" y="151"/>
                                    <a:pt x="35" y="151"/>
                                    <a:pt x="35" y="151"/>
                                  </a:cubicBezTo>
                                  <a:cubicBezTo>
                                    <a:pt x="35" y="151"/>
                                    <a:pt x="36" y="151"/>
                                    <a:pt x="36" y="151"/>
                                  </a:cubicBezTo>
                                  <a:cubicBezTo>
                                    <a:pt x="36" y="150"/>
                                    <a:pt x="36" y="150"/>
                                    <a:pt x="36" y="150"/>
                                  </a:cubicBezTo>
                                  <a:cubicBezTo>
                                    <a:pt x="36" y="150"/>
                                    <a:pt x="36" y="149"/>
                                    <a:pt x="36" y="149"/>
                                  </a:cubicBezTo>
                                  <a:cubicBezTo>
                                    <a:pt x="36" y="149"/>
                                    <a:pt x="37" y="149"/>
                                    <a:pt x="37" y="149"/>
                                  </a:cubicBezTo>
                                  <a:cubicBezTo>
                                    <a:pt x="37" y="149"/>
                                    <a:pt x="37" y="149"/>
                                    <a:pt x="37" y="149"/>
                                  </a:cubicBezTo>
                                  <a:cubicBezTo>
                                    <a:pt x="37" y="149"/>
                                    <a:pt x="38" y="148"/>
                                    <a:pt x="38" y="148"/>
                                  </a:cubicBezTo>
                                  <a:cubicBezTo>
                                    <a:pt x="38" y="148"/>
                                    <a:pt x="38" y="148"/>
                                    <a:pt x="38" y="148"/>
                                  </a:cubicBezTo>
                                  <a:cubicBezTo>
                                    <a:pt x="38" y="148"/>
                                    <a:pt x="38" y="147"/>
                                    <a:pt x="38" y="147"/>
                                  </a:cubicBezTo>
                                  <a:cubicBezTo>
                                    <a:pt x="38" y="147"/>
                                    <a:pt x="38" y="147"/>
                                    <a:pt x="38" y="147"/>
                                  </a:cubicBezTo>
                                  <a:cubicBezTo>
                                    <a:pt x="38" y="147"/>
                                    <a:pt x="38" y="146"/>
                                    <a:pt x="38" y="146"/>
                                  </a:cubicBezTo>
                                  <a:cubicBezTo>
                                    <a:pt x="38" y="146"/>
                                    <a:pt x="38" y="146"/>
                                    <a:pt x="38" y="146"/>
                                  </a:cubicBezTo>
                                  <a:cubicBezTo>
                                    <a:pt x="38" y="146"/>
                                    <a:pt x="38" y="145"/>
                                    <a:pt x="38" y="145"/>
                                  </a:cubicBezTo>
                                  <a:cubicBezTo>
                                    <a:pt x="38" y="145"/>
                                    <a:pt x="38" y="144"/>
                                    <a:pt x="38" y="144"/>
                                  </a:cubicBezTo>
                                  <a:cubicBezTo>
                                    <a:pt x="38" y="144"/>
                                    <a:pt x="38" y="144"/>
                                    <a:pt x="38" y="144"/>
                                  </a:cubicBezTo>
                                  <a:cubicBezTo>
                                    <a:pt x="38" y="143"/>
                                    <a:pt x="38" y="143"/>
                                    <a:pt x="38" y="143"/>
                                  </a:cubicBezTo>
                                  <a:cubicBezTo>
                                    <a:pt x="38" y="143"/>
                                    <a:pt x="37" y="142"/>
                                    <a:pt x="37" y="142"/>
                                  </a:cubicBezTo>
                                  <a:cubicBezTo>
                                    <a:pt x="37" y="142"/>
                                    <a:pt x="37" y="141"/>
                                    <a:pt x="37" y="141"/>
                                  </a:cubicBezTo>
                                  <a:cubicBezTo>
                                    <a:pt x="37" y="141"/>
                                    <a:pt x="37" y="141"/>
                                    <a:pt x="37" y="140"/>
                                  </a:cubicBezTo>
                                  <a:cubicBezTo>
                                    <a:pt x="38" y="140"/>
                                    <a:pt x="38" y="140"/>
                                    <a:pt x="38" y="140"/>
                                  </a:cubicBezTo>
                                  <a:cubicBezTo>
                                    <a:pt x="38" y="139"/>
                                    <a:pt x="38" y="139"/>
                                    <a:pt x="38" y="139"/>
                                  </a:cubicBezTo>
                                  <a:cubicBezTo>
                                    <a:pt x="38" y="138"/>
                                    <a:pt x="39" y="138"/>
                                    <a:pt x="39" y="138"/>
                                  </a:cubicBezTo>
                                  <a:cubicBezTo>
                                    <a:pt x="39" y="137"/>
                                    <a:pt x="39" y="137"/>
                                    <a:pt x="39" y="137"/>
                                  </a:cubicBezTo>
                                  <a:cubicBezTo>
                                    <a:pt x="38" y="137"/>
                                    <a:pt x="39" y="136"/>
                                    <a:pt x="39" y="136"/>
                                  </a:cubicBezTo>
                                  <a:cubicBezTo>
                                    <a:pt x="39" y="136"/>
                                    <a:pt x="40" y="134"/>
                                    <a:pt x="40" y="134"/>
                                  </a:cubicBezTo>
                                  <a:cubicBezTo>
                                    <a:pt x="40" y="134"/>
                                    <a:pt x="40" y="133"/>
                                    <a:pt x="40" y="133"/>
                                  </a:cubicBezTo>
                                  <a:cubicBezTo>
                                    <a:pt x="41" y="133"/>
                                    <a:pt x="41" y="133"/>
                                    <a:pt x="41" y="133"/>
                                  </a:cubicBezTo>
                                  <a:cubicBezTo>
                                    <a:pt x="41" y="133"/>
                                    <a:pt x="42" y="132"/>
                                    <a:pt x="42" y="132"/>
                                  </a:cubicBezTo>
                                  <a:cubicBezTo>
                                    <a:pt x="42" y="132"/>
                                    <a:pt x="41" y="131"/>
                                    <a:pt x="41" y="131"/>
                                  </a:cubicBezTo>
                                  <a:cubicBezTo>
                                    <a:pt x="41" y="131"/>
                                    <a:pt x="42" y="131"/>
                                    <a:pt x="42" y="131"/>
                                  </a:cubicBezTo>
                                  <a:cubicBezTo>
                                    <a:pt x="42" y="130"/>
                                    <a:pt x="41" y="130"/>
                                    <a:pt x="41" y="130"/>
                                  </a:cubicBezTo>
                                  <a:cubicBezTo>
                                    <a:pt x="41" y="130"/>
                                    <a:pt x="41" y="128"/>
                                    <a:pt x="41" y="128"/>
                                  </a:cubicBezTo>
                                  <a:cubicBezTo>
                                    <a:pt x="41" y="128"/>
                                    <a:pt x="41" y="127"/>
                                    <a:pt x="42" y="127"/>
                                  </a:cubicBezTo>
                                  <a:cubicBezTo>
                                    <a:pt x="42" y="127"/>
                                    <a:pt x="42" y="126"/>
                                    <a:pt x="42" y="126"/>
                                  </a:cubicBezTo>
                                  <a:cubicBezTo>
                                    <a:pt x="42" y="126"/>
                                    <a:pt x="42" y="125"/>
                                    <a:pt x="42" y="125"/>
                                  </a:cubicBezTo>
                                  <a:cubicBezTo>
                                    <a:pt x="42" y="125"/>
                                    <a:pt x="42" y="125"/>
                                    <a:pt x="42" y="125"/>
                                  </a:cubicBezTo>
                                  <a:cubicBezTo>
                                    <a:pt x="42" y="124"/>
                                    <a:pt x="42" y="124"/>
                                    <a:pt x="42" y="124"/>
                                  </a:cubicBezTo>
                                  <a:cubicBezTo>
                                    <a:pt x="41" y="124"/>
                                    <a:pt x="41" y="124"/>
                                    <a:pt x="41" y="124"/>
                                  </a:cubicBezTo>
                                  <a:cubicBezTo>
                                    <a:pt x="41" y="124"/>
                                    <a:pt x="41" y="125"/>
                                    <a:pt x="40" y="124"/>
                                  </a:cubicBezTo>
                                  <a:cubicBezTo>
                                    <a:pt x="40" y="124"/>
                                    <a:pt x="40" y="124"/>
                                    <a:pt x="40" y="123"/>
                                  </a:cubicBezTo>
                                  <a:cubicBezTo>
                                    <a:pt x="40" y="123"/>
                                    <a:pt x="40" y="123"/>
                                    <a:pt x="40" y="122"/>
                                  </a:cubicBezTo>
                                  <a:cubicBezTo>
                                    <a:pt x="40" y="122"/>
                                    <a:pt x="40" y="122"/>
                                    <a:pt x="40" y="121"/>
                                  </a:cubicBezTo>
                                  <a:cubicBezTo>
                                    <a:pt x="41" y="121"/>
                                    <a:pt x="40" y="120"/>
                                    <a:pt x="40" y="120"/>
                                  </a:cubicBezTo>
                                  <a:cubicBezTo>
                                    <a:pt x="40" y="118"/>
                                    <a:pt x="40" y="118"/>
                                    <a:pt x="40" y="118"/>
                                  </a:cubicBezTo>
                                  <a:cubicBezTo>
                                    <a:pt x="40" y="118"/>
                                    <a:pt x="39" y="117"/>
                                    <a:pt x="39" y="117"/>
                                  </a:cubicBezTo>
                                  <a:cubicBezTo>
                                    <a:pt x="39" y="116"/>
                                    <a:pt x="38" y="116"/>
                                    <a:pt x="38" y="116"/>
                                  </a:cubicBezTo>
                                  <a:cubicBezTo>
                                    <a:pt x="38" y="115"/>
                                    <a:pt x="39" y="115"/>
                                    <a:pt x="38" y="114"/>
                                  </a:cubicBezTo>
                                  <a:cubicBezTo>
                                    <a:pt x="38" y="114"/>
                                    <a:pt x="38" y="114"/>
                                    <a:pt x="38" y="114"/>
                                  </a:cubicBezTo>
                                  <a:cubicBezTo>
                                    <a:pt x="38" y="114"/>
                                    <a:pt x="38" y="114"/>
                                    <a:pt x="38" y="114"/>
                                  </a:cubicBezTo>
                                  <a:cubicBezTo>
                                    <a:pt x="38" y="114"/>
                                    <a:pt x="39" y="114"/>
                                    <a:pt x="39" y="114"/>
                                  </a:cubicBezTo>
                                  <a:cubicBezTo>
                                    <a:pt x="39" y="114"/>
                                    <a:pt x="39" y="113"/>
                                    <a:pt x="39" y="113"/>
                                  </a:cubicBezTo>
                                  <a:cubicBezTo>
                                    <a:pt x="38" y="113"/>
                                    <a:pt x="38" y="113"/>
                                    <a:pt x="38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1"/>
                                  </a:cubicBezTo>
                                  <a:cubicBezTo>
                                    <a:pt x="37" y="111"/>
                                    <a:pt x="37" y="110"/>
                                    <a:pt x="37" y="110"/>
                                  </a:cubicBezTo>
                                  <a:cubicBezTo>
                                    <a:pt x="37" y="109"/>
                                    <a:pt x="37" y="109"/>
                                    <a:pt x="37" y="108"/>
                                  </a:cubicBezTo>
                                  <a:cubicBezTo>
                                    <a:pt x="37" y="108"/>
                                    <a:pt x="37" y="107"/>
                                    <a:pt x="37" y="107"/>
                                  </a:cubicBezTo>
                                  <a:cubicBezTo>
                                    <a:pt x="37" y="106"/>
                                    <a:pt x="37" y="106"/>
                                    <a:pt x="37" y="106"/>
                                  </a:cubicBezTo>
                                  <a:cubicBezTo>
                                    <a:pt x="37" y="106"/>
                                    <a:pt x="37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9" y="106"/>
                                  </a:cubicBezTo>
                                  <a:cubicBezTo>
                                    <a:pt x="39" y="106"/>
                                    <a:pt x="39" y="106"/>
                                    <a:pt x="39" y="105"/>
                                  </a:cubicBezTo>
                                  <a:cubicBezTo>
                                    <a:pt x="39" y="105"/>
                                    <a:pt x="39" y="105"/>
                                    <a:pt x="38" y="105"/>
                                  </a:cubicBezTo>
                                  <a:cubicBezTo>
                                    <a:pt x="38" y="104"/>
                                    <a:pt x="38" y="104"/>
                                    <a:pt x="39" y="104"/>
                                  </a:cubicBezTo>
                                  <a:cubicBezTo>
                                    <a:pt x="39" y="103"/>
                                    <a:pt x="39" y="103"/>
                                    <a:pt x="39" y="102"/>
                                  </a:cubicBezTo>
                                  <a:cubicBezTo>
                                    <a:pt x="39" y="102"/>
                                    <a:pt x="39" y="101"/>
                                    <a:pt x="39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0"/>
                                  </a:cubicBezTo>
                                  <a:cubicBezTo>
                                    <a:pt x="40" y="100"/>
                                    <a:pt x="39" y="100"/>
                                    <a:pt x="39" y="100"/>
                                  </a:cubicBezTo>
                                  <a:cubicBezTo>
                                    <a:pt x="40" y="100"/>
                                    <a:pt x="40" y="100"/>
                                    <a:pt x="40" y="100"/>
                                  </a:cubicBezTo>
                                  <a:cubicBezTo>
                                    <a:pt x="41" y="100"/>
                                    <a:pt x="41" y="100"/>
                                    <a:pt x="41" y="99"/>
                                  </a:cubicBezTo>
                                  <a:cubicBezTo>
                                    <a:pt x="41" y="99"/>
                                    <a:pt x="41" y="99"/>
                                    <a:pt x="42" y="99"/>
                                  </a:cubicBezTo>
                                  <a:cubicBezTo>
                                    <a:pt x="42" y="99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7"/>
                                    <a:pt x="41" y="97"/>
                                  </a:cubicBezTo>
                                  <a:cubicBezTo>
                                    <a:pt x="42" y="96"/>
                                    <a:pt x="41" y="94"/>
                                    <a:pt x="41" y="93"/>
                                  </a:cubicBezTo>
                                  <a:cubicBezTo>
                                    <a:pt x="40" y="92"/>
                                    <a:pt x="40" y="91"/>
                                    <a:pt x="41" y="90"/>
                                  </a:cubicBezTo>
                                  <a:cubicBezTo>
                                    <a:pt x="41" y="90"/>
                                    <a:pt x="42" y="90"/>
                                    <a:pt x="42" y="90"/>
                                  </a:cubicBezTo>
                                  <a:cubicBezTo>
                                    <a:pt x="42" y="90"/>
                                    <a:pt x="42" y="89"/>
                                    <a:pt x="42" y="88"/>
                                  </a:cubicBezTo>
                                  <a:cubicBezTo>
                                    <a:pt x="43" y="87"/>
                                    <a:pt x="43" y="86"/>
                                    <a:pt x="43" y="84"/>
                                  </a:cubicBezTo>
                                  <a:cubicBezTo>
                                    <a:pt x="43" y="84"/>
                                    <a:pt x="43" y="84"/>
                                    <a:pt x="43" y="84"/>
                                  </a:cubicBezTo>
                                  <a:cubicBezTo>
                                    <a:pt x="43" y="84"/>
                                    <a:pt x="44" y="84"/>
                                    <a:pt x="44" y="83"/>
                                  </a:cubicBezTo>
                                  <a:cubicBezTo>
                                    <a:pt x="44" y="83"/>
                                    <a:pt x="44" y="82"/>
                                    <a:pt x="44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1"/>
                                    <a:pt x="45" y="81"/>
                                    <a:pt x="46" y="81"/>
                                  </a:cubicBezTo>
                                  <a:cubicBezTo>
                                    <a:pt x="46" y="81"/>
                                    <a:pt x="46" y="81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7" y="80"/>
                                    <a:pt x="47" y="80"/>
                                    <a:pt x="47" y="79"/>
                                  </a:cubicBezTo>
                                  <a:cubicBezTo>
                                    <a:pt x="47" y="79"/>
                                    <a:pt x="47" y="78"/>
                                    <a:pt x="48" y="77"/>
                                  </a:cubicBezTo>
                                  <a:cubicBezTo>
                                    <a:pt x="48" y="77"/>
                                    <a:pt x="48" y="77"/>
                                    <a:pt x="48" y="77"/>
                                  </a:cubicBezTo>
                                  <a:cubicBezTo>
                                    <a:pt x="48" y="77"/>
                                    <a:pt x="48" y="77"/>
                                    <a:pt x="48" y="76"/>
                                  </a:cubicBezTo>
                                  <a:cubicBezTo>
                                    <a:pt x="48" y="76"/>
                                    <a:pt x="49" y="76"/>
                                    <a:pt x="49" y="75"/>
                                  </a:cubicBezTo>
                                  <a:cubicBezTo>
                                    <a:pt x="49" y="75"/>
                                    <a:pt x="48" y="75"/>
                                    <a:pt x="49" y="74"/>
                                  </a:cubicBezTo>
                                  <a:cubicBezTo>
                                    <a:pt x="49" y="74"/>
                                    <a:pt x="50" y="74"/>
                                    <a:pt x="50" y="74"/>
                                  </a:cubicBezTo>
                                  <a:cubicBezTo>
                                    <a:pt x="50" y="74"/>
                                    <a:pt x="50" y="74"/>
                                    <a:pt x="51" y="74"/>
                                  </a:cubicBezTo>
                                  <a:cubicBezTo>
                                    <a:pt x="51" y="74"/>
                                    <a:pt x="51" y="74"/>
                                    <a:pt x="51" y="74"/>
                                  </a:cubicBezTo>
                                  <a:cubicBezTo>
                                    <a:pt x="51" y="74"/>
                                    <a:pt x="52" y="74"/>
                                    <a:pt x="52" y="73"/>
                                  </a:cubicBezTo>
                                  <a:cubicBezTo>
                                    <a:pt x="52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2"/>
                                    <a:pt x="53" y="72"/>
                                  </a:cubicBezTo>
                                  <a:cubicBezTo>
                                    <a:pt x="52" y="71"/>
                                    <a:pt x="52" y="71"/>
                                    <a:pt x="51" y="70"/>
                                  </a:cubicBezTo>
                                  <a:cubicBezTo>
                                    <a:pt x="51" y="69"/>
                                    <a:pt x="50" y="68"/>
                                    <a:pt x="51" y="67"/>
                                  </a:cubicBezTo>
                                  <a:cubicBezTo>
                                    <a:pt x="51" y="67"/>
                                    <a:pt x="52" y="66"/>
                                    <a:pt x="52" y="66"/>
                                  </a:cubicBezTo>
                                  <a:cubicBezTo>
                                    <a:pt x="52" y="66"/>
                                    <a:pt x="52" y="65"/>
                                    <a:pt x="52" y="65"/>
                                  </a:cubicBezTo>
                                  <a:cubicBezTo>
                                    <a:pt x="51" y="64"/>
                                    <a:pt x="51" y="63"/>
                                    <a:pt x="51" y="61"/>
                                  </a:cubicBezTo>
                                  <a:cubicBezTo>
                                    <a:pt x="51" y="61"/>
                                    <a:pt x="51" y="61"/>
                                    <a:pt x="51" y="61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59"/>
                                    <a:pt x="51" y="59"/>
                                    <a:pt x="51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7"/>
                                    <a:pt x="51" y="56"/>
                                    <a:pt x="51" y="56"/>
                                  </a:cubicBezTo>
                                  <a:cubicBezTo>
                                    <a:pt x="51" y="55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3"/>
                                    <a:pt x="52" y="53"/>
                                  </a:cubicBezTo>
                                  <a:cubicBezTo>
                                    <a:pt x="52" y="53"/>
                                    <a:pt x="52" y="53"/>
                                    <a:pt x="52" y="53"/>
                                  </a:cubicBezTo>
                                  <a:cubicBezTo>
                                    <a:pt x="53" y="53"/>
                                    <a:pt x="53" y="53"/>
                                    <a:pt x="53" y="53"/>
                                  </a:cubicBezTo>
                                  <a:cubicBezTo>
                                    <a:pt x="53" y="52"/>
                                    <a:pt x="53" y="52"/>
                                    <a:pt x="54" y="52"/>
                                  </a:cubicBezTo>
                                  <a:cubicBezTo>
                                    <a:pt x="54" y="52"/>
                                    <a:pt x="55" y="52"/>
                                    <a:pt x="55" y="52"/>
                                  </a:cubicBezTo>
                                  <a:cubicBezTo>
                                    <a:pt x="56" y="51"/>
                                    <a:pt x="58" y="50"/>
                                    <a:pt x="59" y="50"/>
                                  </a:cubicBezTo>
                                  <a:cubicBezTo>
                                    <a:pt x="59" y="50"/>
                                    <a:pt x="59" y="50"/>
                                    <a:pt x="59" y="49"/>
                                  </a:cubicBezTo>
                                  <a:cubicBezTo>
                                    <a:pt x="59" y="49"/>
                                    <a:pt x="60" y="49"/>
                                    <a:pt x="60" y="49"/>
                                  </a:cubicBezTo>
                                  <a:cubicBezTo>
                                    <a:pt x="60" y="47"/>
                                    <a:pt x="61" y="44"/>
                                    <a:pt x="62" y="42"/>
                                  </a:cubicBezTo>
                                  <a:lnTo>
                                    <a:pt x="60" y="40"/>
                                  </a:lnTo>
                                  <a:close/>
                                  <a:moveTo>
                                    <a:pt x="50" y="313"/>
                                  </a:moveTo>
                                  <a:cubicBezTo>
                                    <a:pt x="50" y="313"/>
                                    <a:pt x="49" y="313"/>
                                    <a:pt x="49" y="313"/>
                                  </a:cubicBezTo>
                                  <a:cubicBezTo>
                                    <a:pt x="48" y="313"/>
                                    <a:pt x="48" y="313"/>
                                    <a:pt x="48" y="314"/>
                                  </a:cubicBezTo>
                                  <a:cubicBezTo>
                                    <a:pt x="47" y="314"/>
                                    <a:pt x="47" y="314"/>
                                    <a:pt x="46" y="314"/>
                                  </a:cubicBezTo>
                                  <a:cubicBezTo>
                                    <a:pt x="46" y="314"/>
                                    <a:pt x="46" y="313"/>
                                    <a:pt x="45" y="312"/>
                                  </a:cubicBezTo>
                                  <a:cubicBezTo>
                                    <a:pt x="45" y="312"/>
                                    <a:pt x="45" y="312"/>
                                    <a:pt x="45" y="311"/>
                                  </a:cubicBezTo>
                                  <a:cubicBezTo>
                                    <a:pt x="44" y="311"/>
                                    <a:pt x="44" y="311"/>
                                    <a:pt x="44" y="312"/>
                                  </a:cubicBezTo>
                                  <a:cubicBezTo>
                                    <a:pt x="43" y="312"/>
                                    <a:pt x="44" y="313"/>
                                    <a:pt x="44" y="313"/>
                                  </a:cubicBezTo>
                                  <a:cubicBezTo>
                                    <a:pt x="43" y="313"/>
                                    <a:pt x="43" y="314"/>
                                    <a:pt x="43" y="315"/>
                                  </a:cubicBezTo>
                                  <a:cubicBezTo>
                                    <a:pt x="42" y="315"/>
                                    <a:pt x="42" y="315"/>
                                    <a:pt x="42" y="315"/>
                                  </a:cubicBezTo>
                                  <a:cubicBezTo>
                                    <a:pt x="41" y="316"/>
                                    <a:pt x="41" y="316"/>
                                    <a:pt x="41" y="316"/>
                                  </a:cubicBezTo>
                                  <a:cubicBezTo>
                                    <a:pt x="40" y="315"/>
                                    <a:pt x="40" y="315"/>
                                    <a:pt x="40" y="315"/>
                                  </a:cubicBezTo>
                                  <a:cubicBezTo>
                                    <a:pt x="40" y="315"/>
                                    <a:pt x="40" y="314"/>
                                    <a:pt x="40" y="314"/>
                                  </a:cubicBezTo>
                                  <a:cubicBezTo>
                                    <a:pt x="40" y="314"/>
                                    <a:pt x="40" y="314"/>
                                    <a:pt x="39" y="314"/>
                                  </a:cubicBezTo>
                                  <a:cubicBezTo>
                                    <a:pt x="39" y="314"/>
                                    <a:pt x="39" y="314"/>
                                    <a:pt x="38" y="314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9" y="315"/>
                                  </a:cubicBezTo>
                                  <a:cubicBezTo>
                                    <a:pt x="39" y="315"/>
                                    <a:pt x="38" y="315"/>
                                    <a:pt x="39" y="315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40" y="316"/>
                                    <a:pt x="40" y="316"/>
                                    <a:pt x="40" y="317"/>
                                  </a:cubicBezTo>
                                  <a:cubicBezTo>
                                    <a:pt x="40" y="317"/>
                                    <a:pt x="40" y="317"/>
                                    <a:pt x="40" y="317"/>
                                  </a:cubicBezTo>
                                  <a:cubicBezTo>
                                    <a:pt x="40" y="317"/>
                                    <a:pt x="39" y="317"/>
                                    <a:pt x="39" y="318"/>
                                  </a:cubicBezTo>
                                  <a:cubicBezTo>
                                    <a:pt x="39" y="318"/>
                                    <a:pt x="39" y="318"/>
                                    <a:pt x="39" y="318"/>
                                  </a:cubicBezTo>
                                  <a:cubicBezTo>
                                    <a:pt x="39" y="318"/>
                                    <a:pt x="38" y="318"/>
                                    <a:pt x="38" y="318"/>
                                  </a:cubicBezTo>
                                  <a:cubicBezTo>
                                    <a:pt x="38" y="318"/>
                                    <a:pt x="38" y="317"/>
                                    <a:pt x="38" y="317"/>
                                  </a:cubicBezTo>
                                  <a:cubicBezTo>
                                    <a:pt x="38" y="317"/>
                                    <a:pt x="38" y="317"/>
                                    <a:pt x="38" y="317"/>
                                  </a:cubicBezTo>
                                  <a:cubicBezTo>
                                    <a:pt x="38" y="317"/>
                                    <a:pt x="38" y="317"/>
                                    <a:pt x="38" y="317"/>
                                  </a:cubicBezTo>
                                  <a:cubicBezTo>
                                    <a:pt x="38" y="318"/>
                                    <a:pt x="38" y="319"/>
                                    <a:pt x="38" y="319"/>
                                  </a:cubicBezTo>
                                  <a:cubicBezTo>
                                    <a:pt x="38" y="319"/>
                                    <a:pt x="38" y="320"/>
                                    <a:pt x="38" y="320"/>
                                  </a:cubicBezTo>
                                  <a:cubicBezTo>
                                    <a:pt x="37" y="320"/>
                                    <a:pt x="38" y="320"/>
                                    <a:pt x="38" y="320"/>
                                  </a:cubicBezTo>
                                  <a:cubicBezTo>
                                    <a:pt x="38" y="321"/>
                                    <a:pt x="38" y="321"/>
                                    <a:pt x="38" y="321"/>
                                  </a:cubicBezTo>
                                  <a:cubicBezTo>
                                    <a:pt x="37" y="322"/>
                                    <a:pt x="38" y="322"/>
                                    <a:pt x="38" y="322"/>
                                  </a:cubicBezTo>
                                  <a:cubicBezTo>
                                    <a:pt x="38" y="322"/>
                                    <a:pt x="38" y="322"/>
                                    <a:pt x="38" y="322"/>
                                  </a:cubicBezTo>
                                  <a:cubicBezTo>
                                    <a:pt x="39" y="322"/>
                                    <a:pt x="39" y="323"/>
                                    <a:pt x="39" y="323"/>
                                  </a:cubicBezTo>
                                  <a:cubicBezTo>
                                    <a:pt x="39" y="323"/>
                                    <a:pt x="39" y="323"/>
                                    <a:pt x="39" y="323"/>
                                  </a:cubicBezTo>
                                  <a:cubicBezTo>
                                    <a:pt x="39" y="323"/>
                                    <a:pt x="40" y="323"/>
                                    <a:pt x="40" y="323"/>
                                  </a:cubicBezTo>
                                  <a:cubicBezTo>
                                    <a:pt x="41" y="322"/>
                                    <a:pt x="42" y="322"/>
                                    <a:pt x="43" y="322"/>
                                  </a:cubicBezTo>
                                  <a:cubicBezTo>
                                    <a:pt x="44" y="322"/>
                                    <a:pt x="45" y="322"/>
                                    <a:pt x="45" y="322"/>
                                  </a:cubicBezTo>
                                  <a:cubicBezTo>
                                    <a:pt x="45" y="322"/>
                                    <a:pt x="45" y="322"/>
                                    <a:pt x="45" y="322"/>
                                  </a:cubicBezTo>
                                  <a:cubicBezTo>
                                    <a:pt x="45" y="322"/>
                                    <a:pt x="45" y="322"/>
                                    <a:pt x="45" y="323"/>
                                  </a:cubicBezTo>
                                  <a:cubicBezTo>
                                    <a:pt x="45" y="323"/>
                                    <a:pt x="45" y="324"/>
                                    <a:pt x="44" y="324"/>
                                  </a:cubicBezTo>
                                  <a:cubicBezTo>
                                    <a:pt x="43" y="325"/>
                                    <a:pt x="43" y="325"/>
                                    <a:pt x="42" y="325"/>
                                  </a:cubicBezTo>
                                  <a:cubicBezTo>
                                    <a:pt x="42" y="325"/>
                                    <a:pt x="41" y="325"/>
                                    <a:pt x="41" y="325"/>
                                  </a:cubicBezTo>
                                  <a:cubicBezTo>
                                    <a:pt x="41" y="326"/>
                                    <a:pt x="41" y="326"/>
                                    <a:pt x="41" y="326"/>
                                  </a:cubicBezTo>
                                  <a:cubicBezTo>
                                    <a:pt x="41" y="326"/>
                                    <a:pt x="40" y="326"/>
                                    <a:pt x="40" y="326"/>
                                  </a:cubicBezTo>
                                  <a:cubicBezTo>
                                    <a:pt x="39" y="326"/>
                                    <a:pt x="39" y="327"/>
                                    <a:pt x="39" y="327"/>
                                  </a:cubicBezTo>
                                  <a:cubicBezTo>
                                    <a:pt x="40" y="328"/>
                                    <a:pt x="40" y="329"/>
                                    <a:pt x="40" y="330"/>
                                  </a:cubicBezTo>
                                  <a:cubicBezTo>
                                    <a:pt x="41" y="332"/>
                                    <a:pt x="43" y="332"/>
                                    <a:pt x="44" y="332"/>
                                  </a:cubicBezTo>
                                  <a:cubicBezTo>
                                    <a:pt x="46" y="333"/>
                                    <a:pt x="47" y="334"/>
                                    <a:pt x="48" y="335"/>
                                  </a:cubicBezTo>
                                  <a:cubicBezTo>
                                    <a:pt x="47" y="335"/>
                                    <a:pt x="47" y="335"/>
                                    <a:pt x="46" y="336"/>
                                  </a:cubicBezTo>
                                  <a:cubicBezTo>
                                    <a:pt x="46" y="336"/>
                                    <a:pt x="46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6"/>
                                    <a:pt x="45" y="336"/>
                                  </a:cubicBezTo>
                                  <a:cubicBezTo>
                                    <a:pt x="46" y="336"/>
                                    <a:pt x="46" y="336"/>
                                    <a:pt x="46" y="335"/>
                                  </a:cubicBezTo>
                                  <a:cubicBezTo>
                                    <a:pt x="46" y="335"/>
                                    <a:pt x="46" y="334"/>
                                    <a:pt x="46" y="334"/>
                                  </a:cubicBezTo>
                                  <a:cubicBezTo>
                                    <a:pt x="45" y="334"/>
                                    <a:pt x="45" y="334"/>
                                    <a:pt x="45" y="334"/>
                                  </a:cubicBezTo>
                                  <a:cubicBezTo>
                                    <a:pt x="45" y="334"/>
                                    <a:pt x="45" y="334"/>
                                    <a:pt x="45" y="334"/>
                                  </a:cubicBezTo>
                                  <a:cubicBezTo>
                                    <a:pt x="45" y="334"/>
                                    <a:pt x="44" y="334"/>
                                    <a:pt x="44" y="334"/>
                                  </a:cubicBezTo>
                                  <a:cubicBezTo>
                                    <a:pt x="44" y="334"/>
                                    <a:pt x="44" y="335"/>
                                    <a:pt x="43" y="335"/>
                                  </a:cubicBezTo>
                                  <a:cubicBezTo>
                                    <a:pt x="43" y="335"/>
                                    <a:pt x="43" y="334"/>
                                    <a:pt x="43" y="334"/>
                                  </a:cubicBezTo>
                                  <a:cubicBezTo>
                                    <a:pt x="43" y="334"/>
                                    <a:pt x="43" y="334"/>
                                    <a:pt x="43" y="333"/>
                                  </a:cubicBezTo>
                                  <a:cubicBezTo>
                                    <a:pt x="43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4"/>
                                    <a:pt x="43" y="334"/>
                                    <a:pt x="43" y="335"/>
                                  </a:cubicBezTo>
                                  <a:cubicBezTo>
                                    <a:pt x="42" y="335"/>
                                    <a:pt x="42" y="335"/>
                                    <a:pt x="42" y="335"/>
                                  </a:cubicBezTo>
                                  <a:cubicBezTo>
                                    <a:pt x="42" y="335"/>
                                    <a:pt x="42" y="335"/>
                                    <a:pt x="41" y="334"/>
                                  </a:cubicBezTo>
                                  <a:cubicBezTo>
                                    <a:pt x="41" y="334"/>
                                    <a:pt x="41" y="333"/>
                                    <a:pt x="41" y="333"/>
                                  </a:cubicBezTo>
                                  <a:cubicBezTo>
                                    <a:pt x="41" y="333"/>
                                    <a:pt x="41" y="333"/>
                                    <a:pt x="40" y="333"/>
                                  </a:cubicBezTo>
                                  <a:cubicBezTo>
                                    <a:pt x="40" y="332"/>
                                    <a:pt x="40" y="332"/>
                                    <a:pt x="40" y="333"/>
                                  </a:cubicBezTo>
                                  <a:cubicBezTo>
                                    <a:pt x="39" y="333"/>
                                    <a:pt x="39" y="333"/>
                                    <a:pt x="40" y="333"/>
                                  </a:cubicBezTo>
                                  <a:cubicBezTo>
                                    <a:pt x="40" y="334"/>
                                    <a:pt x="40" y="334"/>
                                    <a:pt x="40" y="334"/>
                                  </a:cubicBezTo>
                                  <a:cubicBezTo>
                                    <a:pt x="40" y="334"/>
                                    <a:pt x="40" y="334"/>
                                    <a:pt x="40" y="335"/>
                                  </a:cubicBezTo>
                                  <a:cubicBezTo>
                                    <a:pt x="39" y="334"/>
                                    <a:pt x="39" y="333"/>
                                    <a:pt x="38" y="333"/>
                                  </a:cubicBezTo>
                                  <a:cubicBezTo>
                                    <a:pt x="38" y="333"/>
                                    <a:pt x="37" y="333"/>
                                    <a:pt x="36" y="332"/>
                                  </a:cubicBezTo>
                                  <a:cubicBezTo>
                                    <a:pt x="37" y="332"/>
                                    <a:pt x="37" y="332"/>
                                    <a:pt x="37" y="332"/>
                                  </a:cubicBezTo>
                                  <a:cubicBezTo>
                                    <a:pt x="38" y="332"/>
                                    <a:pt x="38" y="333"/>
                                    <a:pt x="38" y="333"/>
                                  </a:cubicBezTo>
                                  <a:cubicBezTo>
                                    <a:pt x="38" y="333"/>
                                    <a:pt x="39" y="333"/>
                                    <a:pt x="39" y="333"/>
                                  </a:cubicBezTo>
                                  <a:cubicBezTo>
                                    <a:pt x="39" y="332"/>
                                    <a:pt x="39" y="332"/>
                                    <a:pt x="39" y="332"/>
                                  </a:cubicBezTo>
                                  <a:cubicBezTo>
                                    <a:pt x="39" y="332"/>
                                    <a:pt x="38" y="332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9" y="331"/>
                                    <a:pt x="39" y="331"/>
                                  </a:cubicBezTo>
                                  <a:cubicBezTo>
                                    <a:pt x="39" y="331"/>
                                    <a:pt x="38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7" y="330"/>
                                  </a:cubicBezTo>
                                  <a:cubicBezTo>
                                    <a:pt x="37" y="330"/>
                                    <a:pt x="37" y="330"/>
                                    <a:pt x="37" y="330"/>
                                  </a:cubicBezTo>
                                  <a:cubicBezTo>
                                    <a:pt x="37" y="330"/>
                                    <a:pt x="37" y="330"/>
                                    <a:pt x="37" y="330"/>
                                  </a:cubicBezTo>
                                  <a:cubicBezTo>
                                    <a:pt x="36" y="330"/>
                                    <a:pt x="36" y="329"/>
                                    <a:pt x="36" y="329"/>
                                  </a:cubicBezTo>
                                  <a:cubicBezTo>
                                    <a:pt x="36" y="329"/>
                                    <a:pt x="36" y="329"/>
                                    <a:pt x="36" y="329"/>
                                  </a:cubicBezTo>
                                  <a:cubicBezTo>
                                    <a:pt x="36" y="329"/>
                                    <a:pt x="36" y="329"/>
                                    <a:pt x="37" y="329"/>
                                  </a:cubicBezTo>
                                  <a:cubicBezTo>
                                    <a:pt x="37" y="329"/>
                                    <a:pt x="37" y="329"/>
                                    <a:pt x="37" y="329"/>
                                  </a:cubicBezTo>
                                  <a:cubicBezTo>
                                    <a:pt x="37" y="329"/>
                                    <a:pt x="37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8" y="329"/>
                                  </a:cubicBezTo>
                                  <a:cubicBezTo>
                                    <a:pt x="38" y="329"/>
                                    <a:pt x="38" y="328"/>
                                    <a:pt x="38" y="328"/>
                                  </a:cubicBezTo>
                                  <a:cubicBezTo>
                                    <a:pt x="38" y="328"/>
                                    <a:pt x="38" y="327"/>
                                    <a:pt x="38" y="327"/>
                                  </a:cubicBezTo>
                                  <a:cubicBezTo>
                                    <a:pt x="38" y="327"/>
                                    <a:pt x="38" y="327"/>
                                    <a:pt x="37" y="327"/>
                                  </a:cubicBezTo>
                                  <a:cubicBezTo>
                                    <a:pt x="37" y="327"/>
                                    <a:pt x="37" y="326"/>
                                    <a:pt x="37" y="326"/>
                                  </a:cubicBezTo>
                                  <a:cubicBezTo>
                                    <a:pt x="37" y="326"/>
                                    <a:pt x="37" y="325"/>
                                    <a:pt x="37" y="325"/>
                                  </a:cubicBezTo>
                                  <a:cubicBezTo>
                                    <a:pt x="37" y="325"/>
                                    <a:pt x="37" y="325"/>
                                    <a:pt x="37" y="324"/>
                                  </a:cubicBezTo>
                                  <a:cubicBezTo>
                                    <a:pt x="37" y="324"/>
                                    <a:pt x="37" y="324"/>
                                    <a:pt x="37" y="324"/>
                                  </a:cubicBezTo>
                                  <a:cubicBezTo>
                                    <a:pt x="37" y="325"/>
                                    <a:pt x="37" y="325"/>
                                    <a:pt x="37" y="325"/>
                                  </a:cubicBezTo>
                                  <a:cubicBezTo>
                                    <a:pt x="37" y="325"/>
                                    <a:pt x="36" y="325"/>
                                    <a:pt x="36" y="325"/>
                                  </a:cubicBezTo>
                                  <a:cubicBezTo>
                                    <a:pt x="36" y="326"/>
                                    <a:pt x="36" y="326"/>
                                    <a:pt x="36" y="327"/>
                                  </a:cubicBezTo>
                                  <a:cubicBezTo>
                                    <a:pt x="36" y="327"/>
                                    <a:pt x="36" y="327"/>
                                    <a:pt x="36" y="327"/>
                                  </a:cubicBezTo>
                                  <a:cubicBezTo>
                                    <a:pt x="36" y="328"/>
                                    <a:pt x="36" y="327"/>
                                    <a:pt x="36" y="327"/>
                                  </a:cubicBezTo>
                                  <a:cubicBezTo>
                                    <a:pt x="35" y="327"/>
                                    <a:pt x="35" y="327"/>
                                    <a:pt x="35" y="327"/>
                                  </a:cubicBezTo>
                                  <a:cubicBezTo>
                                    <a:pt x="34" y="329"/>
                                    <a:pt x="35" y="330"/>
                                    <a:pt x="35" y="331"/>
                                  </a:cubicBezTo>
                                  <a:cubicBezTo>
                                    <a:pt x="35" y="331"/>
                                    <a:pt x="35" y="331"/>
                                    <a:pt x="34" y="331"/>
                                  </a:cubicBezTo>
                                  <a:cubicBezTo>
                                    <a:pt x="34" y="331"/>
                                    <a:pt x="34" y="332"/>
                                    <a:pt x="35" y="333"/>
                                  </a:cubicBezTo>
                                  <a:cubicBezTo>
                                    <a:pt x="35" y="333"/>
                                    <a:pt x="36" y="333"/>
                                    <a:pt x="37" y="333"/>
                                  </a:cubicBezTo>
                                  <a:cubicBezTo>
                                    <a:pt x="37" y="333"/>
                                    <a:pt x="37" y="333"/>
                                    <a:pt x="37" y="333"/>
                                  </a:cubicBezTo>
                                  <a:cubicBezTo>
                                    <a:pt x="37" y="333"/>
                                    <a:pt x="37" y="333"/>
                                    <a:pt x="37" y="334"/>
                                  </a:cubicBezTo>
                                  <a:cubicBezTo>
                                    <a:pt x="37" y="334"/>
                                    <a:pt x="38" y="335"/>
                                    <a:pt x="39" y="335"/>
                                  </a:cubicBezTo>
                                  <a:cubicBezTo>
                                    <a:pt x="39" y="335"/>
                                    <a:pt x="39" y="335"/>
                                    <a:pt x="39" y="336"/>
                                  </a:cubicBezTo>
                                  <a:cubicBezTo>
                                    <a:pt x="39" y="336"/>
                                    <a:pt x="39" y="336"/>
                                    <a:pt x="39" y="336"/>
                                  </a:cubicBezTo>
                                  <a:cubicBezTo>
                                    <a:pt x="39" y="336"/>
                                    <a:pt x="39" y="336"/>
                                    <a:pt x="39" y="336"/>
                                  </a:cubicBezTo>
                                  <a:cubicBezTo>
                                    <a:pt x="38" y="335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6" y="334"/>
                                    <a:pt x="36" y="334"/>
                                  </a:cubicBezTo>
                                  <a:cubicBezTo>
                                    <a:pt x="37" y="334"/>
                                    <a:pt x="37" y="334"/>
                                    <a:pt x="37" y="334"/>
                                  </a:cubicBezTo>
                                  <a:cubicBezTo>
                                    <a:pt x="37" y="334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5" y="334"/>
                                    <a:pt x="35" y="333"/>
                                  </a:cubicBezTo>
                                  <a:cubicBezTo>
                                    <a:pt x="35" y="333"/>
                                    <a:pt x="35" y="333"/>
                                    <a:pt x="35" y="333"/>
                                  </a:cubicBezTo>
                                  <a:cubicBezTo>
                                    <a:pt x="35" y="333"/>
                                    <a:pt x="35" y="333"/>
                                    <a:pt x="34" y="333"/>
                                  </a:cubicBezTo>
                                  <a:cubicBezTo>
                                    <a:pt x="34" y="333"/>
                                    <a:pt x="34" y="334"/>
                                    <a:pt x="34" y="334"/>
                                  </a:cubicBezTo>
                                  <a:cubicBezTo>
                                    <a:pt x="34" y="334"/>
                                    <a:pt x="34" y="334"/>
                                    <a:pt x="34" y="334"/>
                                  </a:cubicBezTo>
                                  <a:cubicBezTo>
                                    <a:pt x="34" y="334"/>
                                    <a:pt x="34" y="335"/>
                                    <a:pt x="34" y="335"/>
                                  </a:cubicBezTo>
                                  <a:cubicBezTo>
                                    <a:pt x="34" y="335"/>
                                    <a:pt x="34" y="335"/>
                                    <a:pt x="34" y="335"/>
                                  </a:cubicBezTo>
                                  <a:cubicBezTo>
                                    <a:pt x="33" y="335"/>
                                    <a:pt x="33" y="335"/>
                                    <a:pt x="33" y="335"/>
                                  </a:cubicBezTo>
                                  <a:cubicBezTo>
                                    <a:pt x="33" y="335"/>
                                    <a:pt x="33" y="335"/>
                                    <a:pt x="33" y="335"/>
                                  </a:cubicBezTo>
                                  <a:cubicBezTo>
                                    <a:pt x="33" y="335"/>
                                    <a:pt x="33" y="335"/>
                                    <a:pt x="32" y="335"/>
                                  </a:cubicBezTo>
                                  <a:cubicBezTo>
                                    <a:pt x="32" y="335"/>
                                    <a:pt x="32" y="335"/>
                                    <a:pt x="32" y="334"/>
                                  </a:cubicBezTo>
                                  <a:cubicBezTo>
                                    <a:pt x="32" y="334"/>
                                    <a:pt x="32" y="334"/>
                                    <a:pt x="32" y="334"/>
                                  </a:cubicBezTo>
                                  <a:cubicBezTo>
                                    <a:pt x="32" y="334"/>
                                    <a:pt x="31" y="334"/>
                                    <a:pt x="31" y="334"/>
                                  </a:cubicBezTo>
                                  <a:cubicBezTo>
                                    <a:pt x="31" y="334"/>
                                    <a:pt x="31" y="334"/>
                                    <a:pt x="31" y="334"/>
                                  </a:cubicBezTo>
                                  <a:cubicBezTo>
                                    <a:pt x="31" y="334"/>
                                    <a:pt x="31" y="334"/>
                                    <a:pt x="30" y="334"/>
                                  </a:cubicBezTo>
                                  <a:cubicBezTo>
                                    <a:pt x="30" y="334"/>
                                    <a:pt x="30" y="334"/>
                                    <a:pt x="30" y="334"/>
                                  </a:cubicBezTo>
                                  <a:cubicBezTo>
                                    <a:pt x="30" y="334"/>
                                    <a:pt x="30" y="334"/>
                                    <a:pt x="30" y="334"/>
                                  </a:cubicBezTo>
                                  <a:cubicBezTo>
                                    <a:pt x="29" y="334"/>
                                    <a:pt x="29" y="334"/>
                                    <a:pt x="29" y="334"/>
                                  </a:cubicBezTo>
                                  <a:cubicBezTo>
                                    <a:pt x="29" y="335"/>
                                    <a:pt x="29" y="335"/>
                                    <a:pt x="29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5"/>
                                    <a:pt x="28" y="335"/>
                                    <a:pt x="29" y="335"/>
                                  </a:cubicBezTo>
                                  <a:cubicBezTo>
                                    <a:pt x="29" y="335"/>
                                    <a:pt x="29" y="335"/>
                                    <a:pt x="29" y="335"/>
                                  </a:cubicBezTo>
                                  <a:cubicBezTo>
                                    <a:pt x="29" y="335"/>
                                    <a:pt x="29" y="336"/>
                                    <a:pt x="28" y="336"/>
                                  </a:cubicBezTo>
                                  <a:cubicBezTo>
                                    <a:pt x="28" y="336"/>
                                    <a:pt x="28" y="336"/>
                                    <a:pt x="28" y="336"/>
                                  </a:cubicBezTo>
                                  <a:cubicBezTo>
                                    <a:pt x="28" y="336"/>
                                    <a:pt x="28" y="336"/>
                                    <a:pt x="28" y="336"/>
                                  </a:cubicBezTo>
                                  <a:cubicBezTo>
                                    <a:pt x="28" y="335"/>
                                    <a:pt x="27" y="335"/>
                                    <a:pt x="27" y="335"/>
                                  </a:cubicBezTo>
                                  <a:cubicBezTo>
                                    <a:pt x="27" y="335"/>
                                    <a:pt x="26" y="335"/>
                                    <a:pt x="26" y="335"/>
                                  </a:cubicBezTo>
                                  <a:cubicBezTo>
                                    <a:pt x="26" y="335"/>
                                    <a:pt x="26" y="335"/>
                                    <a:pt x="26" y="336"/>
                                  </a:cubicBezTo>
                                  <a:cubicBezTo>
                                    <a:pt x="26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8" y="337"/>
                                  </a:cubicBezTo>
                                  <a:cubicBezTo>
                                    <a:pt x="28" y="337"/>
                                    <a:pt x="28" y="336"/>
                                    <a:pt x="29" y="336"/>
                                  </a:cubicBezTo>
                                  <a:cubicBezTo>
                                    <a:pt x="29" y="336"/>
                                    <a:pt x="29" y="337"/>
                                    <a:pt x="29" y="337"/>
                                  </a:cubicBezTo>
                                  <a:cubicBezTo>
                                    <a:pt x="29" y="337"/>
                                    <a:pt x="29" y="337"/>
                                    <a:pt x="29" y="337"/>
                                  </a:cubicBezTo>
                                  <a:cubicBezTo>
                                    <a:pt x="29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8"/>
                                    <a:pt x="31" y="337"/>
                                    <a:pt x="31" y="337"/>
                                  </a:cubicBezTo>
                                  <a:cubicBezTo>
                                    <a:pt x="31" y="337"/>
                                    <a:pt x="31" y="336"/>
                                    <a:pt x="31" y="336"/>
                                  </a:cubicBezTo>
                                  <a:cubicBezTo>
                                    <a:pt x="31" y="336"/>
                                    <a:pt x="32" y="336"/>
                                    <a:pt x="32" y="336"/>
                                  </a:cubicBezTo>
                                  <a:cubicBezTo>
                                    <a:pt x="32" y="336"/>
                                    <a:pt x="32" y="336"/>
                                    <a:pt x="32" y="336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3" y="337"/>
                                    <a:pt x="33" y="337"/>
                                    <a:pt x="34" y="337"/>
                                  </a:cubicBezTo>
                                  <a:cubicBezTo>
                                    <a:pt x="34" y="337"/>
                                    <a:pt x="33" y="338"/>
                                    <a:pt x="33" y="338"/>
                                  </a:cubicBezTo>
                                  <a:cubicBezTo>
                                    <a:pt x="33" y="338"/>
                                    <a:pt x="33" y="338"/>
                                    <a:pt x="33" y="338"/>
                                  </a:cubicBezTo>
                                  <a:cubicBezTo>
                                    <a:pt x="33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5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5" y="338"/>
                                  </a:cubicBezTo>
                                  <a:cubicBezTo>
                                    <a:pt x="35" y="338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40"/>
                                    <a:pt x="36" y="340"/>
                                  </a:cubicBezTo>
                                  <a:cubicBezTo>
                                    <a:pt x="36" y="340"/>
                                    <a:pt x="36" y="340"/>
                                    <a:pt x="36" y="340"/>
                                  </a:cubicBezTo>
                                  <a:cubicBezTo>
                                    <a:pt x="36" y="340"/>
                                    <a:pt x="36" y="340"/>
                                    <a:pt x="37" y="340"/>
                                  </a:cubicBezTo>
                                  <a:cubicBezTo>
                                    <a:pt x="37" y="340"/>
                                    <a:pt x="37" y="340"/>
                                    <a:pt x="37" y="340"/>
                                  </a:cubicBezTo>
                                  <a:cubicBezTo>
                                    <a:pt x="37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8" y="339"/>
                                    <a:pt x="38" y="340"/>
                                  </a:cubicBez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9" y="340"/>
                                    <a:pt x="39" y="340"/>
                                    <a:pt x="40" y="340"/>
                                  </a:cubicBezTo>
                                  <a:cubicBezTo>
                                    <a:pt x="40" y="340"/>
                                    <a:pt x="40" y="340"/>
                                    <a:pt x="40" y="340"/>
                                  </a:cubicBezTo>
                                  <a:cubicBezTo>
                                    <a:pt x="40" y="340"/>
                                    <a:pt x="40" y="340"/>
                                    <a:pt x="40" y="339"/>
                                  </a:cubicBezTo>
                                  <a:cubicBezTo>
                                    <a:pt x="40" y="339"/>
                                    <a:pt x="41" y="338"/>
                                    <a:pt x="41" y="338"/>
                                  </a:cubicBezTo>
                                  <a:cubicBezTo>
                                    <a:pt x="41" y="338"/>
                                    <a:pt x="41" y="338"/>
                                    <a:pt x="41" y="338"/>
                                  </a:cubicBezTo>
                                  <a:cubicBezTo>
                                    <a:pt x="41" y="338"/>
                                    <a:pt x="41" y="339"/>
                                    <a:pt x="41" y="339"/>
                                  </a:cubicBezTo>
                                  <a:cubicBezTo>
                                    <a:pt x="41" y="339"/>
                                    <a:pt x="42" y="339"/>
                                    <a:pt x="42" y="339"/>
                                  </a:cubicBezTo>
                                  <a:cubicBezTo>
                                    <a:pt x="43" y="339"/>
                                    <a:pt x="43" y="339"/>
                                    <a:pt x="43" y="339"/>
                                  </a:cubicBezTo>
                                  <a:cubicBezTo>
                                    <a:pt x="43" y="339"/>
                                    <a:pt x="44" y="340"/>
                                    <a:pt x="44" y="340"/>
                                  </a:cubicBezTo>
                                  <a:cubicBezTo>
                                    <a:pt x="44" y="340"/>
                                    <a:pt x="45" y="340"/>
                                    <a:pt x="45" y="340"/>
                                  </a:cubicBezTo>
                                  <a:cubicBezTo>
                                    <a:pt x="45" y="340"/>
                                    <a:pt x="47" y="341"/>
                                    <a:pt x="47" y="341"/>
                                  </a:cubicBezTo>
                                  <a:cubicBezTo>
                                    <a:pt x="47" y="341"/>
                                    <a:pt x="49" y="341"/>
                                    <a:pt x="49" y="341"/>
                                  </a:cubicBezTo>
                                  <a:cubicBezTo>
                                    <a:pt x="49" y="341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49" y="340"/>
                                    <a:pt x="49" y="340"/>
                                  </a:cubicBezTo>
                                  <a:cubicBezTo>
                                    <a:pt x="49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13"/>
                                    <a:pt x="50" y="313"/>
                                    <a:pt x="50" y="313"/>
                                  </a:cubicBezTo>
                                  <a:cubicBezTo>
                                    <a:pt x="50" y="313"/>
                                    <a:pt x="50" y="313"/>
                                    <a:pt x="50" y="313"/>
                                  </a:cubicBezTo>
                                  <a:close/>
                                  <a:moveTo>
                                    <a:pt x="58" y="344"/>
                                  </a:moveTo>
                                  <a:cubicBezTo>
                                    <a:pt x="58" y="344"/>
                                    <a:pt x="58" y="344"/>
                                    <a:pt x="58" y="344"/>
                                  </a:cubicBezTo>
                                  <a:cubicBezTo>
                                    <a:pt x="59" y="344"/>
                                    <a:pt x="59" y="344"/>
                                    <a:pt x="59" y="344"/>
                                  </a:cubicBezTo>
                                  <a:cubicBezTo>
                                    <a:pt x="59" y="344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8" y="345"/>
                                  </a:cubicBezTo>
                                  <a:cubicBezTo>
                                    <a:pt x="58" y="345"/>
                                    <a:pt x="58" y="345"/>
                                    <a:pt x="58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60" y="345"/>
                                    <a:pt x="60" y="345"/>
                                  </a:cubicBezTo>
                                  <a:cubicBezTo>
                                    <a:pt x="60" y="345"/>
                                    <a:pt x="60" y="345"/>
                                    <a:pt x="60" y="345"/>
                                  </a:cubicBezTo>
                                  <a:cubicBezTo>
                                    <a:pt x="61" y="345"/>
                                    <a:pt x="61" y="345"/>
                                    <a:pt x="61" y="345"/>
                                  </a:cubicBezTo>
                                  <a:cubicBezTo>
                                    <a:pt x="61" y="344"/>
                                    <a:pt x="61" y="344"/>
                                    <a:pt x="61" y="344"/>
                                  </a:cubicBezTo>
                                  <a:cubicBezTo>
                                    <a:pt x="61" y="344"/>
                                    <a:pt x="61" y="344"/>
                                    <a:pt x="62" y="343"/>
                                  </a:cubicBezTo>
                                  <a:cubicBezTo>
                                    <a:pt x="62" y="342"/>
                                    <a:pt x="61" y="341"/>
                                    <a:pt x="60" y="341"/>
                                  </a:cubicBezTo>
                                  <a:cubicBezTo>
                                    <a:pt x="59" y="341"/>
                                    <a:pt x="58" y="341"/>
                                    <a:pt x="57" y="341"/>
                                  </a:cubicBezTo>
                                  <a:cubicBezTo>
                                    <a:pt x="57" y="341"/>
                                    <a:pt x="57" y="341"/>
                                    <a:pt x="56" y="341"/>
                                  </a:cubicBezTo>
                                  <a:cubicBezTo>
                                    <a:pt x="56" y="340"/>
                                    <a:pt x="56" y="340"/>
                                    <a:pt x="56" y="340"/>
                                  </a:cubicBezTo>
                                  <a:cubicBezTo>
                                    <a:pt x="56" y="340"/>
                                    <a:pt x="55" y="340"/>
                                    <a:pt x="55" y="340"/>
                                  </a:cubicBezTo>
                                  <a:cubicBezTo>
                                    <a:pt x="55" y="340"/>
                                    <a:pt x="54" y="340"/>
                                    <a:pt x="54" y="340"/>
                                  </a:cubicBezTo>
                                  <a:cubicBezTo>
                                    <a:pt x="54" y="340"/>
                                    <a:pt x="54" y="340"/>
                                    <a:pt x="53" y="340"/>
                                  </a:cubicBezTo>
                                  <a:cubicBezTo>
                                    <a:pt x="53" y="340"/>
                                    <a:pt x="53" y="341"/>
                                    <a:pt x="53" y="341"/>
                                  </a:cubicBezTo>
                                  <a:cubicBezTo>
                                    <a:pt x="53" y="341"/>
                                    <a:pt x="53" y="341"/>
                                    <a:pt x="53" y="341"/>
                                  </a:cubicBezTo>
                                  <a:cubicBezTo>
                                    <a:pt x="53" y="341"/>
                                    <a:pt x="53" y="341"/>
                                    <a:pt x="53" y="342"/>
                                  </a:cubicBezTo>
                                  <a:cubicBezTo>
                                    <a:pt x="54" y="342"/>
                                    <a:pt x="54" y="342"/>
                                    <a:pt x="54" y="342"/>
                                  </a:cubicBezTo>
                                  <a:cubicBezTo>
                                    <a:pt x="54" y="343"/>
                                    <a:pt x="54" y="343"/>
                                    <a:pt x="54" y="343"/>
                                  </a:cubicBezTo>
                                  <a:cubicBezTo>
                                    <a:pt x="54" y="343"/>
                                    <a:pt x="54" y="344"/>
                                    <a:pt x="54" y="344"/>
                                  </a:cubicBezTo>
                                  <a:cubicBezTo>
                                    <a:pt x="54" y="344"/>
                                    <a:pt x="54" y="344"/>
                                    <a:pt x="54" y="344"/>
                                  </a:cubicBezTo>
                                  <a:cubicBezTo>
                                    <a:pt x="55" y="344"/>
                                    <a:pt x="55" y="345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6" y="344"/>
                                  </a:cubicBezTo>
                                  <a:cubicBezTo>
                                    <a:pt x="56" y="344"/>
                                    <a:pt x="56" y="344"/>
                                    <a:pt x="56" y="344"/>
                                  </a:cubicBezTo>
                                  <a:cubicBezTo>
                                    <a:pt x="56" y="344"/>
                                    <a:pt x="56" y="344"/>
                                    <a:pt x="56" y="344"/>
                                  </a:cubicBezTo>
                                  <a:cubicBezTo>
                                    <a:pt x="57" y="344"/>
                                    <a:pt x="57" y="344"/>
                                    <a:pt x="57" y="345"/>
                                  </a:cubicBezTo>
                                  <a:cubicBezTo>
                                    <a:pt x="57" y="345"/>
                                    <a:pt x="57" y="345"/>
                                    <a:pt x="58" y="345"/>
                                  </a:cubicBezTo>
                                  <a:cubicBezTo>
                                    <a:pt x="58" y="344"/>
                                    <a:pt x="58" y="344"/>
                                    <a:pt x="58" y="344"/>
                                  </a:cubicBezTo>
                                  <a:close/>
                                  <a:moveTo>
                                    <a:pt x="62" y="345"/>
                                  </a:moveTo>
                                  <a:cubicBezTo>
                                    <a:pt x="62" y="345"/>
                                    <a:pt x="62" y="345"/>
                                    <a:pt x="62" y="345"/>
                                  </a:cubicBezTo>
                                  <a:cubicBezTo>
                                    <a:pt x="62" y="345"/>
                                    <a:pt x="62" y="345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3" y="346"/>
                                  </a:cubicBezTo>
                                  <a:cubicBezTo>
                                    <a:pt x="63" y="346"/>
                                    <a:pt x="63" y="346"/>
                                    <a:pt x="63" y="346"/>
                                  </a:cubicBezTo>
                                  <a:cubicBezTo>
                                    <a:pt x="63" y="346"/>
                                    <a:pt x="63" y="346"/>
                                    <a:pt x="63" y="346"/>
                                  </a:cubicBezTo>
                                  <a:cubicBezTo>
                                    <a:pt x="63" y="345"/>
                                    <a:pt x="63" y="345"/>
                                    <a:pt x="63" y="344"/>
                                  </a:cubicBezTo>
                                  <a:cubicBezTo>
                                    <a:pt x="63" y="344"/>
                                    <a:pt x="63" y="344"/>
                                    <a:pt x="63" y="344"/>
                                  </a:cubicBezTo>
                                  <a:cubicBezTo>
                                    <a:pt x="63" y="344"/>
                                    <a:pt x="63" y="344"/>
                                    <a:pt x="63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5"/>
                                  </a:cubicBezTo>
                                  <a:cubicBezTo>
                                    <a:pt x="62" y="345"/>
                                    <a:pt x="62" y="345"/>
                                    <a:pt x="62" y="345"/>
                                  </a:cubicBezTo>
                                  <a:close/>
                                  <a:moveTo>
                                    <a:pt x="65" y="344"/>
                                  </a:moveTo>
                                  <a:cubicBezTo>
                                    <a:pt x="65" y="344"/>
                                    <a:pt x="64" y="344"/>
                                    <a:pt x="64" y="344"/>
                                  </a:cubicBezTo>
                                  <a:cubicBezTo>
                                    <a:pt x="64" y="344"/>
                                    <a:pt x="64" y="345"/>
                                    <a:pt x="64" y="345"/>
                                  </a:cubicBezTo>
                                  <a:cubicBezTo>
                                    <a:pt x="64" y="345"/>
                                    <a:pt x="64" y="345"/>
                                    <a:pt x="64" y="345"/>
                                  </a:cubicBezTo>
                                  <a:cubicBezTo>
                                    <a:pt x="64" y="345"/>
                                    <a:pt x="64" y="345"/>
                                    <a:pt x="64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4"/>
                                    <a:pt x="66" y="344"/>
                                    <a:pt x="66" y="344"/>
                                  </a:cubicBezTo>
                                  <a:cubicBezTo>
                                    <a:pt x="66" y="344"/>
                                    <a:pt x="66" y="344"/>
                                    <a:pt x="66" y="344"/>
                                  </a:cubicBezTo>
                                  <a:cubicBezTo>
                                    <a:pt x="66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lose/>
                                  <a:moveTo>
                                    <a:pt x="42" y="343"/>
                                  </a:moveTo>
                                  <a:cubicBezTo>
                                    <a:pt x="41" y="343"/>
                                    <a:pt x="41" y="343"/>
                                    <a:pt x="41" y="343"/>
                                  </a:cubicBezTo>
                                  <a:cubicBezTo>
                                    <a:pt x="41" y="343"/>
                                    <a:pt x="41" y="343"/>
                                    <a:pt x="41" y="343"/>
                                  </a:cubicBezTo>
                                  <a:cubicBezTo>
                                    <a:pt x="41" y="343"/>
                                    <a:pt x="41" y="343"/>
                                    <a:pt x="40" y="344"/>
                                  </a:cubicBezTo>
                                  <a:cubicBezTo>
                                    <a:pt x="40" y="344"/>
                                    <a:pt x="40" y="344"/>
                                    <a:pt x="40" y="344"/>
                                  </a:cubicBezTo>
                                  <a:cubicBezTo>
                                    <a:pt x="40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5"/>
                                    <a:pt x="41" y="345"/>
                                    <a:pt x="41" y="345"/>
                                  </a:cubicBezTo>
                                  <a:cubicBezTo>
                                    <a:pt x="41" y="345"/>
                                    <a:pt x="41" y="345"/>
                                    <a:pt x="41" y="345"/>
                                  </a:cubicBezTo>
                                  <a:cubicBezTo>
                                    <a:pt x="42" y="345"/>
                                    <a:pt x="42" y="345"/>
                                    <a:pt x="42" y="345"/>
                                  </a:cubicBezTo>
                                  <a:cubicBezTo>
                                    <a:pt x="42" y="345"/>
                                    <a:pt x="42" y="345"/>
                                    <a:pt x="43" y="345"/>
                                  </a:cubicBezTo>
                                  <a:cubicBezTo>
                                    <a:pt x="43" y="345"/>
                                    <a:pt x="43" y="345"/>
                                    <a:pt x="43" y="345"/>
                                  </a:cubicBezTo>
                                  <a:cubicBezTo>
                                    <a:pt x="43" y="345"/>
                                    <a:pt x="43" y="345"/>
                                    <a:pt x="43" y="345"/>
                                  </a:cubicBezTo>
                                  <a:cubicBezTo>
                                    <a:pt x="43" y="345"/>
                                    <a:pt x="42" y="346"/>
                                    <a:pt x="42" y="346"/>
                                  </a:cubicBezTo>
                                  <a:cubicBezTo>
                                    <a:pt x="43" y="346"/>
                                    <a:pt x="43" y="346"/>
                                    <a:pt x="43" y="346"/>
                                  </a:cubicBezTo>
                                  <a:cubicBezTo>
                                    <a:pt x="43" y="346"/>
                                    <a:pt x="43" y="346"/>
                                    <a:pt x="44" y="347"/>
                                  </a:cubicBezTo>
                                  <a:cubicBezTo>
                                    <a:pt x="44" y="347"/>
                                    <a:pt x="44" y="347"/>
                                    <a:pt x="44" y="347"/>
                                  </a:cubicBezTo>
                                  <a:cubicBezTo>
                                    <a:pt x="44" y="347"/>
                                    <a:pt x="44" y="346"/>
                                    <a:pt x="44" y="346"/>
                                  </a:cubicBezTo>
                                  <a:cubicBezTo>
                                    <a:pt x="44" y="346"/>
                                    <a:pt x="44" y="347"/>
                                    <a:pt x="45" y="347"/>
                                  </a:cubicBezTo>
                                  <a:cubicBezTo>
                                    <a:pt x="45" y="347"/>
                                    <a:pt x="45" y="347"/>
                                    <a:pt x="45" y="348"/>
                                  </a:cubicBezTo>
                                  <a:cubicBezTo>
                                    <a:pt x="45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7" y="348"/>
                                    <a:pt x="47" y="348"/>
                                  </a:cubicBezTo>
                                  <a:cubicBezTo>
                                    <a:pt x="47" y="348"/>
                                    <a:pt x="47" y="347"/>
                                    <a:pt x="47" y="347"/>
                                  </a:cubicBezTo>
                                  <a:cubicBezTo>
                                    <a:pt x="47" y="347"/>
                                    <a:pt x="47" y="347"/>
                                    <a:pt x="47" y="347"/>
                                  </a:cubicBezTo>
                                  <a:cubicBezTo>
                                    <a:pt x="47" y="347"/>
                                    <a:pt x="46" y="347"/>
                                    <a:pt x="46" y="347"/>
                                  </a:cubicBezTo>
                                  <a:cubicBezTo>
                                    <a:pt x="46" y="347"/>
                                    <a:pt x="46" y="347"/>
                                    <a:pt x="46" y="346"/>
                                  </a:cubicBezTo>
                                  <a:cubicBezTo>
                                    <a:pt x="46" y="346"/>
                                    <a:pt x="46" y="346"/>
                                    <a:pt x="46" y="346"/>
                                  </a:cubicBezTo>
                                  <a:cubicBezTo>
                                    <a:pt x="46" y="346"/>
                                    <a:pt x="45" y="345"/>
                                    <a:pt x="45" y="345"/>
                                  </a:cubicBezTo>
                                  <a:cubicBezTo>
                                    <a:pt x="46" y="345"/>
                                    <a:pt x="46" y="345"/>
                                    <a:pt x="46" y="345"/>
                                  </a:cubicBezTo>
                                  <a:cubicBezTo>
                                    <a:pt x="46" y="345"/>
                                    <a:pt x="46" y="345"/>
                                    <a:pt x="46" y="344"/>
                                  </a:cubicBezTo>
                                  <a:cubicBezTo>
                                    <a:pt x="46" y="344"/>
                                    <a:pt x="46" y="344"/>
                                    <a:pt x="46" y="344"/>
                                  </a:cubicBezTo>
                                  <a:cubicBezTo>
                                    <a:pt x="46" y="344"/>
                                    <a:pt x="46" y="344"/>
                                    <a:pt x="46" y="344"/>
                                  </a:cubicBezTo>
                                  <a:cubicBezTo>
                                    <a:pt x="46" y="345"/>
                                    <a:pt x="47" y="345"/>
                                    <a:pt x="47" y="345"/>
                                  </a:cubicBezTo>
                                  <a:cubicBezTo>
                                    <a:pt x="47" y="345"/>
                                    <a:pt x="47" y="345"/>
                                    <a:pt x="47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6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9" y="345"/>
                                    <a:pt x="49" y="346"/>
                                    <a:pt x="49" y="346"/>
                                  </a:cubicBezTo>
                                  <a:cubicBezTo>
                                    <a:pt x="49" y="346"/>
                                    <a:pt x="48" y="346"/>
                                    <a:pt x="48" y="346"/>
                                  </a:cubicBezTo>
                                  <a:cubicBezTo>
                                    <a:pt x="48" y="346"/>
                                    <a:pt x="49" y="347"/>
                                    <a:pt x="48" y="347"/>
                                  </a:cubicBezTo>
                                  <a:cubicBezTo>
                                    <a:pt x="48" y="347"/>
                                    <a:pt x="48" y="347"/>
                                    <a:pt x="48" y="347"/>
                                  </a:cubicBezTo>
                                  <a:cubicBezTo>
                                    <a:pt x="48" y="347"/>
                                    <a:pt x="48" y="347"/>
                                    <a:pt x="48" y="347"/>
                                  </a:cubicBezTo>
                                  <a:cubicBezTo>
                                    <a:pt x="49" y="347"/>
                                    <a:pt x="49" y="347"/>
                                    <a:pt x="49" y="348"/>
                                  </a:cubicBezTo>
                                  <a:cubicBezTo>
                                    <a:pt x="49" y="348"/>
                                    <a:pt x="49" y="348"/>
                                    <a:pt x="49" y="348"/>
                                  </a:cubicBezTo>
                                  <a:cubicBezTo>
                                    <a:pt x="50" y="348"/>
                                    <a:pt x="50" y="348"/>
                                    <a:pt x="50" y="348"/>
                                  </a:cubicBezTo>
                                  <a:cubicBezTo>
                                    <a:pt x="50" y="347"/>
                                    <a:pt x="49" y="347"/>
                                    <a:pt x="50" y="347"/>
                                  </a:cubicBezTo>
                                  <a:cubicBezTo>
                                    <a:pt x="50" y="347"/>
                                    <a:pt x="50" y="347"/>
                                    <a:pt x="50" y="347"/>
                                  </a:cubicBezTo>
                                  <a:cubicBezTo>
                                    <a:pt x="50" y="347"/>
                                    <a:pt x="50" y="347"/>
                                    <a:pt x="50" y="348"/>
                                  </a:cubicBezTo>
                                  <a:cubicBezTo>
                                    <a:pt x="50" y="348"/>
                                    <a:pt x="51" y="348"/>
                                    <a:pt x="51" y="348"/>
                                  </a:cubicBezTo>
                                  <a:cubicBezTo>
                                    <a:pt x="51" y="348"/>
                                    <a:pt x="50" y="347"/>
                                    <a:pt x="50" y="347"/>
                                  </a:cubicBezTo>
                                  <a:cubicBezTo>
                                    <a:pt x="51" y="347"/>
                                    <a:pt x="52" y="348"/>
                                    <a:pt x="53" y="348"/>
                                  </a:cubicBezTo>
                                  <a:cubicBezTo>
                                    <a:pt x="53" y="348"/>
                                    <a:pt x="53" y="348"/>
                                    <a:pt x="53" y="349"/>
                                  </a:cubicBezTo>
                                  <a:cubicBezTo>
                                    <a:pt x="53" y="349"/>
                                    <a:pt x="53" y="349"/>
                                    <a:pt x="53" y="349"/>
                                  </a:cubicBezTo>
                                  <a:cubicBezTo>
                                    <a:pt x="53" y="349"/>
                                    <a:pt x="54" y="349"/>
                                    <a:pt x="54" y="350"/>
                                  </a:cubicBezTo>
                                  <a:cubicBezTo>
                                    <a:pt x="54" y="350"/>
                                    <a:pt x="54" y="350"/>
                                    <a:pt x="54" y="350"/>
                                  </a:cubicBezTo>
                                  <a:cubicBezTo>
                                    <a:pt x="55" y="350"/>
                                    <a:pt x="55" y="350"/>
                                    <a:pt x="55" y="350"/>
                                  </a:cubicBezTo>
                                  <a:cubicBezTo>
                                    <a:pt x="55" y="350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8"/>
                                    <a:pt x="55" y="348"/>
                                  </a:cubicBezTo>
                                  <a:cubicBezTo>
                                    <a:pt x="54" y="348"/>
                                    <a:pt x="55" y="348"/>
                                    <a:pt x="54" y="347"/>
                                  </a:cubicBezTo>
                                  <a:cubicBezTo>
                                    <a:pt x="54" y="347"/>
                                    <a:pt x="54" y="347"/>
                                    <a:pt x="54" y="347"/>
                                  </a:cubicBezTo>
                                  <a:cubicBezTo>
                                    <a:pt x="54" y="347"/>
                                    <a:pt x="54" y="347"/>
                                    <a:pt x="54" y="347"/>
                                  </a:cubicBezTo>
                                  <a:cubicBezTo>
                                    <a:pt x="54" y="346"/>
                                    <a:pt x="53" y="347"/>
                                    <a:pt x="53" y="346"/>
                                  </a:cubicBezTo>
                                  <a:cubicBezTo>
                                    <a:pt x="53" y="346"/>
                                    <a:pt x="53" y="346"/>
                                    <a:pt x="53" y="346"/>
                                  </a:cubicBezTo>
                                  <a:cubicBezTo>
                                    <a:pt x="53" y="346"/>
                                    <a:pt x="52" y="346"/>
                                    <a:pt x="52" y="346"/>
                                  </a:cubicBezTo>
                                  <a:cubicBezTo>
                                    <a:pt x="52" y="346"/>
                                    <a:pt x="51" y="346"/>
                                    <a:pt x="51" y="346"/>
                                  </a:cubicBezTo>
                                  <a:cubicBezTo>
                                    <a:pt x="51" y="346"/>
                                    <a:pt x="51" y="345"/>
                                    <a:pt x="51" y="345"/>
                                  </a:cubicBezTo>
                                  <a:cubicBezTo>
                                    <a:pt x="52" y="345"/>
                                    <a:pt x="53" y="345"/>
                                    <a:pt x="53" y="345"/>
                                  </a:cubicBezTo>
                                  <a:cubicBezTo>
                                    <a:pt x="53" y="345"/>
                                    <a:pt x="53" y="344"/>
                                    <a:pt x="52" y="344"/>
                                  </a:cubicBezTo>
                                  <a:cubicBezTo>
                                    <a:pt x="52" y="344"/>
                                    <a:pt x="52" y="344"/>
                                    <a:pt x="51" y="344"/>
                                  </a:cubicBezTo>
                                  <a:cubicBezTo>
                                    <a:pt x="50" y="344"/>
                                    <a:pt x="49" y="344"/>
                                    <a:pt x="48" y="343"/>
                                  </a:cubicBezTo>
                                  <a:cubicBezTo>
                                    <a:pt x="48" y="343"/>
                                    <a:pt x="48" y="343"/>
                                    <a:pt x="48" y="342"/>
                                  </a:cubicBezTo>
                                  <a:cubicBezTo>
                                    <a:pt x="48" y="342"/>
                                    <a:pt x="48" y="342"/>
                                    <a:pt x="48" y="342"/>
                                  </a:cubicBezTo>
                                  <a:cubicBezTo>
                                    <a:pt x="48" y="342"/>
                                    <a:pt x="49" y="342"/>
                                    <a:pt x="49" y="342"/>
                                  </a:cubicBezTo>
                                  <a:cubicBezTo>
                                    <a:pt x="49" y="343"/>
                                    <a:pt x="49" y="343"/>
                                    <a:pt x="49" y="343"/>
                                  </a:cubicBezTo>
                                  <a:cubicBezTo>
                                    <a:pt x="50" y="343"/>
                                    <a:pt x="50" y="343"/>
                                    <a:pt x="51" y="343"/>
                                  </a:cubicBezTo>
                                  <a:cubicBezTo>
                                    <a:pt x="51" y="343"/>
                                    <a:pt x="51" y="343"/>
                                    <a:pt x="51" y="343"/>
                                  </a:cubicBezTo>
                                  <a:cubicBezTo>
                                    <a:pt x="51" y="343"/>
                                    <a:pt x="51" y="343"/>
                                    <a:pt x="51" y="343"/>
                                  </a:cubicBezTo>
                                  <a:cubicBezTo>
                                    <a:pt x="52" y="343"/>
                                    <a:pt x="51" y="343"/>
                                    <a:pt x="51" y="342"/>
                                  </a:cubicBezTo>
                                  <a:cubicBezTo>
                                    <a:pt x="52" y="342"/>
                                    <a:pt x="52" y="342"/>
                                    <a:pt x="52" y="342"/>
                                  </a:cubicBezTo>
                                  <a:cubicBezTo>
                                    <a:pt x="52" y="342"/>
                                    <a:pt x="53" y="342"/>
                                    <a:pt x="53" y="342"/>
                                  </a:cubicBezTo>
                                  <a:cubicBezTo>
                                    <a:pt x="53" y="342"/>
                                    <a:pt x="53" y="342"/>
                                    <a:pt x="53" y="342"/>
                                  </a:cubicBezTo>
                                  <a:cubicBezTo>
                                    <a:pt x="52" y="341"/>
                                    <a:pt x="52" y="341"/>
                                    <a:pt x="52" y="341"/>
                                  </a:cubicBezTo>
                                  <a:cubicBezTo>
                                    <a:pt x="52" y="341"/>
                                    <a:pt x="51" y="341"/>
                                    <a:pt x="50" y="341"/>
                                  </a:cubicBezTo>
                                  <a:cubicBezTo>
                                    <a:pt x="50" y="341"/>
                                    <a:pt x="49" y="341"/>
                                    <a:pt x="49" y="341"/>
                                  </a:cubicBezTo>
                                  <a:cubicBezTo>
                                    <a:pt x="48" y="341"/>
                                    <a:pt x="48" y="341"/>
                                    <a:pt x="47" y="341"/>
                                  </a:cubicBezTo>
                                  <a:cubicBezTo>
                                    <a:pt x="47" y="342"/>
                                    <a:pt x="46" y="342"/>
                                    <a:pt x="46" y="342"/>
                                  </a:cubicBezTo>
                                  <a:cubicBezTo>
                                    <a:pt x="46" y="342"/>
                                    <a:pt x="45" y="342"/>
                                    <a:pt x="45" y="342"/>
                                  </a:cubicBezTo>
                                  <a:cubicBezTo>
                                    <a:pt x="45" y="342"/>
                                    <a:pt x="45" y="342"/>
                                    <a:pt x="45" y="342"/>
                                  </a:cubicBezTo>
                                  <a:cubicBezTo>
                                    <a:pt x="45" y="342"/>
                                    <a:pt x="45" y="342"/>
                                    <a:pt x="44" y="342"/>
                                  </a:cubicBezTo>
                                  <a:cubicBezTo>
                                    <a:pt x="45" y="342"/>
                                    <a:pt x="46" y="341"/>
                                    <a:pt x="46" y="341"/>
                                  </a:cubicBezTo>
                                  <a:cubicBezTo>
                                    <a:pt x="46" y="341"/>
                                    <a:pt x="46" y="341"/>
                                    <a:pt x="46" y="341"/>
                                  </a:cubicBezTo>
                                  <a:cubicBezTo>
                                    <a:pt x="44" y="340"/>
                                    <a:pt x="43" y="340"/>
                                    <a:pt x="42" y="340"/>
                                  </a:cubicBezTo>
                                  <a:cubicBezTo>
                                    <a:pt x="42" y="340"/>
                                    <a:pt x="41" y="340"/>
                                    <a:pt x="41" y="341"/>
                                  </a:cubicBezTo>
                                  <a:cubicBezTo>
                                    <a:pt x="41" y="341"/>
                                    <a:pt x="41" y="341"/>
                                    <a:pt x="41" y="341"/>
                                  </a:cubicBezTo>
                                  <a:cubicBezTo>
                                    <a:pt x="41" y="341"/>
                                    <a:pt x="41" y="341"/>
                                    <a:pt x="41" y="342"/>
                                  </a:cubicBezTo>
                                  <a:cubicBezTo>
                                    <a:pt x="41" y="342"/>
                                    <a:pt x="41" y="342"/>
                                    <a:pt x="42" y="342"/>
                                  </a:cubicBezTo>
                                  <a:cubicBezTo>
                                    <a:pt x="42" y="342"/>
                                    <a:pt x="42" y="342"/>
                                    <a:pt x="42" y="342"/>
                                  </a:cubicBezTo>
                                  <a:cubicBezTo>
                                    <a:pt x="43" y="342"/>
                                    <a:pt x="43" y="342"/>
                                    <a:pt x="43" y="342"/>
                                  </a:cubicBezTo>
                                  <a:cubicBezTo>
                                    <a:pt x="43" y="342"/>
                                    <a:pt x="44" y="342"/>
                                    <a:pt x="44" y="342"/>
                                  </a:cubicBezTo>
                                  <a:cubicBezTo>
                                    <a:pt x="44" y="342"/>
                                    <a:pt x="44" y="342"/>
                                    <a:pt x="44" y="342"/>
                                  </a:cubicBezTo>
                                  <a:cubicBezTo>
                                    <a:pt x="43" y="343"/>
                                    <a:pt x="42" y="342"/>
                                    <a:pt x="42" y="343"/>
                                  </a:cubicBezTo>
                                  <a:close/>
                                  <a:moveTo>
                                    <a:pt x="32" y="329"/>
                                  </a:move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0" y="329"/>
                                    <a:pt x="30" y="329"/>
                                    <a:pt x="30" y="329"/>
                                  </a:cubicBezTo>
                                  <a:cubicBezTo>
                                    <a:pt x="30" y="329"/>
                                    <a:pt x="30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8"/>
                                    <a:pt x="29" y="328"/>
                                  </a:cubicBezTo>
                                  <a:cubicBezTo>
                                    <a:pt x="29" y="328"/>
                                    <a:pt x="29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9"/>
                                  </a:cubicBezTo>
                                  <a:cubicBezTo>
                                    <a:pt x="28" y="329"/>
                                    <a:pt x="28" y="329"/>
                                    <a:pt x="28" y="329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7" y="328"/>
                                    <a:pt x="27" y="328"/>
                                    <a:pt x="27" y="328"/>
                                  </a:cubicBezTo>
                                  <a:cubicBezTo>
                                    <a:pt x="27" y="328"/>
                                    <a:pt x="27" y="328"/>
                                    <a:pt x="27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9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7"/>
                                    <a:pt x="26" y="327"/>
                                  </a:cubicBezTo>
                                  <a:cubicBezTo>
                                    <a:pt x="26" y="327"/>
                                    <a:pt x="26" y="327"/>
                                    <a:pt x="26" y="327"/>
                                  </a:cubicBezTo>
                                  <a:cubicBezTo>
                                    <a:pt x="25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8"/>
                                    <a:pt x="26" y="328"/>
                                  </a:cubicBezTo>
                                  <a:cubicBezTo>
                                    <a:pt x="26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9"/>
                                    <a:pt x="25" y="329"/>
                                  </a:cubicBezTo>
                                  <a:cubicBezTo>
                                    <a:pt x="25" y="329"/>
                                    <a:pt x="25" y="329"/>
                                    <a:pt x="25" y="329"/>
                                  </a:cubicBezTo>
                                  <a:cubicBezTo>
                                    <a:pt x="25" y="330"/>
                                    <a:pt x="25" y="330"/>
                                    <a:pt x="25" y="330"/>
                                  </a:cubicBezTo>
                                  <a:cubicBezTo>
                                    <a:pt x="25" y="330"/>
                                    <a:pt x="25" y="330"/>
                                    <a:pt x="25" y="330"/>
                                  </a:cubicBezTo>
                                  <a:cubicBezTo>
                                    <a:pt x="26" y="330"/>
                                    <a:pt x="26" y="330"/>
                                    <a:pt x="26" y="330"/>
                                  </a:cubicBezTo>
                                  <a:cubicBezTo>
                                    <a:pt x="26" y="330"/>
                                    <a:pt x="26" y="330"/>
                                    <a:pt x="26" y="331"/>
                                  </a:cubicBezTo>
                                  <a:cubicBezTo>
                                    <a:pt x="26" y="331"/>
                                    <a:pt x="26" y="331"/>
                                    <a:pt x="26" y="331"/>
                                  </a:cubicBezTo>
                                  <a:cubicBezTo>
                                    <a:pt x="25" y="331"/>
                                    <a:pt x="26" y="331"/>
                                    <a:pt x="26" y="331"/>
                                  </a:cubicBezTo>
                                  <a:cubicBezTo>
                                    <a:pt x="26" y="331"/>
                                    <a:pt x="26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2"/>
                                    <a:pt x="28" y="332"/>
                                  </a:cubicBezTo>
                                  <a:cubicBezTo>
                                    <a:pt x="28" y="332"/>
                                    <a:pt x="28" y="332"/>
                                    <a:pt x="28" y="332"/>
                                  </a:cubicBezTo>
                                  <a:cubicBezTo>
                                    <a:pt x="28" y="332"/>
                                    <a:pt x="28" y="331"/>
                                    <a:pt x="27" y="331"/>
                                  </a:cubicBezTo>
                                  <a:cubicBezTo>
                                    <a:pt x="27" y="331"/>
                                    <a:pt x="27" y="331"/>
                                    <a:pt x="27" y="331"/>
                                  </a:cubicBezTo>
                                  <a:cubicBezTo>
                                    <a:pt x="27" y="330"/>
                                    <a:pt x="27" y="330"/>
                                    <a:pt x="27" y="330"/>
                                  </a:cubicBezTo>
                                  <a:cubicBezTo>
                                    <a:pt x="27" y="330"/>
                                    <a:pt x="28" y="330"/>
                                    <a:pt x="28" y="330"/>
                                  </a:cubicBezTo>
                                  <a:cubicBezTo>
                                    <a:pt x="28" y="330"/>
                                    <a:pt x="28" y="330"/>
                                    <a:pt x="28" y="331"/>
                                  </a:cubicBezTo>
                                  <a:cubicBezTo>
                                    <a:pt x="28" y="331"/>
                                    <a:pt x="28" y="331"/>
                                    <a:pt x="28" y="331"/>
                                  </a:cubicBezTo>
                                  <a:cubicBezTo>
                                    <a:pt x="28" y="331"/>
                                    <a:pt x="28" y="331"/>
                                    <a:pt x="29" y="331"/>
                                  </a:cubicBezTo>
                                  <a:cubicBezTo>
                                    <a:pt x="29" y="331"/>
                                    <a:pt x="29" y="331"/>
                                    <a:pt x="29" y="331"/>
                                  </a:cubicBezTo>
                                  <a:cubicBezTo>
                                    <a:pt x="29" y="331"/>
                                    <a:pt x="29" y="332"/>
                                    <a:pt x="29" y="332"/>
                                  </a:cubicBezTo>
                                  <a:cubicBezTo>
                                    <a:pt x="29" y="332"/>
                                    <a:pt x="30" y="332"/>
                                    <a:pt x="30" y="332"/>
                                  </a:cubicBezTo>
                                  <a:cubicBezTo>
                                    <a:pt x="30" y="332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2"/>
                                  </a:cubicBezTo>
                                  <a:cubicBezTo>
                                    <a:pt x="31" y="332"/>
                                    <a:pt x="31" y="332"/>
                                    <a:pt x="31" y="332"/>
                                  </a:cubicBezTo>
                                  <a:cubicBezTo>
                                    <a:pt x="32" y="332"/>
                                    <a:pt x="32" y="332"/>
                                    <a:pt x="32" y="332"/>
                                  </a:cubicBezTo>
                                  <a:cubicBezTo>
                                    <a:pt x="32" y="332"/>
                                    <a:pt x="32" y="333"/>
                                    <a:pt x="32" y="333"/>
                                  </a:cubicBezTo>
                                  <a:cubicBezTo>
                                    <a:pt x="32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2" y="333"/>
                                    <a:pt x="32" y="333"/>
                                    <a:pt x="32" y="334"/>
                                  </a:cubicBezTo>
                                  <a:cubicBezTo>
                                    <a:pt x="32" y="334"/>
                                    <a:pt x="32" y="334"/>
                                    <a:pt x="33" y="334"/>
                                  </a:cubicBezTo>
                                  <a:cubicBezTo>
                                    <a:pt x="33" y="334"/>
                                    <a:pt x="33" y="334"/>
                                    <a:pt x="33" y="334"/>
                                  </a:cubicBezTo>
                                  <a:cubicBezTo>
                                    <a:pt x="33" y="334"/>
                                    <a:pt x="33" y="334"/>
                                    <a:pt x="33" y="334"/>
                                  </a:cubicBezTo>
                                  <a:cubicBezTo>
                                    <a:pt x="33" y="333"/>
                                    <a:pt x="33" y="333"/>
                                    <a:pt x="34" y="333"/>
                                  </a:cubicBezTo>
                                  <a:cubicBezTo>
                                    <a:pt x="34" y="333"/>
                                    <a:pt x="34" y="333"/>
                                    <a:pt x="34" y="332"/>
                                  </a:cubicBezTo>
                                  <a:cubicBezTo>
                                    <a:pt x="34" y="332"/>
                                    <a:pt x="34" y="332"/>
                                    <a:pt x="34" y="332"/>
                                  </a:cubicBezTo>
                                  <a:cubicBezTo>
                                    <a:pt x="34" y="332"/>
                                    <a:pt x="34" y="331"/>
                                    <a:pt x="34" y="331"/>
                                  </a:cubicBezTo>
                                  <a:cubicBezTo>
                                    <a:pt x="34" y="331"/>
                                    <a:pt x="34" y="331"/>
                                    <a:pt x="34" y="331"/>
                                  </a:cubicBezTo>
                                  <a:cubicBezTo>
                                    <a:pt x="33" y="331"/>
                                    <a:pt x="33" y="331"/>
                                    <a:pt x="33" y="330"/>
                                  </a:cubicBezTo>
                                  <a:cubicBezTo>
                                    <a:pt x="33" y="330"/>
                                    <a:pt x="33" y="331"/>
                                    <a:pt x="33" y="331"/>
                                  </a:cubicBezTo>
                                  <a:cubicBezTo>
                                    <a:pt x="33" y="331"/>
                                    <a:pt x="33" y="331"/>
                                    <a:pt x="33" y="331"/>
                                  </a:cubicBezTo>
                                  <a:cubicBezTo>
                                    <a:pt x="32" y="331"/>
                                    <a:pt x="32" y="331"/>
                                    <a:pt x="32" y="331"/>
                                  </a:cubicBezTo>
                                  <a:cubicBezTo>
                                    <a:pt x="32" y="331"/>
                                    <a:pt x="32" y="331"/>
                                    <a:pt x="32" y="331"/>
                                  </a:cubicBezTo>
                                  <a:cubicBezTo>
                                    <a:pt x="32" y="331"/>
                                    <a:pt x="32" y="330"/>
                                    <a:pt x="32" y="330"/>
                                  </a:cubicBezTo>
                                  <a:cubicBezTo>
                                    <a:pt x="32" y="330"/>
                                    <a:pt x="32" y="330"/>
                                    <a:pt x="32" y="330"/>
                                  </a:cubicBezTo>
                                  <a:cubicBezTo>
                                    <a:pt x="32" y="329"/>
                                    <a:pt x="32" y="329"/>
                                    <a:pt x="32" y="329"/>
                                  </a:cubicBezTo>
                                  <a:cubicBezTo>
                                    <a:pt x="32" y="329"/>
                                    <a:pt x="32" y="329"/>
                                    <a:pt x="32" y="329"/>
                                  </a:cubicBezTo>
                                  <a:close/>
                                  <a:moveTo>
                                    <a:pt x="25" y="331"/>
                                  </a:moveTo>
                                  <a:cubicBezTo>
                                    <a:pt x="25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4" y="332"/>
                                    <a:pt x="24" y="332"/>
                                  </a:cubicBezTo>
                                  <a:cubicBezTo>
                                    <a:pt x="24" y="332"/>
                                    <a:pt x="24" y="332"/>
                                    <a:pt x="24" y="332"/>
                                  </a:cubicBezTo>
                                  <a:cubicBezTo>
                                    <a:pt x="24" y="332"/>
                                    <a:pt x="24" y="332"/>
                                    <a:pt x="24" y="332"/>
                                  </a:cubicBezTo>
                                  <a:cubicBezTo>
                                    <a:pt x="25" y="332"/>
                                    <a:pt x="25" y="332"/>
                                    <a:pt x="25" y="331"/>
                                  </a:cubicBezTo>
                                  <a:cubicBezTo>
                                    <a:pt x="25" y="331"/>
                                    <a:pt x="25" y="331"/>
                                    <a:pt x="25" y="331"/>
                                  </a:cubicBezTo>
                                  <a:cubicBezTo>
                                    <a:pt x="25" y="331"/>
                                    <a:pt x="25" y="331"/>
                                    <a:pt x="25" y="331"/>
                                  </a:cubicBezTo>
                                  <a:close/>
                                  <a:moveTo>
                                    <a:pt x="24" y="334"/>
                                  </a:move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3"/>
                                  </a:cubicBezTo>
                                  <a:cubicBezTo>
                                    <a:pt x="25" y="333"/>
                                    <a:pt x="25" y="333"/>
                                    <a:pt x="25" y="333"/>
                                  </a:cubicBezTo>
                                  <a:cubicBezTo>
                                    <a:pt x="25" y="333"/>
                                    <a:pt x="25" y="333"/>
                                    <a:pt x="24" y="333"/>
                                  </a:cubicBezTo>
                                  <a:cubicBezTo>
                                    <a:pt x="24" y="333"/>
                                    <a:pt x="24" y="333"/>
                                    <a:pt x="24" y="333"/>
                                  </a:cubicBezTo>
                                  <a:cubicBezTo>
                                    <a:pt x="24" y="333"/>
                                    <a:pt x="24" y="333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4" y="334"/>
                                  </a:cubicBezTo>
                                  <a:close/>
                                  <a:moveTo>
                                    <a:pt x="37" y="342"/>
                                  </a:move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6" y="342"/>
                                    <a:pt x="36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lose/>
                                  <a:moveTo>
                                    <a:pt x="38" y="341"/>
                                  </a:move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7" y="340"/>
                                    <a:pt x="37" y="340"/>
                                  </a:cubicBezTo>
                                  <a:cubicBezTo>
                                    <a:pt x="37" y="340"/>
                                    <a:pt x="37" y="340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5" y="341"/>
                                    <a:pt x="35" y="341"/>
                                  </a:cubicBezTo>
                                  <a:cubicBezTo>
                                    <a:pt x="35" y="341"/>
                                    <a:pt x="35" y="341"/>
                                    <a:pt x="35" y="341"/>
                                  </a:cubicBezTo>
                                  <a:cubicBezTo>
                                    <a:pt x="35" y="341"/>
                                    <a:pt x="35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5" y="342"/>
                                    <a:pt x="35" y="342"/>
                                    <a:pt x="35" y="342"/>
                                  </a:cubicBezTo>
                                  <a:cubicBezTo>
                                    <a:pt x="35" y="342"/>
                                    <a:pt x="35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3"/>
                                    <a:pt x="36" y="343"/>
                                  </a:cubicBezTo>
                                  <a:cubicBezTo>
                                    <a:pt x="36" y="343"/>
                                    <a:pt x="36" y="343"/>
                                    <a:pt x="36" y="343"/>
                                  </a:cubicBezTo>
                                  <a:cubicBezTo>
                                    <a:pt x="36" y="343"/>
                                    <a:pt x="36" y="343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8" y="341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ubicBezTo>
                                    <a:pt x="38" y="341"/>
                                    <a:pt x="39" y="341"/>
                                    <a:pt x="38" y="341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lose/>
                                  <a:moveTo>
                                    <a:pt x="30" y="340"/>
                                  </a:moveTo>
                                  <a:cubicBezTo>
                                    <a:pt x="30" y="340"/>
                                    <a:pt x="31" y="340"/>
                                    <a:pt x="31" y="341"/>
                                  </a:cubicBezTo>
                                  <a:cubicBezTo>
                                    <a:pt x="31" y="341"/>
                                    <a:pt x="31" y="341"/>
                                    <a:pt x="31" y="341"/>
                                  </a:cubicBezTo>
                                  <a:cubicBezTo>
                                    <a:pt x="31" y="340"/>
                                    <a:pt x="31" y="340"/>
                                    <a:pt x="31" y="340"/>
                                  </a:cubicBezTo>
                                  <a:cubicBezTo>
                                    <a:pt x="31" y="340"/>
                                    <a:pt x="31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2" y="340"/>
                                    <a:pt x="32" y="339"/>
                                  </a:cubicBezTo>
                                  <a:cubicBezTo>
                                    <a:pt x="32" y="339"/>
                                    <a:pt x="32" y="339"/>
                                    <a:pt x="32" y="339"/>
                                  </a:cubicBezTo>
                                  <a:cubicBezTo>
                                    <a:pt x="32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40"/>
                                    <a:pt x="31" y="340"/>
                                    <a:pt x="30" y="340"/>
                                  </a:cubicBezTo>
                                  <a:cubicBezTo>
                                    <a:pt x="30" y="340"/>
                                    <a:pt x="30" y="340"/>
                                    <a:pt x="30" y="340"/>
                                  </a:cubicBezTo>
                                  <a:cubicBezTo>
                                    <a:pt x="30" y="340"/>
                                    <a:pt x="30" y="340"/>
                                    <a:pt x="30" y="340"/>
                                  </a:cubicBezTo>
                                  <a:close/>
                                  <a:moveTo>
                                    <a:pt x="33" y="341"/>
                                  </a:moveTo>
                                  <a:cubicBezTo>
                                    <a:pt x="33" y="341"/>
                                    <a:pt x="33" y="341"/>
                                    <a:pt x="33" y="341"/>
                                  </a:cubicBezTo>
                                  <a:cubicBezTo>
                                    <a:pt x="33" y="341"/>
                                    <a:pt x="34" y="341"/>
                                    <a:pt x="34" y="340"/>
                                  </a:cubicBezTo>
                                  <a:cubicBezTo>
                                    <a:pt x="34" y="340"/>
                                    <a:pt x="34" y="340"/>
                                    <a:pt x="34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1"/>
                                    <a:pt x="33" y="341"/>
                                    <a:pt x="32" y="341"/>
                                  </a:cubicBezTo>
                                  <a:cubicBezTo>
                                    <a:pt x="32" y="341"/>
                                    <a:pt x="32" y="341"/>
                                    <a:pt x="32" y="341"/>
                                  </a:cubicBezTo>
                                  <a:cubicBezTo>
                                    <a:pt x="32" y="341"/>
                                    <a:pt x="32" y="342"/>
                                    <a:pt x="32" y="342"/>
                                  </a:cubicBezTo>
                                  <a:cubicBezTo>
                                    <a:pt x="32" y="342"/>
                                    <a:pt x="32" y="342"/>
                                    <a:pt x="33" y="341"/>
                                  </a:cubicBezTo>
                                  <a:cubicBezTo>
                                    <a:pt x="33" y="341"/>
                                    <a:pt x="33" y="341"/>
                                    <a:pt x="33" y="341"/>
                                  </a:cubicBezTo>
                                  <a:close/>
                                  <a:moveTo>
                                    <a:pt x="17" y="324"/>
                                  </a:moveTo>
                                  <a:cubicBezTo>
                                    <a:pt x="17" y="324"/>
                                    <a:pt x="17" y="324"/>
                                    <a:pt x="17" y="324"/>
                                  </a:cubicBezTo>
                                  <a:cubicBezTo>
                                    <a:pt x="17" y="323"/>
                                    <a:pt x="17" y="323"/>
                                    <a:pt x="17" y="323"/>
                                  </a:cubicBezTo>
                                  <a:cubicBezTo>
                                    <a:pt x="17" y="323"/>
                                    <a:pt x="17" y="323"/>
                                    <a:pt x="17" y="323"/>
                                  </a:cubicBezTo>
                                  <a:cubicBezTo>
                                    <a:pt x="16" y="323"/>
                                    <a:pt x="16" y="323"/>
                                    <a:pt x="17" y="323"/>
                                  </a:cubicBezTo>
                                  <a:cubicBezTo>
                                    <a:pt x="17" y="322"/>
                                    <a:pt x="17" y="322"/>
                                    <a:pt x="16" y="322"/>
                                  </a:cubicBezTo>
                                  <a:cubicBezTo>
                                    <a:pt x="16" y="322"/>
                                    <a:pt x="16" y="322"/>
                                    <a:pt x="16" y="322"/>
                                  </a:cubicBezTo>
                                  <a:cubicBezTo>
                                    <a:pt x="16" y="322"/>
                                    <a:pt x="16" y="322"/>
                                    <a:pt x="16" y="322"/>
                                  </a:cubicBezTo>
                                  <a:cubicBezTo>
                                    <a:pt x="15" y="322"/>
                                    <a:pt x="15" y="322"/>
                                    <a:pt x="15" y="322"/>
                                  </a:cubicBezTo>
                                  <a:cubicBezTo>
                                    <a:pt x="15" y="323"/>
                                    <a:pt x="15" y="323"/>
                                    <a:pt x="16" y="324"/>
                                  </a:cubicBezTo>
                                  <a:cubicBezTo>
                                    <a:pt x="15" y="324"/>
                                    <a:pt x="15" y="323"/>
                                    <a:pt x="14" y="323"/>
                                  </a:cubicBezTo>
                                  <a:cubicBezTo>
                                    <a:pt x="14" y="323"/>
                                    <a:pt x="14" y="323"/>
                                    <a:pt x="14" y="323"/>
                                  </a:cubicBezTo>
                                  <a:cubicBezTo>
                                    <a:pt x="14" y="323"/>
                                    <a:pt x="14" y="323"/>
                                    <a:pt x="14" y="324"/>
                                  </a:cubicBezTo>
                                  <a:cubicBezTo>
                                    <a:pt x="14" y="324"/>
                                    <a:pt x="14" y="324"/>
                                    <a:pt x="14" y="324"/>
                                  </a:cubicBezTo>
                                  <a:cubicBezTo>
                                    <a:pt x="14" y="324"/>
                                    <a:pt x="14" y="324"/>
                                    <a:pt x="14" y="325"/>
                                  </a:cubicBezTo>
                                  <a:cubicBezTo>
                                    <a:pt x="14" y="325"/>
                                    <a:pt x="14" y="325"/>
                                    <a:pt x="14" y="325"/>
                                  </a:cubicBezTo>
                                  <a:cubicBezTo>
                                    <a:pt x="15" y="325"/>
                                    <a:pt x="15" y="325"/>
                                    <a:pt x="15" y="325"/>
                                  </a:cubicBezTo>
                                  <a:cubicBezTo>
                                    <a:pt x="15" y="324"/>
                                    <a:pt x="15" y="324"/>
                                    <a:pt x="15" y="324"/>
                                  </a:cubicBezTo>
                                  <a:cubicBezTo>
                                    <a:pt x="15" y="324"/>
                                    <a:pt x="16" y="324"/>
                                    <a:pt x="16" y="324"/>
                                  </a:cubicBezTo>
                                  <a:cubicBezTo>
                                    <a:pt x="16" y="325"/>
                                    <a:pt x="16" y="325"/>
                                    <a:pt x="16" y="325"/>
                                  </a:cubicBezTo>
                                  <a:cubicBezTo>
                                    <a:pt x="17" y="325"/>
                                    <a:pt x="17" y="325"/>
                                    <a:pt x="17" y="325"/>
                                  </a:cubicBezTo>
                                  <a:cubicBezTo>
                                    <a:pt x="17" y="325"/>
                                    <a:pt x="17" y="325"/>
                                    <a:pt x="17" y="325"/>
                                  </a:cubicBezTo>
                                  <a:cubicBezTo>
                                    <a:pt x="17" y="325"/>
                                    <a:pt x="17" y="324"/>
                                    <a:pt x="17" y="324"/>
                                  </a:cubicBezTo>
                                  <a:cubicBezTo>
                                    <a:pt x="17" y="324"/>
                                    <a:pt x="17" y="324"/>
                                    <a:pt x="17" y="324"/>
                                  </a:cubicBezTo>
                                  <a:cubicBezTo>
                                    <a:pt x="17" y="324"/>
                                    <a:pt x="17" y="324"/>
                                    <a:pt x="18" y="324"/>
                                  </a:cubicBezTo>
                                  <a:cubicBezTo>
                                    <a:pt x="18" y="324"/>
                                    <a:pt x="18" y="325"/>
                                    <a:pt x="18" y="325"/>
                                  </a:cubicBezTo>
                                  <a:cubicBezTo>
                                    <a:pt x="18" y="325"/>
                                    <a:pt x="19" y="325"/>
                                    <a:pt x="19" y="325"/>
                                  </a:cubicBezTo>
                                  <a:cubicBezTo>
                                    <a:pt x="19" y="325"/>
                                    <a:pt x="19" y="325"/>
                                    <a:pt x="19" y="324"/>
                                  </a:cubicBezTo>
                                  <a:cubicBezTo>
                                    <a:pt x="19" y="324"/>
                                    <a:pt x="19" y="324"/>
                                    <a:pt x="19" y="324"/>
                                  </a:cubicBezTo>
                                  <a:cubicBezTo>
                                    <a:pt x="19" y="325"/>
                                    <a:pt x="19" y="325"/>
                                    <a:pt x="19" y="325"/>
                                  </a:cubicBezTo>
                                  <a:cubicBezTo>
                                    <a:pt x="19" y="325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20" y="327"/>
                                    <a:pt x="20" y="327"/>
                                    <a:pt x="20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1" y="329"/>
                                  </a:cubicBezTo>
                                  <a:cubicBezTo>
                                    <a:pt x="21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7"/>
                                    <a:pt x="20" y="327"/>
                                  </a:cubicBezTo>
                                  <a:cubicBezTo>
                                    <a:pt x="20" y="327"/>
                                    <a:pt x="20" y="327"/>
                                    <a:pt x="21" y="327"/>
                                  </a:cubicBezTo>
                                  <a:cubicBezTo>
                                    <a:pt x="21" y="327"/>
                                    <a:pt x="21" y="327"/>
                                    <a:pt x="21" y="327"/>
                                  </a:cubicBezTo>
                                  <a:cubicBezTo>
                                    <a:pt x="21" y="327"/>
                                    <a:pt x="21" y="327"/>
                                    <a:pt x="21" y="327"/>
                                  </a:cubicBezTo>
                                  <a:cubicBezTo>
                                    <a:pt x="21" y="328"/>
                                    <a:pt x="21" y="328"/>
                                    <a:pt x="21" y="328"/>
                                  </a:cubicBezTo>
                                  <a:cubicBezTo>
                                    <a:pt x="21" y="328"/>
                                    <a:pt x="21" y="329"/>
                                    <a:pt x="21" y="329"/>
                                  </a:cubicBezTo>
                                  <a:cubicBezTo>
                                    <a:pt x="21" y="329"/>
                                    <a:pt x="21" y="329"/>
                                    <a:pt x="21" y="329"/>
                                  </a:cubicBezTo>
                                  <a:cubicBezTo>
                                    <a:pt x="21" y="329"/>
                                    <a:pt x="21" y="329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0" y="329"/>
                                  </a:cubicBezTo>
                                  <a:cubicBezTo>
                                    <a:pt x="21" y="329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0" y="330"/>
                                    <a:pt x="20" y="330"/>
                                  </a:cubicBezTo>
                                  <a:cubicBezTo>
                                    <a:pt x="21" y="331"/>
                                    <a:pt x="22" y="331"/>
                                    <a:pt x="22" y="330"/>
                                  </a:cubicBezTo>
                                  <a:cubicBezTo>
                                    <a:pt x="22" y="330"/>
                                    <a:pt x="22" y="330"/>
                                    <a:pt x="22" y="330"/>
                                  </a:cubicBezTo>
                                  <a:cubicBezTo>
                                    <a:pt x="23" y="330"/>
                                    <a:pt x="23" y="330"/>
                                    <a:pt x="23" y="330"/>
                                  </a:cubicBezTo>
                                  <a:cubicBezTo>
                                    <a:pt x="23" y="330"/>
                                    <a:pt x="23" y="330"/>
                                    <a:pt x="23" y="330"/>
                                  </a:cubicBezTo>
                                  <a:cubicBezTo>
                                    <a:pt x="23" y="329"/>
                                    <a:pt x="23" y="330"/>
                                    <a:pt x="24" y="330"/>
                                  </a:cubicBezTo>
                                  <a:cubicBezTo>
                                    <a:pt x="24" y="330"/>
                                    <a:pt x="24" y="330"/>
                                    <a:pt x="24" y="329"/>
                                  </a:cubicBezTo>
                                  <a:cubicBezTo>
                                    <a:pt x="24" y="329"/>
                                    <a:pt x="24" y="329"/>
                                    <a:pt x="24" y="329"/>
                                  </a:cubicBezTo>
                                  <a:cubicBezTo>
                                    <a:pt x="24" y="328"/>
                                    <a:pt x="24" y="328"/>
                                    <a:pt x="24" y="328"/>
                                  </a:cubicBezTo>
                                  <a:cubicBezTo>
                                    <a:pt x="24" y="328"/>
                                    <a:pt x="24" y="327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8"/>
                                    <a:pt x="25" y="328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6"/>
                                    <a:pt x="25" y="327"/>
                                    <a:pt x="25" y="326"/>
                                  </a:cubicBezTo>
                                  <a:cubicBezTo>
                                    <a:pt x="24" y="326"/>
                                    <a:pt x="25" y="326"/>
                                    <a:pt x="25" y="326"/>
                                  </a:cubicBezTo>
                                  <a:cubicBezTo>
                                    <a:pt x="25" y="326"/>
                                    <a:pt x="24" y="326"/>
                                    <a:pt x="24" y="326"/>
                                  </a:cubicBezTo>
                                  <a:cubicBezTo>
                                    <a:pt x="24" y="326"/>
                                    <a:pt x="24" y="326"/>
                                    <a:pt x="24" y="326"/>
                                  </a:cubicBezTo>
                                  <a:cubicBezTo>
                                    <a:pt x="24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5"/>
                                    <a:pt x="23" y="325"/>
                                    <a:pt x="23" y="325"/>
                                  </a:cubicBezTo>
                                  <a:cubicBezTo>
                                    <a:pt x="23" y="325"/>
                                    <a:pt x="23" y="325"/>
                                    <a:pt x="23" y="325"/>
                                  </a:cubicBezTo>
                                  <a:cubicBezTo>
                                    <a:pt x="23" y="325"/>
                                    <a:pt x="24" y="325"/>
                                    <a:pt x="24" y="325"/>
                                  </a:cubicBezTo>
                                  <a:cubicBezTo>
                                    <a:pt x="24" y="325"/>
                                    <a:pt x="24" y="325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4" y="325"/>
                                    <a:pt x="24" y="325"/>
                                    <a:pt x="24" y="324"/>
                                  </a:cubicBezTo>
                                  <a:cubicBezTo>
                                    <a:pt x="24" y="325"/>
                                    <a:pt x="24" y="325"/>
                                    <a:pt x="23" y="325"/>
                                  </a:cubicBezTo>
                                  <a:cubicBezTo>
                                    <a:pt x="23" y="325"/>
                                    <a:pt x="23" y="324"/>
                                    <a:pt x="23" y="324"/>
                                  </a:cubicBezTo>
                                  <a:cubicBezTo>
                                    <a:pt x="23" y="324"/>
                                    <a:pt x="22" y="324"/>
                                    <a:pt x="22" y="324"/>
                                  </a:cubicBezTo>
                                  <a:cubicBezTo>
                                    <a:pt x="22" y="324"/>
                                    <a:pt x="22" y="324"/>
                                    <a:pt x="22" y="325"/>
                                  </a:cubicBezTo>
                                  <a:cubicBezTo>
                                    <a:pt x="22" y="325"/>
                                    <a:pt x="22" y="325"/>
                                    <a:pt x="22" y="325"/>
                                  </a:cubicBezTo>
                                  <a:cubicBezTo>
                                    <a:pt x="21" y="324"/>
                                    <a:pt x="22" y="324"/>
                                    <a:pt x="21" y="324"/>
                                  </a:cubicBezTo>
                                  <a:cubicBezTo>
                                    <a:pt x="21" y="323"/>
                                    <a:pt x="21" y="323"/>
                                    <a:pt x="21" y="323"/>
                                  </a:cubicBezTo>
                                  <a:cubicBezTo>
                                    <a:pt x="21" y="323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3"/>
                                    <a:pt x="20" y="323"/>
                                    <a:pt x="20" y="323"/>
                                  </a:cubicBezTo>
                                  <a:cubicBezTo>
                                    <a:pt x="20" y="323"/>
                                    <a:pt x="20" y="323"/>
                                    <a:pt x="20" y="322"/>
                                  </a:cubicBezTo>
                                  <a:cubicBezTo>
                                    <a:pt x="20" y="322"/>
                                    <a:pt x="19" y="322"/>
                                    <a:pt x="19" y="322"/>
                                  </a:cubicBezTo>
                                  <a:cubicBezTo>
                                    <a:pt x="19" y="322"/>
                                    <a:pt x="19" y="322"/>
                                    <a:pt x="19" y="322"/>
                                  </a:cubicBezTo>
                                  <a:cubicBezTo>
                                    <a:pt x="19" y="323"/>
                                    <a:pt x="19" y="323"/>
                                    <a:pt x="19" y="323"/>
                                  </a:cubicBezTo>
                                  <a:cubicBezTo>
                                    <a:pt x="19" y="323"/>
                                    <a:pt x="18" y="323"/>
                                    <a:pt x="18" y="323"/>
                                  </a:cubicBezTo>
                                  <a:cubicBezTo>
                                    <a:pt x="18" y="323"/>
                                    <a:pt x="18" y="323"/>
                                    <a:pt x="17" y="323"/>
                                  </a:cubicBezTo>
                                  <a:cubicBezTo>
                                    <a:pt x="17" y="323"/>
                                    <a:pt x="17" y="323"/>
                                    <a:pt x="17" y="324"/>
                                  </a:cubicBezTo>
                                  <a:close/>
                                  <a:moveTo>
                                    <a:pt x="18" y="328"/>
                                  </a:move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8"/>
                                  </a:cubicBezTo>
                                  <a:close/>
                                  <a:moveTo>
                                    <a:pt x="18" y="330"/>
                                  </a:move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29"/>
                                    <a:pt x="17" y="329"/>
                                  </a:cubicBezTo>
                                  <a:cubicBezTo>
                                    <a:pt x="17" y="329"/>
                                    <a:pt x="17" y="329"/>
                                    <a:pt x="17" y="329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6" y="330"/>
                                    <a:pt x="16" y="330"/>
                                  </a:cubicBezTo>
                                  <a:cubicBezTo>
                                    <a:pt x="16" y="330"/>
                                    <a:pt x="16" y="330"/>
                                    <a:pt x="16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1"/>
                                  </a:cubicBezTo>
                                  <a:cubicBezTo>
                                    <a:pt x="17" y="331"/>
                                    <a:pt x="17" y="331"/>
                                    <a:pt x="17" y="331"/>
                                  </a:cubicBezTo>
                                  <a:cubicBezTo>
                                    <a:pt x="17" y="331"/>
                                    <a:pt x="17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0"/>
                                  </a:cubicBezTo>
                                  <a:close/>
                                  <a:moveTo>
                                    <a:pt x="13" y="319"/>
                                  </a:move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19"/>
                                    <a:pt x="14" y="319"/>
                                  </a:cubicBezTo>
                                  <a:cubicBezTo>
                                    <a:pt x="14" y="319"/>
                                    <a:pt x="14" y="319"/>
                                    <a:pt x="14" y="319"/>
                                  </a:cubicBezTo>
                                  <a:cubicBezTo>
                                    <a:pt x="14" y="320"/>
                                    <a:pt x="15" y="320"/>
                                    <a:pt x="15" y="320"/>
                                  </a:cubicBezTo>
                                  <a:cubicBezTo>
                                    <a:pt x="15" y="320"/>
                                    <a:pt x="15" y="320"/>
                                    <a:pt x="15" y="320"/>
                                  </a:cubicBezTo>
                                  <a:cubicBezTo>
                                    <a:pt x="15" y="321"/>
                                    <a:pt x="15" y="321"/>
                                    <a:pt x="15" y="321"/>
                                  </a:cubicBezTo>
                                  <a:cubicBezTo>
                                    <a:pt x="15" y="321"/>
                                    <a:pt x="15" y="321"/>
                                    <a:pt x="15" y="321"/>
                                  </a:cubicBezTo>
                                  <a:cubicBezTo>
                                    <a:pt x="15" y="321"/>
                                    <a:pt x="16" y="322"/>
                                    <a:pt x="16" y="321"/>
                                  </a:cubicBezTo>
                                  <a:cubicBezTo>
                                    <a:pt x="16" y="321"/>
                                    <a:pt x="16" y="321"/>
                                    <a:pt x="16" y="321"/>
                                  </a:cubicBezTo>
                                  <a:cubicBezTo>
                                    <a:pt x="17" y="321"/>
                                    <a:pt x="17" y="322"/>
                                    <a:pt x="17" y="322"/>
                                  </a:cubicBezTo>
                                  <a:cubicBezTo>
                                    <a:pt x="17" y="322"/>
                                    <a:pt x="18" y="322"/>
                                    <a:pt x="18" y="322"/>
                                  </a:cubicBezTo>
                                  <a:cubicBezTo>
                                    <a:pt x="18" y="322"/>
                                    <a:pt x="18" y="322"/>
                                    <a:pt x="19" y="322"/>
                                  </a:cubicBezTo>
                                  <a:cubicBezTo>
                                    <a:pt x="19" y="321"/>
                                    <a:pt x="18" y="321"/>
                                    <a:pt x="18" y="321"/>
                                  </a:cubicBezTo>
                                  <a:cubicBezTo>
                                    <a:pt x="18" y="321"/>
                                    <a:pt x="18" y="321"/>
                                    <a:pt x="18" y="321"/>
                                  </a:cubicBezTo>
                                  <a:cubicBezTo>
                                    <a:pt x="17" y="321"/>
                                    <a:pt x="17" y="320"/>
                                    <a:pt x="17" y="320"/>
                                  </a:cubicBezTo>
                                  <a:cubicBezTo>
                                    <a:pt x="17" y="320"/>
                                    <a:pt x="17" y="320"/>
                                    <a:pt x="17" y="320"/>
                                  </a:cubicBezTo>
                                  <a:cubicBezTo>
                                    <a:pt x="17" y="320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6" y="319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5" y="319"/>
                                    <a:pt x="15" y="319"/>
                                  </a:cubicBezTo>
                                  <a:cubicBezTo>
                                    <a:pt x="15" y="319"/>
                                    <a:pt x="15" y="318"/>
                                    <a:pt x="14" y="318"/>
                                  </a:cubicBezTo>
                                  <a:cubicBezTo>
                                    <a:pt x="14" y="318"/>
                                    <a:pt x="14" y="318"/>
                                    <a:pt x="14" y="318"/>
                                  </a:cubicBezTo>
                                  <a:cubicBezTo>
                                    <a:pt x="14" y="318"/>
                                    <a:pt x="14" y="318"/>
                                    <a:pt x="13" y="318"/>
                                  </a:cubicBezTo>
                                  <a:cubicBezTo>
                                    <a:pt x="13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1" y="317"/>
                                    <a:pt x="11" y="317"/>
                                  </a:cubicBezTo>
                                  <a:cubicBezTo>
                                    <a:pt x="11" y="317"/>
                                    <a:pt x="11" y="317"/>
                                    <a:pt x="11" y="317"/>
                                  </a:cubicBezTo>
                                  <a:cubicBezTo>
                                    <a:pt x="11" y="317"/>
                                    <a:pt x="11" y="317"/>
                                    <a:pt x="11" y="317"/>
                                  </a:cubicBezTo>
                                  <a:cubicBezTo>
                                    <a:pt x="10" y="317"/>
                                    <a:pt x="10" y="317"/>
                                    <a:pt x="10" y="317"/>
                                  </a:cubicBezTo>
                                  <a:cubicBezTo>
                                    <a:pt x="10" y="317"/>
                                    <a:pt x="10" y="316"/>
                                    <a:pt x="10" y="316"/>
                                  </a:cubicBezTo>
                                  <a:cubicBezTo>
                                    <a:pt x="10" y="316"/>
                                    <a:pt x="10" y="315"/>
                                    <a:pt x="9" y="315"/>
                                  </a:cubicBezTo>
                                  <a:cubicBezTo>
                                    <a:pt x="9" y="315"/>
                                    <a:pt x="9" y="315"/>
                                    <a:pt x="9" y="315"/>
                                  </a:cubicBezTo>
                                  <a:cubicBezTo>
                                    <a:pt x="9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7"/>
                                  </a:cubicBezTo>
                                  <a:cubicBezTo>
                                    <a:pt x="8" y="317"/>
                                    <a:pt x="9" y="317"/>
                                    <a:pt x="9" y="317"/>
                                  </a:cubicBezTo>
                                  <a:cubicBezTo>
                                    <a:pt x="9" y="317"/>
                                    <a:pt x="9" y="318"/>
                                    <a:pt x="9" y="318"/>
                                  </a:cubicBezTo>
                                  <a:cubicBezTo>
                                    <a:pt x="9" y="318"/>
                                    <a:pt x="10" y="318"/>
                                    <a:pt x="10" y="318"/>
                                  </a:cubicBezTo>
                                  <a:cubicBezTo>
                                    <a:pt x="10" y="318"/>
                                    <a:pt x="10" y="319"/>
                                    <a:pt x="10" y="319"/>
                                  </a:cubicBezTo>
                                  <a:cubicBezTo>
                                    <a:pt x="10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2" y="319"/>
                                    <a:pt x="12" y="320"/>
                                  </a:cubicBezTo>
                                  <a:cubicBezTo>
                                    <a:pt x="13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lose/>
                                  <a:moveTo>
                                    <a:pt x="14" y="313"/>
                                  </a:moveTo>
                                  <a:cubicBezTo>
                                    <a:pt x="14" y="313"/>
                                    <a:pt x="14" y="313"/>
                                    <a:pt x="14" y="313"/>
                                  </a:cubicBezTo>
                                  <a:cubicBezTo>
                                    <a:pt x="14" y="312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5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8"/>
                                  </a:cubicBezTo>
                                  <a:cubicBezTo>
                                    <a:pt x="14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2" y="308"/>
                                    <a:pt x="12" y="308"/>
                                    <a:pt x="12" y="307"/>
                                  </a:cubicBezTo>
                                  <a:cubicBezTo>
                                    <a:pt x="12" y="307"/>
                                    <a:pt x="12" y="307"/>
                                    <a:pt x="12" y="307"/>
                                  </a:cubicBezTo>
                                  <a:cubicBezTo>
                                    <a:pt x="12" y="307"/>
                                    <a:pt x="12" y="307"/>
                                    <a:pt x="12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8"/>
                                    <a:pt x="9" y="308"/>
                                    <a:pt x="9" y="308"/>
                                  </a:cubicBezTo>
                                  <a:cubicBezTo>
                                    <a:pt x="10" y="308"/>
                                    <a:pt x="10" y="308"/>
                                    <a:pt x="10" y="309"/>
                                  </a:cubicBezTo>
                                  <a:cubicBezTo>
                                    <a:pt x="10" y="309"/>
                                    <a:pt x="10" y="308"/>
                                    <a:pt x="10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9"/>
                                    <a:pt x="11" y="309"/>
                                  </a:cubicBezTo>
                                  <a:cubicBezTo>
                                    <a:pt x="11" y="309"/>
                                    <a:pt x="11" y="309"/>
                                    <a:pt x="11" y="309"/>
                                  </a:cubicBezTo>
                                  <a:cubicBezTo>
                                    <a:pt x="11" y="309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1"/>
                                    <a:pt x="11" y="311"/>
                                  </a:cubicBezTo>
                                  <a:cubicBezTo>
                                    <a:pt x="11" y="311"/>
                                    <a:pt x="11" y="311"/>
                                    <a:pt x="11" y="311"/>
                                  </a:cubicBezTo>
                                  <a:cubicBezTo>
                                    <a:pt x="12" y="311"/>
                                    <a:pt x="12" y="311"/>
                                    <a:pt x="12" y="311"/>
                                  </a:cubicBezTo>
                                  <a:cubicBezTo>
                                    <a:pt x="12" y="311"/>
                                    <a:pt x="12" y="311"/>
                                    <a:pt x="12" y="310"/>
                                  </a:cubicBezTo>
                                  <a:cubicBezTo>
                                    <a:pt x="12" y="310"/>
                                    <a:pt x="12" y="310"/>
                                    <a:pt x="12" y="310"/>
                                  </a:cubicBezTo>
                                  <a:cubicBezTo>
                                    <a:pt x="12" y="310"/>
                                    <a:pt x="12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4" y="310"/>
                                    <a:pt x="14" y="310"/>
                                    <a:pt x="13" y="310"/>
                                  </a:cubicBezTo>
                                  <a:cubicBezTo>
                                    <a:pt x="13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1"/>
                                    <a:pt x="14" y="311"/>
                                    <a:pt x="14" y="311"/>
                                  </a:cubicBezTo>
                                  <a:cubicBezTo>
                                    <a:pt x="14" y="311"/>
                                    <a:pt x="14" y="311"/>
                                    <a:pt x="13" y="311"/>
                                  </a:cubicBezTo>
                                  <a:cubicBezTo>
                                    <a:pt x="13" y="311"/>
                                    <a:pt x="13" y="311"/>
                                    <a:pt x="13" y="311"/>
                                  </a:cubicBezTo>
                                  <a:cubicBezTo>
                                    <a:pt x="13" y="311"/>
                                    <a:pt x="13" y="311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2" y="312"/>
                                    <a:pt x="12" y="312"/>
                                    <a:pt x="12" y="313"/>
                                  </a:cubicBezTo>
                                  <a:cubicBezTo>
                                    <a:pt x="12" y="313"/>
                                    <a:pt x="12" y="313"/>
                                    <a:pt x="12" y="313"/>
                                  </a:cubicBezTo>
                                  <a:cubicBezTo>
                                    <a:pt x="12" y="313"/>
                                    <a:pt x="12" y="313"/>
                                    <a:pt x="12" y="313"/>
                                  </a:cubicBezTo>
                                  <a:cubicBezTo>
                                    <a:pt x="13" y="313"/>
                                    <a:pt x="13" y="313"/>
                                    <a:pt x="13" y="313"/>
                                  </a:cubicBezTo>
                                  <a:cubicBezTo>
                                    <a:pt x="13" y="313"/>
                                    <a:pt x="13" y="313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4" y="314"/>
                                  </a:cubicBezTo>
                                  <a:cubicBezTo>
                                    <a:pt x="14" y="314"/>
                                    <a:pt x="14" y="314"/>
                                    <a:pt x="14" y="313"/>
                                  </a:cubicBezTo>
                                  <a:close/>
                                  <a:moveTo>
                                    <a:pt x="10" y="303"/>
                                  </a:moveTo>
                                  <a:cubicBezTo>
                                    <a:pt x="10" y="303"/>
                                    <a:pt x="10" y="303"/>
                                    <a:pt x="10" y="303"/>
                                  </a:cubicBezTo>
                                  <a:cubicBezTo>
                                    <a:pt x="10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9" y="302"/>
                                    <a:pt x="9" y="303"/>
                                  </a:cubicBezTo>
                                  <a:cubicBezTo>
                                    <a:pt x="9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10" y="304"/>
                                    <a:pt x="10" y="304"/>
                                  </a:cubicBezTo>
                                  <a:cubicBezTo>
                                    <a:pt x="10" y="304"/>
                                    <a:pt x="10" y="305"/>
                                    <a:pt x="10" y="305"/>
                                  </a:cubicBezTo>
                                  <a:cubicBezTo>
                                    <a:pt x="10" y="305"/>
                                    <a:pt x="11" y="305"/>
                                    <a:pt x="11" y="305"/>
                                  </a:cubicBezTo>
                                  <a:cubicBezTo>
                                    <a:pt x="11" y="305"/>
                                    <a:pt x="11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3" y="307"/>
                                    <a:pt x="13" y="307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7"/>
                                  </a:cubicBezTo>
                                  <a:cubicBezTo>
                                    <a:pt x="14" y="307"/>
                                    <a:pt x="14" y="307"/>
                                    <a:pt x="14" y="306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3" y="306"/>
                                    <a:pt x="13" y="306"/>
                                    <a:pt x="13" y="306"/>
                                  </a:cubicBezTo>
                                  <a:cubicBezTo>
                                    <a:pt x="13" y="306"/>
                                    <a:pt x="13" y="306"/>
                                    <a:pt x="13" y="306"/>
                                  </a:cubicBezTo>
                                  <a:cubicBezTo>
                                    <a:pt x="13" y="305"/>
                                    <a:pt x="13" y="306"/>
                                    <a:pt x="13" y="305"/>
                                  </a:cubicBezTo>
                                  <a:cubicBezTo>
                                    <a:pt x="13" y="305"/>
                                    <a:pt x="13" y="305"/>
                                    <a:pt x="13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2" y="305"/>
                                    <a:pt x="12" y="304"/>
                                    <a:pt x="12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1" y="305"/>
                                    <a:pt x="11" y="305"/>
                                    <a:pt x="11" y="304"/>
                                  </a:cubicBezTo>
                                  <a:cubicBezTo>
                                    <a:pt x="11" y="304"/>
                                    <a:pt x="11" y="304"/>
                                    <a:pt x="11" y="304"/>
                                  </a:cubicBezTo>
                                  <a:cubicBezTo>
                                    <a:pt x="11" y="304"/>
                                    <a:pt x="11" y="304"/>
                                    <a:pt x="11" y="304"/>
                                  </a:cubicBezTo>
                                  <a:cubicBezTo>
                                    <a:pt x="11" y="304"/>
                                    <a:pt x="10" y="304"/>
                                    <a:pt x="10" y="303"/>
                                  </a:cubicBezTo>
                                  <a:cubicBezTo>
                                    <a:pt x="10" y="303"/>
                                    <a:pt x="10" y="303"/>
                                    <a:pt x="10" y="303"/>
                                  </a:cubicBezTo>
                                  <a:close/>
                                  <a:moveTo>
                                    <a:pt x="14" y="304"/>
                                  </a:moveTo>
                                  <a:cubicBezTo>
                                    <a:pt x="13" y="304"/>
                                    <a:pt x="13" y="304"/>
                                    <a:pt x="13" y="304"/>
                                  </a:cubicBezTo>
                                  <a:cubicBezTo>
                                    <a:pt x="13" y="304"/>
                                    <a:pt x="13" y="304"/>
                                    <a:pt x="13" y="304"/>
                                  </a:cubicBezTo>
                                  <a:cubicBezTo>
                                    <a:pt x="13" y="303"/>
                                    <a:pt x="13" y="303"/>
                                    <a:pt x="13" y="303"/>
                                  </a:cubicBezTo>
                                  <a:cubicBezTo>
                                    <a:pt x="13" y="303"/>
                                    <a:pt x="13" y="303"/>
                                    <a:pt x="12" y="303"/>
                                  </a:cubicBezTo>
                                  <a:cubicBezTo>
                                    <a:pt x="13" y="303"/>
                                    <a:pt x="13" y="302"/>
                                    <a:pt x="13" y="302"/>
                                  </a:cubicBezTo>
                                  <a:cubicBezTo>
                                    <a:pt x="13" y="302"/>
                                    <a:pt x="13" y="302"/>
                                    <a:pt x="13" y="302"/>
                                  </a:cubicBezTo>
                                  <a:cubicBezTo>
                                    <a:pt x="12" y="302"/>
                                    <a:pt x="12" y="302"/>
                                    <a:pt x="12" y="302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2"/>
                                    <a:pt x="12" y="302"/>
                                    <a:pt x="11" y="302"/>
                                  </a:cubicBezTo>
                                  <a:cubicBezTo>
                                    <a:pt x="11" y="302"/>
                                    <a:pt x="11" y="303"/>
                                    <a:pt x="11" y="303"/>
                                  </a:cubicBezTo>
                                  <a:cubicBezTo>
                                    <a:pt x="11" y="303"/>
                                    <a:pt x="11" y="303"/>
                                    <a:pt x="11" y="303"/>
                                  </a:cubicBezTo>
                                  <a:cubicBezTo>
                                    <a:pt x="12" y="304"/>
                                    <a:pt x="12" y="304"/>
                                    <a:pt x="13" y="304"/>
                                  </a:cubicBezTo>
                                  <a:cubicBezTo>
                                    <a:pt x="13" y="304"/>
                                    <a:pt x="13" y="305"/>
                                    <a:pt x="13" y="305"/>
                                  </a:cubicBezTo>
                                  <a:cubicBezTo>
                                    <a:pt x="13" y="305"/>
                                    <a:pt x="13" y="305"/>
                                    <a:pt x="14" y="305"/>
                                  </a:cubicBezTo>
                                  <a:cubicBezTo>
                                    <a:pt x="14" y="305"/>
                                    <a:pt x="14" y="305"/>
                                    <a:pt x="14" y="305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5" y="306"/>
                                    <a:pt x="15" y="306"/>
                                    <a:pt x="14" y="306"/>
                                  </a:cubicBezTo>
                                  <a:cubicBezTo>
                                    <a:pt x="14" y="305"/>
                                    <a:pt x="14" y="305"/>
                                    <a:pt x="14" y="305"/>
                                  </a:cubicBezTo>
                                  <a:cubicBezTo>
                                    <a:pt x="14" y="305"/>
                                    <a:pt x="15" y="305"/>
                                    <a:pt x="14" y="304"/>
                                  </a:cubicBezTo>
                                  <a:cubicBezTo>
                                    <a:pt x="14" y="304"/>
                                    <a:pt x="14" y="304"/>
                                    <a:pt x="14" y="304"/>
                                  </a:cubicBezTo>
                                  <a:close/>
                                  <a:moveTo>
                                    <a:pt x="8" y="303"/>
                                  </a:move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2"/>
                                    <a:pt x="8" y="302"/>
                                  </a:cubicBezTo>
                                  <a:cubicBezTo>
                                    <a:pt x="8" y="302"/>
                                    <a:pt x="7" y="302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3"/>
                                    <a:pt x="7" y="303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4"/>
                                    <a:pt x="6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4"/>
                                    <a:pt x="5" y="304"/>
                                    <a:pt x="5" y="304"/>
                                  </a:cubicBezTo>
                                  <a:cubicBezTo>
                                    <a:pt x="5" y="304"/>
                                    <a:pt x="5" y="304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4"/>
                                    <a:pt x="5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5"/>
                                  </a:cubicBezTo>
                                  <a:cubicBezTo>
                                    <a:pt x="6" y="305"/>
                                    <a:pt x="6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6"/>
                                    <a:pt x="5" y="306"/>
                                    <a:pt x="5" y="306"/>
                                  </a:cubicBezTo>
                                  <a:cubicBezTo>
                                    <a:pt x="5" y="306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8" y="307"/>
                                    <a:pt x="8" y="307"/>
                                  </a:cubicBezTo>
                                  <a:cubicBezTo>
                                    <a:pt x="8" y="307"/>
                                    <a:pt x="8" y="307"/>
                                    <a:pt x="8" y="307"/>
                                  </a:cubicBezTo>
                                  <a:cubicBezTo>
                                    <a:pt x="9" y="307"/>
                                    <a:pt x="9" y="307"/>
                                    <a:pt x="9" y="306"/>
                                  </a:cubicBezTo>
                                  <a:cubicBezTo>
                                    <a:pt x="9" y="306"/>
                                    <a:pt x="9" y="306"/>
                                    <a:pt x="9" y="306"/>
                                  </a:cubicBezTo>
                                  <a:cubicBezTo>
                                    <a:pt x="9" y="306"/>
                                    <a:pt x="9" y="306"/>
                                    <a:pt x="9" y="306"/>
                                  </a:cubicBezTo>
                                  <a:cubicBezTo>
                                    <a:pt x="9" y="305"/>
                                    <a:pt x="9" y="305"/>
                                    <a:pt x="9" y="305"/>
                                  </a:cubicBezTo>
                                  <a:cubicBezTo>
                                    <a:pt x="9" y="305"/>
                                    <a:pt x="8" y="305"/>
                                    <a:pt x="8" y="305"/>
                                  </a:cubicBezTo>
                                  <a:cubicBezTo>
                                    <a:pt x="8" y="306"/>
                                    <a:pt x="8" y="306"/>
                                    <a:pt x="8" y="306"/>
                                  </a:cubicBezTo>
                                  <a:cubicBezTo>
                                    <a:pt x="8" y="305"/>
                                    <a:pt x="8" y="305"/>
                                    <a:pt x="8" y="305"/>
                                  </a:cubicBezTo>
                                  <a:cubicBezTo>
                                    <a:pt x="8" y="305"/>
                                    <a:pt x="8" y="305"/>
                                    <a:pt x="9" y="305"/>
                                  </a:cubicBezTo>
                                  <a:cubicBezTo>
                                    <a:pt x="9" y="305"/>
                                    <a:pt x="8" y="304"/>
                                    <a:pt x="8" y="304"/>
                                  </a:cubicBezTo>
                                  <a:cubicBezTo>
                                    <a:pt x="8" y="304"/>
                                    <a:pt x="8" y="304"/>
                                    <a:pt x="8" y="304"/>
                                  </a:cubicBezTo>
                                  <a:cubicBezTo>
                                    <a:pt x="8" y="304"/>
                                    <a:pt x="8" y="304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lose/>
                                  <a:moveTo>
                                    <a:pt x="8" y="307"/>
                                  </a:moveTo>
                                  <a:cubicBezTo>
                                    <a:pt x="8" y="307"/>
                                    <a:pt x="8" y="307"/>
                                    <a:pt x="8" y="307"/>
                                  </a:cubicBezTo>
                                  <a:cubicBezTo>
                                    <a:pt x="8" y="307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7" y="308"/>
                                    <a:pt x="7" y="308"/>
                                  </a:cubicBezTo>
                                  <a:cubicBezTo>
                                    <a:pt x="7" y="308"/>
                                    <a:pt x="7" y="308"/>
                                    <a:pt x="7" y="308"/>
                                  </a:cubicBezTo>
                                  <a:cubicBezTo>
                                    <a:pt x="7" y="308"/>
                                    <a:pt x="7" y="308"/>
                                    <a:pt x="6" y="308"/>
                                  </a:cubicBezTo>
                                  <a:cubicBezTo>
                                    <a:pt x="6" y="308"/>
                                    <a:pt x="6" y="308"/>
                                    <a:pt x="6" y="309"/>
                                  </a:cubicBezTo>
                                  <a:cubicBezTo>
                                    <a:pt x="6" y="309"/>
                                    <a:pt x="6" y="309"/>
                                    <a:pt x="6" y="309"/>
                                  </a:cubicBezTo>
                                  <a:cubicBezTo>
                                    <a:pt x="6" y="309"/>
                                    <a:pt x="6" y="309"/>
                                    <a:pt x="7" y="309"/>
                                  </a:cubicBezTo>
                                  <a:cubicBezTo>
                                    <a:pt x="7" y="309"/>
                                    <a:pt x="7" y="309"/>
                                    <a:pt x="7" y="309"/>
                                  </a:cubicBezTo>
                                  <a:cubicBezTo>
                                    <a:pt x="7" y="309"/>
                                    <a:pt x="7" y="309"/>
                                    <a:pt x="7" y="310"/>
                                  </a:cubicBezTo>
                                  <a:cubicBezTo>
                                    <a:pt x="7" y="310"/>
                                    <a:pt x="7" y="310"/>
                                    <a:pt x="8" y="310"/>
                                  </a:cubicBezTo>
                                  <a:cubicBezTo>
                                    <a:pt x="8" y="310"/>
                                    <a:pt x="8" y="310"/>
                                    <a:pt x="8" y="310"/>
                                  </a:cubicBezTo>
                                  <a:cubicBezTo>
                                    <a:pt x="8" y="310"/>
                                    <a:pt x="8" y="309"/>
                                    <a:pt x="8" y="309"/>
                                  </a:cubicBezTo>
                                  <a:cubicBezTo>
                                    <a:pt x="8" y="309"/>
                                    <a:pt x="8" y="309"/>
                                    <a:pt x="8" y="309"/>
                                  </a:cubicBezTo>
                                  <a:cubicBezTo>
                                    <a:pt x="8" y="309"/>
                                    <a:pt x="9" y="309"/>
                                    <a:pt x="9" y="309"/>
                                  </a:cubicBezTo>
                                  <a:cubicBezTo>
                                    <a:pt x="9" y="309"/>
                                    <a:pt x="8" y="309"/>
                                    <a:pt x="8" y="308"/>
                                  </a:cubicBezTo>
                                  <a:cubicBezTo>
                                    <a:pt x="8" y="308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9" y="307"/>
                                    <a:pt x="8" y="307"/>
                                  </a:cubicBezTo>
                                  <a:close/>
                                  <a:moveTo>
                                    <a:pt x="11" y="298"/>
                                  </a:move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2" y="297"/>
                                    <a:pt x="12" y="297"/>
                                    <a:pt x="12" y="297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lose/>
                                  <a:moveTo>
                                    <a:pt x="5" y="299"/>
                                  </a:moveTo>
                                  <a:cubicBezTo>
                                    <a:pt x="5" y="299"/>
                                    <a:pt x="5" y="299"/>
                                    <a:pt x="5" y="298"/>
                                  </a:cubicBezTo>
                                  <a:cubicBezTo>
                                    <a:pt x="5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7"/>
                                  </a:cubicBezTo>
                                  <a:cubicBezTo>
                                    <a:pt x="6" y="297"/>
                                    <a:pt x="6" y="298"/>
                                    <a:pt x="6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4" y="298"/>
                                  </a:cubicBezTo>
                                  <a:cubicBezTo>
                                    <a:pt x="4" y="298"/>
                                    <a:pt x="4" y="298"/>
                                    <a:pt x="4" y="298"/>
                                  </a:cubicBezTo>
                                  <a:cubicBezTo>
                                    <a:pt x="4" y="298"/>
                                    <a:pt x="4" y="299"/>
                                    <a:pt x="4" y="299"/>
                                  </a:cubicBezTo>
                                  <a:cubicBezTo>
                                    <a:pt x="4" y="299"/>
                                    <a:pt x="4" y="299"/>
                                    <a:pt x="4" y="300"/>
                                  </a:cubicBezTo>
                                  <a:cubicBezTo>
                                    <a:pt x="4" y="300"/>
                                    <a:pt x="4" y="300"/>
                                    <a:pt x="4" y="300"/>
                                  </a:cubicBezTo>
                                  <a:cubicBezTo>
                                    <a:pt x="4" y="300"/>
                                    <a:pt x="4" y="300"/>
                                    <a:pt x="4" y="300"/>
                                  </a:cubicBezTo>
                                  <a:cubicBezTo>
                                    <a:pt x="3" y="301"/>
                                    <a:pt x="3" y="301"/>
                                    <a:pt x="3" y="302"/>
                                  </a:cubicBezTo>
                                  <a:cubicBezTo>
                                    <a:pt x="4" y="301"/>
                                    <a:pt x="4" y="301"/>
                                    <a:pt x="4" y="301"/>
                                  </a:cubicBezTo>
                                  <a:cubicBezTo>
                                    <a:pt x="5" y="301"/>
                                    <a:pt x="4" y="300"/>
                                    <a:pt x="5" y="300"/>
                                  </a:cubicBezTo>
                                  <a:cubicBezTo>
                                    <a:pt x="5" y="300"/>
                                    <a:pt x="5" y="299"/>
                                    <a:pt x="5" y="299"/>
                                  </a:cubicBezTo>
                                  <a:cubicBezTo>
                                    <a:pt x="5" y="299"/>
                                    <a:pt x="5" y="299"/>
                                    <a:pt x="5" y="299"/>
                                  </a:cubicBezTo>
                                  <a:close/>
                                  <a:moveTo>
                                    <a:pt x="7" y="295"/>
                                  </a:move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6"/>
                                    <a:pt x="7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7" y="296"/>
                                    <a:pt x="7" y="296"/>
                                  </a:cubicBezTo>
                                  <a:cubicBezTo>
                                    <a:pt x="7" y="296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6"/>
                                  </a:cubicBezTo>
                                  <a:cubicBezTo>
                                    <a:pt x="7" y="296"/>
                                    <a:pt x="7" y="296"/>
                                    <a:pt x="7" y="296"/>
                                  </a:cubicBezTo>
                                  <a:cubicBezTo>
                                    <a:pt x="7" y="296"/>
                                    <a:pt x="7" y="296"/>
                                    <a:pt x="7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7"/>
                                  </a:cubicBezTo>
                                  <a:cubicBezTo>
                                    <a:pt x="6" y="297"/>
                                    <a:pt x="6" y="297"/>
                                    <a:pt x="6" y="297"/>
                                  </a:cubicBezTo>
                                  <a:cubicBezTo>
                                    <a:pt x="6" y="297"/>
                                    <a:pt x="6" y="297"/>
                                    <a:pt x="6" y="297"/>
                                  </a:cubicBezTo>
                                  <a:cubicBezTo>
                                    <a:pt x="6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9"/>
                                  </a:cubicBezTo>
                                  <a:cubicBezTo>
                                    <a:pt x="6" y="299"/>
                                    <a:pt x="6" y="299"/>
                                    <a:pt x="6" y="299"/>
                                  </a:cubicBezTo>
                                  <a:cubicBezTo>
                                    <a:pt x="6" y="299"/>
                                    <a:pt x="6" y="299"/>
                                    <a:pt x="5" y="300"/>
                                  </a:cubicBezTo>
                                  <a:cubicBezTo>
                                    <a:pt x="5" y="300"/>
                                    <a:pt x="5" y="300"/>
                                    <a:pt x="5" y="300"/>
                                  </a:cubicBezTo>
                                  <a:cubicBezTo>
                                    <a:pt x="5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1"/>
                                  </a:cubicBezTo>
                                  <a:cubicBezTo>
                                    <a:pt x="6" y="301"/>
                                    <a:pt x="6" y="301"/>
                                    <a:pt x="6" y="301"/>
                                  </a:cubicBezTo>
                                  <a:cubicBezTo>
                                    <a:pt x="6" y="301"/>
                                    <a:pt x="6" y="301"/>
                                    <a:pt x="6" y="301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8" y="299"/>
                                  </a:cubicBezTo>
                                  <a:cubicBezTo>
                                    <a:pt x="8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8" y="298"/>
                                    <a:pt x="8" y="299"/>
                                    <a:pt x="9" y="299"/>
                                  </a:cubicBezTo>
                                  <a:cubicBezTo>
                                    <a:pt x="9" y="299"/>
                                    <a:pt x="9" y="299"/>
                                    <a:pt x="9" y="299"/>
                                  </a:cubicBezTo>
                                  <a:cubicBezTo>
                                    <a:pt x="8" y="298"/>
                                    <a:pt x="8" y="298"/>
                                    <a:pt x="8" y="298"/>
                                  </a:cubicBezTo>
                                  <a:cubicBezTo>
                                    <a:pt x="8" y="298"/>
                                    <a:pt x="8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7"/>
                                    <a:pt x="9" y="297"/>
                                    <a:pt x="8" y="297"/>
                                  </a:cubicBezTo>
                                  <a:cubicBezTo>
                                    <a:pt x="8" y="297"/>
                                    <a:pt x="8" y="297"/>
                                    <a:pt x="8" y="297"/>
                                  </a:cubicBezTo>
                                  <a:cubicBezTo>
                                    <a:pt x="8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10" y="297"/>
                                    <a:pt x="10" y="297"/>
                                    <a:pt x="10" y="296"/>
                                  </a:cubicBezTo>
                                  <a:cubicBezTo>
                                    <a:pt x="10" y="296"/>
                                    <a:pt x="10" y="296"/>
                                    <a:pt x="10" y="296"/>
                                  </a:cubicBezTo>
                                  <a:cubicBezTo>
                                    <a:pt x="10" y="296"/>
                                    <a:pt x="10" y="296"/>
                                    <a:pt x="10" y="296"/>
                                  </a:cubicBezTo>
                                  <a:cubicBezTo>
                                    <a:pt x="9" y="296"/>
                                    <a:pt x="9" y="296"/>
                                    <a:pt x="9" y="295"/>
                                  </a:cubicBezTo>
                                  <a:cubicBezTo>
                                    <a:pt x="9" y="295"/>
                                    <a:pt x="9" y="295"/>
                                    <a:pt x="9" y="295"/>
                                  </a:cubicBezTo>
                                  <a:cubicBezTo>
                                    <a:pt x="10" y="295"/>
                                    <a:pt x="10" y="295"/>
                                    <a:pt x="10" y="295"/>
                                  </a:cubicBezTo>
                                  <a:cubicBezTo>
                                    <a:pt x="10" y="295"/>
                                    <a:pt x="10" y="295"/>
                                    <a:pt x="10" y="294"/>
                                  </a:cubicBezTo>
                                  <a:cubicBezTo>
                                    <a:pt x="10" y="294"/>
                                    <a:pt x="10" y="293"/>
                                    <a:pt x="10" y="293"/>
                                  </a:cubicBezTo>
                                  <a:cubicBezTo>
                                    <a:pt x="10" y="293"/>
                                    <a:pt x="10" y="293"/>
                                    <a:pt x="10" y="293"/>
                                  </a:cubicBezTo>
                                  <a:cubicBezTo>
                                    <a:pt x="10" y="293"/>
                                    <a:pt x="10" y="293"/>
                                    <a:pt x="10" y="293"/>
                                  </a:cubicBezTo>
                                  <a:cubicBezTo>
                                    <a:pt x="9" y="293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3"/>
                                    <a:pt x="8" y="293"/>
                                    <a:pt x="8" y="293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7" y="292"/>
                                    <a:pt x="7" y="292"/>
                                  </a:cubicBezTo>
                                  <a:cubicBezTo>
                                    <a:pt x="7" y="292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6" y="291"/>
                                    <a:pt x="6" y="291"/>
                                  </a:cubicBezTo>
                                  <a:cubicBezTo>
                                    <a:pt x="6" y="291"/>
                                    <a:pt x="6" y="291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7" y="293"/>
                                    <a:pt x="7" y="293"/>
                                  </a:cubicBezTo>
                                  <a:cubicBezTo>
                                    <a:pt x="7" y="293"/>
                                    <a:pt x="7" y="293"/>
                                    <a:pt x="7" y="293"/>
                                  </a:cubicBezTo>
                                  <a:cubicBezTo>
                                    <a:pt x="7" y="293"/>
                                    <a:pt x="7" y="293"/>
                                    <a:pt x="7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4"/>
                                    <a:pt x="6" y="294"/>
                                    <a:pt x="6" y="294"/>
                                  </a:cubicBezTo>
                                  <a:cubicBezTo>
                                    <a:pt x="6" y="294"/>
                                    <a:pt x="6" y="294"/>
                                    <a:pt x="5" y="294"/>
                                  </a:cubicBezTo>
                                  <a:cubicBezTo>
                                    <a:pt x="5" y="294"/>
                                    <a:pt x="5" y="294"/>
                                    <a:pt x="5" y="294"/>
                                  </a:cubicBezTo>
                                  <a:cubicBezTo>
                                    <a:pt x="5" y="294"/>
                                    <a:pt x="5" y="295"/>
                                    <a:pt x="5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6"/>
                                    <a:pt x="7" y="295"/>
                                    <a:pt x="7" y="295"/>
                                  </a:cubicBezTo>
                                  <a:close/>
                                  <a:moveTo>
                                    <a:pt x="8" y="290"/>
                                  </a:moveTo>
                                  <a:cubicBezTo>
                                    <a:pt x="8" y="290"/>
                                    <a:pt x="8" y="290"/>
                                    <a:pt x="8" y="290"/>
                                  </a:cubicBezTo>
                                  <a:cubicBezTo>
                                    <a:pt x="8" y="290"/>
                                    <a:pt x="8" y="290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9" y="289"/>
                                    <a:pt x="9" y="289"/>
                                  </a:cubicBezTo>
                                  <a:cubicBezTo>
                                    <a:pt x="9" y="289"/>
                                    <a:pt x="9" y="289"/>
                                    <a:pt x="9" y="289"/>
                                  </a:cubicBezTo>
                                  <a:cubicBezTo>
                                    <a:pt x="9" y="289"/>
                                    <a:pt x="9" y="289"/>
                                    <a:pt x="9" y="289"/>
                                  </a:cubicBezTo>
                                  <a:cubicBezTo>
                                    <a:pt x="9" y="290"/>
                                    <a:pt x="9" y="290"/>
                                    <a:pt x="9" y="290"/>
                                  </a:cubicBezTo>
                                  <a:cubicBezTo>
                                    <a:pt x="9" y="290"/>
                                    <a:pt x="9" y="290"/>
                                    <a:pt x="9" y="290"/>
                                  </a:cubicBezTo>
                                  <a:cubicBezTo>
                                    <a:pt x="9" y="291"/>
                                    <a:pt x="9" y="291"/>
                                    <a:pt x="9" y="291"/>
                                  </a:cubicBezTo>
                                  <a:cubicBezTo>
                                    <a:pt x="9" y="291"/>
                                    <a:pt x="9" y="291"/>
                                    <a:pt x="9" y="291"/>
                                  </a:cubicBezTo>
                                  <a:cubicBezTo>
                                    <a:pt x="9" y="291"/>
                                    <a:pt x="9" y="292"/>
                                    <a:pt x="10" y="292"/>
                                  </a:cubicBezTo>
                                  <a:cubicBezTo>
                                    <a:pt x="10" y="292"/>
                                    <a:pt x="10" y="292"/>
                                    <a:pt x="10" y="292"/>
                                  </a:cubicBezTo>
                                  <a:cubicBezTo>
                                    <a:pt x="10" y="292"/>
                                    <a:pt x="10" y="292"/>
                                    <a:pt x="10" y="292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2"/>
                                    <a:pt x="11" y="293"/>
                                    <a:pt x="11" y="293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1"/>
                                    <a:pt x="11" y="291"/>
                                    <a:pt x="11" y="291"/>
                                  </a:cubicBezTo>
                                  <a:cubicBezTo>
                                    <a:pt x="11" y="291"/>
                                    <a:pt x="11" y="291"/>
                                    <a:pt x="11" y="291"/>
                                  </a:cubicBezTo>
                                  <a:cubicBezTo>
                                    <a:pt x="11" y="291"/>
                                    <a:pt x="11" y="290"/>
                                    <a:pt x="11" y="290"/>
                                  </a:cubicBezTo>
                                  <a:cubicBezTo>
                                    <a:pt x="11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8" y="288"/>
                                    <a:pt x="8" y="288"/>
                                    <a:pt x="8" y="288"/>
                                  </a:cubicBezTo>
                                  <a:cubicBezTo>
                                    <a:pt x="8" y="288"/>
                                    <a:pt x="8" y="288"/>
                                    <a:pt x="8" y="288"/>
                                  </a:cubicBezTo>
                                  <a:cubicBezTo>
                                    <a:pt x="8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9"/>
                                    <a:pt x="7" y="289"/>
                                    <a:pt x="7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90"/>
                                    <a:pt x="7" y="290"/>
                                    <a:pt x="8" y="290"/>
                                  </a:cubicBezTo>
                                  <a:cubicBezTo>
                                    <a:pt x="8" y="290"/>
                                    <a:pt x="8" y="290"/>
                                    <a:pt x="8" y="290"/>
                                  </a:cubicBezTo>
                                  <a:close/>
                                  <a:moveTo>
                                    <a:pt x="4" y="291"/>
                                  </a:moveTo>
                                  <a:cubicBezTo>
                                    <a:pt x="4" y="291"/>
                                    <a:pt x="4" y="291"/>
                                    <a:pt x="3" y="291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5" y="289"/>
                                    <a:pt x="5" y="289"/>
                                  </a:cubicBezTo>
                                  <a:cubicBezTo>
                                    <a:pt x="5" y="289"/>
                                    <a:pt x="5" y="289"/>
                                    <a:pt x="5" y="289"/>
                                  </a:cubicBezTo>
                                  <a:cubicBezTo>
                                    <a:pt x="5" y="289"/>
                                    <a:pt x="5" y="289"/>
                                    <a:pt x="5" y="289"/>
                                  </a:cubicBezTo>
                                  <a:cubicBezTo>
                                    <a:pt x="4" y="289"/>
                                    <a:pt x="4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90"/>
                                    <a:pt x="2" y="290"/>
                                  </a:cubicBezTo>
                                  <a:cubicBezTo>
                                    <a:pt x="2" y="290"/>
                                    <a:pt x="3" y="290"/>
                                    <a:pt x="3" y="290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2" y="290"/>
                                    <a:pt x="2" y="290"/>
                                    <a:pt x="2" y="291"/>
                                  </a:cubicBezTo>
                                  <a:cubicBezTo>
                                    <a:pt x="2" y="291"/>
                                    <a:pt x="3" y="291"/>
                                    <a:pt x="3" y="291"/>
                                  </a:cubicBezTo>
                                  <a:cubicBezTo>
                                    <a:pt x="3" y="291"/>
                                    <a:pt x="3" y="291"/>
                                    <a:pt x="3" y="291"/>
                                  </a:cubicBezTo>
                                  <a:cubicBezTo>
                                    <a:pt x="3" y="291"/>
                                    <a:pt x="3" y="291"/>
                                    <a:pt x="2" y="291"/>
                                  </a:cubicBezTo>
                                  <a:cubicBezTo>
                                    <a:pt x="2" y="291"/>
                                    <a:pt x="2" y="291"/>
                                    <a:pt x="2" y="292"/>
                                  </a:cubicBezTo>
                                  <a:cubicBezTo>
                                    <a:pt x="2" y="292"/>
                                    <a:pt x="2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4" y="292"/>
                                  </a:cubicBezTo>
                                  <a:cubicBezTo>
                                    <a:pt x="4" y="292"/>
                                    <a:pt x="4" y="291"/>
                                    <a:pt x="4" y="291"/>
                                  </a:cubicBezTo>
                                  <a:close/>
                                  <a:moveTo>
                                    <a:pt x="3" y="288"/>
                                  </a:moveTo>
                                  <a:cubicBezTo>
                                    <a:pt x="3" y="288"/>
                                    <a:pt x="3" y="288"/>
                                    <a:pt x="3" y="289"/>
                                  </a:cubicBezTo>
                                  <a:cubicBezTo>
                                    <a:pt x="4" y="289"/>
                                    <a:pt x="4" y="289"/>
                                    <a:pt x="4" y="288"/>
                                  </a:cubicBezTo>
                                  <a:cubicBezTo>
                                    <a:pt x="5" y="288"/>
                                    <a:pt x="5" y="288"/>
                                    <a:pt x="5" y="288"/>
                                  </a:cubicBezTo>
                                  <a:cubicBezTo>
                                    <a:pt x="5" y="289"/>
                                    <a:pt x="5" y="288"/>
                                    <a:pt x="5" y="288"/>
                                  </a:cubicBezTo>
                                  <a:cubicBezTo>
                                    <a:pt x="5" y="288"/>
                                    <a:pt x="5" y="288"/>
                                    <a:pt x="5" y="288"/>
                                  </a:cubicBezTo>
                                  <a:cubicBezTo>
                                    <a:pt x="6" y="287"/>
                                    <a:pt x="6" y="287"/>
                                    <a:pt x="7" y="286"/>
                                  </a:cubicBezTo>
                                  <a:cubicBezTo>
                                    <a:pt x="7" y="286"/>
                                    <a:pt x="7" y="286"/>
                                    <a:pt x="7" y="286"/>
                                  </a:cubicBezTo>
                                  <a:cubicBezTo>
                                    <a:pt x="7" y="286"/>
                                    <a:pt x="7" y="285"/>
                                    <a:pt x="7" y="285"/>
                                  </a:cubicBezTo>
                                  <a:cubicBezTo>
                                    <a:pt x="7" y="285"/>
                                    <a:pt x="7" y="285"/>
                                    <a:pt x="7" y="285"/>
                                  </a:cubicBezTo>
                                  <a:cubicBezTo>
                                    <a:pt x="7" y="285"/>
                                    <a:pt x="6" y="285"/>
                                    <a:pt x="6" y="285"/>
                                  </a:cubicBezTo>
                                  <a:cubicBezTo>
                                    <a:pt x="6" y="285"/>
                                    <a:pt x="6" y="285"/>
                                    <a:pt x="6" y="285"/>
                                  </a:cubicBezTo>
                                  <a:cubicBezTo>
                                    <a:pt x="6" y="284"/>
                                    <a:pt x="6" y="284"/>
                                    <a:pt x="6" y="284"/>
                                  </a:cubicBezTo>
                                  <a:cubicBezTo>
                                    <a:pt x="6" y="284"/>
                                    <a:pt x="6" y="284"/>
                                    <a:pt x="6" y="284"/>
                                  </a:cubicBezTo>
                                  <a:cubicBezTo>
                                    <a:pt x="5" y="284"/>
                                    <a:pt x="5" y="285"/>
                                    <a:pt x="5" y="285"/>
                                  </a:cubicBezTo>
                                  <a:cubicBezTo>
                                    <a:pt x="5" y="285"/>
                                    <a:pt x="5" y="285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3"/>
                                  </a:cubicBezTo>
                                  <a:cubicBezTo>
                                    <a:pt x="3" y="283"/>
                                    <a:pt x="3" y="283"/>
                                    <a:pt x="3" y="283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5" y="286"/>
                                    <a:pt x="5" y="286"/>
                                    <a:pt x="4" y="286"/>
                                  </a:cubicBezTo>
                                  <a:cubicBezTo>
                                    <a:pt x="4" y="286"/>
                                    <a:pt x="4" y="286"/>
                                    <a:pt x="4" y="286"/>
                                  </a:cubicBezTo>
                                  <a:cubicBezTo>
                                    <a:pt x="4" y="286"/>
                                    <a:pt x="4" y="286"/>
                                    <a:pt x="4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2" y="285"/>
                                    <a:pt x="2" y="286"/>
                                    <a:pt x="2" y="286"/>
                                  </a:cubicBezTo>
                                  <a:cubicBezTo>
                                    <a:pt x="2" y="286"/>
                                    <a:pt x="2" y="286"/>
                                    <a:pt x="2" y="286"/>
                                  </a:cubicBezTo>
                                  <a:cubicBezTo>
                                    <a:pt x="2" y="286"/>
                                    <a:pt x="2" y="286"/>
                                    <a:pt x="2" y="287"/>
                                  </a:cubicBezTo>
                                  <a:cubicBezTo>
                                    <a:pt x="2" y="287"/>
                                    <a:pt x="2" y="287"/>
                                    <a:pt x="2" y="287"/>
                                  </a:cubicBezTo>
                                  <a:cubicBezTo>
                                    <a:pt x="2" y="287"/>
                                    <a:pt x="2" y="287"/>
                                    <a:pt x="2" y="288"/>
                                  </a:cubicBezTo>
                                  <a:cubicBezTo>
                                    <a:pt x="2" y="288"/>
                                    <a:pt x="3" y="288"/>
                                    <a:pt x="3" y="288"/>
                                  </a:cubicBezTo>
                                  <a:cubicBezTo>
                                    <a:pt x="3" y="288"/>
                                    <a:pt x="3" y="288"/>
                                    <a:pt x="3" y="287"/>
                                  </a:cubicBezTo>
                                  <a:cubicBezTo>
                                    <a:pt x="3" y="287"/>
                                    <a:pt x="3" y="287"/>
                                    <a:pt x="4" y="287"/>
                                  </a:cubicBezTo>
                                  <a:cubicBezTo>
                                    <a:pt x="4" y="287"/>
                                    <a:pt x="4" y="287"/>
                                    <a:pt x="4" y="287"/>
                                  </a:cubicBezTo>
                                  <a:cubicBezTo>
                                    <a:pt x="4" y="287"/>
                                    <a:pt x="4" y="288"/>
                                    <a:pt x="4" y="288"/>
                                  </a:cubicBezTo>
                                  <a:cubicBezTo>
                                    <a:pt x="4" y="288"/>
                                    <a:pt x="3" y="288"/>
                                    <a:pt x="3" y="288"/>
                                  </a:cubicBezTo>
                                  <a:cubicBezTo>
                                    <a:pt x="3" y="288"/>
                                    <a:pt x="3" y="288"/>
                                    <a:pt x="3" y="288"/>
                                  </a:cubicBezTo>
                                  <a:close/>
                                  <a:moveTo>
                                    <a:pt x="3" y="281"/>
                                  </a:move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2"/>
                                  </a:cubicBezTo>
                                  <a:cubicBezTo>
                                    <a:pt x="3" y="282"/>
                                    <a:pt x="3" y="282"/>
                                    <a:pt x="3" y="282"/>
                                  </a:cubicBezTo>
                                  <a:cubicBezTo>
                                    <a:pt x="3" y="282"/>
                                    <a:pt x="3" y="282"/>
                                    <a:pt x="4" y="282"/>
                                  </a:cubicBezTo>
                                  <a:cubicBezTo>
                                    <a:pt x="4" y="282"/>
                                    <a:pt x="4" y="282"/>
                                    <a:pt x="4" y="282"/>
                                  </a:cubicBezTo>
                                  <a:cubicBezTo>
                                    <a:pt x="4" y="282"/>
                                    <a:pt x="4" y="282"/>
                                    <a:pt x="4" y="281"/>
                                  </a:cubicBezTo>
                                  <a:cubicBezTo>
                                    <a:pt x="4" y="281"/>
                                    <a:pt x="4" y="281"/>
                                    <a:pt x="4" y="281"/>
                                  </a:cubicBezTo>
                                  <a:cubicBezTo>
                                    <a:pt x="4" y="281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3" y="279"/>
                                  </a:cubicBezTo>
                                  <a:cubicBezTo>
                                    <a:pt x="2" y="279"/>
                                    <a:pt x="2" y="279"/>
                                    <a:pt x="2" y="279"/>
                                  </a:cubicBezTo>
                                  <a:cubicBezTo>
                                    <a:pt x="2" y="279"/>
                                    <a:pt x="2" y="279"/>
                                    <a:pt x="2" y="279"/>
                                  </a:cubicBezTo>
                                  <a:cubicBezTo>
                                    <a:pt x="1" y="279"/>
                                    <a:pt x="1" y="279"/>
                                    <a:pt x="1" y="279"/>
                                  </a:cubicBezTo>
                                  <a:cubicBezTo>
                                    <a:pt x="1" y="279"/>
                                    <a:pt x="1" y="279"/>
                                    <a:pt x="1" y="279"/>
                                  </a:cubicBezTo>
                                  <a:cubicBezTo>
                                    <a:pt x="1" y="280"/>
                                    <a:pt x="1" y="280"/>
                                    <a:pt x="1" y="280"/>
                                  </a:cubicBezTo>
                                  <a:cubicBezTo>
                                    <a:pt x="1" y="280"/>
                                    <a:pt x="1" y="280"/>
                                    <a:pt x="1" y="280"/>
                                  </a:cubicBezTo>
                                  <a:cubicBezTo>
                                    <a:pt x="1" y="280"/>
                                    <a:pt x="2" y="280"/>
                                    <a:pt x="2" y="280"/>
                                  </a:cubicBezTo>
                                  <a:cubicBezTo>
                                    <a:pt x="2" y="280"/>
                                    <a:pt x="2" y="280"/>
                                    <a:pt x="2" y="280"/>
                                  </a:cubicBezTo>
                                  <a:cubicBezTo>
                                    <a:pt x="2" y="281"/>
                                    <a:pt x="1" y="281"/>
                                    <a:pt x="1" y="281"/>
                                  </a:cubicBezTo>
                                  <a:cubicBezTo>
                                    <a:pt x="1" y="281"/>
                                    <a:pt x="1" y="281"/>
                                    <a:pt x="1" y="281"/>
                                  </a:cubicBezTo>
                                  <a:cubicBezTo>
                                    <a:pt x="1" y="282"/>
                                    <a:pt x="1" y="282"/>
                                    <a:pt x="1" y="282"/>
                                  </a:cubicBezTo>
                                  <a:cubicBezTo>
                                    <a:pt x="2" y="282"/>
                                    <a:pt x="2" y="282"/>
                                    <a:pt x="2" y="282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lose/>
                                  <a:moveTo>
                                    <a:pt x="2" y="264"/>
                                  </a:move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6"/>
                                    <a:pt x="2" y="266"/>
                                    <a:pt x="2" y="266"/>
                                  </a:cubicBezTo>
                                  <a:cubicBezTo>
                                    <a:pt x="2" y="266"/>
                                    <a:pt x="2" y="266"/>
                                    <a:pt x="2" y="266"/>
                                  </a:cubicBezTo>
                                  <a:cubicBezTo>
                                    <a:pt x="3" y="266"/>
                                    <a:pt x="3" y="266"/>
                                    <a:pt x="3" y="266"/>
                                  </a:cubicBezTo>
                                  <a:cubicBezTo>
                                    <a:pt x="3" y="266"/>
                                    <a:pt x="3" y="266"/>
                                    <a:pt x="3" y="266"/>
                                  </a:cubicBezTo>
                                  <a:cubicBezTo>
                                    <a:pt x="3" y="266"/>
                                    <a:pt x="3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7"/>
                                  </a:cubicBezTo>
                                  <a:cubicBezTo>
                                    <a:pt x="4" y="267"/>
                                    <a:pt x="4" y="267"/>
                                    <a:pt x="4" y="267"/>
                                  </a:cubicBezTo>
                                  <a:cubicBezTo>
                                    <a:pt x="4" y="267"/>
                                    <a:pt x="3" y="267"/>
                                    <a:pt x="3" y="267"/>
                                  </a:cubicBezTo>
                                  <a:cubicBezTo>
                                    <a:pt x="3" y="267"/>
                                    <a:pt x="3" y="267"/>
                                    <a:pt x="3" y="267"/>
                                  </a:cubicBezTo>
                                  <a:cubicBezTo>
                                    <a:pt x="3" y="267"/>
                                    <a:pt x="3" y="267"/>
                                    <a:pt x="2" y="267"/>
                                  </a:cubicBezTo>
                                  <a:cubicBezTo>
                                    <a:pt x="2" y="267"/>
                                    <a:pt x="2" y="267"/>
                                    <a:pt x="2" y="267"/>
                                  </a:cubicBezTo>
                                  <a:cubicBezTo>
                                    <a:pt x="2" y="267"/>
                                    <a:pt x="1" y="267"/>
                                    <a:pt x="1" y="267"/>
                                  </a:cubicBezTo>
                                  <a:cubicBezTo>
                                    <a:pt x="1" y="267"/>
                                    <a:pt x="1" y="267"/>
                                    <a:pt x="1" y="267"/>
                                  </a:cubicBezTo>
                                  <a:cubicBezTo>
                                    <a:pt x="1" y="267"/>
                                    <a:pt x="1" y="268"/>
                                    <a:pt x="1" y="268"/>
                                  </a:cubicBezTo>
                                  <a:cubicBezTo>
                                    <a:pt x="1" y="268"/>
                                    <a:pt x="1" y="268"/>
                                    <a:pt x="2" y="268"/>
                                  </a:cubicBezTo>
                                  <a:cubicBezTo>
                                    <a:pt x="2" y="268"/>
                                    <a:pt x="2" y="268"/>
                                    <a:pt x="2" y="268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1" y="269"/>
                                    <a:pt x="1" y="269"/>
                                  </a:cubicBezTo>
                                  <a:cubicBezTo>
                                    <a:pt x="1" y="269"/>
                                    <a:pt x="1" y="269"/>
                                    <a:pt x="1" y="269"/>
                                  </a:cubicBezTo>
                                  <a:cubicBezTo>
                                    <a:pt x="1" y="269"/>
                                    <a:pt x="1" y="269"/>
                                    <a:pt x="1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3" y="269"/>
                                    <a:pt x="3" y="269"/>
                                    <a:pt x="3" y="270"/>
                                  </a:cubicBezTo>
                                  <a:cubicBezTo>
                                    <a:pt x="3" y="270"/>
                                    <a:pt x="3" y="270"/>
                                    <a:pt x="4" y="270"/>
                                  </a:cubicBezTo>
                                  <a:cubicBezTo>
                                    <a:pt x="4" y="270"/>
                                    <a:pt x="4" y="270"/>
                                    <a:pt x="4" y="270"/>
                                  </a:cubicBezTo>
                                  <a:cubicBezTo>
                                    <a:pt x="4" y="269"/>
                                    <a:pt x="4" y="269"/>
                                    <a:pt x="5" y="269"/>
                                  </a:cubicBezTo>
                                  <a:cubicBezTo>
                                    <a:pt x="5" y="268"/>
                                    <a:pt x="5" y="268"/>
                                    <a:pt x="5" y="268"/>
                                  </a:cubicBezTo>
                                  <a:cubicBezTo>
                                    <a:pt x="5" y="268"/>
                                    <a:pt x="5" y="268"/>
                                    <a:pt x="5" y="268"/>
                                  </a:cubicBezTo>
                                  <a:cubicBezTo>
                                    <a:pt x="5" y="267"/>
                                    <a:pt x="5" y="267"/>
                                    <a:pt x="5" y="267"/>
                                  </a:cubicBezTo>
                                  <a:cubicBezTo>
                                    <a:pt x="5" y="267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4" y="265"/>
                                    <a:pt x="4" y="265"/>
                                    <a:pt x="4" y="264"/>
                                  </a:cubicBezTo>
                                  <a:cubicBezTo>
                                    <a:pt x="4" y="264"/>
                                    <a:pt x="4" y="264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3" y="263"/>
                                    <a:pt x="3" y="263"/>
                                  </a:cubicBezTo>
                                  <a:cubicBezTo>
                                    <a:pt x="3" y="263"/>
                                    <a:pt x="3" y="263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3" y="263"/>
                                    <a:pt x="3" y="262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2" y="262"/>
                                    <a:pt x="2" y="262"/>
                                    <a:pt x="2" y="262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lose/>
                                  <a:moveTo>
                                    <a:pt x="9" y="267"/>
                                  </a:moveTo>
                                  <a:cubicBezTo>
                                    <a:pt x="9" y="267"/>
                                    <a:pt x="9" y="267"/>
                                    <a:pt x="9" y="267"/>
                                  </a:cubicBezTo>
                                  <a:cubicBezTo>
                                    <a:pt x="8" y="267"/>
                                    <a:pt x="8" y="267"/>
                                    <a:pt x="8" y="267"/>
                                  </a:cubicBezTo>
                                  <a:cubicBezTo>
                                    <a:pt x="8" y="266"/>
                                    <a:pt x="8" y="266"/>
                                    <a:pt x="9" y="266"/>
                                  </a:cubicBezTo>
                                  <a:cubicBezTo>
                                    <a:pt x="9" y="266"/>
                                    <a:pt x="9" y="266"/>
                                    <a:pt x="8" y="266"/>
                                  </a:cubicBezTo>
                                  <a:cubicBezTo>
                                    <a:pt x="8" y="265"/>
                                    <a:pt x="8" y="265"/>
                                    <a:pt x="8" y="265"/>
                                  </a:cubicBezTo>
                                  <a:cubicBezTo>
                                    <a:pt x="8" y="265"/>
                                    <a:pt x="8" y="265"/>
                                    <a:pt x="8" y="265"/>
                                  </a:cubicBezTo>
                                  <a:cubicBezTo>
                                    <a:pt x="8" y="265"/>
                                    <a:pt x="8" y="265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7" y="264"/>
                                  </a:cubicBezTo>
                                  <a:cubicBezTo>
                                    <a:pt x="7" y="265"/>
                                    <a:pt x="7" y="265"/>
                                    <a:pt x="7" y="265"/>
                                  </a:cubicBezTo>
                                  <a:cubicBezTo>
                                    <a:pt x="7" y="265"/>
                                    <a:pt x="7" y="265"/>
                                    <a:pt x="7" y="265"/>
                                  </a:cubicBezTo>
                                  <a:cubicBezTo>
                                    <a:pt x="7" y="265"/>
                                    <a:pt x="7" y="265"/>
                                    <a:pt x="7" y="264"/>
                                  </a:cubicBezTo>
                                  <a:cubicBezTo>
                                    <a:pt x="7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3"/>
                                    <a:pt x="7" y="263"/>
                                    <a:pt x="7" y="263"/>
                                  </a:cubicBezTo>
                                  <a:cubicBezTo>
                                    <a:pt x="7" y="263"/>
                                    <a:pt x="8" y="262"/>
                                    <a:pt x="8" y="262"/>
                                  </a:cubicBezTo>
                                  <a:cubicBezTo>
                                    <a:pt x="8" y="262"/>
                                    <a:pt x="8" y="262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0"/>
                                  </a:cubicBezTo>
                                  <a:cubicBezTo>
                                    <a:pt x="7" y="260"/>
                                    <a:pt x="7" y="260"/>
                                    <a:pt x="7" y="260"/>
                                  </a:cubicBezTo>
                                  <a:cubicBezTo>
                                    <a:pt x="7" y="260"/>
                                    <a:pt x="7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61"/>
                                  </a:cubicBezTo>
                                  <a:cubicBezTo>
                                    <a:pt x="6" y="261"/>
                                    <a:pt x="6" y="261"/>
                                    <a:pt x="6" y="261"/>
                                  </a:cubicBezTo>
                                  <a:cubicBezTo>
                                    <a:pt x="6" y="261"/>
                                    <a:pt x="5" y="261"/>
                                    <a:pt x="5" y="261"/>
                                  </a:cubicBezTo>
                                  <a:cubicBezTo>
                                    <a:pt x="5" y="261"/>
                                    <a:pt x="5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5" y="262"/>
                                    <a:pt x="5" y="263"/>
                                    <a:pt x="5" y="263"/>
                                  </a:cubicBezTo>
                                  <a:cubicBezTo>
                                    <a:pt x="6" y="263"/>
                                    <a:pt x="5" y="263"/>
                                    <a:pt x="5" y="263"/>
                                  </a:cubicBezTo>
                                  <a:cubicBezTo>
                                    <a:pt x="5" y="263"/>
                                    <a:pt x="5" y="263"/>
                                    <a:pt x="5" y="263"/>
                                  </a:cubicBezTo>
                                  <a:cubicBezTo>
                                    <a:pt x="5" y="263"/>
                                    <a:pt x="5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4"/>
                                    <a:pt x="4" y="264"/>
                                    <a:pt x="4" y="264"/>
                                  </a:cubicBezTo>
                                  <a:cubicBezTo>
                                    <a:pt x="4" y="264"/>
                                    <a:pt x="5" y="265"/>
                                    <a:pt x="5" y="265"/>
                                  </a:cubicBezTo>
                                  <a:cubicBezTo>
                                    <a:pt x="5" y="265"/>
                                    <a:pt x="5" y="265"/>
                                    <a:pt x="5" y="265"/>
                                  </a:cubicBezTo>
                                  <a:cubicBezTo>
                                    <a:pt x="5" y="265"/>
                                    <a:pt x="5" y="265"/>
                                    <a:pt x="5" y="265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6" y="266"/>
                                    <a:pt x="6" y="267"/>
                                  </a:cubicBezTo>
                                  <a:cubicBezTo>
                                    <a:pt x="6" y="266"/>
                                    <a:pt x="6" y="266"/>
                                    <a:pt x="6" y="266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8"/>
                                    <a:pt x="6" y="268"/>
                                    <a:pt x="6" y="268"/>
                                  </a:cubicBezTo>
                                  <a:cubicBezTo>
                                    <a:pt x="6" y="268"/>
                                    <a:pt x="7" y="268"/>
                                    <a:pt x="7" y="268"/>
                                  </a:cubicBezTo>
                                  <a:cubicBezTo>
                                    <a:pt x="7" y="268"/>
                                    <a:pt x="7" y="268"/>
                                    <a:pt x="7" y="269"/>
                                  </a:cubicBezTo>
                                  <a:cubicBezTo>
                                    <a:pt x="8" y="269"/>
                                    <a:pt x="8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8"/>
                                    <a:pt x="9" y="268"/>
                                    <a:pt x="9" y="268"/>
                                  </a:cubicBezTo>
                                  <a:cubicBezTo>
                                    <a:pt x="9" y="268"/>
                                    <a:pt x="9" y="268"/>
                                    <a:pt x="9" y="267"/>
                                  </a:cubicBezTo>
                                  <a:close/>
                                  <a:moveTo>
                                    <a:pt x="6" y="259"/>
                                  </a:move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3" y="259"/>
                                  </a:cubicBezTo>
                                  <a:cubicBezTo>
                                    <a:pt x="3" y="259"/>
                                    <a:pt x="3" y="259"/>
                                    <a:pt x="3" y="260"/>
                                  </a:cubicBezTo>
                                  <a:cubicBezTo>
                                    <a:pt x="3" y="260"/>
                                    <a:pt x="3" y="260"/>
                                    <a:pt x="3" y="260"/>
                                  </a:cubicBezTo>
                                  <a:cubicBezTo>
                                    <a:pt x="4" y="260"/>
                                    <a:pt x="4" y="260"/>
                                    <a:pt x="4" y="260"/>
                                  </a:cubicBezTo>
                                  <a:cubicBezTo>
                                    <a:pt x="4" y="260"/>
                                    <a:pt x="4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6" y="259"/>
                                  </a:cubicBezTo>
                                  <a:cubicBezTo>
                                    <a:pt x="6" y="260"/>
                                    <a:pt x="6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lose/>
                                  <a:moveTo>
                                    <a:pt x="11" y="252"/>
                                  </a:move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9" y="252"/>
                                  </a:cubicBezTo>
                                  <a:cubicBezTo>
                                    <a:pt x="9" y="252"/>
                                    <a:pt x="9" y="253"/>
                                    <a:pt x="9" y="253"/>
                                  </a:cubicBezTo>
                                  <a:cubicBezTo>
                                    <a:pt x="9" y="253"/>
                                    <a:pt x="9" y="253"/>
                                    <a:pt x="9" y="253"/>
                                  </a:cubicBezTo>
                                  <a:cubicBezTo>
                                    <a:pt x="9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lose/>
                                  <a:moveTo>
                                    <a:pt x="14" y="242"/>
                                  </a:moveTo>
                                  <a:cubicBezTo>
                                    <a:pt x="14" y="242"/>
                                    <a:pt x="14" y="242"/>
                                    <a:pt x="14" y="242"/>
                                  </a:cubicBezTo>
                                  <a:cubicBezTo>
                                    <a:pt x="14" y="242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5" y="243"/>
                                    <a:pt x="15" y="243"/>
                                  </a:cubicBezTo>
                                  <a:cubicBezTo>
                                    <a:pt x="15" y="243"/>
                                    <a:pt x="15" y="243"/>
                                    <a:pt x="15" y="243"/>
                                  </a:cubicBezTo>
                                  <a:cubicBezTo>
                                    <a:pt x="15" y="242"/>
                                    <a:pt x="15" y="242"/>
                                    <a:pt x="14" y="242"/>
                                  </a:cubicBezTo>
                                  <a:cubicBezTo>
                                    <a:pt x="14" y="242"/>
                                    <a:pt x="15" y="242"/>
                                    <a:pt x="15" y="241"/>
                                  </a:cubicBezTo>
                                  <a:cubicBezTo>
                                    <a:pt x="15" y="241"/>
                                    <a:pt x="15" y="241"/>
                                    <a:pt x="15" y="241"/>
                                  </a:cubicBezTo>
                                  <a:cubicBezTo>
                                    <a:pt x="15" y="241"/>
                                    <a:pt x="15" y="240"/>
                                    <a:pt x="15" y="240"/>
                                  </a:cubicBezTo>
                                  <a:cubicBezTo>
                                    <a:pt x="15" y="240"/>
                                    <a:pt x="15" y="240"/>
                                    <a:pt x="15" y="240"/>
                                  </a:cubicBezTo>
                                  <a:cubicBezTo>
                                    <a:pt x="15" y="240"/>
                                    <a:pt x="15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3" y="241"/>
                                  </a:cubicBezTo>
                                  <a:cubicBezTo>
                                    <a:pt x="13" y="241"/>
                                    <a:pt x="13" y="242"/>
                                    <a:pt x="14" y="242"/>
                                  </a:cubicBezTo>
                                  <a:close/>
                                  <a:moveTo>
                                    <a:pt x="15" y="238"/>
                                  </a:moveTo>
                                  <a:cubicBezTo>
                                    <a:pt x="15" y="238"/>
                                    <a:pt x="15" y="237"/>
                                    <a:pt x="15" y="237"/>
                                  </a:cubicBezTo>
                                  <a:cubicBezTo>
                                    <a:pt x="15" y="237"/>
                                    <a:pt x="15" y="237"/>
                                    <a:pt x="15" y="237"/>
                                  </a:cubicBezTo>
                                  <a:cubicBezTo>
                                    <a:pt x="15" y="237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4" y="236"/>
                                    <a:pt x="14" y="237"/>
                                  </a:cubicBezTo>
                                  <a:cubicBezTo>
                                    <a:pt x="14" y="237"/>
                                    <a:pt x="14" y="237"/>
                                    <a:pt x="14" y="237"/>
                                  </a:cubicBezTo>
                                  <a:cubicBezTo>
                                    <a:pt x="14" y="237"/>
                                    <a:pt x="14" y="238"/>
                                    <a:pt x="14" y="238"/>
                                  </a:cubicBezTo>
                                  <a:cubicBezTo>
                                    <a:pt x="14" y="238"/>
                                    <a:pt x="15" y="238"/>
                                    <a:pt x="15" y="239"/>
                                  </a:cubicBezTo>
                                  <a:cubicBezTo>
                                    <a:pt x="15" y="239"/>
                                    <a:pt x="15" y="238"/>
                                    <a:pt x="15" y="238"/>
                                  </a:cubicBezTo>
                                  <a:cubicBezTo>
                                    <a:pt x="15" y="238"/>
                                    <a:pt x="15" y="238"/>
                                    <a:pt x="15" y="238"/>
                                  </a:cubicBezTo>
                                  <a:close/>
                                  <a:moveTo>
                                    <a:pt x="11" y="238"/>
                                  </a:moveTo>
                                  <a:cubicBezTo>
                                    <a:pt x="11" y="238"/>
                                    <a:pt x="11" y="238"/>
                                    <a:pt x="11" y="238"/>
                                  </a:cubicBezTo>
                                  <a:cubicBezTo>
                                    <a:pt x="11" y="237"/>
                                    <a:pt x="11" y="237"/>
                                    <a:pt x="11" y="237"/>
                                  </a:cubicBezTo>
                                  <a:cubicBezTo>
                                    <a:pt x="11" y="237"/>
                                    <a:pt x="11" y="237"/>
                                    <a:pt x="11" y="237"/>
                                  </a:cubicBezTo>
                                  <a:cubicBezTo>
                                    <a:pt x="11" y="236"/>
                                    <a:pt x="11" y="236"/>
                                    <a:pt x="11" y="236"/>
                                  </a:cubicBezTo>
                                  <a:cubicBezTo>
                                    <a:pt x="11" y="236"/>
                                    <a:pt x="11" y="236"/>
                                    <a:pt x="11" y="236"/>
                                  </a:cubicBezTo>
                                  <a:cubicBezTo>
                                    <a:pt x="11" y="236"/>
                                    <a:pt x="10" y="236"/>
                                    <a:pt x="10" y="236"/>
                                  </a:cubicBezTo>
                                  <a:cubicBezTo>
                                    <a:pt x="10" y="236"/>
                                    <a:pt x="10" y="236"/>
                                    <a:pt x="10" y="236"/>
                                  </a:cubicBezTo>
                                  <a:cubicBezTo>
                                    <a:pt x="10" y="236"/>
                                    <a:pt x="10" y="236"/>
                                    <a:pt x="10" y="236"/>
                                  </a:cubicBezTo>
                                  <a:cubicBezTo>
                                    <a:pt x="9" y="236"/>
                                    <a:pt x="9" y="236"/>
                                    <a:pt x="9" y="236"/>
                                  </a:cubicBezTo>
                                  <a:cubicBezTo>
                                    <a:pt x="9" y="236"/>
                                    <a:pt x="9" y="236"/>
                                    <a:pt x="9" y="236"/>
                                  </a:cubicBezTo>
                                  <a:cubicBezTo>
                                    <a:pt x="9" y="236"/>
                                    <a:pt x="9" y="237"/>
                                    <a:pt x="9" y="237"/>
                                  </a:cubicBezTo>
                                  <a:cubicBezTo>
                                    <a:pt x="9" y="237"/>
                                    <a:pt x="8" y="237"/>
                                    <a:pt x="8" y="238"/>
                                  </a:cubicBezTo>
                                  <a:cubicBezTo>
                                    <a:pt x="8" y="238"/>
                                    <a:pt x="8" y="238"/>
                                    <a:pt x="8" y="239"/>
                                  </a:cubicBezTo>
                                  <a:cubicBezTo>
                                    <a:pt x="8" y="239"/>
                                    <a:pt x="8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8"/>
                                    <a:pt x="10" y="238"/>
                                  </a:cubicBezTo>
                                  <a:cubicBezTo>
                                    <a:pt x="10" y="238"/>
                                    <a:pt x="11" y="238"/>
                                    <a:pt x="11" y="238"/>
                                  </a:cubicBezTo>
                                  <a:close/>
                                  <a:moveTo>
                                    <a:pt x="12" y="238"/>
                                  </a:moveTo>
                                  <a:cubicBezTo>
                                    <a:pt x="12" y="238"/>
                                    <a:pt x="12" y="239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4" y="237"/>
                                    <a:pt x="14" y="236"/>
                                    <a:pt x="14" y="236"/>
                                  </a:cubicBezTo>
                                  <a:cubicBezTo>
                                    <a:pt x="14" y="236"/>
                                    <a:pt x="14" y="236"/>
                                    <a:pt x="14" y="236"/>
                                  </a:cubicBezTo>
                                  <a:cubicBezTo>
                                    <a:pt x="13" y="236"/>
                                    <a:pt x="13" y="236"/>
                                    <a:pt x="13" y="236"/>
                                  </a:cubicBezTo>
                                  <a:cubicBezTo>
                                    <a:pt x="13" y="236"/>
                                    <a:pt x="13" y="235"/>
                                    <a:pt x="13" y="235"/>
                                  </a:cubicBezTo>
                                  <a:cubicBezTo>
                                    <a:pt x="13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3"/>
                                    <a:pt x="15" y="233"/>
                                  </a:cubicBezTo>
                                  <a:cubicBezTo>
                                    <a:pt x="15" y="233"/>
                                    <a:pt x="15" y="233"/>
                                    <a:pt x="15" y="233"/>
                                  </a:cubicBezTo>
                                  <a:cubicBezTo>
                                    <a:pt x="15" y="233"/>
                                    <a:pt x="15" y="233"/>
                                    <a:pt x="14" y="233"/>
                                  </a:cubicBezTo>
                                  <a:cubicBezTo>
                                    <a:pt x="14" y="232"/>
                                    <a:pt x="15" y="232"/>
                                    <a:pt x="15" y="232"/>
                                  </a:cubicBezTo>
                                  <a:cubicBezTo>
                                    <a:pt x="14" y="232"/>
                                    <a:pt x="14" y="232"/>
                                    <a:pt x="14" y="232"/>
                                  </a:cubicBezTo>
                                  <a:cubicBezTo>
                                    <a:pt x="14" y="232"/>
                                    <a:pt x="14" y="232"/>
                                    <a:pt x="14" y="232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0"/>
                                  </a:cubicBezTo>
                                  <a:cubicBezTo>
                                    <a:pt x="13" y="230"/>
                                    <a:pt x="13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1"/>
                                    <a:pt x="11" y="231"/>
                                    <a:pt x="11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1" y="231"/>
                                    <a:pt x="11" y="231"/>
                                    <a:pt x="12" y="231"/>
                                  </a:cubicBezTo>
                                  <a:cubicBezTo>
                                    <a:pt x="12" y="231"/>
                                    <a:pt x="12" y="231"/>
                                    <a:pt x="12" y="231"/>
                                  </a:cubicBezTo>
                                  <a:cubicBezTo>
                                    <a:pt x="12" y="231"/>
                                    <a:pt x="12" y="231"/>
                                    <a:pt x="12" y="231"/>
                                  </a:cubicBezTo>
                                  <a:cubicBezTo>
                                    <a:pt x="12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2"/>
                                    <a:pt x="13" y="232"/>
                                  </a:cubicBezTo>
                                  <a:cubicBezTo>
                                    <a:pt x="13" y="232"/>
                                    <a:pt x="12" y="232"/>
                                    <a:pt x="12" y="232"/>
                                  </a:cubicBezTo>
                                  <a:cubicBezTo>
                                    <a:pt x="12" y="232"/>
                                    <a:pt x="11" y="232"/>
                                    <a:pt x="11" y="232"/>
                                  </a:cubicBezTo>
                                  <a:cubicBezTo>
                                    <a:pt x="11" y="232"/>
                                    <a:pt x="11" y="232"/>
                                    <a:pt x="11" y="232"/>
                                  </a:cubicBezTo>
                                  <a:cubicBezTo>
                                    <a:pt x="11" y="232"/>
                                    <a:pt x="11" y="232"/>
                                    <a:pt x="11" y="233"/>
                                  </a:cubicBezTo>
                                  <a:cubicBezTo>
                                    <a:pt x="11" y="233"/>
                                    <a:pt x="11" y="233"/>
                                    <a:pt x="11" y="233"/>
                                  </a:cubicBezTo>
                                  <a:cubicBezTo>
                                    <a:pt x="12" y="233"/>
                                    <a:pt x="12" y="233"/>
                                    <a:pt x="13" y="233"/>
                                  </a:cubicBezTo>
                                  <a:cubicBezTo>
                                    <a:pt x="13" y="233"/>
                                    <a:pt x="13" y="233"/>
                                    <a:pt x="13" y="233"/>
                                  </a:cubicBezTo>
                                  <a:cubicBezTo>
                                    <a:pt x="13" y="233"/>
                                    <a:pt x="12" y="234"/>
                                    <a:pt x="12" y="234"/>
                                  </a:cubicBezTo>
                                  <a:cubicBezTo>
                                    <a:pt x="12" y="234"/>
                                    <a:pt x="12" y="234"/>
                                    <a:pt x="12" y="233"/>
                                  </a:cubicBezTo>
                                  <a:cubicBezTo>
                                    <a:pt x="12" y="233"/>
                                    <a:pt x="12" y="233"/>
                                    <a:pt x="12" y="233"/>
                                  </a:cubicBezTo>
                                  <a:cubicBezTo>
                                    <a:pt x="11" y="234"/>
                                    <a:pt x="11" y="234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6"/>
                                    <a:pt x="12" y="236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8"/>
                                    <a:pt x="12" y="238"/>
                                    <a:pt x="12" y="238"/>
                                  </a:cubicBezTo>
                                  <a:cubicBezTo>
                                    <a:pt x="12" y="238"/>
                                    <a:pt x="12" y="238"/>
                                    <a:pt x="12" y="238"/>
                                  </a:cubicBezTo>
                                  <a:close/>
                                  <a:moveTo>
                                    <a:pt x="18" y="227"/>
                                  </a:moveTo>
                                  <a:cubicBezTo>
                                    <a:pt x="18" y="227"/>
                                    <a:pt x="19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7" y="227"/>
                                    <a:pt x="17" y="227"/>
                                    <a:pt x="17" y="227"/>
                                  </a:cubicBezTo>
                                  <a:cubicBezTo>
                                    <a:pt x="17" y="228"/>
                                    <a:pt x="17" y="228"/>
                                    <a:pt x="17" y="228"/>
                                  </a:cubicBezTo>
                                  <a:cubicBezTo>
                                    <a:pt x="16" y="228"/>
                                    <a:pt x="16" y="228"/>
                                    <a:pt x="16" y="228"/>
                                  </a:cubicBezTo>
                                  <a:cubicBezTo>
                                    <a:pt x="16" y="228"/>
                                    <a:pt x="16" y="228"/>
                                    <a:pt x="16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30"/>
                                    <a:pt x="17" y="230"/>
                                    <a:pt x="18" y="230"/>
                                  </a:cubicBezTo>
                                  <a:cubicBezTo>
                                    <a:pt x="18" y="230"/>
                                    <a:pt x="18" y="230"/>
                                    <a:pt x="18" y="230"/>
                                  </a:cubicBezTo>
                                  <a:cubicBezTo>
                                    <a:pt x="18" y="230"/>
                                    <a:pt x="18" y="230"/>
                                    <a:pt x="19" y="230"/>
                                  </a:cubicBezTo>
                                  <a:cubicBezTo>
                                    <a:pt x="19" y="230"/>
                                    <a:pt x="19" y="230"/>
                                    <a:pt x="19" y="230"/>
                                  </a:cubicBezTo>
                                  <a:cubicBezTo>
                                    <a:pt x="19" y="230"/>
                                    <a:pt x="20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0" y="228"/>
                                    <a:pt x="20" y="228"/>
                                    <a:pt x="20" y="228"/>
                                  </a:cubicBezTo>
                                  <a:cubicBezTo>
                                    <a:pt x="20" y="228"/>
                                    <a:pt x="20" y="228"/>
                                    <a:pt x="20" y="228"/>
                                  </a:cubicBezTo>
                                  <a:cubicBezTo>
                                    <a:pt x="20" y="227"/>
                                    <a:pt x="20" y="227"/>
                                    <a:pt x="20" y="227"/>
                                  </a:cubicBezTo>
                                  <a:cubicBezTo>
                                    <a:pt x="20" y="227"/>
                                    <a:pt x="20" y="227"/>
                                    <a:pt x="20" y="227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7"/>
                                  </a:cubicBezTo>
                                  <a:cubicBezTo>
                                    <a:pt x="21" y="227"/>
                                    <a:pt x="21" y="227"/>
                                    <a:pt x="21" y="227"/>
                                  </a:cubicBezTo>
                                  <a:cubicBezTo>
                                    <a:pt x="21" y="227"/>
                                    <a:pt x="21" y="227"/>
                                    <a:pt x="21" y="227"/>
                                  </a:cubicBezTo>
                                  <a:cubicBezTo>
                                    <a:pt x="21" y="227"/>
                                    <a:pt x="21" y="226"/>
                                    <a:pt x="21" y="226"/>
                                  </a:cubicBezTo>
                                  <a:cubicBezTo>
                                    <a:pt x="21" y="226"/>
                                    <a:pt x="21" y="226"/>
                                    <a:pt x="21" y="226"/>
                                  </a:cubicBezTo>
                                  <a:cubicBezTo>
                                    <a:pt x="21" y="226"/>
                                    <a:pt x="20" y="226"/>
                                    <a:pt x="20" y="226"/>
                                  </a:cubicBezTo>
                                  <a:cubicBezTo>
                                    <a:pt x="20" y="226"/>
                                    <a:pt x="20" y="226"/>
                                    <a:pt x="20" y="226"/>
                                  </a:cubicBezTo>
                                  <a:cubicBezTo>
                                    <a:pt x="20" y="226"/>
                                    <a:pt x="20" y="226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19" y="225"/>
                                    <a:pt x="19" y="225"/>
                                    <a:pt x="19" y="225"/>
                                  </a:cubicBezTo>
                                  <a:cubicBezTo>
                                    <a:pt x="19" y="225"/>
                                    <a:pt x="19" y="225"/>
                                    <a:pt x="19" y="225"/>
                                  </a:cubicBezTo>
                                  <a:cubicBezTo>
                                    <a:pt x="19" y="226"/>
                                    <a:pt x="19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lose/>
                                  <a:moveTo>
                                    <a:pt x="9" y="234"/>
                                  </a:move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ubicBezTo>
                                    <a:pt x="9" y="235"/>
                                    <a:pt x="9" y="235"/>
                                    <a:pt x="9" y="235"/>
                                  </a:cubicBezTo>
                                  <a:cubicBezTo>
                                    <a:pt x="9" y="235"/>
                                    <a:pt x="9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4"/>
                                    <a:pt x="10" y="234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lose/>
                                  <a:moveTo>
                                    <a:pt x="10" y="230"/>
                                  </a:move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10" y="230"/>
                                  </a:cubicBezTo>
                                  <a:close/>
                                  <a:moveTo>
                                    <a:pt x="10" y="229"/>
                                  </a:moveTo>
                                  <a:cubicBezTo>
                                    <a:pt x="10" y="229"/>
                                    <a:pt x="11" y="229"/>
                                    <a:pt x="11" y="229"/>
                                  </a:cubicBezTo>
                                  <a:cubicBezTo>
                                    <a:pt x="11" y="229"/>
                                    <a:pt x="11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4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lose/>
                                  <a:moveTo>
                                    <a:pt x="13" y="229"/>
                                  </a:moveTo>
                                  <a:cubicBezTo>
                                    <a:pt x="13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29"/>
                                    <a:pt x="13" y="229"/>
                                    <a:pt x="13" y="229"/>
                                  </a:cubicBezTo>
                                  <a:close/>
                                  <a:moveTo>
                                    <a:pt x="15" y="227"/>
                                  </a:move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9"/>
                                    <a:pt x="14" y="229"/>
                                    <a:pt x="14" y="229"/>
                                  </a:cubicBezTo>
                                  <a:cubicBezTo>
                                    <a:pt x="14" y="229"/>
                                    <a:pt x="14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lose/>
                                  <a:moveTo>
                                    <a:pt x="14" y="230"/>
                                  </a:move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29"/>
                                  </a:cubicBezTo>
                                  <a:cubicBezTo>
                                    <a:pt x="14" y="229"/>
                                    <a:pt x="14" y="229"/>
                                    <a:pt x="14" y="229"/>
                                  </a:cubicBezTo>
                                  <a:cubicBezTo>
                                    <a:pt x="14" y="229"/>
                                    <a:pt x="13" y="229"/>
                                    <a:pt x="13" y="229"/>
                                  </a:cubicBezTo>
                                  <a:cubicBezTo>
                                    <a:pt x="13" y="229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4" y="230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lose/>
                                  <a:moveTo>
                                    <a:pt x="9" y="226"/>
                                  </a:move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5"/>
                                    <a:pt x="9" y="225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4"/>
                                    <a:pt x="10" y="224"/>
                                  </a:cubicBezTo>
                                  <a:cubicBezTo>
                                    <a:pt x="10" y="224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6"/>
                                  </a:cubicBezTo>
                                  <a:cubicBezTo>
                                    <a:pt x="10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lose/>
                                  <a:moveTo>
                                    <a:pt x="12" y="226"/>
                                  </a:move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6"/>
                                    <a:pt x="13" y="226"/>
                                    <a:pt x="13" y="226"/>
                                  </a:cubicBezTo>
                                  <a:cubicBezTo>
                                    <a:pt x="13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lose/>
                                  <a:moveTo>
                                    <a:pt x="12" y="223"/>
                                  </a:move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6"/>
                                    <a:pt x="13" y="226"/>
                                  </a:cubicBezTo>
                                  <a:cubicBezTo>
                                    <a:pt x="13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4" y="223"/>
                                    <a:pt x="14" y="223"/>
                                  </a:cubicBezTo>
                                  <a:cubicBezTo>
                                    <a:pt x="14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2"/>
                                  </a:cubicBezTo>
                                  <a:cubicBezTo>
                                    <a:pt x="13" y="222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lose/>
                                  <a:moveTo>
                                    <a:pt x="12" y="220"/>
                                  </a:move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1"/>
                                    <a:pt x="12" y="220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4" y="220"/>
                                    <a:pt x="14" y="220"/>
                                    <a:pt x="14" y="220"/>
                                  </a:cubicBezTo>
                                  <a:cubicBezTo>
                                    <a:pt x="14" y="220"/>
                                    <a:pt x="14" y="220"/>
                                    <a:pt x="14" y="220"/>
                                  </a:cubicBezTo>
                                  <a:cubicBezTo>
                                    <a:pt x="14" y="220"/>
                                    <a:pt x="14" y="220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19"/>
                                    <a:pt x="13" y="219"/>
                                    <a:pt x="13" y="219"/>
                                  </a:cubicBezTo>
                                  <a:cubicBezTo>
                                    <a:pt x="13" y="219"/>
                                    <a:pt x="12" y="219"/>
                                    <a:pt x="12" y="219"/>
                                  </a:cubicBezTo>
                                  <a:cubicBezTo>
                                    <a:pt x="12" y="219"/>
                                    <a:pt x="12" y="219"/>
                                    <a:pt x="12" y="219"/>
                                  </a:cubicBezTo>
                                  <a:cubicBezTo>
                                    <a:pt x="12" y="219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lose/>
                                  <a:moveTo>
                                    <a:pt x="15" y="222"/>
                                  </a:move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4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lose/>
                                  <a:moveTo>
                                    <a:pt x="27" y="338"/>
                                  </a:move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6" y="337"/>
                                  </a:cubicBezTo>
                                  <a:cubicBezTo>
                                    <a:pt x="26" y="337"/>
                                    <a:pt x="26" y="337"/>
                                    <a:pt x="26" y="337"/>
                                  </a:cubicBezTo>
                                  <a:cubicBezTo>
                                    <a:pt x="26" y="337"/>
                                    <a:pt x="26" y="337"/>
                                    <a:pt x="26" y="337"/>
                                  </a:cubicBezTo>
                                  <a:cubicBezTo>
                                    <a:pt x="26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lose/>
                                  <a:moveTo>
                                    <a:pt x="57" y="352"/>
                                  </a:moveTo>
                                  <a:cubicBezTo>
                                    <a:pt x="57" y="352"/>
                                    <a:pt x="57" y="352"/>
                                    <a:pt x="57" y="352"/>
                                  </a:cubicBezTo>
                                  <a:cubicBezTo>
                                    <a:pt x="57" y="352"/>
                                    <a:pt x="57" y="352"/>
                                    <a:pt x="57" y="352"/>
                                  </a:cubicBezTo>
                                  <a:cubicBezTo>
                                    <a:pt x="57" y="352"/>
                                    <a:pt x="57" y="353"/>
                                    <a:pt x="58" y="353"/>
                                  </a:cubicBezTo>
                                  <a:cubicBezTo>
                                    <a:pt x="58" y="353"/>
                                    <a:pt x="58" y="353"/>
                                    <a:pt x="58" y="353"/>
                                  </a:cubicBezTo>
                                  <a:cubicBezTo>
                                    <a:pt x="58" y="353"/>
                                    <a:pt x="58" y="353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7" y="352"/>
                                    <a:pt x="57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5" y="352"/>
                                  </a:cubicBezTo>
                                  <a:cubicBezTo>
                                    <a:pt x="55" y="352"/>
                                    <a:pt x="55" y="352"/>
                                    <a:pt x="55" y="352"/>
                                  </a:cubicBezTo>
                                  <a:cubicBezTo>
                                    <a:pt x="55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3"/>
                                    <a:pt x="56" y="353"/>
                                  </a:cubicBezTo>
                                  <a:cubicBezTo>
                                    <a:pt x="56" y="353"/>
                                    <a:pt x="56" y="353"/>
                                    <a:pt x="56" y="353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7" y="352"/>
                                    <a:pt x="57" y="352"/>
                                  </a:cubicBezTo>
                                  <a:close/>
                                  <a:moveTo>
                                    <a:pt x="57" y="349"/>
                                  </a:move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8" y="349"/>
                                    <a:pt x="58" y="348"/>
                                  </a:cubicBezTo>
                                  <a:cubicBezTo>
                                    <a:pt x="58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lose/>
                                  <a:moveTo>
                                    <a:pt x="60" y="351"/>
                                  </a:move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0"/>
                                    <a:pt x="60" y="350"/>
                                    <a:pt x="60" y="350"/>
                                  </a:cubicBezTo>
                                  <a:cubicBezTo>
                                    <a:pt x="60" y="350"/>
                                    <a:pt x="60" y="350"/>
                                    <a:pt x="60" y="350"/>
                                  </a:cubicBezTo>
                                  <a:cubicBezTo>
                                    <a:pt x="60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8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8" y="350"/>
                                    <a:pt x="58" y="350"/>
                                    <a:pt x="58" y="350"/>
                                  </a:cubicBezTo>
                                  <a:cubicBezTo>
                                    <a:pt x="58" y="350"/>
                                    <a:pt x="58" y="350"/>
                                    <a:pt x="58" y="350"/>
                                  </a:cubicBezTo>
                                  <a:cubicBezTo>
                                    <a:pt x="58" y="350"/>
                                    <a:pt x="59" y="350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60" y="351"/>
                                  </a:cubicBezTo>
                                  <a:close/>
                                  <a:moveTo>
                                    <a:pt x="60" y="352"/>
                                  </a:move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1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lose/>
                                  <a:moveTo>
                                    <a:pt x="4" y="229"/>
                                  </a:moveTo>
                                  <a:cubicBezTo>
                                    <a:pt x="4" y="229"/>
                                    <a:pt x="4" y="230"/>
                                    <a:pt x="4" y="230"/>
                                  </a:cubicBezTo>
                                  <a:cubicBezTo>
                                    <a:pt x="4" y="230"/>
                                    <a:pt x="4" y="230"/>
                                    <a:pt x="4" y="230"/>
                                  </a:cubicBezTo>
                                  <a:cubicBezTo>
                                    <a:pt x="4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29"/>
                                    <a:pt x="5" y="229"/>
                                    <a:pt x="5" y="229"/>
                                  </a:cubicBezTo>
                                  <a:cubicBezTo>
                                    <a:pt x="5" y="229"/>
                                    <a:pt x="5" y="229"/>
                                    <a:pt x="5" y="229"/>
                                  </a:cubicBezTo>
                                  <a:cubicBezTo>
                                    <a:pt x="4" y="229"/>
                                    <a:pt x="4" y="229"/>
                                    <a:pt x="4" y="229"/>
                                  </a:cubicBezTo>
                                  <a:cubicBezTo>
                                    <a:pt x="4" y="229"/>
                                    <a:pt x="4" y="229"/>
                                    <a:pt x="4" y="229"/>
                                  </a:cubicBezTo>
                                  <a:close/>
                                  <a:moveTo>
                                    <a:pt x="7" y="228"/>
                                  </a:move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lose/>
                                  <a:moveTo>
                                    <a:pt x="7" y="218"/>
                                  </a:move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8" name="Freeform 689">
                              <a:extLst>
                                <a:ext uri="{FF2B5EF4-FFF2-40B4-BE49-F238E27FC236}">
                                  <a16:creationId xmlns:a16="http://schemas.microsoft.com/office/drawing/2014/main" id="{81C80AFF-E951-4EFC-AAAB-BFD6318177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65463" y="4826000"/>
                              <a:ext cx="171450" cy="187325"/>
                            </a:xfrm>
                            <a:custGeom>
                              <a:avLst/>
                              <a:gdLst>
                                <a:gd name="T0" fmla="*/ 6 w 41"/>
                                <a:gd name="T1" fmla="*/ 38 h 45"/>
                                <a:gd name="T2" fmla="*/ 4 w 41"/>
                                <a:gd name="T3" fmla="*/ 39 h 45"/>
                                <a:gd name="T4" fmla="*/ 5 w 41"/>
                                <a:gd name="T5" fmla="*/ 40 h 45"/>
                                <a:gd name="T6" fmla="*/ 4 w 41"/>
                                <a:gd name="T7" fmla="*/ 41 h 45"/>
                                <a:gd name="T8" fmla="*/ 6 w 41"/>
                                <a:gd name="T9" fmla="*/ 40 h 45"/>
                                <a:gd name="T10" fmla="*/ 9 w 41"/>
                                <a:gd name="T11" fmla="*/ 41 h 45"/>
                                <a:gd name="T12" fmla="*/ 11 w 41"/>
                                <a:gd name="T13" fmla="*/ 43 h 45"/>
                                <a:gd name="T14" fmla="*/ 13 w 41"/>
                                <a:gd name="T15" fmla="*/ 45 h 45"/>
                                <a:gd name="T16" fmla="*/ 14 w 41"/>
                                <a:gd name="T17" fmla="*/ 45 h 45"/>
                                <a:gd name="T18" fmla="*/ 16 w 41"/>
                                <a:gd name="T19" fmla="*/ 43 h 45"/>
                                <a:gd name="T20" fmla="*/ 17 w 41"/>
                                <a:gd name="T21" fmla="*/ 40 h 45"/>
                                <a:gd name="T22" fmla="*/ 17 w 41"/>
                                <a:gd name="T23" fmla="*/ 38 h 45"/>
                                <a:gd name="T24" fmla="*/ 18 w 41"/>
                                <a:gd name="T25" fmla="*/ 35 h 45"/>
                                <a:gd name="T26" fmla="*/ 20 w 41"/>
                                <a:gd name="T27" fmla="*/ 34 h 45"/>
                                <a:gd name="T28" fmla="*/ 20 w 41"/>
                                <a:gd name="T29" fmla="*/ 33 h 45"/>
                                <a:gd name="T30" fmla="*/ 31 w 41"/>
                                <a:gd name="T31" fmla="*/ 28 h 45"/>
                                <a:gd name="T32" fmla="*/ 40 w 41"/>
                                <a:gd name="T33" fmla="*/ 16 h 45"/>
                                <a:gd name="T34" fmla="*/ 41 w 41"/>
                                <a:gd name="T35" fmla="*/ 16 h 45"/>
                                <a:gd name="T36" fmla="*/ 40 w 41"/>
                                <a:gd name="T37" fmla="*/ 13 h 45"/>
                                <a:gd name="T38" fmla="*/ 38 w 41"/>
                                <a:gd name="T39" fmla="*/ 11 h 45"/>
                                <a:gd name="T40" fmla="*/ 40 w 41"/>
                                <a:gd name="T41" fmla="*/ 11 h 45"/>
                                <a:gd name="T42" fmla="*/ 36 w 41"/>
                                <a:gd name="T43" fmla="*/ 9 h 45"/>
                                <a:gd name="T44" fmla="*/ 32 w 41"/>
                                <a:gd name="T45" fmla="*/ 7 h 45"/>
                                <a:gd name="T46" fmla="*/ 30 w 41"/>
                                <a:gd name="T47" fmla="*/ 8 h 45"/>
                                <a:gd name="T48" fmla="*/ 25 w 41"/>
                                <a:gd name="T49" fmla="*/ 7 h 45"/>
                                <a:gd name="T50" fmla="*/ 24 w 41"/>
                                <a:gd name="T51" fmla="*/ 5 h 45"/>
                                <a:gd name="T52" fmla="*/ 21 w 41"/>
                                <a:gd name="T53" fmla="*/ 4 h 45"/>
                                <a:gd name="T54" fmla="*/ 19 w 41"/>
                                <a:gd name="T55" fmla="*/ 2 h 45"/>
                                <a:gd name="T56" fmla="*/ 16 w 41"/>
                                <a:gd name="T57" fmla="*/ 0 h 45"/>
                                <a:gd name="T58" fmla="*/ 14 w 41"/>
                                <a:gd name="T59" fmla="*/ 2 h 45"/>
                                <a:gd name="T60" fmla="*/ 11 w 41"/>
                                <a:gd name="T61" fmla="*/ 2 h 45"/>
                                <a:gd name="T62" fmla="*/ 8 w 41"/>
                                <a:gd name="T63" fmla="*/ 4 h 45"/>
                                <a:gd name="T64" fmla="*/ 7 w 41"/>
                                <a:gd name="T65" fmla="*/ 5 h 45"/>
                                <a:gd name="T66" fmla="*/ 7 w 41"/>
                                <a:gd name="T67" fmla="*/ 7 h 45"/>
                                <a:gd name="T68" fmla="*/ 7 w 41"/>
                                <a:gd name="T69" fmla="*/ 8 h 45"/>
                                <a:gd name="T70" fmla="*/ 4 w 41"/>
                                <a:gd name="T71" fmla="*/ 12 h 45"/>
                                <a:gd name="T72" fmla="*/ 4 w 41"/>
                                <a:gd name="T73" fmla="*/ 15 h 45"/>
                                <a:gd name="T74" fmla="*/ 3 w 41"/>
                                <a:gd name="T75" fmla="*/ 17 h 45"/>
                                <a:gd name="T76" fmla="*/ 1 w 41"/>
                                <a:gd name="T77" fmla="*/ 17 h 45"/>
                                <a:gd name="T78" fmla="*/ 2 w 41"/>
                                <a:gd name="T79" fmla="*/ 19 h 45"/>
                                <a:gd name="T80" fmla="*/ 2 w 41"/>
                                <a:gd name="T81" fmla="*/ 22 h 45"/>
                                <a:gd name="T82" fmla="*/ 1 w 41"/>
                                <a:gd name="T83" fmla="*/ 25 h 45"/>
                                <a:gd name="T84" fmla="*/ 1 w 41"/>
                                <a:gd name="T85" fmla="*/ 27 h 45"/>
                                <a:gd name="T86" fmla="*/ 4 w 41"/>
                                <a:gd name="T87" fmla="*/ 29 h 45"/>
                                <a:gd name="T88" fmla="*/ 6 w 41"/>
                                <a:gd name="T89" fmla="*/ 28 h 45"/>
                                <a:gd name="T90" fmla="*/ 8 w 41"/>
                                <a:gd name="T91" fmla="*/ 26 h 45"/>
                                <a:gd name="T92" fmla="*/ 7 w 41"/>
                                <a:gd name="T93" fmla="*/ 28 h 45"/>
                                <a:gd name="T94" fmla="*/ 7 w 41"/>
                                <a:gd name="T95" fmla="*/ 29 h 45"/>
                                <a:gd name="T96" fmla="*/ 8 w 41"/>
                                <a:gd name="T97" fmla="*/ 27 h 45"/>
                                <a:gd name="T98" fmla="*/ 9 w 41"/>
                                <a:gd name="T99" fmla="*/ 25 h 45"/>
                                <a:gd name="T100" fmla="*/ 10 w 41"/>
                                <a:gd name="T101" fmla="*/ 23 h 45"/>
                                <a:gd name="T102" fmla="*/ 9 w 41"/>
                                <a:gd name="T103" fmla="*/ 25 h 45"/>
                                <a:gd name="T104" fmla="*/ 9 w 41"/>
                                <a:gd name="T105" fmla="*/ 28 h 45"/>
                                <a:gd name="T106" fmla="*/ 8 w 41"/>
                                <a:gd name="T107" fmla="*/ 31 h 45"/>
                                <a:gd name="T108" fmla="*/ 7 w 41"/>
                                <a:gd name="T109" fmla="*/ 33 h 45"/>
                                <a:gd name="T110" fmla="*/ 6 w 41"/>
                                <a:gd name="T111" fmla="*/ 34 h 45"/>
                                <a:gd name="T112" fmla="*/ 5 w 41"/>
                                <a:gd name="T113" fmla="*/ 34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41" h="45">
                                  <a:moveTo>
                                    <a:pt x="6" y="36"/>
                                  </a:moveTo>
                                  <a:cubicBezTo>
                                    <a:pt x="6" y="37"/>
                                    <a:pt x="6" y="37"/>
                                    <a:pt x="6" y="37"/>
                                  </a:cubicBezTo>
                                  <a:cubicBezTo>
                                    <a:pt x="6" y="37"/>
                                    <a:pt x="6" y="38"/>
                                    <a:pt x="6" y="38"/>
                                  </a:cubicBezTo>
                                  <a:cubicBezTo>
                                    <a:pt x="6" y="38"/>
                                    <a:pt x="5" y="38"/>
                                    <a:pt x="5" y="38"/>
                                  </a:cubicBezTo>
                                  <a:cubicBezTo>
                                    <a:pt x="5" y="38"/>
                                    <a:pt x="4" y="38"/>
                                    <a:pt x="4" y="38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4" y="40"/>
                                    <a:pt x="4" y="40"/>
                                    <a:pt x="4" y="40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5" y="41"/>
                                    <a:pt x="6" y="40"/>
                                    <a:pt x="6" y="40"/>
                                  </a:cubicBezTo>
                                  <a:cubicBezTo>
                                    <a:pt x="6" y="40"/>
                                    <a:pt x="7" y="41"/>
                                    <a:pt x="7" y="41"/>
                                  </a:cubicBezTo>
                                  <a:cubicBezTo>
                                    <a:pt x="7" y="41"/>
                                    <a:pt x="8" y="41"/>
                                    <a:pt x="8" y="41"/>
                                  </a:cubicBezTo>
                                  <a:cubicBezTo>
                                    <a:pt x="8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10" y="41"/>
                                    <a:pt x="10" y="41"/>
                                  </a:cubicBezTo>
                                  <a:cubicBezTo>
                                    <a:pt x="10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4"/>
                                    <a:pt x="11" y="44"/>
                                  </a:cubicBezTo>
                                  <a:cubicBezTo>
                                    <a:pt x="11" y="44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5" y="44"/>
                                    <a:pt x="15" y="44"/>
                                  </a:cubicBezTo>
                                  <a:cubicBezTo>
                                    <a:pt x="15" y="44"/>
                                    <a:pt x="15" y="43"/>
                                    <a:pt x="15" y="43"/>
                                  </a:cubicBezTo>
                                  <a:cubicBezTo>
                                    <a:pt x="15" y="43"/>
                                    <a:pt x="16" y="43"/>
                                    <a:pt x="16" y="43"/>
                                  </a:cubicBezTo>
                                  <a:cubicBezTo>
                                    <a:pt x="16" y="43"/>
                                    <a:pt x="17" y="42"/>
                                    <a:pt x="17" y="42"/>
                                  </a:cubicBezTo>
                                  <a:cubicBezTo>
                                    <a:pt x="17" y="42"/>
                                    <a:pt x="17" y="41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7" y="40"/>
                                  </a:cubicBezTo>
                                  <a:cubicBezTo>
                                    <a:pt x="17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8"/>
                                    <a:pt x="17" y="38"/>
                                  </a:cubicBezTo>
                                  <a:cubicBezTo>
                                    <a:pt x="17" y="38"/>
                                    <a:pt x="18" y="37"/>
                                    <a:pt x="18" y="37"/>
                                  </a:cubicBezTo>
                                  <a:cubicBezTo>
                                    <a:pt x="18" y="37"/>
                                    <a:pt x="18" y="37"/>
                                    <a:pt x="18" y="36"/>
                                  </a:cubicBezTo>
                                  <a:cubicBezTo>
                                    <a:pt x="18" y="36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20" y="34"/>
                                    <a:pt x="20" y="34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ubicBezTo>
                                    <a:pt x="27" y="30"/>
                                    <a:pt x="27" y="30"/>
                                    <a:pt x="27" y="30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8" y="21"/>
                                    <a:pt x="38" y="21"/>
                                    <a:pt x="38" y="21"/>
                                  </a:cubicBezTo>
                                  <a:cubicBezTo>
                                    <a:pt x="40" y="16"/>
                                    <a:pt x="40" y="16"/>
                                    <a:pt x="40" y="16"/>
                                  </a:cubicBezTo>
                                  <a:cubicBezTo>
                                    <a:pt x="40" y="16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1" y="17"/>
                                    <a:pt x="41" y="17"/>
                                  </a:cubicBezTo>
                                  <a:cubicBezTo>
                                    <a:pt x="41" y="16"/>
                                    <a:pt x="41" y="16"/>
                                    <a:pt x="41" y="16"/>
                                  </a:cubicBezTo>
                                  <a:cubicBezTo>
                                    <a:pt x="40" y="15"/>
                                    <a:pt x="40" y="15"/>
                                    <a:pt x="40" y="15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0" y="13"/>
                                    <a:pt x="40" y="13"/>
                                  </a:cubicBezTo>
                                  <a:cubicBezTo>
                                    <a:pt x="39" y="13"/>
                                    <a:pt x="39" y="12"/>
                                    <a:pt x="39" y="12"/>
                                  </a:cubicBezTo>
                                  <a:cubicBezTo>
                                    <a:pt x="39" y="12"/>
                                    <a:pt x="38" y="11"/>
                                    <a:pt x="38" y="11"/>
                                  </a:cubicBezTo>
                                  <a:cubicBezTo>
                                    <a:pt x="38" y="11"/>
                                    <a:pt x="38" y="11"/>
                                    <a:pt x="38" y="11"/>
                                  </a:cubicBezTo>
                                  <a:cubicBezTo>
                                    <a:pt x="39" y="11"/>
                                    <a:pt x="39" y="11"/>
                                    <a:pt x="39" y="11"/>
                                  </a:cubicBezTo>
                                  <a:cubicBezTo>
                                    <a:pt x="39" y="11"/>
                                    <a:pt x="39" y="11"/>
                                    <a:pt x="39" y="11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40" y="11"/>
                                    <a:pt x="38" y="10"/>
                                    <a:pt x="38" y="10"/>
                                  </a:cubicBezTo>
                                  <a:cubicBezTo>
                                    <a:pt x="38" y="10"/>
                                    <a:pt x="37" y="10"/>
                                    <a:pt x="37" y="10"/>
                                  </a:cubicBezTo>
                                  <a:cubicBezTo>
                                    <a:pt x="37" y="10"/>
                                    <a:pt x="36" y="9"/>
                                    <a:pt x="36" y="9"/>
                                  </a:cubicBezTo>
                                  <a:cubicBezTo>
                                    <a:pt x="36" y="8"/>
                                    <a:pt x="34" y="7"/>
                                    <a:pt x="34" y="7"/>
                                  </a:cubicBezTo>
                                  <a:cubicBezTo>
                                    <a:pt x="34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2" y="7"/>
                                    <a:pt x="32" y="7"/>
                                  </a:cubicBezTo>
                                  <a:cubicBezTo>
                                    <a:pt x="32" y="7"/>
                                    <a:pt x="32" y="8"/>
                                    <a:pt x="32" y="8"/>
                                  </a:cubicBezTo>
                                  <a:cubicBezTo>
                                    <a:pt x="32" y="8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0" y="8"/>
                                    <a:pt x="30" y="8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7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6"/>
                                    <a:pt x="25" y="6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3" y="5"/>
                                    <a:pt x="23" y="4"/>
                                  </a:cubicBezTo>
                                  <a:cubicBezTo>
                                    <a:pt x="23" y="4"/>
                                    <a:pt x="24" y="4"/>
                                    <a:pt x="24" y="4"/>
                                  </a:cubicBezTo>
                                  <a:cubicBezTo>
                                    <a:pt x="23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0" y="4"/>
                                    <a:pt x="20" y="3"/>
                                  </a:cubicBezTo>
                                  <a:cubicBezTo>
                                    <a:pt x="20" y="3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8" y="2"/>
                                    <a:pt x="17" y="2"/>
                                    <a:pt x="17" y="1"/>
                                  </a:cubicBezTo>
                                  <a:cubicBezTo>
                                    <a:pt x="17" y="1"/>
                                    <a:pt x="16" y="0"/>
                                    <a:pt x="16" y="0"/>
                                  </a:cubicBezTo>
                                  <a:cubicBezTo>
                                    <a:pt x="16" y="0"/>
                                    <a:pt x="16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6" y="5"/>
                                    <a:pt x="7" y="5"/>
                                  </a:cubicBezTo>
                                  <a:cubicBezTo>
                                    <a:pt x="7" y="5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9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3" y="13"/>
                                    <a:pt x="4" y="13"/>
                                  </a:cubicBezTo>
                                  <a:cubicBezTo>
                                    <a:pt x="4" y="13"/>
                                    <a:pt x="4" y="14"/>
                                    <a:pt x="4" y="14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4" y="15"/>
                                    <a:pt x="3" y="15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3" y="17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1" y="16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8"/>
                                  </a:cubicBezTo>
                                  <a:cubicBezTo>
                                    <a:pt x="1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1" y="20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1" y="22"/>
                                    <a:pt x="2" y="22"/>
                                  </a:cubicBezTo>
                                  <a:cubicBezTo>
                                    <a:pt x="2" y="23"/>
                                    <a:pt x="2" y="24"/>
                                    <a:pt x="2" y="24"/>
                                  </a:cubicBezTo>
                                  <a:cubicBezTo>
                                    <a:pt x="2" y="25"/>
                                    <a:pt x="1" y="25"/>
                                    <a:pt x="1" y="25"/>
                                  </a:cubicBezTo>
                                  <a:cubicBezTo>
                                    <a:pt x="1" y="25"/>
                                    <a:pt x="1" y="26"/>
                                    <a:pt x="1" y="25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0" y="26"/>
                                    <a:pt x="1" y="26"/>
                                  </a:cubicBezTo>
                                  <a:cubicBezTo>
                                    <a:pt x="1" y="26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2" y="27"/>
                                    <a:pt x="2" y="27"/>
                                  </a:cubicBezTo>
                                  <a:cubicBezTo>
                                    <a:pt x="3" y="27"/>
                                    <a:pt x="3" y="28"/>
                                    <a:pt x="3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29"/>
                                    <a:pt x="5" y="29"/>
                                    <a:pt x="5" y="29"/>
                                  </a:cubicBezTo>
                                  <a:cubicBezTo>
                                    <a:pt x="5" y="29"/>
                                    <a:pt x="5" y="29"/>
                                    <a:pt x="5" y="29"/>
                                  </a:cubicBezTo>
                                  <a:cubicBezTo>
                                    <a:pt x="5" y="29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6" y="28"/>
                                    <a:pt x="7" y="28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7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7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7" y="27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9"/>
                                    <a:pt x="7" y="29"/>
                                  </a:cubicBezTo>
                                  <a:cubicBezTo>
                                    <a:pt x="7" y="29"/>
                                    <a:pt x="8" y="29"/>
                                    <a:pt x="8" y="29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5"/>
                                    <a:pt x="8" y="25"/>
                                  </a:cubicBezTo>
                                  <a:cubicBezTo>
                                    <a:pt x="8" y="25"/>
                                    <a:pt x="8" y="25"/>
                                    <a:pt x="9" y="25"/>
                                  </a:cubicBezTo>
                                  <a:cubicBezTo>
                                    <a:pt x="9" y="24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9" y="25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7"/>
                                    <a:pt x="9" y="28"/>
                                    <a:pt x="9" y="28"/>
                                  </a:cubicBezTo>
                                  <a:cubicBezTo>
                                    <a:pt x="9" y="28"/>
                                    <a:pt x="9" y="29"/>
                                    <a:pt x="9" y="29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9" y="30"/>
                                    <a:pt x="8" y="31"/>
                                    <a:pt x="8" y="31"/>
                                  </a:cubicBezTo>
                                  <a:cubicBezTo>
                                    <a:pt x="8" y="31"/>
                                    <a:pt x="8" y="32"/>
                                    <a:pt x="8" y="32"/>
                                  </a:cubicBezTo>
                                  <a:cubicBezTo>
                                    <a:pt x="8" y="32"/>
                                    <a:pt x="8" y="33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6" y="33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5" y="34"/>
                                    <a:pt x="5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5" y="34"/>
                                  </a:cubicBezTo>
                                  <a:cubicBezTo>
                                    <a:pt x="6" y="36"/>
                                    <a:pt x="6" y="36"/>
                                    <a:pt x="6" y="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9" name="Freeform 691">
                              <a:extLst>
                                <a:ext uri="{FF2B5EF4-FFF2-40B4-BE49-F238E27FC236}">
                                  <a16:creationId xmlns:a16="http://schemas.microsoft.com/office/drawing/2014/main" id="{EB762040-0E1F-A312-D88B-277C4DA27A4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70251" y="4713288"/>
                              <a:ext cx="1152525" cy="1208088"/>
                            </a:xfrm>
                            <a:custGeom>
                              <a:avLst/>
                              <a:gdLst>
                                <a:gd name="T0" fmla="*/ 266 w 277"/>
                                <a:gd name="T1" fmla="*/ 110 h 290"/>
                                <a:gd name="T2" fmla="*/ 251 w 277"/>
                                <a:gd name="T3" fmla="*/ 129 h 290"/>
                                <a:gd name="T4" fmla="*/ 248 w 277"/>
                                <a:gd name="T5" fmla="*/ 136 h 290"/>
                                <a:gd name="T6" fmla="*/ 246 w 277"/>
                                <a:gd name="T7" fmla="*/ 158 h 290"/>
                                <a:gd name="T8" fmla="*/ 239 w 277"/>
                                <a:gd name="T9" fmla="*/ 180 h 290"/>
                                <a:gd name="T10" fmla="*/ 219 w 277"/>
                                <a:gd name="T11" fmla="*/ 204 h 290"/>
                                <a:gd name="T12" fmla="*/ 202 w 277"/>
                                <a:gd name="T13" fmla="*/ 210 h 290"/>
                                <a:gd name="T14" fmla="*/ 180 w 277"/>
                                <a:gd name="T15" fmla="*/ 223 h 290"/>
                                <a:gd name="T16" fmla="*/ 181 w 277"/>
                                <a:gd name="T17" fmla="*/ 238 h 290"/>
                                <a:gd name="T18" fmla="*/ 172 w 277"/>
                                <a:gd name="T19" fmla="*/ 254 h 290"/>
                                <a:gd name="T20" fmla="*/ 157 w 277"/>
                                <a:gd name="T21" fmla="*/ 274 h 290"/>
                                <a:gd name="T22" fmla="*/ 162 w 277"/>
                                <a:gd name="T23" fmla="*/ 261 h 290"/>
                                <a:gd name="T24" fmla="*/ 154 w 277"/>
                                <a:gd name="T25" fmla="*/ 276 h 290"/>
                                <a:gd name="T26" fmla="*/ 136 w 277"/>
                                <a:gd name="T27" fmla="*/ 271 h 290"/>
                                <a:gd name="T28" fmla="*/ 118 w 277"/>
                                <a:gd name="T29" fmla="*/ 258 h 290"/>
                                <a:gd name="T30" fmla="*/ 134 w 277"/>
                                <a:gd name="T31" fmla="*/ 241 h 290"/>
                                <a:gd name="T32" fmla="*/ 143 w 277"/>
                                <a:gd name="T33" fmla="*/ 231 h 290"/>
                                <a:gd name="T34" fmla="*/ 139 w 277"/>
                                <a:gd name="T35" fmla="*/ 213 h 290"/>
                                <a:gd name="T36" fmla="*/ 123 w 277"/>
                                <a:gd name="T37" fmla="*/ 198 h 290"/>
                                <a:gd name="T38" fmla="*/ 114 w 277"/>
                                <a:gd name="T39" fmla="*/ 187 h 290"/>
                                <a:gd name="T40" fmla="*/ 110 w 277"/>
                                <a:gd name="T41" fmla="*/ 157 h 290"/>
                                <a:gd name="T42" fmla="*/ 89 w 277"/>
                                <a:gd name="T43" fmla="*/ 133 h 290"/>
                                <a:gd name="T44" fmla="*/ 68 w 277"/>
                                <a:gd name="T45" fmla="*/ 125 h 290"/>
                                <a:gd name="T46" fmla="*/ 61 w 277"/>
                                <a:gd name="T47" fmla="*/ 106 h 290"/>
                                <a:gd name="T48" fmla="*/ 37 w 277"/>
                                <a:gd name="T49" fmla="*/ 116 h 290"/>
                                <a:gd name="T50" fmla="*/ 6 w 277"/>
                                <a:gd name="T51" fmla="*/ 104 h 290"/>
                                <a:gd name="T52" fmla="*/ 6 w 277"/>
                                <a:gd name="T53" fmla="*/ 81 h 290"/>
                                <a:gd name="T54" fmla="*/ 26 w 277"/>
                                <a:gd name="T55" fmla="*/ 66 h 290"/>
                                <a:gd name="T56" fmla="*/ 32 w 277"/>
                                <a:gd name="T57" fmla="*/ 32 h 290"/>
                                <a:gd name="T58" fmla="*/ 42 w 277"/>
                                <a:gd name="T59" fmla="*/ 24 h 290"/>
                                <a:gd name="T60" fmla="*/ 60 w 277"/>
                                <a:gd name="T61" fmla="*/ 30 h 290"/>
                                <a:gd name="T62" fmla="*/ 74 w 277"/>
                                <a:gd name="T63" fmla="*/ 22 h 290"/>
                                <a:gd name="T64" fmla="*/ 74 w 277"/>
                                <a:gd name="T65" fmla="*/ 10 h 290"/>
                                <a:gd name="T66" fmla="*/ 89 w 277"/>
                                <a:gd name="T67" fmla="*/ 6 h 290"/>
                                <a:gd name="T68" fmla="*/ 102 w 277"/>
                                <a:gd name="T69" fmla="*/ 8 h 290"/>
                                <a:gd name="T70" fmla="*/ 112 w 277"/>
                                <a:gd name="T71" fmla="*/ 26 h 290"/>
                                <a:gd name="T72" fmla="*/ 134 w 277"/>
                                <a:gd name="T73" fmla="*/ 19 h 290"/>
                                <a:gd name="T74" fmla="*/ 159 w 277"/>
                                <a:gd name="T75" fmla="*/ 7 h 290"/>
                                <a:gd name="T76" fmla="*/ 170 w 277"/>
                                <a:gd name="T77" fmla="*/ 30 h 290"/>
                                <a:gd name="T78" fmla="*/ 159 w 277"/>
                                <a:gd name="T79" fmla="*/ 42 h 290"/>
                                <a:gd name="T80" fmla="*/ 139 w 277"/>
                                <a:gd name="T81" fmla="*/ 53 h 290"/>
                                <a:gd name="T82" fmla="*/ 126 w 277"/>
                                <a:gd name="T83" fmla="*/ 52 h 290"/>
                                <a:gd name="T84" fmla="*/ 122 w 277"/>
                                <a:gd name="T85" fmla="*/ 56 h 290"/>
                                <a:gd name="T86" fmla="*/ 134 w 277"/>
                                <a:gd name="T87" fmla="*/ 54 h 290"/>
                                <a:gd name="T88" fmla="*/ 144 w 277"/>
                                <a:gd name="T89" fmla="*/ 52 h 290"/>
                                <a:gd name="T90" fmla="*/ 156 w 277"/>
                                <a:gd name="T91" fmla="*/ 57 h 290"/>
                                <a:gd name="T92" fmla="*/ 163 w 277"/>
                                <a:gd name="T93" fmla="*/ 43 h 290"/>
                                <a:gd name="T94" fmla="*/ 179 w 277"/>
                                <a:gd name="T95" fmla="*/ 45 h 290"/>
                                <a:gd name="T96" fmla="*/ 173 w 277"/>
                                <a:gd name="T97" fmla="*/ 50 h 290"/>
                                <a:gd name="T98" fmla="*/ 179 w 277"/>
                                <a:gd name="T99" fmla="*/ 47 h 290"/>
                                <a:gd name="T100" fmla="*/ 184 w 277"/>
                                <a:gd name="T101" fmla="*/ 42 h 290"/>
                                <a:gd name="T102" fmla="*/ 191 w 277"/>
                                <a:gd name="T103" fmla="*/ 43 h 290"/>
                                <a:gd name="T104" fmla="*/ 203 w 277"/>
                                <a:gd name="T105" fmla="*/ 47 h 290"/>
                                <a:gd name="T106" fmla="*/ 209 w 277"/>
                                <a:gd name="T107" fmla="*/ 53 h 290"/>
                                <a:gd name="T108" fmla="*/ 211 w 277"/>
                                <a:gd name="T109" fmla="*/ 55 h 290"/>
                                <a:gd name="T110" fmla="*/ 222 w 277"/>
                                <a:gd name="T111" fmla="*/ 56 h 290"/>
                                <a:gd name="T112" fmla="*/ 251 w 277"/>
                                <a:gd name="T113" fmla="*/ 63 h 290"/>
                                <a:gd name="T114" fmla="*/ 276 w 277"/>
                                <a:gd name="T115" fmla="*/ 86 h 290"/>
                                <a:gd name="T116" fmla="*/ 169 w 277"/>
                                <a:gd name="T117" fmla="*/ 35 h 290"/>
                                <a:gd name="T118" fmla="*/ 173 w 277"/>
                                <a:gd name="T119" fmla="*/ 35 h 290"/>
                                <a:gd name="T120" fmla="*/ 163 w 277"/>
                                <a:gd name="T121" fmla="*/ 40 h 290"/>
                                <a:gd name="T122" fmla="*/ 166 w 277"/>
                                <a:gd name="T123" fmla="*/ 35 h 290"/>
                                <a:gd name="T124" fmla="*/ 167 w 277"/>
                                <a:gd name="T125" fmla="*/ 23 h 29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277" h="290">
                                  <a:moveTo>
                                    <a:pt x="277" y="90"/>
                                  </a:moveTo>
                                  <a:cubicBezTo>
                                    <a:pt x="277" y="90"/>
                                    <a:pt x="277" y="90"/>
                                    <a:pt x="277" y="90"/>
                                  </a:cubicBezTo>
                                  <a:cubicBezTo>
                                    <a:pt x="277" y="90"/>
                                    <a:pt x="277" y="90"/>
                                    <a:pt x="277" y="91"/>
                                  </a:cubicBezTo>
                                  <a:cubicBezTo>
                                    <a:pt x="277" y="92"/>
                                    <a:pt x="277" y="92"/>
                                    <a:pt x="277" y="92"/>
                                  </a:cubicBezTo>
                                  <a:cubicBezTo>
                                    <a:pt x="277" y="92"/>
                                    <a:pt x="277" y="92"/>
                                    <a:pt x="277" y="92"/>
                                  </a:cubicBezTo>
                                  <a:cubicBezTo>
                                    <a:pt x="277" y="92"/>
                                    <a:pt x="277" y="93"/>
                                    <a:pt x="277" y="93"/>
                                  </a:cubicBezTo>
                                  <a:cubicBezTo>
                                    <a:pt x="277" y="93"/>
                                    <a:pt x="277" y="94"/>
                                    <a:pt x="277" y="94"/>
                                  </a:cubicBezTo>
                                  <a:cubicBezTo>
                                    <a:pt x="276" y="94"/>
                                    <a:pt x="276" y="94"/>
                                    <a:pt x="276" y="94"/>
                                  </a:cubicBezTo>
                                  <a:cubicBezTo>
                                    <a:pt x="276" y="95"/>
                                    <a:pt x="276" y="95"/>
                                    <a:pt x="276" y="95"/>
                                  </a:cubicBezTo>
                                  <a:cubicBezTo>
                                    <a:pt x="276" y="96"/>
                                    <a:pt x="276" y="96"/>
                                    <a:pt x="276" y="96"/>
                                  </a:cubicBezTo>
                                  <a:cubicBezTo>
                                    <a:pt x="276" y="96"/>
                                    <a:pt x="276" y="97"/>
                                    <a:pt x="276" y="97"/>
                                  </a:cubicBezTo>
                                  <a:cubicBezTo>
                                    <a:pt x="275" y="97"/>
                                    <a:pt x="275" y="98"/>
                                    <a:pt x="275" y="98"/>
                                  </a:cubicBezTo>
                                  <a:cubicBezTo>
                                    <a:pt x="275" y="98"/>
                                    <a:pt x="275" y="99"/>
                                    <a:pt x="275" y="99"/>
                                  </a:cubicBezTo>
                                  <a:cubicBezTo>
                                    <a:pt x="275" y="99"/>
                                    <a:pt x="275" y="100"/>
                                    <a:pt x="274" y="100"/>
                                  </a:cubicBezTo>
                                  <a:cubicBezTo>
                                    <a:pt x="274" y="100"/>
                                    <a:pt x="274" y="101"/>
                                    <a:pt x="274" y="101"/>
                                  </a:cubicBezTo>
                                  <a:cubicBezTo>
                                    <a:pt x="274" y="101"/>
                                    <a:pt x="274" y="102"/>
                                    <a:pt x="273" y="102"/>
                                  </a:cubicBezTo>
                                  <a:cubicBezTo>
                                    <a:pt x="273" y="102"/>
                                    <a:pt x="273" y="103"/>
                                    <a:pt x="273" y="103"/>
                                  </a:cubicBezTo>
                                  <a:cubicBezTo>
                                    <a:pt x="273" y="103"/>
                                    <a:pt x="272" y="103"/>
                                    <a:pt x="272" y="103"/>
                                  </a:cubicBezTo>
                                  <a:cubicBezTo>
                                    <a:pt x="272" y="103"/>
                                    <a:pt x="272" y="104"/>
                                    <a:pt x="272" y="104"/>
                                  </a:cubicBezTo>
                                  <a:cubicBezTo>
                                    <a:pt x="272" y="104"/>
                                    <a:pt x="271" y="104"/>
                                    <a:pt x="271" y="105"/>
                                  </a:cubicBezTo>
                                  <a:cubicBezTo>
                                    <a:pt x="271" y="105"/>
                                    <a:pt x="271" y="106"/>
                                    <a:pt x="271" y="106"/>
                                  </a:cubicBezTo>
                                  <a:cubicBezTo>
                                    <a:pt x="271" y="106"/>
                                    <a:pt x="270" y="106"/>
                                    <a:pt x="270" y="106"/>
                                  </a:cubicBezTo>
                                  <a:cubicBezTo>
                                    <a:pt x="270" y="106"/>
                                    <a:pt x="269" y="107"/>
                                    <a:pt x="269" y="108"/>
                                  </a:cubicBezTo>
                                  <a:cubicBezTo>
                                    <a:pt x="269" y="108"/>
                                    <a:pt x="268" y="109"/>
                                    <a:pt x="268" y="109"/>
                                  </a:cubicBezTo>
                                  <a:cubicBezTo>
                                    <a:pt x="268" y="109"/>
                                    <a:pt x="267" y="110"/>
                                    <a:pt x="266" y="110"/>
                                  </a:cubicBezTo>
                                  <a:cubicBezTo>
                                    <a:pt x="266" y="111"/>
                                    <a:pt x="266" y="111"/>
                                    <a:pt x="266" y="111"/>
                                  </a:cubicBezTo>
                                  <a:cubicBezTo>
                                    <a:pt x="266" y="111"/>
                                    <a:pt x="266" y="111"/>
                                    <a:pt x="266" y="112"/>
                                  </a:cubicBezTo>
                                  <a:cubicBezTo>
                                    <a:pt x="265" y="112"/>
                                    <a:pt x="265" y="112"/>
                                    <a:pt x="265" y="112"/>
                                  </a:cubicBezTo>
                                  <a:cubicBezTo>
                                    <a:pt x="265" y="112"/>
                                    <a:pt x="264" y="112"/>
                                    <a:pt x="264" y="112"/>
                                  </a:cubicBezTo>
                                  <a:cubicBezTo>
                                    <a:pt x="264" y="112"/>
                                    <a:pt x="263" y="113"/>
                                    <a:pt x="263" y="113"/>
                                  </a:cubicBezTo>
                                  <a:cubicBezTo>
                                    <a:pt x="263" y="113"/>
                                    <a:pt x="262" y="114"/>
                                    <a:pt x="262" y="114"/>
                                  </a:cubicBezTo>
                                  <a:cubicBezTo>
                                    <a:pt x="262" y="114"/>
                                    <a:pt x="261" y="114"/>
                                    <a:pt x="261" y="114"/>
                                  </a:cubicBezTo>
                                  <a:cubicBezTo>
                                    <a:pt x="261" y="114"/>
                                    <a:pt x="261" y="114"/>
                                    <a:pt x="261" y="114"/>
                                  </a:cubicBezTo>
                                  <a:cubicBezTo>
                                    <a:pt x="261" y="114"/>
                                    <a:pt x="261" y="115"/>
                                    <a:pt x="261" y="115"/>
                                  </a:cubicBezTo>
                                  <a:cubicBezTo>
                                    <a:pt x="261" y="115"/>
                                    <a:pt x="261" y="115"/>
                                    <a:pt x="261" y="115"/>
                                  </a:cubicBezTo>
                                  <a:cubicBezTo>
                                    <a:pt x="261" y="116"/>
                                    <a:pt x="260" y="116"/>
                                    <a:pt x="260" y="116"/>
                                  </a:cubicBezTo>
                                  <a:cubicBezTo>
                                    <a:pt x="260" y="116"/>
                                    <a:pt x="260" y="117"/>
                                    <a:pt x="260" y="117"/>
                                  </a:cubicBezTo>
                                  <a:cubicBezTo>
                                    <a:pt x="260" y="117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8" y="120"/>
                                    <a:pt x="258" y="120"/>
                                  </a:cubicBezTo>
                                  <a:cubicBezTo>
                                    <a:pt x="258" y="120"/>
                                    <a:pt x="258" y="121"/>
                                    <a:pt x="258" y="121"/>
                                  </a:cubicBezTo>
                                  <a:cubicBezTo>
                                    <a:pt x="257" y="121"/>
                                    <a:pt x="256" y="123"/>
                                    <a:pt x="256" y="123"/>
                                  </a:cubicBezTo>
                                  <a:cubicBezTo>
                                    <a:pt x="256" y="124"/>
                                    <a:pt x="255" y="125"/>
                                    <a:pt x="255" y="125"/>
                                  </a:cubicBezTo>
                                  <a:cubicBezTo>
                                    <a:pt x="255" y="126"/>
                                    <a:pt x="254" y="127"/>
                                    <a:pt x="254" y="127"/>
                                  </a:cubicBezTo>
                                  <a:cubicBezTo>
                                    <a:pt x="254" y="127"/>
                                    <a:pt x="253" y="128"/>
                                    <a:pt x="253" y="128"/>
                                  </a:cubicBezTo>
                                  <a:cubicBezTo>
                                    <a:pt x="253" y="128"/>
                                    <a:pt x="252" y="129"/>
                                    <a:pt x="251" y="130"/>
                                  </a:cubicBezTo>
                                  <a:cubicBezTo>
                                    <a:pt x="251" y="130"/>
                                    <a:pt x="251" y="130"/>
                                    <a:pt x="251" y="130"/>
                                  </a:cubicBezTo>
                                  <a:cubicBezTo>
                                    <a:pt x="251" y="129"/>
                                    <a:pt x="251" y="129"/>
                                    <a:pt x="251" y="129"/>
                                  </a:cubicBezTo>
                                  <a:cubicBezTo>
                                    <a:pt x="250" y="129"/>
                                    <a:pt x="251" y="129"/>
                                    <a:pt x="251" y="129"/>
                                  </a:cubicBezTo>
                                  <a:cubicBezTo>
                                    <a:pt x="251" y="129"/>
                                    <a:pt x="251" y="128"/>
                                    <a:pt x="251" y="128"/>
                                  </a:cubicBezTo>
                                  <a:cubicBezTo>
                                    <a:pt x="251" y="128"/>
                                    <a:pt x="251" y="128"/>
                                    <a:pt x="251" y="128"/>
                                  </a:cubicBezTo>
                                  <a:cubicBezTo>
                                    <a:pt x="251" y="128"/>
                                    <a:pt x="251" y="127"/>
                                    <a:pt x="251" y="127"/>
                                  </a:cubicBezTo>
                                  <a:cubicBezTo>
                                    <a:pt x="251" y="127"/>
                                    <a:pt x="251" y="128"/>
                                    <a:pt x="251" y="128"/>
                                  </a:cubicBezTo>
                                  <a:cubicBezTo>
                                    <a:pt x="250" y="128"/>
                                    <a:pt x="250" y="128"/>
                                    <a:pt x="250" y="128"/>
                                  </a:cubicBezTo>
                                  <a:cubicBezTo>
                                    <a:pt x="250" y="128"/>
                                    <a:pt x="250" y="127"/>
                                    <a:pt x="250" y="127"/>
                                  </a:cubicBezTo>
                                  <a:cubicBezTo>
                                    <a:pt x="250" y="127"/>
                                    <a:pt x="250" y="127"/>
                                    <a:pt x="250" y="127"/>
                                  </a:cubicBezTo>
                                  <a:cubicBezTo>
                                    <a:pt x="249" y="127"/>
                                    <a:pt x="249" y="127"/>
                                    <a:pt x="249" y="127"/>
                                  </a:cubicBezTo>
                                  <a:cubicBezTo>
                                    <a:pt x="249" y="127"/>
                                    <a:pt x="249" y="128"/>
                                    <a:pt x="249" y="128"/>
                                  </a:cubicBezTo>
                                  <a:cubicBezTo>
                                    <a:pt x="249" y="128"/>
                                    <a:pt x="249" y="128"/>
                                    <a:pt x="249" y="128"/>
                                  </a:cubicBezTo>
                                  <a:cubicBezTo>
                                    <a:pt x="249" y="129"/>
                                    <a:pt x="249" y="129"/>
                                    <a:pt x="249" y="129"/>
                                  </a:cubicBezTo>
                                  <a:cubicBezTo>
                                    <a:pt x="249" y="129"/>
                                    <a:pt x="249" y="129"/>
                                    <a:pt x="250" y="129"/>
                                  </a:cubicBezTo>
                                  <a:cubicBezTo>
                                    <a:pt x="250" y="129"/>
                                    <a:pt x="250" y="129"/>
                                    <a:pt x="250" y="129"/>
                                  </a:cubicBezTo>
                                  <a:cubicBezTo>
                                    <a:pt x="250" y="129"/>
                                    <a:pt x="250" y="130"/>
                                    <a:pt x="250" y="130"/>
                                  </a:cubicBezTo>
                                  <a:cubicBezTo>
                                    <a:pt x="250" y="130"/>
                                    <a:pt x="249" y="130"/>
                                    <a:pt x="249" y="130"/>
                                  </a:cubicBezTo>
                                  <a:cubicBezTo>
                                    <a:pt x="249" y="131"/>
                                    <a:pt x="248" y="131"/>
                                    <a:pt x="248" y="131"/>
                                  </a:cubicBezTo>
                                  <a:cubicBezTo>
                                    <a:pt x="248" y="131"/>
                                    <a:pt x="248" y="131"/>
                                    <a:pt x="248" y="131"/>
                                  </a:cubicBezTo>
                                  <a:cubicBezTo>
                                    <a:pt x="248" y="131"/>
                                    <a:pt x="248" y="132"/>
                                    <a:pt x="248" y="132"/>
                                  </a:cubicBezTo>
                                  <a:cubicBezTo>
                                    <a:pt x="248" y="132"/>
                                    <a:pt x="248" y="132"/>
                                    <a:pt x="248" y="133"/>
                                  </a:cubicBezTo>
                                  <a:cubicBezTo>
                                    <a:pt x="248" y="133"/>
                                    <a:pt x="248" y="133"/>
                                    <a:pt x="248" y="134"/>
                                  </a:cubicBezTo>
                                  <a:cubicBezTo>
                                    <a:pt x="248" y="134"/>
                                    <a:pt x="248" y="134"/>
                                    <a:pt x="247" y="134"/>
                                  </a:cubicBezTo>
                                  <a:cubicBezTo>
                                    <a:pt x="247" y="135"/>
                                    <a:pt x="247" y="135"/>
                                    <a:pt x="247" y="136"/>
                                  </a:cubicBezTo>
                                  <a:cubicBezTo>
                                    <a:pt x="247" y="136"/>
                                    <a:pt x="247" y="136"/>
                                    <a:pt x="247" y="136"/>
                                  </a:cubicBezTo>
                                  <a:cubicBezTo>
                                    <a:pt x="247" y="137"/>
                                    <a:pt x="247" y="136"/>
                                    <a:pt x="247" y="136"/>
                                  </a:cubicBezTo>
                                  <a:cubicBezTo>
                                    <a:pt x="247" y="136"/>
                                    <a:pt x="248" y="136"/>
                                    <a:pt x="248" y="136"/>
                                  </a:cubicBezTo>
                                  <a:cubicBezTo>
                                    <a:pt x="248" y="136"/>
                                    <a:pt x="248" y="137"/>
                                    <a:pt x="248" y="137"/>
                                  </a:cubicBezTo>
                                  <a:cubicBezTo>
                                    <a:pt x="247" y="137"/>
                                    <a:pt x="247" y="137"/>
                                    <a:pt x="247" y="137"/>
                                  </a:cubicBezTo>
                                  <a:cubicBezTo>
                                    <a:pt x="247" y="138"/>
                                    <a:pt x="247" y="138"/>
                                    <a:pt x="247" y="138"/>
                                  </a:cubicBezTo>
                                  <a:cubicBezTo>
                                    <a:pt x="247" y="139"/>
                                    <a:pt x="247" y="139"/>
                                    <a:pt x="247" y="139"/>
                                  </a:cubicBezTo>
                                  <a:cubicBezTo>
                                    <a:pt x="247" y="140"/>
                                    <a:pt x="247" y="140"/>
                                    <a:pt x="247" y="140"/>
                                  </a:cubicBezTo>
                                  <a:cubicBezTo>
                                    <a:pt x="247" y="140"/>
                                    <a:pt x="247" y="141"/>
                                    <a:pt x="247" y="141"/>
                                  </a:cubicBezTo>
                                  <a:cubicBezTo>
                                    <a:pt x="247" y="141"/>
                                    <a:pt x="247" y="142"/>
                                    <a:pt x="247" y="142"/>
                                  </a:cubicBezTo>
                                  <a:cubicBezTo>
                                    <a:pt x="247" y="142"/>
                                    <a:pt x="247" y="142"/>
                                    <a:pt x="247" y="143"/>
                                  </a:cubicBezTo>
                                  <a:cubicBezTo>
                                    <a:pt x="247" y="143"/>
                                    <a:pt x="247" y="143"/>
                                    <a:pt x="247" y="144"/>
                                  </a:cubicBezTo>
                                  <a:cubicBezTo>
                                    <a:pt x="247" y="144"/>
                                    <a:pt x="247" y="145"/>
                                    <a:pt x="247" y="145"/>
                                  </a:cubicBezTo>
                                  <a:cubicBezTo>
                                    <a:pt x="247" y="145"/>
                                    <a:pt x="247" y="146"/>
                                    <a:pt x="247" y="146"/>
                                  </a:cubicBezTo>
                                  <a:cubicBezTo>
                                    <a:pt x="247" y="146"/>
                                    <a:pt x="247" y="147"/>
                                    <a:pt x="248" y="147"/>
                                  </a:cubicBezTo>
                                  <a:cubicBezTo>
                                    <a:pt x="248" y="148"/>
                                    <a:pt x="248" y="149"/>
                                    <a:pt x="248" y="149"/>
                                  </a:cubicBezTo>
                                  <a:cubicBezTo>
                                    <a:pt x="248" y="149"/>
                                    <a:pt x="248" y="150"/>
                                    <a:pt x="248" y="150"/>
                                  </a:cubicBezTo>
                                  <a:cubicBezTo>
                                    <a:pt x="248" y="150"/>
                                    <a:pt x="248" y="150"/>
                                    <a:pt x="248" y="150"/>
                                  </a:cubicBezTo>
                                  <a:cubicBezTo>
                                    <a:pt x="248" y="151"/>
                                    <a:pt x="248" y="151"/>
                                    <a:pt x="248" y="151"/>
                                  </a:cubicBezTo>
                                  <a:cubicBezTo>
                                    <a:pt x="248" y="151"/>
                                    <a:pt x="248" y="151"/>
                                    <a:pt x="248" y="152"/>
                                  </a:cubicBezTo>
                                  <a:cubicBezTo>
                                    <a:pt x="248" y="152"/>
                                    <a:pt x="248" y="152"/>
                                    <a:pt x="248" y="152"/>
                                  </a:cubicBezTo>
                                  <a:cubicBezTo>
                                    <a:pt x="248" y="153"/>
                                    <a:pt x="247" y="153"/>
                                    <a:pt x="247" y="153"/>
                                  </a:cubicBezTo>
                                  <a:cubicBezTo>
                                    <a:pt x="247" y="153"/>
                                    <a:pt x="247" y="153"/>
                                    <a:pt x="247" y="153"/>
                                  </a:cubicBezTo>
                                  <a:cubicBezTo>
                                    <a:pt x="247" y="154"/>
                                    <a:pt x="247" y="154"/>
                                    <a:pt x="247" y="154"/>
                                  </a:cubicBezTo>
                                  <a:cubicBezTo>
                                    <a:pt x="247" y="154"/>
                                    <a:pt x="247" y="155"/>
                                    <a:pt x="247" y="155"/>
                                  </a:cubicBezTo>
                                  <a:cubicBezTo>
                                    <a:pt x="247" y="155"/>
                                    <a:pt x="247" y="156"/>
                                    <a:pt x="247" y="157"/>
                                  </a:cubicBezTo>
                                  <a:cubicBezTo>
                                    <a:pt x="247" y="157"/>
                                    <a:pt x="246" y="157"/>
                                    <a:pt x="246" y="157"/>
                                  </a:cubicBezTo>
                                  <a:cubicBezTo>
                                    <a:pt x="246" y="157"/>
                                    <a:pt x="246" y="158"/>
                                    <a:pt x="246" y="158"/>
                                  </a:cubicBezTo>
                                  <a:cubicBezTo>
                                    <a:pt x="246" y="159"/>
                                    <a:pt x="246" y="159"/>
                                    <a:pt x="246" y="159"/>
                                  </a:cubicBezTo>
                                  <a:cubicBezTo>
                                    <a:pt x="246" y="159"/>
                                    <a:pt x="246" y="160"/>
                                    <a:pt x="246" y="160"/>
                                  </a:cubicBezTo>
                                  <a:cubicBezTo>
                                    <a:pt x="246" y="160"/>
                                    <a:pt x="246" y="162"/>
                                    <a:pt x="246" y="162"/>
                                  </a:cubicBezTo>
                                  <a:cubicBezTo>
                                    <a:pt x="246" y="162"/>
                                    <a:pt x="246" y="163"/>
                                    <a:pt x="246" y="163"/>
                                  </a:cubicBezTo>
                                  <a:cubicBezTo>
                                    <a:pt x="246" y="163"/>
                                    <a:pt x="246" y="164"/>
                                    <a:pt x="246" y="164"/>
                                  </a:cubicBezTo>
                                  <a:cubicBezTo>
                                    <a:pt x="246" y="164"/>
                                    <a:pt x="246" y="164"/>
                                    <a:pt x="245" y="164"/>
                                  </a:cubicBezTo>
                                  <a:cubicBezTo>
                                    <a:pt x="245" y="164"/>
                                    <a:pt x="245" y="164"/>
                                    <a:pt x="245" y="164"/>
                                  </a:cubicBezTo>
                                  <a:cubicBezTo>
                                    <a:pt x="245" y="164"/>
                                    <a:pt x="246" y="165"/>
                                    <a:pt x="246" y="165"/>
                                  </a:cubicBezTo>
                                  <a:cubicBezTo>
                                    <a:pt x="246" y="165"/>
                                    <a:pt x="245" y="165"/>
                                    <a:pt x="245" y="165"/>
                                  </a:cubicBezTo>
                                  <a:cubicBezTo>
                                    <a:pt x="245" y="165"/>
                                    <a:pt x="245" y="165"/>
                                    <a:pt x="245" y="166"/>
                                  </a:cubicBezTo>
                                  <a:cubicBezTo>
                                    <a:pt x="244" y="166"/>
                                    <a:pt x="244" y="166"/>
                                    <a:pt x="244" y="166"/>
                                  </a:cubicBezTo>
                                  <a:cubicBezTo>
                                    <a:pt x="244" y="166"/>
                                    <a:pt x="243" y="167"/>
                                    <a:pt x="243" y="167"/>
                                  </a:cubicBezTo>
                                  <a:cubicBezTo>
                                    <a:pt x="243" y="167"/>
                                    <a:pt x="243" y="168"/>
                                    <a:pt x="243" y="168"/>
                                  </a:cubicBezTo>
                                  <a:cubicBezTo>
                                    <a:pt x="243" y="168"/>
                                    <a:pt x="243" y="168"/>
                                    <a:pt x="243" y="169"/>
                                  </a:cubicBezTo>
                                  <a:cubicBezTo>
                                    <a:pt x="243" y="169"/>
                                    <a:pt x="242" y="169"/>
                                    <a:pt x="242" y="169"/>
                                  </a:cubicBezTo>
                                  <a:cubicBezTo>
                                    <a:pt x="242" y="169"/>
                                    <a:pt x="242" y="170"/>
                                    <a:pt x="242" y="170"/>
                                  </a:cubicBezTo>
                                  <a:cubicBezTo>
                                    <a:pt x="242" y="170"/>
                                    <a:pt x="242" y="171"/>
                                    <a:pt x="242" y="171"/>
                                  </a:cubicBezTo>
                                  <a:cubicBezTo>
                                    <a:pt x="242" y="172"/>
                                    <a:pt x="242" y="173"/>
                                    <a:pt x="242" y="173"/>
                                  </a:cubicBezTo>
                                  <a:cubicBezTo>
                                    <a:pt x="242" y="174"/>
                                    <a:pt x="242" y="174"/>
                                    <a:pt x="242" y="174"/>
                                  </a:cubicBezTo>
                                  <a:cubicBezTo>
                                    <a:pt x="242" y="174"/>
                                    <a:pt x="242" y="176"/>
                                    <a:pt x="242" y="176"/>
                                  </a:cubicBezTo>
                                  <a:cubicBezTo>
                                    <a:pt x="242" y="176"/>
                                    <a:pt x="242" y="177"/>
                                    <a:pt x="242" y="177"/>
                                  </a:cubicBezTo>
                                  <a:cubicBezTo>
                                    <a:pt x="242" y="177"/>
                                    <a:pt x="242" y="178"/>
                                    <a:pt x="242" y="178"/>
                                  </a:cubicBezTo>
                                  <a:cubicBezTo>
                                    <a:pt x="242" y="178"/>
                                    <a:pt x="241" y="179"/>
                                    <a:pt x="241" y="179"/>
                                  </a:cubicBezTo>
                                  <a:cubicBezTo>
                                    <a:pt x="241" y="179"/>
                                    <a:pt x="241" y="179"/>
                                    <a:pt x="240" y="179"/>
                                  </a:cubicBezTo>
                                  <a:cubicBezTo>
                                    <a:pt x="240" y="180"/>
                                    <a:pt x="240" y="180"/>
                                    <a:pt x="239" y="180"/>
                                  </a:cubicBezTo>
                                  <a:cubicBezTo>
                                    <a:pt x="239" y="180"/>
                                    <a:pt x="239" y="181"/>
                                    <a:pt x="239" y="181"/>
                                  </a:cubicBezTo>
                                  <a:cubicBezTo>
                                    <a:pt x="239" y="181"/>
                                    <a:pt x="239" y="182"/>
                                    <a:pt x="239" y="183"/>
                                  </a:cubicBezTo>
                                  <a:cubicBezTo>
                                    <a:pt x="239" y="184"/>
                                    <a:pt x="238" y="184"/>
                                    <a:pt x="238" y="184"/>
                                  </a:cubicBezTo>
                                  <a:cubicBezTo>
                                    <a:pt x="238" y="185"/>
                                    <a:pt x="237" y="187"/>
                                    <a:pt x="236" y="187"/>
                                  </a:cubicBezTo>
                                  <a:cubicBezTo>
                                    <a:pt x="236" y="187"/>
                                    <a:pt x="236" y="187"/>
                                    <a:pt x="235" y="188"/>
                                  </a:cubicBezTo>
                                  <a:cubicBezTo>
                                    <a:pt x="235" y="188"/>
                                    <a:pt x="234" y="189"/>
                                    <a:pt x="234" y="189"/>
                                  </a:cubicBezTo>
                                  <a:cubicBezTo>
                                    <a:pt x="234" y="189"/>
                                    <a:pt x="234" y="190"/>
                                    <a:pt x="234" y="190"/>
                                  </a:cubicBezTo>
                                  <a:cubicBezTo>
                                    <a:pt x="233" y="191"/>
                                    <a:pt x="233" y="191"/>
                                    <a:pt x="233" y="191"/>
                                  </a:cubicBezTo>
                                  <a:cubicBezTo>
                                    <a:pt x="233" y="191"/>
                                    <a:pt x="233" y="192"/>
                                    <a:pt x="233" y="192"/>
                                  </a:cubicBezTo>
                                  <a:cubicBezTo>
                                    <a:pt x="233" y="193"/>
                                    <a:pt x="233" y="193"/>
                                    <a:pt x="233" y="193"/>
                                  </a:cubicBezTo>
                                  <a:cubicBezTo>
                                    <a:pt x="233" y="194"/>
                                    <a:pt x="233" y="195"/>
                                    <a:pt x="233" y="195"/>
                                  </a:cubicBezTo>
                                  <a:cubicBezTo>
                                    <a:pt x="234" y="196"/>
                                    <a:pt x="233" y="196"/>
                                    <a:pt x="233" y="197"/>
                                  </a:cubicBezTo>
                                  <a:cubicBezTo>
                                    <a:pt x="233" y="197"/>
                                    <a:pt x="231" y="197"/>
                                    <a:pt x="231" y="198"/>
                                  </a:cubicBezTo>
                                  <a:cubicBezTo>
                                    <a:pt x="230" y="198"/>
                                    <a:pt x="229" y="198"/>
                                    <a:pt x="228" y="199"/>
                                  </a:cubicBezTo>
                                  <a:cubicBezTo>
                                    <a:pt x="227" y="199"/>
                                    <a:pt x="227" y="200"/>
                                    <a:pt x="227" y="200"/>
                                  </a:cubicBezTo>
                                  <a:cubicBezTo>
                                    <a:pt x="227" y="200"/>
                                    <a:pt x="226" y="201"/>
                                    <a:pt x="226" y="201"/>
                                  </a:cubicBezTo>
                                  <a:cubicBezTo>
                                    <a:pt x="226" y="201"/>
                                    <a:pt x="226" y="202"/>
                                    <a:pt x="226" y="202"/>
                                  </a:cubicBezTo>
                                  <a:cubicBezTo>
                                    <a:pt x="226" y="203"/>
                                    <a:pt x="226" y="203"/>
                                    <a:pt x="226" y="204"/>
                                  </a:cubicBezTo>
                                  <a:cubicBezTo>
                                    <a:pt x="226" y="204"/>
                                    <a:pt x="226" y="203"/>
                                    <a:pt x="226" y="203"/>
                                  </a:cubicBezTo>
                                  <a:cubicBezTo>
                                    <a:pt x="226" y="202"/>
                                    <a:pt x="225" y="203"/>
                                    <a:pt x="225" y="203"/>
                                  </a:cubicBezTo>
                                  <a:cubicBezTo>
                                    <a:pt x="224" y="203"/>
                                    <a:pt x="224" y="203"/>
                                    <a:pt x="224" y="203"/>
                                  </a:cubicBezTo>
                                  <a:cubicBezTo>
                                    <a:pt x="224" y="204"/>
                                    <a:pt x="223" y="203"/>
                                    <a:pt x="223" y="204"/>
                                  </a:cubicBezTo>
                                  <a:cubicBezTo>
                                    <a:pt x="222" y="204"/>
                                    <a:pt x="222" y="203"/>
                                    <a:pt x="222" y="203"/>
                                  </a:cubicBezTo>
                                  <a:cubicBezTo>
                                    <a:pt x="222" y="203"/>
                                    <a:pt x="221" y="203"/>
                                    <a:pt x="220" y="204"/>
                                  </a:cubicBezTo>
                                  <a:cubicBezTo>
                                    <a:pt x="220" y="204"/>
                                    <a:pt x="219" y="204"/>
                                    <a:pt x="219" y="204"/>
                                  </a:cubicBezTo>
                                  <a:cubicBezTo>
                                    <a:pt x="218" y="204"/>
                                    <a:pt x="218" y="203"/>
                                    <a:pt x="218" y="203"/>
                                  </a:cubicBezTo>
                                  <a:cubicBezTo>
                                    <a:pt x="218" y="203"/>
                                    <a:pt x="219" y="202"/>
                                    <a:pt x="219" y="202"/>
                                  </a:cubicBezTo>
                                  <a:cubicBezTo>
                                    <a:pt x="219" y="201"/>
                                    <a:pt x="218" y="202"/>
                                    <a:pt x="218" y="202"/>
                                  </a:cubicBezTo>
                                  <a:cubicBezTo>
                                    <a:pt x="217" y="202"/>
                                    <a:pt x="217" y="202"/>
                                    <a:pt x="217" y="203"/>
                                  </a:cubicBezTo>
                                  <a:cubicBezTo>
                                    <a:pt x="217" y="203"/>
                                    <a:pt x="218" y="204"/>
                                    <a:pt x="218" y="204"/>
                                  </a:cubicBezTo>
                                  <a:cubicBezTo>
                                    <a:pt x="218" y="204"/>
                                    <a:pt x="217" y="204"/>
                                    <a:pt x="216" y="204"/>
                                  </a:cubicBezTo>
                                  <a:cubicBezTo>
                                    <a:pt x="216" y="204"/>
                                    <a:pt x="216" y="204"/>
                                    <a:pt x="215" y="204"/>
                                  </a:cubicBezTo>
                                  <a:cubicBezTo>
                                    <a:pt x="214" y="205"/>
                                    <a:pt x="214" y="204"/>
                                    <a:pt x="214" y="204"/>
                                  </a:cubicBezTo>
                                  <a:cubicBezTo>
                                    <a:pt x="214" y="203"/>
                                    <a:pt x="213" y="203"/>
                                    <a:pt x="213" y="203"/>
                                  </a:cubicBezTo>
                                  <a:cubicBezTo>
                                    <a:pt x="212" y="203"/>
                                    <a:pt x="212" y="203"/>
                                    <a:pt x="211" y="204"/>
                                  </a:cubicBezTo>
                                  <a:cubicBezTo>
                                    <a:pt x="211" y="204"/>
                                    <a:pt x="210" y="204"/>
                                    <a:pt x="210" y="204"/>
                                  </a:cubicBezTo>
                                  <a:cubicBezTo>
                                    <a:pt x="210" y="204"/>
                                    <a:pt x="210" y="204"/>
                                    <a:pt x="209" y="204"/>
                                  </a:cubicBezTo>
                                  <a:cubicBezTo>
                                    <a:pt x="209" y="203"/>
                                    <a:pt x="209" y="204"/>
                                    <a:pt x="209" y="204"/>
                                  </a:cubicBezTo>
                                  <a:cubicBezTo>
                                    <a:pt x="209" y="204"/>
                                    <a:pt x="208" y="204"/>
                                    <a:pt x="208" y="204"/>
                                  </a:cubicBezTo>
                                  <a:cubicBezTo>
                                    <a:pt x="207" y="204"/>
                                    <a:pt x="207" y="205"/>
                                    <a:pt x="207" y="205"/>
                                  </a:cubicBezTo>
                                  <a:cubicBezTo>
                                    <a:pt x="207" y="205"/>
                                    <a:pt x="207" y="206"/>
                                    <a:pt x="208" y="206"/>
                                  </a:cubicBezTo>
                                  <a:cubicBezTo>
                                    <a:pt x="209" y="206"/>
                                    <a:pt x="208" y="206"/>
                                    <a:pt x="208" y="207"/>
                                  </a:cubicBezTo>
                                  <a:cubicBezTo>
                                    <a:pt x="208" y="207"/>
                                    <a:pt x="207" y="207"/>
                                    <a:pt x="207" y="207"/>
                                  </a:cubicBezTo>
                                  <a:cubicBezTo>
                                    <a:pt x="207" y="207"/>
                                    <a:pt x="206" y="207"/>
                                    <a:pt x="206" y="207"/>
                                  </a:cubicBezTo>
                                  <a:cubicBezTo>
                                    <a:pt x="205" y="207"/>
                                    <a:pt x="205" y="207"/>
                                    <a:pt x="205" y="207"/>
                                  </a:cubicBezTo>
                                  <a:cubicBezTo>
                                    <a:pt x="205" y="207"/>
                                    <a:pt x="204" y="208"/>
                                    <a:pt x="204" y="208"/>
                                  </a:cubicBezTo>
                                  <a:cubicBezTo>
                                    <a:pt x="204" y="208"/>
                                    <a:pt x="203" y="208"/>
                                    <a:pt x="203" y="208"/>
                                  </a:cubicBezTo>
                                  <a:cubicBezTo>
                                    <a:pt x="203" y="208"/>
                                    <a:pt x="202" y="209"/>
                                    <a:pt x="202" y="209"/>
                                  </a:cubicBezTo>
                                  <a:cubicBezTo>
                                    <a:pt x="202" y="209"/>
                                    <a:pt x="202" y="210"/>
                                    <a:pt x="202" y="210"/>
                                  </a:cubicBezTo>
                                  <a:cubicBezTo>
                                    <a:pt x="202" y="210"/>
                                    <a:pt x="202" y="210"/>
                                    <a:pt x="202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0" y="210"/>
                                    <a:pt x="200" y="210"/>
                                    <a:pt x="199" y="210"/>
                                  </a:cubicBezTo>
                                  <a:cubicBezTo>
                                    <a:pt x="199" y="210"/>
                                    <a:pt x="199" y="210"/>
                                    <a:pt x="198" y="210"/>
                                  </a:cubicBezTo>
                                  <a:cubicBezTo>
                                    <a:pt x="198" y="210"/>
                                    <a:pt x="197" y="210"/>
                                    <a:pt x="197" y="211"/>
                                  </a:cubicBezTo>
                                  <a:cubicBezTo>
                                    <a:pt x="197" y="211"/>
                                    <a:pt x="196" y="211"/>
                                    <a:pt x="196" y="211"/>
                                  </a:cubicBezTo>
                                  <a:cubicBezTo>
                                    <a:pt x="196" y="211"/>
                                    <a:pt x="196" y="211"/>
                                    <a:pt x="195" y="212"/>
                                  </a:cubicBezTo>
                                  <a:cubicBezTo>
                                    <a:pt x="195" y="212"/>
                                    <a:pt x="195" y="212"/>
                                    <a:pt x="194" y="212"/>
                                  </a:cubicBezTo>
                                  <a:cubicBezTo>
                                    <a:pt x="194" y="212"/>
                                    <a:pt x="193" y="212"/>
                                    <a:pt x="193" y="213"/>
                                  </a:cubicBezTo>
                                  <a:cubicBezTo>
                                    <a:pt x="192" y="213"/>
                                    <a:pt x="191" y="214"/>
                                    <a:pt x="191" y="214"/>
                                  </a:cubicBezTo>
                                  <a:cubicBezTo>
                                    <a:pt x="191" y="215"/>
                                    <a:pt x="191" y="215"/>
                                    <a:pt x="190" y="215"/>
                                  </a:cubicBezTo>
                                  <a:cubicBezTo>
                                    <a:pt x="190" y="215"/>
                                    <a:pt x="189" y="216"/>
                                    <a:pt x="189" y="216"/>
                                  </a:cubicBezTo>
                                  <a:cubicBezTo>
                                    <a:pt x="188" y="217"/>
                                    <a:pt x="187" y="217"/>
                                    <a:pt x="187" y="217"/>
                                  </a:cubicBezTo>
                                  <a:cubicBezTo>
                                    <a:pt x="187" y="218"/>
                                    <a:pt x="186" y="218"/>
                                    <a:pt x="186" y="219"/>
                                  </a:cubicBezTo>
                                  <a:cubicBezTo>
                                    <a:pt x="185" y="219"/>
                                    <a:pt x="185" y="219"/>
                                    <a:pt x="185" y="219"/>
                                  </a:cubicBezTo>
                                  <a:cubicBezTo>
                                    <a:pt x="185" y="219"/>
                                    <a:pt x="185" y="219"/>
                                    <a:pt x="185" y="219"/>
                                  </a:cubicBezTo>
                                  <a:cubicBezTo>
                                    <a:pt x="184" y="219"/>
                                    <a:pt x="184" y="219"/>
                                    <a:pt x="184" y="220"/>
                                  </a:cubicBezTo>
                                  <a:cubicBezTo>
                                    <a:pt x="185" y="220"/>
                                    <a:pt x="185" y="220"/>
                                    <a:pt x="185" y="220"/>
                                  </a:cubicBezTo>
                                  <a:cubicBezTo>
                                    <a:pt x="185" y="220"/>
                                    <a:pt x="184" y="221"/>
                                    <a:pt x="184" y="221"/>
                                  </a:cubicBezTo>
                                  <a:cubicBezTo>
                                    <a:pt x="184" y="221"/>
                                    <a:pt x="183" y="221"/>
                                    <a:pt x="183" y="221"/>
                                  </a:cubicBezTo>
                                  <a:cubicBezTo>
                                    <a:pt x="183" y="221"/>
                                    <a:pt x="183" y="222"/>
                                    <a:pt x="183" y="222"/>
                                  </a:cubicBezTo>
                                  <a:cubicBezTo>
                                    <a:pt x="183" y="222"/>
                                    <a:pt x="182" y="222"/>
                                    <a:pt x="182" y="223"/>
                                  </a:cubicBezTo>
                                  <a:cubicBezTo>
                                    <a:pt x="182" y="223"/>
                                    <a:pt x="182" y="223"/>
                                    <a:pt x="182" y="222"/>
                                  </a:cubicBezTo>
                                  <a:cubicBezTo>
                                    <a:pt x="181" y="222"/>
                                    <a:pt x="182" y="222"/>
                                    <a:pt x="182" y="222"/>
                                  </a:cubicBezTo>
                                  <a:cubicBezTo>
                                    <a:pt x="181" y="221"/>
                                    <a:pt x="181" y="222"/>
                                    <a:pt x="181" y="222"/>
                                  </a:cubicBezTo>
                                  <a:cubicBezTo>
                                    <a:pt x="181" y="222"/>
                                    <a:pt x="180" y="223"/>
                                    <a:pt x="180" y="223"/>
                                  </a:cubicBezTo>
                                  <a:cubicBezTo>
                                    <a:pt x="179" y="223"/>
                                    <a:pt x="180" y="223"/>
                                    <a:pt x="180" y="223"/>
                                  </a:cubicBezTo>
                                  <a:cubicBezTo>
                                    <a:pt x="180" y="224"/>
                                    <a:pt x="181" y="224"/>
                                    <a:pt x="181" y="224"/>
                                  </a:cubicBezTo>
                                  <a:cubicBezTo>
                                    <a:pt x="181" y="224"/>
                                    <a:pt x="181" y="224"/>
                                    <a:pt x="181" y="225"/>
                                  </a:cubicBezTo>
                                  <a:cubicBezTo>
                                    <a:pt x="181" y="225"/>
                                    <a:pt x="180" y="226"/>
                                    <a:pt x="180" y="226"/>
                                  </a:cubicBezTo>
                                  <a:cubicBezTo>
                                    <a:pt x="180" y="226"/>
                                    <a:pt x="180" y="227"/>
                                    <a:pt x="180" y="227"/>
                                  </a:cubicBezTo>
                                  <a:cubicBezTo>
                                    <a:pt x="180" y="227"/>
                                    <a:pt x="180" y="228"/>
                                    <a:pt x="180" y="228"/>
                                  </a:cubicBezTo>
                                  <a:cubicBezTo>
                                    <a:pt x="179" y="228"/>
                                    <a:pt x="179" y="229"/>
                                    <a:pt x="179" y="229"/>
                                  </a:cubicBezTo>
                                  <a:cubicBezTo>
                                    <a:pt x="178" y="229"/>
                                    <a:pt x="178" y="230"/>
                                    <a:pt x="179" y="230"/>
                                  </a:cubicBezTo>
                                  <a:cubicBezTo>
                                    <a:pt x="179" y="230"/>
                                    <a:pt x="179" y="229"/>
                                    <a:pt x="179" y="229"/>
                                  </a:cubicBezTo>
                                  <a:cubicBezTo>
                                    <a:pt x="180" y="229"/>
                                    <a:pt x="180" y="229"/>
                                    <a:pt x="180" y="229"/>
                                  </a:cubicBezTo>
                                  <a:cubicBezTo>
                                    <a:pt x="180" y="229"/>
                                    <a:pt x="180" y="229"/>
                                    <a:pt x="180" y="230"/>
                                  </a:cubicBezTo>
                                  <a:cubicBezTo>
                                    <a:pt x="180" y="230"/>
                                    <a:pt x="180" y="231"/>
                                    <a:pt x="180" y="231"/>
                                  </a:cubicBezTo>
                                  <a:cubicBezTo>
                                    <a:pt x="179" y="232"/>
                                    <a:pt x="179" y="232"/>
                                    <a:pt x="179" y="232"/>
                                  </a:cubicBezTo>
                                  <a:cubicBezTo>
                                    <a:pt x="179" y="233"/>
                                    <a:pt x="179" y="233"/>
                                    <a:pt x="179" y="233"/>
                                  </a:cubicBezTo>
                                  <a:cubicBezTo>
                                    <a:pt x="179" y="233"/>
                                    <a:pt x="180" y="235"/>
                                    <a:pt x="180" y="235"/>
                                  </a:cubicBezTo>
                                  <a:cubicBezTo>
                                    <a:pt x="180" y="235"/>
                                    <a:pt x="180" y="236"/>
                                    <a:pt x="180" y="236"/>
                                  </a:cubicBezTo>
                                  <a:cubicBezTo>
                                    <a:pt x="180" y="236"/>
                                    <a:pt x="180" y="237"/>
                                    <a:pt x="180" y="237"/>
                                  </a:cubicBezTo>
                                  <a:cubicBezTo>
                                    <a:pt x="179" y="237"/>
                                    <a:pt x="180" y="237"/>
                                    <a:pt x="180" y="237"/>
                                  </a:cubicBezTo>
                                  <a:cubicBezTo>
                                    <a:pt x="180" y="237"/>
                                    <a:pt x="180" y="237"/>
                                    <a:pt x="180" y="238"/>
                                  </a:cubicBezTo>
                                  <a:cubicBezTo>
                                    <a:pt x="180" y="238"/>
                                    <a:pt x="180" y="238"/>
                                    <a:pt x="180" y="238"/>
                                  </a:cubicBezTo>
                                  <a:cubicBezTo>
                                    <a:pt x="180" y="238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8"/>
                                    <a:pt x="181" y="238"/>
                                  </a:cubicBezTo>
                                  <a:cubicBezTo>
                                    <a:pt x="181" y="238"/>
                                    <a:pt x="181" y="238"/>
                                    <a:pt x="181" y="238"/>
                                  </a:cubicBezTo>
                                  <a:cubicBezTo>
                                    <a:pt x="181" y="238"/>
                                    <a:pt x="181" y="239"/>
                                    <a:pt x="181" y="239"/>
                                  </a:cubicBezTo>
                                  <a:cubicBezTo>
                                    <a:pt x="181" y="239"/>
                                    <a:pt x="181" y="239"/>
                                    <a:pt x="181" y="240"/>
                                  </a:cubicBezTo>
                                  <a:cubicBezTo>
                                    <a:pt x="181" y="240"/>
                                    <a:pt x="181" y="240"/>
                                    <a:pt x="181" y="240"/>
                                  </a:cubicBezTo>
                                  <a:cubicBezTo>
                                    <a:pt x="180" y="240"/>
                                    <a:pt x="180" y="241"/>
                                    <a:pt x="180" y="241"/>
                                  </a:cubicBezTo>
                                  <a:cubicBezTo>
                                    <a:pt x="180" y="241"/>
                                    <a:pt x="180" y="241"/>
                                    <a:pt x="180" y="241"/>
                                  </a:cubicBezTo>
                                  <a:cubicBezTo>
                                    <a:pt x="180" y="241"/>
                                    <a:pt x="180" y="241"/>
                                    <a:pt x="180" y="240"/>
                                  </a:cubicBezTo>
                                  <a:cubicBezTo>
                                    <a:pt x="180" y="240"/>
                                    <a:pt x="180" y="240"/>
                                    <a:pt x="180" y="240"/>
                                  </a:cubicBezTo>
                                  <a:cubicBezTo>
                                    <a:pt x="180" y="240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40"/>
                                    <a:pt x="180" y="240"/>
                                  </a:cubicBezTo>
                                  <a:cubicBezTo>
                                    <a:pt x="179" y="240"/>
                                    <a:pt x="180" y="240"/>
                                    <a:pt x="180" y="240"/>
                                  </a:cubicBezTo>
                                  <a:cubicBezTo>
                                    <a:pt x="180" y="240"/>
                                    <a:pt x="179" y="241"/>
                                    <a:pt x="179" y="241"/>
                                  </a:cubicBezTo>
                                  <a:cubicBezTo>
                                    <a:pt x="179" y="241"/>
                                    <a:pt x="179" y="242"/>
                                    <a:pt x="180" y="242"/>
                                  </a:cubicBezTo>
                                  <a:cubicBezTo>
                                    <a:pt x="180" y="242"/>
                                    <a:pt x="180" y="242"/>
                                    <a:pt x="180" y="243"/>
                                  </a:cubicBezTo>
                                  <a:cubicBezTo>
                                    <a:pt x="180" y="243"/>
                                    <a:pt x="179" y="243"/>
                                    <a:pt x="179" y="244"/>
                                  </a:cubicBezTo>
                                  <a:cubicBezTo>
                                    <a:pt x="179" y="244"/>
                                    <a:pt x="179" y="245"/>
                                    <a:pt x="179" y="245"/>
                                  </a:cubicBezTo>
                                  <a:cubicBezTo>
                                    <a:pt x="179" y="245"/>
                                    <a:pt x="178" y="245"/>
                                    <a:pt x="178" y="245"/>
                                  </a:cubicBezTo>
                                  <a:cubicBezTo>
                                    <a:pt x="178" y="246"/>
                                    <a:pt x="178" y="246"/>
                                    <a:pt x="178" y="246"/>
                                  </a:cubicBezTo>
                                  <a:cubicBezTo>
                                    <a:pt x="178" y="247"/>
                                    <a:pt x="178" y="246"/>
                                    <a:pt x="178" y="246"/>
                                  </a:cubicBezTo>
                                  <a:cubicBezTo>
                                    <a:pt x="178" y="246"/>
                                    <a:pt x="179" y="247"/>
                                    <a:pt x="178" y="247"/>
                                  </a:cubicBezTo>
                                  <a:cubicBezTo>
                                    <a:pt x="178" y="247"/>
                                    <a:pt x="178" y="247"/>
                                    <a:pt x="178" y="248"/>
                                  </a:cubicBezTo>
                                  <a:cubicBezTo>
                                    <a:pt x="177" y="248"/>
                                    <a:pt x="176" y="249"/>
                                    <a:pt x="176" y="249"/>
                                  </a:cubicBezTo>
                                  <a:cubicBezTo>
                                    <a:pt x="175" y="250"/>
                                    <a:pt x="174" y="251"/>
                                    <a:pt x="174" y="251"/>
                                  </a:cubicBezTo>
                                  <a:cubicBezTo>
                                    <a:pt x="173" y="251"/>
                                    <a:pt x="173" y="252"/>
                                    <a:pt x="172" y="253"/>
                                  </a:cubicBezTo>
                                  <a:cubicBezTo>
                                    <a:pt x="172" y="253"/>
                                    <a:pt x="172" y="253"/>
                                    <a:pt x="172" y="254"/>
                                  </a:cubicBezTo>
                                  <a:cubicBezTo>
                                    <a:pt x="172" y="254"/>
                                    <a:pt x="171" y="254"/>
                                    <a:pt x="171" y="254"/>
                                  </a:cubicBezTo>
                                  <a:cubicBezTo>
                                    <a:pt x="171" y="255"/>
                                    <a:pt x="171" y="255"/>
                                    <a:pt x="171" y="255"/>
                                  </a:cubicBezTo>
                                  <a:cubicBezTo>
                                    <a:pt x="170" y="256"/>
                                    <a:pt x="170" y="257"/>
                                    <a:pt x="170" y="257"/>
                                  </a:cubicBezTo>
                                  <a:cubicBezTo>
                                    <a:pt x="169" y="258"/>
                                    <a:pt x="169" y="259"/>
                                    <a:pt x="169" y="259"/>
                                  </a:cubicBezTo>
                                  <a:cubicBezTo>
                                    <a:pt x="169" y="259"/>
                                    <a:pt x="168" y="261"/>
                                    <a:pt x="168" y="261"/>
                                  </a:cubicBezTo>
                                  <a:cubicBezTo>
                                    <a:pt x="168" y="261"/>
                                    <a:pt x="168" y="262"/>
                                    <a:pt x="167" y="263"/>
                                  </a:cubicBezTo>
                                  <a:cubicBezTo>
                                    <a:pt x="167" y="263"/>
                                    <a:pt x="167" y="264"/>
                                    <a:pt x="167" y="265"/>
                                  </a:cubicBezTo>
                                  <a:cubicBezTo>
                                    <a:pt x="166" y="265"/>
                                    <a:pt x="166" y="266"/>
                                    <a:pt x="165" y="266"/>
                                  </a:cubicBezTo>
                                  <a:cubicBezTo>
                                    <a:pt x="165" y="267"/>
                                    <a:pt x="165" y="267"/>
                                    <a:pt x="165" y="268"/>
                                  </a:cubicBezTo>
                                  <a:cubicBezTo>
                                    <a:pt x="165" y="268"/>
                                    <a:pt x="164" y="269"/>
                                    <a:pt x="164" y="269"/>
                                  </a:cubicBezTo>
                                  <a:cubicBezTo>
                                    <a:pt x="163" y="269"/>
                                    <a:pt x="163" y="269"/>
                                    <a:pt x="163" y="270"/>
                                  </a:cubicBezTo>
                                  <a:cubicBezTo>
                                    <a:pt x="162" y="270"/>
                                    <a:pt x="162" y="270"/>
                                    <a:pt x="162" y="271"/>
                                  </a:cubicBezTo>
                                  <a:cubicBezTo>
                                    <a:pt x="162" y="271"/>
                                    <a:pt x="161" y="272"/>
                                    <a:pt x="161" y="272"/>
                                  </a:cubicBezTo>
                                  <a:cubicBezTo>
                                    <a:pt x="161" y="272"/>
                                    <a:pt x="160" y="273"/>
                                    <a:pt x="160" y="273"/>
                                  </a:cubicBezTo>
                                  <a:cubicBezTo>
                                    <a:pt x="159" y="273"/>
                                    <a:pt x="159" y="274"/>
                                    <a:pt x="158" y="274"/>
                                  </a:cubicBezTo>
                                  <a:cubicBezTo>
                                    <a:pt x="158" y="274"/>
                                    <a:pt x="157" y="275"/>
                                    <a:pt x="157" y="275"/>
                                  </a:cubicBezTo>
                                  <a:cubicBezTo>
                                    <a:pt x="157" y="275"/>
                                    <a:pt x="156" y="276"/>
                                    <a:pt x="156" y="276"/>
                                  </a:cubicBezTo>
                                  <a:cubicBezTo>
                                    <a:pt x="156" y="276"/>
                                    <a:pt x="155" y="276"/>
                                    <a:pt x="155" y="276"/>
                                  </a:cubicBezTo>
                                  <a:cubicBezTo>
                                    <a:pt x="155" y="276"/>
                                    <a:pt x="155" y="276"/>
                                    <a:pt x="155" y="275"/>
                                  </a:cubicBezTo>
                                  <a:cubicBezTo>
                                    <a:pt x="155" y="275"/>
                                    <a:pt x="155" y="275"/>
                                    <a:pt x="155" y="275"/>
                                  </a:cubicBezTo>
                                  <a:cubicBezTo>
                                    <a:pt x="156" y="275"/>
                                    <a:pt x="155" y="275"/>
                                    <a:pt x="155" y="275"/>
                                  </a:cubicBezTo>
                                  <a:cubicBezTo>
                                    <a:pt x="155" y="275"/>
                                    <a:pt x="155" y="274"/>
                                    <a:pt x="155" y="274"/>
                                  </a:cubicBezTo>
                                  <a:cubicBezTo>
                                    <a:pt x="155" y="274"/>
                                    <a:pt x="156" y="274"/>
                                    <a:pt x="156" y="274"/>
                                  </a:cubicBezTo>
                                  <a:cubicBezTo>
                                    <a:pt x="156" y="274"/>
                                    <a:pt x="156" y="274"/>
                                    <a:pt x="156" y="274"/>
                                  </a:cubicBezTo>
                                  <a:cubicBezTo>
                                    <a:pt x="156" y="274"/>
                                    <a:pt x="157" y="274"/>
                                    <a:pt x="157" y="274"/>
                                  </a:cubicBezTo>
                                  <a:cubicBezTo>
                                    <a:pt x="157" y="274"/>
                                    <a:pt x="158" y="273"/>
                                    <a:pt x="158" y="273"/>
                                  </a:cubicBezTo>
                                  <a:cubicBezTo>
                                    <a:pt x="158" y="273"/>
                                    <a:pt x="159" y="273"/>
                                    <a:pt x="159" y="273"/>
                                  </a:cubicBezTo>
                                  <a:cubicBezTo>
                                    <a:pt x="159" y="272"/>
                                    <a:pt x="159" y="272"/>
                                    <a:pt x="159" y="272"/>
                                  </a:cubicBezTo>
                                  <a:cubicBezTo>
                                    <a:pt x="160" y="272"/>
                                    <a:pt x="160" y="272"/>
                                    <a:pt x="160" y="272"/>
                                  </a:cubicBezTo>
                                  <a:cubicBezTo>
                                    <a:pt x="160" y="271"/>
                                    <a:pt x="161" y="270"/>
                                    <a:pt x="161" y="270"/>
                                  </a:cubicBezTo>
                                  <a:cubicBezTo>
                                    <a:pt x="161" y="270"/>
                                    <a:pt x="161" y="268"/>
                                    <a:pt x="161" y="268"/>
                                  </a:cubicBezTo>
                                  <a:cubicBezTo>
                                    <a:pt x="161" y="268"/>
                                    <a:pt x="162" y="268"/>
                                    <a:pt x="162" y="268"/>
                                  </a:cubicBezTo>
                                  <a:cubicBezTo>
                                    <a:pt x="162" y="268"/>
                                    <a:pt x="162" y="268"/>
                                    <a:pt x="162" y="268"/>
                                  </a:cubicBezTo>
                                  <a:cubicBezTo>
                                    <a:pt x="163" y="268"/>
                                    <a:pt x="163" y="268"/>
                                    <a:pt x="163" y="267"/>
                                  </a:cubicBezTo>
                                  <a:cubicBezTo>
                                    <a:pt x="163" y="267"/>
                                    <a:pt x="163" y="267"/>
                                    <a:pt x="163" y="267"/>
                                  </a:cubicBezTo>
                                  <a:cubicBezTo>
                                    <a:pt x="163" y="267"/>
                                    <a:pt x="163" y="267"/>
                                    <a:pt x="163" y="267"/>
                                  </a:cubicBezTo>
                                  <a:cubicBezTo>
                                    <a:pt x="164" y="267"/>
                                    <a:pt x="164" y="266"/>
                                    <a:pt x="164" y="266"/>
                                  </a:cubicBezTo>
                                  <a:cubicBezTo>
                                    <a:pt x="164" y="266"/>
                                    <a:pt x="164" y="266"/>
                                    <a:pt x="164" y="266"/>
                                  </a:cubicBezTo>
                                  <a:cubicBezTo>
                                    <a:pt x="165" y="266"/>
                                    <a:pt x="165" y="265"/>
                                    <a:pt x="165" y="265"/>
                                  </a:cubicBezTo>
                                  <a:cubicBezTo>
                                    <a:pt x="165" y="265"/>
                                    <a:pt x="165" y="263"/>
                                    <a:pt x="165" y="262"/>
                                  </a:cubicBezTo>
                                  <a:cubicBezTo>
                                    <a:pt x="165" y="262"/>
                                    <a:pt x="165" y="263"/>
                                    <a:pt x="165" y="263"/>
                                  </a:cubicBezTo>
                                  <a:cubicBezTo>
                                    <a:pt x="165" y="263"/>
                                    <a:pt x="166" y="263"/>
                                    <a:pt x="166" y="263"/>
                                  </a:cubicBezTo>
                                  <a:cubicBezTo>
                                    <a:pt x="166" y="263"/>
                                    <a:pt x="166" y="262"/>
                                    <a:pt x="166" y="262"/>
                                  </a:cubicBezTo>
                                  <a:cubicBezTo>
                                    <a:pt x="166" y="262"/>
                                    <a:pt x="166" y="261"/>
                                    <a:pt x="166" y="261"/>
                                  </a:cubicBezTo>
                                  <a:cubicBezTo>
                                    <a:pt x="166" y="261"/>
                                    <a:pt x="165" y="261"/>
                                    <a:pt x="165" y="261"/>
                                  </a:cubicBezTo>
                                  <a:cubicBezTo>
                                    <a:pt x="165" y="261"/>
                                    <a:pt x="165" y="261"/>
                                    <a:pt x="165" y="261"/>
                                  </a:cubicBezTo>
                                  <a:cubicBezTo>
                                    <a:pt x="165" y="262"/>
                                    <a:pt x="164" y="262"/>
                                    <a:pt x="164" y="262"/>
                                  </a:cubicBezTo>
                                  <a:cubicBezTo>
                                    <a:pt x="164" y="262"/>
                                    <a:pt x="163" y="262"/>
                                    <a:pt x="163" y="262"/>
                                  </a:cubicBezTo>
                                  <a:cubicBezTo>
                                    <a:pt x="163" y="262"/>
                                    <a:pt x="163" y="262"/>
                                    <a:pt x="162" y="262"/>
                                  </a:cubicBezTo>
                                  <a:cubicBezTo>
                                    <a:pt x="162" y="262"/>
                                    <a:pt x="162" y="261"/>
                                    <a:pt x="162" y="261"/>
                                  </a:cubicBezTo>
                                  <a:cubicBezTo>
                                    <a:pt x="162" y="261"/>
                                    <a:pt x="162" y="261"/>
                                    <a:pt x="161" y="261"/>
                                  </a:cubicBezTo>
                                  <a:cubicBezTo>
                                    <a:pt x="161" y="261"/>
                                    <a:pt x="161" y="260"/>
                                    <a:pt x="161" y="260"/>
                                  </a:cubicBezTo>
                                  <a:cubicBezTo>
                                    <a:pt x="161" y="260"/>
                                    <a:pt x="161" y="259"/>
                                    <a:pt x="161" y="259"/>
                                  </a:cubicBezTo>
                                  <a:cubicBezTo>
                                    <a:pt x="161" y="259"/>
                                    <a:pt x="161" y="259"/>
                                    <a:pt x="161" y="260"/>
                                  </a:cubicBezTo>
                                  <a:cubicBezTo>
                                    <a:pt x="160" y="260"/>
                                    <a:pt x="160" y="261"/>
                                    <a:pt x="161" y="261"/>
                                  </a:cubicBezTo>
                                  <a:cubicBezTo>
                                    <a:pt x="161" y="261"/>
                                    <a:pt x="161" y="262"/>
                                    <a:pt x="161" y="262"/>
                                  </a:cubicBezTo>
                                  <a:cubicBezTo>
                                    <a:pt x="161" y="262"/>
                                    <a:pt x="161" y="262"/>
                                    <a:pt x="161" y="263"/>
                                  </a:cubicBezTo>
                                  <a:cubicBezTo>
                                    <a:pt x="161" y="263"/>
                                    <a:pt x="161" y="263"/>
                                    <a:pt x="161" y="263"/>
                                  </a:cubicBezTo>
                                  <a:cubicBezTo>
                                    <a:pt x="161" y="263"/>
                                    <a:pt x="161" y="264"/>
                                    <a:pt x="160" y="264"/>
                                  </a:cubicBezTo>
                                  <a:cubicBezTo>
                                    <a:pt x="160" y="264"/>
                                    <a:pt x="160" y="264"/>
                                    <a:pt x="160" y="265"/>
                                  </a:cubicBezTo>
                                  <a:cubicBezTo>
                                    <a:pt x="160" y="265"/>
                                    <a:pt x="160" y="266"/>
                                    <a:pt x="160" y="266"/>
                                  </a:cubicBezTo>
                                  <a:cubicBezTo>
                                    <a:pt x="160" y="266"/>
                                    <a:pt x="160" y="266"/>
                                    <a:pt x="160" y="266"/>
                                  </a:cubicBezTo>
                                  <a:cubicBezTo>
                                    <a:pt x="159" y="266"/>
                                    <a:pt x="159" y="267"/>
                                    <a:pt x="159" y="267"/>
                                  </a:cubicBezTo>
                                  <a:cubicBezTo>
                                    <a:pt x="159" y="267"/>
                                    <a:pt x="159" y="268"/>
                                    <a:pt x="159" y="268"/>
                                  </a:cubicBezTo>
                                  <a:cubicBezTo>
                                    <a:pt x="159" y="268"/>
                                    <a:pt x="159" y="268"/>
                                    <a:pt x="159" y="268"/>
                                  </a:cubicBezTo>
                                  <a:cubicBezTo>
                                    <a:pt x="158" y="269"/>
                                    <a:pt x="158" y="269"/>
                                    <a:pt x="158" y="269"/>
                                  </a:cubicBezTo>
                                  <a:cubicBezTo>
                                    <a:pt x="158" y="269"/>
                                    <a:pt x="158" y="269"/>
                                    <a:pt x="158" y="269"/>
                                  </a:cubicBezTo>
                                  <a:cubicBezTo>
                                    <a:pt x="157" y="270"/>
                                    <a:pt x="157" y="270"/>
                                    <a:pt x="156" y="270"/>
                                  </a:cubicBezTo>
                                  <a:cubicBezTo>
                                    <a:pt x="156" y="270"/>
                                    <a:pt x="156" y="270"/>
                                    <a:pt x="156" y="271"/>
                                  </a:cubicBezTo>
                                  <a:cubicBezTo>
                                    <a:pt x="155" y="271"/>
                                    <a:pt x="156" y="272"/>
                                    <a:pt x="156" y="272"/>
                                  </a:cubicBezTo>
                                  <a:cubicBezTo>
                                    <a:pt x="156" y="273"/>
                                    <a:pt x="155" y="273"/>
                                    <a:pt x="155" y="273"/>
                                  </a:cubicBezTo>
                                  <a:cubicBezTo>
                                    <a:pt x="155" y="273"/>
                                    <a:pt x="155" y="273"/>
                                    <a:pt x="154" y="273"/>
                                  </a:cubicBezTo>
                                  <a:cubicBezTo>
                                    <a:pt x="154" y="274"/>
                                    <a:pt x="154" y="274"/>
                                    <a:pt x="154" y="274"/>
                                  </a:cubicBezTo>
                                  <a:cubicBezTo>
                                    <a:pt x="154" y="274"/>
                                    <a:pt x="154" y="275"/>
                                    <a:pt x="154" y="275"/>
                                  </a:cubicBezTo>
                                  <a:cubicBezTo>
                                    <a:pt x="154" y="275"/>
                                    <a:pt x="154" y="275"/>
                                    <a:pt x="154" y="276"/>
                                  </a:cubicBezTo>
                                  <a:cubicBezTo>
                                    <a:pt x="154" y="276"/>
                                    <a:pt x="154" y="276"/>
                                    <a:pt x="154" y="276"/>
                                  </a:cubicBezTo>
                                  <a:cubicBezTo>
                                    <a:pt x="154" y="276"/>
                                    <a:pt x="154" y="276"/>
                                    <a:pt x="155" y="276"/>
                                  </a:cubicBezTo>
                                  <a:cubicBezTo>
                                    <a:pt x="155" y="276"/>
                                    <a:pt x="155" y="277"/>
                                    <a:pt x="155" y="277"/>
                                  </a:cubicBezTo>
                                  <a:cubicBezTo>
                                    <a:pt x="155" y="277"/>
                                    <a:pt x="154" y="277"/>
                                    <a:pt x="154" y="278"/>
                                  </a:cubicBezTo>
                                  <a:cubicBezTo>
                                    <a:pt x="154" y="278"/>
                                    <a:pt x="153" y="279"/>
                                    <a:pt x="153" y="279"/>
                                  </a:cubicBezTo>
                                  <a:cubicBezTo>
                                    <a:pt x="153" y="280"/>
                                    <a:pt x="153" y="281"/>
                                    <a:pt x="152" y="282"/>
                                  </a:cubicBezTo>
                                  <a:cubicBezTo>
                                    <a:pt x="152" y="282"/>
                                    <a:pt x="152" y="284"/>
                                    <a:pt x="151" y="284"/>
                                  </a:cubicBezTo>
                                  <a:cubicBezTo>
                                    <a:pt x="151" y="285"/>
                                    <a:pt x="151" y="286"/>
                                    <a:pt x="150" y="286"/>
                                  </a:cubicBezTo>
                                  <a:cubicBezTo>
                                    <a:pt x="150" y="286"/>
                                    <a:pt x="149" y="287"/>
                                    <a:pt x="149" y="287"/>
                                  </a:cubicBezTo>
                                  <a:cubicBezTo>
                                    <a:pt x="149" y="288"/>
                                    <a:pt x="148" y="288"/>
                                    <a:pt x="148" y="288"/>
                                  </a:cubicBezTo>
                                  <a:cubicBezTo>
                                    <a:pt x="148" y="288"/>
                                    <a:pt x="147" y="289"/>
                                    <a:pt x="147" y="289"/>
                                  </a:cubicBezTo>
                                  <a:cubicBezTo>
                                    <a:pt x="147" y="290"/>
                                    <a:pt x="146" y="290"/>
                                    <a:pt x="146" y="290"/>
                                  </a:cubicBezTo>
                                  <a:cubicBezTo>
                                    <a:pt x="145" y="290"/>
                                    <a:pt x="145" y="290"/>
                                    <a:pt x="145" y="290"/>
                                  </a:cubicBezTo>
                                  <a:cubicBezTo>
                                    <a:pt x="145" y="285"/>
                                    <a:pt x="145" y="285"/>
                                    <a:pt x="145" y="285"/>
                                  </a:cubicBezTo>
                                  <a:cubicBezTo>
                                    <a:pt x="148" y="282"/>
                                    <a:pt x="148" y="282"/>
                                    <a:pt x="148" y="282"/>
                                  </a:cubicBezTo>
                                  <a:cubicBezTo>
                                    <a:pt x="147" y="281"/>
                                    <a:pt x="147" y="281"/>
                                    <a:pt x="147" y="281"/>
                                  </a:cubicBezTo>
                                  <a:cubicBezTo>
                                    <a:pt x="147" y="281"/>
                                    <a:pt x="144" y="278"/>
                                    <a:pt x="144" y="278"/>
                                  </a:cubicBezTo>
                                  <a:cubicBezTo>
                                    <a:pt x="144" y="278"/>
                                    <a:pt x="144" y="276"/>
                                    <a:pt x="144" y="276"/>
                                  </a:cubicBezTo>
                                  <a:cubicBezTo>
                                    <a:pt x="144" y="276"/>
                                    <a:pt x="143" y="276"/>
                                    <a:pt x="143" y="276"/>
                                  </a:cubicBezTo>
                                  <a:cubicBezTo>
                                    <a:pt x="143" y="276"/>
                                    <a:pt x="142" y="275"/>
                                    <a:pt x="142" y="275"/>
                                  </a:cubicBezTo>
                                  <a:cubicBezTo>
                                    <a:pt x="142" y="275"/>
                                    <a:pt x="141" y="275"/>
                                    <a:pt x="141" y="275"/>
                                  </a:cubicBezTo>
                                  <a:cubicBezTo>
                                    <a:pt x="141" y="275"/>
                                    <a:pt x="141" y="275"/>
                                    <a:pt x="141" y="275"/>
                                  </a:cubicBezTo>
                                  <a:cubicBezTo>
                                    <a:pt x="138" y="273"/>
                                    <a:pt x="138" y="273"/>
                                    <a:pt x="138" y="273"/>
                                  </a:cubicBezTo>
                                  <a:cubicBezTo>
                                    <a:pt x="138" y="272"/>
                                    <a:pt x="138" y="272"/>
                                    <a:pt x="138" y="272"/>
                                  </a:cubicBezTo>
                                  <a:cubicBezTo>
                                    <a:pt x="138" y="272"/>
                                    <a:pt x="137" y="271"/>
                                    <a:pt x="136" y="271"/>
                                  </a:cubicBezTo>
                                  <a:cubicBezTo>
                                    <a:pt x="136" y="271"/>
                                    <a:pt x="135" y="271"/>
                                    <a:pt x="135" y="271"/>
                                  </a:cubicBezTo>
                                  <a:cubicBezTo>
                                    <a:pt x="135" y="271"/>
                                    <a:pt x="134" y="269"/>
                                    <a:pt x="134" y="269"/>
                                  </a:cubicBezTo>
                                  <a:cubicBezTo>
                                    <a:pt x="134" y="270"/>
                                    <a:pt x="134" y="270"/>
                                    <a:pt x="134" y="270"/>
                                  </a:cubicBezTo>
                                  <a:cubicBezTo>
                                    <a:pt x="134" y="270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69"/>
                                    <a:pt x="132" y="267"/>
                                    <a:pt x="132" y="267"/>
                                  </a:cubicBezTo>
                                  <a:cubicBezTo>
                                    <a:pt x="132" y="267"/>
                                    <a:pt x="131" y="267"/>
                                    <a:pt x="131" y="267"/>
                                  </a:cubicBezTo>
                                  <a:cubicBezTo>
                                    <a:pt x="130" y="266"/>
                                    <a:pt x="130" y="266"/>
                                    <a:pt x="130" y="266"/>
                                  </a:cubicBezTo>
                                  <a:cubicBezTo>
                                    <a:pt x="130" y="266"/>
                                    <a:pt x="130" y="267"/>
                                    <a:pt x="130" y="267"/>
                                  </a:cubicBezTo>
                                  <a:cubicBezTo>
                                    <a:pt x="129" y="267"/>
                                    <a:pt x="128" y="268"/>
                                    <a:pt x="128" y="268"/>
                                  </a:cubicBezTo>
                                  <a:cubicBezTo>
                                    <a:pt x="127" y="268"/>
                                    <a:pt x="127" y="268"/>
                                    <a:pt x="127" y="268"/>
                                  </a:cubicBezTo>
                                  <a:cubicBezTo>
                                    <a:pt x="127" y="266"/>
                                    <a:pt x="127" y="266"/>
                                    <a:pt x="127" y="266"/>
                                  </a:cubicBezTo>
                                  <a:cubicBezTo>
                                    <a:pt x="127" y="266"/>
                                    <a:pt x="126" y="264"/>
                                    <a:pt x="125" y="264"/>
                                  </a:cubicBezTo>
                                  <a:cubicBezTo>
                                    <a:pt x="125" y="263"/>
                                    <a:pt x="121" y="260"/>
                                    <a:pt x="121" y="260"/>
                                  </a:cubicBezTo>
                                  <a:cubicBezTo>
                                    <a:pt x="121" y="260"/>
                                    <a:pt x="120" y="260"/>
                                    <a:pt x="120" y="260"/>
                                  </a:cubicBezTo>
                                  <a:cubicBezTo>
                                    <a:pt x="120" y="260"/>
                                    <a:pt x="120" y="260"/>
                                    <a:pt x="119" y="260"/>
                                  </a:cubicBezTo>
                                  <a:cubicBezTo>
                                    <a:pt x="119" y="260"/>
                                    <a:pt x="119" y="261"/>
                                    <a:pt x="119" y="261"/>
                                  </a:cubicBezTo>
                                  <a:cubicBezTo>
                                    <a:pt x="119" y="261"/>
                                    <a:pt x="118" y="261"/>
                                    <a:pt x="118" y="261"/>
                                  </a:cubicBezTo>
                                  <a:cubicBezTo>
                                    <a:pt x="118" y="261"/>
                                    <a:pt x="117" y="261"/>
                                    <a:pt x="117" y="261"/>
                                  </a:cubicBezTo>
                                  <a:cubicBezTo>
                                    <a:pt x="117" y="261"/>
                                    <a:pt x="116" y="261"/>
                                    <a:pt x="116" y="261"/>
                                  </a:cubicBezTo>
                                  <a:cubicBezTo>
                                    <a:pt x="116" y="261"/>
                                    <a:pt x="116" y="261"/>
                                    <a:pt x="116" y="261"/>
                                  </a:cubicBezTo>
                                  <a:cubicBezTo>
                                    <a:pt x="116" y="261"/>
                                    <a:pt x="117" y="260"/>
                                    <a:pt x="117" y="260"/>
                                  </a:cubicBezTo>
                                  <a:cubicBezTo>
                                    <a:pt x="117" y="260"/>
                                    <a:pt x="117" y="259"/>
                                    <a:pt x="117" y="259"/>
                                  </a:cubicBezTo>
                                  <a:cubicBezTo>
                                    <a:pt x="117" y="259"/>
                                    <a:pt x="118" y="259"/>
                                    <a:pt x="118" y="259"/>
                                  </a:cubicBezTo>
                                  <a:cubicBezTo>
                                    <a:pt x="118" y="259"/>
                                    <a:pt x="118" y="258"/>
                                    <a:pt x="118" y="258"/>
                                  </a:cubicBezTo>
                                  <a:cubicBezTo>
                                    <a:pt x="118" y="257"/>
                                    <a:pt x="119" y="257"/>
                                    <a:pt x="119" y="257"/>
                                  </a:cubicBezTo>
                                  <a:cubicBezTo>
                                    <a:pt x="119" y="257"/>
                                    <a:pt x="119" y="257"/>
                                    <a:pt x="120" y="257"/>
                                  </a:cubicBezTo>
                                  <a:cubicBezTo>
                                    <a:pt x="120" y="256"/>
                                    <a:pt x="120" y="256"/>
                                    <a:pt x="121" y="256"/>
                                  </a:cubicBezTo>
                                  <a:cubicBezTo>
                                    <a:pt x="121" y="255"/>
                                    <a:pt x="122" y="254"/>
                                    <a:pt x="122" y="254"/>
                                  </a:cubicBezTo>
                                  <a:cubicBezTo>
                                    <a:pt x="122" y="254"/>
                                    <a:pt x="122" y="253"/>
                                    <a:pt x="123" y="253"/>
                                  </a:cubicBezTo>
                                  <a:cubicBezTo>
                                    <a:pt x="123" y="252"/>
                                    <a:pt x="123" y="252"/>
                                    <a:pt x="124" y="252"/>
                                  </a:cubicBezTo>
                                  <a:cubicBezTo>
                                    <a:pt x="124" y="252"/>
                                    <a:pt x="124" y="252"/>
                                    <a:pt x="124" y="252"/>
                                  </a:cubicBezTo>
                                  <a:cubicBezTo>
                                    <a:pt x="124" y="252"/>
                                    <a:pt x="124" y="251"/>
                                    <a:pt x="124" y="251"/>
                                  </a:cubicBezTo>
                                  <a:cubicBezTo>
                                    <a:pt x="124" y="251"/>
                                    <a:pt x="125" y="250"/>
                                    <a:pt x="125" y="250"/>
                                  </a:cubicBezTo>
                                  <a:cubicBezTo>
                                    <a:pt x="125" y="250"/>
                                    <a:pt x="126" y="249"/>
                                    <a:pt x="126" y="249"/>
                                  </a:cubicBezTo>
                                  <a:cubicBezTo>
                                    <a:pt x="126" y="249"/>
                                    <a:pt x="127" y="248"/>
                                    <a:pt x="127" y="248"/>
                                  </a:cubicBezTo>
                                  <a:cubicBezTo>
                                    <a:pt x="127" y="248"/>
                                    <a:pt x="127" y="247"/>
                                    <a:pt x="128" y="247"/>
                                  </a:cubicBezTo>
                                  <a:cubicBezTo>
                                    <a:pt x="128" y="247"/>
                                    <a:pt x="128" y="247"/>
                                    <a:pt x="128" y="246"/>
                                  </a:cubicBezTo>
                                  <a:cubicBezTo>
                                    <a:pt x="128" y="246"/>
                                    <a:pt x="128" y="246"/>
                                    <a:pt x="128" y="246"/>
                                  </a:cubicBezTo>
                                  <a:cubicBezTo>
                                    <a:pt x="128" y="246"/>
                                    <a:pt x="129" y="246"/>
                                    <a:pt x="129" y="246"/>
                                  </a:cubicBezTo>
                                  <a:cubicBezTo>
                                    <a:pt x="129" y="246"/>
                                    <a:pt x="129" y="246"/>
                                    <a:pt x="129" y="246"/>
                                  </a:cubicBezTo>
                                  <a:cubicBezTo>
                                    <a:pt x="130" y="246"/>
                                    <a:pt x="130" y="245"/>
                                    <a:pt x="130" y="245"/>
                                  </a:cubicBezTo>
                                  <a:cubicBezTo>
                                    <a:pt x="129" y="245"/>
                                    <a:pt x="129" y="245"/>
                                    <a:pt x="129" y="245"/>
                                  </a:cubicBezTo>
                                  <a:cubicBezTo>
                                    <a:pt x="129" y="245"/>
                                    <a:pt x="129" y="244"/>
                                    <a:pt x="129" y="244"/>
                                  </a:cubicBezTo>
                                  <a:cubicBezTo>
                                    <a:pt x="130" y="244"/>
                                    <a:pt x="130" y="244"/>
                                    <a:pt x="130" y="244"/>
                                  </a:cubicBezTo>
                                  <a:cubicBezTo>
                                    <a:pt x="130" y="244"/>
                                    <a:pt x="131" y="244"/>
                                    <a:pt x="131" y="244"/>
                                  </a:cubicBezTo>
                                  <a:cubicBezTo>
                                    <a:pt x="131" y="244"/>
                                    <a:pt x="132" y="243"/>
                                    <a:pt x="132" y="243"/>
                                  </a:cubicBezTo>
                                  <a:cubicBezTo>
                                    <a:pt x="132" y="242"/>
                                    <a:pt x="133" y="242"/>
                                    <a:pt x="133" y="242"/>
                                  </a:cubicBezTo>
                                  <a:cubicBezTo>
                                    <a:pt x="133" y="242"/>
                                    <a:pt x="134" y="242"/>
                                    <a:pt x="134" y="242"/>
                                  </a:cubicBezTo>
                                  <a:cubicBezTo>
                                    <a:pt x="134" y="242"/>
                                    <a:pt x="134" y="241"/>
                                    <a:pt x="134" y="241"/>
                                  </a:cubicBezTo>
                                  <a:cubicBezTo>
                                    <a:pt x="134" y="241"/>
                                    <a:pt x="135" y="241"/>
                                    <a:pt x="135" y="241"/>
                                  </a:cubicBezTo>
                                  <a:cubicBezTo>
                                    <a:pt x="135" y="241"/>
                                    <a:pt x="135" y="240"/>
                                    <a:pt x="135" y="240"/>
                                  </a:cubicBezTo>
                                  <a:cubicBezTo>
                                    <a:pt x="135" y="240"/>
                                    <a:pt x="135" y="239"/>
                                    <a:pt x="135" y="239"/>
                                  </a:cubicBezTo>
                                  <a:cubicBezTo>
                                    <a:pt x="135" y="239"/>
                                    <a:pt x="136" y="239"/>
                                    <a:pt x="136" y="239"/>
                                  </a:cubicBezTo>
                                  <a:cubicBezTo>
                                    <a:pt x="136" y="239"/>
                                    <a:pt x="136" y="239"/>
                                    <a:pt x="136" y="239"/>
                                  </a:cubicBezTo>
                                  <a:cubicBezTo>
                                    <a:pt x="137" y="239"/>
                                    <a:pt x="137" y="239"/>
                                    <a:pt x="137" y="239"/>
                                  </a:cubicBezTo>
                                  <a:cubicBezTo>
                                    <a:pt x="137" y="239"/>
                                    <a:pt x="137" y="238"/>
                                    <a:pt x="137" y="238"/>
                                  </a:cubicBezTo>
                                  <a:cubicBezTo>
                                    <a:pt x="137" y="238"/>
                                    <a:pt x="138" y="239"/>
                                    <a:pt x="138" y="239"/>
                                  </a:cubicBezTo>
                                  <a:cubicBezTo>
                                    <a:pt x="138" y="239"/>
                                    <a:pt x="138" y="238"/>
                                    <a:pt x="138" y="238"/>
                                  </a:cubicBezTo>
                                  <a:cubicBezTo>
                                    <a:pt x="138" y="238"/>
                                    <a:pt x="139" y="238"/>
                                    <a:pt x="139" y="238"/>
                                  </a:cubicBezTo>
                                  <a:cubicBezTo>
                                    <a:pt x="139" y="238"/>
                                    <a:pt x="139" y="238"/>
                                    <a:pt x="139" y="238"/>
                                  </a:cubicBezTo>
                                  <a:cubicBezTo>
                                    <a:pt x="139" y="238"/>
                                    <a:pt x="139" y="238"/>
                                    <a:pt x="140" y="238"/>
                                  </a:cubicBezTo>
                                  <a:cubicBezTo>
                                    <a:pt x="140" y="238"/>
                                    <a:pt x="140" y="237"/>
                                    <a:pt x="140" y="237"/>
                                  </a:cubicBezTo>
                                  <a:cubicBezTo>
                                    <a:pt x="140" y="237"/>
                                    <a:pt x="141" y="237"/>
                                    <a:pt x="141" y="237"/>
                                  </a:cubicBezTo>
                                  <a:cubicBezTo>
                                    <a:pt x="141" y="237"/>
                                    <a:pt x="141" y="237"/>
                                    <a:pt x="141" y="237"/>
                                  </a:cubicBezTo>
                                  <a:cubicBezTo>
                                    <a:pt x="141" y="237"/>
                                    <a:pt x="141" y="236"/>
                                    <a:pt x="141" y="236"/>
                                  </a:cubicBezTo>
                                  <a:cubicBezTo>
                                    <a:pt x="141" y="236"/>
                                    <a:pt x="142" y="236"/>
                                    <a:pt x="143" y="236"/>
                                  </a:cubicBezTo>
                                  <a:cubicBezTo>
                                    <a:pt x="143" y="236"/>
                                    <a:pt x="143" y="236"/>
                                    <a:pt x="143" y="236"/>
                                  </a:cubicBezTo>
                                  <a:cubicBezTo>
                                    <a:pt x="143" y="236"/>
                                    <a:pt x="143" y="235"/>
                                    <a:pt x="143" y="235"/>
                                  </a:cubicBezTo>
                                  <a:cubicBezTo>
                                    <a:pt x="143" y="235"/>
                                    <a:pt x="144" y="235"/>
                                    <a:pt x="144" y="235"/>
                                  </a:cubicBezTo>
                                  <a:cubicBezTo>
                                    <a:pt x="144" y="235"/>
                                    <a:pt x="144" y="234"/>
                                    <a:pt x="144" y="234"/>
                                  </a:cubicBezTo>
                                  <a:cubicBezTo>
                                    <a:pt x="144" y="234"/>
                                    <a:pt x="143" y="233"/>
                                    <a:pt x="143" y="233"/>
                                  </a:cubicBezTo>
                                  <a:cubicBezTo>
                                    <a:pt x="143" y="233"/>
                                    <a:pt x="143" y="233"/>
                                    <a:pt x="143" y="233"/>
                                  </a:cubicBezTo>
                                  <a:cubicBezTo>
                                    <a:pt x="143" y="233"/>
                                    <a:pt x="143" y="232"/>
                                    <a:pt x="143" y="232"/>
                                  </a:cubicBezTo>
                                  <a:cubicBezTo>
                                    <a:pt x="143" y="232"/>
                                    <a:pt x="143" y="231"/>
                                    <a:pt x="143" y="231"/>
                                  </a:cubicBezTo>
                                  <a:cubicBezTo>
                                    <a:pt x="143" y="231"/>
                                    <a:pt x="144" y="231"/>
                                    <a:pt x="144" y="230"/>
                                  </a:cubicBezTo>
                                  <a:cubicBezTo>
                                    <a:pt x="144" y="230"/>
                                    <a:pt x="144" y="230"/>
                                    <a:pt x="144" y="230"/>
                                  </a:cubicBezTo>
                                  <a:cubicBezTo>
                                    <a:pt x="144" y="230"/>
                                    <a:pt x="144" y="229"/>
                                    <a:pt x="144" y="229"/>
                                  </a:cubicBezTo>
                                  <a:cubicBezTo>
                                    <a:pt x="144" y="229"/>
                                    <a:pt x="143" y="228"/>
                                    <a:pt x="143" y="228"/>
                                  </a:cubicBezTo>
                                  <a:cubicBezTo>
                                    <a:pt x="143" y="228"/>
                                    <a:pt x="143" y="227"/>
                                    <a:pt x="143" y="227"/>
                                  </a:cubicBezTo>
                                  <a:cubicBezTo>
                                    <a:pt x="142" y="227"/>
                                    <a:pt x="142" y="226"/>
                                    <a:pt x="142" y="226"/>
                                  </a:cubicBezTo>
                                  <a:cubicBezTo>
                                    <a:pt x="142" y="226"/>
                                    <a:pt x="142" y="225"/>
                                    <a:pt x="142" y="225"/>
                                  </a:cubicBezTo>
                                  <a:cubicBezTo>
                                    <a:pt x="142" y="224"/>
                                    <a:pt x="142" y="224"/>
                                    <a:pt x="142" y="224"/>
                                  </a:cubicBezTo>
                                  <a:cubicBezTo>
                                    <a:pt x="142" y="224"/>
                                    <a:pt x="142" y="224"/>
                                    <a:pt x="141" y="224"/>
                                  </a:cubicBezTo>
                                  <a:cubicBezTo>
                                    <a:pt x="141" y="224"/>
                                    <a:pt x="141" y="224"/>
                                    <a:pt x="141" y="224"/>
                                  </a:cubicBezTo>
                                  <a:cubicBezTo>
                                    <a:pt x="141" y="224"/>
                                    <a:pt x="141" y="223"/>
                                    <a:pt x="141" y="223"/>
                                  </a:cubicBezTo>
                                  <a:cubicBezTo>
                                    <a:pt x="141" y="223"/>
                                    <a:pt x="140" y="223"/>
                                    <a:pt x="140" y="223"/>
                                  </a:cubicBezTo>
                                  <a:cubicBezTo>
                                    <a:pt x="140" y="224"/>
                                    <a:pt x="140" y="224"/>
                                    <a:pt x="140" y="224"/>
                                  </a:cubicBezTo>
                                  <a:cubicBezTo>
                                    <a:pt x="139" y="224"/>
                                    <a:pt x="139" y="224"/>
                                    <a:pt x="139" y="224"/>
                                  </a:cubicBezTo>
                                  <a:cubicBezTo>
                                    <a:pt x="138" y="225"/>
                                    <a:pt x="138" y="225"/>
                                    <a:pt x="138" y="225"/>
                                  </a:cubicBezTo>
                                  <a:cubicBezTo>
                                    <a:pt x="138" y="224"/>
                                    <a:pt x="138" y="224"/>
                                    <a:pt x="138" y="224"/>
                                  </a:cubicBezTo>
                                  <a:cubicBezTo>
                                    <a:pt x="137" y="224"/>
                                    <a:pt x="137" y="224"/>
                                    <a:pt x="137" y="224"/>
                                  </a:cubicBezTo>
                                  <a:cubicBezTo>
                                    <a:pt x="137" y="222"/>
                                    <a:pt x="137" y="222"/>
                                    <a:pt x="137" y="222"/>
                                  </a:cubicBezTo>
                                  <a:cubicBezTo>
                                    <a:pt x="137" y="222"/>
                                    <a:pt x="138" y="222"/>
                                    <a:pt x="138" y="222"/>
                                  </a:cubicBezTo>
                                  <a:cubicBezTo>
                                    <a:pt x="138" y="222"/>
                                    <a:pt x="138" y="221"/>
                                    <a:pt x="138" y="221"/>
                                  </a:cubicBezTo>
                                  <a:cubicBezTo>
                                    <a:pt x="138" y="221"/>
                                    <a:pt x="138" y="220"/>
                                    <a:pt x="138" y="220"/>
                                  </a:cubicBezTo>
                                  <a:cubicBezTo>
                                    <a:pt x="138" y="220"/>
                                    <a:pt x="138" y="219"/>
                                    <a:pt x="138" y="219"/>
                                  </a:cubicBezTo>
                                  <a:cubicBezTo>
                                    <a:pt x="138" y="219"/>
                                    <a:pt x="139" y="216"/>
                                    <a:pt x="139" y="215"/>
                                  </a:cubicBezTo>
                                  <a:cubicBezTo>
                                    <a:pt x="139" y="215"/>
                                    <a:pt x="140" y="214"/>
                                    <a:pt x="140" y="214"/>
                                  </a:cubicBezTo>
                                  <a:cubicBezTo>
                                    <a:pt x="140" y="214"/>
                                    <a:pt x="139" y="214"/>
                                    <a:pt x="139" y="213"/>
                                  </a:cubicBezTo>
                                  <a:cubicBezTo>
                                    <a:pt x="139" y="213"/>
                                    <a:pt x="139" y="213"/>
                                    <a:pt x="139" y="213"/>
                                  </a:cubicBezTo>
                                  <a:cubicBezTo>
                                    <a:pt x="139" y="213"/>
                                    <a:pt x="139" y="212"/>
                                    <a:pt x="139" y="212"/>
                                  </a:cubicBezTo>
                                  <a:cubicBezTo>
                                    <a:pt x="139" y="212"/>
                                    <a:pt x="139" y="212"/>
                                    <a:pt x="139" y="212"/>
                                  </a:cubicBezTo>
                                  <a:cubicBezTo>
                                    <a:pt x="139" y="212"/>
                                    <a:pt x="137" y="210"/>
                                    <a:pt x="137" y="210"/>
                                  </a:cubicBezTo>
                                  <a:cubicBezTo>
                                    <a:pt x="134" y="211"/>
                                    <a:pt x="134" y="211"/>
                                    <a:pt x="134" y="211"/>
                                  </a:cubicBezTo>
                                  <a:cubicBezTo>
                                    <a:pt x="131" y="211"/>
                                    <a:pt x="131" y="211"/>
                                    <a:pt x="131" y="211"/>
                                  </a:cubicBezTo>
                                  <a:cubicBezTo>
                                    <a:pt x="131" y="211"/>
                                    <a:pt x="131" y="210"/>
                                    <a:pt x="131" y="210"/>
                                  </a:cubicBezTo>
                                  <a:cubicBezTo>
                                    <a:pt x="131" y="210"/>
                                    <a:pt x="131" y="209"/>
                                    <a:pt x="131" y="209"/>
                                  </a:cubicBezTo>
                                  <a:cubicBezTo>
                                    <a:pt x="131" y="209"/>
                                    <a:pt x="131" y="209"/>
                                    <a:pt x="131" y="209"/>
                                  </a:cubicBezTo>
                                  <a:cubicBezTo>
                                    <a:pt x="131" y="205"/>
                                    <a:pt x="131" y="205"/>
                                    <a:pt x="131" y="205"/>
                                  </a:cubicBezTo>
                                  <a:cubicBezTo>
                                    <a:pt x="131" y="205"/>
                                    <a:pt x="130" y="205"/>
                                    <a:pt x="130" y="205"/>
                                  </a:cubicBezTo>
                                  <a:cubicBezTo>
                                    <a:pt x="130" y="205"/>
                                    <a:pt x="130" y="205"/>
                                    <a:pt x="130" y="205"/>
                                  </a:cubicBezTo>
                                  <a:cubicBezTo>
                                    <a:pt x="130" y="203"/>
                                    <a:pt x="130" y="203"/>
                                    <a:pt x="130" y="203"/>
                                  </a:cubicBezTo>
                                  <a:cubicBezTo>
                                    <a:pt x="130" y="203"/>
                                    <a:pt x="130" y="203"/>
                                    <a:pt x="130" y="203"/>
                                  </a:cubicBezTo>
                                  <a:cubicBezTo>
                                    <a:pt x="130" y="203"/>
                                    <a:pt x="130" y="202"/>
                                    <a:pt x="130" y="202"/>
                                  </a:cubicBezTo>
                                  <a:cubicBezTo>
                                    <a:pt x="130" y="202"/>
                                    <a:pt x="130" y="202"/>
                                    <a:pt x="130" y="202"/>
                                  </a:cubicBezTo>
                                  <a:cubicBezTo>
                                    <a:pt x="130" y="202"/>
                                    <a:pt x="130" y="201"/>
                                    <a:pt x="130" y="201"/>
                                  </a:cubicBezTo>
                                  <a:cubicBezTo>
                                    <a:pt x="129" y="200"/>
                                    <a:pt x="129" y="200"/>
                                    <a:pt x="129" y="200"/>
                                  </a:cubicBezTo>
                                  <a:cubicBezTo>
                                    <a:pt x="129" y="199"/>
                                    <a:pt x="129" y="199"/>
                                    <a:pt x="129" y="199"/>
                                  </a:cubicBezTo>
                                  <a:cubicBezTo>
                                    <a:pt x="128" y="198"/>
                                    <a:pt x="128" y="198"/>
                                    <a:pt x="128" y="198"/>
                                  </a:cubicBezTo>
                                  <a:cubicBezTo>
                                    <a:pt x="126" y="198"/>
                                    <a:pt x="126" y="198"/>
                                    <a:pt x="126" y="198"/>
                                  </a:cubicBezTo>
                                  <a:cubicBezTo>
                                    <a:pt x="125" y="198"/>
                                    <a:pt x="125" y="198"/>
                                    <a:pt x="125" y="198"/>
                                  </a:cubicBezTo>
                                  <a:cubicBezTo>
                                    <a:pt x="125" y="197"/>
                                    <a:pt x="125" y="197"/>
                                    <a:pt x="125" y="197"/>
                                  </a:cubicBezTo>
                                  <a:cubicBezTo>
                                    <a:pt x="124" y="197"/>
                                    <a:pt x="124" y="197"/>
                                    <a:pt x="124" y="197"/>
                                  </a:cubicBezTo>
                                  <a:cubicBezTo>
                                    <a:pt x="123" y="198"/>
                                    <a:pt x="123" y="198"/>
                                    <a:pt x="123" y="198"/>
                                  </a:cubicBezTo>
                                  <a:cubicBezTo>
                                    <a:pt x="123" y="198"/>
                                    <a:pt x="122" y="198"/>
                                    <a:pt x="122" y="198"/>
                                  </a:cubicBezTo>
                                  <a:cubicBezTo>
                                    <a:pt x="122" y="198"/>
                                    <a:pt x="122" y="198"/>
                                    <a:pt x="122" y="198"/>
                                  </a:cubicBezTo>
                                  <a:cubicBezTo>
                                    <a:pt x="120" y="198"/>
                                    <a:pt x="120" y="198"/>
                                    <a:pt x="120" y="198"/>
                                  </a:cubicBezTo>
                                  <a:cubicBezTo>
                                    <a:pt x="117" y="198"/>
                                    <a:pt x="117" y="198"/>
                                    <a:pt x="117" y="198"/>
                                  </a:cubicBezTo>
                                  <a:cubicBezTo>
                                    <a:pt x="116" y="198"/>
                                    <a:pt x="116" y="198"/>
                                    <a:pt x="116" y="198"/>
                                  </a:cubicBezTo>
                                  <a:cubicBezTo>
                                    <a:pt x="116" y="197"/>
                                    <a:pt x="116" y="197"/>
                                    <a:pt x="116" y="197"/>
                                  </a:cubicBezTo>
                                  <a:cubicBezTo>
                                    <a:pt x="116" y="197"/>
                                    <a:pt x="116" y="197"/>
                                    <a:pt x="116" y="197"/>
                                  </a:cubicBezTo>
                                  <a:cubicBezTo>
                                    <a:pt x="115" y="197"/>
                                    <a:pt x="115" y="197"/>
                                    <a:pt x="115" y="197"/>
                                  </a:cubicBezTo>
                                  <a:cubicBezTo>
                                    <a:pt x="114" y="197"/>
                                    <a:pt x="114" y="197"/>
                                    <a:pt x="114" y="197"/>
                                  </a:cubicBezTo>
                                  <a:cubicBezTo>
                                    <a:pt x="114" y="197"/>
                                    <a:pt x="113" y="196"/>
                                    <a:pt x="113" y="196"/>
                                  </a:cubicBezTo>
                                  <a:cubicBezTo>
                                    <a:pt x="113" y="196"/>
                                    <a:pt x="114" y="196"/>
                                    <a:pt x="114" y="195"/>
                                  </a:cubicBezTo>
                                  <a:cubicBezTo>
                                    <a:pt x="114" y="195"/>
                                    <a:pt x="114" y="195"/>
                                    <a:pt x="114" y="195"/>
                                  </a:cubicBezTo>
                                  <a:cubicBezTo>
                                    <a:pt x="114" y="195"/>
                                    <a:pt x="113" y="195"/>
                                    <a:pt x="113" y="195"/>
                                  </a:cubicBezTo>
                                  <a:cubicBezTo>
                                    <a:pt x="113" y="195"/>
                                    <a:pt x="114" y="195"/>
                                    <a:pt x="114" y="194"/>
                                  </a:cubicBezTo>
                                  <a:cubicBezTo>
                                    <a:pt x="114" y="194"/>
                                    <a:pt x="114" y="194"/>
                                    <a:pt x="114" y="194"/>
                                  </a:cubicBezTo>
                                  <a:cubicBezTo>
                                    <a:pt x="114" y="193"/>
                                    <a:pt x="114" y="193"/>
                                    <a:pt x="114" y="193"/>
                                  </a:cubicBezTo>
                                  <a:cubicBezTo>
                                    <a:pt x="114" y="193"/>
                                    <a:pt x="114" y="193"/>
                                    <a:pt x="113" y="192"/>
                                  </a:cubicBezTo>
                                  <a:cubicBezTo>
                                    <a:pt x="113" y="192"/>
                                    <a:pt x="114" y="192"/>
                                    <a:pt x="114" y="192"/>
                                  </a:cubicBezTo>
                                  <a:cubicBezTo>
                                    <a:pt x="114" y="192"/>
                                    <a:pt x="114" y="191"/>
                                    <a:pt x="114" y="191"/>
                                  </a:cubicBezTo>
                                  <a:cubicBezTo>
                                    <a:pt x="114" y="191"/>
                                    <a:pt x="114" y="191"/>
                                    <a:pt x="114" y="191"/>
                                  </a:cubicBezTo>
                                  <a:cubicBezTo>
                                    <a:pt x="114" y="191"/>
                                    <a:pt x="114" y="190"/>
                                    <a:pt x="114" y="190"/>
                                  </a:cubicBezTo>
                                  <a:cubicBezTo>
                                    <a:pt x="114" y="190"/>
                                    <a:pt x="115" y="188"/>
                                    <a:pt x="115" y="188"/>
                                  </a:cubicBezTo>
                                  <a:cubicBezTo>
                                    <a:pt x="115" y="188"/>
                                    <a:pt x="114" y="188"/>
                                    <a:pt x="114" y="188"/>
                                  </a:cubicBezTo>
                                  <a:cubicBezTo>
                                    <a:pt x="114" y="188"/>
                                    <a:pt x="114" y="188"/>
                                    <a:pt x="114" y="187"/>
                                  </a:cubicBezTo>
                                  <a:cubicBezTo>
                                    <a:pt x="114" y="187"/>
                                    <a:pt x="114" y="187"/>
                                    <a:pt x="114" y="187"/>
                                  </a:cubicBezTo>
                                  <a:cubicBezTo>
                                    <a:pt x="114" y="187"/>
                                    <a:pt x="114" y="187"/>
                                    <a:pt x="114" y="187"/>
                                  </a:cubicBezTo>
                                  <a:cubicBezTo>
                                    <a:pt x="114" y="186"/>
                                    <a:pt x="114" y="186"/>
                                    <a:pt x="114" y="186"/>
                                  </a:cubicBezTo>
                                  <a:cubicBezTo>
                                    <a:pt x="114" y="186"/>
                                    <a:pt x="113" y="186"/>
                                    <a:pt x="113" y="186"/>
                                  </a:cubicBezTo>
                                  <a:cubicBezTo>
                                    <a:pt x="113" y="184"/>
                                    <a:pt x="113" y="184"/>
                                    <a:pt x="113" y="184"/>
                                  </a:cubicBezTo>
                                  <a:cubicBezTo>
                                    <a:pt x="112" y="182"/>
                                    <a:pt x="112" y="182"/>
                                    <a:pt x="112" y="182"/>
                                  </a:cubicBezTo>
                                  <a:cubicBezTo>
                                    <a:pt x="112" y="182"/>
                                    <a:pt x="112" y="182"/>
                                    <a:pt x="112" y="182"/>
                                  </a:cubicBezTo>
                                  <a:cubicBezTo>
                                    <a:pt x="114" y="181"/>
                                    <a:pt x="114" y="181"/>
                                    <a:pt x="114" y="181"/>
                                  </a:cubicBezTo>
                                  <a:cubicBezTo>
                                    <a:pt x="112" y="179"/>
                                    <a:pt x="112" y="179"/>
                                    <a:pt x="112" y="179"/>
                                  </a:cubicBezTo>
                                  <a:cubicBezTo>
                                    <a:pt x="115" y="174"/>
                                    <a:pt x="115" y="174"/>
                                    <a:pt x="115" y="174"/>
                                  </a:cubicBezTo>
                                  <a:cubicBezTo>
                                    <a:pt x="115" y="174"/>
                                    <a:pt x="115" y="173"/>
                                    <a:pt x="115" y="173"/>
                                  </a:cubicBezTo>
                                  <a:cubicBezTo>
                                    <a:pt x="115" y="173"/>
                                    <a:pt x="115" y="173"/>
                                    <a:pt x="115" y="172"/>
                                  </a:cubicBezTo>
                                  <a:cubicBezTo>
                                    <a:pt x="115" y="172"/>
                                    <a:pt x="115" y="172"/>
                                    <a:pt x="115" y="172"/>
                                  </a:cubicBezTo>
                                  <a:cubicBezTo>
                                    <a:pt x="115" y="172"/>
                                    <a:pt x="115" y="171"/>
                                    <a:pt x="115" y="171"/>
                                  </a:cubicBezTo>
                                  <a:cubicBezTo>
                                    <a:pt x="115" y="171"/>
                                    <a:pt x="116" y="169"/>
                                    <a:pt x="116" y="169"/>
                                  </a:cubicBezTo>
                                  <a:cubicBezTo>
                                    <a:pt x="116" y="169"/>
                                    <a:pt x="116" y="168"/>
                                    <a:pt x="116" y="168"/>
                                  </a:cubicBezTo>
                                  <a:cubicBezTo>
                                    <a:pt x="117" y="168"/>
                                    <a:pt x="117" y="168"/>
                                    <a:pt x="117" y="168"/>
                                  </a:cubicBezTo>
                                  <a:cubicBezTo>
                                    <a:pt x="117" y="168"/>
                                    <a:pt x="115" y="165"/>
                                    <a:pt x="115" y="165"/>
                                  </a:cubicBezTo>
                                  <a:cubicBezTo>
                                    <a:pt x="115" y="165"/>
                                    <a:pt x="115" y="163"/>
                                    <a:pt x="115" y="163"/>
                                  </a:cubicBezTo>
                                  <a:cubicBezTo>
                                    <a:pt x="114" y="162"/>
                                    <a:pt x="114" y="162"/>
                                    <a:pt x="114" y="162"/>
                                  </a:cubicBezTo>
                                  <a:cubicBezTo>
                                    <a:pt x="114" y="162"/>
                                    <a:pt x="114" y="162"/>
                                    <a:pt x="113" y="162"/>
                                  </a:cubicBezTo>
                                  <a:cubicBezTo>
                                    <a:pt x="113" y="162"/>
                                    <a:pt x="113" y="162"/>
                                    <a:pt x="113" y="162"/>
                                  </a:cubicBezTo>
                                  <a:cubicBezTo>
                                    <a:pt x="113" y="162"/>
                                    <a:pt x="110" y="160"/>
                                    <a:pt x="110" y="160"/>
                                  </a:cubicBezTo>
                                  <a:cubicBezTo>
                                    <a:pt x="110" y="160"/>
                                    <a:pt x="110" y="159"/>
                                    <a:pt x="110" y="159"/>
                                  </a:cubicBezTo>
                                  <a:cubicBezTo>
                                    <a:pt x="110" y="159"/>
                                    <a:pt x="110" y="158"/>
                                    <a:pt x="110" y="158"/>
                                  </a:cubicBezTo>
                                  <a:cubicBezTo>
                                    <a:pt x="110" y="158"/>
                                    <a:pt x="110" y="157"/>
                                    <a:pt x="110" y="157"/>
                                  </a:cubicBezTo>
                                  <a:cubicBezTo>
                                    <a:pt x="110" y="157"/>
                                    <a:pt x="110" y="156"/>
                                    <a:pt x="110" y="155"/>
                                  </a:cubicBezTo>
                                  <a:cubicBezTo>
                                    <a:pt x="110" y="155"/>
                                    <a:pt x="111" y="153"/>
                                    <a:pt x="111" y="153"/>
                                  </a:cubicBezTo>
                                  <a:cubicBezTo>
                                    <a:pt x="111" y="153"/>
                                    <a:pt x="111" y="153"/>
                                    <a:pt x="111" y="153"/>
                                  </a:cubicBezTo>
                                  <a:cubicBezTo>
                                    <a:pt x="110" y="154"/>
                                    <a:pt x="110" y="154"/>
                                    <a:pt x="110" y="154"/>
                                  </a:cubicBezTo>
                                  <a:cubicBezTo>
                                    <a:pt x="98" y="153"/>
                                    <a:pt x="98" y="153"/>
                                    <a:pt x="98" y="153"/>
                                  </a:cubicBezTo>
                                  <a:cubicBezTo>
                                    <a:pt x="97" y="147"/>
                                    <a:pt x="97" y="147"/>
                                    <a:pt x="97" y="147"/>
                                  </a:cubicBezTo>
                                  <a:cubicBezTo>
                                    <a:pt x="95" y="145"/>
                                    <a:pt x="95" y="145"/>
                                    <a:pt x="95" y="145"/>
                                  </a:cubicBezTo>
                                  <a:cubicBezTo>
                                    <a:pt x="97" y="145"/>
                                    <a:pt x="97" y="145"/>
                                    <a:pt x="97" y="145"/>
                                  </a:cubicBezTo>
                                  <a:cubicBezTo>
                                    <a:pt x="97" y="141"/>
                                    <a:pt x="97" y="141"/>
                                    <a:pt x="97" y="141"/>
                                  </a:cubicBezTo>
                                  <a:cubicBezTo>
                                    <a:pt x="97" y="141"/>
                                    <a:pt x="97" y="141"/>
                                    <a:pt x="97" y="141"/>
                                  </a:cubicBezTo>
                                  <a:cubicBezTo>
                                    <a:pt x="96" y="138"/>
                                    <a:pt x="96" y="138"/>
                                    <a:pt x="96" y="138"/>
                                  </a:cubicBezTo>
                                  <a:cubicBezTo>
                                    <a:pt x="96" y="138"/>
                                    <a:pt x="96" y="138"/>
                                    <a:pt x="96" y="138"/>
                                  </a:cubicBezTo>
                                  <a:cubicBezTo>
                                    <a:pt x="96" y="138"/>
                                    <a:pt x="96" y="137"/>
                                    <a:pt x="96" y="137"/>
                                  </a:cubicBezTo>
                                  <a:cubicBezTo>
                                    <a:pt x="96" y="137"/>
                                    <a:pt x="96" y="137"/>
                                    <a:pt x="96" y="137"/>
                                  </a:cubicBezTo>
                                  <a:cubicBezTo>
                                    <a:pt x="96" y="136"/>
                                    <a:pt x="96" y="136"/>
                                    <a:pt x="96" y="136"/>
                                  </a:cubicBezTo>
                                  <a:cubicBezTo>
                                    <a:pt x="96" y="136"/>
                                    <a:pt x="96" y="135"/>
                                    <a:pt x="96" y="135"/>
                                  </a:cubicBezTo>
                                  <a:cubicBezTo>
                                    <a:pt x="96" y="135"/>
                                    <a:pt x="95" y="135"/>
                                    <a:pt x="95" y="135"/>
                                  </a:cubicBezTo>
                                  <a:cubicBezTo>
                                    <a:pt x="95" y="135"/>
                                    <a:pt x="94" y="135"/>
                                    <a:pt x="94" y="135"/>
                                  </a:cubicBezTo>
                                  <a:cubicBezTo>
                                    <a:pt x="94" y="134"/>
                                    <a:pt x="94" y="134"/>
                                    <a:pt x="93" y="134"/>
                                  </a:cubicBezTo>
                                  <a:cubicBezTo>
                                    <a:pt x="93" y="134"/>
                                    <a:pt x="92" y="133"/>
                                    <a:pt x="92" y="133"/>
                                  </a:cubicBezTo>
                                  <a:cubicBezTo>
                                    <a:pt x="91" y="133"/>
                                    <a:pt x="91" y="133"/>
                                    <a:pt x="91" y="133"/>
                                  </a:cubicBezTo>
                                  <a:cubicBezTo>
                                    <a:pt x="91" y="133"/>
                                    <a:pt x="91" y="133"/>
                                    <a:pt x="91" y="133"/>
                                  </a:cubicBezTo>
                                  <a:cubicBezTo>
                                    <a:pt x="91" y="133"/>
                                    <a:pt x="90" y="133"/>
                                    <a:pt x="90" y="133"/>
                                  </a:cubicBezTo>
                                  <a:cubicBezTo>
                                    <a:pt x="90" y="133"/>
                                    <a:pt x="90" y="133"/>
                                    <a:pt x="90" y="133"/>
                                  </a:cubicBezTo>
                                  <a:cubicBezTo>
                                    <a:pt x="90" y="133"/>
                                    <a:pt x="89" y="133"/>
                                    <a:pt x="89" y="133"/>
                                  </a:cubicBezTo>
                                  <a:cubicBezTo>
                                    <a:pt x="89" y="133"/>
                                    <a:pt x="89" y="134"/>
                                    <a:pt x="89" y="134"/>
                                  </a:cubicBezTo>
                                  <a:cubicBezTo>
                                    <a:pt x="89" y="134"/>
                                    <a:pt x="88" y="133"/>
                                    <a:pt x="88" y="133"/>
                                  </a:cubicBezTo>
                                  <a:cubicBezTo>
                                    <a:pt x="88" y="133"/>
                                    <a:pt x="88" y="133"/>
                                    <a:pt x="87" y="133"/>
                                  </a:cubicBezTo>
                                  <a:cubicBezTo>
                                    <a:pt x="87" y="133"/>
                                    <a:pt x="86" y="133"/>
                                    <a:pt x="86" y="133"/>
                                  </a:cubicBezTo>
                                  <a:cubicBezTo>
                                    <a:pt x="86" y="133"/>
                                    <a:pt x="86" y="133"/>
                                    <a:pt x="86" y="133"/>
                                  </a:cubicBezTo>
                                  <a:cubicBezTo>
                                    <a:pt x="86" y="133"/>
                                    <a:pt x="86" y="132"/>
                                    <a:pt x="86" y="132"/>
                                  </a:cubicBezTo>
                                  <a:cubicBezTo>
                                    <a:pt x="84" y="131"/>
                                    <a:pt x="84" y="131"/>
                                    <a:pt x="84" y="131"/>
                                  </a:cubicBezTo>
                                  <a:cubicBezTo>
                                    <a:pt x="84" y="131"/>
                                    <a:pt x="84" y="130"/>
                                    <a:pt x="84" y="130"/>
                                  </a:cubicBezTo>
                                  <a:cubicBezTo>
                                    <a:pt x="84" y="130"/>
                                    <a:pt x="83" y="130"/>
                                    <a:pt x="83" y="130"/>
                                  </a:cubicBezTo>
                                  <a:cubicBezTo>
                                    <a:pt x="83" y="130"/>
                                    <a:pt x="83" y="131"/>
                                    <a:pt x="82" y="131"/>
                                  </a:cubicBezTo>
                                  <a:cubicBezTo>
                                    <a:pt x="82" y="131"/>
                                    <a:pt x="82" y="130"/>
                                    <a:pt x="82" y="130"/>
                                  </a:cubicBezTo>
                                  <a:cubicBezTo>
                                    <a:pt x="81" y="130"/>
                                    <a:pt x="81" y="129"/>
                                    <a:pt x="81" y="129"/>
                                  </a:cubicBezTo>
                                  <a:cubicBezTo>
                                    <a:pt x="81" y="129"/>
                                    <a:pt x="80" y="129"/>
                                    <a:pt x="80" y="129"/>
                                  </a:cubicBezTo>
                                  <a:cubicBezTo>
                                    <a:pt x="80" y="130"/>
                                    <a:pt x="79" y="129"/>
                                    <a:pt x="79" y="129"/>
                                  </a:cubicBezTo>
                                  <a:cubicBezTo>
                                    <a:pt x="79" y="129"/>
                                    <a:pt x="79" y="128"/>
                                    <a:pt x="79" y="128"/>
                                  </a:cubicBezTo>
                                  <a:cubicBezTo>
                                    <a:pt x="78" y="128"/>
                                    <a:pt x="78" y="128"/>
                                    <a:pt x="78" y="128"/>
                                  </a:cubicBezTo>
                                  <a:cubicBezTo>
                                    <a:pt x="78" y="128"/>
                                    <a:pt x="78" y="127"/>
                                    <a:pt x="77" y="127"/>
                                  </a:cubicBezTo>
                                  <a:cubicBezTo>
                                    <a:pt x="77" y="127"/>
                                    <a:pt x="77" y="127"/>
                                    <a:pt x="77" y="127"/>
                                  </a:cubicBezTo>
                                  <a:cubicBezTo>
                                    <a:pt x="77" y="127"/>
                                    <a:pt x="77" y="127"/>
                                    <a:pt x="76" y="127"/>
                                  </a:cubicBezTo>
                                  <a:cubicBezTo>
                                    <a:pt x="76" y="127"/>
                                    <a:pt x="76" y="127"/>
                                    <a:pt x="76" y="127"/>
                                  </a:cubicBezTo>
                                  <a:cubicBezTo>
                                    <a:pt x="75" y="127"/>
                                    <a:pt x="75" y="127"/>
                                    <a:pt x="75" y="127"/>
                                  </a:cubicBezTo>
                                  <a:cubicBezTo>
                                    <a:pt x="75" y="126"/>
                                    <a:pt x="73" y="125"/>
                                    <a:pt x="73" y="125"/>
                                  </a:cubicBezTo>
                                  <a:cubicBezTo>
                                    <a:pt x="71" y="126"/>
                                    <a:pt x="71" y="126"/>
                                    <a:pt x="71" y="126"/>
                                  </a:cubicBezTo>
                                  <a:cubicBezTo>
                                    <a:pt x="71" y="126"/>
                                    <a:pt x="70" y="126"/>
                                    <a:pt x="70" y="126"/>
                                  </a:cubicBezTo>
                                  <a:cubicBezTo>
                                    <a:pt x="70" y="126"/>
                                    <a:pt x="68" y="125"/>
                                    <a:pt x="68" y="125"/>
                                  </a:cubicBezTo>
                                  <a:cubicBezTo>
                                    <a:pt x="68" y="125"/>
                                    <a:pt x="67" y="125"/>
                                    <a:pt x="67" y="125"/>
                                  </a:cubicBezTo>
                                  <a:cubicBezTo>
                                    <a:pt x="67" y="125"/>
                                    <a:pt x="68" y="124"/>
                                    <a:pt x="67" y="124"/>
                                  </a:cubicBezTo>
                                  <a:cubicBezTo>
                                    <a:pt x="67" y="124"/>
                                    <a:pt x="67" y="124"/>
                                    <a:pt x="66" y="123"/>
                                  </a:cubicBezTo>
                                  <a:cubicBezTo>
                                    <a:pt x="66" y="123"/>
                                    <a:pt x="66" y="123"/>
                                    <a:pt x="66" y="123"/>
                                  </a:cubicBezTo>
                                  <a:cubicBezTo>
                                    <a:pt x="66" y="123"/>
                                    <a:pt x="65" y="123"/>
                                    <a:pt x="65" y="123"/>
                                  </a:cubicBezTo>
                                  <a:cubicBezTo>
                                    <a:pt x="65" y="123"/>
                                    <a:pt x="65" y="122"/>
                                    <a:pt x="65" y="122"/>
                                  </a:cubicBezTo>
                                  <a:cubicBezTo>
                                    <a:pt x="65" y="122"/>
                                    <a:pt x="64" y="122"/>
                                    <a:pt x="64" y="122"/>
                                  </a:cubicBezTo>
                                  <a:cubicBezTo>
                                    <a:pt x="64" y="122"/>
                                    <a:pt x="64" y="122"/>
                                    <a:pt x="64" y="121"/>
                                  </a:cubicBezTo>
                                  <a:cubicBezTo>
                                    <a:pt x="63" y="121"/>
                                    <a:pt x="63" y="121"/>
                                    <a:pt x="63" y="120"/>
                                  </a:cubicBezTo>
                                  <a:cubicBezTo>
                                    <a:pt x="63" y="120"/>
                                    <a:pt x="62" y="120"/>
                                    <a:pt x="62" y="120"/>
                                  </a:cubicBezTo>
                                  <a:cubicBezTo>
                                    <a:pt x="62" y="120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8"/>
                                    <a:pt x="62" y="118"/>
                                  </a:cubicBezTo>
                                  <a:cubicBezTo>
                                    <a:pt x="62" y="117"/>
                                    <a:pt x="61" y="116"/>
                                    <a:pt x="61" y="116"/>
                                  </a:cubicBezTo>
                                  <a:cubicBezTo>
                                    <a:pt x="61" y="116"/>
                                    <a:pt x="62" y="116"/>
                                    <a:pt x="62" y="115"/>
                                  </a:cubicBezTo>
                                  <a:cubicBezTo>
                                    <a:pt x="62" y="115"/>
                                    <a:pt x="62" y="115"/>
                                    <a:pt x="62" y="115"/>
                                  </a:cubicBezTo>
                                  <a:cubicBezTo>
                                    <a:pt x="62" y="114"/>
                                    <a:pt x="62" y="114"/>
                                    <a:pt x="62" y="114"/>
                                  </a:cubicBezTo>
                                  <a:cubicBezTo>
                                    <a:pt x="61" y="113"/>
                                    <a:pt x="61" y="113"/>
                                    <a:pt x="61" y="112"/>
                                  </a:cubicBezTo>
                                  <a:cubicBezTo>
                                    <a:pt x="61" y="112"/>
                                    <a:pt x="61" y="111"/>
                                    <a:pt x="61" y="111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1" y="111"/>
                                    <a:pt x="62" y="110"/>
                                    <a:pt x="62" y="110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0" y="106"/>
                                    <a:pt x="60" y="106"/>
                                    <a:pt x="60" y="106"/>
                                  </a:cubicBezTo>
                                  <a:cubicBezTo>
                                    <a:pt x="60" y="106"/>
                                    <a:pt x="60" y="107"/>
                                    <a:pt x="60" y="107"/>
                                  </a:cubicBezTo>
                                  <a:cubicBezTo>
                                    <a:pt x="60" y="107"/>
                                    <a:pt x="60" y="107"/>
                                    <a:pt x="59" y="106"/>
                                  </a:cubicBezTo>
                                  <a:cubicBezTo>
                                    <a:pt x="59" y="106"/>
                                    <a:pt x="59" y="106"/>
                                    <a:pt x="59" y="106"/>
                                  </a:cubicBezTo>
                                  <a:cubicBezTo>
                                    <a:pt x="59" y="106"/>
                                    <a:pt x="58" y="106"/>
                                    <a:pt x="58" y="106"/>
                                  </a:cubicBezTo>
                                  <a:cubicBezTo>
                                    <a:pt x="58" y="106"/>
                                    <a:pt x="58" y="107"/>
                                    <a:pt x="58" y="106"/>
                                  </a:cubicBezTo>
                                  <a:cubicBezTo>
                                    <a:pt x="58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6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4" y="107"/>
                                    <a:pt x="54" y="107"/>
                                  </a:cubicBezTo>
                                  <a:cubicBezTo>
                                    <a:pt x="54" y="107"/>
                                    <a:pt x="52" y="107"/>
                                    <a:pt x="52" y="107"/>
                                  </a:cubicBezTo>
                                  <a:cubicBezTo>
                                    <a:pt x="52" y="107"/>
                                    <a:pt x="50" y="110"/>
                                    <a:pt x="50" y="110"/>
                                  </a:cubicBezTo>
                                  <a:cubicBezTo>
                                    <a:pt x="50" y="110"/>
                                    <a:pt x="49" y="110"/>
                                    <a:pt x="49" y="110"/>
                                  </a:cubicBezTo>
                                  <a:cubicBezTo>
                                    <a:pt x="49" y="110"/>
                                    <a:pt x="48" y="110"/>
                                    <a:pt x="48" y="110"/>
                                  </a:cubicBezTo>
                                  <a:cubicBezTo>
                                    <a:pt x="48" y="110"/>
                                    <a:pt x="48" y="110"/>
                                    <a:pt x="48" y="110"/>
                                  </a:cubicBezTo>
                                  <a:cubicBezTo>
                                    <a:pt x="47" y="111"/>
                                    <a:pt x="47" y="111"/>
                                    <a:pt x="47" y="111"/>
                                  </a:cubicBezTo>
                                  <a:cubicBezTo>
                                    <a:pt x="47" y="111"/>
                                    <a:pt x="45" y="112"/>
                                    <a:pt x="45" y="112"/>
                                  </a:cubicBezTo>
                                  <a:cubicBezTo>
                                    <a:pt x="45" y="112"/>
                                    <a:pt x="45" y="113"/>
                                    <a:pt x="45" y="113"/>
                                  </a:cubicBezTo>
                                  <a:cubicBezTo>
                                    <a:pt x="45" y="113"/>
                                    <a:pt x="44" y="113"/>
                                    <a:pt x="44" y="113"/>
                                  </a:cubicBezTo>
                                  <a:cubicBezTo>
                                    <a:pt x="44" y="113"/>
                                    <a:pt x="44" y="112"/>
                                    <a:pt x="44" y="112"/>
                                  </a:cubicBezTo>
                                  <a:cubicBezTo>
                                    <a:pt x="42" y="112"/>
                                    <a:pt x="42" y="112"/>
                                    <a:pt x="42" y="112"/>
                                  </a:cubicBezTo>
                                  <a:cubicBezTo>
                                    <a:pt x="41" y="115"/>
                                    <a:pt x="41" y="115"/>
                                    <a:pt x="41" y="115"/>
                                  </a:cubicBezTo>
                                  <a:cubicBezTo>
                                    <a:pt x="39" y="116"/>
                                    <a:pt x="39" y="116"/>
                                    <a:pt x="39" y="116"/>
                                  </a:cubicBezTo>
                                  <a:cubicBezTo>
                                    <a:pt x="39" y="116"/>
                                    <a:pt x="38" y="116"/>
                                    <a:pt x="38" y="116"/>
                                  </a:cubicBezTo>
                                  <a:cubicBezTo>
                                    <a:pt x="38" y="116"/>
                                    <a:pt x="37" y="116"/>
                                    <a:pt x="37" y="116"/>
                                  </a:cubicBezTo>
                                  <a:cubicBezTo>
                                    <a:pt x="37" y="115"/>
                                    <a:pt x="37" y="115"/>
                                    <a:pt x="37" y="115"/>
                                  </a:cubicBezTo>
                                  <a:cubicBezTo>
                                    <a:pt x="37" y="115"/>
                                    <a:pt x="36" y="115"/>
                                    <a:pt x="36" y="115"/>
                                  </a:cubicBezTo>
                                  <a:cubicBezTo>
                                    <a:pt x="35" y="115"/>
                                    <a:pt x="34" y="115"/>
                                    <a:pt x="33" y="115"/>
                                  </a:cubicBezTo>
                                  <a:cubicBezTo>
                                    <a:pt x="33" y="115"/>
                                    <a:pt x="32" y="114"/>
                                    <a:pt x="32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06"/>
                                    <a:pt x="24" y="106"/>
                                    <a:pt x="24" y="106"/>
                                  </a:cubicBezTo>
                                  <a:cubicBezTo>
                                    <a:pt x="25" y="106"/>
                                    <a:pt x="25" y="106"/>
                                    <a:pt x="25" y="106"/>
                                  </a:cubicBezTo>
                                  <a:cubicBezTo>
                                    <a:pt x="25" y="106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4" y="105"/>
                                    <a:pt x="24" y="105"/>
                                  </a:cubicBezTo>
                                  <a:cubicBezTo>
                                    <a:pt x="24" y="105"/>
                                    <a:pt x="24" y="105"/>
                                    <a:pt x="24" y="105"/>
                                  </a:cubicBezTo>
                                  <a:cubicBezTo>
                                    <a:pt x="25" y="104"/>
                                    <a:pt x="25" y="104"/>
                                    <a:pt x="25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13" y="108"/>
                                    <a:pt x="13" y="108"/>
                                    <a:pt x="13" y="108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3" y="106"/>
                                    <a:pt x="13" y="106"/>
                                    <a:pt x="13" y="106"/>
                                  </a:cubicBezTo>
                                  <a:cubicBezTo>
                                    <a:pt x="13" y="105"/>
                                    <a:pt x="13" y="105"/>
                                    <a:pt x="13" y="105"/>
                                  </a:cubicBezTo>
                                  <a:cubicBezTo>
                                    <a:pt x="10" y="104"/>
                                    <a:pt x="10" y="104"/>
                                    <a:pt x="10" y="104"/>
                                  </a:cubicBezTo>
                                  <a:cubicBezTo>
                                    <a:pt x="6" y="104"/>
                                    <a:pt x="6" y="104"/>
                                    <a:pt x="6" y="104"/>
                                  </a:cubicBezTo>
                                  <a:cubicBezTo>
                                    <a:pt x="8" y="102"/>
                                    <a:pt x="8" y="102"/>
                                    <a:pt x="8" y="102"/>
                                  </a:cubicBezTo>
                                  <a:cubicBezTo>
                                    <a:pt x="8" y="101"/>
                                    <a:pt x="8" y="101"/>
                                    <a:pt x="8" y="101"/>
                                  </a:cubicBezTo>
                                  <a:cubicBezTo>
                                    <a:pt x="7" y="100"/>
                                    <a:pt x="7" y="100"/>
                                    <a:pt x="7" y="100"/>
                                  </a:cubicBezTo>
                                  <a:cubicBezTo>
                                    <a:pt x="6" y="98"/>
                                    <a:pt x="6" y="98"/>
                                    <a:pt x="6" y="98"/>
                                  </a:cubicBezTo>
                                  <a:cubicBezTo>
                                    <a:pt x="5" y="98"/>
                                    <a:pt x="5" y="98"/>
                                    <a:pt x="5" y="98"/>
                                  </a:cubicBezTo>
                                  <a:cubicBezTo>
                                    <a:pt x="5" y="97"/>
                                    <a:pt x="5" y="97"/>
                                    <a:pt x="5" y="97"/>
                                  </a:cubicBezTo>
                                  <a:cubicBezTo>
                                    <a:pt x="4" y="96"/>
                                    <a:pt x="4" y="96"/>
                                    <a:pt x="4" y="96"/>
                                  </a:cubicBezTo>
                                  <a:cubicBezTo>
                                    <a:pt x="4" y="96"/>
                                    <a:pt x="4" y="96"/>
                                    <a:pt x="4" y="96"/>
                                  </a:cubicBezTo>
                                  <a:cubicBezTo>
                                    <a:pt x="3" y="95"/>
                                    <a:pt x="3" y="95"/>
                                    <a:pt x="3" y="95"/>
                                  </a:cubicBezTo>
                                  <a:cubicBezTo>
                                    <a:pt x="3" y="95"/>
                                    <a:pt x="3" y="95"/>
                                    <a:pt x="3" y="95"/>
                                  </a:cubicBezTo>
                                  <a:cubicBezTo>
                                    <a:pt x="3" y="95"/>
                                    <a:pt x="3" y="94"/>
                                    <a:pt x="3" y="94"/>
                                  </a:cubicBezTo>
                                  <a:cubicBezTo>
                                    <a:pt x="3" y="94"/>
                                    <a:pt x="2" y="93"/>
                                    <a:pt x="2" y="93"/>
                                  </a:cubicBezTo>
                                  <a:cubicBezTo>
                                    <a:pt x="3" y="92"/>
                                    <a:pt x="3" y="92"/>
                                    <a:pt x="3" y="92"/>
                                  </a:cubicBezTo>
                                  <a:cubicBezTo>
                                    <a:pt x="3" y="92"/>
                                    <a:pt x="3" y="92"/>
                                    <a:pt x="3" y="92"/>
                                  </a:cubicBezTo>
                                  <a:cubicBezTo>
                                    <a:pt x="0" y="90"/>
                                    <a:pt x="0" y="90"/>
                                    <a:pt x="0" y="90"/>
                                  </a:cubicBezTo>
                                  <a:cubicBezTo>
                                    <a:pt x="1" y="90"/>
                                    <a:pt x="1" y="90"/>
                                    <a:pt x="1" y="90"/>
                                  </a:cubicBezTo>
                                  <a:cubicBezTo>
                                    <a:pt x="1" y="89"/>
                                    <a:pt x="1" y="89"/>
                                    <a:pt x="1" y="89"/>
                                  </a:cubicBezTo>
                                  <a:cubicBezTo>
                                    <a:pt x="2" y="89"/>
                                    <a:pt x="2" y="89"/>
                                    <a:pt x="2" y="89"/>
                                  </a:cubicBezTo>
                                  <a:cubicBezTo>
                                    <a:pt x="2" y="88"/>
                                    <a:pt x="2" y="88"/>
                                    <a:pt x="2" y="88"/>
                                  </a:cubicBezTo>
                                  <a:cubicBezTo>
                                    <a:pt x="2" y="87"/>
                                    <a:pt x="2" y="87"/>
                                    <a:pt x="2" y="87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7" y="83"/>
                                    <a:pt x="7" y="83"/>
                                    <a:pt x="7" y="83"/>
                                  </a:cubicBezTo>
                                  <a:cubicBezTo>
                                    <a:pt x="7" y="82"/>
                                    <a:pt x="7" y="82"/>
                                    <a:pt x="7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6" y="80"/>
                                    <a:pt x="6" y="80"/>
                                    <a:pt x="6" y="80"/>
                                  </a:cubicBezTo>
                                  <a:cubicBezTo>
                                    <a:pt x="8" y="77"/>
                                    <a:pt x="8" y="77"/>
                                    <a:pt x="8" y="77"/>
                                  </a:cubicBezTo>
                                  <a:cubicBezTo>
                                    <a:pt x="8" y="76"/>
                                    <a:pt x="8" y="76"/>
                                    <a:pt x="8" y="76"/>
                                  </a:cubicBezTo>
                                  <a:cubicBezTo>
                                    <a:pt x="8" y="76"/>
                                    <a:pt x="8" y="75"/>
                                    <a:pt x="8" y="75"/>
                                  </a:cubicBezTo>
                                  <a:cubicBezTo>
                                    <a:pt x="8" y="75"/>
                                    <a:pt x="8" y="73"/>
                                    <a:pt x="8" y="73"/>
                                  </a:cubicBezTo>
                                  <a:cubicBezTo>
                                    <a:pt x="10" y="73"/>
                                    <a:pt x="10" y="73"/>
                                    <a:pt x="10" y="73"/>
                                  </a:cubicBezTo>
                                  <a:cubicBezTo>
                                    <a:pt x="12" y="71"/>
                                    <a:pt x="12" y="71"/>
                                    <a:pt x="12" y="71"/>
                                  </a:cubicBezTo>
                                  <a:cubicBezTo>
                                    <a:pt x="12" y="71"/>
                                    <a:pt x="12" y="71"/>
                                    <a:pt x="12" y="71"/>
                                  </a:cubicBezTo>
                                  <a:cubicBezTo>
                                    <a:pt x="13" y="71"/>
                                    <a:pt x="13" y="71"/>
                                    <a:pt x="13" y="71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8" y="69"/>
                                    <a:pt x="18" y="69"/>
                                    <a:pt x="18" y="69"/>
                                  </a:cubicBezTo>
                                  <a:cubicBezTo>
                                    <a:pt x="18" y="68"/>
                                    <a:pt x="18" y="68"/>
                                    <a:pt x="18" y="68"/>
                                  </a:cubicBezTo>
                                  <a:cubicBezTo>
                                    <a:pt x="19" y="68"/>
                                    <a:pt x="19" y="68"/>
                                    <a:pt x="19" y="68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2" y="68"/>
                                    <a:pt x="22" y="68"/>
                                    <a:pt x="22" y="68"/>
                                  </a:cubicBezTo>
                                  <a:cubicBezTo>
                                    <a:pt x="23" y="67"/>
                                    <a:pt x="23" y="67"/>
                                    <a:pt x="23" y="67"/>
                                  </a:cubicBezTo>
                                  <a:cubicBezTo>
                                    <a:pt x="24" y="67"/>
                                    <a:pt x="24" y="67"/>
                                    <a:pt x="24" y="67"/>
                                  </a:cubicBezTo>
                                  <a:cubicBezTo>
                                    <a:pt x="24" y="66"/>
                                    <a:pt x="24" y="66"/>
                                    <a:pt x="24" y="66"/>
                                  </a:cubicBezTo>
                                  <a:cubicBezTo>
                                    <a:pt x="24" y="66"/>
                                    <a:pt x="24" y="66"/>
                                    <a:pt x="24" y="66"/>
                                  </a:cubicBezTo>
                                  <a:cubicBezTo>
                                    <a:pt x="25" y="67"/>
                                    <a:pt x="25" y="67"/>
                                    <a:pt x="25" y="67"/>
                                  </a:cubicBezTo>
                                  <a:cubicBezTo>
                                    <a:pt x="25" y="66"/>
                                    <a:pt x="25" y="66"/>
                                    <a:pt x="25" y="66"/>
                                  </a:cubicBezTo>
                                  <a:cubicBezTo>
                                    <a:pt x="25" y="66"/>
                                    <a:pt x="26" y="66"/>
                                    <a:pt x="26" y="66"/>
                                  </a:cubicBezTo>
                                  <a:cubicBezTo>
                                    <a:pt x="26" y="66"/>
                                    <a:pt x="26" y="66"/>
                                    <a:pt x="26" y="66"/>
                                  </a:cubicBezTo>
                                  <a:cubicBezTo>
                                    <a:pt x="26" y="67"/>
                                    <a:pt x="26" y="67"/>
                                    <a:pt x="26" y="67"/>
                                  </a:cubicBezTo>
                                  <a:cubicBezTo>
                                    <a:pt x="26" y="67"/>
                                    <a:pt x="27" y="67"/>
                                    <a:pt x="27" y="67"/>
                                  </a:cubicBezTo>
                                  <a:cubicBezTo>
                                    <a:pt x="27" y="67"/>
                                    <a:pt x="27" y="68"/>
                                    <a:pt x="27" y="68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28" y="68"/>
                                    <a:pt x="28" y="68"/>
                                    <a:pt x="28" y="68"/>
                                  </a:cubicBezTo>
                                  <a:cubicBezTo>
                                    <a:pt x="28" y="68"/>
                                    <a:pt x="29" y="67"/>
                                    <a:pt x="29" y="67"/>
                                  </a:cubicBezTo>
                                  <a:cubicBezTo>
                                    <a:pt x="29" y="67"/>
                                    <a:pt x="29" y="67"/>
                                    <a:pt x="29" y="6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2" y="43"/>
                                    <a:pt x="32" y="43"/>
                                  </a:cubicBezTo>
                                  <a:cubicBezTo>
                                    <a:pt x="32" y="43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2" y="41"/>
                                    <a:pt x="32" y="41"/>
                                  </a:cubicBezTo>
                                  <a:cubicBezTo>
                                    <a:pt x="32" y="41"/>
                                    <a:pt x="31" y="41"/>
                                    <a:pt x="31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29" y="39"/>
                                    <a:pt x="29" y="39"/>
                                  </a:cubicBezTo>
                                  <a:cubicBezTo>
                                    <a:pt x="29" y="38"/>
                                    <a:pt x="28" y="38"/>
                                    <a:pt x="28" y="38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30" y="33"/>
                                    <a:pt x="30" y="33"/>
                                    <a:pt x="30" y="33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3"/>
                                    <a:pt x="31" y="33"/>
                                    <a:pt x="31" y="33"/>
                                  </a:cubicBezTo>
                                  <a:cubicBezTo>
                                    <a:pt x="31" y="33"/>
                                    <a:pt x="32" y="32"/>
                                    <a:pt x="32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4" y="33"/>
                                    <a:pt x="34" y="33"/>
                                  </a:cubicBezTo>
                                  <a:cubicBezTo>
                                    <a:pt x="35" y="33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4" y="31"/>
                                    <a:pt x="34" y="31"/>
                                  </a:cubicBezTo>
                                  <a:cubicBezTo>
                                    <a:pt x="34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4" y="30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0" y="29"/>
                                    <a:pt x="30" y="29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5"/>
                                    <a:pt x="30" y="25"/>
                                    <a:pt x="30" y="25"/>
                                  </a:cubicBezTo>
                                  <a:cubicBezTo>
                                    <a:pt x="30" y="25"/>
                                    <a:pt x="30" y="25"/>
                                    <a:pt x="30" y="25"/>
                                  </a:cubicBezTo>
                                  <a:cubicBezTo>
                                    <a:pt x="30" y="25"/>
                                    <a:pt x="31" y="25"/>
                                    <a:pt x="31" y="25"/>
                                  </a:cubicBezTo>
                                  <a:cubicBezTo>
                                    <a:pt x="31" y="25"/>
                                    <a:pt x="32" y="24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4"/>
                                    <a:pt x="33" y="25"/>
                                    <a:pt x="33" y="25"/>
                                  </a:cubicBezTo>
                                  <a:cubicBezTo>
                                    <a:pt x="42" y="25"/>
                                    <a:pt x="42" y="25"/>
                                    <a:pt x="42" y="25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3"/>
                                    <a:pt x="41" y="23"/>
                                  </a:cubicBezTo>
                                  <a:cubicBezTo>
                                    <a:pt x="41" y="23"/>
                                    <a:pt x="41" y="23"/>
                                    <a:pt x="41" y="22"/>
                                  </a:cubicBezTo>
                                  <a:cubicBezTo>
                                    <a:pt x="41" y="22"/>
                                    <a:pt x="42" y="23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6" y="22"/>
                                    <a:pt x="46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21"/>
                                    <a:pt x="47" y="21"/>
                                    <a:pt x="47" y="21"/>
                                  </a:cubicBez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49" y="26"/>
                                    <a:pt x="49" y="26"/>
                                  </a:cubicBezTo>
                                  <a:cubicBezTo>
                                    <a:pt x="49" y="26"/>
                                    <a:pt x="49" y="27"/>
                                    <a:pt x="49" y="27"/>
                                  </a:cubicBezTo>
                                  <a:cubicBezTo>
                                    <a:pt x="49" y="27"/>
                                    <a:pt x="49" y="28"/>
                                    <a:pt x="49" y="28"/>
                                  </a:cubicBezTo>
                                  <a:cubicBezTo>
                                    <a:pt x="49" y="28"/>
                                    <a:pt x="49" y="28"/>
                                    <a:pt x="49" y="28"/>
                                  </a:cubicBezTo>
                                  <a:cubicBezTo>
                                    <a:pt x="49" y="29"/>
                                    <a:pt x="49" y="29"/>
                                    <a:pt x="49" y="29"/>
                                  </a:cubicBezTo>
                                  <a:cubicBezTo>
                                    <a:pt x="49" y="29"/>
                                    <a:pt x="50" y="29"/>
                                    <a:pt x="50" y="29"/>
                                  </a:cubicBezTo>
                                  <a:cubicBezTo>
                                    <a:pt x="51" y="28"/>
                                    <a:pt x="51" y="28"/>
                                    <a:pt x="51" y="28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6" y="32"/>
                                    <a:pt x="56" y="32"/>
                                    <a:pt x="56" y="32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1"/>
                                    <a:pt x="60" y="31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1" y="32"/>
                                    <a:pt x="61" y="32"/>
                                  </a:cubicBezTo>
                                  <a:cubicBezTo>
                                    <a:pt x="61" y="31"/>
                                    <a:pt x="62" y="30"/>
                                    <a:pt x="62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29"/>
                                    <a:pt x="63" y="29"/>
                                  </a:cubicBezTo>
                                  <a:cubicBezTo>
                                    <a:pt x="64" y="29"/>
                                    <a:pt x="64" y="29"/>
                                    <a:pt x="64" y="29"/>
                                  </a:cubicBezTo>
                                  <a:cubicBezTo>
                                    <a:pt x="64" y="29"/>
                                    <a:pt x="64" y="28"/>
                                    <a:pt x="64" y="28"/>
                                  </a:cubicBezTo>
                                  <a:cubicBezTo>
                                    <a:pt x="64" y="28"/>
                                    <a:pt x="65" y="28"/>
                                    <a:pt x="65" y="28"/>
                                  </a:cubicBezTo>
                                  <a:cubicBezTo>
                                    <a:pt x="65" y="28"/>
                                    <a:pt x="65" y="28"/>
                                    <a:pt x="65" y="28"/>
                                  </a:cubicBezTo>
                                  <a:cubicBezTo>
                                    <a:pt x="66" y="28"/>
                                    <a:pt x="66" y="28"/>
                                    <a:pt x="66" y="28"/>
                                  </a:cubicBezTo>
                                  <a:cubicBezTo>
                                    <a:pt x="66" y="28"/>
                                    <a:pt x="66" y="28"/>
                                    <a:pt x="66" y="28"/>
                                  </a:cubicBezTo>
                                  <a:cubicBezTo>
                                    <a:pt x="67" y="28"/>
                                    <a:pt x="68" y="26"/>
                                    <a:pt x="68" y="26"/>
                                  </a:cubicBezTo>
                                  <a:cubicBezTo>
                                    <a:pt x="68" y="26"/>
                                    <a:pt x="68" y="26"/>
                                    <a:pt x="68" y="26"/>
                                  </a:cubicBezTo>
                                  <a:cubicBezTo>
                                    <a:pt x="68" y="26"/>
                                    <a:pt x="68" y="27"/>
                                    <a:pt x="68" y="27"/>
                                  </a:cubicBezTo>
                                  <a:cubicBezTo>
                                    <a:pt x="68" y="27"/>
                                    <a:pt x="69" y="27"/>
                                    <a:pt x="69" y="27"/>
                                  </a:cubicBezTo>
                                  <a:cubicBezTo>
                                    <a:pt x="69" y="27"/>
                                    <a:pt x="69" y="27"/>
                                    <a:pt x="69" y="27"/>
                                  </a:cubicBezTo>
                                  <a:cubicBezTo>
                                    <a:pt x="70" y="26"/>
                                    <a:pt x="70" y="26"/>
                                    <a:pt x="70" y="26"/>
                                  </a:cubicBezTo>
                                  <a:cubicBezTo>
                                    <a:pt x="70" y="23"/>
                                    <a:pt x="70" y="23"/>
                                    <a:pt x="70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5" y="22"/>
                                    <a:pt x="75" y="22"/>
                                    <a:pt x="75" y="22"/>
                                  </a:cubicBezTo>
                                  <a:cubicBezTo>
                                    <a:pt x="75" y="21"/>
                                    <a:pt x="75" y="21"/>
                                    <a:pt x="75" y="21"/>
                                  </a:cubicBezTo>
                                  <a:cubicBezTo>
                                    <a:pt x="75" y="20"/>
                                    <a:pt x="75" y="20"/>
                                    <a:pt x="75" y="20"/>
                                  </a:cubicBezTo>
                                  <a:cubicBezTo>
                                    <a:pt x="75" y="20"/>
                                    <a:pt x="74" y="20"/>
                                    <a:pt x="74" y="20"/>
                                  </a:cubicBezTo>
                                  <a:cubicBezTo>
                                    <a:pt x="74" y="20"/>
                                    <a:pt x="72" y="20"/>
                                    <a:pt x="72" y="20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70" y="14"/>
                                    <a:pt x="70" y="14"/>
                                    <a:pt x="70" y="14"/>
                                  </a:cubicBezTo>
                                  <a:cubicBezTo>
                                    <a:pt x="70" y="12"/>
                                    <a:pt x="70" y="12"/>
                                    <a:pt x="70" y="12"/>
                                  </a:cubicBezTo>
                                  <a:cubicBezTo>
                                    <a:pt x="67" y="10"/>
                                    <a:pt x="67" y="10"/>
                                    <a:pt x="67" y="10"/>
                                  </a:cubicBezTo>
                                  <a:cubicBezTo>
                                    <a:pt x="67" y="10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5" y="8"/>
                                    <a:pt x="65" y="8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6" y="7"/>
                                    <a:pt x="66" y="7"/>
                                    <a:pt x="66" y="7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70" y="8"/>
                                    <a:pt x="70" y="8"/>
                                    <a:pt x="70" y="8"/>
                                  </a:cubicBezTo>
                                  <a:cubicBezTo>
                                    <a:pt x="71" y="10"/>
                                    <a:pt x="71" y="10"/>
                                    <a:pt x="71" y="10"/>
                                  </a:cubicBezTo>
                                  <a:cubicBezTo>
                                    <a:pt x="72" y="9"/>
                                    <a:pt x="72" y="9"/>
                                    <a:pt x="72" y="9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3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4" y="10"/>
                                    <a:pt x="75" y="9"/>
                                    <a:pt x="75" y="9"/>
                                  </a:cubicBezTo>
                                  <a:cubicBezTo>
                                    <a:pt x="75" y="9"/>
                                    <a:pt x="75" y="9"/>
                                    <a:pt x="75" y="9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6" y="10"/>
                                    <a:pt x="76" y="10"/>
                                    <a:pt x="77" y="10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7" y="10"/>
                                    <a:pt x="77" y="11"/>
                                    <a:pt x="77" y="11"/>
                                  </a:cubicBezTo>
                                  <a:cubicBezTo>
                                    <a:pt x="78" y="11"/>
                                    <a:pt x="78" y="11"/>
                                    <a:pt x="78" y="11"/>
                                  </a:cubicBezTo>
                                  <a:cubicBezTo>
                                    <a:pt x="78" y="11"/>
                                    <a:pt x="79" y="11"/>
                                    <a:pt x="79" y="11"/>
                                  </a:cubicBezTo>
                                  <a:cubicBezTo>
                                    <a:pt x="79" y="11"/>
                                    <a:pt x="79" y="11"/>
                                    <a:pt x="79" y="11"/>
                                  </a:cubicBezTo>
                                  <a:cubicBezTo>
                                    <a:pt x="79" y="11"/>
                                    <a:pt x="80" y="11"/>
                                    <a:pt x="80" y="11"/>
                                  </a:cubicBezTo>
                                  <a:cubicBezTo>
                                    <a:pt x="80" y="11"/>
                                    <a:pt x="80" y="10"/>
                                    <a:pt x="80" y="10"/>
                                  </a:cubicBezTo>
                                  <a:cubicBezTo>
                                    <a:pt x="80" y="10"/>
                                    <a:pt x="80" y="10"/>
                                    <a:pt x="80" y="10"/>
                                  </a:cubicBezTo>
                                  <a:cubicBezTo>
                                    <a:pt x="80" y="9"/>
                                    <a:pt x="80" y="9"/>
                                    <a:pt x="80" y="9"/>
                                  </a:cubicBezTo>
                                  <a:cubicBezTo>
                                    <a:pt x="81" y="9"/>
                                    <a:pt x="81" y="9"/>
                                    <a:pt x="81" y="9"/>
                                  </a:cubicBezTo>
                                  <a:cubicBezTo>
                                    <a:pt x="82" y="7"/>
                                    <a:pt x="82" y="7"/>
                                    <a:pt x="82" y="7"/>
                                  </a:cubicBezTo>
                                  <a:cubicBezTo>
                                    <a:pt x="83" y="8"/>
                                    <a:pt x="83" y="8"/>
                                    <a:pt x="83" y="8"/>
                                  </a:cubicBezTo>
                                  <a:cubicBezTo>
                                    <a:pt x="84" y="8"/>
                                    <a:pt x="84" y="8"/>
                                    <a:pt x="84" y="8"/>
                                  </a:cubicBezTo>
                                  <a:cubicBezTo>
                                    <a:pt x="85" y="7"/>
                                    <a:pt x="85" y="7"/>
                                    <a:pt x="85" y="7"/>
                                  </a:cubicBezTo>
                                  <a:cubicBezTo>
                                    <a:pt x="86" y="8"/>
                                    <a:pt x="86" y="8"/>
                                    <a:pt x="86" y="8"/>
                                  </a:cubicBezTo>
                                  <a:cubicBezTo>
                                    <a:pt x="86" y="8"/>
                                    <a:pt x="86" y="8"/>
                                    <a:pt x="86" y="8"/>
                                  </a:cubicBezTo>
                                  <a:cubicBezTo>
                                    <a:pt x="86" y="7"/>
                                    <a:pt x="87" y="7"/>
                                    <a:pt x="87" y="7"/>
                                  </a:cubicBezTo>
                                  <a:cubicBezTo>
                                    <a:pt x="88" y="7"/>
                                    <a:pt x="88" y="7"/>
                                    <a:pt x="88" y="7"/>
                                  </a:cubicBezTo>
                                  <a:cubicBezTo>
                                    <a:pt x="89" y="6"/>
                                    <a:pt x="89" y="6"/>
                                    <a:pt x="89" y="6"/>
                                  </a:cubicBezTo>
                                  <a:cubicBezTo>
                                    <a:pt x="89" y="6"/>
                                    <a:pt x="89" y="6"/>
                                    <a:pt x="89" y="6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1" y="5"/>
                                    <a:pt x="91" y="5"/>
                                    <a:pt x="91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3" y="5"/>
                                    <a:pt x="93" y="5"/>
                                    <a:pt x="93" y="5"/>
                                  </a:cubicBezTo>
                                  <a:cubicBezTo>
                                    <a:pt x="93" y="4"/>
                                    <a:pt x="93" y="4"/>
                                    <a:pt x="93" y="4"/>
                                  </a:cubicBezTo>
                                  <a:cubicBezTo>
                                    <a:pt x="94" y="3"/>
                                    <a:pt x="94" y="3"/>
                                    <a:pt x="94" y="3"/>
                                  </a:cubicBezTo>
                                  <a:cubicBezTo>
                                    <a:pt x="94" y="3"/>
                                    <a:pt x="95" y="3"/>
                                    <a:pt x="95" y="3"/>
                                  </a:cubicBezTo>
                                  <a:cubicBezTo>
                                    <a:pt x="95" y="3"/>
                                    <a:pt x="95" y="2"/>
                                    <a:pt x="95" y="2"/>
                                  </a:cubicBezTo>
                                  <a:cubicBezTo>
                                    <a:pt x="95" y="2"/>
                                    <a:pt x="94" y="0"/>
                                    <a:pt x="94" y="0"/>
                                  </a:cubicBezTo>
                                  <a:cubicBezTo>
                                    <a:pt x="96" y="0"/>
                                    <a:pt x="96" y="0"/>
                                    <a:pt x="96" y="0"/>
                                  </a:cubicBezTo>
                                  <a:cubicBezTo>
                                    <a:pt x="97" y="0"/>
                                    <a:pt x="97" y="0"/>
                                    <a:pt x="97" y="0"/>
                                  </a:cubicBezTo>
                                  <a:cubicBezTo>
                                    <a:pt x="98" y="0"/>
                                    <a:pt x="98" y="0"/>
                                    <a:pt x="98" y="0"/>
                                  </a:cubicBezTo>
                                  <a:cubicBezTo>
                                    <a:pt x="99" y="1"/>
                                    <a:pt x="99" y="1"/>
                                    <a:pt x="99" y="1"/>
                                  </a:cubicBezTo>
                                  <a:cubicBezTo>
                                    <a:pt x="99" y="3"/>
                                    <a:pt x="99" y="3"/>
                                    <a:pt x="99" y="3"/>
                                  </a:cubicBezTo>
                                  <a:cubicBezTo>
                                    <a:pt x="99" y="4"/>
                                    <a:pt x="99" y="4"/>
                                    <a:pt x="99" y="4"/>
                                  </a:cubicBezTo>
                                  <a:cubicBezTo>
                                    <a:pt x="98" y="5"/>
                                    <a:pt x="98" y="5"/>
                                    <a:pt x="98" y="5"/>
                                  </a:cubicBezTo>
                                  <a:cubicBezTo>
                                    <a:pt x="100" y="5"/>
                                    <a:pt x="100" y="5"/>
                                    <a:pt x="100" y="5"/>
                                  </a:cubicBezTo>
                                  <a:cubicBezTo>
                                    <a:pt x="101" y="6"/>
                                    <a:pt x="101" y="6"/>
                                    <a:pt x="101" y="6"/>
                                  </a:cubicBezTo>
                                  <a:cubicBezTo>
                                    <a:pt x="101" y="7"/>
                                    <a:pt x="101" y="7"/>
                                    <a:pt x="101" y="7"/>
                                  </a:cubicBezTo>
                                  <a:cubicBezTo>
                                    <a:pt x="101" y="7"/>
                                    <a:pt x="101" y="7"/>
                                    <a:pt x="101" y="7"/>
                                  </a:cubicBezTo>
                                  <a:cubicBezTo>
                                    <a:pt x="101" y="8"/>
                                    <a:pt x="101" y="8"/>
                                    <a:pt x="101" y="8"/>
                                  </a:cubicBezTo>
                                  <a:cubicBezTo>
                                    <a:pt x="102" y="8"/>
                                    <a:pt x="102" y="8"/>
                                    <a:pt x="102" y="8"/>
                                  </a:cubicBezTo>
                                  <a:cubicBezTo>
                                    <a:pt x="102" y="8"/>
                                    <a:pt x="102" y="8"/>
                                    <a:pt x="102" y="8"/>
                                  </a:cubicBezTo>
                                  <a:cubicBezTo>
                                    <a:pt x="102" y="9"/>
                                    <a:pt x="102" y="9"/>
                                    <a:pt x="102" y="9"/>
                                  </a:cubicBezTo>
                                  <a:cubicBezTo>
                                    <a:pt x="102" y="11"/>
                                    <a:pt x="102" y="11"/>
                                    <a:pt x="102" y="11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1" y="13"/>
                                    <a:pt x="101" y="13"/>
                                    <a:pt x="101" y="13"/>
                                  </a:cubicBezTo>
                                  <a:cubicBezTo>
                                    <a:pt x="99" y="16"/>
                                    <a:pt x="99" y="16"/>
                                    <a:pt x="99" y="16"/>
                                  </a:cubicBezTo>
                                  <a:cubicBezTo>
                                    <a:pt x="99" y="18"/>
                                    <a:pt x="99" y="18"/>
                                    <a:pt x="99" y="18"/>
                                  </a:cubicBezTo>
                                  <a:cubicBezTo>
                                    <a:pt x="100" y="20"/>
                                    <a:pt x="100" y="20"/>
                                    <a:pt x="100" y="20"/>
                                  </a:cubicBezTo>
                                  <a:cubicBezTo>
                                    <a:pt x="101" y="21"/>
                                    <a:pt x="101" y="21"/>
                                    <a:pt x="101" y="21"/>
                                  </a:cubicBezTo>
                                  <a:cubicBezTo>
                                    <a:pt x="101" y="24"/>
                                    <a:pt x="101" y="24"/>
                                    <a:pt x="101" y="24"/>
                                  </a:cubicBezTo>
                                  <a:cubicBezTo>
                                    <a:pt x="101" y="24"/>
                                    <a:pt x="101" y="24"/>
                                    <a:pt x="101" y="24"/>
                                  </a:cubicBezTo>
                                  <a:cubicBezTo>
                                    <a:pt x="101" y="25"/>
                                    <a:pt x="101" y="25"/>
                                    <a:pt x="101" y="25"/>
                                  </a:cubicBezTo>
                                  <a:cubicBezTo>
                                    <a:pt x="102" y="25"/>
                                    <a:pt x="102" y="25"/>
                                    <a:pt x="102" y="25"/>
                                  </a:cubicBezTo>
                                  <a:cubicBezTo>
                                    <a:pt x="104" y="27"/>
                                    <a:pt x="104" y="27"/>
                                    <a:pt x="104" y="27"/>
                                  </a:cubicBezTo>
                                  <a:cubicBezTo>
                                    <a:pt x="106" y="27"/>
                                    <a:pt x="106" y="27"/>
                                    <a:pt x="106" y="27"/>
                                  </a:cubicBezTo>
                                  <a:cubicBezTo>
                                    <a:pt x="106" y="27"/>
                                    <a:pt x="107" y="28"/>
                                    <a:pt x="107" y="28"/>
                                  </a:cubicBezTo>
                                  <a:cubicBezTo>
                                    <a:pt x="107" y="28"/>
                                    <a:pt x="107" y="29"/>
                                    <a:pt x="107" y="29"/>
                                  </a:cubicBezTo>
                                  <a:cubicBezTo>
                                    <a:pt x="108" y="28"/>
                                    <a:pt x="108" y="28"/>
                                    <a:pt x="108" y="28"/>
                                  </a:cubicBezTo>
                                  <a:cubicBezTo>
                                    <a:pt x="109" y="28"/>
                                    <a:pt x="109" y="28"/>
                                    <a:pt x="109" y="28"/>
                                  </a:cubicBezTo>
                                  <a:cubicBezTo>
                                    <a:pt x="110" y="28"/>
                                    <a:pt x="110" y="28"/>
                                    <a:pt x="110" y="28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1" y="26"/>
                                    <a:pt x="111" y="26"/>
                                    <a:pt x="111" y="26"/>
                                  </a:cubicBezTo>
                                  <a:cubicBezTo>
                                    <a:pt x="112" y="26"/>
                                    <a:pt x="112" y="26"/>
                                    <a:pt x="112" y="26"/>
                                  </a:cubicBezTo>
                                  <a:cubicBezTo>
                                    <a:pt x="113" y="26"/>
                                    <a:pt x="113" y="26"/>
                                    <a:pt x="113" y="26"/>
                                  </a:cubicBezTo>
                                  <a:cubicBezTo>
                                    <a:pt x="113" y="26"/>
                                    <a:pt x="113" y="26"/>
                                    <a:pt x="113" y="26"/>
                                  </a:cubicBezTo>
                                  <a:cubicBezTo>
                                    <a:pt x="113" y="25"/>
                                    <a:pt x="113" y="25"/>
                                    <a:pt x="113" y="25"/>
                                  </a:cubicBezTo>
                                  <a:cubicBezTo>
                                    <a:pt x="116" y="25"/>
                                    <a:pt x="116" y="25"/>
                                    <a:pt x="116" y="25"/>
                                  </a:cubicBezTo>
                                  <a:cubicBezTo>
                                    <a:pt x="118" y="23"/>
                                    <a:pt x="118" y="23"/>
                                    <a:pt x="118" y="23"/>
                                  </a:cubicBezTo>
                                  <a:cubicBezTo>
                                    <a:pt x="118" y="23"/>
                                    <a:pt x="118" y="23"/>
                                    <a:pt x="118" y="23"/>
                                  </a:cubicBezTo>
                                  <a:cubicBezTo>
                                    <a:pt x="119" y="23"/>
                                    <a:pt x="119" y="23"/>
                                    <a:pt x="119" y="23"/>
                                  </a:cubicBezTo>
                                  <a:cubicBezTo>
                                    <a:pt x="119" y="23"/>
                                    <a:pt x="119" y="23"/>
                                    <a:pt x="119" y="23"/>
                                  </a:cubicBezTo>
                                  <a:cubicBezTo>
                                    <a:pt x="122" y="24"/>
                                    <a:pt x="122" y="24"/>
                                    <a:pt x="122" y="24"/>
                                  </a:cubicBezTo>
                                  <a:cubicBezTo>
                                    <a:pt x="122" y="23"/>
                                    <a:pt x="122" y="23"/>
                                    <a:pt x="122" y="23"/>
                                  </a:cubicBezTo>
                                  <a:cubicBezTo>
                                    <a:pt x="124" y="23"/>
                                    <a:pt x="124" y="23"/>
                                    <a:pt x="124" y="23"/>
                                  </a:cubicBezTo>
                                  <a:cubicBezTo>
                                    <a:pt x="124" y="23"/>
                                    <a:pt x="126" y="24"/>
                                    <a:pt x="126" y="24"/>
                                  </a:cubicBezTo>
                                  <a:cubicBezTo>
                                    <a:pt x="126" y="24"/>
                                    <a:pt x="128" y="24"/>
                                    <a:pt x="128" y="24"/>
                                  </a:cubicBezTo>
                                  <a:cubicBezTo>
                                    <a:pt x="128" y="23"/>
                                    <a:pt x="128" y="23"/>
                                    <a:pt x="128" y="23"/>
                                  </a:cubicBezTo>
                                  <a:cubicBezTo>
                                    <a:pt x="128" y="23"/>
                                    <a:pt x="128" y="22"/>
                                    <a:pt x="128" y="22"/>
                                  </a:cubicBezTo>
                                  <a:cubicBezTo>
                                    <a:pt x="128" y="22"/>
                                    <a:pt x="128" y="22"/>
                                    <a:pt x="128" y="22"/>
                                  </a:cubicBezTo>
                                  <a:cubicBezTo>
                                    <a:pt x="127" y="22"/>
                                    <a:pt x="126" y="21"/>
                                    <a:pt x="126" y="21"/>
                                  </a:cubicBezTo>
                                  <a:cubicBezTo>
                                    <a:pt x="126" y="21"/>
                                    <a:pt x="126" y="21"/>
                                    <a:pt x="126" y="21"/>
                                  </a:cubicBezTo>
                                  <a:cubicBezTo>
                                    <a:pt x="127" y="20"/>
                                    <a:pt x="127" y="20"/>
                                    <a:pt x="127" y="20"/>
                                  </a:cubicBezTo>
                                  <a:cubicBezTo>
                                    <a:pt x="127" y="20"/>
                                    <a:pt x="127" y="20"/>
                                    <a:pt x="127" y="20"/>
                                  </a:cubicBezTo>
                                  <a:cubicBezTo>
                                    <a:pt x="127" y="20"/>
                                    <a:pt x="127" y="19"/>
                                    <a:pt x="127" y="19"/>
                                  </a:cubicBezTo>
                                  <a:cubicBezTo>
                                    <a:pt x="129" y="20"/>
                                    <a:pt x="129" y="20"/>
                                    <a:pt x="129" y="20"/>
                                  </a:cubicBezTo>
                                  <a:cubicBezTo>
                                    <a:pt x="132" y="20"/>
                                    <a:pt x="132" y="20"/>
                                    <a:pt x="132" y="20"/>
                                  </a:cubicBezTo>
                                  <a:cubicBezTo>
                                    <a:pt x="132" y="19"/>
                                    <a:pt x="132" y="19"/>
                                    <a:pt x="132" y="19"/>
                                  </a:cubicBezTo>
                                  <a:cubicBezTo>
                                    <a:pt x="134" y="19"/>
                                    <a:pt x="134" y="19"/>
                                    <a:pt x="134" y="19"/>
                                  </a:cubicBezTo>
                                  <a:cubicBezTo>
                                    <a:pt x="135" y="19"/>
                                    <a:pt x="135" y="19"/>
                                    <a:pt x="135" y="19"/>
                                  </a:cubicBezTo>
                                  <a:cubicBezTo>
                                    <a:pt x="135" y="20"/>
                                    <a:pt x="135" y="20"/>
                                    <a:pt x="135" y="20"/>
                                  </a:cubicBezTo>
                                  <a:cubicBezTo>
                                    <a:pt x="136" y="20"/>
                                    <a:pt x="136" y="20"/>
                                    <a:pt x="136" y="20"/>
                                  </a:cubicBezTo>
                                  <a:cubicBezTo>
                                    <a:pt x="136" y="21"/>
                                    <a:pt x="136" y="21"/>
                                    <a:pt x="136" y="21"/>
                                  </a:cubicBezTo>
                                  <a:cubicBezTo>
                                    <a:pt x="137" y="21"/>
                                    <a:pt x="137" y="21"/>
                                    <a:pt x="137" y="21"/>
                                  </a:cubicBezTo>
                                  <a:cubicBezTo>
                                    <a:pt x="138" y="21"/>
                                    <a:pt x="138" y="21"/>
                                    <a:pt x="138" y="21"/>
                                  </a:cubicBezTo>
                                  <a:cubicBezTo>
                                    <a:pt x="138" y="21"/>
                                    <a:pt x="139" y="22"/>
                                    <a:pt x="139" y="22"/>
                                  </a:cubicBezTo>
                                  <a:cubicBezTo>
                                    <a:pt x="139" y="22"/>
                                    <a:pt x="140" y="22"/>
                                    <a:pt x="140" y="22"/>
                                  </a:cubicBezTo>
                                  <a:cubicBezTo>
                                    <a:pt x="141" y="22"/>
                                    <a:pt x="141" y="22"/>
                                    <a:pt x="141" y="22"/>
                                  </a:cubicBezTo>
                                  <a:cubicBezTo>
                                    <a:pt x="141" y="21"/>
                                    <a:pt x="141" y="21"/>
                                    <a:pt x="141" y="21"/>
                                  </a:cubicBezTo>
                                  <a:cubicBezTo>
                                    <a:pt x="142" y="21"/>
                                    <a:pt x="142" y="21"/>
                                    <a:pt x="142" y="21"/>
                                  </a:cubicBezTo>
                                  <a:cubicBezTo>
                                    <a:pt x="143" y="20"/>
                                    <a:pt x="143" y="20"/>
                                    <a:pt x="143" y="20"/>
                                  </a:cubicBezTo>
                                  <a:cubicBezTo>
                                    <a:pt x="145" y="21"/>
                                    <a:pt x="145" y="21"/>
                                    <a:pt x="145" y="21"/>
                                  </a:cubicBezTo>
                                  <a:cubicBezTo>
                                    <a:pt x="145" y="21"/>
                                    <a:pt x="145" y="21"/>
                                    <a:pt x="145" y="21"/>
                                  </a:cubicBezTo>
                                  <a:cubicBezTo>
                                    <a:pt x="146" y="20"/>
                                    <a:pt x="146" y="20"/>
                                    <a:pt x="146" y="20"/>
                                  </a:cubicBezTo>
                                  <a:cubicBezTo>
                                    <a:pt x="147" y="20"/>
                                    <a:pt x="147" y="20"/>
                                    <a:pt x="147" y="20"/>
                                  </a:cubicBezTo>
                                  <a:cubicBezTo>
                                    <a:pt x="147" y="22"/>
                                    <a:pt x="147" y="22"/>
                                    <a:pt x="147" y="22"/>
                                  </a:cubicBezTo>
                                  <a:cubicBezTo>
                                    <a:pt x="149" y="22"/>
                                    <a:pt x="149" y="22"/>
                                    <a:pt x="149" y="22"/>
                                  </a:cubicBezTo>
                                  <a:cubicBezTo>
                                    <a:pt x="152" y="19"/>
                                    <a:pt x="152" y="19"/>
                                    <a:pt x="152" y="19"/>
                                  </a:cubicBezTo>
                                  <a:cubicBezTo>
                                    <a:pt x="152" y="18"/>
                                    <a:pt x="152" y="18"/>
                                    <a:pt x="152" y="18"/>
                                  </a:cubicBezTo>
                                  <a:cubicBezTo>
                                    <a:pt x="153" y="16"/>
                                    <a:pt x="153" y="16"/>
                                    <a:pt x="153" y="16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8" y="8"/>
                                    <a:pt x="158" y="8"/>
                                    <a:pt x="158" y="8"/>
                                  </a:cubicBezTo>
                                  <a:cubicBezTo>
                                    <a:pt x="158" y="8"/>
                                    <a:pt x="159" y="8"/>
                                    <a:pt x="159" y="7"/>
                                  </a:cubicBezTo>
                                  <a:cubicBezTo>
                                    <a:pt x="159" y="7"/>
                                    <a:pt x="159" y="7"/>
                                    <a:pt x="159" y="7"/>
                                  </a:cubicBezTo>
                                  <a:cubicBezTo>
                                    <a:pt x="159" y="7"/>
                                    <a:pt x="159" y="7"/>
                                    <a:pt x="159" y="7"/>
                                  </a:cubicBezTo>
                                  <a:cubicBezTo>
                                    <a:pt x="159" y="7"/>
                                    <a:pt x="159" y="6"/>
                                    <a:pt x="159" y="6"/>
                                  </a:cubicBezTo>
                                  <a:cubicBezTo>
                                    <a:pt x="159" y="6"/>
                                    <a:pt x="160" y="6"/>
                                    <a:pt x="160" y="7"/>
                                  </a:cubicBezTo>
                                  <a:cubicBezTo>
                                    <a:pt x="161" y="7"/>
                                    <a:pt x="161" y="8"/>
                                    <a:pt x="161" y="8"/>
                                  </a:cubicBezTo>
                                  <a:cubicBezTo>
                                    <a:pt x="161" y="9"/>
                                    <a:pt x="161" y="9"/>
                                    <a:pt x="161" y="10"/>
                                  </a:cubicBezTo>
                                  <a:cubicBezTo>
                                    <a:pt x="161" y="10"/>
                                    <a:pt x="161" y="10"/>
                                    <a:pt x="162" y="11"/>
                                  </a:cubicBezTo>
                                  <a:cubicBezTo>
                                    <a:pt x="162" y="10"/>
                                    <a:pt x="162" y="10"/>
                                    <a:pt x="162" y="10"/>
                                  </a:cubicBezTo>
                                  <a:cubicBezTo>
                                    <a:pt x="162" y="11"/>
                                    <a:pt x="162" y="13"/>
                                    <a:pt x="162" y="14"/>
                                  </a:cubicBezTo>
                                  <a:cubicBezTo>
                                    <a:pt x="162" y="15"/>
                                    <a:pt x="163" y="16"/>
                                    <a:pt x="163" y="17"/>
                                  </a:cubicBezTo>
                                  <a:cubicBezTo>
                                    <a:pt x="163" y="17"/>
                                    <a:pt x="163" y="17"/>
                                    <a:pt x="164" y="18"/>
                                  </a:cubicBezTo>
                                  <a:cubicBezTo>
                                    <a:pt x="164" y="18"/>
                                    <a:pt x="164" y="19"/>
                                    <a:pt x="164" y="19"/>
                                  </a:cubicBezTo>
                                  <a:cubicBezTo>
                                    <a:pt x="164" y="20"/>
                                    <a:pt x="165" y="21"/>
                                    <a:pt x="165" y="22"/>
                                  </a:cubicBezTo>
                                  <a:cubicBezTo>
                                    <a:pt x="165" y="23"/>
                                    <a:pt x="166" y="24"/>
                                    <a:pt x="166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8" y="24"/>
                                    <a:pt x="169" y="24"/>
                                    <a:pt x="170" y="25"/>
                                  </a:cubicBezTo>
                                  <a:cubicBezTo>
                                    <a:pt x="170" y="25"/>
                                    <a:pt x="170" y="25"/>
                                    <a:pt x="170" y="25"/>
                                  </a:cubicBezTo>
                                  <a:cubicBezTo>
                                    <a:pt x="170" y="25"/>
                                    <a:pt x="170" y="26"/>
                                    <a:pt x="170" y="26"/>
                                  </a:cubicBezTo>
                                  <a:cubicBezTo>
                                    <a:pt x="171" y="26"/>
                                    <a:pt x="171" y="27"/>
                                    <a:pt x="170" y="28"/>
                                  </a:cubicBezTo>
                                  <a:cubicBezTo>
                                    <a:pt x="170" y="28"/>
                                    <a:pt x="170" y="28"/>
                                    <a:pt x="170" y="28"/>
                                  </a:cubicBezTo>
                                  <a:cubicBezTo>
                                    <a:pt x="170" y="28"/>
                                    <a:pt x="170" y="28"/>
                                    <a:pt x="169" y="28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30"/>
                                    <a:pt x="170" y="30"/>
                                  </a:cubicBezTo>
                                  <a:cubicBezTo>
                                    <a:pt x="170" y="30"/>
                                    <a:pt x="170" y="30"/>
                                    <a:pt x="170" y="30"/>
                                  </a:cubicBezTo>
                                  <a:cubicBezTo>
                                    <a:pt x="170" y="30"/>
                                    <a:pt x="170" y="30"/>
                                    <a:pt x="169" y="30"/>
                                  </a:cubicBezTo>
                                  <a:cubicBezTo>
                                    <a:pt x="169" y="30"/>
                                    <a:pt x="169" y="30"/>
                                    <a:pt x="168" y="30"/>
                                  </a:cubicBezTo>
                                  <a:cubicBezTo>
                                    <a:pt x="168" y="30"/>
                                    <a:pt x="168" y="31"/>
                                    <a:pt x="168" y="31"/>
                                  </a:cubicBezTo>
                                  <a:cubicBezTo>
                                    <a:pt x="168" y="31"/>
                                    <a:pt x="168" y="31"/>
                                    <a:pt x="168" y="31"/>
                                  </a:cubicBezTo>
                                  <a:cubicBezTo>
                                    <a:pt x="168" y="31"/>
                                    <a:pt x="167" y="32"/>
                                    <a:pt x="167" y="32"/>
                                  </a:cubicBezTo>
                                  <a:cubicBezTo>
                                    <a:pt x="167" y="32"/>
                                    <a:pt x="166" y="33"/>
                                    <a:pt x="166" y="33"/>
                                  </a:cubicBezTo>
                                  <a:cubicBezTo>
                                    <a:pt x="166" y="34"/>
                                    <a:pt x="165" y="35"/>
                                    <a:pt x="165" y="35"/>
                                  </a:cubicBezTo>
                                  <a:cubicBezTo>
                                    <a:pt x="164" y="35"/>
                                    <a:pt x="164" y="35"/>
                                    <a:pt x="164" y="36"/>
                                  </a:cubicBezTo>
                                  <a:cubicBezTo>
                                    <a:pt x="163" y="36"/>
                                    <a:pt x="163" y="36"/>
                                    <a:pt x="163" y="36"/>
                                  </a:cubicBezTo>
                                  <a:cubicBezTo>
                                    <a:pt x="162" y="37"/>
                                    <a:pt x="162" y="37"/>
                                    <a:pt x="162" y="37"/>
                                  </a:cubicBezTo>
                                  <a:cubicBezTo>
                                    <a:pt x="161" y="38"/>
                                    <a:pt x="161" y="38"/>
                                    <a:pt x="161" y="38"/>
                                  </a:cubicBezTo>
                                  <a:cubicBezTo>
                                    <a:pt x="160" y="39"/>
                                    <a:pt x="160" y="39"/>
                                    <a:pt x="160" y="39"/>
                                  </a:cubicBezTo>
                                  <a:cubicBezTo>
                                    <a:pt x="161" y="39"/>
                                    <a:pt x="161" y="39"/>
                                    <a:pt x="161" y="39"/>
                                  </a:cubicBezTo>
                                  <a:cubicBezTo>
                                    <a:pt x="161" y="39"/>
                                    <a:pt x="161" y="39"/>
                                    <a:pt x="161" y="38"/>
                                  </a:cubicBezTo>
                                  <a:cubicBezTo>
                                    <a:pt x="161" y="38"/>
                                    <a:pt x="162" y="38"/>
                                    <a:pt x="162" y="38"/>
                                  </a:cubicBezTo>
                                  <a:cubicBezTo>
                                    <a:pt x="162" y="39"/>
                                    <a:pt x="162" y="39"/>
                                    <a:pt x="162" y="39"/>
                                  </a:cubicBezTo>
                                  <a:cubicBezTo>
                                    <a:pt x="162" y="39"/>
                                    <a:pt x="161" y="39"/>
                                    <a:pt x="161" y="39"/>
                                  </a:cubicBezTo>
                                  <a:cubicBezTo>
                                    <a:pt x="161" y="40"/>
                                    <a:pt x="161" y="40"/>
                                    <a:pt x="160" y="40"/>
                                  </a:cubicBezTo>
                                  <a:cubicBezTo>
                                    <a:pt x="160" y="40"/>
                                    <a:pt x="160" y="40"/>
                                    <a:pt x="160" y="40"/>
                                  </a:cubicBezTo>
                                  <a:cubicBezTo>
                                    <a:pt x="160" y="41"/>
                                    <a:pt x="159" y="41"/>
                                    <a:pt x="159" y="41"/>
                                  </a:cubicBezTo>
                                  <a:cubicBezTo>
                                    <a:pt x="159" y="41"/>
                                    <a:pt x="159" y="41"/>
                                    <a:pt x="158" y="41"/>
                                  </a:cubicBezTo>
                                  <a:cubicBezTo>
                                    <a:pt x="158" y="42"/>
                                    <a:pt x="158" y="42"/>
                                    <a:pt x="158" y="42"/>
                                  </a:cubicBezTo>
                                  <a:cubicBezTo>
                                    <a:pt x="158" y="43"/>
                                    <a:pt x="158" y="43"/>
                                    <a:pt x="158" y="44"/>
                                  </a:cubicBezTo>
                                  <a:cubicBezTo>
                                    <a:pt x="158" y="44"/>
                                    <a:pt x="158" y="44"/>
                                    <a:pt x="158" y="43"/>
                                  </a:cubicBezTo>
                                  <a:cubicBezTo>
                                    <a:pt x="158" y="43"/>
                                    <a:pt x="159" y="42"/>
                                    <a:pt x="159" y="42"/>
                                  </a:cubicBezTo>
                                  <a:cubicBezTo>
                                    <a:pt x="159" y="41"/>
                                    <a:pt x="159" y="41"/>
                                    <a:pt x="159" y="41"/>
                                  </a:cubicBezTo>
                                  <a:cubicBezTo>
                                    <a:pt x="159" y="41"/>
                                    <a:pt x="159" y="41"/>
                                    <a:pt x="159" y="41"/>
                                  </a:cubicBezTo>
                                  <a:cubicBezTo>
                                    <a:pt x="160" y="41"/>
                                    <a:pt x="160" y="41"/>
                                    <a:pt x="161" y="41"/>
                                  </a:cubicBezTo>
                                  <a:cubicBezTo>
                                    <a:pt x="161" y="41"/>
                                    <a:pt x="161" y="41"/>
                                    <a:pt x="161" y="41"/>
                                  </a:cubicBezTo>
                                  <a:cubicBezTo>
                                    <a:pt x="161" y="41"/>
                                    <a:pt x="161" y="41"/>
                                    <a:pt x="161" y="41"/>
                                  </a:cubicBezTo>
                                  <a:cubicBezTo>
                                    <a:pt x="161" y="42"/>
                                    <a:pt x="161" y="42"/>
                                    <a:pt x="161" y="43"/>
                                  </a:cubicBezTo>
                                  <a:cubicBezTo>
                                    <a:pt x="161" y="43"/>
                                    <a:pt x="161" y="44"/>
                                    <a:pt x="160" y="44"/>
                                  </a:cubicBezTo>
                                  <a:cubicBezTo>
                                    <a:pt x="160" y="44"/>
                                    <a:pt x="160" y="45"/>
                                    <a:pt x="160" y="45"/>
                                  </a:cubicBezTo>
                                  <a:cubicBezTo>
                                    <a:pt x="160" y="45"/>
                                    <a:pt x="160" y="45"/>
                                    <a:pt x="159" y="46"/>
                                  </a:cubicBezTo>
                                  <a:cubicBezTo>
                                    <a:pt x="159" y="46"/>
                                    <a:pt x="158" y="46"/>
                                    <a:pt x="158" y="47"/>
                                  </a:cubicBezTo>
                                  <a:cubicBezTo>
                                    <a:pt x="158" y="47"/>
                                    <a:pt x="157" y="47"/>
                                    <a:pt x="157" y="47"/>
                                  </a:cubicBezTo>
                                  <a:cubicBezTo>
                                    <a:pt x="157" y="47"/>
                                    <a:pt x="157" y="47"/>
                                    <a:pt x="156" y="47"/>
                                  </a:cubicBezTo>
                                  <a:cubicBezTo>
                                    <a:pt x="156" y="47"/>
                                    <a:pt x="155" y="47"/>
                                    <a:pt x="155" y="47"/>
                                  </a:cubicBezTo>
                                  <a:cubicBezTo>
                                    <a:pt x="154" y="47"/>
                                    <a:pt x="153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1" y="48"/>
                                  </a:cubicBezTo>
                                  <a:cubicBezTo>
                                    <a:pt x="151" y="48"/>
                                    <a:pt x="150" y="48"/>
                                    <a:pt x="150" y="48"/>
                                  </a:cubicBezTo>
                                  <a:cubicBezTo>
                                    <a:pt x="149" y="48"/>
                                    <a:pt x="149" y="49"/>
                                    <a:pt x="148" y="49"/>
                                  </a:cubicBezTo>
                                  <a:cubicBezTo>
                                    <a:pt x="147" y="49"/>
                                    <a:pt x="147" y="49"/>
                                    <a:pt x="147" y="49"/>
                                  </a:cubicBezTo>
                                  <a:cubicBezTo>
                                    <a:pt x="146" y="49"/>
                                    <a:pt x="146" y="50"/>
                                    <a:pt x="146" y="50"/>
                                  </a:cubicBezTo>
                                  <a:cubicBezTo>
                                    <a:pt x="145" y="50"/>
                                    <a:pt x="143" y="50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1" y="52"/>
                                  </a:cubicBezTo>
                                  <a:cubicBezTo>
                                    <a:pt x="141" y="52"/>
                                    <a:pt x="141" y="52"/>
                                    <a:pt x="140" y="52"/>
                                  </a:cubicBezTo>
                                  <a:cubicBezTo>
                                    <a:pt x="140" y="52"/>
                                    <a:pt x="141" y="52"/>
                                    <a:pt x="141" y="52"/>
                                  </a:cubicBezTo>
                                  <a:cubicBezTo>
                                    <a:pt x="140" y="52"/>
                                    <a:pt x="139" y="52"/>
                                    <a:pt x="139" y="53"/>
                                  </a:cubicBezTo>
                                  <a:cubicBezTo>
                                    <a:pt x="139" y="53"/>
                                    <a:pt x="139" y="53"/>
                                    <a:pt x="139" y="53"/>
                                  </a:cubicBezTo>
                                  <a:cubicBezTo>
                                    <a:pt x="139" y="53"/>
                                    <a:pt x="139" y="54"/>
                                    <a:pt x="138" y="54"/>
                                  </a:cubicBezTo>
                                  <a:cubicBezTo>
                                    <a:pt x="138" y="54"/>
                                    <a:pt x="138" y="54"/>
                                    <a:pt x="137" y="54"/>
                                  </a:cubicBezTo>
                                  <a:cubicBezTo>
                                    <a:pt x="137" y="54"/>
                                    <a:pt x="136" y="53"/>
                                    <a:pt x="137" y="53"/>
                                  </a:cubicBezTo>
                                  <a:cubicBezTo>
                                    <a:pt x="137" y="53"/>
                                    <a:pt x="137" y="53"/>
                                    <a:pt x="138" y="52"/>
                                  </a:cubicBezTo>
                                  <a:cubicBezTo>
                                    <a:pt x="137" y="52"/>
                                    <a:pt x="136" y="51"/>
                                    <a:pt x="135" y="52"/>
                                  </a:cubicBezTo>
                                  <a:cubicBezTo>
                                    <a:pt x="136" y="51"/>
                                    <a:pt x="135" y="51"/>
                                    <a:pt x="135" y="51"/>
                                  </a:cubicBezTo>
                                  <a:cubicBezTo>
                                    <a:pt x="134" y="51"/>
                                    <a:pt x="134" y="51"/>
                                    <a:pt x="133" y="51"/>
                                  </a:cubicBezTo>
                                  <a:cubicBezTo>
                                    <a:pt x="133" y="51"/>
                                    <a:pt x="134" y="52"/>
                                    <a:pt x="134" y="52"/>
                                  </a:cubicBezTo>
                                  <a:cubicBezTo>
                                    <a:pt x="135" y="52"/>
                                    <a:pt x="135" y="52"/>
                                    <a:pt x="136" y="52"/>
                                  </a:cubicBezTo>
                                  <a:cubicBezTo>
                                    <a:pt x="136" y="52"/>
                                    <a:pt x="135" y="53"/>
                                    <a:pt x="135" y="53"/>
                                  </a:cubicBezTo>
                                  <a:cubicBezTo>
                                    <a:pt x="134" y="53"/>
                                    <a:pt x="134" y="53"/>
                                    <a:pt x="134" y="52"/>
                                  </a:cubicBezTo>
                                  <a:cubicBezTo>
                                    <a:pt x="133" y="52"/>
                                    <a:pt x="132" y="52"/>
                                    <a:pt x="132" y="52"/>
                                  </a:cubicBezTo>
                                  <a:cubicBezTo>
                                    <a:pt x="131" y="52"/>
                                    <a:pt x="131" y="52"/>
                                    <a:pt x="131" y="52"/>
                                  </a:cubicBezTo>
                                  <a:cubicBezTo>
                                    <a:pt x="131" y="52"/>
                                    <a:pt x="131" y="52"/>
                                    <a:pt x="131" y="52"/>
                                  </a:cubicBezTo>
                                  <a:cubicBezTo>
                                    <a:pt x="131" y="52"/>
                                    <a:pt x="130" y="52"/>
                                    <a:pt x="130" y="52"/>
                                  </a:cubicBezTo>
                                  <a:cubicBezTo>
                                    <a:pt x="130" y="52"/>
                                    <a:pt x="130" y="51"/>
                                    <a:pt x="130" y="51"/>
                                  </a:cubicBezTo>
                                  <a:cubicBezTo>
                                    <a:pt x="130" y="50"/>
                                    <a:pt x="129" y="50"/>
                                    <a:pt x="128" y="50"/>
                                  </a:cubicBezTo>
                                  <a:cubicBezTo>
                                    <a:pt x="128" y="50"/>
                                    <a:pt x="128" y="50"/>
                                    <a:pt x="128" y="50"/>
                                  </a:cubicBezTo>
                                  <a:cubicBezTo>
                                    <a:pt x="128" y="50"/>
                                    <a:pt x="128" y="50"/>
                                    <a:pt x="128" y="50"/>
                                  </a:cubicBezTo>
                                  <a:cubicBezTo>
                                    <a:pt x="128" y="51"/>
                                    <a:pt x="127" y="51"/>
                                    <a:pt x="127" y="50"/>
                                  </a:cubicBezTo>
                                  <a:cubicBezTo>
                                    <a:pt x="127" y="50"/>
                                    <a:pt x="127" y="50"/>
                                    <a:pt x="127" y="50"/>
                                  </a:cubicBezTo>
                                  <a:cubicBezTo>
                                    <a:pt x="127" y="50"/>
                                    <a:pt x="127" y="50"/>
                                    <a:pt x="126" y="50"/>
                                  </a:cubicBezTo>
                                  <a:cubicBezTo>
                                    <a:pt x="126" y="50"/>
                                    <a:pt x="125" y="50"/>
                                    <a:pt x="125" y="51"/>
                                  </a:cubicBezTo>
                                  <a:cubicBezTo>
                                    <a:pt x="126" y="51"/>
                                    <a:pt x="126" y="51"/>
                                    <a:pt x="126" y="52"/>
                                  </a:cubicBezTo>
                                  <a:cubicBezTo>
                                    <a:pt x="126" y="52"/>
                                    <a:pt x="125" y="52"/>
                                    <a:pt x="125" y="53"/>
                                  </a:cubicBezTo>
                                  <a:cubicBezTo>
                                    <a:pt x="125" y="53"/>
                                    <a:pt x="124" y="54"/>
                                    <a:pt x="124" y="54"/>
                                  </a:cubicBezTo>
                                  <a:cubicBezTo>
                                    <a:pt x="124" y="53"/>
                                    <a:pt x="125" y="53"/>
                                    <a:pt x="125" y="52"/>
                                  </a:cubicBezTo>
                                  <a:cubicBezTo>
                                    <a:pt x="125" y="52"/>
                                    <a:pt x="124" y="52"/>
                                    <a:pt x="124" y="52"/>
                                  </a:cubicBezTo>
                                  <a:cubicBezTo>
                                    <a:pt x="123" y="52"/>
                                    <a:pt x="123" y="53"/>
                                    <a:pt x="123" y="53"/>
                                  </a:cubicBezTo>
                                  <a:cubicBezTo>
                                    <a:pt x="122" y="53"/>
                                    <a:pt x="122" y="54"/>
                                    <a:pt x="123" y="55"/>
                                  </a:cubicBezTo>
                                  <a:cubicBezTo>
                                    <a:pt x="122" y="55"/>
                                    <a:pt x="121" y="55"/>
                                    <a:pt x="120" y="55"/>
                                  </a:cubicBezTo>
                                  <a:cubicBezTo>
                                    <a:pt x="119" y="55"/>
                                    <a:pt x="119" y="54"/>
                                    <a:pt x="118" y="54"/>
                                  </a:cubicBezTo>
                                  <a:cubicBezTo>
                                    <a:pt x="117" y="54"/>
                                    <a:pt x="117" y="54"/>
                                    <a:pt x="117" y="54"/>
                                  </a:cubicBezTo>
                                  <a:cubicBezTo>
                                    <a:pt x="116" y="54"/>
                                    <a:pt x="116" y="55"/>
                                    <a:pt x="116" y="55"/>
                                  </a:cubicBezTo>
                                  <a:cubicBezTo>
                                    <a:pt x="115" y="56"/>
                                    <a:pt x="114" y="57"/>
                                    <a:pt x="112" y="58"/>
                                  </a:cubicBezTo>
                                  <a:cubicBezTo>
                                    <a:pt x="114" y="57"/>
                                    <a:pt x="116" y="57"/>
                                    <a:pt x="116" y="55"/>
                                  </a:cubicBezTo>
                                  <a:cubicBezTo>
                                    <a:pt x="116" y="55"/>
                                    <a:pt x="117" y="55"/>
                                    <a:pt x="117" y="55"/>
                                  </a:cubicBezTo>
                                  <a:cubicBezTo>
                                    <a:pt x="117" y="55"/>
                                    <a:pt x="117" y="55"/>
                                    <a:pt x="117" y="55"/>
                                  </a:cubicBezTo>
                                  <a:cubicBezTo>
                                    <a:pt x="117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6"/>
                                  </a:cubicBezTo>
                                  <a:cubicBezTo>
                                    <a:pt x="118" y="56"/>
                                    <a:pt x="119" y="56"/>
                                    <a:pt x="119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2" y="56"/>
                                    <a:pt x="122" y="56"/>
                                  </a:cubicBezTo>
                                  <a:cubicBezTo>
                                    <a:pt x="122" y="56"/>
                                    <a:pt x="122" y="56"/>
                                    <a:pt x="122" y="56"/>
                                  </a:cubicBezTo>
                                  <a:cubicBezTo>
                                    <a:pt x="122" y="56"/>
                                    <a:pt x="123" y="56"/>
                                    <a:pt x="123" y="56"/>
                                  </a:cubicBezTo>
                                  <a:cubicBezTo>
                                    <a:pt x="123" y="56"/>
                                    <a:pt x="123" y="56"/>
                                    <a:pt x="123" y="56"/>
                                  </a:cubicBezTo>
                                  <a:cubicBezTo>
                                    <a:pt x="123" y="55"/>
                                    <a:pt x="124" y="54"/>
                                    <a:pt x="124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3"/>
                                    <a:pt x="126" y="53"/>
                                    <a:pt x="126" y="53"/>
                                  </a:cubicBezTo>
                                  <a:cubicBezTo>
                                    <a:pt x="126" y="53"/>
                                    <a:pt x="126" y="53"/>
                                    <a:pt x="126" y="53"/>
                                  </a:cubicBezTo>
                                  <a:cubicBezTo>
                                    <a:pt x="127" y="52"/>
                                    <a:pt x="127" y="52"/>
                                    <a:pt x="128" y="52"/>
                                  </a:cubicBezTo>
                                  <a:cubicBezTo>
                                    <a:pt x="128" y="51"/>
                                    <a:pt x="129" y="51"/>
                                    <a:pt x="129" y="51"/>
                                  </a:cubicBezTo>
                                  <a:cubicBezTo>
                                    <a:pt x="130" y="51"/>
                                    <a:pt x="130" y="51"/>
                                    <a:pt x="130" y="51"/>
                                  </a:cubicBezTo>
                                  <a:cubicBezTo>
                                    <a:pt x="130" y="51"/>
                                    <a:pt x="130" y="51"/>
                                    <a:pt x="130" y="52"/>
                                  </a:cubicBezTo>
                                  <a:cubicBezTo>
                                    <a:pt x="130" y="52"/>
                                    <a:pt x="130" y="52"/>
                                    <a:pt x="130" y="53"/>
                                  </a:cubicBezTo>
                                  <a:cubicBezTo>
                                    <a:pt x="130" y="52"/>
                                    <a:pt x="130" y="53"/>
                                    <a:pt x="131" y="53"/>
                                  </a:cubicBezTo>
                                  <a:cubicBezTo>
                                    <a:pt x="131" y="53"/>
                                    <a:pt x="131" y="53"/>
                                    <a:pt x="132" y="53"/>
                                  </a:cubicBezTo>
                                  <a:cubicBezTo>
                                    <a:pt x="132" y="53"/>
                                    <a:pt x="133" y="53"/>
                                    <a:pt x="133" y="53"/>
                                  </a:cubicBezTo>
                                  <a:cubicBezTo>
                                    <a:pt x="133" y="53"/>
                                    <a:pt x="134" y="53"/>
                                    <a:pt x="134" y="53"/>
                                  </a:cubicBezTo>
                                  <a:cubicBezTo>
                                    <a:pt x="134" y="53"/>
                                    <a:pt x="134" y="53"/>
                                    <a:pt x="134" y="53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5"/>
                                    <a:pt x="134" y="55"/>
                                    <a:pt x="134" y="56"/>
                                  </a:cubicBezTo>
                                  <a:cubicBezTo>
                                    <a:pt x="133" y="56"/>
                                    <a:pt x="133" y="57"/>
                                    <a:pt x="133" y="57"/>
                                  </a:cubicBezTo>
                                  <a:cubicBezTo>
                                    <a:pt x="133" y="58"/>
                                    <a:pt x="133" y="59"/>
                                    <a:pt x="132" y="60"/>
                                  </a:cubicBezTo>
                                  <a:cubicBezTo>
                                    <a:pt x="132" y="62"/>
                                    <a:pt x="131" y="64"/>
                                    <a:pt x="130" y="65"/>
                                  </a:cubicBezTo>
                                  <a:cubicBezTo>
                                    <a:pt x="130" y="65"/>
                                    <a:pt x="130" y="65"/>
                                    <a:pt x="130" y="66"/>
                                  </a:cubicBezTo>
                                  <a:cubicBezTo>
                                    <a:pt x="131" y="65"/>
                                    <a:pt x="132" y="63"/>
                                    <a:pt x="132" y="62"/>
                                  </a:cubicBezTo>
                                  <a:cubicBezTo>
                                    <a:pt x="133" y="61"/>
                                    <a:pt x="133" y="60"/>
                                    <a:pt x="133" y="60"/>
                                  </a:cubicBezTo>
                                  <a:cubicBezTo>
                                    <a:pt x="134" y="58"/>
                                    <a:pt x="135" y="57"/>
                                    <a:pt x="135" y="55"/>
                                  </a:cubicBezTo>
                                  <a:cubicBezTo>
                                    <a:pt x="135" y="55"/>
                                    <a:pt x="135" y="55"/>
                                    <a:pt x="135" y="55"/>
                                  </a:cubicBezTo>
                                  <a:cubicBezTo>
                                    <a:pt x="136" y="55"/>
                                    <a:pt x="136" y="55"/>
                                    <a:pt x="136" y="55"/>
                                  </a:cubicBezTo>
                                  <a:cubicBezTo>
                                    <a:pt x="137" y="55"/>
                                    <a:pt x="137" y="55"/>
                                    <a:pt x="138" y="55"/>
                                  </a:cubicBezTo>
                                  <a:cubicBezTo>
                                    <a:pt x="138" y="55"/>
                                    <a:pt x="138" y="55"/>
                                    <a:pt x="138" y="55"/>
                                  </a:cubicBezTo>
                                  <a:cubicBezTo>
                                    <a:pt x="138" y="55"/>
                                    <a:pt x="139" y="54"/>
                                    <a:pt x="139" y="54"/>
                                  </a:cubicBezTo>
                                  <a:cubicBezTo>
                                    <a:pt x="139" y="55"/>
                                    <a:pt x="139" y="55"/>
                                    <a:pt x="139" y="55"/>
                                  </a:cubicBezTo>
                                  <a:cubicBezTo>
                                    <a:pt x="139" y="55"/>
                                    <a:pt x="140" y="54"/>
                                    <a:pt x="141" y="54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4"/>
                                    <a:pt x="141" y="54"/>
                                  </a:cubicBezTo>
                                  <a:cubicBezTo>
                                    <a:pt x="141" y="54"/>
                                    <a:pt x="141" y="54"/>
                                    <a:pt x="141" y="54"/>
                                  </a:cubicBezTo>
                                  <a:cubicBezTo>
                                    <a:pt x="141" y="54"/>
                                    <a:pt x="141" y="54"/>
                                    <a:pt x="142" y="53"/>
                                  </a:cubicBezTo>
                                  <a:cubicBezTo>
                                    <a:pt x="142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2"/>
                                    <a:pt x="144" y="52"/>
                                  </a:cubicBezTo>
                                  <a:cubicBezTo>
                                    <a:pt x="144" y="52"/>
                                    <a:pt x="144" y="52"/>
                                    <a:pt x="144" y="52"/>
                                  </a:cubicBezTo>
                                  <a:cubicBezTo>
                                    <a:pt x="143" y="52"/>
                                    <a:pt x="143" y="52"/>
                                    <a:pt x="142" y="52"/>
                                  </a:cubicBezTo>
                                  <a:cubicBezTo>
                                    <a:pt x="143" y="51"/>
                                    <a:pt x="144" y="51"/>
                                    <a:pt x="145" y="51"/>
                                  </a:cubicBezTo>
                                  <a:cubicBezTo>
                                    <a:pt x="146" y="50"/>
                                    <a:pt x="147" y="50"/>
                                    <a:pt x="148" y="50"/>
                                  </a:cubicBezTo>
                                  <a:cubicBezTo>
                                    <a:pt x="148" y="50"/>
                                    <a:pt x="148" y="50"/>
                                    <a:pt x="149" y="50"/>
                                  </a:cubicBezTo>
                                  <a:cubicBezTo>
                                    <a:pt x="149" y="49"/>
                                    <a:pt x="149" y="49"/>
                                    <a:pt x="149" y="49"/>
                                  </a:cubicBezTo>
                                  <a:cubicBezTo>
                                    <a:pt x="150" y="49"/>
                                    <a:pt x="151" y="49"/>
                                    <a:pt x="151" y="48"/>
                                  </a:cubicBezTo>
                                  <a:cubicBezTo>
                                    <a:pt x="152" y="48"/>
                                    <a:pt x="152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3" y="48"/>
                                  </a:cubicBezTo>
                                  <a:cubicBezTo>
                                    <a:pt x="153" y="48"/>
                                    <a:pt x="153" y="48"/>
                                    <a:pt x="154" y="48"/>
                                  </a:cubicBezTo>
                                  <a:cubicBezTo>
                                    <a:pt x="154" y="48"/>
                                    <a:pt x="154" y="48"/>
                                    <a:pt x="154" y="49"/>
                                  </a:cubicBezTo>
                                  <a:cubicBezTo>
                                    <a:pt x="154" y="49"/>
                                    <a:pt x="154" y="49"/>
                                    <a:pt x="154" y="49"/>
                                  </a:cubicBezTo>
                                  <a:cubicBezTo>
                                    <a:pt x="154" y="49"/>
                                    <a:pt x="154" y="49"/>
                                    <a:pt x="154" y="49"/>
                                  </a:cubicBezTo>
                                  <a:cubicBezTo>
                                    <a:pt x="154" y="50"/>
                                    <a:pt x="154" y="50"/>
                                    <a:pt x="154" y="50"/>
                                  </a:cubicBezTo>
                                  <a:cubicBezTo>
                                    <a:pt x="154" y="50"/>
                                    <a:pt x="154" y="51"/>
                                    <a:pt x="154" y="51"/>
                                  </a:cubicBezTo>
                                  <a:cubicBezTo>
                                    <a:pt x="154" y="51"/>
                                    <a:pt x="154" y="51"/>
                                    <a:pt x="154" y="51"/>
                                  </a:cubicBezTo>
                                  <a:cubicBezTo>
                                    <a:pt x="154" y="52"/>
                                    <a:pt x="154" y="52"/>
                                    <a:pt x="154" y="52"/>
                                  </a:cubicBezTo>
                                  <a:cubicBezTo>
                                    <a:pt x="154" y="53"/>
                                    <a:pt x="154" y="53"/>
                                    <a:pt x="155" y="54"/>
                                  </a:cubicBezTo>
                                  <a:cubicBezTo>
                                    <a:pt x="155" y="54"/>
                                    <a:pt x="155" y="54"/>
                                    <a:pt x="155" y="55"/>
                                  </a:cubicBezTo>
                                  <a:cubicBezTo>
                                    <a:pt x="156" y="55"/>
                                    <a:pt x="155" y="56"/>
                                    <a:pt x="155" y="57"/>
                                  </a:cubicBezTo>
                                  <a:cubicBezTo>
                                    <a:pt x="155" y="57"/>
                                    <a:pt x="155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7"/>
                                    <a:pt x="156" y="58"/>
                                  </a:cubicBezTo>
                                  <a:cubicBezTo>
                                    <a:pt x="156" y="58"/>
                                    <a:pt x="156" y="58"/>
                                    <a:pt x="157" y="58"/>
                                  </a:cubicBezTo>
                                  <a:cubicBezTo>
                                    <a:pt x="157" y="58"/>
                                    <a:pt x="156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6"/>
                                    <a:pt x="156" y="56"/>
                                  </a:cubicBezTo>
                                  <a:cubicBezTo>
                                    <a:pt x="156" y="56"/>
                                    <a:pt x="156" y="56"/>
                                    <a:pt x="156" y="56"/>
                                  </a:cubicBezTo>
                                  <a:cubicBezTo>
                                    <a:pt x="156" y="55"/>
                                    <a:pt x="156" y="54"/>
                                    <a:pt x="155" y="54"/>
                                  </a:cubicBezTo>
                                  <a:cubicBezTo>
                                    <a:pt x="155" y="54"/>
                                    <a:pt x="155" y="54"/>
                                    <a:pt x="155" y="54"/>
                                  </a:cubicBezTo>
                                  <a:cubicBezTo>
                                    <a:pt x="155" y="53"/>
                                    <a:pt x="155" y="53"/>
                                    <a:pt x="155" y="53"/>
                                  </a:cubicBezTo>
                                  <a:cubicBezTo>
                                    <a:pt x="155" y="53"/>
                                    <a:pt x="155" y="53"/>
                                    <a:pt x="155" y="53"/>
                                  </a:cubicBezTo>
                                  <a:cubicBezTo>
                                    <a:pt x="155" y="52"/>
                                    <a:pt x="154" y="51"/>
                                    <a:pt x="154" y="51"/>
                                  </a:cubicBezTo>
                                  <a:cubicBezTo>
                                    <a:pt x="154" y="50"/>
                                    <a:pt x="154" y="49"/>
                                    <a:pt x="155" y="49"/>
                                  </a:cubicBezTo>
                                  <a:cubicBezTo>
                                    <a:pt x="155" y="49"/>
                                    <a:pt x="155" y="49"/>
                                    <a:pt x="155" y="49"/>
                                  </a:cubicBezTo>
                                  <a:cubicBezTo>
                                    <a:pt x="155" y="48"/>
                                    <a:pt x="155" y="48"/>
                                    <a:pt x="155" y="48"/>
                                  </a:cubicBezTo>
                                  <a:cubicBezTo>
                                    <a:pt x="155" y="48"/>
                                    <a:pt x="156" y="48"/>
                                    <a:pt x="156" y="48"/>
                                  </a:cubicBezTo>
                                  <a:cubicBezTo>
                                    <a:pt x="156" y="48"/>
                                    <a:pt x="157" y="48"/>
                                    <a:pt x="157" y="48"/>
                                  </a:cubicBezTo>
                                  <a:cubicBezTo>
                                    <a:pt x="158" y="47"/>
                                    <a:pt x="159" y="47"/>
                                    <a:pt x="159" y="47"/>
                                  </a:cubicBezTo>
                                  <a:cubicBezTo>
                                    <a:pt x="159" y="46"/>
                                    <a:pt x="160" y="46"/>
                                    <a:pt x="160" y="46"/>
                                  </a:cubicBezTo>
                                  <a:cubicBezTo>
                                    <a:pt x="160" y="46"/>
                                    <a:pt x="160" y="46"/>
                                    <a:pt x="161" y="46"/>
                                  </a:cubicBezTo>
                                  <a:cubicBezTo>
                                    <a:pt x="161" y="45"/>
                                    <a:pt x="161" y="45"/>
                                    <a:pt x="160" y="45"/>
                                  </a:cubicBezTo>
                                  <a:cubicBezTo>
                                    <a:pt x="160" y="45"/>
                                    <a:pt x="161" y="44"/>
                                    <a:pt x="161" y="44"/>
                                  </a:cubicBezTo>
                                  <a:cubicBezTo>
                                    <a:pt x="161" y="45"/>
                                    <a:pt x="161" y="45"/>
                                    <a:pt x="162" y="45"/>
                                  </a:cubicBezTo>
                                  <a:cubicBezTo>
                                    <a:pt x="162" y="45"/>
                                    <a:pt x="162" y="45"/>
                                    <a:pt x="162" y="45"/>
                                  </a:cubicBezTo>
                                  <a:cubicBezTo>
                                    <a:pt x="162" y="44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4"/>
                                    <a:pt x="162" y="45"/>
                                  </a:cubicBezTo>
                                  <a:cubicBezTo>
                                    <a:pt x="162" y="45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3"/>
                                    <a:pt x="163" y="43"/>
                                  </a:cubicBezTo>
                                  <a:cubicBezTo>
                                    <a:pt x="163" y="43"/>
                                    <a:pt x="163" y="43"/>
                                    <a:pt x="163" y="43"/>
                                  </a:cubicBezTo>
                                  <a:cubicBezTo>
                                    <a:pt x="163" y="43"/>
                                    <a:pt x="163" y="43"/>
                                    <a:pt x="163" y="43"/>
                                  </a:cubicBezTo>
                                  <a:cubicBezTo>
                                    <a:pt x="163" y="42"/>
                                    <a:pt x="162" y="43"/>
                                    <a:pt x="162" y="42"/>
                                  </a:cubicBezTo>
                                  <a:cubicBezTo>
                                    <a:pt x="162" y="42"/>
                                    <a:pt x="162" y="42"/>
                                    <a:pt x="162" y="42"/>
                                  </a:cubicBezTo>
                                  <a:cubicBezTo>
                                    <a:pt x="163" y="41"/>
                                    <a:pt x="163" y="41"/>
                                    <a:pt x="163" y="40"/>
                                  </a:cubicBezTo>
                                  <a:cubicBezTo>
                                    <a:pt x="164" y="40"/>
                                    <a:pt x="164" y="40"/>
                                    <a:pt x="164" y="40"/>
                                  </a:cubicBezTo>
                                  <a:cubicBezTo>
                                    <a:pt x="164" y="40"/>
                                    <a:pt x="164" y="40"/>
                                    <a:pt x="164" y="40"/>
                                  </a:cubicBezTo>
                                  <a:cubicBezTo>
                                    <a:pt x="164" y="41"/>
                                    <a:pt x="164" y="41"/>
                                    <a:pt x="164" y="41"/>
                                  </a:cubicBezTo>
                                  <a:cubicBezTo>
                                    <a:pt x="163" y="41"/>
                                    <a:pt x="163" y="41"/>
                                    <a:pt x="164" y="41"/>
                                  </a:cubicBezTo>
                                  <a:cubicBezTo>
                                    <a:pt x="164" y="42"/>
                                    <a:pt x="164" y="43"/>
                                    <a:pt x="164" y="44"/>
                                  </a:cubicBezTo>
                                  <a:cubicBezTo>
                                    <a:pt x="164" y="43"/>
                                    <a:pt x="164" y="42"/>
                                    <a:pt x="164" y="41"/>
                                  </a:cubicBezTo>
                                  <a:cubicBezTo>
                                    <a:pt x="165" y="41"/>
                                    <a:pt x="165" y="40"/>
                                    <a:pt x="165" y="40"/>
                                  </a:cubicBezTo>
                                  <a:cubicBezTo>
                                    <a:pt x="165" y="40"/>
                                    <a:pt x="165" y="39"/>
                                    <a:pt x="165" y="39"/>
                                  </a:cubicBezTo>
                                  <a:cubicBezTo>
                                    <a:pt x="165" y="39"/>
                                    <a:pt x="166" y="39"/>
                                    <a:pt x="166" y="39"/>
                                  </a:cubicBezTo>
                                  <a:cubicBezTo>
                                    <a:pt x="166" y="39"/>
                                    <a:pt x="166" y="38"/>
                                    <a:pt x="166" y="38"/>
                                  </a:cubicBezTo>
                                  <a:cubicBezTo>
                                    <a:pt x="167" y="38"/>
                                    <a:pt x="167" y="38"/>
                                    <a:pt x="168" y="38"/>
                                  </a:cubicBezTo>
                                  <a:cubicBezTo>
                                    <a:pt x="169" y="38"/>
                                    <a:pt x="170" y="38"/>
                                    <a:pt x="172" y="39"/>
                                  </a:cubicBezTo>
                                  <a:cubicBezTo>
                                    <a:pt x="172" y="39"/>
                                    <a:pt x="172" y="39"/>
                                    <a:pt x="173" y="39"/>
                                  </a:cubicBezTo>
                                  <a:cubicBezTo>
                                    <a:pt x="174" y="38"/>
                                    <a:pt x="175" y="38"/>
                                    <a:pt x="176" y="38"/>
                                  </a:cubicBezTo>
                                  <a:cubicBezTo>
                                    <a:pt x="177" y="38"/>
                                    <a:pt x="177" y="38"/>
                                    <a:pt x="177" y="39"/>
                                  </a:cubicBezTo>
                                  <a:cubicBezTo>
                                    <a:pt x="177" y="39"/>
                                    <a:pt x="177" y="39"/>
                                    <a:pt x="177" y="39"/>
                                  </a:cubicBezTo>
                                  <a:cubicBezTo>
                                    <a:pt x="177" y="39"/>
                                    <a:pt x="178" y="39"/>
                                    <a:pt x="178" y="39"/>
                                  </a:cubicBezTo>
                                  <a:cubicBezTo>
                                    <a:pt x="179" y="39"/>
                                    <a:pt x="180" y="39"/>
                                    <a:pt x="181" y="39"/>
                                  </a:cubicBezTo>
                                  <a:cubicBezTo>
                                    <a:pt x="181" y="40"/>
                                    <a:pt x="180" y="40"/>
                                    <a:pt x="180" y="41"/>
                                  </a:cubicBezTo>
                                  <a:cubicBezTo>
                                    <a:pt x="180" y="42"/>
                                    <a:pt x="180" y="42"/>
                                    <a:pt x="180" y="43"/>
                                  </a:cubicBezTo>
                                  <a:cubicBezTo>
                                    <a:pt x="180" y="44"/>
                                    <a:pt x="179" y="44"/>
                                    <a:pt x="179" y="45"/>
                                  </a:cubicBezTo>
                                  <a:cubicBezTo>
                                    <a:pt x="178" y="46"/>
                                    <a:pt x="178" y="47"/>
                                    <a:pt x="178" y="47"/>
                                  </a:cubicBezTo>
                                  <a:cubicBezTo>
                                    <a:pt x="177" y="48"/>
                                    <a:pt x="177" y="48"/>
                                    <a:pt x="177" y="48"/>
                                  </a:cubicBezTo>
                                  <a:cubicBezTo>
                                    <a:pt x="176" y="48"/>
                                    <a:pt x="175" y="48"/>
                                    <a:pt x="175" y="49"/>
                                  </a:cubicBezTo>
                                  <a:cubicBezTo>
                                    <a:pt x="174" y="49"/>
                                    <a:pt x="174" y="49"/>
                                    <a:pt x="174" y="49"/>
                                  </a:cubicBezTo>
                                  <a:cubicBezTo>
                                    <a:pt x="174" y="48"/>
                                    <a:pt x="174" y="48"/>
                                    <a:pt x="173" y="48"/>
                                  </a:cubicBezTo>
                                  <a:cubicBezTo>
                                    <a:pt x="173" y="48"/>
                                    <a:pt x="173" y="48"/>
                                    <a:pt x="173" y="49"/>
                                  </a:cubicBezTo>
                                  <a:cubicBezTo>
                                    <a:pt x="174" y="49"/>
                                    <a:pt x="174" y="49"/>
                                    <a:pt x="173" y="49"/>
                                  </a:cubicBezTo>
                                  <a:cubicBezTo>
                                    <a:pt x="173" y="49"/>
                                    <a:pt x="173" y="49"/>
                                    <a:pt x="172" y="49"/>
                                  </a:cubicBezTo>
                                  <a:cubicBezTo>
                                    <a:pt x="172" y="49"/>
                                    <a:pt x="172" y="50"/>
                                    <a:pt x="172" y="50"/>
                                  </a:cubicBezTo>
                                  <a:cubicBezTo>
                                    <a:pt x="171" y="50"/>
                                    <a:pt x="171" y="50"/>
                                    <a:pt x="170" y="50"/>
                                  </a:cubicBezTo>
                                  <a:cubicBezTo>
                                    <a:pt x="170" y="50"/>
                                    <a:pt x="169" y="50"/>
                                    <a:pt x="168" y="50"/>
                                  </a:cubicBezTo>
                                  <a:cubicBezTo>
                                    <a:pt x="168" y="50"/>
                                    <a:pt x="167" y="50"/>
                                    <a:pt x="166" y="50"/>
                                  </a:cubicBezTo>
                                  <a:cubicBezTo>
                                    <a:pt x="166" y="50"/>
                                    <a:pt x="165" y="50"/>
                                    <a:pt x="165" y="50"/>
                                  </a:cubicBezTo>
                                  <a:cubicBezTo>
                                    <a:pt x="165" y="50"/>
                                    <a:pt x="165" y="50"/>
                                    <a:pt x="165" y="50"/>
                                  </a:cubicBezTo>
                                  <a:cubicBezTo>
                                    <a:pt x="164" y="50"/>
                                    <a:pt x="164" y="50"/>
                                    <a:pt x="163" y="51"/>
                                  </a:cubicBezTo>
                                  <a:cubicBezTo>
                                    <a:pt x="164" y="51"/>
                                    <a:pt x="164" y="51"/>
                                    <a:pt x="164" y="51"/>
                                  </a:cubicBezTo>
                                  <a:cubicBezTo>
                                    <a:pt x="165" y="50"/>
                                    <a:pt x="165" y="50"/>
                                    <a:pt x="165" y="50"/>
                                  </a:cubicBezTo>
                                  <a:cubicBezTo>
                                    <a:pt x="166" y="50"/>
                                    <a:pt x="166" y="51"/>
                                    <a:pt x="166" y="51"/>
                                  </a:cubicBezTo>
                                  <a:cubicBezTo>
                                    <a:pt x="167" y="51"/>
                                    <a:pt x="167" y="51"/>
                                    <a:pt x="167" y="51"/>
                                  </a:cubicBezTo>
                                  <a:cubicBezTo>
                                    <a:pt x="168" y="51"/>
                                    <a:pt x="168" y="50"/>
                                    <a:pt x="169" y="50"/>
                                  </a:cubicBezTo>
                                  <a:cubicBezTo>
                                    <a:pt x="169" y="50"/>
                                    <a:pt x="170" y="50"/>
                                    <a:pt x="170" y="50"/>
                                  </a:cubicBezTo>
                                  <a:cubicBezTo>
                                    <a:pt x="170" y="50"/>
                                    <a:pt x="171" y="50"/>
                                    <a:pt x="171" y="51"/>
                                  </a:cubicBezTo>
                                  <a:cubicBezTo>
                                    <a:pt x="171" y="51"/>
                                    <a:pt x="172" y="51"/>
                                    <a:pt x="172" y="50"/>
                                  </a:cubicBezTo>
                                  <a:cubicBezTo>
                                    <a:pt x="172" y="50"/>
                                    <a:pt x="172" y="50"/>
                                    <a:pt x="173" y="50"/>
                                  </a:cubicBezTo>
                                  <a:cubicBezTo>
                                    <a:pt x="173" y="50"/>
                                    <a:pt x="173" y="50"/>
                                    <a:pt x="173" y="50"/>
                                  </a:cubicBezTo>
                                  <a:cubicBezTo>
                                    <a:pt x="173" y="50"/>
                                    <a:pt x="174" y="50"/>
                                    <a:pt x="174" y="50"/>
                                  </a:cubicBezTo>
                                  <a:cubicBezTo>
                                    <a:pt x="174" y="49"/>
                                    <a:pt x="174" y="49"/>
                                    <a:pt x="175" y="50"/>
                                  </a:cubicBezTo>
                                  <a:cubicBezTo>
                                    <a:pt x="174" y="51"/>
                                    <a:pt x="174" y="52"/>
                                    <a:pt x="174" y="53"/>
                                  </a:cubicBezTo>
                                  <a:cubicBezTo>
                                    <a:pt x="174" y="54"/>
                                    <a:pt x="174" y="54"/>
                                    <a:pt x="173" y="54"/>
                                  </a:cubicBezTo>
                                  <a:cubicBezTo>
                                    <a:pt x="173" y="55"/>
                                    <a:pt x="172" y="55"/>
                                    <a:pt x="172" y="56"/>
                                  </a:cubicBezTo>
                                  <a:cubicBezTo>
                                    <a:pt x="172" y="56"/>
                                    <a:pt x="171" y="57"/>
                                    <a:pt x="172" y="57"/>
                                  </a:cubicBezTo>
                                  <a:cubicBezTo>
                                    <a:pt x="172" y="57"/>
                                    <a:pt x="172" y="58"/>
                                    <a:pt x="172" y="58"/>
                                  </a:cubicBezTo>
                                  <a:cubicBezTo>
                                    <a:pt x="172" y="59"/>
                                    <a:pt x="172" y="59"/>
                                    <a:pt x="172" y="60"/>
                                  </a:cubicBezTo>
                                  <a:cubicBezTo>
                                    <a:pt x="172" y="60"/>
                                    <a:pt x="172" y="60"/>
                                    <a:pt x="172" y="60"/>
                                  </a:cubicBezTo>
                                  <a:cubicBezTo>
                                    <a:pt x="172" y="59"/>
                                    <a:pt x="172" y="59"/>
                                    <a:pt x="172" y="58"/>
                                  </a:cubicBezTo>
                                  <a:cubicBezTo>
                                    <a:pt x="172" y="57"/>
                                    <a:pt x="172" y="56"/>
                                    <a:pt x="172" y="56"/>
                                  </a:cubicBezTo>
                                  <a:cubicBezTo>
                                    <a:pt x="172" y="56"/>
                                    <a:pt x="173" y="56"/>
                                    <a:pt x="173" y="55"/>
                                  </a:cubicBezTo>
                                  <a:cubicBezTo>
                                    <a:pt x="173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4" y="54"/>
                                    <a:pt x="174" y="54"/>
                                  </a:cubicBezTo>
                                  <a:cubicBezTo>
                                    <a:pt x="174" y="52"/>
                                    <a:pt x="176" y="50"/>
                                    <a:pt x="177" y="49"/>
                                  </a:cubicBezTo>
                                  <a:cubicBezTo>
                                    <a:pt x="177" y="49"/>
                                    <a:pt x="177" y="48"/>
                                    <a:pt x="177" y="48"/>
                                  </a:cubicBezTo>
                                  <a:cubicBezTo>
                                    <a:pt x="177" y="48"/>
                                    <a:pt x="177" y="48"/>
                                    <a:pt x="177" y="49"/>
                                  </a:cubicBezTo>
                                  <a:cubicBezTo>
                                    <a:pt x="177" y="49"/>
                                    <a:pt x="177" y="49"/>
                                    <a:pt x="177" y="49"/>
                                  </a:cubicBezTo>
                                  <a:cubicBezTo>
                                    <a:pt x="177" y="49"/>
                                    <a:pt x="177" y="49"/>
                                    <a:pt x="177" y="50"/>
                                  </a:cubicBezTo>
                                  <a:cubicBezTo>
                                    <a:pt x="177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7" y="50"/>
                                    <a:pt x="178" y="49"/>
                                    <a:pt x="179" y="48"/>
                                  </a:cubicBezTo>
                                  <a:cubicBezTo>
                                    <a:pt x="179" y="48"/>
                                    <a:pt x="179" y="48"/>
                                    <a:pt x="179" y="48"/>
                                  </a:cubicBezTo>
                                  <a:cubicBezTo>
                                    <a:pt x="179" y="48"/>
                                    <a:pt x="179" y="48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8"/>
                                    <a:pt x="180" y="48"/>
                                    <a:pt x="181" y="48"/>
                                  </a:cubicBezTo>
                                  <a:cubicBezTo>
                                    <a:pt x="181" y="47"/>
                                    <a:pt x="181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6"/>
                                  </a:cubicBezTo>
                                  <a:cubicBezTo>
                                    <a:pt x="180" y="46"/>
                                    <a:pt x="181" y="46"/>
                                    <a:pt x="181" y="46"/>
                                  </a:cubicBezTo>
                                  <a:cubicBezTo>
                                    <a:pt x="181" y="46"/>
                                    <a:pt x="181" y="46"/>
                                    <a:pt x="181" y="46"/>
                                  </a:cubicBezTo>
                                  <a:cubicBezTo>
                                    <a:pt x="181" y="46"/>
                                    <a:pt x="181" y="45"/>
                                    <a:pt x="181" y="45"/>
                                  </a:cubicBezTo>
                                  <a:cubicBezTo>
                                    <a:pt x="181" y="45"/>
                                    <a:pt x="181" y="45"/>
                                    <a:pt x="181" y="45"/>
                                  </a:cubicBezTo>
                                  <a:cubicBezTo>
                                    <a:pt x="181" y="45"/>
                                    <a:pt x="182" y="45"/>
                                    <a:pt x="182" y="44"/>
                                  </a:cubicBezTo>
                                  <a:cubicBezTo>
                                    <a:pt x="182" y="44"/>
                                    <a:pt x="182" y="44"/>
                                    <a:pt x="182" y="44"/>
                                  </a:cubicBezTo>
                                  <a:cubicBezTo>
                                    <a:pt x="182" y="44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4"/>
                                  </a:cubicBezTo>
                                  <a:cubicBezTo>
                                    <a:pt x="182" y="44"/>
                                    <a:pt x="183" y="44"/>
                                    <a:pt x="183" y="44"/>
                                  </a:cubicBezTo>
                                  <a:cubicBezTo>
                                    <a:pt x="183" y="43"/>
                                    <a:pt x="183" y="43"/>
                                    <a:pt x="183" y="43"/>
                                  </a:cubicBezTo>
                                  <a:cubicBezTo>
                                    <a:pt x="183" y="43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4" y="42"/>
                                  </a:cubicBezTo>
                                  <a:cubicBezTo>
                                    <a:pt x="184" y="42"/>
                                    <a:pt x="184" y="42"/>
                                    <a:pt x="184" y="42"/>
                                  </a:cubicBezTo>
                                  <a:cubicBezTo>
                                    <a:pt x="184" y="41"/>
                                    <a:pt x="185" y="41"/>
                                    <a:pt x="185" y="41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1"/>
                                    <a:pt x="185" y="41"/>
                                  </a:cubicBezTo>
                                  <a:cubicBezTo>
                                    <a:pt x="185" y="41"/>
                                    <a:pt x="185" y="41"/>
                                    <a:pt x="186" y="41"/>
                                  </a:cubicBezTo>
                                  <a:cubicBezTo>
                                    <a:pt x="186" y="41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1"/>
                                    <a:pt x="186" y="41"/>
                                  </a:cubicBezTo>
                                  <a:cubicBezTo>
                                    <a:pt x="186" y="41"/>
                                    <a:pt x="186" y="41"/>
                                    <a:pt x="186" y="41"/>
                                  </a:cubicBezTo>
                                  <a:cubicBezTo>
                                    <a:pt x="186" y="42"/>
                                    <a:pt x="186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1"/>
                                    <a:pt x="188" y="41"/>
                                    <a:pt x="189" y="41"/>
                                  </a:cubicBezTo>
                                  <a:cubicBezTo>
                                    <a:pt x="189" y="41"/>
                                    <a:pt x="189" y="41"/>
                                    <a:pt x="189" y="42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1" y="43"/>
                                    <a:pt x="191" y="43"/>
                                  </a:cubicBezTo>
                                  <a:cubicBezTo>
                                    <a:pt x="191" y="43"/>
                                    <a:pt x="191" y="43"/>
                                    <a:pt x="191" y="43"/>
                                  </a:cubicBezTo>
                                  <a:cubicBezTo>
                                    <a:pt x="191" y="43"/>
                                    <a:pt x="191" y="43"/>
                                    <a:pt x="191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3" y="43"/>
                                    <a:pt x="193" y="43"/>
                                  </a:cubicBezTo>
                                  <a:cubicBezTo>
                                    <a:pt x="193" y="43"/>
                                    <a:pt x="194" y="43"/>
                                    <a:pt x="194" y="43"/>
                                  </a:cubicBezTo>
                                  <a:cubicBezTo>
                                    <a:pt x="194" y="43"/>
                                    <a:pt x="193" y="44"/>
                                    <a:pt x="193" y="44"/>
                                  </a:cubicBezTo>
                                  <a:cubicBezTo>
                                    <a:pt x="193" y="44"/>
                                    <a:pt x="194" y="44"/>
                                    <a:pt x="194" y="44"/>
                                  </a:cubicBezTo>
                                  <a:cubicBezTo>
                                    <a:pt x="194" y="44"/>
                                    <a:pt x="194" y="44"/>
                                    <a:pt x="194" y="44"/>
                                  </a:cubicBezTo>
                                  <a:cubicBezTo>
                                    <a:pt x="194" y="43"/>
                                    <a:pt x="195" y="44"/>
                                    <a:pt x="195" y="44"/>
                                  </a:cubicBezTo>
                                  <a:cubicBezTo>
                                    <a:pt x="195" y="44"/>
                                    <a:pt x="195" y="44"/>
                                    <a:pt x="195" y="44"/>
                                  </a:cubicBezTo>
                                  <a:cubicBezTo>
                                    <a:pt x="195" y="45"/>
                                    <a:pt x="195" y="44"/>
                                    <a:pt x="195" y="44"/>
                                  </a:cubicBezTo>
                                  <a:cubicBezTo>
                                    <a:pt x="196" y="44"/>
                                    <a:pt x="196" y="44"/>
                                    <a:pt x="196" y="44"/>
                                  </a:cubicBezTo>
                                  <a:cubicBezTo>
                                    <a:pt x="196" y="44"/>
                                    <a:pt x="196" y="44"/>
                                    <a:pt x="196" y="44"/>
                                  </a:cubicBezTo>
                                  <a:cubicBezTo>
                                    <a:pt x="197" y="44"/>
                                    <a:pt x="197" y="44"/>
                                    <a:pt x="197" y="44"/>
                                  </a:cubicBezTo>
                                  <a:cubicBezTo>
                                    <a:pt x="197" y="44"/>
                                    <a:pt x="197" y="45"/>
                                    <a:pt x="197" y="45"/>
                                  </a:cubicBezTo>
                                  <a:cubicBezTo>
                                    <a:pt x="197" y="45"/>
                                    <a:pt x="198" y="45"/>
                                    <a:pt x="198" y="45"/>
                                  </a:cubicBezTo>
                                  <a:cubicBezTo>
                                    <a:pt x="198" y="45"/>
                                    <a:pt x="198" y="45"/>
                                    <a:pt x="199" y="45"/>
                                  </a:cubicBezTo>
                                  <a:cubicBezTo>
                                    <a:pt x="199" y="45"/>
                                    <a:pt x="199" y="45"/>
                                    <a:pt x="199" y="45"/>
                                  </a:cubicBezTo>
                                  <a:cubicBezTo>
                                    <a:pt x="199" y="45"/>
                                    <a:pt x="200" y="46"/>
                                    <a:pt x="200" y="46"/>
                                  </a:cubicBezTo>
                                  <a:cubicBezTo>
                                    <a:pt x="201" y="46"/>
                                    <a:pt x="201" y="46"/>
                                    <a:pt x="201" y="47"/>
                                  </a:cubicBezTo>
                                  <a:cubicBezTo>
                                    <a:pt x="201" y="47"/>
                                    <a:pt x="202" y="46"/>
                                    <a:pt x="202" y="46"/>
                                  </a:cubicBezTo>
                                  <a:cubicBezTo>
                                    <a:pt x="202" y="46"/>
                                    <a:pt x="202" y="47"/>
                                    <a:pt x="202" y="47"/>
                                  </a:cubicBezTo>
                                  <a:cubicBezTo>
                                    <a:pt x="202" y="47"/>
                                    <a:pt x="202" y="47"/>
                                    <a:pt x="202" y="47"/>
                                  </a:cubicBezTo>
                                  <a:cubicBezTo>
                                    <a:pt x="203" y="47"/>
                                    <a:pt x="203" y="47"/>
                                    <a:pt x="203" y="47"/>
                                  </a:cubicBezTo>
                                  <a:cubicBezTo>
                                    <a:pt x="203" y="47"/>
                                    <a:pt x="203" y="47"/>
                                    <a:pt x="203" y="47"/>
                                  </a:cubicBezTo>
                                  <a:cubicBezTo>
                                    <a:pt x="203" y="47"/>
                                    <a:pt x="203" y="48"/>
                                    <a:pt x="203" y="48"/>
                                  </a:cubicBezTo>
                                  <a:cubicBezTo>
                                    <a:pt x="203" y="48"/>
                                    <a:pt x="203" y="48"/>
                                    <a:pt x="203" y="48"/>
                                  </a:cubicBezTo>
                                  <a:cubicBezTo>
                                    <a:pt x="203" y="48"/>
                                    <a:pt x="204" y="48"/>
                                    <a:pt x="204" y="48"/>
                                  </a:cubicBezTo>
                                  <a:cubicBezTo>
                                    <a:pt x="204" y="48"/>
                                    <a:pt x="205" y="48"/>
                                    <a:pt x="205" y="48"/>
                                  </a:cubicBezTo>
                                  <a:cubicBezTo>
                                    <a:pt x="205" y="48"/>
                                    <a:pt x="205" y="48"/>
                                    <a:pt x="205" y="48"/>
                                  </a:cubicBezTo>
                                  <a:cubicBezTo>
                                    <a:pt x="205" y="48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7" y="48"/>
                                    <a:pt x="207" y="48"/>
                                  </a:cubicBezTo>
                                  <a:cubicBezTo>
                                    <a:pt x="207" y="48"/>
                                    <a:pt x="207" y="48"/>
                                    <a:pt x="207" y="48"/>
                                  </a:cubicBezTo>
                                  <a:cubicBezTo>
                                    <a:pt x="207" y="48"/>
                                    <a:pt x="207" y="49"/>
                                    <a:pt x="207" y="49"/>
                                  </a:cubicBezTo>
                                  <a:cubicBezTo>
                                    <a:pt x="207" y="49"/>
                                    <a:pt x="207" y="49"/>
                                    <a:pt x="207" y="49"/>
                                  </a:cubicBezTo>
                                  <a:cubicBezTo>
                                    <a:pt x="207" y="49"/>
                                    <a:pt x="207" y="49"/>
                                    <a:pt x="207" y="49"/>
                                  </a:cubicBezTo>
                                  <a:cubicBezTo>
                                    <a:pt x="207" y="50"/>
                                    <a:pt x="207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9" y="51"/>
                                    <a:pt x="209" y="51"/>
                                    <a:pt x="209" y="51"/>
                                  </a:cubicBezTo>
                                  <a:cubicBezTo>
                                    <a:pt x="209" y="51"/>
                                    <a:pt x="208" y="52"/>
                                    <a:pt x="208" y="52"/>
                                  </a:cubicBezTo>
                                  <a:cubicBezTo>
                                    <a:pt x="208" y="52"/>
                                    <a:pt x="207" y="52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8" y="54"/>
                                    <a:pt x="208" y="53"/>
                                    <a:pt x="208" y="53"/>
                                  </a:cubicBezTo>
                                  <a:cubicBezTo>
                                    <a:pt x="208" y="53"/>
                                    <a:pt x="208" y="53"/>
                                    <a:pt x="208" y="52"/>
                                  </a:cubicBezTo>
                                  <a:cubicBezTo>
                                    <a:pt x="208" y="52"/>
                                    <a:pt x="209" y="52"/>
                                    <a:pt x="209" y="52"/>
                                  </a:cubicBezTo>
                                  <a:cubicBezTo>
                                    <a:pt x="209" y="52"/>
                                    <a:pt x="209" y="53"/>
                                    <a:pt x="209" y="53"/>
                                  </a:cubicBezTo>
                                  <a:cubicBezTo>
                                    <a:pt x="209" y="53"/>
                                    <a:pt x="210" y="53"/>
                                    <a:pt x="210" y="54"/>
                                  </a:cubicBezTo>
                                  <a:cubicBezTo>
                                    <a:pt x="210" y="54"/>
                                    <a:pt x="209" y="54"/>
                                    <a:pt x="209" y="54"/>
                                  </a:cubicBezTo>
                                  <a:cubicBezTo>
                                    <a:pt x="209" y="54"/>
                                    <a:pt x="209" y="54"/>
                                    <a:pt x="209" y="54"/>
                                  </a:cubicBezTo>
                                  <a:cubicBezTo>
                                    <a:pt x="208" y="55"/>
                                    <a:pt x="208" y="55"/>
                                    <a:pt x="208" y="55"/>
                                  </a:cubicBezTo>
                                  <a:cubicBezTo>
                                    <a:pt x="208" y="56"/>
                                    <a:pt x="208" y="56"/>
                                    <a:pt x="208" y="56"/>
                                  </a:cubicBezTo>
                                  <a:cubicBezTo>
                                    <a:pt x="207" y="57"/>
                                    <a:pt x="207" y="57"/>
                                    <a:pt x="207" y="57"/>
                                  </a:cubicBezTo>
                                  <a:cubicBezTo>
                                    <a:pt x="207" y="57"/>
                                    <a:pt x="207" y="58"/>
                                    <a:pt x="207" y="58"/>
                                  </a:cubicBezTo>
                                  <a:cubicBezTo>
                                    <a:pt x="207" y="58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6" y="60"/>
                                  </a:cubicBezTo>
                                  <a:cubicBezTo>
                                    <a:pt x="206" y="60"/>
                                    <a:pt x="206" y="60"/>
                                    <a:pt x="206" y="60"/>
                                  </a:cubicBezTo>
                                  <a:cubicBezTo>
                                    <a:pt x="206" y="60"/>
                                    <a:pt x="207" y="61"/>
                                    <a:pt x="207" y="61"/>
                                  </a:cubicBezTo>
                                  <a:cubicBezTo>
                                    <a:pt x="207" y="61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8" y="59"/>
                                    <a:pt x="208" y="59"/>
                                  </a:cubicBezTo>
                                  <a:cubicBezTo>
                                    <a:pt x="208" y="59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7"/>
                                  </a:cubicBezTo>
                                  <a:cubicBezTo>
                                    <a:pt x="209" y="57"/>
                                    <a:pt x="209" y="57"/>
                                    <a:pt x="209" y="57"/>
                                  </a:cubicBezTo>
                                  <a:cubicBezTo>
                                    <a:pt x="209" y="57"/>
                                    <a:pt x="209" y="56"/>
                                    <a:pt x="209" y="56"/>
                                  </a:cubicBezTo>
                                  <a:cubicBezTo>
                                    <a:pt x="209" y="56"/>
                                    <a:pt x="209" y="56"/>
                                    <a:pt x="209" y="56"/>
                                  </a:cubicBezTo>
                                  <a:cubicBezTo>
                                    <a:pt x="210" y="56"/>
                                    <a:pt x="209" y="55"/>
                                    <a:pt x="209" y="55"/>
                                  </a:cubicBezTo>
                                  <a:cubicBezTo>
                                    <a:pt x="209" y="55"/>
                                    <a:pt x="210" y="55"/>
                                    <a:pt x="210" y="55"/>
                                  </a:cubicBezTo>
                                  <a:cubicBezTo>
                                    <a:pt x="210" y="55"/>
                                    <a:pt x="210" y="54"/>
                                    <a:pt x="211" y="54"/>
                                  </a:cubicBezTo>
                                  <a:cubicBezTo>
                                    <a:pt x="211" y="54"/>
                                    <a:pt x="211" y="54"/>
                                    <a:pt x="211" y="54"/>
                                  </a:cubicBezTo>
                                  <a:cubicBezTo>
                                    <a:pt x="211" y="54"/>
                                    <a:pt x="212" y="55"/>
                                    <a:pt x="211" y="55"/>
                                  </a:cubicBezTo>
                                  <a:cubicBezTo>
                                    <a:pt x="211" y="55"/>
                                    <a:pt x="211" y="55"/>
                                    <a:pt x="211" y="55"/>
                                  </a:cubicBezTo>
                                  <a:cubicBezTo>
                                    <a:pt x="211" y="55"/>
                                    <a:pt x="211" y="56"/>
                                    <a:pt x="211" y="56"/>
                                  </a:cubicBezTo>
                                  <a:cubicBezTo>
                                    <a:pt x="210" y="56"/>
                                    <a:pt x="210" y="56"/>
                                    <a:pt x="210" y="56"/>
                                  </a:cubicBezTo>
                                  <a:cubicBezTo>
                                    <a:pt x="209" y="57"/>
                                    <a:pt x="209" y="57"/>
                                    <a:pt x="209" y="57"/>
                                  </a:cubicBezTo>
                                  <a:cubicBezTo>
                                    <a:pt x="209" y="57"/>
                                    <a:pt x="211" y="57"/>
                                    <a:pt x="211" y="57"/>
                                  </a:cubicBezTo>
                                  <a:cubicBezTo>
                                    <a:pt x="211" y="57"/>
                                    <a:pt x="211" y="56"/>
                                    <a:pt x="212" y="56"/>
                                  </a:cubicBezTo>
                                  <a:cubicBezTo>
                                    <a:pt x="212" y="56"/>
                                    <a:pt x="212" y="55"/>
                                    <a:pt x="212" y="55"/>
                                  </a:cubicBezTo>
                                  <a:cubicBezTo>
                                    <a:pt x="213" y="55"/>
                                    <a:pt x="213" y="55"/>
                                    <a:pt x="213" y="55"/>
                                  </a:cubicBezTo>
                                  <a:cubicBezTo>
                                    <a:pt x="213" y="55"/>
                                    <a:pt x="213" y="54"/>
                                    <a:pt x="213" y="54"/>
                                  </a:cubicBezTo>
                                  <a:cubicBezTo>
                                    <a:pt x="213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5"/>
                                  </a:cubicBezTo>
                                  <a:cubicBezTo>
                                    <a:pt x="214" y="55"/>
                                    <a:pt x="215" y="55"/>
                                    <a:pt x="215" y="55"/>
                                  </a:cubicBezTo>
                                  <a:cubicBezTo>
                                    <a:pt x="215" y="55"/>
                                    <a:pt x="215" y="55"/>
                                    <a:pt x="215" y="55"/>
                                  </a:cubicBezTo>
                                  <a:cubicBezTo>
                                    <a:pt x="215" y="55"/>
                                    <a:pt x="215" y="55"/>
                                    <a:pt x="216" y="55"/>
                                  </a:cubicBezTo>
                                  <a:cubicBezTo>
                                    <a:pt x="216" y="55"/>
                                    <a:pt x="216" y="55"/>
                                    <a:pt x="216" y="55"/>
                                  </a:cubicBezTo>
                                  <a:cubicBezTo>
                                    <a:pt x="216" y="55"/>
                                    <a:pt x="216" y="55"/>
                                    <a:pt x="216" y="54"/>
                                  </a:cubicBezTo>
                                  <a:cubicBezTo>
                                    <a:pt x="216" y="54"/>
                                    <a:pt x="216" y="54"/>
                                    <a:pt x="216" y="54"/>
                                  </a:cubicBezTo>
                                  <a:cubicBezTo>
                                    <a:pt x="216" y="54"/>
                                    <a:pt x="216" y="54"/>
                                    <a:pt x="217" y="54"/>
                                  </a:cubicBezTo>
                                  <a:cubicBezTo>
                                    <a:pt x="217" y="54"/>
                                    <a:pt x="217" y="54"/>
                                    <a:pt x="218" y="54"/>
                                  </a:cubicBezTo>
                                  <a:cubicBezTo>
                                    <a:pt x="218" y="54"/>
                                    <a:pt x="218" y="54"/>
                                    <a:pt x="219" y="55"/>
                                  </a:cubicBezTo>
                                  <a:cubicBezTo>
                                    <a:pt x="219" y="55"/>
                                    <a:pt x="219" y="55"/>
                                    <a:pt x="220" y="55"/>
                                  </a:cubicBezTo>
                                  <a:cubicBezTo>
                                    <a:pt x="220" y="55"/>
                                    <a:pt x="221" y="55"/>
                                    <a:pt x="221" y="55"/>
                                  </a:cubicBezTo>
                                  <a:cubicBezTo>
                                    <a:pt x="221" y="55"/>
                                    <a:pt x="222" y="56"/>
                                    <a:pt x="222" y="56"/>
                                  </a:cubicBezTo>
                                  <a:cubicBezTo>
                                    <a:pt x="222" y="56"/>
                                    <a:pt x="224" y="56"/>
                                    <a:pt x="224" y="56"/>
                                  </a:cubicBezTo>
                                  <a:cubicBezTo>
                                    <a:pt x="224" y="56"/>
                                    <a:pt x="225" y="56"/>
                                    <a:pt x="225" y="56"/>
                                  </a:cubicBezTo>
                                  <a:cubicBezTo>
                                    <a:pt x="225" y="56"/>
                                    <a:pt x="225" y="56"/>
                                    <a:pt x="225" y="56"/>
                                  </a:cubicBezTo>
                                  <a:cubicBezTo>
                                    <a:pt x="225" y="56"/>
                                    <a:pt x="226" y="56"/>
                                    <a:pt x="226" y="56"/>
                                  </a:cubicBezTo>
                                  <a:cubicBezTo>
                                    <a:pt x="226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8" y="56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9" y="57"/>
                                    <a:pt x="229" y="58"/>
                                    <a:pt x="229" y="58"/>
                                  </a:cubicBezTo>
                                  <a:cubicBezTo>
                                    <a:pt x="229" y="58"/>
                                    <a:pt x="230" y="58"/>
                                    <a:pt x="231" y="58"/>
                                  </a:cubicBezTo>
                                  <a:cubicBezTo>
                                    <a:pt x="231" y="58"/>
                                    <a:pt x="231" y="58"/>
                                    <a:pt x="231" y="58"/>
                                  </a:cubicBezTo>
                                  <a:cubicBezTo>
                                    <a:pt x="231" y="58"/>
                                    <a:pt x="231" y="57"/>
                                    <a:pt x="231" y="57"/>
                                  </a:cubicBezTo>
                                  <a:cubicBezTo>
                                    <a:pt x="231" y="57"/>
                                    <a:pt x="234" y="58"/>
                                    <a:pt x="234" y="58"/>
                                  </a:cubicBezTo>
                                  <a:cubicBezTo>
                                    <a:pt x="235" y="57"/>
                                    <a:pt x="235" y="57"/>
                                    <a:pt x="235" y="57"/>
                                  </a:cubicBezTo>
                                  <a:cubicBezTo>
                                    <a:pt x="235" y="57"/>
                                    <a:pt x="236" y="57"/>
                                    <a:pt x="237" y="57"/>
                                  </a:cubicBezTo>
                                  <a:cubicBezTo>
                                    <a:pt x="237" y="57"/>
                                    <a:pt x="241" y="57"/>
                                    <a:pt x="241" y="57"/>
                                  </a:cubicBezTo>
                                  <a:cubicBezTo>
                                    <a:pt x="241" y="57"/>
                                    <a:pt x="241" y="57"/>
                                    <a:pt x="241" y="58"/>
                                  </a:cubicBezTo>
                                  <a:cubicBezTo>
                                    <a:pt x="241" y="58"/>
                                    <a:pt x="242" y="58"/>
                                    <a:pt x="242" y="58"/>
                                  </a:cubicBezTo>
                                  <a:cubicBezTo>
                                    <a:pt x="242" y="58"/>
                                    <a:pt x="243" y="58"/>
                                    <a:pt x="243" y="58"/>
                                  </a:cubicBezTo>
                                  <a:cubicBezTo>
                                    <a:pt x="243" y="58"/>
                                    <a:pt x="243" y="59"/>
                                    <a:pt x="243" y="59"/>
                                  </a:cubicBezTo>
                                  <a:cubicBezTo>
                                    <a:pt x="243" y="59"/>
                                    <a:pt x="244" y="59"/>
                                    <a:pt x="244" y="59"/>
                                  </a:cubicBezTo>
                                  <a:cubicBezTo>
                                    <a:pt x="244" y="60"/>
                                    <a:pt x="245" y="59"/>
                                    <a:pt x="246" y="60"/>
                                  </a:cubicBezTo>
                                  <a:cubicBezTo>
                                    <a:pt x="246" y="61"/>
                                    <a:pt x="246" y="61"/>
                                    <a:pt x="247" y="61"/>
                                  </a:cubicBezTo>
                                  <a:cubicBezTo>
                                    <a:pt x="247" y="61"/>
                                    <a:pt x="248" y="61"/>
                                    <a:pt x="248" y="62"/>
                                  </a:cubicBezTo>
                                  <a:cubicBezTo>
                                    <a:pt x="248" y="62"/>
                                    <a:pt x="249" y="63"/>
                                    <a:pt x="249" y="63"/>
                                  </a:cubicBezTo>
                                  <a:cubicBezTo>
                                    <a:pt x="250" y="63"/>
                                    <a:pt x="250" y="63"/>
                                    <a:pt x="251" y="63"/>
                                  </a:cubicBezTo>
                                  <a:cubicBezTo>
                                    <a:pt x="251" y="63"/>
                                    <a:pt x="251" y="64"/>
                                    <a:pt x="252" y="64"/>
                                  </a:cubicBezTo>
                                  <a:cubicBezTo>
                                    <a:pt x="252" y="65"/>
                                    <a:pt x="253" y="66"/>
                                    <a:pt x="253" y="66"/>
                                  </a:cubicBezTo>
                                  <a:cubicBezTo>
                                    <a:pt x="253" y="66"/>
                                    <a:pt x="255" y="68"/>
                                    <a:pt x="255" y="68"/>
                                  </a:cubicBezTo>
                                  <a:cubicBezTo>
                                    <a:pt x="255" y="68"/>
                                    <a:pt x="257" y="70"/>
                                    <a:pt x="258" y="70"/>
                                  </a:cubicBezTo>
                                  <a:cubicBezTo>
                                    <a:pt x="258" y="70"/>
                                    <a:pt x="259" y="70"/>
                                    <a:pt x="259" y="71"/>
                                  </a:cubicBezTo>
                                  <a:cubicBezTo>
                                    <a:pt x="259" y="71"/>
                                    <a:pt x="259" y="71"/>
                                    <a:pt x="259" y="71"/>
                                  </a:cubicBezTo>
                                  <a:cubicBezTo>
                                    <a:pt x="260" y="71"/>
                                    <a:pt x="260" y="72"/>
                                    <a:pt x="260" y="72"/>
                                  </a:cubicBezTo>
                                  <a:cubicBezTo>
                                    <a:pt x="261" y="72"/>
                                    <a:pt x="262" y="72"/>
                                    <a:pt x="262" y="72"/>
                                  </a:cubicBezTo>
                                  <a:cubicBezTo>
                                    <a:pt x="263" y="72"/>
                                    <a:pt x="263" y="73"/>
                                    <a:pt x="263" y="73"/>
                                  </a:cubicBezTo>
                                  <a:cubicBezTo>
                                    <a:pt x="264" y="73"/>
                                    <a:pt x="264" y="73"/>
                                    <a:pt x="264" y="73"/>
                                  </a:cubicBezTo>
                                  <a:cubicBezTo>
                                    <a:pt x="264" y="73"/>
                                    <a:pt x="264" y="73"/>
                                    <a:pt x="264" y="73"/>
                                  </a:cubicBezTo>
                                  <a:cubicBezTo>
                                    <a:pt x="264" y="73"/>
                                    <a:pt x="264" y="73"/>
                                    <a:pt x="265" y="73"/>
                                  </a:cubicBezTo>
                                  <a:cubicBezTo>
                                    <a:pt x="265" y="73"/>
                                    <a:pt x="266" y="73"/>
                                    <a:pt x="266" y="73"/>
                                  </a:cubicBezTo>
                                  <a:cubicBezTo>
                                    <a:pt x="266" y="73"/>
                                    <a:pt x="267" y="73"/>
                                    <a:pt x="267" y="73"/>
                                  </a:cubicBezTo>
                                  <a:cubicBezTo>
                                    <a:pt x="267" y="73"/>
                                    <a:pt x="268" y="73"/>
                                    <a:pt x="268" y="73"/>
                                  </a:cubicBezTo>
                                  <a:cubicBezTo>
                                    <a:pt x="268" y="73"/>
                                    <a:pt x="269" y="73"/>
                                    <a:pt x="270" y="73"/>
                                  </a:cubicBezTo>
                                  <a:cubicBezTo>
                                    <a:pt x="271" y="73"/>
                                    <a:pt x="272" y="74"/>
                                    <a:pt x="273" y="75"/>
                                  </a:cubicBezTo>
                                  <a:cubicBezTo>
                                    <a:pt x="273" y="75"/>
                                    <a:pt x="274" y="77"/>
                                    <a:pt x="274" y="77"/>
                                  </a:cubicBezTo>
                                  <a:cubicBezTo>
                                    <a:pt x="274" y="77"/>
                                    <a:pt x="274" y="79"/>
                                    <a:pt x="275" y="79"/>
                                  </a:cubicBezTo>
                                  <a:cubicBezTo>
                                    <a:pt x="275" y="79"/>
                                    <a:pt x="275" y="80"/>
                                    <a:pt x="275" y="80"/>
                                  </a:cubicBezTo>
                                  <a:cubicBezTo>
                                    <a:pt x="275" y="80"/>
                                    <a:pt x="275" y="81"/>
                                    <a:pt x="275" y="81"/>
                                  </a:cubicBezTo>
                                  <a:cubicBezTo>
                                    <a:pt x="275" y="82"/>
                                    <a:pt x="275" y="82"/>
                                    <a:pt x="275" y="82"/>
                                  </a:cubicBezTo>
                                  <a:cubicBezTo>
                                    <a:pt x="275" y="82"/>
                                    <a:pt x="276" y="83"/>
                                    <a:pt x="276" y="83"/>
                                  </a:cubicBezTo>
                                  <a:cubicBezTo>
                                    <a:pt x="276" y="83"/>
                                    <a:pt x="276" y="84"/>
                                    <a:pt x="276" y="84"/>
                                  </a:cubicBezTo>
                                  <a:cubicBezTo>
                                    <a:pt x="276" y="85"/>
                                    <a:pt x="276" y="85"/>
                                    <a:pt x="276" y="86"/>
                                  </a:cubicBezTo>
                                  <a:cubicBezTo>
                                    <a:pt x="276" y="86"/>
                                    <a:pt x="277" y="87"/>
                                    <a:pt x="277" y="87"/>
                                  </a:cubicBezTo>
                                  <a:cubicBezTo>
                                    <a:pt x="277" y="87"/>
                                    <a:pt x="277" y="87"/>
                                    <a:pt x="277" y="88"/>
                                  </a:cubicBezTo>
                                  <a:cubicBezTo>
                                    <a:pt x="277" y="88"/>
                                    <a:pt x="277" y="89"/>
                                    <a:pt x="277" y="89"/>
                                  </a:cubicBezTo>
                                  <a:cubicBezTo>
                                    <a:pt x="277" y="90"/>
                                    <a:pt x="277" y="90"/>
                                    <a:pt x="277" y="90"/>
                                  </a:cubicBezTo>
                                  <a:close/>
                                  <a:moveTo>
                                    <a:pt x="172" y="37"/>
                                  </a:moveTo>
                                  <a:cubicBezTo>
                                    <a:pt x="172" y="37"/>
                                    <a:pt x="172" y="37"/>
                                    <a:pt x="172" y="37"/>
                                  </a:cubicBezTo>
                                  <a:cubicBezTo>
                                    <a:pt x="172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8"/>
                                    <a:pt x="171" y="38"/>
                                  </a:cubicBezTo>
                                  <a:cubicBezTo>
                                    <a:pt x="171" y="38"/>
                                    <a:pt x="171" y="38"/>
                                    <a:pt x="171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3" y="38"/>
                                    <a:pt x="173" y="38"/>
                                    <a:pt x="173" y="38"/>
                                  </a:cubicBezTo>
                                  <a:cubicBezTo>
                                    <a:pt x="173" y="38"/>
                                    <a:pt x="173" y="38"/>
                                    <a:pt x="173" y="38"/>
                                  </a:cubicBezTo>
                                  <a:cubicBezTo>
                                    <a:pt x="173" y="38"/>
                                    <a:pt x="173" y="38"/>
                                    <a:pt x="174" y="38"/>
                                  </a:cubicBezTo>
                                  <a:cubicBezTo>
                                    <a:pt x="174" y="38"/>
                                    <a:pt x="174" y="38"/>
                                    <a:pt x="174" y="38"/>
                                  </a:cubicBezTo>
                                  <a:cubicBezTo>
                                    <a:pt x="174" y="38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3" y="37"/>
                                    <a:pt x="173" y="37"/>
                                    <a:pt x="173" y="37"/>
                                  </a:cubicBezTo>
                                  <a:cubicBezTo>
                                    <a:pt x="172" y="37"/>
                                    <a:pt x="172" y="37"/>
                                    <a:pt x="172" y="37"/>
                                  </a:cubicBezTo>
                                  <a:close/>
                                  <a:moveTo>
                                    <a:pt x="169" y="35"/>
                                  </a:move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6"/>
                                    <a:pt x="167" y="36"/>
                                    <a:pt x="167" y="36"/>
                                  </a:cubicBezTo>
                                  <a:cubicBezTo>
                                    <a:pt x="167" y="36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8" y="37"/>
                                  </a:cubicBezTo>
                                  <a:cubicBezTo>
                                    <a:pt x="168" y="37"/>
                                    <a:pt x="169" y="37"/>
                                    <a:pt x="169" y="37"/>
                                  </a:cubicBezTo>
                                  <a:cubicBezTo>
                                    <a:pt x="169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6"/>
                                  </a:cubicBezTo>
                                  <a:cubicBezTo>
                                    <a:pt x="171" y="36"/>
                                    <a:pt x="171" y="36"/>
                                    <a:pt x="171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2" y="34"/>
                                    <a:pt x="172" y="34"/>
                                  </a:cubicBezTo>
                                  <a:cubicBezTo>
                                    <a:pt x="172" y="34"/>
                                    <a:pt x="172" y="34"/>
                                    <a:pt x="172" y="34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2" y="35"/>
                                    <a:pt x="171" y="35"/>
                                  </a:cubicBezTo>
                                  <a:cubicBezTo>
                                    <a:pt x="171" y="35"/>
                                    <a:pt x="170" y="35"/>
                                    <a:pt x="169" y="35"/>
                                  </a:cubicBezTo>
                                  <a:close/>
                                  <a:moveTo>
                                    <a:pt x="163" y="39"/>
                                  </a:moveTo>
                                  <a:cubicBezTo>
                                    <a:pt x="164" y="39"/>
                                    <a:pt x="164" y="39"/>
                                    <a:pt x="165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5" y="37"/>
                                    <a:pt x="165" y="37"/>
                                  </a:cubicBezTo>
                                  <a:cubicBezTo>
                                    <a:pt x="165" y="37"/>
                                    <a:pt x="165" y="37"/>
                                    <a:pt x="165" y="37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3" y="37"/>
                                    <a:pt x="163" y="37"/>
                                    <a:pt x="163" y="37"/>
                                  </a:cubicBezTo>
                                  <a:cubicBezTo>
                                    <a:pt x="163" y="38"/>
                                    <a:pt x="163" y="38"/>
                                    <a:pt x="163" y="38"/>
                                  </a:cubicBezTo>
                                  <a:cubicBezTo>
                                    <a:pt x="163" y="38"/>
                                    <a:pt x="163" y="39"/>
                                    <a:pt x="163" y="39"/>
                                  </a:cubicBezTo>
                                  <a:cubicBezTo>
                                    <a:pt x="162" y="39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1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1"/>
                                  </a:cubicBezTo>
                                  <a:cubicBezTo>
                                    <a:pt x="162" y="41"/>
                                    <a:pt x="162" y="41"/>
                                    <a:pt x="162" y="41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lose/>
                                  <a:moveTo>
                                    <a:pt x="167" y="36"/>
                                  </a:moveTo>
                                  <a:cubicBezTo>
                                    <a:pt x="167" y="35"/>
                                    <a:pt x="167" y="35"/>
                                    <a:pt x="167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4"/>
                                    <a:pt x="168" y="34"/>
                                    <a:pt x="169" y="34"/>
                                  </a:cubicBezTo>
                                  <a:cubicBezTo>
                                    <a:pt x="169" y="34"/>
                                    <a:pt x="169" y="34"/>
                                    <a:pt x="169" y="33"/>
                                  </a:cubicBezTo>
                                  <a:cubicBezTo>
                                    <a:pt x="169" y="33"/>
                                    <a:pt x="170" y="33"/>
                                    <a:pt x="170" y="33"/>
                                  </a:cubicBezTo>
                                  <a:cubicBezTo>
                                    <a:pt x="170" y="33"/>
                                    <a:pt x="170" y="33"/>
                                    <a:pt x="169" y="33"/>
                                  </a:cubicBezTo>
                                  <a:cubicBezTo>
                                    <a:pt x="169" y="33"/>
                                    <a:pt x="169" y="33"/>
                                    <a:pt x="169" y="33"/>
                                  </a:cubicBezTo>
                                  <a:cubicBezTo>
                                    <a:pt x="169" y="33"/>
                                    <a:pt x="169" y="33"/>
                                    <a:pt x="169" y="33"/>
                                  </a:cubicBezTo>
                                  <a:cubicBezTo>
                                    <a:pt x="168" y="33"/>
                                    <a:pt x="168" y="33"/>
                                    <a:pt x="168" y="33"/>
                                  </a:cubicBezTo>
                                  <a:cubicBezTo>
                                    <a:pt x="168" y="33"/>
                                    <a:pt x="168" y="32"/>
                                    <a:pt x="168" y="33"/>
                                  </a:cubicBezTo>
                                  <a:cubicBezTo>
                                    <a:pt x="168" y="33"/>
                                    <a:pt x="168" y="33"/>
                                    <a:pt x="168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4"/>
                                  </a:cubicBezTo>
                                  <a:cubicBezTo>
                                    <a:pt x="167" y="34"/>
                                    <a:pt x="167" y="34"/>
                                    <a:pt x="167" y="34"/>
                                  </a:cubicBezTo>
                                  <a:cubicBezTo>
                                    <a:pt x="167" y="34"/>
                                    <a:pt x="167" y="34"/>
                                    <a:pt x="167" y="34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5" y="36"/>
                                    <a:pt x="165" y="36"/>
                                  </a:cubicBezTo>
                                  <a:cubicBezTo>
                                    <a:pt x="165" y="36"/>
                                    <a:pt x="165" y="36"/>
                                    <a:pt x="165" y="36"/>
                                  </a:cubicBezTo>
                                  <a:cubicBezTo>
                                    <a:pt x="165" y="36"/>
                                    <a:pt x="165" y="36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6" y="36"/>
                                    <a:pt x="166" y="36"/>
                                    <a:pt x="167" y="36"/>
                                  </a:cubicBezTo>
                                  <a:cubicBezTo>
                                    <a:pt x="167" y="36"/>
                                    <a:pt x="167" y="36"/>
                                    <a:pt x="167" y="36"/>
                                  </a:cubicBezTo>
                                  <a:close/>
                                  <a:moveTo>
                                    <a:pt x="166" y="22"/>
                                  </a:move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2"/>
                                    <a:pt x="167" y="22"/>
                                    <a:pt x="167" y="22"/>
                                  </a:cubicBezTo>
                                  <a:cubicBezTo>
                                    <a:pt x="167" y="22"/>
                                    <a:pt x="167" y="22"/>
                                    <a:pt x="167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0" name="Freeform 692">
                              <a:extLst>
                                <a:ext uri="{FF2B5EF4-FFF2-40B4-BE49-F238E27FC236}">
                                  <a16:creationId xmlns:a16="http://schemas.microsoft.com/office/drawing/2014/main" id="{8C98B9CC-6E52-8DD9-1D4F-50D27E9181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398838" y="5154613"/>
                              <a:ext cx="357187" cy="403225"/>
                            </a:xfrm>
                            <a:custGeom>
                              <a:avLst/>
                              <a:gdLst>
                                <a:gd name="T0" fmla="*/ 84 w 86"/>
                                <a:gd name="T1" fmla="*/ 66 h 97"/>
                                <a:gd name="T2" fmla="*/ 85 w 86"/>
                                <a:gd name="T3" fmla="*/ 62 h 97"/>
                                <a:gd name="T4" fmla="*/ 83 w 86"/>
                                <a:gd name="T5" fmla="*/ 56 h 97"/>
                                <a:gd name="T6" fmla="*/ 79 w 86"/>
                                <a:gd name="T7" fmla="*/ 53 h 97"/>
                                <a:gd name="T8" fmla="*/ 80 w 86"/>
                                <a:gd name="T9" fmla="*/ 47 h 97"/>
                                <a:gd name="T10" fmla="*/ 66 w 86"/>
                                <a:gd name="T11" fmla="*/ 41 h 97"/>
                                <a:gd name="T12" fmla="*/ 66 w 86"/>
                                <a:gd name="T13" fmla="*/ 35 h 97"/>
                                <a:gd name="T14" fmla="*/ 65 w 86"/>
                                <a:gd name="T15" fmla="*/ 31 h 97"/>
                                <a:gd name="T16" fmla="*/ 62 w 86"/>
                                <a:gd name="T17" fmla="*/ 28 h 97"/>
                                <a:gd name="T18" fmla="*/ 59 w 86"/>
                                <a:gd name="T19" fmla="*/ 27 h 97"/>
                                <a:gd name="T20" fmla="*/ 57 w 86"/>
                                <a:gd name="T21" fmla="*/ 27 h 97"/>
                                <a:gd name="T22" fmla="*/ 55 w 86"/>
                                <a:gd name="T23" fmla="*/ 26 h 97"/>
                                <a:gd name="T24" fmla="*/ 51 w 86"/>
                                <a:gd name="T25" fmla="*/ 25 h 97"/>
                                <a:gd name="T26" fmla="*/ 48 w 86"/>
                                <a:gd name="T27" fmla="*/ 23 h 97"/>
                                <a:gd name="T28" fmla="*/ 46 w 86"/>
                                <a:gd name="T29" fmla="*/ 21 h 97"/>
                                <a:gd name="T30" fmla="*/ 42 w 86"/>
                                <a:gd name="T31" fmla="*/ 19 h 97"/>
                                <a:gd name="T32" fmla="*/ 36 w 86"/>
                                <a:gd name="T33" fmla="*/ 19 h 97"/>
                                <a:gd name="T34" fmla="*/ 34 w 86"/>
                                <a:gd name="T35" fmla="*/ 17 h 97"/>
                                <a:gd name="T36" fmla="*/ 32 w 86"/>
                                <a:gd name="T37" fmla="*/ 14 h 97"/>
                                <a:gd name="T38" fmla="*/ 31 w 86"/>
                                <a:gd name="T39" fmla="*/ 13 h 97"/>
                                <a:gd name="T40" fmla="*/ 31 w 86"/>
                                <a:gd name="T41" fmla="*/ 9 h 97"/>
                                <a:gd name="T42" fmla="*/ 30 w 86"/>
                                <a:gd name="T43" fmla="*/ 5 h 97"/>
                                <a:gd name="T44" fmla="*/ 30 w 86"/>
                                <a:gd name="T45" fmla="*/ 0 h 97"/>
                                <a:gd name="T46" fmla="*/ 28 w 86"/>
                                <a:gd name="T47" fmla="*/ 0 h 97"/>
                                <a:gd name="T48" fmla="*/ 26 w 86"/>
                                <a:gd name="T49" fmla="*/ 0 h 97"/>
                                <a:gd name="T50" fmla="*/ 19 w 86"/>
                                <a:gd name="T51" fmla="*/ 4 h 97"/>
                                <a:gd name="T52" fmla="*/ 16 w 86"/>
                                <a:gd name="T53" fmla="*/ 5 h 97"/>
                                <a:gd name="T54" fmla="*/ 13 w 86"/>
                                <a:gd name="T55" fmla="*/ 6 h 97"/>
                                <a:gd name="T56" fmla="*/ 7 w 86"/>
                                <a:gd name="T57" fmla="*/ 10 h 97"/>
                                <a:gd name="T58" fmla="*/ 2 w 86"/>
                                <a:gd name="T59" fmla="*/ 9 h 97"/>
                                <a:gd name="T60" fmla="*/ 7 w 86"/>
                                <a:gd name="T61" fmla="*/ 20 h 97"/>
                                <a:gd name="T62" fmla="*/ 6 w 86"/>
                                <a:gd name="T63" fmla="*/ 26 h 97"/>
                                <a:gd name="T64" fmla="*/ 5 w 86"/>
                                <a:gd name="T65" fmla="*/ 29 h 97"/>
                                <a:gd name="T66" fmla="*/ 5 w 86"/>
                                <a:gd name="T67" fmla="*/ 32 h 97"/>
                                <a:gd name="T68" fmla="*/ 2 w 86"/>
                                <a:gd name="T69" fmla="*/ 36 h 97"/>
                                <a:gd name="T70" fmla="*/ 2 w 86"/>
                                <a:gd name="T71" fmla="*/ 44 h 97"/>
                                <a:gd name="T72" fmla="*/ 4 w 86"/>
                                <a:gd name="T73" fmla="*/ 47 h 97"/>
                                <a:gd name="T74" fmla="*/ 5 w 86"/>
                                <a:gd name="T75" fmla="*/ 50 h 97"/>
                                <a:gd name="T76" fmla="*/ 1 w 86"/>
                                <a:gd name="T77" fmla="*/ 54 h 97"/>
                                <a:gd name="T78" fmla="*/ 1 w 86"/>
                                <a:gd name="T79" fmla="*/ 57 h 97"/>
                                <a:gd name="T80" fmla="*/ 3 w 86"/>
                                <a:gd name="T81" fmla="*/ 60 h 97"/>
                                <a:gd name="T82" fmla="*/ 4 w 86"/>
                                <a:gd name="T83" fmla="*/ 65 h 97"/>
                                <a:gd name="T84" fmla="*/ 7 w 86"/>
                                <a:gd name="T85" fmla="*/ 70 h 97"/>
                                <a:gd name="T86" fmla="*/ 7 w 86"/>
                                <a:gd name="T87" fmla="*/ 73 h 97"/>
                                <a:gd name="T88" fmla="*/ 6 w 86"/>
                                <a:gd name="T89" fmla="*/ 76 h 97"/>
                                <a:gd name="T90" fmla="*/ 6 w 86"/>
                                <a:gd name="T91" fmla="*/ 78 h 97"/>
                                <a:gd name="T92" fmla="*/ 8 w 86"/>
                                <a:gd name="T93" fmla="*/ 80 h 97"/>
                                <a:gd name="T94" fmla="*/ 10 w 86"/>
                                <a:gd name="T95" fmla="*/ 85 h 97"/>
                                <a:gd name="T96" fmla="*/ 11 w 86"/>
                                <a:gd name="T97" fmla="*/ 90 h 97"/>
                                <a:gd name="T98" fmla="*/ 13 w 86"/>
                                <a:gd name="T99" fmla="*/ 94 h 97"/>
                                <a:gd name="T100" fmla="*/ 14 w 86"/>
                                <a:gd name="T101" fmla="*/ 97 h 97"/>
                                <a:gd name="T102" fmla="*/ 17 w 86"/>
                                <a:gd name="T103" fmla="*/ 96 h 97"/>
                                <a:gd name="T104" fmla="*/ 20 w 86"/>
                                <a:gd name="T105" fmla="*/ 92 h 97"/>
                                <a:gd name="T106" fmla="*/ 24 w 86"/>
                                <a:gd name="T107" fmla="*/ 88 h 97"/>
                                <a:gd name="T108" fmla="*/ 27 w 86"/>
                                <a:gd name="T109" fmla="*/ 91 h 97"/>
                                <a:gd name="T110" fmla="*/ 36 w 86"/>
                                <a:gd name="T111" fmla="*/ 92 h 97"/>
                                <a:gd name="T112" fmla="*/ 38 w 86"/>
                                <a:gd name="T113" fmla="*/ 97 h 97"/>
                                <a:gd name="T114" fmla="*/ 42 w 86"/>
                                <a:gd name="T115" fmla="*/ 90 h 97"/>
                                <a:gd name="T116" fmla="*/ 48 w 86"/>
                                <a:gd name="T117" fmla="*/ 91 h 97"/>
                                <a:gd name="T118" fmla="*/ 55 w 86"/>
                                <a:gd name="T119" fmla="*/ 75 h 97"/>
                                <a:gd name="T120" fmla="*/ 81 w 86"/>
                                <a:gd name="T121" fmla="*/ 74 h 97"/>
                                <a:gd name="T122" fmla="*/ 81 w 86"/>
                                <a:gd name="T123" fmla="*/ 76 h 9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86" h="97">
                                  <a:moveTo>
                                    <a:pt x="81" y="73"/>
                                  </a:moveTo>
                                  <a:cubicBezTo>
                                    <a:pt x="84" y="68"/>
                                    <a:pt x="84" y="68"/>
                                    <a:pt x="84" y="68"/>
                                  </a:cubicBezTo>
                                  <a:cubicBezTo>
                                    <a:pt x="84" y="68"/>
                                    <a:pt x="84" y="67"/>
                                    <a:pt x="84" y="67"/>
                                  </a:cubicBezTo>
                                  <a:cubicBezTo>
                                    <a:pt x="84" y="67"/>
                                    <a:pt x="84" y="67"/>
                                    <a:pt x="84" y="66"/>
                                  </a:cubicBezTo>
                                  <a:cubicBezTo>
                                    <a:pt x="84" y="66"/>
                                    <a:pt x="84" y="66"/>
                                    <a:pt x="84" y="66"/>
                                  </a:cubicBezTo>
                                  <a:cubicBezTo>
                                    <a:pt x="84" y="66"/>
                                    <a:pt x="84" y="65"/>
                                    <a:pt x="84" y="65"/>
                                  </a:cubicBezTo>
                                  <a:cubicBezTo>
                                    <a:pt x="84" y="65"/>
                                    <a:pt x="85" y="63"/>
                                    <a:pt x="85" y="63"/>
                                  </a:cubicBezTo>
                                  <a:cubicBezTo>
                                    <a:pt x="85" y="63"/>
                                    <a:pt x="85" y="62"/>
                                    <a:pt x="85" y="62"/>
                                  </a:cubicBezTo>
                                  <a:cubicBezTo>
                                    <a:pt x="86" y="62"/>
                                    <a:pt x="86" y="62"/>
                                    <a:pt x="86" y="62"/>
                                  </a:cubicBezTo>
                                  <a:cubicBezTo>
                                    <a:pt x="86" y="62"/>
                                    <a:pt x="84" y="59"/>
                                    <a:pt x="84" y="59"/>
                                  </a:cubicBezTo>
                                  <a:cubicBezTo>
                                    <a:pt x="84" y="59"/>
                                    <a:pt x="84" y="57"/>
                                    <a:pt x="84" y="57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2" y="56"/>
                                  </a:cubicBezTo>
                                  <a:cubicBezTo>
                                    <a:pt x="82" y="56"/>
                                    <a:pt x="82" y="56"/>
                                    <a:pt x="82" y="56"/>
                                  </a:cubicBezTo>
                                  <a:cubicBezTo>
                                    <a:pt x="82" y="56"/>
                                    <a:pt x="79" y="54"/>
                                    <a:pt x="79" y="54"/>
                                  </a:cubicBezTo>
                                  <a:cubicBezTo>
                                    <a:pt x="79" y="54"/>
                                    <a:pt x="79" y="53"/>
                                    <a:pt x="79" y="53"/>
                                  </a:cubicBezTo>
                                  <a:cubicBezTo>
                                    <a:pt x="79" y="53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0"/>
                                    <a:pt x="79" y="49"/>
                                  </a:cubicBezTo>
                                  <a:cubicBezTo>
                                    <a:pt x="79" y="49"/>
                                    <a:pt x="80" y="47"/>
                                    <a:pt x="80" y="47"/>
                                  </a:cubicBezTo>
                                  <a:cubicBezTo>
                                    <a:pt x="80" y="47"/>
                                    <a:pt x="80" y="47"/>
                                    <a:pt x="80" y="47"/>
                                  </a:cubicBezTo>
                                  <a:cubicBezTo>
                                    <a:pt x="79" y="48"/>
                                    <a:pt x="79" y="48"/>
                                    <a:pt x="79" y="48"/>
                                  </a:cubicBezTo>
                                  <a:cubicBezTo>
                                    <a:pt x="67" y="47"/>
                                    <a:pt x="67" y="47"/>
                                    <a:pt x="67" y="47"/>
                                  </a:cubicBezTo>
                                  <a:cubicBezTo>
                                    <a:pt x="66" y="41"/>
                                    <a:pt x="66" y="41"/>
                                    <a:pt x="66" y="41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6" y="39"/>
                                    <a:pt x="66" y="39"/>
                                    <a:pt x="66" y="39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5" y="32"/>
                                    <a:pt x="65" y="32"/>
                                    <a:pt x="65" y="32"/>
                                  </a:cubicBezTo>
                                  <a:cubicBezTo>
                                    <a:pt x="65" y="32"/>
                                    <a:pt x="65" y="32"/>
                                    <a:pt x="65" y="32"/>
                                  </a:cubicBezTo>
                                  <a:cubicBezTo>
                                    <a:pt x="65" y="32"/>
                                    <a:pt x="65" y="31"/>
                                    <a:pt x="65" y="31"/>
                                  </a:cubicBezTo>
                                  <a:cubicBezTo>
                                    <a:pt x="65" y="31"/>
                                    <a:pt x="65" y="31"/>
                                    <a:pt x="65" y="31"/>
                                  </a:cubicBezTo>
                                  <a:cubicBezTo>
                                    <a:pt x="65" y="30"/>
                                    <a:pt x="65" y="30"/>
                                    <a:pt x="65" y="30"/>
                                  </a:cubicBezTo>
                                  <a:cubicBezTo>
                                    <a:pt x="65" y="30"/>
                                    <a:pt x="65" y="29"/>
                                    <a:pt x="65" y="29"/>
                                  </a:cubicBezTo>
                                  <a:cubicBezTo>
                                    <a:pt x="65" y="29"/>
                                    <a:pt x="64" y="29"/>
                                    <a:pt x="64" y="29"/>
                                  </a:cubicBezTo>
                                  <a:cubicBezTo>
                                    <a:pt x="64" y="29"/>
                                    <a:pt x="63" y="28"/>
                                    <a:pt x="62" y="28"/>
                                  </a:cubicBezTo>
                                  <a:cubicBezTo>
                                    <a:pt x="62" y="28"/>
                                    <a:pt x="61" y="27"/>
                                    <a:pt x="61" y="27"/>
                                  </a:cubicBezTo>
                                  <a:cubicBezTo>
                                    <a:pt x="60" y="27"/>
                                    <a:pt x="60" y="27"/>
                                    <a:pt x="60" y="27"/>
                                  </a:cubicBezTo>
                                  <a:cubicBezTo>
                                    <a:pt x="60" y="27"/>
                                    <a:pt x="60" y="27"/>
                                    <a:pt x="60" y="27"/>
                                  </a:cubicBezTo>
                                  <a:cubicBezTo>
                                    <a:pt x="60" y="27"/>
                                    <a:pt x="59" y="27"/>
                                    <a:pt x="59" y="27"/>
                                  </a:cubicBezTo>
                                  <a:cubicBezTo>
                                    <a:pt x="59" y="27"/>
                                    <a:pt x="59" y="27"/>
                                    <a:pt x="59" y="27"/>
                                  </a:cubicBezTo>
                                  <a:cubicBezTo>
                                    <a:pt x="59" y="27"/>
                                    <a:pt x="58" y="27"/>
                                    <a:pt x="58" y="27"/>
                                  </a:cubicBezTo>
                                  <a:cubicBezTo>
                                    <a:pt x="58" y="27"/>
                                    <a:pt x="58" y="28"/>
                                    <a:pt x="58" y="28"/>
                                  </a:cubicBezTo>
                                  <a:cubicBezTo>
                                    <a:pt x="58" y="28"/>
                                    <a:pt x="57" y="27"/>
                                    <a:pt x="57" y="27"/>
                                  </a:cubicBezTo>
                                  <a:cubicBezTo>
                                    <a:pt x="57" y="27"/>
                                    <a:pt x="57" y="27"/>
                                    <a:pt x="56" y="27"/>
                                  </a:cubicBezTo>
                                  <a:cubicBezTo>
                                    <a:pt x="56" y="27"/>
                                    <a:pt x="55" y="27"/>
                                    <a:pt x="55" y="27"/>
                                  </a:cubicBezTo>
                                  <a:cubicBezTo>
                                    <a:pt x="55" y="27"/>
                                    <a:pt x="55" y="27"/>
                                    <a:pt x="55" y="27"/>
                                  </a:cubicBezTo>
                                  <a:cubicBezTo>
                                    <a:pt x="55" y="27"/>
                                    <a:pt x="55" y="26"/>
                                    <a:pt x="55" y="26"/>
                                  </a:cubicBezTo>
                                  <a:cubicBezTo>
                                    <a:pt x="53" y="25"/>
                                    <a:pt x="53" y="25"/>
                                    <a:pt x="53" y="25"/>
                                  </a:cubicBezTo>
                                  <a:cubicBezTo>
                                    <a:pt x="53" y="25"/>
                                    <a:pt x="53" y="24"/>
                                    <a:pt x="53" y="24"/>
                                  </a:cubicBezTo>
                                  <a:cubicBezTo>
                                    <a:pt x="53" y="24"/>
                                    <a:pt x="52" y="24"/>
                                    <a:pt x="52" y="24"/>
                                  </a:cubicBezTo>
                                  <a:cubicBezTo>
                                    <a:pt x="52" y="24"/>
                                    <a:pt x="52" y="25"/>
                                    <a:pt x="51" y="25"/>
                                  </a:cubicBezTo>
                                  <a:cubicBezTo>
                                    <a:pt x="51" y="25"/>
                                    <a:pt x="51" y="24"/>
                                    <a:pt x="51" y="24"/>
                                  </a:cubicBezTo>
                                  <a:cubicBezTo>
                                    <a:pt x="50" y="24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49" y="23"/>
                                    <a:pt x="49" y="23"/>
                                  </a:cubicBezTo>
                                  <a:cubicBezTo>
                                    <a:pt x="49" y="24"/>
                                    <a:pt x="48" y="23"/>
                                    <a:pt x="48" y="23"/>
                                  </a:cubicBezTo>
                                  <a:cubicBezTo>
                                    <a:pt x="48" y="23"/>
                                    <a:pt x="48" y="22"/>
                                    <a:pt x="48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22"/>
                                    <a:pt x="47" y="21"/>
                                    <a:pt x="46" y="21"/>
                                  </a:cubicBezTo>
                                  <a:cubicBezTo>
                                    <a:pt x="46" y="21"/>
                                    <a:pt x="46" y="21"/>
                                    <a:pt x="46" y="21"/>
                                  </a:cubicBezTo>
                                  <a:cubicBezTo>
                                    <a:pt x="46" y="21"/>
                                    <a:pt x="46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4" y="20"/>
                                    <a:pt x="42" y="19"/>
                                    <a:pt x="42" y="19"/>
                                  </a:cubicBezTo>
                                  <a:cubicBezTo>
                                    <a:pt x="40" y="20"/>
                                    <a:pt x="40" y="20"/>
                                    <a:pt x="40" y="20"/>
                                  </a:cubicBezTo>
                                  <a:cubicBezTo>
                                    <a:pt x="40" y="20"/>
                                    <a:pt x="39" y="20"/>
                                    <a:pt x="39" y="20"/>
                                  </a:cubicBezTo>
                                  <a:cubicBezTo>
                                    <a:pt x="39" y="20"/>
                                    <a:pt x="37" y="19"/>
                                    <a:pt x="37" y="19"/>
                                  </a:cubicBezTo>
                                  <a:cubicBezTo>
                                    <a:pt x="37" y="19"/>
                                    <a:pt x="36" y="19"/>
                                    <a:pt x="36" y="19"/>
                                  </a:cubicBezTo>
                                  <a:cubicBezTo>
                                    <a:pt x="36" y="19"/>
                                    <a:pt x="37" y="18"/>
                                    <a:pt x="36" y="18"/>
                                  </a:cubicBezTo>
                                  <a:cubicBezTo>
                                    <a:pt x="36" y="18"/>
                                    <a:pt x="36" y="18"/>
                                    <a:pt x="35" y="17"/>
                                  </a:cubicBezTo>
                                  <a:cubicBezTo>
                                    <a:pt x="35" y="17"/>
                                    <a:pt x="35" y="17"/>
                                    <a:pt x="35" y="17"/>
                                  </a:cubicBezTo>
                                  <a:cubicBezTo>
                                    <a:pt x="35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3" y="16"/>
                                    <a:pt x="33" y="15"/>
                                  </a:cubicBezTo>
                                  <a:cubicBezTo>
                                    <a:pt x="32" y="15"/>
                                    <a:pt x="32" y="15"/>
                                    <a:pt x="32" y="14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4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2"/>
                                    <a:pt x="31" y="12"/>
                                  </a:cubicBezTo>
                                  <a:cubicBezTo>
                                    <a:pt x="31" y="11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1" y="10"/>
                                    <a:pt x="31" y="9"/>
                                  </a:cubicBezTo>
                                  <a:cubicBezTo>
                                    <a:pt x="31" y="9"/>
                                    <a:pt x="31" y="9"/>
                                    <a:pt x="31" y="9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0" y="7"/>
                                    <a:pt x="30" y="7"/>
                                    <a:pt x="30" y="6"/>
                                  </a:cubicBezTo>
                                  <a:cubicBezTo>
                                    <a:pt x="30" y="6"/>
                                    <a:pt x="30" y="5"/>
                                    <a:pt x="30" y="5"/>
                                  </a:cubicBezTo>
                                  <a:cubicBezTo>
                                    <a:pt x="30" y="5"/>
                                    <a:pt x="30" y="5"/>
                                    <a:pt x="30" y="5"/>
                                  </a:cubicBezTo>
                                  <a:cubicBezTo>
                                    <a:pt x="30" y="5"/>
                                    <a:pt x="31" y="4"/>
                                    <a:pt x="31" y="4"/>
                                  </a:cubicBezTo>
                                  <a:cubicBezTo>
                                    <a:pt x="31" y="1"/>
                                    <a:pt x="31" y="1"/>
                                    <a:pt x="31" y="1"/>
                                  </a:cubicBezTo>
                                  <a:cubicBezTo>
                                    <a:pt x="31" y="1"/>
                                    <a:pt x="30" y="0"/>
                                    <a:pt x="30" y="0"/>
                                  </a:cubicBezTo>
                                  <a:cubicBezTo>
                                    <a:pt x="30" y="0"/>
                                    <a:pt x="30" y="0"/>
                                    <a:pt x="30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8" y="0"/>
                                  </a:cubicBezTo>
                                  <a:cubicBezTo>
                                    <a:pt x="28" y="0"/>
                                    <a:pt x="28" y="0"/>
                                    <a:pt x="28" y="0"/>
                                  </a:cubicBezTo>
                                  <a:cubicBezTo>
                                    <a:pt x="28" y="0"/>
                                    <a:pt x="27" y="0"/>
                                    <a:pt x="27" y="0"/>
                                  </a:cubicBezTo>
                                  <a:cubicBezTo>
                                    <a:pt x="27" y="0"/>
                                    <a:pt x="27" y="1"/>
                                    <a:pt x="27" y="0"/>
                                  </a:cubicBezTo>
                                  <a:cubicBezTo>
                                    <a:pt x="27" y="0"/>
                                    <a:pt x="26" y="0"/>
                                    <a:pt x="26" y="0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ubicBezTo>
                                    <a:pt x="25" y="0"/>
                                    <a:pt x="24" y="0"/>
                                    <a:pt x="24" y="0"/>
                                  </a:cubicBezTo>
                                  <a:cubicBezTo>
                                    <a:pt x="24" y="0"/>
                                    <a:pt x="23" y="1"/>
                                    <a:pt x="23" y="1"/>
                                  </a:cubicBezTo>
                                  <a:cubicBezTo>
                                    <a:pt x="23" y="1"/>
                                    <a:pt x="21" y="1"/>
                                    <a:pt x="21" y="1"/>
                                  </a:cubicBezTo>
                                  <a:cubicBezTo>
                                    <a:pt x="21" y="1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8" y="4"/>
                                    <a:pt x="18" y="4"/>
                                  </a:cubicBezTo>
                                  <a:cubicBezTo>
                                    <a:pt x="18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7"/>
                                    <a:pt x="14" y="7"/>
                                  </a:cubicBezTo>
                                  <a:cubicBezTo>
                                    <a:pt x="14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6"/>
                                    <a:pt x="13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6" y="10"/>
                                    <a:pt x="6" y="10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5" y="9"/>
                                    <a:pt x="5" y="9"/>
                                  </a:cubicBezTo>
                                  <a:cubicBezTo>
                                    <a:pt x="4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1" y="9"/>
                                    <a:pt x="1" y="9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6" y="21"/>
                                    <a:pt x="6" y="21"/>
                                    <a:pt x="6" y="21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6"/>
                                    <a:pt x="5" y="28"/>
                                    <a:pt x="5" y="28"/>
                                  </a:cubicBezTo>
                                  <a:cubicBezTo>
                                    <a:pt x="5" y="28"/>
                                    <a:pt x="4" y="28"/>
                                    <a:pt x="4" y="28"/>
                                  </a:cubicBezTo>
                                  <a:cubicBezTo>
                                    <a:pt x="4" y="29"/>
                                    <a:pt x="4" y="29"/>
                                    <a:pt x="4" y="29"/>
                                  </a:cubicBezTo>
                                  <a:cubicBezTo>
                                    <a:pt x="5" y="29"/>
                                    <a:pt x="5" y="29"/>
                                    <a:pt x="5" y="29"/>
                                  </a:cubicBezTo>
                                  <a:cubicBezTo>
                                    <a:pt x="5" y="30"/>
                                    <a:pt x="5" y="30"/>
                                    <a:pt x="5" y="30"/>
                                  </a:cubicBezTo>
                                  <a:cubicBezTo>
                                    <a:pt x="5" y="31"/>
                                    <a:pt x="5" y="31"/>
                                    <a:pt x="5" y="31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ubicBezTo>
                                    <a:pt x="5" y="32"/>
                                    <a:pt x="5" y="32"/>
                                    <a:pt x="5" y="32"/>
                                  </a:cubicBezTo>
                                  <a:cubicBezTo>
                                    <a:pt x="5" y="34"/>
                                    <a:pt x="5" y="34"/>
                                    <a:pt x="5" y="34"/>
                                  </a:cubicBezTo>
                                  <a:cubicBezTo>
                                    <a:pt x="3" y="35"/>
                                    <a:pt x="3" y="35"/>
                                    <a:pt x="3" y="35"/>
                                  </a:cubicBezTo>
                                  <a:cubicBezTo>
                                    <a:pt x="3" y="36"/>
                                    <a:pt x="3" y="36"/>
                                    <a:pt x="3" y="36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2" y="38"/>
                                    <a:pt x="2" y="38"/>
                                    <a:pt x="2" y="38"/>
                                  </a:cubicBezTo>
                                  <a:cubicBezTo>
                                    <a:pt x="4" y="40"/>
                                    <a:pt x="4" y="40"/>
                                    <a:pt x="4" y="40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2"/>
                                    <a:pt x="2" y="44"/>
                                    <a:pt x="2" y="44"/>
                                  </a:cubicBezTo>
                                  <a:cubicBezTo>
                                    <a:pt x="2" y="44"/>
                                    <a:pt x="2" y="45"/>
                                    <a:pt x="2" y="45"/>
                                  </a:cubicBezTo>
                                  <a:cubicBezTo>
                                    <a:pt x="2" y="45"/>
                                    <a:pt x="3" y="46"/>
                                    <a:pt x="3" y="46"/>
                                  </a:cubicBezTo>
                                  <a:cubicBezTo>
                                    <a:pt x="3" y="46"/>
                                    <a:pt x="4" y="47"/>
                                    <a:pt x="4" y="47"/>
                                  </a:cubicBezTo>
                                  <a:cubicBezTo>
                                    <a:pt x="4" y="47"/>
                                    <a:pt x="4" y="47"/>
                                    <a:pt x="4" y="47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6" y="48"/>
                                    <a:pt x="6" y="48"/>
                                    <a:pt x="6" y="48"/>
                                  </a:cubicBezTo>
                                  <a:cubicBezTo>
                                    <a:pt x="5" y="48"/>
                                    <a:pt x="5" y="48"/>
                                    <a:pt x="5" y="48"/>
                                  </a:cubicBezTo>
                                  <a:cubicBezTo>
                                    <a:pt x="5" y="50"/>
                                    <a:pt x="5" y="50"/>
                                    <a:pt x="5" y="50"/>
                                  </a:cubicBezTo>
                                  <a:cubicBezTo>
                                    <a:pt x="5" y="50"/>
                                    <a:pt x="4" y="50"/>
                                    <a:pt x="4" y="50"/>
                                  </a:cubicBezTo>
                                  <a:cubicBezTo>
                                    <a:pt x="4" y="51"/>
                                    <a:pt x="3" y="51"/>
                                    <a:pt x="3" y="51"/>
                                  </a:cubicBezTo>
                                  <a:cubicBezTo>
                                    <a:pt x="3" y="51"/>
                                    <a:pt x="2" y="53"/>
                                    <a:pt x="2" y="53"/>
                                  </a:cubicBezTo>
                                  <a:cubicBezTo>
                                    <a:pt x="2" y="53"/>
                                    <a:pt x="1" y="54"/>
                                    <a:pt x="1" y="54"/>
                                  </a:cubicBezTo>
                                  <a:cubicBezTo>
                                    <a:pt x="0" y="55"/>
                                    <a:pt x="0" y="55"/>
                                    <a:pt x="0" y="55"/>
                                  </a:cubicBezTo>
                                  <a:cubicBezTo>
                                    <a:pt x="0" y="55"/>
                                    <a:pt x="1" y="55"/>
                                    <a:pt x="1" y="55"/>
                                  </a:cubicBezTo>
                                  <a:cubicBezTo>
                                    <a:pt x="2" y="55"/>
                                    <a:pt x="1" y="56"/>
                                    <a:pt x="1" y="56"/>
                                  </a:cubicBezTo>
                                  <a:cubicBezTo>
                                    <a:pt x="1" y="56"/>
                                    <a:pt x="1" y="57"/>
                                    <a:pt x="1" y="57"/>
                                  </a:cubicBezTo>
                                  <a:cubicBezTo>
                                    <a:pt x="1" y="57"/>
                                    <a:pt x="2" y="57"/>
                                    <a:pt x="2" y="58"/>
                                  </a:cubicBezTo>
                                  <a:cubicBezTo>
                                    <a:pt x="2" y="58"/>
                                    <a:pt x="2" y="58"/>
                                    <a:pt x="2" y="59"/>
                                  </a:cubicBezTo>
                                  <a:cubicBezTo>
                                    <a:pt x="2" y="59"/>
                                    <a:pt x="2" y="60"/>
                                    <a:pt x="2" y="60"/>
                                  </a:cubicBezTo>
                                  <a:cubicBezTo>
                                    <a:pt x="2" y="60"/>
                                    <a:pt x="3" y="60"/>
                                    <a:pt x="3" y="60"/>
                                  </a:cubicBezTo>
                                  <a:cubicBezTo>
                                    <a:pt x="3" y="60"/>
                                    <a:pt x="4" y="60"/>
                                    <a:pt x="4" y="60"/>
                                  </a:cubicBezTo>
                                  <a:cubicBezTo>
                                    <a:pt x="4" y="61"/>
                                    <a:pt x="4" y="61"/>
                                    <a:pt x="4" y="61"/>
                                  </a:cubicBezTo>
                                  <a:cubicBezTo>
                                    <a:pt x="4" y="62"/>
                                    <a:pt x="4" y="62"/>
                                    <a:pt x="4" y="62"/>
                                  </a:cubicBezTo>
                                  <a:cubicBezTo>
                                    <a:pt x="4" y="65"/>
                                    <a:pt x="4" y="65"/>
                                    <a:pt x="4" y="65"/>
                                  </a:cubicBezTo>
                                  <a:cubicBezTo>
                                    <a:pt x="5" y="66"/>
                                    <a:pt x="5" y="66"/>
                                    <a:pt x="5" y="66"/>
                                  </a:cubicBezTo>
                                  <a:cubicBezTo>
                                    <a:pt x="5" y="67"/>
                                    <a:pt x="5" y="67"/>
                                    <a:pt x="5" y="67"/>
                                  </a:cubicBezTo>
                                  <a:cubicBezTo>
                                    <a:pt x="5" y="67"/>
                                    <a:pt x="6" y="68"/>
                                    <a:pt x="6" y="68"/>
                                  </a:cubicBezTo>
                                  <a:cubicBezTo>
                                    <a:pt x="6" y="68"/>
                                    <a:pt x="7" y="69"/>
                                    <a:pt x="7" y="70"/>
                                  </a:cubicBezTo>
                                  <a:cubicBezTo>
                                    <a:pt x="8" y="70"/>
                                    <a:pt x="9" y="71"/>
                                    <a:pt x="9" y="71"/>
                                  </a:cubicBezTo>
                                  <a:cubicBezTo>
                                    <a:pt x="9" y="71"/>
                                    <a:pt x="8" y="71"/>
                                    <a:pt x="8" y="71"/>
                                  </a:cubicBezTo>
                                  <a:cubicBezTo>
                                    <a:pt x="8" y="71"/>
                                    <a:pt x="7" y="73"/>
                                    <a:pt x="7" y="73"/>
                                  </a:cubicBezTo>
                                  <a:cubicBezTo>
                                    <a:pt x="7" y="73"/>
                                    <a:pt x="7" y="73"/>
                                    <a:pt x="7" y="73"/>
                                  </a:cubicBezTo>
                                  <a:cubicBezTo>
                                    <a:pt x="7" y="73"/>
                                    <a:pt x="8" y="74"/>
                                    <a:pt x="8" y="74"/>
                                  </a:cubicBezTo>
                                  <a:cubicBezTo>
                                    <a:pt x="8" y="74"/>
                                    <a:pt x="8" y="75"/>
                                    <a:pt x="8" y="75"/>
                                  </a:cubicBezTo>
                                  <a:cubicBezTo>
                                    <a:pt x="8" y="75"/>
                                    <a:pt x="7" y="75"/>
                                    <a:pt x="7" y="75"/>
                                  </a:cubicBezTo>
                                  <a:cubicBezTo>
                                    <a:pt x="7" y="75"/>
                                    <a:pt x="6" y="76"/>
                                    <a:pt x="6" y="76"/>
                                  </a:cubicBezTo>
                                  <a:cubicBezTo>
                                    <a:pt x="6" y="76"/>
                                    <a:pt x="7" y="76"/>
                                    <a:pt x="7" y="76"/>
                                  </a:cubicBezTo>
                                  <a:cubicBezTo>
                                    <a:pt x="7" y="76"/>
                                    <a:pt x="7" y="76"/>
                                    <a:pt x="7" y="77"/>
                                  </a:cubicBezTo>
                                  <a:cubicBezTo>
                                    <a:pt x="7" y="77"/>
                                    <a:pt x="7" y="77"/>
                                    <a:pt x="7" y="77"/>
                                  </a:cubicBezTo>
                                  <a:cubicBezTo>
                                    <a:pt x="7" y="77"/>
                                    <a:pt x="7" y="78"/>
                                    <a:pt x="6" y="78"/>
                                  </a:cubicBezTo>
                                  <a:cubicBezTo>
                                    <a:pt x="6" y="78"/>
                                    <a:pt x="6" y="78"/>
                                    <a:pt x="6" y="78"/>
                                  </a:cubicBezTo>
                                  <a:cubicBezTo>
                                    <a:pt x="6" y="78"/>
                                    <a:pt x="7" y="79"/>
                                    <a:pt x="7" y="79"/>
                                  </a:cubicBezTo>
                                  <a:cubicBezTo>
                                    <a:pt x="8" y="79"/>
                                    <a:pt x="8" y="79"/>
                                    <a:pt x="8" y="80"/>
                                  </a:cubicBezTo>
                                  <a:cubicBezTo>
                                    <a:pt x="9" y="80"/>
                                    <a:pt x="8" y="80"/>
                                    <a:pt x="8" y="80"/>
                                  </a:cubicBezTo>
                                  <a:cubicBezTo>
                                    <a:pt x="8" y="80"/>
                                    <a:pt x="8" y="81"/>
                                    <a:pt x="8" y="81"/>
                                  </a:cubicBezTo>
                                  <a:cubicBezTo>
                                    <a:pt x="8" y="81"/>
                                    <a:pt x="8" y="82"/>
                                    <a:pt x="8" y="82"/>
                                  </a:cubicBezTo>
                                  <a:cubicBezTo>
                                    <a:pt x="8" y="82"/>
                                    <a:pt x="9" y="82"/>
                                    <a:pt x="9" y="82"/>
                                  </a:cubicBezTo>
                                  <a:cubicBezTo>
                                    <a:pt x="10" y="85"/>
                                    <a:pt x="10" y="85"/>
                                    <a:pt x="10" y="85"/>
                                  </a:cubicBezTo>
                                  <a:cubicBezTo>
                                    <a:pt x="10" y="85"/>
                                    <a:pt x="10" y="87"/>
                                    <a:pt x="10" y="87"/>
                                  </a:cubicBezTo>
                                  <a:cubicBezTo>
                                    <a:pt x="10" y="87"/>
                                    <a:pt x="11" y="88"/>
                                    <a:pt x="11" y="88"/>
                                  </a:cubicBezTo>
                                  <a:cubicBezTo>
                                    <a:pt x="11" y="88"/>
                                    <a:pt x="11" y="89"/>
                                    <a:pt x="11" y="89"/>
                                  </a:cubicBezTo>
                                  <a:cubicBezTo>
                                    <a:pt x="11" y="89"/>
                                    <a:pt x="11" y="90"/>
                                    <a:pt x="11" y="90"/>
                                  </a:cubicBezTo>
                                  <a:cubicBezTo>
                                    <a:pt x="11" y="90"/>
                                    <a:pt x="12" y="91"/>
                                    <a:pt x="12" y="91"/>
                                  </a:cubicBezTo>
                                  <a:cubicBezTo>
                                    <a:pt x="12" y="91"/>
                                    <a:pt x="12" y="93"/>
                                    <a:pt x="12" y="93"/>
                                  </a:cubicBezTo>
                                  <a:cubicBezTo>
                                    <a:pt x="12" y="93"/>
                                    <a:pt x="12" y="93"/>
                                    <a:pt x="12" y="93"/>
                                  </a:cubicBezTo>
                                  <a:cubicBezTo>
                                    <a:pt x="12" y="94"/>
                                    <a:pt x="13" y="94"/>
                                    <a:pt x="13" y="94"/>
                                  </a:cubicBezTo>
                                  <a:cubicBezTo>
                                    <a:pt x="13" y="94"/>
                                    <a:pt x="13" y="95"/>
                                    <a:pt x="12" y="95"/>
                                  </a:cubicBezTo>
                                  <a:cubicBezTo>
                                    <a:pt x="12" y="95"/>
                                    <a:pt x="12" y="96"/>
                                    <a:pt x="12" y="96"/>
                                  </a:cubicBezTo>
                                  <a:cubicBezTo>
                                    <a:pt x="12" y="96"/>
                                    <a:pt x="13" y="96"/>
                                    <a:pt x="13" y="96"/>
                                  </a:cubicBezTo>
                                  <a:cubicBezTo>
                                    <a:pt x="13" y="97"/>
                                    <a:pt x="14" y="97"/>
                                    <a:pt x="14" y="97"/>
                                  </a:cubicBezTo>
                                  <a:cubicBezTo>
                                    <a:pt x="14" y="97"/>
                                    <a:pt x="15" y="97"/>
                                    <a:pt x="15" y="97"/>
                                  </a:cubicBezTo>
                                  <a:cubicBezTo>
                                    <a:pt x="15" y="97"/>
                                    <a:pt x="16" y="97"/>
                                    <a:pt x="16" y="97"/>
                                  </a:cubicBezTo>
                                  <a:cubicBezTo>
                                    <a:pt x="16" y="97"/>
                                    <a:pt x="17" y="96"/>
                                    <a:pt x="17" y="96"/>
                                  </a:cubicBezTo>
                                  <a:cubicBezTo>
                                    <a:pt x="17" y="96"/>
                                    <a:pt x="17" y="96"/>
                                    <a:pt x="17" y="96"/>
                                  </a:cubicBezTo>
                                  <a:cubicBezTo>
                                    <a:pt x="19" y="95"/>
                                    <a:pt x="19" y="95"/>
                                    <a:pt x="19" y="95"/>
                                  </a:cubicBezTo>
                                  <a:cubicBezTo>
                                    <a:pt x="19" y="94"/>
                                    <a:pt x="19" y="94"/>
                                    <a:pt x="19" y="94"/>
                                  </a:cubicBezTo>
                                  <a:cubicBezTo>
                                    <a:pt x="21" y="93"/>
                                    <a:pt x="21" y="93"/>
                                    <a:pt x="21" y="93"/>
                                  </a:cubicBezTo>
                                  <a:cubicBezTo>
                                    <a:pt x="20" y="92"/>
                                    <a:pt x="20" y="92"/>
                                    <a:pt x="20" y="92"/>
                                  </a:cubicBezTo>
                                  <a:cubicBezTo>
                                    <a:pt x="20" y="92"/>
                                    <a:pt x="22" y="91"/>
                                    <a:pt x="22" y="91"/>
                                  </a:cubicBezTo>
                                  <a:cubicBezTo>
                                    <a:pt x="22" y="91"/>
                                    <a:pt x="23" y="91"/>
                                    <a:pt x="23" y="91"/>
                                  </a:cubicBezTo>
                                  <a:cubicBezTo>
                                    <a:pt x="23" y="91"/>
                                    <a:pt x="24" y="90"/>
                                    <a:pt x="24" y="90"/>
                                  </a:cubicBezTo>
                                  <a:cubicBezTo>
                                    <a:pt x="24" y="90"/>
                                    <a:pt x="24" y="88"/>
                                    <a:pt x="24" y="88"/>
                                  </a:cubicBezTo>
                                  <a:cubicBezTo>
                                    <a:pt x="25" y="89"/>
                                    <a:pt x="25" y="89"/>
                                    <a:pt x="25" y="89"/>
                                  </a:cubicBezTo>
                                  <a:cubicBezTo>
                                    <a:pt x="25" y="89"/>
                                    <a:pt x="25" y="90"/>
                                    <a:pt x="26" y="90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6" y="90"/>
                                    <a:pt x="27" y="91"/>
                                    <a:pt x="27" y="91"/>
                                  </a:cubicBezTo>
                                  <a:cubicBezTo>
                                    <a:pt x="27" y="91"/>
                                    <a:pt x="34" y="91"/>
                                    <a:pt x="34" y="91"/>
                                  </a:cubicBezTo>
                                  <a:cubicBezTo>
                                    <a:pt x="34" y="91"/>
                                    <a:pt x="34" y="91"/>
                                    <a:pt x="34" y="91"/>
                                  </a:cubicBezTo>
                                  <a:cubicBezTo>
                                    <a:pt x="35" y="92"/>
                                    <a:pt x="36" y="92"/>
                                    <a:pt x="36" y="92"/>
                                  </a:cubicBezTo>
                                  <a:cubicBezTo>
                                    <a:pt x="36" y="92"/>
                                    <a:pt x="36" y="92"/>
                                    <a:pt x="36" y="92"/>
                                  </a:cubicBezTo>
                                  <a:cubicBezTo>
                                    <a:pt x="36" y="93"/>
                                    <a:pt x="36" y="93"/>
                                    <a:pt x="36" y="93"/>
                                  </a:cubicBezTo>
                                  <a:cubicBezTo>
                                    <a:pt x="36" y="93"/>
                                    <a:pt x="37" y="94"/>
                                    <a:pt x="37" y="94"/>
                                  </a:cubicBezTo>
                                  <a:cubicBezTo>
                                    <a:pt x="37" y="94"/>
                                    <a:pt x="37" y="95"/>
                                    <a:pt x="37" y="95"/>
                                  </a:cubicBezTo>
                                  <a:cubicBezTo>
                                    <a:pt x="37" y="95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5"/>
                                    <a:pt x="38" y="95"/>
                                  </a:cubicBezTo>
                                  <a:cubicBezTo>
                                    <a:pt x="38" y="95"/>
                                    <a:pt x="39" y="94"/>
                                    <a:pt x="39" y="93"/>
                                  </a:cubicBezTo>
                                  <a:cubicBezTo>
                                    <a:pt x="39" y="93"/>
                                    <a:pt x="40" y="90"/>
                                    <a:pt x="40" y="90"/>
                                  </a:cubicBezTo>
                                  <a:cubicBezTo>
                                    <a:pt x="42" y="90"/>
                                    <a:pt x="42" y="90"/>
                                    <a:pt x="42" y="90"/>
                                  </a:cubicBezTo>
                                  <a:cubicBezTo>
                                    <a:pt x="42" y="91"/>
                                    <a:pt x="42" y="91"/>
                                    <a:pt x="42" y="91"/>
                                  </a:cubicBezTo>
                                  <a:cubicBezTo>
                                    <a:pt x="42" y="91"/>
                                    <a:pt x="45" y="90"/>
                                    <a:pt x="45" y="90"/>
                                  </a:cubicBezTo>
                                  <a:cubicBezTo>
                                    <a:pt x="45" y="90"/>
                                    <a:pt x="48" y="90"/>
                                    <a:pt x="48" y="90"/>
                                  </a:cubicBezTo>
                                  <a:cubicBezTo>
                                    <a:pt x="48" y="91"/>
                                    <a:pt x="48" y="91"/>
                                    <a:pt x="48" y="91"/>
                                  </a:cubicBezTo>
                                  <a:cubicBezTo>
                                    <a:pt x="49" y="92"/>
                                    <a:pt x="49" y="92"/>
                                    <a:pt x="49" y="92"/>
                                  </a:cubicBezTo>
                                  <a:cubicBezTo>
                                    <a:pt x="52" y="83"/>
                                    <a:pt x="52" y="83"/>
                                    <a:pt x="52" y="83"/>
                                  </a:cubicBezTo>
                                  <a:cubicBezTo>
                                    <a:pt x="52" y="79"/>
                                    <a:pt x="52" y="79"/>
                                    <a:pt x="52" y="79"/>
                                  </a:cubicBezTo>
                                  <a:cubicBezTo>
                                    <a:pt x="55" y="75"/>
                                    <a:pt x="55" y="75"/>
                                    <a:pt x="55" y="75"/>
                                  </a:cubicBezTo>
                                  <a:cubicBezTo>
                                    <a:pt x="56" y="72"/>
                                    <a:pt x="56" y="72"/>
                                    <a:pt x="56" y="72"/>
                                  </a:cubicBezTo>
                                  <a:cubicBezTo>
                                    <a:pt x="68" y="70"/>
                                    <a:pt x="68" y="70"/>
                                    <a:pt x="68" y="70"/>
                                  </a:cubicBezTo>
                                  <a:cubicBezTo>
                                    <a:pt x="75" y="70"/>
                                    <a:pt x="75" y="70"/>
                                    <a:pt x="75" y="70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5"/>
                                    <a:pt x="81" y="75"/>
                                  </a:cubicBezTo>
                                  <a:cubicBezTo>
                                    <a:pt x="81" y="75"/>
                                    <a:pt x="81" y="76"/>
                                    <a:pt x="81" y="76"/>
                                  </a:cubicBezTo>
                                  <a:cubicBezTo>
                                    <a:pt x="83" y="75"/>
                                    <a:pt x="83" y="75"/>
                                    <a:pt x="83" y="75"/>
                                  </a:cubicBezTo>
                                  <a:lnTo>
                                    <a:pt x="81" y="7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1" name="Freeform 693">
                              <a:extLst>
                                <a:ext uri="{FF2B5EF4-FFF2-40B4-BE49-F238E27FC236}">
                                  <a16:creationId xmlns:a16="http://schemas.microsoft.com/office/drawing/2014/main" id="{A5C888A2-6790-5EF3-C728-7261CC564CD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86126" y="5521325"/>
                              <a:ext cx="582612" cy="1290638"/>
                            </a:xfrm>
                            <a:custGeom>
                              <a:avLst/>
                              <a:gdLst>
                                <a:gd name="T0" fmla="*/ 38 w 140"/>
                                <a:gd name="T1" fmla="*/ 308 h 310"/>
                                <a:gd name="T2" fmla="*/ 46 w 140"/>
                                <a:gd name="T3" fmla="*/ 299 h 310"/>
                                <a:gd name="T4" fmla="*/ 64 w 140"/>
                                <a:gd name="T5" fmla="*/ 307 h 310"/>
                                <a:gd name="T6" fmla="*/ 62 w 140"/>
                                <a:gd name="T7" fmla="*/ 308 h 310"/>
                                <a:gd name="T8" fmla="*/ 65 w 140"/>
                                <a:gd name="T9" fmla="*/ 307 h 310"/>
                                <a:gd name="T10" fmla="*/ 68 w 140"/>
                                <a:gd name="T11" fmla="*/ 307 h 310"/>
                                <a:gd name="T12" fmla="*/ 135 w 140"/>
                                <a:gd name="T13" fmla="*/ 30 h 310"/>
                                <a:gd name="T14" fmla="*/ 130 w 140"/>
                                <a:gd name="T15" fmla="*/ 40 h 310"/>
                                <a:gd name="T16" fmla="*/ 118 w 140"/>
                                <a:gd name="T17" fmla="*/ 45 h 310"/>
                                <a:gd name="T18" fmla="*/ 107 w 140"/>
                                <a:gd name="T19" fmla="*/ 39 h 310"/>
                                <a:gd name="T20" fmla="*/ 108 w 140"/>
                                <a:gd name="T21" fmla="*/ 25 h 310"/>
                                <a:gd name="T22" fmla="*/ 79 w 140"/>
                                <a:gd name="T23" fmla="*/ 7 h 310"/>
                                <a:gd name="T24" fmla="*/ 63 w 140"/>
                                <a:gd name="T25" fmla="*/ 4 h 310"/>
                                <a:gd name="T26" fmla="*/ 46 w 140"/>
                                <a:gd name="T27" fmla="*/ 7 h 310"/>
                                <a:gd name="T28" fmla="*/ 36 w 140"/>
                                <a:gd name="T29" fmla="*/ 26 h 310"/>
                                <a:gd name="T30" fmla="*/ 33 w 140"/>
                                <a:gd name="T31" fmla="*/ 43 h 310"/>
                                <a:gd name="T32" fmla="*/ 26 w 140"/>
                                <a:gd name="T33" fmla="*/ 58 h 310"/>
                                <a:gd name="T34" fmla="*/ 23 w 140"/>
                                <a:gd name="T35" fmla="*/ 74 h 310"/>
                                <a:gd name="T36" fmla="*/ 22 w 140"/>
                                <a:gd name="T37" fmla="*/ 84 h 310"/>
                                <a:gd name="T38" fmla="*/ 26 w 140"/>
                                <a:gd name="T39" fmla="*/ 99 h 310"/>
                                <a:gd name="T40" fmla="*/ 22 w 140"/>
                                <a:gd name="T41" fmla="*/ 112 h 310"/>
                                <a:gd name="T42" fmla="*/ 18 w 140"/>
                                <a:gd name="T43" fmla="*/ 120 h 310"/>
                                <a:gd name="T44" fmla="*/ 16 w 140"/>
                                <a:gd name="T45" fmla="*/ 128 h 310"/>
                                <a:gd name="T46" fmla="*/ 18 w 140"/>
                                <a:gd name="T47" fmla="*/ 140 h 310"/>
                                <a:gd name="T48" fmla="*/ 12 w 140"/>
                                <a:gd name="T49" fmla="*/ 153 h 310"/>
                                <a:gd name="T50" fmla="*/ 11 w 140"/>
                                <a:gd name="T51" fmla="*/ 163 h 310"/>
                                <a:gd name="T52" fmla="*/ 10 w 140"/>
                                <a:gd name="T53" fmla="*/ 174 h 310"/>
                                <a:gd name="T54" fmla="*/ 13 w 140"/>
                                <a:gd name="T55" fmla="*/ 185 h 310"/>
                                <a:gd name="T56" fmla="*/ 16 w 140"/>
                                <a:gd name="T57" fmla="*/ 195 h 310"/>
                                <a:gd name="T58" fmla="*/ 15 w 140"/>
                                <a:gd name="T59" fmla="*/ 203 h 310"/>
                                <a:gd name="T60" fmla="*/ 12 w 140"/>
                                <a:gd name="T61" fmla="*/ 213 h 310"/>
                                <a:gd name="T62" fmla="*/ 8 w 140"/>
                                <a:gd name="T63" fmla="*/ 224 h 310"/>
                                <a:gd name="T64" fmla="*/ 8 w 140"/>
                                <a:gd name="T65" fmla="*/ 233 h 310"/>
                                <a:gd name="T66" fmla="*/ 0 w 140"/>
                                <a:gd name="T67" fmla="*/ 253 h 310"/>
                                <a:gd name="T68" fmla="*/ 7 w 140"/>
                                <a:gd name="T69" fmla="*/ 258 h 310"/>
                                <a:gd name="T70" fmla="*/ 8 w 140"/>
                                <a:gd name="T71" fmla="*/ 267 h 310"/>
                                <a:gd name="T72" fmla="*/ 26 w 140"/>
                                <a:gd name="T73" fmla="*/ 274 h 310"/>
                                <a:gd name="T74" fmla="*/ 28 w 140"/>
                                <a:gd name="T75" fmla="*/ 269 h 310"/>
                                <a:gd name="T76" fmla="*/ 33 w 140"/>
                                <a:gd name="T77" fmla="*/ 255 h 310"/>
                                <a:gd name="T78" fmla="*/ 41 w 140"/>
                                <a:gd name="T79" fmla="*/ 247 h 310"/>
                                <a:gd name="T80" fmla="*/ 44 w 140"/>
                                <a:gd name="T81" fmla="*/ 239 h 310"/>
                                <a:gd name="T82" fmla="*/ 53 w 140"/>
                                <a:gd name="T83" fmla="*/ 231 h 310"/>
                                <a:gd name="T84" fmla="*/ 44 w 140"/>
                                <a:gd name="T85" fmla="*/ 216 h 310"/>
                                <a:gd name="T86" fmla="*/ 49 w 140"/>
                                <a:gd name="T87" fmla="*/ 202 h 310"/>
                                <a:gd name="T88" fmla="*/ 55 w 140"/>
                                <a:gd name="T89" fmla="*/ 198 h 310"/>
                                <a:gd name="T90" fmla="*/ 58 w 140"/>
                                <a:gd name="T91" fmla="*/ 186 h 310"/>
                                <a:gd name="T92" fmla="*/ 60 w 140"/>
                                <a:gd name="T93" fmla="*/ 176 h 310"/>
                                <a:gd name="T94" fmla="*/ 69 w 140"/>
                                <a:gd name="T95" fmla="*/ 178 h 310"/>
                                <a:gd name="T96" fmla="*/ 67 w 140"/>
                                <a:gd name="T97" fmla="*/ 174 h 310"/>
                                <a:gd name="T98" fmla="*/ 59 w 140"/>
                                <a:gd name="T99" fmla="*/ 159 h 310"/>
                                <a:gd name="T100" fmla="*/ 78 w 140"/>
                                <a:gd name="T101" fmla="*/ 157 h 310"/>
                                <a:gd name="T102" fmla="*/ 80 w 140"/>
                                <a:gd name="T103" fmla="*/ 145 h 310"/>
                                <a:gd name="T104" fmla="*/ 102 w 140"/>
                                <a:gd name="T105" fmla="*/ 139 h 310"/>
                                <a:gd name="T106" fmla="*/ 114 w 140"/>
                                <a:gd name="T107" fmla="*/ 114 h 310"/>
                                <a:gd name="T108" fmla="*/ 106 w 140"/>
                                <a:gd name="T109" fmla="*/ 92 h 310"/>
                                <a:gd name="T110" fmla="*/ 108 w 140"/>
                                <a:gd name="T111" fmla="*/ 81 h 310"/>
                                <a:gd name="T112" fmla="*/ 110 w 140"/>
                                <a:gd name="T113" fmla="*/ 71 h 310"/>
                                <a:gd name="T114" fmla="*/ 120 w 140"/>
                                <a:gd name="T115" fmla="*/ 58 h 310"/>
                                <a:gd name="T116" fmla="*/ 128 w 140"/>
                                <a:gd name="T117" fmla="*/ 49 h 310"/>
                                <a:gd name="T118" fmla="*/ 136 w 140"/>
                                <a:gd name="T119" fmla="*/ 43 h 3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140" h="310">
                                  <a:moveTo>
                                    <a:pt x="59" y="306"/>
                                  </a:moveTo>
                                  <a:cubicBezTo>
                                    <a:pt x="59" y="306"/>
                                    <a:pt x="58" y="307"/>
                                    <a:pt x="58" y="307"/>
                                  </a:cubicBezTo>
                                  <a:cubicBezTo>
                                    <a:pt x="58" y="308"/>
                                    <a:pt x="58" y="308"/>
                                    <a:pt x="57" y="308"/>
                                  </a:cubicBezTo>
                                  <a:cubicBezTo>
                                    <a:pt x="57" y="309"/>
                                    <a:pt x="56" y="309"/>
                                    <a:pt x="56" y="309"/>
                                  </a:cubicBezTo>
                                  <a:cubicBezTo>
                                    <a:pt x="56" y="309"/>
                                    <a:pt x="55" y="309"/>
                                    <a:pt x="55" y="309"/>
                                  </a:cubicBezTo>
                                  <a:cubicBezTo>
                                    <a:pt x="55" y="309"/>
                                    <a:pt x="55" y="308"/>
                                    <a:pt x="54" y="308"/>
                                  </a:cubicBezTo>
                                  <a:cubicBezTo>
                                    <a:pt x="54" y="309"/>
                                    <a:pt x="53" y="309"/>
                                    <a:pt x="53" y="309"/>
                                  </a:cubicBezTo>
                                  <a:cubicBezTo>
                                    <a:pt x="53" y="309"/>
                                    <a:pt x="52" y="309"/>
                                    <a:pt x="51" y="309"/>
                                  </a:cubicBezTo>
                                  <a:cubicBezTo>
                                    <a:pt x="51" y="309"/>
                                    <a:pt x="50" y="310"/>
                                    <a:pt x="50" y="310"/>
                                  </a:cubicBezTo>
                                  <a:cubicBezTo>
                                    <a:pt x="49" y="310"/>
                                    <a:pt x="49" y="310"/>
                                    <a:pt x="49" y="310"/>
                                  </a:cubicBezTo>
                                  <a:cubicBezTo>
                                    <a:pt x="49" y="310"/>
                                    <a:pt x="47" y="309"/>
                                    <a:pt x="47" y="309"/>
                                  </a:cubicBezTo>
                                  <a:cubicBezTo>
                                    <a:pt x="47" y="309"/>
                                    <a:pt x="46" y="309"/>
                                    <a:pt x="46" y="309"/>
                                  </a:cubicBezTo>
                                  <a:cubicBezTo>
                                    <a:pt x="46" y="308"/>
                                    <a:pt x="45" y="308"/>
                                    <a:pt x="44" y="308"/>
                                  </a:cubicBezTo>
                                  <a:cubicBezTo>
                                    <a:pt x="44" y="308"/>
                                    <a:pt x="43" y="308"/>
                                    <a:pt x="43" y="308"/>
                                  </a:cubicBezTo>
                                  <a:cubicBezTo>
                                    <a:pt x="43" y="308"/>
                                    <a:pt x="42" y="308"/>
                                    <a:pt x="41" y="308"/>
                                  </a:cubicBezTo>
                                  <a:cubicBezTo>
                                    <a:pt x="40" y="308"/>
                                    <a:pt x="38" y="308"/>
                                    <a:pt x="38" y="308"/>
                                  </a:cubicBezTo>
                                  <a:cubicBezTo>
                                    <a:pt x="38" y="307"/>
                                    <a:pt x="37" y="307"/>
                                    <a:pt x="37" y="307"/>
                                  </a:cubicBezTo>
                                  <a:cubicBezTo>
                                    <a:pt x="36" y="307"/>
                                    <a:pt x="35" y="307"/>
                                    <a:pt x="35" y="308"/>
                                  </a:cubicBezTo>
                                  <a:cubicBezTo>
                                    <a:pt x="35" y="308"/>
                                    <a:pt x="35" y="308"/>
                                    <a:pt x="34" y="308"/>
                                  </a:cubicBezTo>
                                  <a:cubicBezTo>
                                    <a:pt x="34" y="281"/>
                                    <a:pt x="34" y="281"/>
                                    <a:pt x="34" y="281"/>
                                  </a:cubicBezTo>
                                  <a:cubicBezTo>
                                    <a:pt x="35" y="282"/>
                                    <a:pt x="37" y="285"/>
                                    <a:pt x="37" y="285"/>
                                  </a:cubicBezTo>
                                  <a:cubicBezTo>
                                    <a:pt x="37" y="285"/>
                                    <a:pt x="36" y="286"/>
                                    <a:pt x="36" y="286"/>
                                  </a:cubicBezTo>
                                  <a:cubicBezTo>
                                    <a:pt x="35" y="287"/>
                                    <a:pt x="35" y="288"/>
                                    <a:pt x="35" y="288"/>
                                  </a:cubicBezTo>
                                  <a:cubicBezTo>
                                    <a:pt x="35" y="288"/>
                                    <a:pt x="36" y="289"/>
                                    <a:pt x="36" y="289"/>
                                  </a:cubicBezTo>
                                  <a:cubicBezTo>
                                    <a:pt x="36" y="289"/>
                                    <a:pt x="38" y="289"/>
                                    <a:pt x="38" y="289"/>
                                  </a:cubicBezTo>
                                  <a:cubicBezTo>
                                    <a:pt x="38" y="290"/>
                                    <a:pt x="38" y="290"/>
                                    <a:pt x="38" y="291"/>
                                  </a:cubicBezTo>
                                  <a:cubicBezTo>
                                    <a:pt x="38" y="291"/>
                                    <a:pt x="39" y="293"/>
                                    <a:pt x="39" y="293"/>
                                  </a:cubicBezTo>
                                  <a:cubicBezTo>
                                    <a:pt x="40" y="293"/>
                                    <a:pt x="41" y="295"/>
                                    <a:pt x="41" y="295"/>
                                  </a:cubicBezTo>
                                  <a:cubicBezTo>
                                    <a:pt x="41" y="295"/>
                                    <a:pt x="42" y="295"/>
                                    <a:pt x="42" y="295"/>
                                  </a:cubicBezTo>
                                  <a:cubicBezTo>
                                    <a:pt x="42" y="296"/>
                                    <a:pt x="42" y="296"/>
                                    <a:pt x="42" y="296"/>
                                  </a:cubicBezTo>
                                  <a:cubicBezTo>
                                    <a:pt x="42" y="296"/>
                                    <a:pt x="44" y="298"/>
                                    <a:pt x="44" y="298"/>
                                  </a:cubicBezTo>
                                  <a:cubicBezTo>
                                    <a:pt x="45" y="298"/>
                                    <a:pt x="45" y="299"/>
                                    <a:pt x="46" y="299"/>
                                  </a:cubicBezTo>
                                  <a:cubicBezTo>
                                    <a:pt x="46" y="299"/>
                                    <a:pt x="47" y="300"/>
                                    <a:pt x="47" y="300"/>
                                  </a:cubicBezTo>
                                  <a:cubicBezTo>
                                    <a:pt x="47" y="300"/>
                                    <a:pt x="47" y="300"/>
                                    <a:pt x="48" y="301"/>
                                  </a:cubicBezTo>
                                  <a:cubicBezTo>
                                    <a:pt x="48" y="301"/>
                                    <a:pt x="49" y="302"/>
                                    <a:pt x="49" y="302"/>
                                  </a:cubicBezTo>
                                  <a:cubicBezTo>
                                    <a:pt x="49" y="302"/>
                                    <a:pt x="49" y="303"/>
                                    <a:pt x="50" y="303"/>
                                  </a:cubicBezTo>
                                  <a:cubicBezTo>
                                    <a:pt x="50" y="303"/>
                                    <a:pt x="52" y="304"/>
                                    <a:pt x="53" y="305"/>
                                  </a:cubicBezTo>
                                  <a:cubicBezTo>
                                    <a:pt x="53" y="305"/>
                                    <a:pt x="54" y="305"/>
                                    <a:pt x="55" y="305"/>
                                  </a:cubicBezTo>
                                  <a:cubicBezTo>
                                    <a:pt x="55" y="305"/>
                                    <a:pt x="56" y="305"/>
                                    <a:pt x="57" y="305"/>
                                  </a:cubicBezTo>
                                  <a:cubicBezTo>
                                    <a:pt x="57" y="305"/>
                                    <a:pt x="58" y="305"/>
                                    <a:pt x="58" y="305"/>
                                  </a:cubicBezTo>
                                  <a:cubicBezTo>
                                    <a:pt x="58" y="305"/>
                                    <a:pt x="59" y="305"/>
                                    <a:pt x="59" y="306"/>
                                  </a:cubicBezTo>
                                  <a:close/>
                                  <a:moveTo>
                                    <a:pt x="68" y="306"/>
                                  </a:moveTo>
                                  <a:cubicBezTo>
                                    <a:pt x="68" y="306"/>
                                    <a:pt x="68" y="306"/>
                                    <a:pt x="68" y="306"/>
                                  </a:cubicBezTo>
                                  <a:cubicBezTo>
                                    <a:pt x="67" y="306"/>
                                    <a:pt x="66" y="306"/>
                                    <a:pt x="66" y="306"/>
                                  </a:cubicBezTo>
                                  <a:cubicBezTo>
                                    <a:pt x="65" y="306"/>
                                    <a:pt x="65" y="306"/>
                                    <a:pt x="65" y="306"/>
                                  </a:cubicBezTo>
                                  <a:cubicBezTo>
                                    <a:pt x="65" y="306"/>
                                    <a:pt x="65" y="306"/>
                                    <a:pt x="65" y="306"/>
                                  </a:cubicBezTo>
                                  <a:cubicBezTo>
                                    <a:pt x="64" y="306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6"/>
                                    <a:pt x="63" y="306"/>
                                  </a:cubicBezTo>
                                  <a:cubicBezTo>
                                    <a:pt x="63" y="306"/>
                                    <a:pt x="63" y="306"/>
                                    <a:pt x="63" y="306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4" y="308"/>
                                    <a:pt x="64" y="308"/>
                                    <a:pt x="64" y="308"/>
                                  </a:cubicBezTo>
                                  <a:cubicBezTo>
                                    <a:pt x="64" y="308"/>
                                    <a:pt x="64" y="308"/>
                                    <a:pt x="64" y="308"/>
                                  </a:cubicBezTo>
                                  <a:cubicBezTo>
                                    <a:pt x="64" y="308"/>
                                    <a:pt x="64" y="308"/>
                                    <a:pt x="65" y="308"/>
                                  </a:cubicBezTo>
                                  <a:cubicBezTo>
                                    <a:pt x="65" y="308"/>
                                    <a:pt x="65" y="308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6" y="308"/>
                                    <a:pt x="66" y="308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6"/>
                                    <a:pt x="68" y="306"/>
                                    <a:pt x="68" y="306"/>
                                  </a:cubicBezTo>
                                  <a:close/>
                                  <a:moveTo>
                                    <a:pt x="139" y="37"/>
                                  </a:moveTo>
                                  <a:cubicBezTo>
                                    <a:pt x="139" y="37"/>
                                    <a:pt x="140" y="37"/>
                                    <a:pt x="140" y="36"/>
                                  </a:cubicBezTo>
                                  <a:cubicBezTo>
                                    <a:pt x="140" y="36"/>
                                    <a:pt x="140" y="36"/>
                                    <a:pt x="140" y="36"/>
                                  </a:cubicBezTo>
                                  <a:cubicBezTo>
                                    <a:pt x="140" y="36"/>
                                    <a:pt x="140" y="35"/>
                                    <a:pt x="140" y="35"/>
                                  </a:cubicBezTo>
                                  <a:cubicBezTo>
                                    <a:pt x="140" y="35"/>
                                    <a:pt x="139" y="34"/>
                                    <a:pt x="139" y="34"/>
                                  </a:cubicBezTo>
                                  <a:cubicBezTo>
                                    <a:pt x="139" y="34"/>
                                    <a:pt x="139" y="33"/>
                                    <a:pt x="139" y="33"/>
                                  </a:cubicBezTo>
                                  <a:cubicBezTo>
                                    <a:pt x="138" y="33"/>
                                    <a:pt x="138" y="32"/>
                                    <a:pt x="138" y="32"/>
                                  </a:cubicBezTo>
                                  <a:cubicBezTo>
                                    <a:pt x="138" y="32"/>
                                    <a:pt x="138" y="31"/>
                                    <a:pt x="138" y="31"/>
                                  </a:cubicBezTo>
                                  <a:cubicBezTo>
                                    <a:pt x="138" y="30"/>
                                    <a:pt x="138" y="30"/>
                                    <a:pt x="138" y="30"/>
                                  </a:cubicBezTo>
                                  <a:cubicBezTo>
                                    <a:pt x="138" y="30"/>
                                    <a:pt x="138" y="30"/>
                                    <a:pt x="137" y="30"/>
                                  </a:cubicBezTo>
                                  <a:cubicBezTo>
                                    <a:pt x="137" y="30"/>
                                    <a:pt x="137" y="30"/>
                                    <a:pt x="137" y="30"/>
                                  </a:cubicBezTo>
                                  <a:cubicBezTo>
                                    <a:pt x="137" y="30"/>
                                    <a:pt x="137" y="29"/>
                                    <a:pt x="137" y="29"/>
                                  </a:cubicBezTo>
                                  <a:cubicBezTo>
                                    <a:pt x="137" y="29"/>
                                    <a:pt x="136" y="29"/>
                                    <a:pt x="136" y="29"/>
                                  </a:cubicBezTo>
                                  <a:cubicBezTo>
                                    <a:pt x="136" y="30"/>
                                    <a:pt x="136" y="30"/>
                                    <a:pt x="136" y="30"/>
                                  </a:cubicBezTo>
                                  <a:cubicBezTo>
                                    <a:pt x="135" y="30"/>
                                    <a:pt x="135" y="30"/>
                                    <a:pt x="135" y="30"/>
                                  </a:cubicBezTo>
                                  <a:cubicBezTo>
                                    <a:pt x="134" y="31"/>
                                    <a:pt x="134" y="31"/>
                                    <a:pt x="134" y="31"/>
                                  </a:cubicBezTo>
                                  <a:cubicBezTo>
                                    <a:pt x="134" y="30"/>
                                    <a:pt x="134" y="30"/>
                                    <a:pt x="134" y="30"/>
                                  </a:cubicBezTo>
                                  <a:cubicBezTo>
                                    <a:pt x="133" y="30"/>
                                    <a:pt x="133" y="30"/>
                                    <a:pt x="133" y="30"/>
                                  </a:cubicBezTo>
                                  <a:cubicBezTo>
                                    <a:pt x="133" y="30"/>
                                    <a:pt x="133" y="30"/>
                                    <a:pt x="133" y="30"/>
                                  </a:cubicBezTo>
                                  <a:cubicBezTo>
                                    <a:pt x="133" y="30"/>
                                    <a:pt x="133" y="31"/>
                                    <a:pt x="133" y="31"/>
                                  </a:cubicBezTo>
                                  <a:cubicBezTo>
                                    <a:pt x="133" y="31"/>
                                    <a:pt x="133" y="31"/>
                                    <a:pt x="133" y="31"/>
                                  </a:cubicBezTo>
                                  <a:cubicBezTo>
                                    <a:pt x="133" y="31"/>
                                    <a:pt x="133" y="32"/>
                                    <a:pt x="133" y="32"/>
                                  </a:cubicBezTo>
                                  <a:cubicBezTo>
                                    <a:pt x="133" y="32"/>
                                    <a:pt x="133" y="33"/>
                                    <a:pt x="133" y="33"/>
                                  </a:cubicBezTo>
                                  <a:cubicBezTo>
                                    <a:pt x="133" y="33"/>
                                    <a:pt x="133" y="33"/>
                                    <a:pt x="133" y="33"/>
                                  </a:cubicBezTo>
                                  <a:cubicBezTo>
                                    <a:pt x="133" y="33"/>
                                    <a:pt x="133" y="34"/>
                                    <a:pt x="133" y="34"/>
                                  </a:cubicBezTo>
                                  <a:cubicBezTo>
                                    <a:pt x="133" y="34"/>
                                    <a:pt x="133" y="35"/>
                                    <a:pt x="133" y="35"/>
                                  </a:cubicBezTo>
                                  <a:cubicBezTo>
                                    <a:pt x="132" y="38"/>
                                    <a:pt x="132" y="38"/>
                                    <a:pt x="132" y="38"/>
                                  </a:cubicBezTo>
                                  <a:cubicBezTo>
                                    <a:pt x="131" y="38"/>
                                    <a:pt x="131" y="38"/>
                                    <a:pt x="131" y="38"/>
                                  </a:cubicBezTo>
                                  <a:cubicBezTo>
                                    <a:pt x="131" y="38"/>
                                    <a:pt x="131" y="38"/>
                                    <a:pt x="130" y="39"/>
                                  </a:cubicBezTo>
                                  <a:cubicBezTo>
                                    <a:pt x="130" y="39"/>
                                    <a:pt x="131" y="39"/>
                                    <a:pt x="130" y="39"/>
                                  </a:cubicBezTo>
                                  <a:cubicBezTo>
                                    <a:pt x="130" y="39"/>
                                    <a:pt x="130" y="39"/>
                                    <a:pt x="130" y="40"/>
                                  </a:cubicBezTo>
                                  <a:cubicBezTo>
                                    <a:pt x="129" y="40"/>
                                    <a:pt x="129" y="40"/>
                                    <a:pt x="129" y="40"/>
                                  </a:cubicBezTo>
                                  <a:cubicBezTo>
                                    <a:pt x="129" y="40"/>
                                    <a:pt x="128" y="40"/>
                                    <a:pt x="128" y="41"/>
                                  </a:cubicBezTo>
                                  <a:cubicBezTo>
                                    <a:pt x="128" y="41"/>
                                    <a:pt x="127" y="41"/>
                                    <a:pt x="127" y="41"/>
                                  </a:cubicBezTo>
                                  <a:cubicBezTo>
                                    <a:pt x="127" y="42"/>
                                    <a:pt x="127" y="42"/>
                                    <a:pt x="127" y="42"/>
                                  </a:cubicBezTo>
                                  <a:cubicBezTo>
                                    <a:pt x="127" y="42"/>
                                    <a:pt x="126" y="42"/>
                                    <a:pt x="126" y="42"/>
                                  </a:cubicBezTo>
                                  <a:cubicBezTo>
                                    <a:pt x="126" y="42"/>
                                    <a:pt x="126" y="43"/>
                                    <a:pt x="126" y="43"/>
                                  </a:cubicBezTo>
                                  <a:cubicBezTo>
                                    <a:pt x="126" y="43"/>
                                    <a:pt x="126" y="44"/>
                                    <a:pt x="126" y="44"/>
                                  </a:cubicBezTo>
                                  <a:cubicBezTo>
                                    <a:pt x="126" y="44"/>
                                    <a:pt x="125" y="44"/>
                                    <a:pt x="125" y="44"/>
                                  </a:cubicBezTo>
                                  <a:cubicBezTo>
                                    <a:pt x="125" y="44"/>
                                    <a:pt x="124" y="44"/>
                                    <a:pt x="124" y="44"/>
                                  </a:cubicBezTo>
                                  <a:cubicBezTo>
                                    <a:pt x="124" y="44"/>
                                    <a:pt x="123" y="44"/>
                                    <a:pt x="123" y="43"/>
                                  </a:cubicBezTo>
                                  <a:cubicBezTo>
                                    <a:pt x="123" y="43"/>
                                    <a:pt x="122" y="43"/>
                                    <a:pt x="122" y="43"/>
                                  </a:cubicBezTo>
                                  <a:cubicBezTo>
                                    <a:pt x="122" y="43"/>
                                    <a:pt x="121" y="44"/>
                                    <a:pt x="121" y="44"/>
                                  </a:cubicBezTo>
                                  <a:cubicBezTo>
                                    <a:pt x="121" y="44"/>
                                    <a:pt x="121" y="45"/>
                                    <a:pt x="120" y="45"/>
                                  </a:cubicBezTo>
                                  <a:cubicBezTo>
                                    <a:pt x="120" y="45"/>
                                    <a:pt x="120" y="45"/>
                                    <a:pt x="120" y="45"/>
                                  </a:cubicBezTo>
                                  <a:cubicBezTo>
                                    <a:pt x="120" y="45"/>
                                    <a:pt x="119" y="44"/>
                                    <a:pt x="119" y="44"/>
                                  </a:cubicBezTo>
                                  <a:cubicBezTo>
                                    <a:pt x="119" y="44"/>
                                    <a:pt x="118" y="45"/>
                                    <a:pt x="118" y="45"/>
                                  </a:cubicBezTo>
                                  <a:cubicBezTo>
                                    <a:pt x="118" y="45"/>
                                    <a:pt x="117" y="45"/>
                                    <a:pt x="117" y="44"/>
                                  </a:cubicBezTo>
                                  <a:cubicBezTo>
                                    <a:pt x="117" y="44"/>
                                    <a:pt x="117" y="44"/>
                                    <a:pt x="117" y="44"/>
                                  </a:cubicBezTo>
                                  <a:cubicBezTo>
                                    <a:pt x="116" y="45"/>
                                    <a:pt x="116" y="45"/>
                                    <a:pt x="116" y="45"/>
                                  </a:cubicBezTo>
                                  <a:cubicBezTo>
                                    <a:pt x="115" y="45"/>
                                    <a:pt x="115" y="45"/>
                                    <a:pt x="115" y="45"/>
                                  </a:cubicBezTo>
                                  <a:cubicBezTo>
                                    <a:pt x="109" y="43"/>
                                    <a:pt x="109" y="43"/>
                                    <a:pt x="109" y="43"/>
                                  </a:cubicBezTo>
                                  <a:cubicBezTo>
                                    <a:pt x="105" y="43"/>
                                    <a:pt x="105" y="43"/>
                                    <a:pt x="105" y="43"/>
                                  </a:cubicBezTo>
                                  <a:cubicBezTo>
                                    <a:pt x="105" y="43"/>
                                    <a:pt x="105" y="43"/>
                                    <a:pt x="105" y="43"/>
                                  </a:cubicBezTo>
                                  <a:cubicBezTo>
                                    <a:pt x="105" y="43"/>
                                    <a:pt x="104" y="42"/>
                                    <a:pt x="104" y="42"/>
                                  </a:cubicBezTo>
                                  <a:cubicBezTo>
                                    <a:pt x="104" y="42"/>
                                    <a:pt x="105" y="42"/>
                                    <a:pt x="105" y="42"/>
                                  </a:cubicBezTo>
                                  <a:cubicBezTo>
                                    <a:pt x="105" y="42"/>
                                    <a:pt x="105" y="41"/>
                                    <a:pt x="105" y="41"/>
                                  </a:cubicBezTo>
                                  <a:cubicBezTo>
                                    <a:pt x="105" y="41"/>
                                    <a:pt x="106" y="41"/>
                                    <a:pt x="106" y="41"/>
                                  </a:cubicBezTo>
                                  <a:cubicBezTo>
                                    <a:pt x="106" y="40"/>
                                    <a:pt x="106" y="40"/>
                                    <a:pt x="106" y="40"/>
                                  </a:cubicBezTo>
                                  <a:cubicBezTo>
                                    <a:pt x="106" y="40"/>
                                    <a:pt x="106" y="40"/>
                                    <a:pt x="106" y="40"/>
                                  </a:cubicBezTo>
                                  <a:cubicBezTo>
                                    <a:pt x="106" y="40"/>
                                    <a:pt x="107" y="40"/>
                                    <a:pt x="107" y="40"/>
                                  </a:cubicBezTo>
                                  <a:cubicBezTo>
                                    <a:pt x="107" y="40"/>
                                    <a:pt x="107" y="40"/>
                                    <a:pt x="107" y="40"/>
                                  </a:cubicBezTo>
                                  <a:cubicBezTo>
                                    <a:pt x="107" y="40"/>
                                    <a:pt x="107" y="39"/>
                                    <a:pt x="107" y="39"/>
                                  </a:cubicBezTo>
                                  <a:cubicBezTo>
                                    <a:pt x="107" y="39"/>
                                    <a:pt x="107" y="39"/>
                                    <a:pt x="107" y="39"/>
                                  </a:cubicBezTo>
                                  <a:cubicBezTo>
                                    <a:pt x="107" y="39"/>
                                    <a:pt x="107" y="38"/>
                                    <a:pt x="108" y="38"/>
                                  </a:cubicBezTo>
                                  <a:cubicBezTo>
                                    <a:pt x="108" y="38"/>
                                    <a:pt x="108" y="38"/>
                                    <a:pt x="108" y="38"/>
                                  </a:cubicBezTo>
                                  <a:cubicBezTo>
                                    <a:pt x="108" y="36"/>
                                    <a:pt x="108" y="36"/>
                                    <a:pt x="108" y="36"/>
                                  </a:cubicBezTo>
                                  <a:cubicBezTo>
                                    <a:pt x="108" y="36"/>
                                    <a:pt x="108" y="35"/>
                                    <a:pt x="108" y="35"/>
                                  </a:cubicBezTo>
                                  <a:cubicBezTo>
                                    <a:pt x="108" y="35"/>
                                    <a:pt x="108" y="35"/>
                                    <a:pt x="108" y="35"/>
                                  </a:cubicBezTo>
                                  <a:cubicBezTo>
                                    <a:pt x="108" y="35"/>
                                    <a:pt x="108" y="35"/>
                                    <a:pt x="108" y="34"/>
                                  </a:cubicBezTo>
                                  <a:cubicBezTo>
                                    <a:pt x="108" y="34"/>
                                    <a:pt x="108" y="34"/>
                                    <a:pt x="108" y="34"/>
                                  </a:cubicBezTo>
                                  <a:cubicBezTo>
                                    <a:pt x="108" y="34"/>
                                    <a:pt x="110" y="33"/>
                                    <a:pt x="110" y="33"/>
                                  </a:cubicBezTo>
                                  <a:cubicBezTo>
                                    <a:pt x="110" y="33"/>
                                    <a:pt x="110" y="32"/>
                                    <a:pt x="110" y="32"/>
                                  </a:cubicBezTo>
                                  <a:cubicBezTo>
                                    <a:pt x="110" y="32"/>
                                    <a:pt x="111" y="32"/>
                                    <a:pt x="111" y="32"/>
                                  </a:cubicBezTo>
                                  <a:cubicBezTo>
                                    <a:pt x="111" y="32"/>
                                    <a:pt x="111" y="31"/>
                                    <a:pt x="111" y="31"/>
                                  </a:cubicBezTo>
                                  <a:cubicBezTo>
                                    <a:pt x="112" y="29"/>
                                    <a:pt x="112" y="29"/>
                                    <a:pt x="112" y="29"/>
                                  </a:cubicBezTo>
                                  <a:cubicBezTo>
                                    <a:pt x="112" y="28"/>
                                    <a:pt x="112" y="28"/>
                                    <a:pt x="112" y="28"/>
                                  </a:cubicBezTo>
                                  <a:cubicBezTo>
                                    <a:pt x="110" y="26"/>
                                    <a:pt x="110" y="26"/>
                                    <a:pt x="110" y="26"/>
                                  </a:cubicBezTo>
                                  <a:cubicBezTo>
                                    <a:pt x="108" y="25"/>
                                    <a:pt x="108" y="25"/>
                                    <a:pt x="108" y="25"/>
                                  </a:cubicBezTo>
                                  <a:cubicBezTo>
                                    <a:pt x="107" y="25"/>
                                    <a:pt x="107" y="25"/>
                                    <a:pt x="107" y="25"/>
                                  </a:cubicBezTo>
                                  <a:cubicBezTo>
                                    <a:pt x="106" y="24"/>
                                    <a:pt x="106" y="24"/>
                                    <a:pt x="106" y="24"/>
                                  </a:cubicBezTo>
                                  <a:cubicBezTo>
                                    <a:pt x="105" y="24"/>
                                    <a:pt x="105" y="24"/>
                                    <a:pt x="105" y="24"/>
                                  </a:cubicBezTo>
                                  <a:cubicBezTo>
                                    <a:pt x="101" y="22"/>
                                    <a:pt x="101" y="22"/>
                                    <a:pt x="101" y="22"/>
                                  </a:cubicBezTo>
                                  <a:cubicBezTo>
                                    <a:pt x="99" y="20"/>
                                    <a:pt x="99" y="20"/>
                                    <a:pt x="99" y="20"/>
                                  </a:cubicBezTo>
                                  <a:cubicBezTo>
                                    <a:pt x="95" y="18"/>
                                    <a:pt x="95" y="18"/>
                                    <a:pt x="95" y="18"/>
                                  </a:cubicBezTo>
                                  <a:cubicBezTo>
                                    <a:pt x="92" y="18"/>
                                    <a:pt x="92" y="18"/>
                                    <a:pt x="92" y="18"/>
                                  </a:cubicBezTo>
                                  <a:cubicBezTo>
                                    <a:pt x="88" y="16"/>
                                    <a:pt x="88" y="16"/>
                                    <a:pt x="88" y="16"/>
                                  </a:cubicBezTo>
                                  <a:cubicBezTo>
                                    <a:pt x="88" y="16"/>
                                    <a:pt x="88" y="15"/>
                                    <a:pt x="88" y="15"/>
                                  </a:cubicBezTo>
                                  <a:cubicBezTo>
                                    <a:pt x="88" y="15"/>
                                    <a:pt x="86" y="13"/>
                                    <a:pt x="86" y="13"/>
                                  </a:cubicBezTo>
                                  <a:cubicBezTo>
                                    <a:pt x="85" y="13"/>
                                    <a:pt x="85" y="13"/>
                                    <a:pt x="85" y="13"/>
                                  </a:cubicBezTo>
                                  <a:cubicBezTo>
                                    <a:pt x="84" y="12"/>
                                    <a:pt x="84" y="12"/>
                                    <a:pt x="84" y="12"/>
                                  </a:cubicBezTo>
                                  <a:cubicBezTo>
                                    <a:pt x="83" y="12"/>
                                    <a:pt x="83" y="12"/>
                                    <a:pt x="83" y="12"/>
                                  </a:cubicBezTo>
                                  <a:cubicBezTo>
                                    <a:pt x="81" y="10"/>
                                    <a:pt x="81" y="10"/>
                                    <a:pt x="81" y="10"/>
                                  </a:cubicBezTo>
                                  <a:cubicBezTo>
                                    <a:pt x="81" y="9"/>
                                    <a:pt x="81" y="9"/>
                                    <a:pt x="81" y="9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79" y="6"/>
                                    <a:pt x="79" y="6"/>
                                    <a:pt x="79" y="6"/>
                                  </a:cubicBezTo>
                                  <a:cubicBezTo>
                                    <a:pt x="79" y="6"/>
                                    <a:pt x="79" y="6"/>
                                    <a:pt x="79" y="6"/>
                                  </a:cubicBezTo>
                                  <a:cubicBezTo>
                                    <a:pt x="76" y="4"/>
                                    <a:pt x="76" y="4"/>
                                    <a:pt x="76" y="4"/>
                                  </a:cubicBezTo>
                                  <a:cubicBezTo>
                                    <a:pt x="75" y="3"/>
                                    <a:pt x="75" y="3"/>
                                    <a:pt x="75" y="3"/>
                                  </a:cubicBezTo>
                                  <a:cubicBezTo>
                                    <a:pt x="75" y="2"/>
                                    <a:pt x="75" y="2"/>
                                    <a:pt x="75" y="2"/>
                                  </a:cubicBezTo>
                                  <a:cubicBezTo>
                                    <a:pt x="75" y="2"/>
                                    <a:pt x="72" y="2"/>
                                    <a:pt x="72" y="2"/>
                                  </a:cubicBezTo>
                                  <a:cubicBezTo>
                                    <a:pt x="72" y="2"/>
                                    <a:pt x="69" y="3"/>
                                    <a:pt x="69" y="3"/>
                                  </a:cubicBezTo>
                                  <a:cubicBezTo>
                                    <a:pt x="69" y="2"/>
                                    <a:pt x="69" y="2"/>
                                    <a:pt x="69" y="2"/>
                                  </a:cubicBezTo>
                                  <a:cubicBezTo>
                                    <a:pt x="67" y="2"/>
                                    <a:pt x="67" y="2"/>
                                    <a:pt x="67" y="2"/>
                                  </a:cubicBezTo>
                                  <a:cubicBezTo>
                                    <a:pt x="67" y="2"/>
                                    <a:pt x="66" y="5"/>
                                    <a:pt x="66" y="5"/>
                                  </a:cubicBezTo>
                                  <a:cubicBezTo>
                                    <a:pt x="66" y="6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4" y="7"/>
                                    <a:pt x="64" y="7"/>
                                  </a:cubicBezTo>
                                  <a:cubicBezTo>
                                    <a:pt x="64" y="7"/>
                                    <a:pt x="64" y="6"/>
                                    <a:pt x="64" y="6"/>
                                  </a:cubicBezTo>
                                  <a:cubicBezTo>
                                    <a:pt x="64" y="6"/>
                                    <a:pt x="63" y="5"/>
                                    <a:pt x="63" y="5"/>
                                  </a:cubicBezTo>
                                  <a:cubicBezTo>
                                    <a:pt x="63" y="5"/>
                                    <a:pt x="63" y="5"/>
                                    <a:pt x="63" y="4"/>
                                  </a:cubicBezTo>
                                  <a:cubicBezTo>
                                    <a:pt x="63" y="4"/>
                                    <a:pt x="63" y="4"/>
                                    <a:pt x="63" y="4"/>
                                  </a:cubicBezTo>
                                  <a:cubicBezTo>
                                    <a:pt x="63" y="4"/>
                                    <a:pt x="62" y="4"/>
                                    <a:pt x="61" y="3"/>
                                  </a:cubicBezTo>
                                  <a:cubicBezTo>
                                    <a:pt x="61" y="3"/>
                                    <a:pt x="61" y="3"/>
                                    <a:pt x="61" y="3"/>
                                  </a:cubicBezTo>
                                  <a:cubicBezTo>
                                    <a:pt x="61" y="3"/>
                                    <a:pt x="60" y="3"/>
                                    <a:pt x="58" y="3"/>
                                  </a:cubicBezTo>
                                  <a:cubicBezTo>
                                    <a:pt x="57" y="3"/>
                                    <a:pt x="54" y="3"/>
                                    <a:pt x="54" y="3"/>
                                  </a:cubicBezTo>
                                  <a:cubicBezTo>
                                    <a:pt x="54" y="3"/>
                                    <a:pt x="53" y="2"/>
                                    <a:pt x="53" y="2"/>
                                  </a:cubicBezTo>
                                  <a:cubicBezTo>
                                    <a:pt x="53" y="2"/>
                                    <a:pt x="53" y="2"/>
                                    <a:pt x="53" y="2"/>
                                  </a:cubicBezTo>
                                  <a:cubicBezTo>
                                    <a:pt x="53" y="2"/>
                                    <a:pt x="52" y="1"/>
                                    <a:pt x="52" y="1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51" y="0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50" y="3"/>
                                    <a:pt x="50" y="3"/>
                                  </a:cubicBezTo>
                                  <a:cubicBezTo>
                                    <a:pt x="50" y="3"/>
                                    <a:pt x="49" y="3"/>
                                    <a:pt x="49" y="3"/>
                                  </a:cubicBezTo>
                                  <a:cubicBezTo>
                                    <a:pt x="49" y="3"/>
                                    <a:pt x="47" y="4"/>
                                    <a:pt x="47" y="4"/>
                                  </a:cubicBez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6" y="6"/>
                                    <a:pt x="46" y="6"/>
                                    <a:pt x="46" y="6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4" y="8"/>
                                    <a:pt x="44" y="8"/>
                                    <a:pt x="44" y="8"/>
                                  </a:cubicBezTo>
                                  <a:cubicBezTo>
                                    <a:pt x="46" y="10"/>
                                    <a:pt x="46" y="10"/>
                                    <a:pt x="46" y="10"/>
                                  </a:cubicBezTo>
                                  <a:cubicBezTo>
                                    <a:pt x="45" y="11"/>
                                    <a:pt x="45" y="13"/>
                                    <a:pt x="44" y="15"/>
                                  </a:cubicBezTo>
                                  <a:cubicBezTo>
                                    <a:pt x="44" y="15"/>
                                    <a:pt x="44" y="16"/>
                                    <a:pt x="44" y="17"/>
                                  </a:cubicBezTo>
                                  <a:cubicBezTo>
                                    <a:pt x="44" y="17"/>
                                    <a:pt x="43" y="17"/>
                                    <a:pt x="43" y="17"/>
                                  </a:cubicBezTo>
                                  <a:cubicBezTo>
                                    <a:pt x="43" y="18"/>
                                    <a:pt x="43" y="18"/>
                                    <a:pt x="43" y="18"/>
                                  </a:cubicBezTo>
                                  <a:cubicBezTo>
                                    <a:pt x="42" y="18"/>
                                    <a:pt x="40" y="19"/>
                                    <a:pt x="39" y="20"/>
                                  </a:cubicBezTo>
                                  <a:cubicBezTo>
                                    <a:pt x="39" y="20"/>
                                    <a:pt x="38" y="20"/>
                                    <a:pt x="38" y="20"/>
                                  </a:cubicBezTo>
                                  <a:cubicBezTo>
                                    <a:pt x="37" y="20"/>
                                    <a:pt x="37" y="20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2"/>
                                    <a:pt x="36" y="22"/>
                                  </a:cubicBezTo>
                                  <a:cubicBezTo>
                                    <a:pt x="36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3"/>
                                    <a:pt x="35" y="24"/>
                                  </a:cubicBezTo>
                                  <a:cubicBezTo>
                                    <a:pt x="35" y="24"/>
                                    <a:pt x="36" y="25"/>
                                    <a:pt x="36" y="26"/>
                                  </a:cubicBezTo>
                                  <a:cubicBezTo>
                                    <a:pt x="36" y="26"/>
                                    <a:pt x="36" y="26"/>
                                    <a:pt x="36" y="26"/>
                                  </a:cubicBezTo>
                                  <a:cubicBezTo>
                                    <a:pt x="36" y="26"/>
                                    <a:pt x="36" y="26"/>
                                    <a:pt x="35" y="26"/>
                                  </a:cubicBezTo>
                                  <a:cubicBezTo>
                                    <a:pt x="35" y="27"/>
                                    <a:pt x="35" y="27"/>
                                    <a:pt x="35" y="28"/>
                                  </a:cubicBezTo>
                                  <a:cubicBezTo>
                                    <a:pt x="35" y="28"/>
                                    <a:pt x="35" y="28"/>
                                    <a:pt x="35" y="29"/>
                                  </a:cubicBezTo>
                                  <a:cubicBezTo>
                                    <a:pt x="35" y="29"/>
                                    <a:pt x="35" y="29"/>
                                    <a:pt x="35" y="29"/>
                                  </a:cubicBezTo>
                                  <a:cubicBezTo>
                                    <a:pt x="35" y="31"/>
                                    <a:pt x="35" y="32"/>
                                    <a:pt x="36" y="33"/>
                                  </a:cubicBezTo>
                                  <a:cubicBezTo>
                                    <a:pt x="36" y="33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5" y="35"/>
                                    <a:pt x="35" y="35"/>
                                  </a:cubicBezTo>
                                  <a:cubicBezTo>
                                    <a:pt x="34" y="36"/>
                                    <a:pt x="35" y="37"/>
                                    <a:pt x="35" y="38"/>
                                  </a:cubicBezTo>
                                  <a:cubicBezTo>
                                    <a:pt x="36" y="39"/>
                                    <a:pt x="36" y="39"/>
                                    <a:pt x="37" y="40"/>
                                  </a:cubicBezTo>
                                  <a:cubicBezTo>
                                    <a:pt x="37" y="40"/>
                                    <a:pt x="37" y="41"/>
                                    <a:pt x="37" y="41"/>
                                  </a:cubicBezTo>
                                  <a:cubicBezTo>
                                    <a:pt x="37" y="41"/>
                                    <a:pt x="36" y="41"/>
                                    <a:pt x="36" y="41"/>
                                  </a:cubicBezTo>
                                  <a:cubicBezTo>
                                    <a:pt x="36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3" y="42"/>
                                    <a:pt x="33" y="42"/>
                                  </a:cubicBezTo>
                                  <a:cubicBezTo>
                                    <a:pt x="32" y="43"/>
                                    <a:pt x="33" y="43"/>
                                    <a:pt x="33" y="43"/>
                                  </a:cubicBezTo>
                                  <a:cubicBezTo>
                                    <a:pt x="33" y="44"/>
                                    <a:pt x="32" y="44"/>
                                    <a:pt x="32" y="44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1" y="46"/>
                                    <a:pt x="31" y="46"/>
                                    <a:pt x="31" y="47"/>
                                  </a:cubicBezTo>
                                  <a:cubicBezTo>
                                    <a:pt x="31" y="47"/>
                                    <a:pt x="31" y="47"/>
                                    <a:pt x="31" y="47"/>
                                  </a:cubicBezTo>
                                  <a:cubicBezTo>
                                    <a:pt x="31" y="48"/>
                                    <a:pt x="31" y="48"/>
                                    <a:pt x="30" y="48"/>
                                  </a:cubicBezTo>
                                  <a:cubicBezTo>
                                    <a:pt x="30" y="48"/>
                                    <a:pt x="30" y="48"/>
                                    <a:pt x="30" y="48"/>
                                  </a:cubicBezTo>
                                  <a:cubicBezTo>
                                    <a:pt x="30" y="49"/>
                                    <a:pt x="30" y="49"/>
                                    <a:pt x="30" y="49"/>
                                  </a:cubicBezTo>
                                  <a:cubicBezTo>
                                    <a:pt x="29" y="49"/>
                                    <a:pt x="29" y="49"/>
                                    <a:pt x="29" y="50"/>
                                  </a:cubicBezTo>
                                  <a:cubicBezTo>
                                    <a:pt x="29" y="50"/>
                                    <a:pt x="29" y="50"/>
                                    <a:pt x="29" y="50"/>
                                  </a:cubicBezTo>
                                  <a:cubicBezTo>
                                    <a:pt x="29" y="50"/>
                                    <a:pt x="29" y="50"/>
                                    <a:pt x="28" y="50"/>
                                  </a:cubicBezTo>
                                  <a:cubicBezTo>
                                    <a:pt x="28" y="50"/>
                                    <a:pt x="28" y="51"/>
                                    <a:pt x="28" y="51"/>
                                  </a:cubicBezTo>
                                  <a:cubicBezTo>
                                    <a:pt x="28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4"/>
                                    <a:pt x="27" y="55"/>
                                    <a:pt x="26" y="56"/>
                                  </a:cubicBezTo>
                                  <a:cubicBezTo>
                                    <a:pt x="26" y="57"/>
                                    <a:pt x="26" y="58"/>
                                    <a:pt x="26" y="58"/>
                                  </a:cubicBezTo>
                                  <a:cubicBezTo>
                                    <a:pt x="26" y="58"/>
                                    <a:pt x="25" y="58"/>
                                    <a:pt x="25" y="58"/>
                                  </a:cubicBezTo>
                                  <a:cubicBezTo>
                                    <a:pt x="24" y="59"/>
                                    <a:pt x="24" y="60"/>
                                    <a:pt x="25" y="61"/>
                                  </a:cubicBezTo>
                                  <a:cubicBezTo>
                                    <a:pt x="25" y="62"/>
                                    <a:pt x="26" y="64"/>
                                    <a:pt x="25" y="65"/>
                                  </a:cubicBezTo>
                                  <a:cubicBezTo>
                                    <a:pt x="25" y="65"/>
                                    <a:pt x="25" y="66"/>
                                    <a:pt x="25" y="66"/>
                                  </a:cubicBezTo>
                                  <a:cubicBezTo>
                                    <a:pt x="25" y="66"/>
                                    <a:pt x="26" y="66"/>
                                    <a:pt x="26" y="66"/>
                                  </a:cubicBezTo>
                                  <a:cubicBezTo>
                                    <a:pt x="26" y="66"/>
                                    <a:pt x="26" y="67"/>
                                    <a:pt x="26" y="67"/>
                                  </a:cubicBezTo>
                                  <a:cubicBezTo>
                                    <a:pt x="25" y="67"/>
                                    <a:pt x="25" y="67"/>
                                    <a:pt x="25" y="67"/>
                                  </a:cubicBezTo>
                                  <a:cubicBezTo>
                                    <a:pt x="25" y="68"/>
                                    <a:pt x="25" y="68"/>
                                    <a:pt x="24" y="68"/>
                                  </a:cubicBezTo>
                                  <a:cubicBezTo>
                                    <a:pt x="24" y="68"/>
                                    <a:pt x="24" y="68"/>
                                    <a:pt x="23" y="68"/>
                                  </a:cubicBezTo>
                                  <a:cubicBezTo>
                                    <a:pt x="23" y="68"/>
                                    <a:pt x="24" y="68"/>
                                    <a:pt x="24" y="68"/>
                                  </a:cubicBezTo>
                                  <a:cubicBezTo>
                                    <a:pt x="24" y="69"/>
                                    <a:pt x="24" y="69"/>
                                    <a:pt x="24" y="69"/>
                                  </a:cubicBezTo>
                                  <a:cubicBezTo>
                                    <a:pt x="23" y="69"/>
                                    <a:pt x="23" y="70"/>
                                    <a:pt x="23" y="70"/>
                                  </a:cubicBezTo>
                                  <a:cubicBezTo>
                                    <a:pt x="23" y="71"/>
                                    <a:pt x="23" y="71"/>
                                    <a:pt x="23" y="72"/>
                                  </a:cubicBezTo>
                                  <a:cubicBezTo>
                                    <a:pt x="22" y="72"/>
                                    <a:pt x="22" y="72"/>
                                    <a:pt x="22" y="73"/>
                                  </a:cubicBezTo>
                                  <a:cubicBezTo>
                                    <a:pt x="23" y="73"/>
                                    <a:pt x="23" y="73"/>
                                    <a:pt x="23" y="73"/>
                                  </a:cubicBezTo>
                                  <a:cubicBezTo>
                                    <a:pt x="23" y="74"/>
                                    <a:pt x="23" y="74"/>
                                    <a:pt x="23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1" y="74"/>
                                    <a:pt x="21" y="74"/>
                                    <a:pt x="21" y="74"/>
                                  </a:cubicBezTo>
                                  <a:cubicBezTo>
                                    <a:pt x="21" y="74"/>
                                    <a:pt x="21" y="74"/>
                                    <a:pt x="21" y="75"/>
                                  </a:cubicBezTo>
                                  <a:cubicBezTo>
                                    <a:pt x="21" y="75"/>
                                    <a:pt x="21" y="76"/>
                                    <a:pt x="21" y="76"/>
                                  </a:cubicBezTo>
                                  <a:cubicBezTo>
                                    <a:pt x="21" y="77"/>
                                    <a:pt x="21" y="77"/>
                                    <a:pt x="21" y="78"/>
                                  </a:cubicBezTo>
                                  <a:cubicBezTo>
                                    <a:pt x="21" y="78"/>
                                    <a:pt x="21" y="79"/>
                                    <a:pt x="21" y="79"/>
                                  </a:cubicBezTo>
                                  <a:cubicBezTo>
                                    <a:pt x="21" y="80"/>
                                    <a:pt x="21" y="80"/>
                                    <a:pt x="21" y="80"/>
                                  </a:cubicBezTo>
                                  <a:cubicBezTo>
                                    <a:pt x="21" y="80"/>
                                    <a:pt x="21" y="80"/>
                                    <a:pt x="22" y="80"/>
                                  </a:cubicBezTo>
                                  <a:cubicBezTo>
                                    <a:pt x="22" y="81"/>
                                    <a:pt x="22" y="81"/>
                                    <a:pt x="23" y="81"/>
                                  </a:cubicBezTo>
                                  <a:cubicBezTo>
                                    <a:pt x="23" y="81"/>
                                    <a:pt x="23" y="82"/>
                                    <a:pt x="23" y="82"/>
                                  </a:cubicBezTo>
                                  <a:cubicBezTo>
                                    <a:pt x="23" y="82"/>
                                    <a:pt x="22" y="82"/>
                                    <a:pt x="22" y="82"/>
                                  </a:cubicBezTo>
                                  <a:cubicBezTo>
                                    <a:pt x="22" y="82"/>
                                    <a:pt x="22" y="82"/>
                                    <a:pt x="22" y="82"/>
                                  </a:cubicBezTo>
                                  <a:cubicBezTo>
                                    <a:pt x="22" y="82"/>
                                    <a:pt x="22" y="82"/>
                                    <a:pt x="22" y="82"/>
                                  </a:cubicBezTo>
                                  <a:cubicBezTo>
                                    <a:pt x="22" y="83"/>
                                    <a:pt x="22" y="83"/>
                                    <a:pt x="22" y="84"/>
                                  </a:cubicBezTo>
                                  <a:cubicBezTo>
                                    <a:pt x="22" y="84"/>
                                    <a:pt x="23" y="84"/>
                                    <a:pt x="23" y="85"/>
                                  </a:cubicBezTo>
                                  <a:cubicBezTo>
                                    <a:pt x="23" y="85"/>
                                    <a:pt x="24" y="86"/>
                                    <a:pt x="24" y="86"/>
                                  </a:cubicBezTo>
                                  <a:cubicBezTo>
                                    <a:pt x="24" y="88"/>
                                    <a:pt x="24" y="88"/>
                                    <a:pt x="24" y="88"/>
                                  </a:cubicBezTo>
                                  <a:cubicBezTo>
                                    <a:pt x="24" y="88"/>
                                    <a:pt x="25" y="89"/>
                                    <a:pt x="24" y="89"/>
                                  </a:cubicBezTo>
                                  <a:cubicBezTo>
                                    <a:pt x="24" y="90"/>
                                    <a:pt x="24" y="90"/>
                                    <a:pt x="24" y="90"/>
                                  </a:cubicBezTo>
                                  <a:cubicBezTo>
                                    <a:pt x="24" y="91"/>
                                    <a:pt x="24" y="91"/>
                                    <a:pt x="24" y="91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5" y="93"/>
                                    <a:pt x="25" y="92"/>
                                    <a:pt x="25" y="92"/>
                                  </a:cubicBezTo>
                                  <a:cubicBezTo>
                                    <a:pt x="25" y="92"/>
                                    <a:pt x="25" y="92"/>
                                    <a:pt x="26" y="92"/>
                                  </a:cubicBezTo>
                                  <a:cubicBezTo>
                                    <a:pt x="26" y="92"/>
                                    <a:pt x="26" y="92"/>
                                    <a:pt x="26" y="93"/>
                                  </a:cubicBezTo>
                                  <a:cubicBezTo>
                                    <a:pt x="26" y="93"/>
                                    <a:pt x="26" y="93"/>
                                    <a:pt x="26" y="93"/>
                                  </a:cubicBezTo>
                                  <a:cubicBezTo>
                                    <a:pt x="26" y="93"/>
                                    <a:pt x="26" y="94"/>
                                    <a:pt x="26" y="94"/>
                                  </a:cubicBezTo>
                                  <a:cubicBezTo>
                                    <a:pt x="26" y="94"/>
                                    <a:pt x="26" y="95"/>
                                    <a:pt x="26" y="95"/>
                                  </a:cubicBezTo>
                                  <a:cubicBezTo>
                                    <a:pt x="25" y="95"/>
                                    <a:pt x="25" y="96"/>
                                    <a:pt x="25" y="96"/>
                                  </a:cubicBezTo>
                                  <a:cubicBezTo>
                                    <a:pt x="25" y="96"/>
                                    <a:pt x="25" y="98"/>
                                    <a:pt x="25" y="98"/>
                                  </a:cubicBezTo>
                                  <a:cubicBezTo>
                                    <a:pt x="25" y="98"/>
                                    <a:pt x="26" y="98"/>
                                    <a:pt x="26" y="99"/>
                                  </a:cubicBezTo>
                                  <a:cubicBezTo>
                                    <a:pt x="26" y="99"/>
                                    <a:pt x="25" y="99"/>
                                    <a:pt x="25" y="99"/>
                                  </a:cubicBezTo>
                                  <a:cubicBezTo>
                                    <a:pt x="25" y="99"/>
                                    <a:pt x="26" y="100"/>
                                    <a:pt x="26" y="100"/>
                                  </a:cubicBezTo>
                                  <a:cubicBezTo>
                                    <a:pt x="26" y="100"/>
                                    <a:pt x="25" y="101"/>
                                    <a:pt x="25" y="101"/>
                                  </a:cubicBezTo>
                                  <a:cubicBezTo>
                                    <a:pt x="24" y="101"/>
                                    <a:pt x="24" y="101"/>
                                    <a:pt x="24" y="101"/>
                                  </a:cubicBezTo>
                                  <a:cubicBezTo>
                                    <a:pt x="24" y="101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3" y="104"/>
                                    <a:pt x="23" y="104"/>
                                  </a:cubicBezTo>
                                  <a:cubicBezTo>
                                    <a:pt x="23" y="104"/>
                                    <a:pt x="23" y="105"/>
                                    <a:pt x="23" y="105"/>
                                  </a:cubicBezTo>
                                  <a:cubicBezTo>
                                    <a:pt x="23" y="105"/>
                                    <a:pt x="23" y="105"/>
                                    <a:pt x="23" y="106"/>
                                  </a:cubicBezTo>
                                  <a:cubicBezTo>
                                    <a:pt x="23" y="106"/>
                                    <a:pt x="22" y="106"/>
                                    <a:pt x="22" y="107"/>
                                  </a:cubicBezTo>
                                  <a:cubicBezTo>
                                    <a:pt x="22" y="107"/>
                                    <a:pt x="22" y="107"/>
                                    <a:pt x="22" y="108"/>
                                  </a:cubicBezTo>
                                  <a:cubicBezTo>
                                    <a:pt x="22" y="108"/>
                                    <a:pt x="22" y="108"/>
                                    <a:pt x="21" y="108"/>
                                  </a:cubicBezTo>
                                  <a:cubicBezTo>
                                    <a:pt x="21" y="109"/>
                                    <a:pt x="21" y="109"/>
                                    <a:pt x="21" y="109"/>
                                  </a:cubicBezTo>
                                  <a:cubicBezTo>
                                    <a:pt x="21" y="109"/>
                                    <a:pt x="21" y="110"/>
                                    <a:pt x="21" y="110"/>
                                  </a:cubicBezTo>
                                  <a:cubicBezTo>
                                    <a:pt x="21" y="110"/>
                                    <a:pt x="22" y="111"/>
                                    <a:pt x="22" y="111"/>
                                  </a:cubicBezTo>
                                  <a:cubicBezTo>
                                    <a:pt x="22" y="111"/>
                                    <a:pt x="22" y="111"/>
                                    <a:pt x="22" y="112"/>
                                  </a:cubicBezTo>
                                  <a:cubicBezTo>
                                    <a:pt x="22" y="112"/>
                                    <a:pt x="22" y="112"/>
                                    <a:pt x="22" y="112"/>
                                  </a:cubicBezTo>
                                  <a:cubicBezTo>
                                    <a:pt x="22" y="112"/>
                                    <a:pt x="22" y="113"/>
                                    <a:pt x="22" y="113"/>
                                  </a:cubicBezTo>
                                  <a:cubicBezTo>
                                    <a:pt x="22" y="113"/>
                                    <a:pt x="22" y="114"/>
                                    <a:pt x="22" y="114"/>
                                  </a:cubicBezTo>
                                  <a:cubicBezTo>
                                    <a:pt x="22" y="114"/>
                                    <a:pt x="22" y="114"/>
                                    <a:pt x="22" y="114"/>
                                  </a:cubicBezTo>
                                  <a:cubicBezTo>
                                    <a:pt x="22" y="114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8"/>
                                    <a:pt x="20" y="118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8" y="119"/>
                                    <a:pt x="18" y="119"/>
                                  </a:cubicBezTo>
                                  <a:cubicBezTo>
                                    <a:pt x="18" y="120"/>
                                    <a:pt x="18" y="120"/>
                                    <a:pt x="18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1"/>
                                    <a:pt x="17" y="121"/>
                                  </a:cubicBezTo>
                                  <a:cubicBezTo>
                                    <a:pt x="18" y="121"/>
                                    <a:pt x="18" y="121"/>
                                    <a:pt x="18" y="121"/>
                                  </a:cubicBezTo>
                                  <a:cubicBezTo>
                                    <a:pt x="18" y="121"/>
                                    <a:pt x="17" y="121"/>
                                    <a:pt x="17" y="121"/>
                                  </a:cubicBezTo>
                                  <a:cubicBezTo>
                                    <a:pt x="17" y="122"/>
                                    <a:pt x="16" y="122"/>
                                    <a:pt x="16" y="122"/>
                                  </a:cubicBezTo>
                                  <a:cubicBezTo>
                                    <a:pt x="16" y="122"/>
                                    <a:pt x="16" y="122"/>
                                    <a:pt x="16" y="123"/>
                                  </a:cubicBezTo>
                                  <a:cubicBezTo>
                                    <a:pt x="16" y="123"/>
                                    <a:pt x="16" y="123"/>
                                    <a:pt x="17" y="123"/>
                                  </a:cubicBezTo>
                                  <a:cubicBezTo>
                                    <a:pt x="17" y="123"/>
                                    <a:pt x="17" y="123"/>
                                    <a:pt x="17" y="123"/>
                                  </a:cubicBezTo>
                                  <a:cubicBezTo>
                                    <a:pt x="17" y="123"/>
                                    <a:pt x="16" y="124"/>
                                    <a:pt x="16" y="124"/>
                                  </a:cubicBezTo>
                                  <a:cubicBezTo>
                                    <a:pt x="16" y="124"/>
                                    <a:pt x="16" y="124"/>
                                    <a:pt x="16" y="124"/>
                                  </a:cubicBezTo>
                                  <a:cubicBezTo>
                                    <a:pt x="16" y="124"/>
                                    <a:pt x="16" y="125"/>
                                    <a:pt x="17" y="125"/>
                                  </a:cubicBezTo>
                                  <a:cubicBezTo>
                                    <a:pt x="17" y="125"/>
                                    <a:pt x="17" y="126"/>
                                    <a:pt x="17" y="126"/>
                                  </a:cubicBezTo>
                                  <a:cubicBezTo>
                                    <a:pt x="17" y="126"/>
                                    <a:pt x="17" y="126"/>
                                    <a:pt x="16" y="126"/>
                                  </a:cubicBezTo>
                                  <a:cubicBezTo>
                                    <a:pt x="16" y="126"/>
                                    <a:pt x="16" y="127"/>
                                    <a:pt x="16" y="127"/>
                                  </a:cubicBezTo>
                                  <a:cubicBezTo>
                                    <a:pt x="16" y="127"/>
                                    <a:pt x="16" y="127"/>
                                    <a:pt x="16" y="128"/>
                                  </a:cubicBezTo>
                                  <a:cubicBezTo>
                                    <a:pt x="16" y="128"/>
                                    <a:pt x="17" y="128"/>
                                    <a:pt x="17" y="128"/>
                                  </a:cubicBezTo>
                                  <a:cubicBezTo>
                                    <a:pt x="17" y="128"/>
                                    <a:pt x="16" y="129"/>
                                    <a:pt x="16" y="129"/>
                                  </a:cubicBezTo>
                                  <a:cubicBezTo>
                                    <a:pt x="16" y="129"/>
                                    <a:pt x="16" y="130"/>
                                    <a:pt x="16" y="130"/>
                                  </a:cubicBezTo>
                                  <a:cubicBezTo>
                                    <a:pt x="16" y="130"/>
                                    <a:pt x="16" y="130"/>
                                    <a:pt x="16" y="130"/>
                                  </a:cubicBezTo>
                                  <a:cubicBezTo>
                                    <a:pt x="16" y="131"/>
                                    <a:pt x="16" y="131"/>
                                    <a:pt x="16" y="131"/>
                                  </a:cubicBezTo>
                                  <a:cubicBezTo>
                                    <a:pt x="17" y="131"/>
                                    <a:pt x="16" y="131"/>
                                    <a:pt x="16" y="131"/>
                                  </a:cubicBezTo>
                                  <a:cubicBezTo>
                                    <a:pt x="16" y="132"/>
                                    <a:pt x="16" y="132"/>
                                    <a:pt x="16" y="132"/>
                                  </a:cubicBezTo>
                                  <a:cubicBezTo>
                                    <a:pt x="16" y="132"/>
                                    <a:pt x="18" y="134"/>
                                    <a:pt x="18" y="134"/>
                                  </a:cubicBezTo>
                                  <a:cubicBezTo>
                                    <a:pt x="18" y="134"/>
                                    <a:pt x="17" y="134"/>
                                    <a:pt x="17" y="134"/>
                                  </a:cubicBezTo>
                                  <a:cubicBezTo>
                                    <a:pt x="17" y="134"/>
                                    <a:pt x="17" y="135"/>
                                    <a:pt x="17" y="135"/>
                                  </a:cubicBezTo>
                                  <a:cubicBezTo>
                                    <a:pt x="17" y="135"/>
                                    <a:pt x="17" y="136"/>
                                    <a:pt x="17" y="136"/>
                                  </a:cubicBezTo>
                                  <a:cubicBezTo>
                                    <a:pt x="17" y="136"/>
                                    <a:pt x="17" y="137"/>
                                    <a:pt x="18" y="137"/>
                                  </a:cubicBezTo>
                                  <a:cubicBezTo>
                                    <a:pt x="18" y="137"/>
                                    <a:pt x="18" y="137"/>
                                    <a:pt x="18" y="138"/>
                                  </a:cubicBezTo>
                                  <a:cubicBezTo>
                                    <a:pt x="18" y="138"/>
                                    <a:pt x="18" y="138"/>
                                    <a:pt x="19" y="138"/>
                                  </a:cubicBezTo>
                                  <a:cubicBezTo>
                                    <a:pt x="19" y="138"/>
                                    <a:pt x="19" y="139"/>
                                    <a:pt x="19" y="139"/>
                                  </a:cubicBezTo>
                                  <a:cubicBezTo>
                                    <a:pt x="19" y="139"/>
                                    <a:pt x="18" y="140"/>
                                    <a:pt x="18" y="140"/>
                                  </a:cubicBez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5" y="141"/>
                                    <a:pt x="15" y="141"/>
                                    <a:pt x="15" y="141"/>
                                  </a:cubicBezTo>
                                  <a:cubicBezTo>
                                    <a:pt x="15" y="145"/>
                                    <a:pt x="15" y="145"/>
                                    <a:pt x="15" y="145"/>
                                  </a:cubicBezTo>
                                  <a:cubicBezTo>
                                    <a:pt x="15" y="145"/>
                                    <a:pt x="14" y="146"/>
                                    <a:pt x="14" y="146"/>
                                  </a:cubicBezTo>
                                  <a:cubicBezTo>
                                    <a:pt x="14" y="146"/>
                                    <a:pt x="14" y="147"/>
                                    <a:pt x="14" y="147"/>
                                  </a:cubicBezTo>
                                  <a:cubicBezTo>
                                    <a:pt x="14" y="147"/>
                                    <a:pt x="14" y="148"/>
                                    <a:pt x="14" y="148"/>
                                  </a:cubicBezTo>
                                  <a:cubicBezTo>
                                    <a:pt x="14" y="148"/>
                                    <a:pt x="14" y="148"/>
                                    <a:pt x="14" y="148"/>
                                  </a:cubicBezTo>
                                  <a:cubicBezTo>
                                    <a:pt x="14" y="148"/>
                                    <a:pt x="13" y="147"/>
                                    <a:pt x="13" y="147"/>
                                  </a:cubicBezTo>
                                  <a:cubicBezTo>
                                    <a:pt x="13" y="147"/>
                                    <a:pt x="13" y="147"/>
                                    <a:pt x="13" y="147"/>
                                  </a:cubicBezTo>
                                  <a:cubicBezTo>
                                    <a:pt x="13" y="150"/>
                                    <a:pt x="13" y="150"/>
                                    <a:pt x="13" y="150"/>
                                  </a:cubicBezTo>
                                  <a:cubicBezTo>
                                    <a:pt x="13" y="150"/>
                                    <a:pt x="13" y="150"/>
                                    <a:pt x="13" y="150"/>
                                  </a:cubicBezTo>
                                  <a:cubicBezTo>
                                    <a:pt x="13" y="150"/>
                                    <a:pt x="13" y="151"/>
                                    <a:pt x="13" y="151"/>
                                  </a:cubicBezTo>
                                  <a:cubicBezTo>
                                    <a:pt x="13" y="151"/>
                                    <a:pt x="13" y="152"/>
                                    <a:pt x="13" y="152"/>
                                  </a:cubicBezTo>
                                  <a:cubicBezTo>
                                    <a:pt x="13" y="152"/>
                                    <a:pt x="12" y="152"/>
                                    <a:pt x="12" y="152"/>
                                  </a:cubicBezTo>
                                  <a:cubicBezTo>
                                    <a:pt x="12" y="152"/>
                                    <a:pt x="12" y="152"/>
                                    <a:pt x="12" y="152"/>
                                  </a:cubicBezTo>
                                  <a:cubicBezTo>
                                    <a:pt x="11" y="153"/>
                                    <a:pt x="12" y="153"/>
                                    <a:pt x="12" y="153"/>
                                  </a:cubicBezTo>
                                  <a:cubicBezTo>
                                    <a:pt x="12" y="153"/>
                                    <a:pt x="12" y="154"/>
                                    <a:pt x="13" y="154"/>
                                  </a:cubicBezTo>
                                  <a:cubicBezTo>
                                    <a:pt x="13" y="154"/>
                                    <a:pt x="13" y="155"/>
                                    <a:pt x="13" y="155"/>
                                  </a:cubicBezTo>
                                  <a:cubicBezTo>
                                    <a:pt x="13" y="155"/>
                                    <a:pt x="12" y="155"/>
                                    <a:pt x="12" y="155"/>
                                  </a:cubicBezTo>
                                  <a:cubicBezTo>
                                    <a:pt x="12" y="155"/>
                                    <a:pt x="12" y="155"/>
                                    <a:pt x="12" y="155"/>
                                  </a:cubicBezTo>
                                  <a:cubicBezTo>
                                    <a:pt x="12" y="155"/>
                                    <a:pt x="11" y="156"/>
                                    <a:pt x="11" y="156"/>
                                  </a:cubicBezTo>
                                  <a:cubicBezTo>
                                    <a:pt x="11" y="156"/>
                                    <a:pt x="11" y="156"/>
                                    <a:pt x="11" y="157"/>
                                  </a:cubicBezTo>
                                  <a:cubicBezTo>
                                    <a:pt x="11" y="157"/>
                                    <a:pt x="11" y="157"/>
                                    <a:pt x="11" y="157"/>
                                  </a:cubicBezTo>
                                  <a:cubicBezTo>
                                    <a:pt x="11" y="158"/>
                                    <a:pt x="11" y="158"/>
                                    <a:pt x="11" y="158"/>
                                  </a:cubicBezTo>
                                  <a:cubicBezTo>
                                    <a:pt x="11" y="158"/>
                                    <a:pt x="11" y="159"/>
                                    <a:pt x="11" y="159"/>
                                  </a:cubicBezTo>
                                  <a:cubicBezTo>
                                    <a:pt x="11" y="159"/>
                                    <a:pt x="11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1"/>
                                    <a:pt x="12" y="161"/>
                                  </a:cubicBezTo>
                                  <a:cubicBezTo>
                                    <a:pt x="12" y="161"/>
                                    <a:pt x="12" y="161"/>
                                    <a:pt x="12" y="161"/>
                                  </a:cubicBezTo>
                                  <a:cubicBezTo>
                                    <a:pt x="12" y="161"/>
                                    <a:pt x="12" y="161"/>
                                    <a:pt x="12" y="161"/>
                                  </a:cubicBezTo>
                                  <a:cubicBezTo>
                                    <a:pt x="12" y="162"/>
                                    <a:pt x="12" y="162"/>
                                    <a:pt x="12" y="162"/>
                                  </a:cubicBezTo>
                                  <a:cubicBezTo>
                                    <a:pt x="12" y="163"/>
                                    <a:pt x="11" y="163"/>
                                    <a:pt x="11" y="163"/>
                                  </a:cubicBezTo>
                                  <a:cubicBezTo>
                                    <a:pt x="11" y="163"/>
                                    <a:pt x="11" y="164"/>
                                    <a:pt x="11" y="164"/>
                                  </a:cubicBezTo>
                                  <a:cubicBezTo>
                                    <a:pt x="11" y="164"/>
                                    <a:pt x="11" y="164"/>
                                    <a:pt x="11" y="165"/>
                                  </a:cubicBezTo>
                                  <a:cubicBezTo>
                                    <a:pt x="11" y="165"/>
                                    <a:pt x="12" y="165"/>
                                    <a:pt x="12" y="165"/>
                                  </a:cubicBezTo>
                                  <a:cubicBezTo>
                                    <a:pt x="12" y="166"/>
                                    <a:pt x="12" y="166"/>
                                    <a:pt x="12" y="166"/>
                                  </a:cubicBezTo>
                                  <a:cubicBezTo>
                                    <a:pt x="12" y="166"/>
                                    <a:pt x="11" y="166"/>
                                    <a:pt x="11" y="166"/>
                                  </a:cubicBezTo>
                                  <a:cubicBezTo>
                                    <a:pt x="11" y="166"/>
                                    <a:pt x="12" y="167"/>
                                    <a:pt x="12" y="167"/>
                                  </a:cubicBezTo>
                                  <a:cubicBezTo>
                                    <a:pt x="12" y="168"/>
                                    <a:pt x="12" y="168"/>
                                    <a:pt x="12" y="168"/>
                                  </a:cubicBezTo>
                                  <a:cubicBezTo>
                                    <a:pt x="12" y="171"/>
                                    <a:pt x="12" y="171"/>
                                    <a:pt x="12" y="171"/>
                                  </a:cubicBezTo>
                                  <a:cubicBezTo>
                                    <a:pt x="12" y="171"/>
                                    <a:pt x="12" y="171"/>
                                    <a:pt x="12" y="171"/>
                                  </a:cubicBezTo>
                                  <a:cubicBezTo>
                                    <a:pt x="11" y="171"/>
                                    <a:pt x="11" y="172"/>
                                    <a:pt x="11" y="172"/>
                                  </a:cubicBezTo>
                                  <a:cubicBezTo>
                                    <a:pt x="11" y="172"/>
                                    <a:pt x="11" y="172"/>
                                    <a:pt x="10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9" y="171"/>
                                    <a:pt x="9" y="171"/>
                                  </a:cubicBezTo>
                                  <a:cubicBezTo>
                                    <a:pt x="9" y="172"/>
                                    <a:pt x="9" y="172"/>
                                    <a:pt x="9" y="172"/>
                                  </a:cubicBezTo>
                                  <a:cubicBezTo>
                                    <a:pt x="9" y="173"/>
                                    <a:pt x="9" y="173"/>
                                    <a:pt x="9" y="173"/>
                                  </a:cubicBezTo>
                                  <a:cubicBezTo>
                                    <a:pt x="9" y="173"/>
                                    <a:pt x="9" y="173"/>
                                    <a:pt x="10" y="174"/>
                                  </a:cubicBezTo>
                                  <a:cubicBezTo>
                                    <a:pt x="10" y="174"/>
                                    <a:pt x="10" y="174"/>
                                    <a:pt x="10" y="174"/>
                                  </a:cubicBezTo>
                                  <a:cubicBezTo>
                                    <a:pt x="10" y="174"/>
                                    <a:pt x="10" y="175"/>
                                    <a:pt x="10" y="175"/>
                                  </a:cubicBezTo>
                                  <a:cubicBezTo>
                                    <a:pt x="10" y="175"/>
                                    <a:pt x="10" y="176"/>
                                    <a:pt x="10" y="176"/>
                                  </a:cubicBezTo>
                                  <a:cubicBezTo>
                                    <a:pt x="10" y="176"/>
                                    <a:pt x="9" y="176"/>
                                    <a:pt x="9" y="176"/>
                                  </a:cubicBezTo>
                                  <a:cubicBezTo>
                                    <a:pt x="9" y="176"/>
                                    <a:pt x="10" y="177"/>
                                    <a:pt x="10" y="177"/>
                                  </a:cubicBezTo>
                                  <a:cubicBezTo>
                                    <a:pt x="10" y="177"/>
                                    <a:pt x="10" y="177"/>
                                    <a:pt x="9" y="178"/>
                                  </a:cubicBezTo>
                                  <a:cubicBezTo>
                                    <a:pt x="9" y="178"/>
                                    <a:pt x="10" y="178"/>
                                    <a:pt x="10" y="179"/>
                                  </a:cubicBezTo>
                                  <a:cubicBezTo>
                                    <a:pt x="10" y="179"/>
                                    <a:pt x="10" y="179"/>
                                    <a:pt x="10" y="180"/>
                                  </a:cubicBezTo>
                                  <a:cubicBezTo>
                                    <a:pt x="11" y="180"/>
                                    <a:pt x="11" y="180"/>
                                    <a:pt x="11" y="180"/>
                                  </a:cubicBezTo>
                                  <a:cubicBezTo>
                                    <a:pt x="11" y="181"/>
                                    <a:pt x="12" y="181"/>
                                    <a:pt x="12" y="181"/>
                                  </a:cubicBezTo>
                                  <a:cubicBezTo>
                                    <a:pt x="12" y="181"/>
                                    <a:pt x="12" y="182"/>
                                    <a:pt x="12" y="182"/>
                                  </a:cubicBezTo>
                                  <a:cubicBezTo>
                                    <a:pt x="12" y="182"/>
                                    <a:pt x="12" y="182"/>
                                    <a:pt x="12" y="182"/>
                                  </a:cubicBezTo>
                                  <a:cubicBezTo>
                                    <a:pt x="12" y="183"/>
                                    <a:pt x="11" y="183"/>
                                    <a:pt x="11" y="183"/>
                                  </a:cubicBezTo>
                                  <a:cubicBezTo>
                                    <a:pt x="11" y="183"/>
                                    <a:pt x="11" y="184"/>
                                    <a:pt x="11" y="184"/>
                                  </a:cubicBezTo>
                                  <a:cubicBezTo>
                                    <a:pt x="11" y="184"/>
                                    <a:pt x="12" y="184"/>
                                    <a:pt x="12" y="185"/>
                                  </a:cubicBezTo>
                                  <a:cubicBezTo>
                                    <a:pt x="12" y="185"/>
                                    <a:pt x="12" y="185"/>
                                    <a:pt x="13" y="185"/>
                                  </a:cubicBezTo>
                                  <a:cubicBezTo>
                                    <a:pt x="13" y="186"/>
                                    <a:pt x="13" y="186"/>
                                    <a:pt x="13" y="186"/>
                                  </a:cubicBezTo>
                                  <a:cubicBezTo>
                                    <a:pt x="13" y="186"/>
                                    <a:pt x="12" y="187"/>
                                    <a:pt x="12" y="187"/>
                                  </a:cubicBezTo>
                                  <a:cubicBezTo>
                                    <a:pt x="12" y="187"/>
                                    <a:pt x="12" y="188"/>
                                    <a:pt x="12" y="188"/>
                                  </a:cubicBezTo>
                                  <a:cubicBezTo>
                                    <a:pt x="13" y="188"/>
                                    <a:pt x="13" y="189"/>
                                    <a:pt x="13" y="189"/>
                                  </a:cubicBezTo>
                                  <a:cubicBezTo>
                                    <a:pt x="12" y="190"/>
                                    <a:pt x="12" y="190"/>
                                    <a:pt x="12" y="190"/>
                                  </a:cubicBezTo>
                                  <a:cubicBezTo>
                                    <a:pt x="12" y="190"/>
                                    <a:pt x="12" y="190"/>
                                    <a:pt x="12" y="190"/>
                                  </a:cubicBezTo>
                                  <a:cubicBezTo>
                                    <a:pt x="12" y="190"/>
                                    <a:pt x="12" y="191"/>
                                    <a:pt x="12" y="191"/>
                                  </a:cubicBezTo>
                                  <a:cubicBezTo>
                                    <a:pt x="12" y="192"/>
                                    <a:pt x="12" y="192"/>
                                    <a:pt x="12" y="192"/>
                                  </a:cubicBezTo>
                                  <a:cubicBezTo>
                                    <a:pt x="12" y="193"/>
                                    <a:pt x="12" y="193"/>
                                    <a:pt x="12" y="193"/>
                                  </a:cubicBezTo>
                                  <a:cubicBezTo>
                                    <a:pt x="11" y="193"/>
                                    <a:pt x="12" y="193"/>
                                    <a:pt x="12" y="193"/>
                                  </a:cubicBezTo>
                                  <a:cubicBezTo>
                                    <a:pt x="12" y="193"/>
                                    <a:pt x="13" y="193"/>
                                    <a:pt x="13" y="193"/>
                                  </a:cubicBezTo>
                                  <a:cubicBezTo>
                                    <a:pt x="13" y="193"/>
                                    <a:pt x="15" y="193"/>
                                    <a:pt x="15" y="193"/>
                                  </a:cubicBezTo>
                                  <a:cubicBezTo>
                                    <a:pt x="16" y="193"/>
                                    <a:pt x="16" y="193"/>
                                    <a:pt x="16" y="193"/>
                                  </a:cubicBezTo>
                                  <a:cubicBezTo>
                                    <a:pt x="16" y="194"/>
                                    <a:pt x="17" y="194"/>
                                    <a:pt x="17" y="194"/>
                                  </a:cubicBezTo>
                                  <a:cubicBezTo>
                                    <a:pt x="17" y="194"/>
                                    <a:pt x="17" y="195"/>
                                    <a:pt x="17" y="195"/>
                                  </a:cubicBezTo>
                                  <a:cubicBezTo>
                                    <a:pt x="16" y="195"/>
                                    <a:pt x="16" y="195"/>
                                    <a:pt x="16" y="195"/>
                                  </a:cubicBezTo>
                                  <a:cubicBezTo>
                                    <a:pt x="16" y="195"/>
                                    <a:pt x="16" y="197"/>
                                    <a:pt x="16" y="197"/>
                                  </a:cubicBezTo>
                                  <a:cubicBezTo>
                                    <a:pt x="16" y="197"/>
                                    <a:pt x="16" y="197"/>
                                    <a:pt x="15" y="197"/>
                                  </a:cubicBezTo>
                                  <a:cubicBezTo>
                                    <a:pt x="15" y="197"/>
                                    <a:pt x="15" y="197"/>
                                    <a:pt x="14" y="196"/>
                                  </a:cubicBezTo>
                                  <a:cubicBezTo>
                                    <a:pt x="14" y="196"/>
                                    <a:pt x="13" y="197"/>
                                    <a:pt x="13" y="197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3" y="197"/>
                                    <a:pt x="12" y="197"/>
                                    <a:pt x="12" y="197"/>
                                  </a:cubicBezTo>
                                  <a:cubicBezTo>
                                    <a:pt x="12" y="197"/>
                                    <a:pt x="11" y="197"/>
                                    <a:pt x="11" y="197"/>
                                  </a:cubicBezTo>
                                  <a:cubicBezTo>
                                    <a:pt x="11" y="197"/>
                                    <a:pt x="10" y="197"/>
                                    <a:pt x="10" y="197"/>
                                  </a:cubicBezTo>
                                  <a:cubicBezTo>
                                    <a:pt x="10" y="197"/>
                                    <a:pt x="10" y="198"/>
                                    <a:pt x="10" y="198"/>
                                  </a:cubicBezTo>
                                  <a:cubicBezTo>
                                    <a:pt x="10" y="198"/>
                                    <a:pt x="11" y="198"/>
                                    <a:pt x="11" y="198"/>
                                  </a:cubicBezTo>
                                  <a:cubicBezTo>
                                    <a:pt x="11" y="198"/>
                                    <a:pt x="12" y="198"/>
                                    <a:pt x="12" y="199"/>
                                  </a:cubicBezTo>
                                  <a:cubicBezTo>
                                    <a:pt x="12" y="199"/>
                                    <a:pt x="14" y="199"/>
                                    <a:pt x="14" y="199"/>
                                  </a:cubicBezTo>
                                  <a:cubicBezTo>
                                    <a:pt x="14" y="199"/>
                                    <a:pt x="14" y="199"/>
                                    <a:pt x="14" y="200"/>
                                  </a:cubicBezTo>
                                  <a:cubicBezTo>
                                    <a:pt x="14" y="200"/>
                                    <a:pt x="15" y="201"/>
                                    <a:pt x="15" y="201"/>
                                  </a:cubicBezTo>
                                  <a:cubicBezTo>
                                    <a:pt x="15" y="202"/>
                                    <a:pt x="15" y="202"/>
                                    <a:pt x="15" y="202"/>
                                  </a:cubicBezTo>
                                  <a:cubicBezTo>
                                    <a:pt x="15" y="202"/>
                                    <a:pt x="15" y="203"/>
                                    <a:pt x="15" y="203"/>
                                  </a:cubicBezTo>
                                  <a:cubicBezTo>
                                    <a:pt x="14" y="203"/>
                                    <a:pt x="14" y="203"/>
                                    <a:pt x="14" y="203"/>
                                  </a:cubicBezTo>
                                  <a:cubicBezTo>
                                    <a:pt x="14" y="203"/>
                                    <a:pt x="14" y="204"/>
                                    <a:pt x="14" y="204"/>
                                  </a:cubicBezTo>
                                  <a:cubicBezTo>
                                    <a:pt x="14" y="204"/>
                                    <a:pt x="14" y="204"/>
                                    <a:pt x="14" y="204"/>
                                  </a:cubicBezTo>
                                  <a:cubicBezTo>
                                    <a:pt x="14" y="204"/>
                                    <a:pt x="13" y="204"/>
                                    <a:pt x="13" y="204"/>
                                  </a:cubicBezTo>
                                  <a:cubicBezTo>
                                    <a:pt x="13" y="204"/>
                                    <a:pt x="12" y="205"/>
                                    <a:pt x="12" y="205"/>
                                  </a:cubicBezTo>
                                  <a:cubicBezTo>
                                    <a:pt x="12" y="205"/>
                                    <a:pt x="12" y="205"/>
                                    <a:pt x="12" y="205"/>
                                  </a:cubicBezTo>
                                  <a:cubicBezTo>
                                    <a:pt x="12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2" y="208"/>
                                    <a:pt x="13" y="208"/>
                                  </a:cubicBezTo>
                                  <a:cubicBezTo>
                                    <a:pt x="13" y="208"/>
                                    <a:pt x="13" y="208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9"/>
                                  </a:cubicBezTo>
                                  <a:cubicBezTo>
                                    <a:pt x="13" y="210"/>
                                    <a:pt x="12" y="210"/>
                                    <a:pt x="12" y="210"/>
                                  </a:cubicBezTo>
                                  <a:cubicBezTo>
                                    <a:pt x="11" y="211"/>
                                    <a:pt x="11" y="211"/>
                                    <a:pt x="11" y="211"/>
                                  </a:cubicBezTo>
                                  <a:cubicBezTo>
                                    <a:pt x="11" y="211"/>
                                    <a:pt x="12" y="211"/>
                                    <a:pt x="12" y="212"/>
                                  </a:cubicBezTo>
                                  <a:cubicBezTo>
                                    <a:pt x="12" y="212"/>
                                    <a:pt x="12" y="212"/>
                                    <a:pt x="12" y="212"/>
                                  </a:cubicBezTo>
                                  <a:cubicBezTo>
                                    <a:pt x="12" y="212"/>
                                    <a:pt x="12" y="213"/>
                                    <a:pt x="12" y="213"/>
                                  </a:cubicBezTo>
                                  <a:cubicBezTo>
                                    <a:pt x="12" y="213"/>
                                    <a:pt x="12" y="214"/>
                                    <a:pt x="12" y="214"/>
                                  </a:cubicBezTo>
                                  <a:cubicBezTo>
                                    <a:pt x="13" y="215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6"/>
                                    <a:pt x="13" y="216"/>
                                  </a:cubicBezTo>
                                  <a:cubicBezTo>
                                    <a:pt x="13" y="216"/>
                                    <a:pt x="12" y="217"/>
                                    <a:pt x="12" y="217"/>
                                  </a:cubicBezTo>
                                  <a:cubicBezTo>
                                    <a:pt x="12" y="217"/>
                                    <a:pt x="12" y="217"/>
                                    <a:pt x="11" y="217"/>
                                  </a:cubicBezTo>
                                  <a:cubicBezTo>
                                    <a:pt x="11" y="217"/>
                                    <a:pt x="11" y="217"/>
                                    <a:pt x="11" y="217"/>
                                  </a:cubicBezTo>
                                  <a:cubicBezTo>
                                    <a:pt x="11" y="217"/>
                                    <a:pt x="11" y="219"/>
                                    <a:pt x="11" y="219"/>
                                  </a:cubicBezTo>
                                  <a:cubicBezTo>
                                    <a:pt x="11" y="219"/>
                                    <a:pt x="11" y="219"/>
                                    <a:pt x="11" y="220"/>
                                  </a:cubicBezTo>
                                  <a:cubicBezTo>
                                    <a:pt x="11" y="220"/>
                                    <a:pt x="11" y="220"/>
                                    <a:pt x="11" y="220"/>
                                  </a:cubicBezTo>
                                  <a:cubicBezTo>
                                    <a:pt x="11" y="220"/>
                                    <a:pt x="11" y="220"/>
                                    <a:pt x="11" y="221"/>
                                  </a:cubicBezTo>
                                  <a:cubicBezTo>
                                    <a:pt x="12" y="221"/>
                                    <a:pt x="12" y="221"/>
                                    <a:pt x="12" y="221"/>
                                  </a:cubicBezTo>
                                  <a:cubicBezTo>
                                    <a:pt x="12" y="222"/>
                                    <a:pt x="11" y="222"/>
                                    <a:pt x="11" y="222"/>
                                  </a:cubicBezTo>
                                  <a:cubicBezTo>
                                    <a:pt x="10" y="221"/>
                                    <a:pt x="10" y="221"/>
                                    <a:pt x="10" y="221"/>
                                  </a:cubicBezTo>
                                  <a:cubicBezTo>
                                    <a:pt x="10" y="223"/>
                                    <a:pt x="10" y="223"/>
                                    <a:pt x="10" y="223"/>
                                  </a:cubicBezTo>
                                  <a:cubicBezTo>
                                    <a:pt x="10" y="223"/>
                                    <a:pt x="9" y="224"/>
                                    <a:pt x="9" y="224"/>
                                  </a:cubicBezTo>
                                  <a:cubicBezTo>
                                    <a:pt x="9" y="224"/>
                                    <a:pt x="8" y="224"/>
                                    <a:pt x="8" y="224"/>
                                  </a:cubicBezTo>
                                  <a:cubicBezTo>
                                    <a:pt x="8" y="224"/>
                                    <a:pt x="8" y="225"/>
                                    <a:pt x="8" y="225"/>
                                  </a:cubicBezTo>
                                  <a:cubicBezTo>
                                    <a:pt x="8" y="225"/>
                                    <a:pt x="8" y="226"/>
                                    <a:pt x="8" y="226"/>
                                  </a:cubicBezTo>
                                  <a:cubicBezTo>
                                    <a:pt x="8" y="226"/>
                                    <a:pt x="8" y="227"/>
                                    <a:pt x="8" y="227"/>
                                  </a:cubicBezTo>
                                  <a:cubicBezTo>
                                    <a:pt x="8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8"/>
                                    <a:pt x="7" y="228"/>
                                    <a:pt x="7" y="229"/>
                                  </a:cubicBezTo>
                                  <a:cubicBezTo>
                                    <a:pt x="7" y="229"/>
                                    <a:pt x="7" y="229"/>
                                    <a:pt x="7" y="229"/>
                                  </a:cubicBezTo>
                                  <a:cubicBezTo>
                                    <a:pt x="7" y="229"/>
                                    <a:pt x="7" y="229"/>
                                    <a:pt x="7" y="229"/>
                                  </a:cubicBezTo>
                                  <a:cubicBezTo>
                                    <a:pt x="7" y="229"/>
                                    <a:pt x="7" y="230"/>
                                    <a:pt x="7" y="230"/>
                                  </a:cubicBezTo>
                                  <a:cubicBezTo>
                                    <a:pt x="7" y="230"/>
                                    <a:pt x="7" y="231"/>
                                    <a:pt x="8" y="231"/>
                                  </a:cubicBezTo>
                                  <a:cubicBezTo>
                                    <a:pt x="8" y="231"/>
                                    <a:pt x="8" y="231"/>
                                    <a:pt x="8" y="231"/>
                                  </a:cubicBezTo>
                                  <a:cubicBezTo>
                                    <a:pt x="8" y="232"/>
                                    <a:pt x="8" y="232"/>
                                    <a:pt x="8" y="232"/>
                                  </a:cubicBezTo>
                                  <a:cubicBezTo>
                                    <a:pt x="8" y="232"/>
                                    <a:pt x="9" y="233"/>
                                    <a:pt x="9" y="233"/>
                                  </a:cubicBezTo>
                                  <a:cubicBezTo>
                                    <a:pt x="9" y="233"/>
                                    <a:pt x="9" y="233"/>
                                    <a:pt x="9" y="233"/>
                                  </a:cubicBezTo>
                                  <a:cubicBezTo>
                                    <a:pt x="9" y="233"/>
                                    <a:pt x="8" y="233"/>
                                    <a:pt x="8" y="233"/>
                                  </a:cubicBezTo>
                                  <a:cubicBezTo>
                                    <a:pt x="8" y="235"/>
                                    <a:pt x="8" y="235"/>
                                    <a:pt x="8" y="235"/>
                                  </a:cubicBezTo>
                                  <a:cubicBezTo>
                                    <a:pt x="6" y="235"/>
                                    <a:pt x="6" y="235"/>
                                    <a:pt x="6" y="235"/>
                                  </a:cubicBezTo>
                                  <a:cubicBezTo>
                                    <a:pt x="6" y="235"/>
                                    <a:pt x="7" y="236"/>
                                    <a:pt x="7" y="237"/>
                                  </a:cubicBezTo>
                                  <a:cubicBezTo>
                                    <a:pt x="7" y="237"/>
                                    <a:pt x="7" y="238"/>
                                    <a:pt x="7" y="238"/>
                                  </a:cubicBezTo>
                                  <a:cubicBezTo>
                                    <a:pt x="5" y="240"/>
                                    <a:pt x="5" y="240"/>
                                    <a:pt x="5" y="240"/>
                                  </a:cubicBezTo>
                                  <a:cubicBezTo>
                                    <a:pt x="4" y="240"/>
                                    <a:pt x="4" y="240"/>
                                    <a:pt x="4" y="240"/>
                                  </a:cubicBezTo>
                                  <a:cubicBezTo>
                                    <a:pt x="3" y="242"/>
                                    <a:pt x="3" y="242"/>
                                    <a:pt x="3" y="242"/>
                                  </a:cubicBezTo>
                                  <a:cubicBezTo>
                                    <a:pt x="3" y="242"/>
                                    <a:pt x="2" y="243"/>
                                    <a:pt x="2" y="243"/>
                                  </a:cubicBezTo>
                                  <a:cubicBezTo>
                                    <a:pt x="2" y="243"/>
                                    <a:pt x="3" y="244"/>
                                    <a:pt x="3" y="244"/>
                                  </a:cubicBezTo>
                                  <a:cubicBezTo>
                                    <a:pt x="3" y="244"/>
                                    <a:pt x="2" y="246"/>
                                    <a:pt x="2" y="246"/>
                                  </a:cubicBezTo>
                                  <a:cubicBezTo>
                                    <a:pt x="2" y="247"/>
                                    <a:pt x="0" y="249"/>
                                    <a:pt x="0" y="249"/>
                                  </a:cubicBezTo>
                                  <a:cubicBezTo>
                                    <a:pt x="0" y="251"/>
                                    <a:pt x="0" y="251"/>
                                    <a:pt x="0" y="251"/>
                                  </a:cubicBezTo>
                                  <a:cubicBezTo>
                                    <a:pt x="0" y="251"/>
                                    <a:pt x="0" y="251"/>
                                    <a:pt x="0" y="251"/>
                                  </a:cubicBezTo>
                                  <a:cubicBezTo>
                                    <a:pt x="0" y="252"/>
                                    <a:pt x="0" y="252"/>
                                    <a:pt x="0" y="252"/>
                                  </a:cubicBezTo>
                                  <a:cubicBezTo>
                                    <a:pt x="0" y="252"/>
                                    <a:pt x="0" y="252"/>
                                    <a:pt x="0" y="252"/>
                                  </a:cubicBezTo>
                                  <a:cubicBezTo>
                                    <a:pt x="0" y="252"/>
                                    <a:pt x="0" y="253"/>
                                    <a:pt x="0" y="253"/>
                                  </a:cubicBezTo>
                                  <a:cubicBezTo>
                                    <a:pt x="0" y="253"/>
                                    <a:pt x="0" y="253"/>
                                    <a:pt x="0" y="253"/>
                                  </a:cubicBezTo>
                                  <a:cubicBezTo>
                                    <a:pt x="0" y="253"/>
                                    <a:pt x="0" y="254"/>
                                    <a:pt x="0" y="254"/>
                                  </a:cubicBezTo>
                                  <a:cubicBezTo>
                                    <a:pt x="0" y="254"/>
                                    <a:pt x="1" y="254"/>
                                    <a:pt x="1" y="255"/>
                                  </a:cubicBezTo>
                                  <a:cubicBezTo>
                                    <a:pt x="1" y="255"/>
                                    <a:pt x="1" y="255"/>
                                    <a:pt x="0" y="255"/>
                                  </a:cubicBezTo>
                                  <a:cubicBezTo>
                                    <a:pt x="0" y="255"/>
                                    <a:pt x="1" y="255"/>
                                    <a:pt x="1" y="256"/>
                                  </a:cubicBezTo>
                                  <a:cubicBezTo>
                                    <a:pt x="1" y="256"/>
                                    <a:pt x="1" y="257"/>
                                    <a:pt x="1" y="257"/>
                                  </a:cubicBezTo>
                                  <a:cubicBezTo>
                                    <a:pt x="1" y="257"/>
                                    <a:pt x="1" y="258"/>
                                    <a:pt x="1" y="258"/>
                                  </a:cubicBezTo>
                                  <a:cubicBezTo>
                                    <a:pt x="1" y="258"/>
                                    <a:pt x="2" y="258"/>
                                    <a:pt x="2" y="258"/>
                                  </a:cubicBezTo>
                                  <a:cubicBezTo>
                                    <a:pt x="2" y="258"/>
                                    <a:pt x="2" y="259"/>
                                    <a:pt x="2" y="259"/>
                                  </a:cubicBezTo>
                                  <a:cubicBezTo>
                                    <a:pt x="2" y="259"/>
                                    <a:pt x="2" y="259"/>
                                    <a:pt x="2" y="259"/>
                                  </a:cubicBezTo>
                                  <a:cubicBezTo>
                                    <a:pt x="2" y="260"/>
                                    <a:pt x="2" y="260"/>
                                    <a:pt x="2" y="260"/>
                                  </a:cubicBezTo>
                                  <a:cubicBezTo>
                                    <a:pt x="2" y="260"/>
                                    <a:pt x="3" y="260"/>
                                    <a:pt x="3" y="260"/>
                                  </a:cubicBezTo>
                                  <a:cubicBezTo>
                                    <a:pt x="3" y="259"/>
                                    <a:pt x="5" y="258"/>
                                    <a:pt x="5" y="258"/>
                                  </a:cubicBezTo>
                                  <a:cubicBezTo>
                                    <a:pt x="5" y="258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7" y="258"/>
                                  </a:cubicBezTo>
                                  <a:cubicBezTo>
                                    <a:pt x="7" y="258"/>
                                    <a:pt x="7" y="258"/>
                                    <a:pt x="7" y="258"/>
                                  </a:cubicBezTo>
                                  <a:cubicBezTo>
                                    <a:pt x="7" y="258"/>
                                    <a:pt x="8" y="258"/>
                                    <a:pt x="8" y="258"/>
                                  </a:cubicBezTo>
                                  <a:cubicBezTo>
                                    <a:pt x="8" y="258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60"/>
                                    <a:pt x="8" y="260"/>
                                  </a:cubicBezTo>
                                  <a:cubicBezTo>
                                    <a:pt x="8" y="260"/>
                                    <a:pt x="9" y="261"/>
                                    <a:pt x="9" y="261"/>
                                  </a:cubicBezTo>
                                  <a:cubicBezTo>
                                    <a:pt x="9" y="261"/>
                                    <a:pt x="9" y="262"/>
                                    <a:pt x="9" y="262"/>
                                  </a:cubicBezTo>
                                  <a:cubicBezTo>
                                    <a:pt x="9" y="263"/>
                                    <a:pt x="9" y="263"/>
                                    <a:pt x="9" y="263"/>
                                  </a:cubicBezTo>
                                  <a:cubicBezTo>
                                    <a:pt x="9" y="263"/>
                                    <a:pt x="9" y="263"/>
                                    <a:pt x="8" y="263"/>
                                  </a:cubicBezTo>
                                  <a:cubicBezTo>
                                    <a:pt x="8" y="263"/>
                                    <a:pt x="8" y="263"/>
                                    <a:pt x="8" y="263"/>
                                  </a:cubicBezTo>
                                  <a:cubicBezTo>
                                    <a:pt x="8" y="263"/>
                                    <a:pt x="7" y="263"/>
                                    <a:pt x="8" y="264"/>
                                  </a:cubicBezTo>
                                  <a:cubicBezTo>
                                    <a:pt x="8" y="264"/>
                                    <a:pt x="8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8" y="266"/>
                                    <a:pt x="8" y="266"/>
                                    <a:pt x="8" y="266"/>
                                  </a:cubicBezTo>
                                  <a:cubicBezTo>
                                    <a:pt x="8" y="266"/>
                                    <a:pt x="8" y="266"/>
                                    <a:pt x="8" y="266"/>
                                  </a:cubicBezTo>
                                  <a:cubicBezTo>
                                    <a:pt x="8" y="266"/>
                                    <a:pt x="8" y="266"/>
                                    <a:pt x="8" y="267"/>
                                  </a:cubicBezTo>
                                  <a:cubicBezTo>
                                    <a:pt x="8" y="267"/>
                                    <a:pt x="8" y="267"/>
                                    <a:pt x="8" y="268"/>
                                  </a:cubicBezTo>
                                  <a:cubicBezTo>
                                    <a:pt x="8" y="268"/>
                                    <a:pt x="8" y="268"/>
                                    <a:pt x="8" y="268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8" y="269"/>
                                    <a:pt x="8" y="269"/>
                                    <a:pt x="8" y="269"/>
                                  </a:cubicBezTo>
                                  <a:cubicBezTo>
                                    <a:pt x="8" y="269"/>
                                    <a:pt x="8" y="270"/>
                                    <a:pt x="8" y="270"/>
                                  </a:cubicBezTo>
                                  <a:cubicBezTo>
                                    <a:pt x="9" y="270"/>
                                    <a:pt x="9" y="270"/>
                                    <a:pt x="9" y="271"/>
                                  </a:cubicBezTo>
                                  <a:cubicBezTo>
                                    <a:pt x="9" y="271"/>
                                    <a:pt x="10" y="271"/>
                                    <a:pt x="10" y="272"/>
                                  </a:cubicBezTo>
                                  <a:cubicBezTo>
                                    <a:pt x="11" y="272"/>
                                    <a:pt x="11" y="272"/>
                                    <a:pt x="11" y="272"/>
                                  </a:cubicBezTo>
                                  <a:cubicBezTo>
                                    <a:pt x="11" y="272"/>
                                    <a:pt x="11" y="273"/>
                                    <a:pt x="11" y="273"/>
                                  </a:cubicBezTo>
                                  <a:cubicBezTo>
                                    <a:pt x="11" y="273"/>
                                    <a:pt x="11" y="273"/>
                                    <a:pt x="11" y="273"/>
                                  </a:cubicBezTo>
                                  <a:cubicBezTo>
                                    <a:pt x="11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4"/>
                                    <a:pt x="11" y="274"/>
                                    <a:pt x="11" y="274"/>
                                  </a:cubicBezTo>
                                  <a:cubicBezTo>
                                    <a:pt x="25" y="274"/>
                                    <a:pt x="25" y="274"/>
                                    <a:pt x="25" y="274"/>
                                  </a:cubicBezTo>
                                  <a:cubicBezTo>
                                    <a:pt x="25" y="274"/>
                                    <a:pt x="26" y="274"/>
                                    <a:pt x="26" y="274"/>
                                  </a:cubicBezTo>
                                  <a:cubicBezTo>
                                    <a:pt x="27" y="275"/>
                                    <a:pt x="27" y="275"/>
                                    <a:pt x="28" y="276"/>
                                  </a:cubicBezTo>
                                  <a:cubicBezTo>
                                    <a:pt x="29" y="276"/>
                                    <a:pt x="29" y="276"/>
                                    <a:pt x="30" y="276"/>
                                  </a:cubicBezTo>
                                  <a:cubicBezTo>
                                    <a:pt x="31" y="276"/>
                                    <a:pt x="32" y="277"/>
                                    <a:pt x="33" y="277"/>
                                  </a:cubicBezTo>
                                  <a:cubicBezTo>
                                    <a:pt x="34" y="277"/>
                                    <a:pt x="35" y="277"/>
                                    <a:pt x="36" y="278"/>
                                  </a:cubicBezTo>
                                  <a:cubicBezTo>
                                    <a:pt x="36" y="278"/>
                                    <a:pt x="36" y="278"/>
                                    <a:pt x="36" y="278"/>
                                  </a:cubicBezTo>
                                  <a:cubicBezTo>
                                    <a:pt x="36" y="278"/>
                                    <a:pt x="36" y="278"/>
                                    <a:pt x="36" y="278"/>
                                  </a:cubicBezTo>
                                  <a:cubicBezTo>
                                    <a:pt x="36" y="278"/>
                                    <a:pt x="36" y="277"/>
                                    <a:pt x="36" y="277"/>
                                  </a:cubicBezTo>
                                  <a:cubicBezTo>
                                    <a:pt x="35" y="276"/>
                                    <a:pt x="35" y="275"/>
                                    <a:pt x="34" y="274"/>
                                  </a:cubicBezTo>
                                  <a:cubicBezTo>
                                    <a:pt x="34" y="273"/>
                                    <a:pt x="33" y="273"/>
                                    <a:pt x="33" y="272"/>
                                  </a:cubicBezTo>
                                  <a:cubicBezTo>
                                    <a:pt x="33" y="272"/>
                                    <a:pt x="33" y="271"/>
                                    <a:pt x="32" y="271"/>
                                  </a:cubicBezTo>
                                  <a:cubicBezTo>
                                    <a:pt x="32" y="270"/>
                                    <a:pt x="32" y="270"/>
                                    <a:pt x="32" y="270"/>
                                  </a:cubicBezTo>
                                  <a:cubicBezTo>
                                    <a:pt x="32" y="270"/>
                                    <a:pt x="32" y="270"/>
                                    <a:pt x="32" y="270"/>
                                  </a:cubicBezTo>
                                  <a:cubicBezTo>
                                    <a:pt x="32" y="270"/>
                                    <a:pt x="31" y="270"/>
                                    <a:pt x="31" y="270"/>
                                  </a:cubicBezTo>
                                  <a:cubicBezTo>
                                    <a:pt x="30" y="270"/>
                                    <a:pt x="30" y="270"/>
                                    <a:pt x="30" y="270"/>
                                  </a:cubicBezTo>
                                  <a:cubicBezTo>
                                    <a:pt x="29" y="270"/>
                                    <a:pt x="28" y="269"/>
                                    <a:pt x="28" y="269"/>
                                  </a:cubicBezTo>
                                  <a:cubicBezTo>
                                    <a:pt x="28" y="269"/>
                                    <a:pt x="28" y="269"/>
                                    <a:pt x="28" y="269"/>
                                  </a:cubicBezTo>
                                  <a:cubicBezTo>
                                    <a:pt x="29" y="269"/>
                                    <a:pt x="30" y="269"/>
                                    <a:pt x="30" y="269"/>
                                  </a:cubicBezTo>
                                  <a:cubicBezTo>
                                    <a:pt x="30" y="269"/>
                                    <a:pt x="30" y="269"/>
                                    <a:pt x="31" y="269"/>
                                  </a:cubicBezTo>
                                  <a:cubicBezTo>
                                    <a:pt x="31" y="269"/>
                                    <a:pt x="32" y="269"/>
                                    <a:pt x="32" y="269"/>
                                  </a:cubicBezTo>
                                  <a:cubicBezTo>
                                    <a:pt x="32" y="269"/>
                                    <a:pt x="32" y="268"/>
                                    <a:pt x="32" y="267"/>
                                  </a:cubicBezTo>
                                  <a:cubicBezTo>
                                    <a:pt x="32" y="267"/>
                                    <a:pt x="31" y="267"/>
                                    <a:pt x="31" y="266"/>
                                  </a:cubicBezTo>
                                  <a:cubicBezTo>
                                    <a:pt x="31" y="266"/>
                                    <a:pt x="31" y="266"/>
                                    <a:pt x="31" y="265"/>
                                  </a:cubicBezTo>
                                  <a:cubicBezTo>
                                    <a:pt x="31" y="265"/>
                                    <a:pt x="31" y="264"/>
                                    <a:pt x="31" y="264"/>
                                  </a:cubicBezTo>
                                  <a:cubicBezTo>
                                    <a:pt x="31" y="263"/>
                                    <a:pt x="31" y="263"/>
                                    <a:pt x="31" y="263"/>
                                  </a:cubicBezTo>
                                  <a:cubicBezTo>
                                    <a:pt x="31" y="263"/>
                                    <a:pt x="31" y="262"/>
                                    <a:pt x="30" y="262"/>
                                  </a:cubicBezTo>
                                  <a:cubicBezTo>
                                    <a:pt x="30" y="262"/>
                                    <a:pt x="30" y="263"/>
                                    <a:pt x="30" y="263"/>
                                  </a:cubicBezTo>
                                  <a:cubicBezTo>
                                    <a:pt x="30" y="263"/>
                                    <a:pt x="29" y="263"/>
                                    <a:pt x="29" y="264"/>
                                  </a:cubicBezTo>
                                  <a:cubicBezTo>
                                    <a:pt x="29" y="264"/>
                                    <a:pt x="29" y="264"/>
                                    <a:pt x="29" y="263"/>
                                  </a:cubicBezTo>
                                  <a:cubicBezTo>
                                    <a:pt x="29" y="263"/>
                                    <a:pt x="30" y="262"/>
                                    <a:pt x="30" y="262"/>
                                  </a:cubicBezTo>
                                  <a:cubicBezTo>
                                    <a:pt x="30" y="262"/>
                                    <a:pt x="31" y="260"/>
                                    <a:pt x="31" y="260"/>
                                  </a:cubicBezTo>
                                  <a:cubicBezTo>
                                    <a:pt x="31" y="259"/>
                                    <a:pt x="31" y="258"/>
                                    <a:pt x="31" y="258"/>
                                  </a:cubicBezTo>
                                  <a:cubicBezTo>
                                    <a:pt x="32" y="257"/>
                                    <a:pt x="32" y="255"/>
                                    <a:pt x="33" y="255"/>
                                  </a:cubicBezTo>
                                  <a:cubicBezTo>
                                    <a:pt x="34" y="254"/>
                                    <a:pt x="36" y="254"/>
                                    <a:pt x="36" y="254"/>
                                  </a:cubicBezTo>
                                  <a:cubicBezTo>
                                    <a:pt x="36" y="253"/>
                                    <a:pt x="36" y="253"/>
                                    <a:pt x="35" y="252"/>
                                  </a:cubicBezTo>
                                  <a:cubicBezTo>
                                    <a:pt x="35" y="252"/>
                                    <a:pt x="35" y="252"/>
                                    <a:pt x="35" y="252"/>
                                  </a:cubicBezTo>
                                  <a:cubicBezTo>
                                    <a:pt x="34" y="251"/>
                                    <a:pt x="34" y="252"/>
                                    <a:pt x="34" y="251"/>
                                  </a:cubicBezTo>
                                  <a:cubicBezTo>
                                    <a:pt x="33" y="251"/>
                                    <a:pt x="34" y="251"/>
                                    <a:pt x="34" y="251"/>
                                  </a:cubicBezTo>
                                  <a:cubicBezTo>
                                    <a:pt x="34" y="251"/>
                                    <a:pt x="34" y="251"/>
                                    <a:pt x="34" y="251"/>
                                  </a:cubicBezTo>
                                  <a:cubicBezTo>
                                    <a:pt x="35" y="251"/>
                                    <a:pt x="35" y="251"/>
                                    <a:pt x="35" y="250"/>
                                  </a:cubicBezTo>
                                  <a:cubicBezTo>
                                    <a:pt x="35" y="250"/>
                                    <a:pt x="35" y="250"/>
                                    <a:pt x="35" y="250"/>
                                  </a:cubicBezTo>
                                  <a:cubicBezTo>
                                    <a:pt x="35" y="250"/>
                                    <a:pt x="36" y="251"/>
                                    <a:pt x="36" y="252"/>
                                  </a:cubicBezTo>
                                  <a:cubicBezTo>
                                    <a:pt x="36" y="252"/>
                                    <a:pt x="36" y="252"/>
                                    <a:pt x="37" y="252"/>
                                  </a:cubicBezTo>
                                  <a:cubicBezTo>
                                    <a:pt x="37" y="253"/>
                                    <a:pt x="38" y="252"/>
                                    <a:pt x="39" y="252"/>
                                  </a:cubicBezTo>
                                  <a:cubicBezTo>
                                    <a:pt x="39" y="252"/>
                                    <a:pt x="39" y="252"/>
                                    <a:pt x="40" y="251"/>
                                  </a:cubicBezTo>
                                  <a:cubicBezTo>
                                    <a:pt x="40" y="251"/>
                                    <a:pt x="40" y="250"/>
                                    <a:pt x="40" y="250"/>
                                  </a:cubicBezTo>
                                  <a:cubicBezTo>
                                    <a:pt x="40" y="249"/>
                                    <a:pt x="40" y="249"/>
                                    <a:pt x="40" y="249"/>
                                  </a:cubicBezTo>
                                  <a:cubicBezTo>
                                    <a:pt x="41" y="248"/>
                                    <a:pt x="41" y="248"/>
                                    <a:pt x="41" y="248"/>
                                  </a:cubicBezTo>
                                  <a:cubicBezTo>
                                    <a:pt x="41" y="247"/>
                                    <a:pt x="41" y="247"/>
                                    <a:pt x="41" y="247"/>
                                  </a:cubicBezTo>
                                  <a:cubicBezTo>
                                    <a:pt x="41" y="247"/>
                                    <a:pt x="41" y="246"/>
                                    <a:pt x="41" y="246"/>
                                  </a:cubicBezTo>
                                  <a:cubicBezTo>
                                    <a:pt x="41" y="245"/>
                                    <a:pt x="41" y="245"/>
                                    <a:pt x="41" y="245"/>
                                  </a:cubicBezTo>
                                  <a:cubicBezTo>
                                    <a:pt x="41" y="245"/>
                                    <a:pt x="42" y="244"/>
                                    <a:pt x="42" y="244"/>
                                  </a:cubicBezTo>
                                  <a:cubicBezTo>
                                    <a:pt x="42" y="244"/>
                                    <a:pt x="42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4"/>
                                    <a:pt x="41" y="245"/>
                                  </a:cubicBezTo>
                                  <a:cubicBezTo>
                                    <a:pt x="41" y="245"/>
                                    <a:pt x="40" y="245"/>
                                    <a:pt x="40" y="245"/>
                                  </a:cubicBezTo>
                                  <a:cubicBezTo>
                                    <a:pt x="40" y="245"/>
                                    <a:pt x="40" y="244"/>
                                    <a:pt x="40" y="244"/>
                                  </a:cubicBezTo>
                                  <a:cubicBezTo>
                                    <a:pt x="40" y="244"/>
                                    <a:pt x="40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3"/>
                                    <a:pt x="41" y="243"/>
                                  </a:cubicBezTo>
                                  <a:cubicBezTo>
                                    <a:pt x="41" y="243"/>
                                    <a:pt x="41" y="243"/>
                                    <a:pt x="41" y="243"/>
                                  </a:cubicBezTo>
                                  <a:cubicBezTo>
                                    <a:pt x="41" y="243"/>
                                    <a:pt x="41" y="242"/>
                                    <a:pt x="41" y="242"/>
                                  </a:cubicBezTo>
                                  <a:cubicBezTo>
                                    <a:pt x="42" y="242"/>
                                    <a:pt x="42" y="241"/>
                                    <a:pt x="42" y="241"/>
                                  </a:cubicBezTo>
                                  <a:cubicBezTo>
                                    <a:pt x="42" y="241"/>
                                    <a:pt x="42" y="241"/>
                                    <a:pt x="42" y="241"/>
                                  </a:cubicBezTo>
                                  <a:cubicBezTo>
                                    <a:pt x="42" y="240"/>
                                    <a:pt x="43" y="240"/>
                                    <a:pt x="43" y="240"/>
                                  </a:cubicBezTo>
                                  <a:cubicBezTo>
                                    <a:pt x="43" y="239"/>
                                    <a:pt x="43" y="239"/>
                                    <a:pt x="44" y="239"/>
                                  </a:cubicBezTo>
                                  <a:cubicBezTo>
                                    <a:pt x="44" y="239"/>
                                    <a:pt x="44" y="239"/>
                                    <a:pt x="44" y="239"/>
                                  </a:cubicBezTo>
                                  <a:cubicBezTo>
                                    <a:pt x="44" y="239"/>
                                    <a:pt x="44" y="238"/>
                                    <a:pt x="45" y="238"/>
                                  </a:cubicBezTo>
                                  <a:cubicBezTo>
                                    <a:pt x="45" y="238"/>
                                    <a:pt x="45" y="238"/>
                                    <a:pt x="45" y="237"/>
                                  </a:cubicBezTo>
                                  <a:cubicBezTo>
                                    <a:pt x="45" y="237"/>
                                    <a:pt x="46" y="237"/>
                                    <a:pt x="46" y="236"/>
                                  </a:cubicBezTo>
                                  <a:cubicBezTo>
                                    <a:pt x="46" y="236"/>
                                    <a:pt x="47" y="236"/>
                                    <a:pt x="47" y="236"/>
                                  </a:cubicBezTo>
                                  <a:cubicBezTo>
                                    <a:pt x="47" y="236"/>
                                    <a:pt x="47" y="235"/>
                                    <a:pt x="48" y="235"/>
                                  </a:cubicBezTo>
                                  <a:cubicBezTo>
                                    <a:pt x="48" y="235"/>
                                    <a:pt x="48" y="235"/>
                                    <a:pt x="48" y="235"/>
                                  </a:cubicBezTo>
                                  <a:cubicBezTo>
                                    <a:pt x="49" y="234"/>
                                    <a:pt x="49" y="235"/>
                                    <a:pt x="50" y="234"/>
                                  </a:cubicBezTo>
                                  <a:cubicBezTo>
                                    <a:pt x="50" y="234"/>
                                    <a:pt x="50" y="234"/>
                                    <a:pt x="50" y="234"/>
                                  </a:cubicBezTo>
                                  <a:cubicBezTo>
                                    <a:pt x="50" y="234"/>
                                    <a:pt x="50" y="233"/>
                                    <a:pt x="51" y="233"/>
                                  </a:cubicBezTo>
                                  <a:cubicBezTo>
                                    <a:pt x="51" y="233"/>
                                    <a:pt x="51" y="233"/>
                                    <a:pt x="51" y="233"/>
                                  </a:cubicBezTo>
                                  <a:cubicBezTo>
                                    <a:pt x="51" y="232"/>
                                    <a:pt x="51" y="232"/>
                                    <a:pt x="51" y="232"/>
                                  </a:cubicBezTo>
                                  <a:cubicBezTo>
                                    <a:pt x="51" y="232"/>
                                    <a:pt x="52" y="232"/>
                                    <a:pt x="52" y="232"/>
                                  </a:cubicBezTo>
                                  <a:cubicBezTo>
                                    <a:pt x="52" y="232"/>
                                    <a:pt x="52" y="232"/>
                                    <a:pt x="52" y="232"/>
                                  </a:cubicBezTo>
                                  <a:cubicBezTo>
                                    <a:pt x="52" y="231"/>
                                    <a:pt x="52" y="231"/>
                                    <a:pt x="53" y="231"/>
                                  </a:cubicBezTo>
                                  <a:cubicBezTo>
                                    <a:pt x="53" y="231"/>
                                    <a:pt x="53" y="231"/>
                                    <a:pt x="53" y="231"/>
                                  </a:cubicBezTo>
                                  <a:cubicBezTo>
                                    <a:pt x="53" y="231"/>
                                    <a:pt x="53" y="230"/>
                                    <a:pt x="53" y="230"/>
                                  </a:cubicBezTo>
                                  <a:cubicBezTo>
                                    <a:pt x="53" y="230"/>
                                    <a:pt x="53" y="230"/>
                                    <a:pt x="53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8"/>
                                  </a:cubicBezTo>
                                  <a:cubicBezTo>
                                    <a:pt x="54" y="228"/>
                                    <a:pt x="54" y="228"/>
                                    <a:pt x="54" y="228"/>
                                  </a:cubicBezTo>
                                  <a:cubicBezTo>
                                    <a:pt x="54" y="227"/>
                                    <a:pt x="54" y="227"/>
                                    <a:pt x="54" y="227"/>
                                  </a:cubicBezTo>
                                  <a:cubicBezTo>
                                    <a:pt x="55" y="226"/>
                                    <a:pt x="55" y="226"/>
                                    <a:pt x="55" y="225"/>
                                  </a:cubicBezTo>
                                  <a:cubicBezTo>
                                    <a:pt x="55" y="225"/>
                                    <a:pt x="55" y="223"/>
                                    <a:pt x="55" y="223"/>
                                  </a:cubicBezTo>
                                  <a:cubicBezTo>
                                    <a:pt x="55" y="223"/>
                                    <a:pt x="55" y="222"/>
                                    <a:pt x="54" y="221"/>
                                  </a:cubicBezTo>
                                  <a:cubicBezTo>
                                    <a:pt x="54" y="220"/>
                                    <a:pt x="53" y="221"/>
                                    <a:pt x="52" y="221"/>
                                  </a:cubicBezTo>
                                  <a:cubicBezTo>
                                    <a:pt x="52" y="220"/>
                                    <a:pt x="51" y="221"/>
                                    <a:pt x="50" y="220"/>
                                  </a:cubicBezTo>
                                  <a:cubicBezTo>
                                    <a:pt x="49" y="220"/>
                                    <a:pt x="48" y="220"/>
                                    <a:pt x="48" y="220"/>
                                  </a:cubicBezTo>
                                  <a:cubicBezTo>
                                    <a:pt x="47" y="220"/>
                                    <a:pt x="47" y="219"/>
                                    <a:pt x="46" y="219"/>
                                  </a:cubicBezTo>
                                  <a:cubicBezTo>
                                    <a:pt x="46" y="218"/>
                                    <a:pt x="45" y="218"/>
                                    <a:pt x="45" y="217"/>
                                  </a:cubicBezTo>
                                  <a:cubicBezTo>
                                    <a:pt x="45" y="217"/>
                                    <a:pt x="45" y="216"/>
                                    <a:pt x="44" y="216"/>
                                  </a:cubicBezTo>
                                  <a:cubicBezTo>
                                    <a:pt x="44" y="216"/>
                                    <a:pt x="43" y="215"/>
                                    <a:pt x="43" y="215"/>
                                  </a:cubicBezTo>
                                  <a:cubicBezTo>
                                    <a:pt x="42" y="215"/>
                                    <a:pt x="43" y="214"/>
                                    <a:pt x="42" y="214"/>
                                  </a:cubicBezTo>
                                  <a:cubicBezTo>
                                    <a:pt x="42" y="213"/>
                                    <a:pt x="42" y="213"/>
                                    <a:pt x="42" y="212"/>
                                  </a:cubicBezTo>
                                  <a:cubicBezTo>
                                    <a:pt x="41" y="212"/>
                                    <a:pt x="41" y="211"/>
                                    <a:pt x="41" y="211"/>
                                  </a:cubicBezTo>
                                  <a:cubicBezTo>
                                    <a:pt x="41" y="211"/>
                                    <a:pt x="41" y="211"/>
                                    <a:pt x="41" y="210"/>
                                  </a:cubicBezTo>
                                  <a:cubicBezTo>
                                    <a:pt x="41" y="210"/>
                                    <a:pt x="42" y="209"/>
                                    <a:pt x="42" y="209"/>
                                  </a:cubicBezTo>
                                  <a:cubicBezTo>
                                    <a:pt x="42" y="209"/>
                                    <a:pt x="42" y="209"/>
                                    <a:pt x="42" y="209"/>
                                  </a:cubicBezTo>
                                  <a:cubicBezTo>
                                    <a:pt x="42" y="209"/>
                                    <a:pt x="42" y="208"/>
                                    <a:pt x="43" y="208"/>
                                  </a:cubicBezTo>
                                  <a:cubicBezTo>
                                    <a:pt x="43" y="207"/>
                                    <a:pt x="43" y="207"/>
                                    <a:pt x="43" y="207"/>
                                  </a:cubicBezTo>
                                  <a:cubicBezTo>
                                    <a:pt x="43" y="207"/>
                                    <a:pt x="43" y="206"/>
                                    <a:pt x="43" y="206"/>
                                  </a:cubicBezTo>
                                  <a:cubicBezTo>
                                    <a:pt x="43" y="206"/>
                                    <a:pt x="43" y="205"/>
                                    <a:pt x="44" y="205"/>
                                  </a:cubicBezTo>
                                  <a:cubicBezTo>
                                    <a:pt x="44" y="205"/>
                                    <a:pt x="44" y="205"/>
                                    <a:pt x="44" y="205"/>
                                  </a:cubicBezTo>
                                  <a:cubicBezTo>
                                    <a:pt x="44" y="205"/>
                                    <a:pt x="45" y="204"/>
                                    <a:pt x="45" y="204"/>
                                  </a:cubicBezTo>
                                  <a:cubicBezTo>
                                    <a:pt x="45" y="203"/>
                                    <a:pt x="45" y="203"/>
                                    <a:pt x="45" y="203"/>
                                  </a:cubicBezTo>
                                  <a:cubicBezTo>
                                    <a:pt x="46" y="203"/>
                                    <a:pt x="47" y="202"/>
                                    <a:pt x="47" y="202"/>
                                  </a:cubicBezTo>
                                  <a:cubicBezTo>
                                    <a:pt x="47" y="201"/>
                                    <a:pt x="49" y="202"/>
                                    <a:pt x="49" y="202"/>
                                  </a:cubicBezTo>
                                  <a:cubicBezTo>
                                    <a:pt x="49" y="202"/>
                                    <a:pt x="49" y="201"/>
                                    <a:pt x="49" y="201"/>
                                  </a:cubicBezTo>
                                  <a:cubicBezTo>
                                    <a:pt x="49" y="200"/>
                                    <a:pt x="50" y="200"/>
                                    <a:pt x="50" y="200"/>
                                  </a:cubicBezTo>
                                  <a:cubicBezTo>
                                    <a:pt x="50" y="200"/>
                                    <a:pt x="50" y="200"/>
                                    <a:pt x="50" y="200"/>
                                  </a:cubicBezTo>
                                  <a:cubicBezTo>
                                    <a:pt x="50" y="200"/>
                                    <a:pt x="51" y="200"/>
                                    <a:pt x="51" y="200"/>
                                  </a:cubicBezTo>
                                  <a:cubicBezTo>
                                    <a:pt x="51" y="200"/>
                                    <a:pt x="51" y="199"/>
                                    <a:pt x="52" y="199"/>
                                  </a:cubicBezTo>
                                  <a:cubicBezTo>
                                    <a:pt x="52" y="199"/>
                                    <a:pt x="52" y="199"/>
                                    <a:pt x="52" y="199"/>
                                  </a:cubicBezTo>
                                  <a:cubicBezTo>
                                    <a:pt x="52" y="199"/>
                                    <a:pt x="52" y="199"/>
                                    <a:pt x="53" y="199"/>
                                  </a:cubicBezTo>
                                  <a:cubicBezTo>
                                    <a:pt x="53" y="200"/>
                                    <a:pt x="53" y="199"/>
                                    <a:pt x="53" y="199"/>
                                  </a:cubicBezTo>
                                  <a:cubicBezTo>
                                    <a:pt x="53" y="199"/>
                                    <a:pt x="53" y="200"/>
                                    <a:pt x="54" y="200"/>
                                  </a:cubicBezTo>
                                  <a:cubicBezTo>
                                    <a:pt x="54" y="200"/>
                                    <a:pt x="54" y="199"/>
                                    <a:pt x="54" y="199"/>
                                  </a:cubicBezTo>
                                  <a:cubicBezTo>
                                    <a:pt x="54" y="199"/>
                                    <a:pt x="55" y="200"/>
                                    <a:pt x="55" y="200"/>
                                  </a:cubicBezTo>
                                  <a:cubicBezTo>
                                    <a:pt x="55" y="200"/>
                                    <a:pt x="55" y="200"/>
                                    <a:pt x="55" y="200"/>
                                  </a:cubicBezTo>
                                  <a:cubicBezTo>
                                    <a:pt x="56" y="200"/>
                                    <a:pt x="56" y="199"/>
                                    <a:pt x="56" y="199"/>
                                  </a:cubicBezTo>
                                  <a:cubicBezTo>
                                    <a:pt x="56" y="199"/>
                                    <a:pt x="56" y="199"/>
                                    <a:pt x="56" y="198"/>
                                  </a:cubicBezTo>
                                  <a:cubicBezTo>
                                    <a:pt x="56" y="198"/>
                                    <a:pt x="56" y="198"/>
                                    <a:pt x="56" y="198"/>
                                  </a:cubicBezTo>
                                  <a:cubicBezTo>
                                    <a:pt x="55" y="198"/>
                                    <a:pt x="55" y="198"/>
                                    <a:pt x="55" y="198"/>
                                  </a:cubicBezTo>
                                  <a:cubicBezTo>
                                    <a:pt x="55" y="198"/>
                                    <a:pt x="55" y="197"/>
                                    <a:pt x="55" y="197"/>
                                  </a:cubicBezTo>
                                  <a:cubicBezTo>
                                    <a:pt x="55" y="197"/>
                                    <a:pt x="55" y="196"/>
                                    <a:pt x="55" y="196"/>
                                  </a:cubicBezTo>
                                  <a:cubicBezTo>
                                    <a:pt x="56" y="196"/>
                                    <a:pt x="56" y="195"/>
                                    <a:pt x="56" y="195"/>
                                  </a:cubicBezTo>
                                  <a:cubicBezTo>
                                    <a:pt x="57" y="195"/>
                                    <a:pt x="57" y="195"/>
                                    <a:pt x="57" y="195"/>
                                  </a:cubicBezTo>
                                  <a:cubicBezTo>
                                    <a:pt x="57" y="195"/>
                                    <a:pt x="57" y="194"/>
                                    <a:pt x="58" y="194"/>
                                  </a:cubicBezTo>
                                  <a:cubicBezTo>
                                    <a:pt x="58" y="194"/>
                                    <a:pt x="58" y="193"/>
                                    <a:pt x="58" y="193"/>
                                  </a:cubicBezTo>
                                  <a:cubicBezTo>
                                    <a:pt x="58" y="193"/>
                                    <a:pt x="58" y="193"/>
                                    <a:pt x="58" y="193"/>
                                  </a:cubicBezTo>
                                  <a:cubicBezTo>
                                    <a:pt x="58" y="192"/>
                                    <a:pt x="58" y="192"/>
                                    <a:pt x="58" y="192"/>
                                  </a:cubicBezTo>
                                  <a:cubicBezTo>
                                    <a:pt x="58" y="192"/>
                                    <a:pt x="58" y="191"/>
                                    <a:pt x="58" y="191"/>
                                  </a:cubicBezTo>
                                  <a:cubicBezTo>
                                    <a:pt x="58" y="191"/>
                                    <a:pt x="58" y="191"/>
                                    <a:pt x="58" y="191"/>
                                  </a:cubicBezTo>
                                  <a:cubicBezTo>
                                    <a:pt x="58" y="191"/>
                                    <a:pt x="58" y="190"/>
                                    <a:pt x="58" y="190"/>
                                  </a:cubicBezTo>
                                  <a:cubicBezTo>
                                    <a:pt x="58" y="190"/>
                                    <a:pt x="58" y="189"/>
                                    <a:pt x="58" y="189"/>
                                  </a:cubicBezTo>
                                  <a:cubicBezTo>
                                    <a:pt x="58" y="189"/>
                                    <a:pt x="58" y="189"/>
                                    <a:pt x="58" y="189"/>
                                  </a:cubicBezTo>
                                  <a:cubicBezTo>
                                    <a:pt x="58" y="188"/>
                                    <a:pt x="58" y="188"/>
                                    <a:pt x="58" y="188"/>
                                  </a:cubicBezTo>
                                  <a:cubicBezTo>
                                    <a:pt x="57" y="187"/>
                                    <a:pt x="57" y="187"/>
                                    <a:pt x="57" y="187"/>
                                  </a:cubicBezTo>
                                  <a:cubicBezTo>
                                    <a:pt x="57" y="187"/>
                                    <a:pt x="58" y="186"/>
                                    <a:pt x="58" y="186"/>
                                  </a:cubicBezTo>
                                  <a:cubicBezTo>
                                    <a:pt x="58" y="186"/>
                                    <a:pt x="58" y="185"/>
                                    <a:pt x="59" y="185"/>
                                  </a:cubicBezTo>
                                  <a:cubicBezTo>
                                    <a:pt x="59" y="185"/>
                                    <a:pt x="59" y="184"/>
                                    <a:pt x="59" y="184"/>
                                  </a:cubicBezTo>
                                  <a:cubicBezTo>
                                    <a:pt x="60" y="184"/>
                                    <a:pt x="60" y="183"/>
                                    <a:pt x="60" y="183"/>
                                  </a:cubicBezTo>
                                  <a:cubicBezTo>
                                    <a:pt x="60" y="182"/>
                                    <a:pt x="60" y="182"/>
                                    <a:pt x="60" y="182"/>
                                  </a:cubicBezTo>
                                  <a:cubicBezTo>
                                    <a:pt x="61" y="181"/>
                                    <a:pt x="62" y="181"/>
                                    <a:pt x="62" y="181"/>
                                  </a:cubicBezTo>
                                  <a:cubicBezTo>
                                    <a:pt x="63" y="180"/>
                                    <a:pt x="64" y="180"/>
                                    <a:pt x="64" y="180"/>
                                  </a:cubicBezTo>
                                  <a:cubicBezTo>
                                    <a:pt x="65" y="180"/>
                                    <a:pt x="65" y="180"/>
                                    <a:pt x="65" y="180"/>
                                  </a:cubicBezTo>
                                  <a:cubicBezTo>
                                    <a:pt x="65" y="179"/>
                                    <a:pt x="65" y="179"/>
                                    <a:pt x="65" y="179"/>
                                  </a:cubicBezTo>
                                  <a:cubicBezTo>
                                    <a:pt x="65" y="179"/>
                                    <a:pt x="64" y="179"/>
                                    <a:pt x="64" y="179"/>
                                  </a:cubicBezTo>
                                  <a:cubicBezTo>
                                    <a:pt x="64" y="179"/>
                                    <a:pt x="64" y="179"/>
                                    <a:pt x="63" y="179"/>
                                  </a:cubicBezTo>
                                  <a:cubicBezTo>
                                    <a:pt x="63" y="179"/>
                                    <a:pt x="62" y="179"/>
                                    <a:pt x="62" y="179"/>
                                  </a:cubicBezTo>
                                  <a:cubicBezTo>
                                    <a:pt x="62" y="179"/>
                                    <a:pt x="62" y="178"/>
                                    <a:pt x="62" y="178"/>
                                  </a:cubicBezTo>
                                  <a:cubicBezTo>
                                    <a:pt x="61" y="178"/>
                                    <a:pt x="61" y="178"/>
                                    <a:pt x="61" y="178"/>
                                  </a:cubicBezTo>
                                  <a:cubicBezTo>
                                    <a:pt x="60" y="178"/>
                                    <a:pt x="60" y="178"/>
                                    <a:pt x="60" y="177"/>
                                  </a:cubicBezTo>
                                  <a:cubicBezTo>
                                    <a:pt x="60" y="177"/>
                                    <a:pt x="60" y="177"/>
                                    <a:pt x="60" y="177"/>
                                  </a:cubicBezTo>
                                  <a:cubicBezTo>
                                    <a:pt x="60" y="177"/>
                                    <a:pt x="60" y="177"/>
                                    <a:pt x="60" y="176"/>
                                  </a:cubicBezTo>
                                  <a:cubicBezTo>
                                    <a:pt x="60" y="176"/>
                                    <a:pt x="60" y="176"/>
                                    <a:pt x="60" y="176"/>
                                  </a:cubicBezTo>
                                  <a:cubicBezTo>
                                    <a:pt x="61" y="176"/>
                                    <a:pt x="61" y="176"/>
                                    <a:pt x="61" y="176"/>
                                  </a:cubicBezTo>
                                  <a:cubicBezTo>
                                    <a:pt x="62" y="176"/>
                                    <a:pt x="62" y="175"/>
                                    <a:pt x="62" y="175"/>
                                  </a:cubicBezTo>
                                  <a:cubicBezTo>
                                    <a:pt x="62" y="175"/>
                                    <a:pt x="63" y="175"/>
                                    <a:pt x="63" y="175"/>
                                  </a:cubicBezTo>
                                  <a:cubicBezTo>
                                    <a:pt x="63" y="175"/>
                                    <a:pt x="64" y="175"/>
                                    <a:pt x="64" y="175"/>
                                  </a:cubicBezTo>
                                  <a:cubicBezTo>
                                    <a:pt x="64" y="175"/>
                                    <a:pt x="65" y="175"/>
                                    <a:pt x="65" y="175"/>
                                  </a:cubicBezTo>
                                  <a:cubicBezTo>
                                    <a:pt x="65" y="175"/>
                                    <a:pt x="65" y="176"/>
                                    <a:pt x="65" y="176"/>
                                  </a:cubicBezTo>
                                  <a:cubicBezTo>
                                    <a:pt x="65" y="176"/>
                                    <a:pt x="66" y="176"/>
                                    <a:pt x="66" y="176"/>
                                  </a:cubicBezTo>
                                  <a:cubicBezTo>
                                    <a:pt x="66" y="177"/>
                                    <a:pt x="65" y="177"/>
                                    <a:pt x="65" y="177"/>
                                  </a:cubicBezTo>
                                  <a:cubicBezTo>
                                    <a:pt x="65" y="177"/>
                                    <a:pt x="65" y="177"/>
                                    <a:pt x="65" y="177"/>
                                  </a:cubicBezTo>
                                  <a:cubicBezTo>
                                    <a:pt x="66" y="178"/>
                                    <a:pt x="65" y="178"/>
                                    <a:pt x="65" y="178"/>
                                  </a:cubicBezTo>
                                  <a:cubicBezTo>
                                    <a:pt x="65" y="178"/>
                                    <a:pt x="66" y="178"/>
                                    <a:pt x="66" y="178"/>
                                  </a:cubicBezTo>
                                  <a:cubicBezTo>
                                    <a:pt x="66" y="178"/>
                                    <a:pt x="67" y="178"/>
                                    <a:pt x="67" y="178"/>
                                  </a:cubicBezTo>
                                  <a:cubicBezTo>
                                    <a:pt x="67" y="178"/>
                                    <a:pt x="68" y="178"/>
                                    <a:pt x="68" y="178"/>
                                  </a:cubicBezTo>
                                  <a:cubicBezTo>
                                    <a:pt x="68" y="178"/>
                                    <a:pt x="69" y="178"/>
                                    <a:pt x="69" y="178"/>
                                  </a:cubicBezTo>
                                  <a:cubicBezTo>
                                    <a:pt x="69" y="178"/>
                                    <a:pt x="69" y="178"/>
                                    <a:pt x="69" y="178"/>
                                  </a:cubicBezTo>
                                  <a:cubicBezTo>
                                    <a:pt x="69" y="178"/>
                                    <a:pt x="69" y="178"/>
                                    <a:pt x="69" y="177"/>
                                  </a:cubicBezTo>
                                  <a:cubicBezTo>
                                    <a:pt x="69" y="177"/>
                                    <a:pt x="69" y="177"/>
                                    <a:pt x="69" y="177"/>
                                  </a:cubicBezTo>
                                  <a:cubicBezTo>
                                    <a:pt x="69" y="177"/>
                                    <a:pt x="70" y="176"/>
                                    <a:pt x="70" y="176"/>
                                  </a:cubicBezTo>
                                  <a:cubicBezTo>
                                    <a:pt x="70" y="176"/>
                                    <a:pt x="70" y="175"/>
                                    <a:pt x="70" y="174"/>
                                  </a:cubicBezTo>
                                  <a:cubicBezTo>
                                    <a:pt x="70" y="174"/>
                                    <a:pt x="70" y="174"/>
                                    <a:pt x="69" y="174"/>
                                  </a:cubicBezTo>
                                  <a:cubicBezTo>
                                    <a:pt x="69" y="173"/>
                                    <a:pt x="70" y="173"/>
                                    <a:pt x="70" y="173"/>
                                  </a:cubicBezTo>
                                  <a:cubicBezTo>
                                    <a:pt x="70" y="173"/>
                                    <a:pt x="70" y="173"/>
                                    <a:pt x="70" y="173"/>
                                  </a:cubicBezTo>
                                  <a:cubicBezTo>
                                    <a:pt x="69" y="172"/>
                                    <a:pt x="69" y="172"/>
                                    <a:pt x="69" y="172"/>
                                  </a:cubicBezTo>
                                  <a:cubicBezTo>
                                    <a:pt x="69" y="172"/>
                                    <a:pt x="69" y="171"/>
                                    <a:pt x="69" y="171"/>
                                  </a:cubicBezTo>
                                  <a:cubicBezTo>
                                    <a:pt x="68" y="171"/>
                                    <a:pt x="68" y="171"/>
                                    <a:pt x="67" y="171"/>
                                  </a:cubicBezTo>
                                  <a:cubicBezTo>
                                    <a:pt x="67" y="171"/>
                                    <a:pt x="67" y="172"/>
                                    <a:pt x="66" y="172"/>
                                  </a:cubicBezTo>
                                  <a:cubicBezTo>
                                    <a:pt x="66" y="172"/>
                                    <a:pt x="65" y="172"/>
                                    <a:pt x="65" y="172"/>
                                  </a:cubicBezTo>
                                  <a:cubicBezTo>
                                    <a:pt x="65" y="172"/>
                                    <a:pt x="65" y="172"/>
                                    <a:pt x="65" y="172"/>
                                  </a:cubicBezTo>
                                  <a:cubicBezTo>
                                    <a:pt x="65" y="172"/>
                                    <a:pt x="66" y="172"/>
                                    <a:pt x="66" y="173"/>
                                  </a:cubicBezTo>
                                  <a:cubicBezTo>
                                    <a:pt x="67" y="173"/>
                                    <a:pt x="67" y="173"/>
                                    <a:pt x="67" y="173"/>
                                  </a:cubicBezTo>
                                  <a:cubicBezTo>
                                    <a:pt x="67" y="173"/>
                                    <a:pt x="67" y="174"/>
                                    <a:pt x="67" y="174"/>
                                  </a:cubicBezTo>
                                  <a:cubicBezTo>
                                    <a:pt x="66" y="174"/>
                                    <a:pt x="66" y="174"/>
                                    <a:pt x="66" y="174"/>
                                  </a:cubicBezTo>
                                  <a:cubicBezTo>
                                    <a:pt x="66" y="174"/>
                                    <a:pt x="66" y="174"/>
                                    <a:pt x="66" y="174"/>
                                  </a:cubicBezTo>
                                  <a:cubicBezTo>
                                    <a:pt x="66" y="174"/>
                                    <a:pt x="65" y="174"/>
                                    <a:pt x="65" y="174"/>
                                  </a:cubicBezTo>
                                  <a:cubicBezTo>
                                    <a:pt x="65" y="174"/>
                                    <a:pt x="65" y="174"/>
                                    <a:pt x="65" y="174"/>
                                  </a:cubicBezTo>
                                  <a:cubicBezTo>
                                    <a:pt x="65" y="174"/>
                                    <a:pt x="64" y="174"/>
                                    <a:pt x="63" y="174"/>
                                  </a:cubicBezTo>
                                  <a:cubicBezTo>
                                    <a:pt x="63" y="174"/>
                                    <a:pt x="64" y="172"/>
                                    <a:pt x="64" y="172"/>
                                  </a:cubicBezTo>
                                  <a:cubicBezTo>
                                    <a:pt x="64" y="172"/>
                                    <a:pt x="63" y="172"/>
                                    <a:pt x="63" y="172"/>
                                  </a:cubicBezTo>
                                  <a:cubicBezTo>
                                    <a:pt x="62" y="172"/>
                                    <a:pt x="62" y="172"/>
                                    <a:pt x="61" y="172"/>
                                  </a:cubicBezTo>
                                  <a:cubicBezTo>
                                    <a:pt x="61" y="172"/>
                                    <a:pt x="60" y="171"/>
                                    <a:pt x="60" y="171"/>
                                  </a:cubicBezTo>
                                  <a:cubicBezTo>
                                    <a:pt x="60" y="171"/>
                                    <a:pt x="60" y="170"/>
                                    <a:pt x="60" y="170"/>
                                  </a:cubicBezTo>
                                  <a:cubicBezTo>
                                    <a:pt x="59" y="170"/>
                                    <a:pt x="59" y="170"/>
                                    <a:pt x="59" y="170"/>
                                  </a:cubicBezTo>
                                  <a:cubicBezTo>
                                    <a:pt x="59" y="169"/>
                                    <a:pt x="60" y="168"/>
                                    <a:pt x="60" y="168"/>
                                  </a:cubicBezTo>
                                  <a:cubicBezTo>
                                    <a:pt x="60" y="167"/>
                                    <a:pt x="60" y="166"/>
                                    <a:pt x="60" y="166"/>
                                  </a:cubicBezTo>
                                  <a:cubicBezTo>
                                    <a:pt x="60" y="165"/>
                                    <a:pt x="60" y="165"/>
                                    <a:pt x="60" y="165"/>
                                  </a:cubicBezTo>
                                  <a:cubicBezTo>
                                    <a:pt x="59" y="164"/>
                                    <a:pt x="59" y="163"/>
                                    <a:pt x="59" y="162"/>
                                  </a:cubicBezTo>
                                  <a:cubicBezTo>
                                    <a:pt x="59" y="162"/>
                                    <a:pt x="59" y="160"/>
                                    <a:pt x="59" y="159"/>
                                  </a:cubicBezTo>
                                  <a:cubicBezTo>
                                    <a:pt x="59" y="159"/>
                                    <a:pt x="59" y="159"/>
                                    <a:pt x="60" y="159"/>
                                  </a:cubicBezTo>
                                  <a:cubicBezTo>
                                    <a:pt x="60" y="158"/>
                                    <a:pt x="61" y="158"/>
                                    <a:pt x="61" y="158"/>
                                  </a:cubicBezTo>
                                  <a:cubicBezTo>
                                    <a:pt x="61" y="158"/>
                                    <a:pt x="61" y="159"/>
                                    <a:pt x="61" y="159"/>
                                  </a:cubicBezTo>
                                  <a:cubicBezTo>
                                    <a:pt x="61" y="159"/>
                                    <a:pt x="61" y="159"/>
                                    <a:pt x="62" y="159"/>
                                  </a:cubicBezTo>
                                  <a:cubicBezTo>
                                    <a:pt x="62" y="159"/>
                                    <a:pt x="63" y="159"/>
                                    <a:pt x="64" y="160"/>
                                  </a:cubicBezTo>
                                  <a:cubicBezTo>
                                    <a:pt x="64" y="160"/>
                                    <a:pt x="65" y="160"/>
                                    <a:pt x="65" y="161"/>
                                  </a:cubicBezTo>
                                  <a:cubicBezTo>
                                    <a:pt x="66" y="161"/>
                                    <a:pt x="66" y="161"/>
                                    <a:pt x="67" y="161"/>
                                  </a:cubicBezTo>
                                  <a:cubicBezTo>
                                    <a:pt x="67" y="161"/>
                                    <a:pt x="68" y="162"/>
                                    <a:pt x="69" y="162"/>
                                  </a:cubicBezTo>
                                  <a:cubicBezTo>
                                    <a:pt x="69" y="162"/>
                                    <a:pt x="73" y="162"/>
                                    <a:pt x="73" y="162"/>
                                  </a:cubicBezTo>
                                  <a:cubicBezTo>
                                    <a:pt x="74" y="162"/>
                                    <a:pt x="74" y="162"/>
                                    <a:pt x="75" y="161"/>
                                  </a:cubicBezTo>
                                  <a:cubicBezTo>
                                    <a:pt x="75" y="161"/>
                                    <a:pt x="75" y="161"/>
                                    <a:pt x="75" y="161"/>
                                  </a:cubicBezTo>
                                  <a:cubicBezTo>
                                    <a:pt x="76" y="161"/>
                                    <a:pt x="77" y="161"/>
                                    <a:pt x="77" y="160"/>
                                  </a:cubicBezTo>
                                  <a:cubicBezTo>
                                    <a:pt x="77" y="160"/>
                                    <a:pt x="79" y="160"/>
                                    <a:pt x="79" y="160"/>
                                  </a:cubicBezTo>
                                  <a:cubicBezTo>
                                    <a:pt x="79" y="159"/>
                                    <a:pt x="79" y="158"/>
                                    <a:pt x="79" y="158"/>
                                  </a:cubicBezTo>
                                  <a:cubicBezTo>
                                    <a:pt x="79" y="158"/>
                                    <a:pt x="79" y="158"/>
                                    <a:pt x="78" y="158"/>
                                  </a:cubicBezTo>
                                  <a:cubicBezTo>
                                    <a:pt x="78" y="158"/>
                                    <a:pt x="78" y="158"/>
                                    <a:pt x="78" y="157"/>
                                  </a:cubicBezTo>
                                  <a:cubicBezTo>
                                    <a:pt x="78" y="157"/>
                                    <a:pt x="78" y="157"/>
                                    <a:pt x="79" y="157"/>
                                  </a:cubicBezTo>
                                  <a:cubicBezTo>
                                    <a:pt x="79" y="157"/>
                                    <a:pt x="80" y="157"/>
                                    <a:pt x="80" y="157"/>
                                  </a:cubicBezTo>
                                  <a:cubicBezTo>
                                    <a:pt x="80" y="157"/>
                                    <a:pt x="80" y="157"/>
                                    <a:pt x="80" y="156"/>
                                  </a:cubicBezTo>
                                  <a:cubicBezTo>
                                    <a:pt x="80" y="156"/>
                                    <a:pt x="79" y="156"/>
                                    <a:pt x="79" y="156"/>
                                  </a:cubicBezTo>
                                  <a:cubicBezTo>
                                    <a:pt x="78" y="156"/>
                                    <a:pt x="78" y="155"/>
                                    <a:pt x="78" y="155"/>
                                  </a:cubicBezTo>
                                  <a:cubicBezTo>
                                    <a:pt x="78" y="155"/>
                                    <a:pt x="78" y="154"/>
                                    <a:pt x="78" y="154"/>
                                  </a:cubicBezTo>
                                  <a:cubicBezTo>
                                    <a:pt x="79" y="154"/>
                                    <a:pt x="79" y="154"/>
                                    <a:pt x="79" y="154"/>
                                  </a:cubicBezTo>
                                  <a:cubicBezTo>
                                    <a:pt x="79" y="154"/>
                                    <a:pt x="79" y="154"/>
                                    <a:pt x="79" y="153"/>
                                  </a:cubicBezTo>
                                  <a:cubicBezTo>
                                    <a:pt x="79" y="153"/>
                                    <a:pt x="79" y="151"/>
                                    <a:pt x="79" y="151"/>
                                  </a:cubicBezTo>
                                  <a:cubicBezTo>
                                    <a:pt x="79" y="151"/>
                                    <a:pt x="79" y="150"/>
                                    <a:pt x="79" y="150"/>
                                  </a:cubicBezTo>
                                  <a:cubicBezTo>
                                    <a:pt x="79" y="150"/>
                                    <a:pt x="80" y="150"/>
                                    <a:pt x="80" y="150"/>
                                  </a:cubicBezTo>
                                  <a:cubicBezTo>
                                    <a:pt x="80" y="150"/>
                                    <a:pt x="80" y="149"/>
                                    <a:pt x="80" y="149"/>
                                  </a:cubicBezTo>
                                  <a:cubicBezTo>
                                    <a:pt x="80" y="149"/>
                                    <a:pt x="80" y="148"/>
                                    <a:pt x="80" y="148"/>
                                  </a:cubicBezTo>
                                  <a:cubicBezTo>
                                    <a:pt x="80" y="148"/>
                                    <a:pt x="81" y="147"/>
                                    <a:pt x="81" y="147"/>
                                  </a:cubicBezTo>
                                  <a:cubicBezTo>
                                    <a:pt x="81" y="147"/>
                                    <a:pt x="81" y="146"/>
                                    <a:pt x="81" y="146"/>
                                  </a:cubicBezTo>
                                  <a:cubicBezTo>
                                    <a:pt x="81" y="146"/>
                                    <a:pt x="80" y="146"/>
                                    <a:pt x="80" y="145"/>
                                  </a:cubicBezTo>
                                  <a:cubicBezTo>
                                    <a:pt x="79" y="145"/>
                                    <a:pt x="79" y="145"/>
                                    <a:pt x="79" y="144"/>
                                  </a:cubicBezTo>
                                  <a:cubicBezTo>
                                    <a:pt x="79" y="144"/>
                                    <a:pt x="79" y="143"/>
                                    <a:pt x="79" y="143"/>
                                  </a:cubicBezTo>
                                  <a:cubicBezTo>
                                    <a:pt x="79" y="143"/>
                                    <a:pt x="80" y="142"/>
                                    <a:pt x="80" y="142"/>
                                  </a:cubicBezTo>
                                  <a:cubicBezTo>
                                    <a:pt x="80" y="142"/>
                                    <a:pt x="80" y="142"/>
                                    <a:pt x="80" y="141"/>
                                  </a:cubicBezTo>
                                  <a:cubicBezTo>
                                    <a:pt x="80" y="141"/>
                                    <a:pt x="79" y="142"/>
                                    <a:pt x="79" y="142"/>
                                  </a:cubicBezTo>
                                  <a:cubicBezTo>
                                    <a:pt x="79" y="142"/>
                                    <a:pt x="79" y="141"/>
                                    <a:pt x="79" y="141"/>
                                  </a:cubicBezTo>
                                  <a:cubicBezTo>
                                    <a:pt x="79" y="141"/>
                                    <a:pt x="79" y="141"/>
                                    <a:pt x="79" y="141"/>
                                  </a:cubicBezTo>
                                  <a:cubicBezTo>
                                    <a:pt x="78" y="141"/>
                                    <a:pt x="78" y="141"/>
                                    <a:pt x="77" y="141"/>
                                  </a:cubicBezTo>
                                  <a:cubicBezTo>
                                    <a:pt x="77" y="141"/>
                                    <a:pt x="77" y="140"/>
                                    <a:pt x="77" y="140"/>
                                  </a:cubicBezTo>
                                  <a:cubicBezTo>
                                    <a:pt x="77" y="140"/>
                                    <a:pt x="78" y="139"/>
                                    <a:pt x="78" y="140"/>
                                  </a:cubicBezTo>
                                  <a:cubicBezTo>
                                    <a:pt x="79" y="140"/>
                                    <a:pt x="79" y="140"/>
                                    <a:pt x="80" y="141"/>
                                  </a:cubicBezTo>
                                  <a:cubicBezTo>
                                    <a:pt x="81" y="142"/>
                                    <a:pt x="81" y="142"/>
                                    <a:pt x="82" y="142"/>
                                  </a:cubicBezTo>
                                  <a:cubicBezTo>
                                    <a:pt x="83" y="142"/>
                                    <a:pt x="86" y="142"/>
                                    <a:pt x="87" y="142"/>
                                  </a:cubicBezTo>
                                  <a:cubicBezTo>
                                    <a:pt x="88" y="142"/>
                                    <a:pt x="90" y="142"/>
                                    <a:pt x="91" y="142"/>
                                  </a:cubicBezTo>
                                  <a:cubicBezTo>
                                    <a:pt x="91" y="141"/>
                                    <a:pt x="94" y="141"/>
                                    <a:pt x="95" y="141"/>
                                  </a:cubicBezTo>
                                  <a:cubicBezTo>
                                    <a:pt x="95" y="141"/>
                                    <a:pt x="101" y="140"/>
                                    <a:pt x="102" y="139"/>
                                  </a:cubicBezTo>
                                  <a:cubicBezTo>
                                    <a:pt x="103" y="139"/>
                                    <a:pt x="106" y="138"/>
                                    <a:pt x="106" y="138"/>
                                  </a:cubicBezTo>
                                  <a:cubicBezTo>
                                    <a:pt x="107" y="138"/>
                                    <a:pt x="111" y="136"/>
                                    <a:pt x="111" y="136"/>
                                  </a:cubicBezTo>
                                  <a:cubicBezTo>
                                    <a:pt x="112" y="135"/>
                                    <a:pt x="112" y="134"/>
                                    <a:pt x="112" y="134"/>
                                  </a:cubicBezTo>
                                  <a:cubicBezTo>
                                    <a:pt x="112" y="134"/>
                                    <a:pt x="113" y="133"/>
                                    <a:pt x="113" y="132"/>
                                  </a:cubicBezTo>
                                  <a:cubicBezTo>
                                    <a:pt x="113" y="132"/>
                                    <a:pt x="113" y="132"/>
                                    <a:pt x="113" y="131"/>
                                  </a:cubicBezTo>
                                  <a:cubicBezTo>
                                    <a:pt x="114" y="131"/>
                                    <a:pt x="114" y="130"/>
                                    <a:pt x="115" y="130"/>
                                  </a:cubicBezTo>
                                  <a:cubicBezTo>
                                    <a:pt x="115" y="130"/>
                                    <a:pt x="116" y="129"/>
                                    <a:pt x="116" y="128"/>
                                  </a:cubicBezTo>
                                  <a:cubicBezTo>
                                    <a:pt x="116" y="128"/>
                                    <a:pt x="116" y="127"/>
                                    <a:pt x="116" y="127"/>
                                  </a:cubicBezTo>
                                  <a:cubicBezTo>
                                    <a:pt x="116" y="127"/>
                                    <a:pt x="117" y="126"/>
                                    <a:pt x="117" y="126"/>
                                  </a:cubicBezTo>
                                  <a:cubicBezTo>
                                    <a:pt x="117" y="125"/>
                                    <a:pt x="118" y="125"/>
                                    <a:pt x="118" y="125"/>
                                  </a:cubicBezTo>
                                  <a:cubicBezTo>
                                    <a:pt x="118" y="124"/>
                                    <a:pt x="119" y="123"/>
                                    <a:pt x="119" y="123"/>
                                  </a:cubicBezTo>
                                  <a:cubicBezTo>
                                    <a:pt x="119" y="119"/>
                                    <a:pt x="119" y="119"/>
                                    <a:pt x="119" y="119"/>
                                  </a:cubicBezTo>
                                  <a:cubicBezTo>
                                    <a:pt x="119" y="119"/>
                                    <a:pt x="117" y="119"/>
                                    <a:pt x="116" y="118"/>
                                  </a:cubicBezTo>
                                  <a:cubicBezTo>
                                    <a:pt x="116" y="118"/>
                                    <a:pt x="115" y="118"/>
                                    <a:pt x="115" y="117"/>
                                  </a:cubicBezTo>
                                  <a:cubicBezTo>
                                    <a:pt x="115" y="117"/>
                                    <a:pt x="114" y="116"/>
                                    <a:pt x="114" y="116"/>
                                  </a:cubicBezTo>
                                  <a:cubicBezTo>
                                    <a:pt x="114" y="116"/>
                                    <a:pt x="114" y="115"/>
                                    <a:pt x="114" y="114"/>
                                  </a:cubicBezTo>
                                  <a:cubicBezTo>
                                    <a:pt x="114" y="113"/>
                                    <a:pt x="114" y="113"/>
                                    <a:pt x="115" y="112"/>
                                  </a:cubicBezTo>
                                  <a:cubicBezTo>
                                    <a:pt x="115" y="112"/>
                                    <a:pt x="115" y="111"/>
                                    <a:pt x="115" y="111"/>
                                  </a:cubicBezTo>
                                  <a:cubicBezTo>
                                    <a:pt x="115" y="111"/>
                                    <a:pt x="115" y="110"/>
                                    <a:pt x="115" y="109"/>
                                  </a:cubicBezTo>
                                  <a:cubicBezTo>
                                    <a:pt x="115" y="109"/>
                                    <a:pt x="114" y="108"/>
                                    <a:pt x="114" y="108"/>
                                  </a:cubicBezTo>
                                  <a:cubicBezTo>
                                    <a:pt x="113" y="107"/>
                                    <a:pt x="112" y="107"/>
                                    <a:pt x="111" y="107"/>
                                  </a:cubicBezTo>
                                  <a:cubicBezTo>
                                    <a:pt x="111" y="106"/>
                                    <a:pt x="109" y="106"/>
                                    <a:pt x="109" y="105"/>
                                  </a:cubicBezTo>
                                  <a:cubicBezTo>
                                    <a:pt x="109" y="105"/>
                                    <a:pt x="107" y="104"/>
                                    <a:pt x="107" y="104"/>
                                  </a:cubicBezTo>
                                  <a:cubicBezTo>
                                    <a:pt x="107" y="104"/>
                                    <a:pt x="106" y="103"/>
                                    <a:pt x="106" y="102"/>
                                  </a:cubicBezTo>
                                  <a:cubicBezTo>
                                    <a:pt x="106" y="102"/>
                                    <a:pt x="106" y="101"/>
                                    <a:pt x="106" y="101"/>
                                  </a:cubicBezTo>
                                  <a:cubicBezTo>
                                    <a:pt x="106" y="101"/>
                                    <a:pt x="107" y="100"/>
                                    <a:pt x="107" y="100"/>
                                  </a:cubicBezTo>
                                  <a:cubicBezTo>
                                    <a:pt x="107" y="100"/>
                                    <a:pt x="107" y="99"/>
                                    <a:pt x="107" y="99"/>
                                  </a:cubicBezTo>
                                  <a:cubicBezTo>
                                    <a:pt x="107" y="98"/>
                                    <a:pt x="107" y="98"/>
                                    <a:pt x="107" y="98"/>
                                  </a:cubicBezTo>
                                  <a:cubicBezTo>
                                    <a:pt x="107" y="98"/>
                                    <a:pt x="106" y="97"/>
                                    <a:pt x="106" y="96"/>
                                  </a:cubicBezTo>
                                  <a:cubicBezTo>
                                    <a:pt x="106" y="96"/>
                                    <a:pt x="106" y="96"/>
                                    <a:pt x="106" y="95"/>
                                  </a:cubicBezTo>
                                  <a:cubicBezTo>
                                    <a:pt x="106" y="95"/>
                                    <a:pt x="106" y="94"/>
                                    <a:pt x="106" y="94"/>
                                  </a:cubicBezTo>
                                  <a:cubicBezTo>
                                    <a:pt x="106" y="94"/>
                                    <a:pt x="106" y="93"/>
                                    <a:pt x="106" y="92"/>
                                  </a:cubicBezTo>
                                  <a:cubicBezTo>
                                    <a:pt x="106" y="92"/>
                                    <a:pt x="106" y="91"/>
                                    <a:pt x="106" y="91"/>
                                  </a:cubicBezTo>
                                  <a:cubicBezTo>
                                    <a:pt x="107" y="91"/>
                                    <a:pt x="107" y="91"/>
                                    <a:pt x="107" y="91"/>
                                  </a:cubicBezTo>
                                  <a:cubicBezTo>
                                    <a:pt x="107" y="91"/>
                                    <a:pt x="108" y="91"/>
                                    <a:pt x="108" y="90"/>
                                  </a:cubicBezTo>
                                  <a:cubicBezTo>
                                    <a:pt x="108" y="90"/>
                                    <a:pt x="108" y="90"/>
                                    <a:pt x="108" y="89"/>
                                  </a:cubicBezTo>
                                  <a:cubicBezTo>
                                    <a:pt x="108" y="89"/>
                                    <a:pt x="108" y="89"/>
                                    <a:pt x="108" y="89"/>
                                  </a:cubicBezTo>
                                  <a:cubicBezTo>
                                    <a:pt x="108" y="88"/>
                                    <a:pt x="108" y="88"/>
                                    <a:pt x="108" y="88"/>
                                  </a:cubicBezTo>
                                  <a:cubicBezTo>
                                    <a:pt x="108" y="88"/>
                                    <a:pt x="108" y="87"/>
                                    <a:pt x="108" y="87"/>
                                  </a:cubicBezTo>
                                  <a:cubicBezTo>
                                    <a:pt x="108" y="87"/>
                                    <a:pt x="108" y="86"/>
                                    <a:pt x="108" y="86"/>
                                  </a:cubicBezTo>
                                  <a:cubicBezTo>
                                    <a:pt x="108" y="86"/>
                                    <a:pt x="108" y="85"/>
                                    <a:pt x="108" y="85"/>
                                  </a:cubicBezTo>
                                  <a:cubicBezTo>
                                    <a:pt x="108" y="85"/>
                                    <a:pt x="108" y="85"/>
                                    <a:pt x="108" y="85"/>
                                  </a:cubicBezTo>
                                  <a:cubicBezTo>
                                    <a:pt x="108" y="84"/>
                                    <a:pt x="108" y="84"/>
                                    <a:pt x="108" y="84"/>
                                  </a:cubicBezTo>
                                  <a:cubicBezTo>
                                    <a:pt x="108" y="84"/>
                                    <a:pt x="108" y="84"/>
                                    <a:pt x="108" y="84"/>
                                  </a:cubicBezTo>
                                  <a:cubicBezTo>
                                    <a:pt x="108" y="83"/>
                                    <a:pt x="108" y="83"/>
                                    <a:pt x="108" y="83"/>
                                  </a:cubicBezTo>
                                  <a:cubicBezTo>
                                    <a:pt x="108" y="83"/>
                                    <a:pt x="108" y="83"/>
                                    <a:pt x="108" y="83"/>
                                  </a:cubicBezTo>
                                  <a:cubicBezTo>
                                    <a:pt x="108" y="82"/>
                                    <a:pt x="108" y="82"/>
                                    <a:pt x="108" y="82"/>
                                  </a:cubicBezTo>
                                  <a:cubicBezTo>
                                    <a:pt x="108" y="82"/>
                                    <a:pt x="108" y="82"/>
                                    <a:pt x="108" y="81"/>
                                  </a:cubicBezTo>
                                  <a:cubicBezTo>
                                    <a:pt x="108" y="81"/>
                                    <a:pt x="108" y="81"/>
                                    <a:pt x="108" y="81"/>
                                  </a:cubicBezTo>
                                  <a:cubicBezTo>
                                    <a:pt x="108" y="80"/>
                                    <a:pt x="108" y="80"/>
                                    <a:pt x="108" y="80"/>
                                  </a:cubicBezTo>
                                  <a:cubicBezTo>
                                    <a:pt x="108" y="80"/>
                                    <a:pt x="109" y="80"/>
                                    <a:pt x="109" y="80"/>
                                  </a:cubicBezTo>
                                  <a:cubicBezTo>
                                    <a:pt x="109" y="80"/>
                                    <a:pt x="109" y="80"/>
                                    <a:pt x="109" y="79"/>
                                  </a:cubicBezTo>
                                  <a:cubicBezTo>
                                    <a:pt x="109" y="79"/>
                                    <a:pt x="109" y="79"/>
                                    <a:pt x="109" y="78"/>
                                  </a:cubicBezTo>
                                  <a:cubicBezTo>
                                    <a:pt x="109" y="78"/>
                                    <a:pt x="109" y="78"/>
                                    <a:pt x="109" y="78"/>
                                  </a:cubicBezTo>
                                  <a:cubicBezTo>
                                    <a:pt x="109" y="78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09" y="76"/>
                                    <a:pt x="109" y="76"/>
                                  </a:cubicBezTo>
                                  <a:cubicBezTo>
                                    <a:pt x="109" y="76"/>
                                    <a:pt x="110" y="76"/>
                                    <a:pt x="110" y="76"/>
                                  </a:cubicBezTo>
                                  <a:cubicBezTo>
                                    <a:pt x="110" y="75"/>
                                    <a:pt x="110" y="75"/>
                                    <a:pt x="110" y="75"/>
                                  </a:cubicBezTo>
                                  <a:cubicBezTo>
                                    <a:pt x="110" y="73"/>
                                    <a:pt x="110" y="73"/>
                                    <a:pt x="110" y="73"/>
                                  </a:cubicBezTo>
                                  <a:cubicBezTo>
                                    <a:pt x="110" y="73"/>
                                    <a:pt x="110" y="73"/>
                                    <a:pt x="110" y="73"/>
                                  </a:cubicBezTo>
                                  <a:cubicBezTo>
                                    <a:pt x="111" y="72"/>
                                    <a:pt x="111" y="72"/>
                                    <a:pt x="111" y="72"/>
                                  </a:cubicBezTo>
                                  <a:cubicBezTo>
                                    <a:pt x="111" y="72"/>
                                    <a:pt x="110" y="72"/>
                                    <a:pt x="110" y="72"/>
                                  </a:cubicBezTo>
                                  <a:cubicBezTo>
                                    <a:pt x="110" y="71"/>
                                    <a:pt x="110" y="71"/>
                                    <a:pt x="110" y="71"/>
                                  </a:cubicBezTo>
                                  <a:cubicBezTo>
                                    <a:pt x="110" y="70"/>
                                    <a:pt x="110" y="70"/>
                                    <a:pt x="110" y="70"/>
                                  </a:cubicBezTo>
                                  <a:cubicBezTo>
                                    <a:pt x="110" y="70"/>
                                    <a:pt x="110" y="69"/>
                                    <a:pt x="110" y="69"/>
                                  </a:cubicBezTo>
                                  <a:cubicBezTo>
                                    <a:pt x="110" y="69"/>
                                    <a:pt x="112" y="68"/>
                                    <a:pt x="112" y="68"/>
                                  </a:cubicBezTo>
                                  <a:cubicBezTo>
                                    <a:pt x="112" y="67"/>
                                    <a:pt x="112" y="67"/>
                                    <a:pt x="112" y="67"/>
                                  </a:cubicBezTo>
                                  <a:cubicBezTo>
                                    <a:pt x="112" y="67"/>
                                    <a:pt x="112" y="67"/>
                                    <a:pt x="112" y="67"/>
                                  </a:cubicBezTo>
                                  <a:cubicBezTo>
                                    <a:pt x="112" y="67"/>
                                    <a:pt x="113" y="66"/>
                                    <a:pt x="113" y="66"/>
                                  </a:cubicBezTo>
                                  <a:cubicBezTo>
                                    <a:pt x="113" y="66"/>
                                    <a:pt x="113" y="65"/>
                                    <a:pt x="113" y="65"/>
                                  </a:cubicBezTo>
                                  <a:cubicBezTo>
                                    <a:pt x="113" y="65"/>
                                    <a:pt x="114" y="65"/>
                                    <a:pt x="114" y="65"/>
                                  </a:cubicBezTo>
                                  <a:cubicBezTo>
                                    <a:pt x="114" y="65"/>
                                    <a:pt x="114" y="64"/>
                                    <a:pt x="114" y="64"/>
                                  </a:cubicBezTo>
                                  <a:cubicBezTo>
                                    <a:pt x="114" y="63"/>
                                    <a:pt x="115" y="63"/>
                                    <a:pt x="115" y="63"/>
                                  </a:cubicBezTo>
                                  <a:cubicBezTo>
                                    <a:pt x="115" y="63"/>
                                    <a:pt x="115" y="63"/>
                                    <a:pt x="116" y="63"/>
                                  </a:cubicBezTo>
                                  <a:cubicBezTo>
                                    <a:pt x="116" y="62"/>
                                    <a:pt x="116" y="62"/>
                                    <a:pt x="117" y="62"/>
                                  </a:cubicBezTo>
                                  <a:cubicBezTo>
                                    <a:pt x="117" y="61"/>
                                    <a:pt x="118" y="60"/>
                                    <a:pt x="118" y="60"/>
                                  </a:cubicBezTo>
                                  <a:cubicBezTo>
                                    <a:pt x="118" y="60"/>
                                    <a:pt x="118" y="59"/>
                                    <a:pt x="119" y="59"/>
                                  </a:cubicBezTo>
                                  <a:cubicBezTo>
                                    <a:pt x="119" y="58"/>
                                    <a:pt x="119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2" y="55"/>
                                    <a:pt x="122" y="55"/>
                                  </a:cubicBezTo>
                                  <a:cubicBezTo>
                                    <a:pt x="122" y="55"/>
                                    <a:pt x="123" y="54"/>
                                    <a:pt x="123" y="54"/>
                                  </a:cubicBezTo>
                                  <a:cubicBezTo>
                                    <a:pt x="123" y="54"/>
                                    <a:pt x="123" y="53"/>
                                    <a:pt x="124" y="53"/>
                                  </a:cubicBezTo>
                                  <a:cubicBezTo>
                                    <a:pt x="124" y="53"/>
                                    <a:pt x="124" y="53"/>
                                    <a:pt x="124" y="52"/>
                                  </a:cubicBezTo>
                                  <a:cubicBezTo>
                                    <a:pt x="124" y="52"/>
                                    <a:pt x="124" y="52"/>
                                    <a:pt x="124" y="52"/>
                                  </a:cubicBezTo>
                                  <a:cubicBezTo>
                                    <a:pt x="124" y="52"/>
                                    <a:pt x="125" y="52"/>
                                    <a:pt x="125" y="52"/>
                                  </a:cubicBezTo>
                                  <a:cubicBezTo>
                                    <a:pt x="125" y="52"/>
                                    <a:pt x="125" y="52"/>
                                    <a:pt x="125" y="52"/>
                                  </a:cubicBezTo>
                                  <a:cubicBezTo>
                                    <a:pt x="126" y="52"/>
                                    <a:pt x="126" y="51"/>
                                    <a:pt x="126" y="51"/>
                                  </a:cubicBezTo>
                                  <a:cubicBezTo>
                                    <a:pt x="125" y="51"/>
                                    <a:pt x="125" y="51"/>
                                    <a:pt x="125" y="51"/>
                                  </a:cubicBezTo>
                                  <a:cubicBezTo>
                                    <a:pt x="125" y="51"/>
                                    <a:pt x="125" y="50"/>
                                    <a:pt x="125" y="50"/>
                                  </a:cubicBezTo>
                                  <a:cubicBezTo>
                                    <a:pt x="126" y="50"/>
                                    <a:pt x="126" y="50"/>
                                    <a:pt x="126" y="50"/>
                                  </a:cubicBezTo>
                                  <a:cubicBezTo>
                                    <a:pt x="126" y="50"/>
                                    <a:pt x="126" y="50"/>
                                    <a:pt x="126" y="50"/>
                                  </a:cubicBezTo>
                                  <a:cubicBezTo>
                                    <a:pt x="126" y="50"/>
                                    <a:pt x="127" y="50"/>
                                    <a:pt x="127" y="50"/>
                                  </a:cubicBezTo>
                                  <a:cubicBezTo>
                                    <a:pt x="127" y="50"/>
                                    <a:pt x="128" y="49"/>
                                    <a:pt x="128" y="49"/>
                                  </a:cubicBezTo>
                                  <a:cubicBezTo>
                                    <a:pt x="128" y="48"/>
                                    <a:pt x="129" y="48"/>
                                    <a:pt x="129" y="48"/>
                                  </a:cubicBezTo>
                                  <a:cubicBezTo>
                                    <a:pt x="129" y="48"/>
                                    <a:pt x="130" y="48"/>
                                    <a:pt x="130" y="48"/>
                                  </a:cubicBezTo>
                                  <a:cubicBezTo>
                                    <a:pt x="130" y="48"/>
                                    <a:pt x="130" y="47"/>
                                    <a:pt x="130" y="47"/>
                                  </a:cubicBezTo>
                                  <a:cubicBezTo>
                                    <a:pt x="130" y="47"/>
                                    <a:pt x="131" y="47"/>
                                    <a:pt x="131" y="47"/>
                                  </a:cubicBezTo>
                                  <a:cubicBezTo>
                                    <a:pt x="131" y="47"/>
                                    <a:pt x="131" y="46"/>
                                    <a:pt x="131" y="46"/>
                                  </a:cubicBezTo>
                                  <a:cubicBezTo>
                                    <a:pt x="131" y="46"/>
                                    <a:pt x="131" y="45"/>
                                    <a:pt x="131" y="45"/>
                                  </a:cubicBezTo>
                                  <a:cubicBezTo>
                                    <a:pt x="131" y="45"/>
                                    <a:pt x="132" y="45"/>
                                    <a:pt x="132" y="45"/>
                                  </a:cubicBezTo>
                                  <a:cubicBezTo>
                                    <a:pt x="132" y="45"/>
                                    <a:pt x="132" y="45"/>
                                    <a:pt x="132" y="45"/>
                                  </a:cubicBezTo>
                                  <a:cubicBezTo>
                                    <a:pt x="133" y="45"/>
                                    <a:pt x="133" y="45"/>
                                    <a:pt x="133" y="45"/>
                                  </a:cubicBezTo>
                                  <a:cubicBezTo>
                                    <a:pt x="133" y="45"/>
                                    <a:pt x="133" y="44"/>
                                    <a:pt x="133" y="44"/>
                                  </a:cubicBezTo>
                                  <a:cubicBezTo>
                                    <a:pt x="133" y="44"/>
                                    <a:pt x="134" y="45"/>
                                    <a:pt x="134" y="45"/>
                                  </a:cubicBezTo>
                                  <a:cubicBezTo>
                                    <a:pt x="134" y="45"/>
                                    <a:pt x="134" y="44"/>
                                    <a:pt x="134" y="44"/>
                                  </a:cubicBezTo>
                                  <a:cubicBezTo>
                                    <a:pt x="134" y="44"/>
                                    <a:pt x="135" y="44"/>
                                    <a:pt x="135" y="44"/>
                                  </a:cubicBezTo>
                                  <a:cubicBezTo>
                                    <a:pt x="135" y="44"/>
                                    <a:pt x="135" y="44"/>
                                    <a:pt x="135" y="44"/>
                                  </a:cubicBezTo>
                                  <a:cubicBezTo>
                                    <a:pt x="135" y="44"/>
                                    <a:pt x="135" y="44"/>
                                    <a:pt x="136" y="44"/>
                                  </a:cubicBezTo>
                                  <a:cubicBezTo>
                                    <a:pt x="136" y="44"/>
                                    <a:pt x="136" y="43"/>
                                    <a:pt x="136" y="43"/>
                                  </a:cubicBezTo>
                                  <a:cubicBezTo>
                                    <a:pt x="136" y="43"/>
                                    <a:pt x="137" y="43"/>
                                    <a:pt x="137" y="43"/>
                                  </a:cubicBezTo>
                                  <a:cubicBezTo>
                                    <a:pt x="137" y="43"/>
                                    <a:pt x="137" y="43"/>
                                    <a:pt x="137" y="43"/>
                                  </a:cubicBezTo>
                                  <a:cubicBezTo>
                                    <a:pt x="137" y="43"/>
                                    <a:pt x="137" y="42"/>
                                    <a:pt x="137" y="42"/>
                                  </a:cubicBezTo>
                                  <a:cubicBezTo>
                                    <a:pt x="137" y="42"/>
                                    <a:pt x="138" y="42"/>
                                    <a:pt x="139" y="42"/>
                                  </a:cubicBezTo>
                                  <a:cubicBezTo>
                                    <a:pt x="139" y="42"/>
                                    <a:pt x="139" y="42"/>
                                    <a:pt x="139" y="42"/>
                                  </a:cubicBezTo>
                                  <a:cubicBezTo>
                                    <a:pt x="139" y="42"/>
                                    <a:pt x="139" y="41"/>
                                    <a:pt x="139" y="41"/>
                                  </a:cubicBezTo>
                                  <a:cubicBezTo>
                                    <a:pt x="139" y="41"/>
                                    <a:pt x="140" y="41"/>
                                    <a:pt x="140" y="41"/>
                                  </a:cubicBezTo>
                                  <a:cubicBezTo>
                                    <a:pt x="140" y="41"/>
                                    <a:pt x="140" y="40"/>
                                    <a:pt x="140" y="40"/>
                                  </a:cubicBezTo>
                                  <a:cubicBezTo>
                                    <a:pt x="140" y="40"/>
                                    <a:pt x="139" y="39"/>
                                    <a:pt x="139" y="39"/>
                                  </a:cubicBezTo>
                                  <a:cubicBezTo>
                                    <a:pt x="139" y="39"/>
                                    <a:pt x="139" y="39"/>
                                    <a:pt x="139" y="39"/>
                                  </a:cubicBezTo>
                                  <a:cubicBezTo>
                                    <a:pt x="139" y="39"/>
                                    <a:pt x="139" y="38"/>
                                    <a:pt x="139" y="38"/>
                                  </a:cubicBezTo>
                                  <a:cubicBezTo>
                                    <a:pt x="139" y="38"/>
                                    <a:pt x="139" y="37"/>
                                    <a:pt x="139" y="3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2" name="Freeform 694">
                              <a:extLst>
                                <a:ext uri="{FF2B5EF4-FFF2-40B4-BE49-F238E27FC236}">
                                  <a16:creationId xmlns:a16="http://schemas.microsoft.com/office/drawing/2014/main" id="{433951D7-9D3B-A45D-C34B-ED20F42E2B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124201" y="4500563"/>
                              <a:ext cx="357187" cy="492125"/>
                            </a:xfrm>
                            <a:custGeom>
                              <a:avLst/>
                              <a:gdLst>
                                <a:gd name="T0" fmla="*/ 83 w 86"/>
                                <a:gd name="T1" fmla="*/ 73 h 118"/>
                                <a:gd name="T2" fmla="*/ 79 w 86"/>
                                <a:gd name="T3" fmla="*/ 68 h 118"/>
                                <a:gd name="T4" fmla="*/ 80 w 86"/>
                                <a:gd name="T5" fmla="*/ 60 h 118"/>
                                <a:gd name="T6" fmla="*/ 79 w 86"/>
                                <a:gd name="T7" fmla="*/ 52 h 118"/>
                                <a:gd name="T8" fmla="*/ 82 w 86"/>
                                <a:gd name="T9" fmla="*/ 45 h 118"/>
                                <a:gd name="T10" fmla="*/ 75 w 86"/>
                                <a:gd name="T11" fmla="*/ 45 h 118"/>
                                <a:gd name="T12" fmla="*/ 68 w 86"/>
                                <a:gd name="T13" fmla="*/ 45 h 118"/>
                                <a:gd name="T14" fmla="*/ 57 w 86"/>
                                <a:gd name="T15" fmla="*/ 39 h 118"/>
                                <a:gd name="T16" fmla="*/ 49 w 86"/>
                                <a:gd name="T17" fmla="*/ 38 h 118"/>
                                <a:gd name="T18" fmla="*/ 47 w 86"/>
                                <a:gd name="T19" fmla="*/ 30 h 118"/>
                                <a:gd name="T20" fmla="*/ 41 w 86"/>
                                <a:gd name="T21" fmla="*/ 23 h 118"/>
                                <a:gd name="T22" fmla="*/ 43 w 86"/>
                                <a:gd name="T23" fmla="*/ 14 h 118"/>
                                <a:gd name="T24" fmla="*/ 55 w 86"/>
                                <a:gd name="T25" fmla="*/ 3 h 118"/>
                                <a:gd name="T26" fmla="*/ 50 w 86"/>
                                <a:gd name="T27" fmla="*/ 1 h 118"/>
                                <a:gd name="T28" fmla="*/ 44 w 86"/>
                                <a:gd name="T29" fmla="*/ 5 h 118"/>
                                <a:gd name="T30" fmla="*/ 34 w 86"/>
                                <a:gd name="T31" fmla="*/ 9 h 118"/>
                                <a:gd name="T32" fmla="*/ 28 w 86"/>
                                <a:gd name="T33" fmla="*/ 10 h 118"/>
                                <a:gd name="T34" fmla="*/ 25 w 86"/>
                                <a:gd name="T35" fmla="*/ 17 h 118"/>
                                <a:gd name="T36" fmla="*/ 22 w 86"/>
                                <a:gd name="T37" fmla="*/ 21 h 118"/>
                                <a:gd name="T38" fmla="*/ 16 w 86"/>
                                <a:gd name="T39" fmla="*/ 27 h 118"/>
                                <a:gd name="T40" fmla="*/ 16 w 86"/>
                                <a:gd name="T41" fmla="*/ 31 h 118"/>
                                <a:gd name="T42" fmla="*/ 13 w 86"/>
                                <a:gd name="T43" fmla="*/ 29 h 118"/>
                                <a:gd name="T44" fmla="*/ 11 w 86"/>
                                <a:gd name="T45" fmla="*/ 33 h 118"/>
                                <a:gd name="T46" fmla="*/ 8 w 86"/>
                                <a:gd name="T47" fmla="*/ 37 h 118"/>
                                <a:gd name="T48" fmla="*/ 11 w 86"/>
                                <a:gd name="T49" fmla="*/ 41 h 118"/>
                                <a:gd name="T50" fmla="*/ 13 w 86"/>
                                <a:gd name="T51" fmla="*/ 47 h 118"/>
                                <a:gd name="T52" fmla="*/ 12 w 86"/>
                                <a:gd name="T53" fmla="*/ 53 h 118"/>
                                <a:gd name="T54" fmla="*/ 12 w 86"/>
                                <a:gd name="T55" fmla="*/ 61 h 118"/>
                                <a:gd name="T56" fmla="*/ 11 w 86"/>
                                <a:gd name="T57" fmla="*/ 65 h 118"/>
                                <a:gd name="T58" fmla="*/ 6 w 86"/>
                                <a:gd name="T59" fmla="*/ 69 h 118"/>
                                <a:gd name="T60" fmla="*/ 4 w 86"/>
                                <a:gd name="T61" fmla="*/ 76 h 118"/>
                                <a:gd name="T62" fmla="*/ 3 w 86"/>
                                <a:gd name="T63" fmla="*/ 79 h 118"/>
                                <a:gd name="T64" fmla="*/ 9 w 86"/>
                                <a:gd name="T65" fmla="*/ 82 h 118"/>
                                <a:gd name="T66" fmla="*/ 16 w 86"/>
                                <a:gd name="T67" fmla="*/ 86 h 118"/>
                                <a:gd name="T68" fmla="*/ 23 w 86"/>
                                <a:gd name="T69" fmla="*/ 88 h 118"/>
                                <a:gd name="T70" fmla="*/ 29 w 86"/>
                                <a:gd name="T71" fmla="*/ 89 h 118"/>
                                <a:gd name="T72" fmla="*/ 33 w 86"/>
                                <a:gd name="T73" fmla="*/ 94 h 118"/>
                                <a:gd name="T74" fmla="*/ 35 w 86"/>
                                <a:gd name="T75" fmla="*/ 95 h 118"/>
                                <a:gd name="T76" fmla="*/ 38 w 86"/>
                                <a:gd name="T77" fmla="*/ 98 h 118"/>
                                <a:gd name="T78" fmla="*/ 41 w 86"/>
                                <a:gd name="T79" fmla="*/ 101 h 118"/>
                                <a:gd name="T80" fmla="*/ 42 w 86"/>
                                <a:gd name="T81" fmla="*/ 105 h 118"/>
                                <a:gd name="T82" fmla="*/ 45 w 86"/>
                                <a:gd name="T83" fmla="*/ 104 h 118"/>
                                <a:gd name="T84" fmla="*/ 49 w 86"/>
                                <a:gd name="T85" fmla="*/ 104 h 118"/>
                                <a:gd name="T86" fmla="*/ 53 w 86"/>
                                <a:gd name="T87" fmla="*/ 104 h 118"/>
                                <a:gd name="T88" fmla="*/ 55 w 86"/>
                                <a:gd name="T89" fmla="*/ 105 h 118"/>
                                <a:gd name="T90" fmla="*/ 59 w 86"/>
                                <a:gd name="T91" fmla="*/ 105 h 118"/>
                                <a:gd name="T92" fmla="*/ 62 w 86"/>
                                <a:gd name="T93" fmla="*/ 106 h 118"/>
                                <a:gd name="T94" fmla="*/ 61 w 86"/>
                                <a:gd name="T95" fmla="*/ 115 h 118"/>
                                <a:gd name="T96" fmla="*/ 66 w 86"/>
                                <a:gd name="T97" fmla="*/ 93 h 118"/>
                                <a:gd name="T98" fmla="*/ 63 w 86"/>
                                <a:gd name="T99" fmla="*/ 89 h 118"/>
                                <a:gd name="T100" fmla="*/ 68 w 86"/>
                                <a:gd name="T101" fmla="*/ 84 h 118"/>
                                <a:gd name="T102" fmla="*/ 69 w 86"/>
                                <a:gd name="T103" fmla="*/ 81 h 118"/>
                                <a:gd name="T104" fmla="*/ 65 w 86"/>
                                <a:gd name="T105" fmla="*/ 76 h 118"/>
                                <a:gd name="T106" fmla="*/ 76 w 86"/>
                                <a:gd name="T107" fmla="*/ 75 h 118"/>
                                <a:gd name="T108" fmla="*/ 79 w 86"/>
                                <a:gd name="T109" fmla="*/ 74 h 118"/>
                                <a:gd name="T110" fmla="*/ 82 w 86"/>
                                <a:gd name="T111" fmla="*/ 74 h 118"/>
                                <a:gd name="T112" fmla="*/ 84 w 86"/>
                                <a:gd name="T113" fmla="*/ 80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86" h="118">
                                  <a:moveTo>
                                    <a:pt x="86" y="78"/>
                                  </a:moveTo>
                                  <a:cubicBezTo>
                                    <a:pt x="86" y="78"/>
                                    <a:pt x="86" y="78"/>
                                    <a:pt x="86" y="78"/>
                                  </a:cubicBezTo>
                                  <a:cubicBezTo>
                                    <a:pt x="85" y="77"/>
                                    <a:pt x="85" y="76"/>
                                    <a:pt x="85" y="76"/>
                                  </a:cubicBezTo>
                                  <a:cubicBezTo>
                                    <a:pt x="85" y="76"/>
                                    <a:pt x="84" y="75"/>
                                    <a:pt x="84" y="75"/>
                                  </a:cubicBezTo>
                                  <a:cubicBezTo>
                                    <a:pt x="84" y="75"/>
                                    <a:pt x="84" y="74"/>
                                    <a:pt x="84" y="74"/>
                                  </a:cubicBezTo>
                                  <a:cubicBezTo>
                                    <a:pt x="84" y="74"/>
                                    <a:pt x="84" y="73"/>
                                    <a:pt x="84" y="73"/>
                                  </a:cubicBezTo>
                                  <a:cubicBezTo>
                                    <a:pt x="84" y="73"/>
                                    <a:pt x="84" y="73"/>
                                    <a:pt x="83" y="73"/>
                                  </a:cubicBezTo>
                                  <a:cubicBezTo>
                                    <a:pt x="83" y="72"/>
                                    <a:pt x="83" y="72"/>
                                    <a:pt x="83" y="72"/>
                                  </a:cubicBezTo>
                                  <a:cubicBezTo>
                                    <a:pt x="83" y="71"/>
                                    <a:pt x="83" y="71"/>
                                    <a:pt x="83" y="71"/>
                                  </a:cubicBezTo>
                                  <a:cubicBezTo>
                                    <a:pt x="83" y="71"/>
                                    <a:pt x="82" y="70"/>
                                    <a:pt x="82" y="69"/>
                                  </a:cubicBezTo>
                                  <a:cubicBezTo>
                                    <a:pt x="82" y="69"/>
                                    <a:pt x="81" y="69"/>
                                    <a:pt x="81" y="69"/>
                                  </a:cubicBezTo>
                                  <a:cubicBezTo>
                                    <a:pt x="81" y="69"/>
                                    <a:pt x="80" y="68"/>
                                    <a:pt x="80" y="68"/>
                                  </a:cubicBezTo>
                                  <a:cubicBezTo>
                                    <a:pt x="80" y="68"/>
                                    <a:pt x="79" y="68"/>
                                    <a:pt x="79" y="68"/>
                                  </a:cubicBezTo>
                                  <a:cubicBezTo>
                                    <a:pt x="79" y="68"/>
                                    <a:pt x="79" y="68"/>
                                    <a:pt x="79" y="68"/>
                                  </a:cubicBezTo>
                                  <a:cubicBezTo>
                                    <a:pt x="81" y="66"/>
                                    <a:pt x="81" y="66"/>
                                    <a:pt x="81" y="66"/>
                                  </a:cubicBezTo>
                                  <a:cubicBezTo>
                                    <a:pt x="82" y="65"/>
                                    <a:pt x="82" y="65"/>
                                    <a:pt x="82" y="65"/>
                                  </a:cubicBezTo>
                                  <a:cubicBezTo>
                                    <a:pt x="82" y="65"/>
                                    <a:pt x="83" y="64"/>
                                    <a:pt x="83" y="64"/>
                                  </a:cubicBezTo>
                                  <a:cubicBezTo>
                                    <a:pt x="83" y="64"/>
                                    <a:pt x="82" y="63"/>
                                    <a:pt x="82" y="63"/>
                                  </a:cubicBezTo>
                                  <a:cubicBezTo>
                                    <a:pt x="82" y="63"/>
                                    <a:pt x="81" y="61"/>
                                    <a:pt x="81" y="61"/>
                                  </a:cubicBezTo>
                                  <a:cubicBezTo>
                                    <a:pt x="80" y="61"/>
                                    <a:pt x="80" y="61"/>
                                    <a:pt x="80" y="61"/>
                                  </a:cubicBezTo>
                                  <a:cubicBezTo>
                                    <a:pt x="80" y="61"/>
                                    <a:pt x="80" y="60"/>
                                    <a:pt x="80" y="60"/>
                                  </a:cubicBezTo>
                                  <a:cubicBezTo>
                                    <a:pt x="80" y="60"/>
                                    <a:pt x="79" y="58"/>
                                    <a:pt x="79" y="58"/>
                                  </a:cubicBezTo>
                                  <a:cubicBezTo>
                                    <a:pt x="79" y="57"/>
                                    <a:pt x="79" y="57"/>
                                    <a:pt x="79" y="57"/>
                                  </a:cubicBezTo>
                                  <a:cubicBezTo>
                                    <a:pt x="79" y="57"/>
                                    <a:pt x="79" y="56"/>
                                    <a:pt x="79" y="56"/>
                                  </a:cubicBezTo>
                                  <a:cubicBezTo>
                                    <a:pt x="79" y="56"/>
                                    <a:pt x="79" y="56"/>
                                    <a:pt x="79" y="55"/>
                                  </a:cubicBezTo>
                                  <a:cubicBezTo>
                                    <a:pt x="79" y="55"/>
                                    <a:pt x="79" y="55"/>
                                    <a:pt x="79" y="55"/>
                                  </a:cubicBezTo>
                                  <a:cubicBezTo>
                                    <a:pt x="79" y="52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0"/>
                                    <a:pt x="79" y="50"/>
                                    <a:pt x="80" y="50"/>
                                  </a:cubicBezTo>
                                  <a:cubicBezTo>
                                    <a:pt x="80" y="50"/>
                                    <a:pt x="80" y="49"/>
                                    <a:pt x="80" y="49"/>
                                  </a:cubicBezTo>
                                  <a:cubicBezTo>
                                    <a:pt x="80" y="47"/>
                                    <a:pt x="80" y="47"/>
                                    <a:pt x="80" y="47"/>
                                  </a:cubicBezTo>
                                  <a:cubicBezTo>
                                    <a:pt x="82" y="46"/>
                                    <a:pt x="82" y="46"/>
                                    <a:pt x="82" y="46"/>
                                  </a:cubicBezTo>
                                  <a:cubicBezTo>
                                    <a:pt x="82" y="45"/>
                                    <a:pt x="82" y="45"/>
                                    <a:pt x="82" y="45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1" y="44"/>
                                    <a:pt x="80" y="44"/>
                                    <a:pt x="80" y="44"/>
                                  </a:cubicBezTo>
                                  <a:cubicBezTo>
                                    <a:pt x="80" y="44"/>
                                    <a:pt x="80" y="44"/>
                                    <a:pt x="80" y="43"/>
                                  </a:cubicBezTo>
                                  <a:cubicBezTo>
                                    <a:pt x="79" y="43"/>
                                    <a:pt x="79" y="43"/>
                                    <a:pt x="79" y="43"/>
                                  </a:cubicBezTo>
                                  <a:cubicBezTo>
                                    <a:pt x="79" y="43"/>
                                    <a:pt x="78" y="44"/>
                                    <a:pt x="78" y="44"/>
                                  </a:cubicBezTo>
                                  <a:cubicBezTo>
                                    <a:pt x="77" y="44"/>
                                    <a:pt x="75" y="45"/>
                                    <a:pt x="75" y="45"/>
                                  </a:cubicBezTo>
                                  <a:cubicBezTo>
                                    <a:pt x="75" y="45"/>
                                    <a:pt x="74" y="45"/>
                                    <a:pt x="74" y="45"/>
                                  </a:cubicBezTo>
                                  <a:cubicBezTo>
                                    <a:pt x="72" y="45"/>
                                    <a:pt x="72" y="45"/>
                                    <a:pt x="72" y="45"/>
                                  </a:cubicBezTo>
                                  <a:cubicBezTo>
                                    <a:pt x="72" y="45"/>
                                    <a:pt x="71" y="44"/>
                                    <a:pt x="71" y="44"/>
                                  </a:cubicBezTo>
                                  <a:cubicBezTo>
                                    <a:pt x="70" y="44"/>
                                    <a:pt x="70" y="44"/>
                                    <a:pt x="70" y="44"/>
                                  </a:cubicBezTo>
                                  <a:cubicBezTo>
                                    <a:pt x="70" y="44"/>
                                    <a:pt x="69" y="45"/>
                                    <a:pt x="69" y="45"/>
                                  </a:cubicBezTo>
                                  <a:cubicBezTo>
                                    <a:pt x="69" y="45"/>
                                    <a:pt x="69" y="45"/>
                                    <a:pt x="69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1" y="39"/>
                                    <a:pt x="61" y="39"/>
                                    <a:pt x="61" y="39"/>
                                  </a:cubicBezTo>
                                  <a:cubicBezTo>
                                    <a:pt x="59" y="38"/>
                                    <a:pt x="59" y="38"/>
                                    <a:pt x="59" y="38"/>
                                  </a:cubicBezTo>
                                  <a:cubicBezTo>
                                    <a:pt x="58" y="38"/>
                                    <a:pt x="58" y="38"/>
                                    <a:pt x="58" y="38"/>
                                  </a:cubicBezTo>
                                  <a:cubicBezTo>
                                    <a:pt x="57" y="39"/>
                                    <a:pt x="57" y="39"/>
                                    <a:pt x="57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2" y="38"/>
                                    <a:pt x="52" y="38"/>
                                    <a:pt x="52" y="38"/>
                                  </a:cubicBezTo>
                                  <a:cubicBezTo>
                                    <a:pt x="52" y="38"/>
                                    <a:pt x="51" y="38"/>
                                    <a:pt x="51" y="38"/>
                                  </a:cubicBezTo>
                                  <a:cubicBezTo>
                                    <a:pt x="51" y="38"/>
                                    <a:pt x="51" y="38"/>
                                    <a:pt x="51" y="38"/>
                                  </a:cubicBez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7"/>
                                    <a:pt x="48" y="36"/>
                                    <a:pt x="48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6" y="35"/>
                                    <a:pt x="46" y="35"/>
                                  </a:cubicBezTo>
                                  <a:cubicBezTo>
                                    <a:pt x="46" y="34"/>
                                    <a:pt x="46" y="32"/>
                                    <a:pt x="46" y="32"/>
                                  </a:cubicBezTo>
                                  <a:cubicBezTo>
                                    <a:pt x="46" y="32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29"/>
                                    <a:pt x="46" y="29"/>
                                  </a:cubicBezTo>
                                  <a:cubicBezTo>
                                    <a:pt x="46" y="29"/>
                                    <a:pt x="45" y="27"/>
                                    <a:pt x="45" y="27"/>
                                  </a:cubicBezTo>
                                  <a:cubicBezTo>
                                    <a:pt x="45" y="27"/>
                                    <a:pt x="45" y="26"/>
                                    <a:pt x="45" y="26"/>
                                  </a:cubicBezTo>
                                  <a:cubicBezTo>
                                    <a:pt x="45" y="25"/>
                                    <a:pt x="44" y="24"/>
                                    <a:pt x="44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1" y="23"/>
                                    <a:pt x="41" y="23"/>
                                    <a:pt x="41" y="23"/>
                                  </a:cubicBezTo>
                                  <a:cubicBezTo>
                                    <a:pt x="40" y="23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8"/>
                                    <a:pt x="43" y="18"/>
                                  </a:cubicBezTo>
                                  <a:cubicBezTo>
                                    <a:pt x="43" y="18"/>
                                    <a:pt x="42" y="18"/>
                                    <a:pt x="42" y="17"/>
                                  </a:cubicBezTo>
                                  <a:cubicBezTo>
                                    <a:pt x="42" y="17"/>
                                    <a:pt x="43" y="17"/>
                                    <a:pt x="43" y="16"/>
                                  </a:cubicBezTo>
                                  <a:cubicBezTo>
                                    <a:pt x="43" y="16"/>
                                    <a:pt x="43" y="15"/>
                                    <a:pt x="43" y="15"/>
                                  </a:cubicBezTo>
                                  <a:cubicBezTo>
                                    <a:pt x="43" y="15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6" y="9"/>
                                    <a:pt x="46" y="9"/>
                                  </a:cubicBezTo>
                                  <a:cubicBezTo>
                                    <a:pt x="46" y="9"/>
                                    <a:pt x="47" y="9"/>
                                    <a:pt x="47" y="9"/>
                                  </a:cubicBezTo>
                                  <a:cubicBezTo>
                                    <a:pt x="48" y="9"/>
                                    <a:pt x="48" y="8"/>
                                    <a:pt x="48" y="8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4" y="4"/>
                                    <a:pt x="54" y="4"/>
                                    <a:pt x="54" y="4"/>
                                  </a:cubicBezTo>
                                  <a:cubicBezTo>
                                    <a:pt x="54" y="4"/>
                                    <a:pt x="55" y="4"/>
                                    <a:pt x="55" y="3"/>
                                  </a:cubicBezTo>
                                  <a:cubicBezTo>
                                    <a:pt x="55" y="3"/>
                                    <a:pt x="56" y="3"/>
                                    <a:pt x="56" y="3"/>
                                  </a:cubicBezTo>
                                  <a:cubicBezTo>
                                    <a:pt x="56" y="2"/>
                                    <a:pt x="56" y="2"/>
                                    <a:pt x="55" y="1"/>
                                  </a:cubicBezTo>
                                  <a:cubicBezTo>
                                    <a:pt x="55" y="1"/>
                                    <a:pt x="54" y="0"/>
                                    <a:pt x="54" y="0"/>
                                  </a:cubicBezTo>
                                  <a:cubicBezTo>
                                    <a:pt x="53" y="0"/>
                                    <a:pt x="53" y="0"/>
                                    <a:pt x="52" y="0"/>
                                  </a:cubicBezTo>
                                  <a:cubicBezTo>
                                    <a:pt x="52" y="0"/>
                                    <a:pt x="52" y="0"/>
                                    <a:pt x="51" y="0"/>
                                  </a:cubicBezTo>
                                  <a:cubicBezTo>
                                    <a:pt x="51" y="1"/>
                                    <a:pt x="51" y="1"/>
                                    <a:pt x="50" y="1"/>
                                  </a:cubicBezTo>
                                  <a:cubicBezTo>
                                    <a:pt x="50" y="1"/>
                                    <a:pt x="50" y="1"/>
                                    <a:pt x="50" y="1"/>
                                  </a:cubicBezTo>
                                  <a:cubicBezTo>
                                    <a:pt x="50" y="1"/>
                                    <a:pt x="50" y="2"/>
                                    <a:pt x="50" y="2"/>
                                  </a:cubicBezTo>
                                  <a:cubicBezTo>
                                    <a:pt x="50" y="2"/>
                                    <a:pt x="50" y="1"/>
                                    <a:pt x="50" y="1"/>
                                  </a:cubicBez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ubicBezTo>
                                    <a:pt x="48" y="3"/>
                                    <a:pt x="48" y="4"/>
                                    <a:pt x="47" y="4"/>
                                  </a:cubicBezTo>
                                  <a:cubicBezTo>
                                    <a:pt x="47" y="4"/>
                                    <a:pt x="47" y="5"/>
                                    <a:pt x="46" y="5"/>
                                  </a:cubicBezTo>
                                  <a:cubicBezTo>
                                    <a:pt x="45" y="5"/>
                                    <a:pt x="44" y="5"/>
                                    <a:pt x="44" y="5"/>
                                  </a:cubicBezTo>
                                  <a:cubicBezTo>
                                    <a:pt x="44" y="5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2" y="7"/>
                                    <a:pt x="41" y="8"/>
                                  </a:cubicBezTo>
                                  <a:cubicBezTo>
                                    <a:pt x="41" y="8"/>
                                    <a:pt x="40" y="8"/>
                                    <a:pt x="39" y="8"/>
                                  </a:cubicBezTo>
                                  <a:cubicBezTo>
                                    <a:pt x="39" y="8"/>
                                    <a:pt x="38" y="8"/>
                                    <a:pt x="37" y="8"/>
                                  </a:cubicBezTo>
                                  <a:cubicBezTo>
                                    <a:pt x="37" y="8"/>
                                    <a:pt x="36" y="8"/>
                                    <a:pt x="36" y="8"/>
                                  </a:cubicBezTo>
                                  <a:cubicBezTo>
                                    <a:pt x="35" y="8"/>
                                    <a:pt x="35" y="8"/>
                                    <a:pt x="34" y="8"/>
                                  </a:cubicBezTo>
                                  <a:cubicBezTo>
                                    <a:pt x="34" y="8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4" y="11"/>
                                    <a:pt x="33" y="11"/>
                                  </a:cubicBezTo>
                                  <a:cubicBezTo>
                                    <a:pt x="33" y="12"/>
                                    <a:pt x="32" y="12"/>
                                    <a:pt x="32" y="12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0"/>
                                    <a:pt x="31" y="10"/>
                                  </a:cubicBezTo>
                                  <a:cubicBezTo>
                                    <a:pt x="31" y="10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29" y="10"/>
                                    <a:pt x="28" y="10"/>
                                  </a:cubicBezTo>
                                  <a:cubicBezTo>
                                    <a:pt x="28" y="10"/>
                                    <a:pt x="27" y="11"/>
                                    <a:pt x="27" y="11"/>
                                  </a:cubicBezTo>
                                  <a:cubicBezTo>
                                    <a:pt x="27" y="12"/>
                                    <a:pt x="26" y="12"/>
                                    <a:pt x="26" y="12"/>
                                  </a:cubicBezTo>
                                  <a:cubicBezTo>
                                    <a:pt x="26" y="12"/>
                                    <a:pt x="25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5" y="14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4" y="15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5" y="16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4" y="18"/>
                                  </a:cubicBezTo>
                                  <a:cubicBezTo>
                                    <a:pt x="24" y="18"/>
                                    <a:pt x="24" y="18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4" y="21"/>
                                    <a:pt x="24" y="21"/>
                                    <a:pt x="24" y="21"/>
                                  </a:cubicBezTo>
                                  <a:cubicBezTo>
                                    <a:pt x="23" y="21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1" y="22"/>
                                    <a:pt x="21" y="22"/>
                                  </a:cubicBezTo>
                                  <a:cubicBezTo>
                                    <a:pt x="21" y="22"/>
                                    <a:pt x="21" y="22"/>
                                    <a:pt x="21" y="22"/>
                                  </a:cubicBezTo>
                                  <a:cubicBezTo>
                                    <a:pt x="20" y="22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19" y="25"/>
                                    <a:pt x="19" y="25"/>
                                  </a:cubicBezTo>
                                  <a:cubicBezTo>
                                    <a:pt x="19" y="25"/>
                                    <a:pt x="18" y="26"/>
                                    <a:pt x="18" y="26"/>
                                  </a:cubicBezTo>
                                  <a:cubicBezTo>
                                    <a:pt x="17" y="26"/>
                                    <a:pt x="17" y="27"/>
                                    <a:pt x="16" y="27"/>
                                  </a:cubicBezTo>
                                  <a:cubicBezTo>
                                    <a:pt x="16" y="27"/>
                                    <a:pt x="16" y="27"/>
                                    <a:pt x="16" y="27"/>
                                  </a:cubicBezTo>
                                  <a:cubicBezTo>
                                    <a:pt x="15" y="27"/>
                                    <a:pt x="15" y="27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6" y="28"/>
                                  </a:cubicBezTo>
                                  <a:cubicBezTo>
                                    <a:pt x="16" y="28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1"/>
                                    <a:pt x="16" y="31"/>
                                  </a:cubicBezTo>
                                  <a:cubicBezTo>
                                    <a:pt x="16" y="31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5" y="32"/>
                                  </a:cubicBezTo>
                                  <a:cubicBezTo>
                                    <a:pt x="15" y="32"/>
                                    <a:pt x="15" y="32"/>
                                    <a:pt x="15" y="32"/>
                                  </a:cubicBezTo>
                                  <a:cubicBezTo>
                                    <a:pt x="15" y="32"/>
                                    <a:pt x="15" y="31"/>
                                    <a:pt x="15" y="31"/>
                                  </a:cubicBezTo>
                                  <a:cubicBezTo>
                                    <a:pt x="16" y="31"/>
                                    <a:pt x="16" y="31"/>
                                    <a:pt x="15" y="31"/>
                                  </a:cubicBezTo>
                                  <a:cubicBezTo>
                                    <a:pt x="15" y="31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29"/>
                                    <a:pt x="13" y="29"/>
                                  </a:cubicBezTo>
                                  <a:cubicBezTo>
                                    <a:pt x="13" y="28"/>
                                    <a:pt x="13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2" y="27"/>
                                  </a:cubicBezTo>
                                  <a:cubicBezTo>
                                    <a:pt x="11" y="27"/>
                                    <a:pt x="11" y="27"/>
                                    <a:pt x="11" y="27"/>
                                  </a:cubicBezTo>
                                  <a:cubicBezTo>
                                    <a:pt x="11" y="27"/>
                                    <a:pt x="11" y="27"/>
                                    <a:pt x="11" y="27"/>
                                  </a:cubicBezTo>
                                  <a:cubicBezTo>
                                    <a:pt x="12" y="29"/>
                                    <a:pt x="12" y="31"/>
                                    <a:pt x="13" y="32"/>
                                  </a:cubicBezTo>
                                  <a:cubicBezTo>
                                    <a:pt x="13" y="32"/>
                                    <a:pt x="12" y="32"/>
                                    <a:pt x="12" y="32"/>
                                  </a:cubicBezTo>
                                  <a:cubicBezTo>
                                    <a:pt x="11" y="32"/>
                                    <a:pt x="11" y="32"/>
                                    <a:pt x="11" y="33"/>
                                  </a:cubicBezTo>
                                  <a:cubicBezTo>
                                    <a:pt x="11" y="33"/>
                                    <a:pt x="11" y="33"/>
                                    <a:pt x="11" y="33"/>
                                  </a:cubicBezTo>
                                  <a:cubicBezTo>
                                    <a:pt x="11" y="34"/>
                                    <a:pt x="10" y="34"/>
                                    <a:pt x="10" y="35"/>
                                  </a:cubicBezTo>
                                  <a:cubicBezTo>
                                    <a:pt x="10" y="34"/>
                                    <a:pt x="9" y="34"/>
                                    <a:pt x="9" y="34"/>
                                  </a:cubicBezTo>
                                  <a:cubicBezTo>
                                    <a:pt x="9" y="34"/>
                                    <a:pt x="9" y="35"/>
                                    <a:pt x="9" y="36"/>
                                  </a:cubicBezTo>
                                  <a:cubicBezTo>
                                    <a:pt x="8" y="35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9" y="37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1"/>
                                    <a:pt x="10" y="41"/>
                                    <a:pt x="11" y="41"/>
                                  </a:cubicBezTo>
                                  <a:cubicBezTo>
                                    <a:pt x="11" y="41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2" y="43"/>
                                    <a:pt x="12" y="43"/>
                                  </a:cubicBezTo>
                                  <a:cubicBezTo>
                                    <a:pt x="12" y="43"/>
                                    <a:pt x="12" y="44"/>
                                    <a:pt x="12" y="44"/>
                                  </a:cubicBezTo>
                                  <a:cubicBezTo>
                                    <a:pt x="11" y="44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2" y="45"/>
                                    <a:pt x="12" y="46"/>
                                  </a:cubicBezTo>
                                  <a:cubicBezTo>
                                    <a:pt x="12" y="46"/>
                                    <a:pt x="12" y="47"/>
                                    <a:pt x="12" y="47"/>
                                  </a:cubicBezTo>
                                  <a:cubicBezTo>
                                    <a:pt x="13" y="47"/>
                                    <a:pt x="13" y="47"/>
                                    <a:pt x="13" y="47"/>
                                  </a:cubicBezTo>
                                  <a:cubicBezTo>
                                    <a:pt x="13" y="48"/>
                                    <a:pt x="12" y="48"/>
                                    <a:pt x="12" y="48"/>
                                  </a:cubicBezTo>
                                  <a:cubicBezTo>
                                    <a:pt x="12" y="48"/>
                                    <a:pt x="12" y="48"/>
                                    <a:pt x="12" y="49"/>
                                  </a:cubicBezTo>
                                  <a:cubicBezTo>
                                    <a:pt x="11" y="49"/>
                                    <a:pt x="11" y="49"/>
                                    <a:pt x="11" y="49"/>
                                  </a:cubicBezTo>
                                  <a:cubicBezTo>
                                    <a:pt x="11" y="49"/>
                                    <a:pt x="11" y="50"/>
                                    <a:pt x="11" y="50"/>
                                  </a:cubicBezTo>
                                  <a:cubicBezTo>
                                    <a:pt x="11" y="50"/>
                                    <a:pt x="12" y="51"/>
                                    <a:pt x="12" y="51"/>
                                  </a:cubicBezTo>
                                  <a:cubicBezTo>
                                    <a:pt x="12" y="52"/>
                                    <a:pt x="11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2" y="54"/>
                                    <a:pt x="12" y="55"/>
                                    <a:pt x="12" y="55"/>
                                  </a:cubicBezTo>
                                  <a:cubicBezTo>
                                    <a:pt x="12" y="56"/>
                                    <a:pt x="12" y="56"/>
                                    <a:pt x="12" y="56"/>
                                  </a:cubicBezTo>
                                  <a:cubicBezTo>
                                    <a:pt x="12" y="57"/>
                                    <a:pt x="12" y="57"/>
                                    <a:pt x="12" y="58"/>
                                  </a:cubicBezTo>
                                  <a:cubicBezTo>
                                    <a:pt x="11" y="58"/>
                                    <a:pt x="11" y="58"/>
                                    <a:pt x="11" y="58"/>
                                  </a:cubicBezTo>
                                  <a:cubicBezTo>
                                    <a:pt x="11" y="58"/>
                                    <a:pt x="11" y="59"/>
                                    <a:pt x="11" y="59"/>
                                  </a:cubicBezTo>
                                  <a:cubicBezTo>
                                    <a:pt x="11" y="59"/>
                                    <a:pt x="11" y="60"/>
                                    <a:pt x="11" y="60"/>
                                  </a:cubicBezTo>
                                  <a:cubicBezTo>
                                    <a:pt x="12" y="60"/>
                                    <a:pt x="12" y="60"/>
                                    <a:pt x="12" y="61"/>
                                  </a:cubicBezTo>
                                  <a:cubicBezTo>
                                    <a:pt x="12" y="61"/>
                                    <a:pt x="12" y="61"/>
                                    <a:pt x="13" y="61"/>
                                  </a:cubicBezTo>
                                  <a:cubicBezTo>
                                    <a:pt x="13" y="61"/>
                                    <a:pt x="14" y="61"/>
                                    <a:pt x="14" y="61"/>
                                  </a:cubicBezTo>
                                  <a:cubicBezTo>
                                    <a:pt x="14" y="61"/>
                                    <a:pt x="14" y="61"/>
                                    <a:pt x="14" y="61"/>
                                  </a:cubicBezTo>
                                  <a:cubicBezTo>
                                    <a:pt x="14" y="61"/>
                                    <a:pt x="13" y="62"/>
                                    <a:pt x="13" y="62"/>
                                  </a:cubicBezTo>
                                  <a:cubicBezTo>
                                    <a:pt x="13" y="62"/>
                                    <a:pt x="12" y="63"/>
                                    <a:pt x="12" y="63"/>
                                  </a:cubicBezTo>
                                  <a:cubicBezTo>
                                    <a:pt x="12" y="63"/>
                                    <a:pt x="12" y="63"/>
                                    <a:pt x="12" y="64"/>
                                  </a:cubicBezTo>
                                  <a:cubicBezTo>
                                    <a:pt x="12" y="64"/>
                                    <a:pt x="11" y="64"/>
                                    <a:pt x="11" y="65"/>
                                  </a:cubicBezTo>
                                  <a:cubicBezTo>
                                    <a:pt x="11" y="65"/>
                                    <a:pt x="11" y="65"/>
                                    <a:pt x="11" y="65"/>
                                  </a:cubicBezTo>
                                  <a:cubicBezTo>
                                    <a:pt x="10" y="65"/>
                                    <a:pt x="10" y="66"/>
                                    <a:pt x="10" y="66"/>
                                  </a:cubicBezTo>
                                  <a:cubicBezTo>
                                    <a:pt x="10" y="66"/>
                                    <a:pt x="10" y="66"/>
                                    <a:pt x="10" y="67"/>
                                  </a:cubicBezTo>
                                  <a:cubicBezTo>
                                    <a:pt x="10" y="67"/>
                                    <a:pt x="10" y="68"/>
                                    <a:pt x="9" y="68"/>
                                  </a:cubicBezTo>
                                  <a:cubicBezTo>
                                    <a:pt x="9" y="68"/>
                                    <a:pt x="9" y="69"/>
                                    <a:pt x="8" y="69"/>
                                  </a:cubicBezTo>
                                  <a:cubicBezTo>
                                    <a:pt x="8" y="69"/>
                                    <a:pt x="8" y="70"/>
                                    <a:pt x="8" y="70"/>
                                  </a:cubicBezTo>
                                  <a:cubicBezTo>
                                    <a:pt x="7" y="70"/>
                                    <a:pt x="6" y="69"/>
                                    <a:pt x="6" y="69"/>
                                  </a:cubicBezTo>
                                  <a:cubicBezTo>
                                    <a:pt x="5" y="69"/>
                                    <a:pt x="4" y="70"/>
                                    <a:pt x="4" y="70"/>
                                  </a:cubicBezTo>
                                  <a:cubicBezTo>
                                    <a:pt x="4" y="70"/>
                                    <a:pt x="3" y="71"/>
                                    <a:pt x="3" y="71"/>
                                  </a:cubicBezTo>
                                  <a:cubicBezTo>
                                    <a:pt x="3" y="71"/>
                                    <a:pt x="3" y="72"/>
                                    <a:pt x="3" y="72"/>
                                  </a:cubicBezTo>
                                  <a:cubicBezTo>
                                    <a:pt x="2" y="73"/>
                                    <a:pt x="2" y="73"/>
                                    <a:pt x="2" y="73"/>
                                  </a:cubicBezTo>
                                  <a:cubicBezTo>
                                    <a:pt x="2" y="74"/>
                                    <a:pt x="3" y="74"/>
                                    <a:pt x="3" y="74"/>
                                  </a:cubicBezTo>
                                  <a:cubicBezTo>
                                    <a:pt x="3" y="74"/>
                                    <a:pt x="3" y="74"/>
                                    <a:pt x="3" y="74"/>
                                  </a:cubicBezTo>
                                  <a:cubicBezTo>
                                    <a:pt x="4" y="75"/>
                                    <a:pt x="4" y="75"/>
                                    <a:pt x="4" y="76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2" y="76"/>
                                    <a:pt x="2" y="76"/>
                                    <a:pt x="2" y="76"/>
                                  </a:cubicBezTo>
                                  <a:cubicBezTo>
                                    <a:pt x="2" y="75"/>
                                    <a:pt x="2" y="75"/>
                                    <a:pt x="1" y="75"/>
                                  </a:cubicBezTo>
                                  <a:cubicBezTo>
                                    <a:pt x="1" y="76"/>
                                    <a:pt x="1" y="76"/>
                                    <a:pt x="0" y="76"/>
                                  </a:cubicBezTo>
                                  <a:cubicBezTo>
                                    <a:pt x="0" y="76"/>
                                    <a:pt x="0" y="76"/>
                                    <a:pt x="0" y="77"/>
                                  </a:cubicBezTo>
                                  <a:cubicBezTo>
                                    <a:pt x="1" y="77"/>
                                    <a:pt x="2" y="78"/>
                                    <a:pt x="2" y="78"/>
                                  </a:cubicBezTo>
                                  <a:cubicBezTo>
                                    <a:pt x="2" y="78"/>
                                    <a:pt x="3" y="79"/>
                                    <a:pt x="3" y="79"/>
                                  </a:cubicBezTo>
                                  <a:cubicBezTo>
                                    <a:pt x="3" y="80"/>
                                    <a:pt x="4" y="80"/>
                                    <a:pt x="4" y="80"/>
                                  </a:cubicBezTo>
                                  <a:cubicBezTo>
                                    <a:pt x="5" y="80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6" y="81"/>
                                    <a:pt x="6" y="82"/>
                                  </a:cubicBezTo>
                                  <a:cubicBezTo>
                                    <a:pt x="6" y="82"/>
                                    <a:pt x="7" y="82"/>
                                    <a:pt x="7" y="82"/>
                                  </a:cubicBezTo>
                                  <a:cubicBezTo>
                                    <a:pt x="7" y="82"/>
                                    <a:pt x="9" y="82"/>
                                    <a:pt x="10" y="82"/>
                                  </a:cubicBezTo>
                                  <a:cubicBezTo>
                                    <a:pt x="10" y="82"/>
                                    <a:pt x="9" y="82"/>
                                    <a:pt x="9" y="82"/>
                                  </a:cubicBezTo>
                                  <a:cubicBezTo>
                                    <a:pt x="9" y="83"/>
                                    <a:pt x="10" y="83"/>
                                    <a:pt x="10" y="83"/>
                                  </a:cubicBezTo>
                                  <a:cubicBezTo>
                                    <a:pt x="10" y="83"/>
                                    <a:pt x="11" y="83"/>
                                    <a:pt x="11" y="83"/>
                                  </a:cubicBezTo>
                                  <a:cubicBezTo>
                                    <a:pt x="11" y="84"/>
                                    <a:pt x="11" y="84"/>
                                    <a:pt x="11" y="85"/>
                                  </a:cubicBezTo>
                                  <a:cubicBezTo>
                                    <a:pt x="11" y="85"/>
                                    <a:pt x="11" y="85"/>
                                    <a:pt x="11" y="85"/>
                                  </a:cubicBezTo>
                                  <a:cubicBezTo>
                                    <a:pt x="11" y="85"/>
                                    <a:pt x="13" y="85"/>
                                    <a:pt x="13" y="85"/>
                                  </a:cubicBezTo>
                                  <a:cubicBezTo>
                                    <a:pt x="14" y="86"/>
                                    <a:pt x="14" y="86"/>
                                    <a:pt x="14" y="86"/>
                                  </a:cubicBezTo>
                                  <a:cubicBezTo>
                                    <a:pt x="16" y="86"/>
                                    <a:pt x="16" y="86"/>
                                    <a:pt x="16" y="86"/>
                                  </a:cubicBezTo>
                                  <a:cubicBezTo>
                                    <a:pt x="16" y="86"/>
                                    <a:pt x="17" y="86"/>
                                    <a:pt x="17" y="86"/>
                                  </a:cubicBezTo>
                                  <a:cubicBezTo>
                                    <a:pt x="17" y="86"/>
                                    <a:pt x="18" y="86"/>
                                    <a:pt x="18" y="86"/>
                                  </a:cubicBezTo>
                                  <a:cubicBezTo>
                                    <a:pt x="18" y="86"/>
                                    <a:pt x="18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19" y="85"/>
                                    <a:pt x="20" y="85"/>
                                    <a:pt x="20" y="85"/>
                                  </a:cubicBezTo>
                                  <a:cubicBezTo>
                                    <a:pt x="20" y="85"/>
                                    <a:pt x="22" y="86"/>
                                    <a:pt x="22" y="87"/>
                                  </a:cubicBezTo>
                                  <a:cubicBezTo>
                                    <a:pt x="22" y="87"/>
                                    <a:pt x="23" y="88"/>
                                    <a:pt x="23" y="88"/>
                                  </a:cubicBezTo>
                                  <a:cubicBezTo>
                                    <a:pt x="23" y="88"/>
                                    <a:pt x="24" y="88"/>
                                    <a:pt x="24" y="88"/>
                                  </a:cubicBezTo>
                                  <a:cubicBezTo>
                                    <a:pt x="24" y="88"/>
                                    <a:pt x="26" y="89"/>
                                    <a:pt x="26" y="89"/>
                                  </a:cubicBezTo>
                                  <a:cubicBezTo>
                                    <a:pt x="27" y="88"/>
                                    <a:pt x="27" y="88"/>
                                    <a:pt x="27" y="88"/>
                                  </a:cubicBezTo>
                                  <a:cubicBezTo>
                                    <a:pt x="28" y="89"/>
                                    <a:pt x="28" y="89"/>
                                    <a:pt x="28" y="89"/>
                                  </a:cubicBezTo>
                                  <a:cubicBezTo>
                                    <a:pt x="28" y="89"/>
                                    <a:pt x="29" y="89"/>
                                    <a:pt x="29" y="90"/>
                                  </a:cubicBezTo>
                                  <a:cubicBezTo>
                                    <a:pt x="29" y="90"/>
                                    <a:pt x="29" y="90"/>
                                    <a:pt x="29" y="90"/>
                                  </a:cubicBezTo>
                                  <a:cubicBezTo>
                                    <a:pt x="29" y="89"/>
                                    <a:pt x="29" y="89"/>
                                    <a:pt x="29" y="89"/>
                                  </a:cubicBezTo>
                                  <a:cubicBezTo>
                                    <a:pt x="30" y="89"/>
                                    <a:pt x="30" y="89"/>
                                    <a:pt x="30" y="89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3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3"/>
                                    <a:pt x="33" y="94"/>
                                  </a:cubicBezTo>
                                  <a:cubicBezTo>
                                    <a:pt x="33" y="94"/>
                                    <a:pt x="33" y="94"/>
                                    <a:pt x="33" y="94"/>
                                  </a:cubicBezTo>
                                  <a:cubicBezTo>
                                    <a:pt x="33" y="94"/>
                                    <a:pt x="33" y="94"/>
                                    <a:pt x="33" y="94"/>
                                  </a:cubicBezTo>
                                  <a:cubicBezTo>
                                    <a:pt x="33" y="94"/>
                                    <a:pt x="33" y="95"/>
                                    <a:pt x="33" y="95"/>
                                  </a:cubicBezTo>
                                  <a:cubicBezTo>
                                    <a:pt x="34" y="95"/>
                                    <a:pt x="34" y="95"/>
                                    <a:pt x="34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6" y="97"/>
                                    <a:pt x="36" y="97"/>
                                  </a:cubicBezTo>
                                  <a:cubicBezTo>
                                    <a:pt x="36" y="97"/>
                                    <a:pt x="37" y="97"/>
                                    <a:pt x="37" y="97"/>
                                  </a:cubicBezTo>
                                  <a:cubicBezTo>
                                    <a:pt x="37" y="97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8"/>
                                  </a:cubicBezTo>
                                  <a:cubicBezTo>
                                    <a:pt x="38" y="98"/>
                                    <a:pt x="38" y="98"/>
                                    <a:pt x="38" y="98"/>
                                  </a:cubicBezTo>
                                  <a:cubicBezTo>
                                    <a:pt x="38" y="98"/>
                                    <a:pt x="39" y="99"/>
                                    <a:pt x="39" y="99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1"/>
                                    <a:pt x="40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41" y="100"/>
                                    <a:pt x="41" y="100"/>
                                    <a:pt x="41" y="100"/>
                                  </a:cubicBezTo>
                                  <a:cubicBezTo>
                                    <a:pt x="41" y="100"/>
                                    <a:pt x="41" y="101"/>
                                    <a:pt x="41" y="101"/>
                                  </a:cubicBezTo>
                                  <a:cubicBezTo>
                                    <a:pt x="41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1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3"/>
                                    <a:pt x="42" y="103"/>
                                  </a:cubicBezTo>
                                  <a:cubicBezTo>
                                    <a:pt x="42" y="103"/>
                                    <a:pt x="41" y="103"/>
                                    <a:pt x="41" y="103"/>
                                  </a:cubicBezTo>
                                  <a:cubicBezTo>
                                    <a:pt x="41" y="104"/>
                                    <a:pt x="41" y="104"/>
                                    <a:pt x="41" y="104"/>
                                  </a:cubicBezTo>
                                  <a:cubicBezTo>
                                    <a:pt x="41" y="104"/>
                                    <a:pt x="42" y="104"/>
                                    <a:pt x="42" y="105"/>
                                  </a:cubicBezTo>
                                  <a:cubicBezTo>
                                    <a:pt x="42" y="105"/>
                                    <a:pt x="42" y="104"/>
                                    <a:pt x="42" y="104"/>
                                  </a:cubicBezTo>
                                  <a:cubicBezTo>
                                    <a:pt x="42" y="104"/>
                                    <a:pt x="43" y="105"/>
                                    <a:pt x="43" y="105"/>
                                  </a:cubicBezTo>
                                  <a:cubicBezTo>
                                    <a:pt x="43" y="105"/>
                                    <a:pt x="43" y="105"/>
                                    <a:pt x="43" y="105"/>
                                  </a:cubicBezTo>
                                  <a:cubicBezTo>
                                    <a:pt x="43" y="105"/>
                                    <a:pt x="44" y="105"/>
                                    <a:pt x="44" y="105"/>
                                  </a:cubicBezTo>
                                  <a:cubicBezTo>
                                    <a:pt x="44" y="105"/>
                                    <a:pt x="44" y="105"/>
                                    <a:pt x="44" y="105"/>
                                  </a:cubicBezTo>
                                  <a:cubicBezTo>
                                    <a:pt x="44" y="105"/>
                                    <a:pt x="45" y="105"/>
                                    <a:pt x="45" y="105"/>
                                  </a:cubicBezTo>
                                  <a:cubicBezTo>
                                    <a:pt x="45" y="105"/>
                                    <a:pt x="45" y="105"/>
                                    <a:pt x="45" y="104"/>
                                  </a:cubicBezTo>
                                  <a:cubicBezTo>
                                    <a:pt x="46" y="104"/>
                                    <a:pt x="46" y="105"/>
                                    <a:pt x="46" y="105"/>
                                  </a:cubicBezTo>
                                  <a:cubicBezTo>
                                    <a:pt x="47" y="105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8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5"/>
                                    <a:pt x="49" y="105"/>
                                  </a:cubicBezTo>
                                  <a:cubicBezTo>
                                    <a:pt x="49" y="105"/>
                                    <a:pt x="49" y="105"/>
                                    <a:pt x="49" y="105"/>
                                  </a:cubicBezTo>
                                  <a:cubicBezTo>
                                    <a:pt x="49" y="105"/>
                                    <a:pt x="49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5"/>
                                    <a:pt x="49" y="105"/>
                                  </a:cubicBezTo>
                                  <a:cubicBezTo>
                                    <a:pt x="49" y="105"/>
                                    <a:pt x="50" y="105"/>
                                    <a:pt x="50" y="105"/>
                                  </a:cubicBezTo>
                                  <a:cubicBezTo>
                                    <a:pt x="50" y="105"/>
                                    <a:pt x="50" y="104"/>
                                    <a:pt x="50" y="104"/>
                                  </a:cubicBezTo>
                                  <a:cubicBezTo>
                                    <a:pt x="50" y="104"/>
                                    <a:pt x="51" y="103"/>
                                    <a:pt x="51" y="103"/>
                                  </a:cubicBezTo>
                                  <a:cubicBezTo>
                                    <a:pt x="51" y="103"/>
                                    <a:pt x="51" y="103"/>
                                    <a:pt x="51" y="103"/>
                                  </a:cubicBezTo>
                                  <a:cubicBezTo>
                                    <a:pt x="51" y="104"/>
                                    <a:pt x="51" y="104"/>
                                    <a:pt x="51" y="104"/>
                                  </a:cubicBezTo>
                                  <a:cubicBezTo>
                                    <a:pt x="51" y="104"/>
                                    <a:pt x="52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5" y="105"/>
                                    <a:pt x="55" y="105"/>
                                  </a:cubicBezTo>
                                  <a:cubicBezTo>
                                    <a:pt x="55" y="105"/>
                                    <a:pt x="55" y="105"/>
                                    <a:pt x="55" y="105"/>
                                  </a:cubicBezTo>
                                  <a:cubicBezTo>
                                    <a:pt x="55" y="105"/>
                                    <a:pt x="56" y="105"/>
                                    <a:pt x="56" y="104"/>
                                  </a:cubicBezTo>
                                  <a:cubicBezTo>
                                    <a:pt x="56" y="104"/>
                                    <a:pt x="56" y="104"/>
                                    <a:pt x="56" y="104"/>
                                  </a:cubicBezTo>
                                  <a:cubicBezTo>
                                    <a:pt x="57" y="104"/>
                                    <a:pt x="57" y="104"/>
                                    <a:pt x="57" y="104"/>
                                  </a:cubicBezTo>
                                  <a:cubicBezTo>
                                    <a:pt x="57" y="103"/>
                                    <a:pt x="57" y="103"/>
                                    <a:pt x="57" y="103"/>
                                  </a:cubicBezTo>
                                  <a:cubicBezTo>
                                    <a:pt x="57" y="103"/>
                                    <a:pt x="57" y="103"/>
                                    <a:pt x="57" y="103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9" y="105"/>
                                    <a:pt x="59" y="105"/>
                                    <a:pt x="59" y="105"/>
                                  </a:cubicBezTo>
                                  <a:cubicBezTo>
                                    <a:pt x="59" y="105"/>
                                    <a:pt x="59" y="105"/>
                                    <a:pt x="59" y="105"/>
                                  </a:cubicBezTo>
                                  <a:cubicBezTo>
                                    <a:pt x="60" y="105"/>
                                    <a:pt x="60" y="105"/>
                                    <a:pt x="60" y="105"/>
                                  </a:cubicBezTo>
                                  <a:cubicBezTo>
                                    <a:pt x="60" y="105"/>
                                    <a:pt x="60" y="105"/>
                                    <a:pt x="60" y="105"/>
                                  </a:cubicBezTo>
                                  <a:cubicBezTo>
                                    <a:pt x="60" y="105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7"/>
                                    <a:pt x="62" y="107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3" y="108"/>
                                    <a:pt x="63" y="108"/>
                                    <a:pt x="63" y="108"/>
                                  </a:cubicBezTo>
                                  <a:cubicBezTo>
                                    <a:pt x="58" y="115"/>
                                    <a:pt x="58" y="115"/>
                                    <a:pt x="58" y="115"/>
                                  </a:cubicBezTo>
                                  <a:cubicBezTo>
                                    <a:pt x="58" y="115"/>
                                    <a:pt x="60" y="115"/>
                                    <a:pt x="60" y="115"/>
                                  </a:cubicBezTo>
                                  <a:cubicBezTo>
                                    <a:pt x="60" y="115"/>
                                    <a:pt x="60" y="115"/>
                                    <a:pt x="61" y="115"/>
                                  </a:cubicBezTo>
                                  <a:cubicBezTo>
                                    <a:pt x="61" y="115"/>
                                    <a:pt x="61" y="115"/>
                                    <a:pt x="61" y="115"/>
                                  </a:cubicBezTo>
                                  <a:cubicBezTo>
                                    <a:pt x="62" y="115"/>
                                    <a:pt x="62" y="115"/>
                                    <a:pt x="62" y="115"/>
                                  </a:cubicBezTo>
                                  <a:cubicBezTo>
                                    <a:pt x="64" y="118"/>
                                    <a:pt x="64" y="118"/>
                                    <a:pt x="64" y="118"/>
                                  </a:cubicBezTo>
                                  <a:cubicBezTo>
                                    <a:pt x="68" y="98"/>
                                    <a:pt x="68" y="98"/>
                                    <a:pt x="68" y="98"/>
                                  </a:cubicBezTo>
                                  <a:cubicBezTo>
                                    <a:pt x="68" y="96"/>
                                    <a:pt x="68" y="96"/>
                                    <a:pt x="68" y="96"/>
                                  </a:cubicBezTo>
                                  <a:cubicBezTo>
                                    <a:pt x="68" y="96"/>
                                    <a:pt x="67" y="94"/>
                                    <a:pt x="67" y="94"/>
                                  </a:cubicBezTo>
                                  <a:cubicBezTo>
                                    <a:pt x="67" y="94"/>
                                    <a:pt x="66" y="93"/>
                                    <a:pt x="66" y="93"/>
                                  </a:cubicBezTo>
                                  <a:cubicBezTo>
                                    <a:pt x="66" y="93"/>
                                    <a:pt x="66" y="93"/>
                                    <a:pt x="66" y="93"/>
                                  </a:cubicBezTo>
                                  <a:cubicBezTo>
                                    <a:pt x="66" y="93"/>
                                    <a:pt x="67" y="92"/>
                                    <a:pt x="67" y="92"/>
                                  </a:cubicBezTo>
                                  <a:cubicBezTo>
                                    <a:pt x="67" y="92"/>
                                    <a:pt x="66" y="92"/>
                                    <a:pt x="66" y="91"/>
                                  </a:cubicBezTo>
                                  <a:cubicBezTo>
                                    <a:pt x="66" y="91"/>
                                    <a:pt x="66" y="91"/>
                                    <a:pt x="66" y="91"/>
                                  </a:cubicBezTo>
                                  <a:cubicBezTo>
                                    <a:pt x="66" y="91"/>
                                    <a:pt x="65" y="90"/>
                                    <a:pt x="65" y="90"/>
                                  </a:cubicBezTo>
                                  <a:cubicBezTo>
                                    <a:pt x="65" y="90"/>
                                    <a:pt x="64" y="90"/>
                                    <a:pt x="64" y="90"/>
                                  </a:cubicBezTo>
                                  <a:cubicBezTo>
                                    <a:pt x="64" y="89"/>
                                    <a:pt x="63" y="89"/>
                                    <a:pt x="63" y="89"/>
                                  </a:cubicBezTo>
                                  <a:cubicBezTo>
                                    <a:pt x="63" y="84"/>
                                    <a:pt x="63" y="84"/>
                                    <a:pt x="63" y="84"/>
                                  </a:cubicBezTo>
                                  <a:cubicBezTo>
                                    <a:pt x="65" y="84"/>
                                    <a:pt x="65" y="84"/>
                                    <a:pt x="65" y="84"/>
                                  </a:cubicBezTo>
                                  <a:cubicBezTo>
                                    <a:pt x="66" y="83"/>
                                    <a:pt x="66" y="83"/>
                                    <a:pt x="66" y="83"/>
                                  </a:cubicBezTo>
                                  <a:cubicBezTo>
                                    <a:pt x="66" y="84"/>
                                    <a:pt x="66" y="84"/>
                                    <a:pt x="66" y="84"/>
                                  </a:cubicBezTo>
                                  <a:cubicBezTo>
                                    <a:pt x="66" y="84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9" y="84"/>
                                    <a:pt x="69" y="84"/>
                                  </a:cubicBezTo>
                                  <a:cubicBezTo>
                                    <a:pt x="70" y="84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70" y="82"/>
                                    <a:pt x="70" y="82"/>
                                  </a:cubicBezTo>
                                  <a:cubicBezTo>
                                    <a:pt x="70" y="82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6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0"/>
                                    <a:pt x="66" y="80"/>
                                  </a:cubicBezTo>
                                  <a:cubicBezTo>
                                    <a:pt x="66" y="80"/>
                                    <a:pt x="65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8" y="76"/>
                                    <a:pt x="68" y="76"/>
                                  </a:cubicBezTo>
                                  <a:cubicBezTo>
                                    <a:pt x="77" y="76"/>
                                    <a:pt x="77" y="76"/>
                                    <a:pt x="77" y="76"/>
                                  </a:cubicBezTo>
                                  <a:cubicBezTo>
                                    <a:pt x="76" y="75"/>
                                    <a:pt x="76" y="75"/>
                                    <a:pt x="76" y="75"/>
                                  </a:cubicBezTo>
                                  <a:cubicBezTo>
                                    <a:pt x="76" y="75"/>
                                    <a:pt x="76" y="75"/>
                                    <a:pt x="76" y="75"/>
                                  </a:cubicBezTo>
                                  <a:cubicBezTo>
                                    <a:pt x="76" y="75"/>
                                    <a:pt x="76" y="74"/>
                                    <a:pt x="76" y="74"/>
                                  </a:cubicBezTo>
                                  <a:cubicBezTo>
                                    <a:pt x="76" y="74"/>
                                    <a:pt x="76" y="74"/>
                                    <a:pt x="76" y="73"/>
                                  </a:cubicBezTo>
                                  <a:cubicBezTo>
                                    <a:pt x="76" y="73"/>
                                    <a:pt x="77" y="74"/>
                                    <a:pt x="77" y="75"/>
                                  </a:cubicBezTo>
                                  <a:cubicBezTo>
                                    <a:pt x="78" y="75"/>
                                    <a:pt x="77" y="75"/>
                                    <a:pt x="77" y="75"/>
                                  </a:cubicBez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78" y="74"/>
                                    <a:pt x="79" y="74"/>
                                    <a:pt x="79" y="74"/>
                                  </a:cubicBezTo>
                                  <a:cubicBezTo>
                                    <a:pt x="79" y="74"/>
                                    <a:pt x="79" y="74"/>
                                    <a:pt x="79" y="74"/>
                                  </a:cubicBezTo>
                                  <a:cubicBezTo>
                                    <a:pt x="79" y="74"/>
                                    <a:pt x="80" y="74"/>
                                    <a:pt x="80" y="74"/>
                                  </a:cubicBezTo>
                                  <a:cubicBezTo>
                                    <a:pt x="80" y="74"/>
                                    <a:pt x="80" y="73"/>
                                    <a:pt x="80" y="73"/>
                                  </a:cubicBezTo>
                                  <a:cubicBezTo>
                                    <a:pt x="80" y="73"/>
                                    <a:pt x="81" y="73"/>
                                    <a:pt x="81" y="73"/>
                                  </a:cubicBezTo>
                                  <a:cubicBezTo>
                                    <a:pt x="82" y="73"/>
                                    <a:pt x="82" y="73"/>
                                    <a:pt x="82" y="73"/>
                                  </a:cubicBezTo>
                                  <a:cubicBezTo>
                                    <a:pt x="82" y="72"/>
                                    <a:pt x="82" y="72"/>
                                    <a:pt x="82" y="72"/>
                                  </a:cubicBezTo>
                                  <a:cubicBezTo>
                                    <a:pt x="82" y="74"/>
                                    <a:pt x="82" y="74"/>
                                    <a:pt x="82" y="74"/>
                                  </a:cubicBezTo>
                                  <a:cubicBezTo>
                                    <a:pt x="84" y="75"/>
                                    <a:pt x="84" y="75"/>
                                    <a:pt x="84" y="75"/>
                                  </a:cubicBezTo>
                                  <a:cubicBezTo>
                                    <a:pt x="84" y="75"/>
                                    <a:pt x="84" y="76"/>
                                    <a:pt x="84" y="76"/>
                                  </a:cubicBezTo>
                                  <a:cubicBezTo>
                                    <a:pt x="84" y="76"/>
                                    <a:pt x="84" y="77"/>
                                    <a:pt x="84" y="77"/>
                                  </a:cubicBezTo>
                                  <a:cubicBezTo>
                                    <a:pt x="84" y="77"/>
                                    <a:pt x="84" y="78"/>
                                    <a:pt x="84" y="78"/>
                                  </a:cubicBezTo>
                                  <a:cubicBezTo>
                                    <a:pt x="84" y="78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80"/>
                                    <a:pt x="84" y="80"/>
                                    <a:pt x="84" y="80"/>
                                  </a:cubicBezTo>
                                  <a:cubicBezTo>
                                    <a:pt x="84" y="80"/>
                                    <a:pt x="85" y="80"/>
                                    <a:pt x="85" y="80"/>
                                  </a:cubicBezTo>
                                  <a:cubicBezTo>
                                    <a:pt x="86" y="79"/>
                                    <a:pt x="86" y="79"/>
                                    <a:pt x="86" y="79"/>
                                  </a:cubicBezTo>
                                  <a:cubicBezTo>
                                    <a:pt x="86" y="79"/>
                                    <a:pt x="86" y="78"/>
                                    <a:pt x="86" y="7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3" name="Freeform 759">
                              <a:extLst>
                                <a:ext uri="{FF2B5EF4-FFF2-40B4-BE49-F238E27FC236}">
                                  <a16:creationId xmlns:a16="http://schemas.microsoft.com/office/drawing/2014/main" id="{7569E00E-9FDB-7688-AACE-1439C8FAFD1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529138"/>
                              <a:ext cx="38100" cy="42863"/>
                            </a:xfrm>
                            <a:custGeom>
                              <a:avLst/>
                              <a:gdLst>
                                <a:gd name="T0" fmla="*/ 9 w 9"/>
                                <a:gd name="T1" fmla="*/ 0 h 10"/>
                                <a:gd name="T2" fmla="*/ 7 w 9"/>
                                <a:gd name="T3" fmla="*/ 1 h 10"/>
                                <a:gd name="T4" fmla="*/ 8 w 9"/>
                                <a:gd name="T5" fmla="*/ 1 h 10"/>
                                <a:gd name="T6" fmla="*/ 8 w 9"/>
                                <a:gd name="T7" fmla="*/ 1 h 10"/>
                                <a:gd name="T8" fmla="*/ 9 w 9"/>
                                <a:gd name="T9" fmla="*/ 1 h 10"/>
                                <a:gd name="T10" fmla="*/ 9 w 9"/>
                                <a:gd name="T11" fmla="*/ 0 h 10"/>
                                <a:gd name="T12" fmla="*/ 7 w 9"/>
                                <a:gd name="T13" fmla="*/ 4 h 10"/>
                                <a:gd name="T14" fmla="*/ 6 w 9"/>
                                <a:gd name="T15" fmla="*/ 5 h 10"/>
                                <a:gd name="T16" fmla="*/ 6 w 9"/>
                                <a:gd name="T17" fmla="*/ 5 h 10"/>
                                <a:gd name="T18" fmla="*/ 6 w 9"/>
                                <a:gd name="T19" fmla="*/ 6 h 10"/>
                                <a:gd name="T20" fmla="*/ 6 w 9"/>
                                <a:gd name="T21" fmla="*/ 8 h 10"/>
                                <a:gd name="T22" fmla="*/ 6 w 9"/>
                                <a:gd name="T23" fmla="*/ 8 h 10"/>
                                <a:gd name="T24" fmla="*/ 5 w 9"/>
                                <a:gd name="T25" fmla="*/ 9 h 10"/>
                                <a:gd name="T26" fmla="*/ 2 w 9"/>
                                <a:gd name="T27" fmla="*/ 10 h 10"/>
                                <a:gd name="T28" fmla="*/ 2 w 9"/>
                                <a:gd name="T29" fmla="*/ 10 h 10"/>
                                <a:gd name="T30" fmla="*/ 2 w 9"/>
                                <a:gd name="T31" fmla="*/ 10 h 10"/>
                                <a:gd name="T32" fmla="*/ 1 w 9"/>
                                <a:gd name="T33" fmla="*/ 10 h 10"/>
                                <a:gd name="T34" fmla="*/ 0 w 9"/>
                                <a:gd name="T35" fmla="*/ 10 h 10"/>
                                <a:gd name="T36" fmla="*/ 0 w 9"/>
                                <a:gd name="T37" fmla="*/ 9 h 10"/>
                                <a:gd name="T38" fmla="*/ 0 w 9"/>
                                <a:gd name="T39" fmla="*/ 10 h 10"/>
                                <a:gd name="T40" fmla="*/ 0 w 9"/>
                                <a:gd name="T41" fmla="*/ 9 h 10"/>
                                <a:gd name="T42" fmla="*/ 2 w 9"/>
                                <a:gd name="T43" fmla="*/ 9 h 10"/>
                                <a:gd name="T44" fmla="*/ 2 w 9"/>
                                <a:gd name="T45" fmla="*/ 8 h 10"/>
                                <a:gd name="T46" fmla="*/ 3 w 9"/>
                                <a:gd name="T47" fmla="*/ 8 h 10"/>
                                <a:gd name="T48" fmla="*/ 3 w 9"/>
                                <a:gd name="T49" fmla="*/ 7 h 10"/>
                                <a:gd name="T50" fmla="*/ 3 w 9"/>
                                <a:gd name="T51" fmla="*/ 6 h 10"/>
                                <a:gd name="T52" fmla="*/ 2 w 9"/>
                                <a:gd name="T53" fmla="*/ 5 h 10"/>
                                <a:gd name="T54" fmla="*/ 2 w 9"/>
                                <a:gd name="T55" fmla="*/ 5 h 10"/>
                                <a:gd name="T56" fmla="*/ 2 w 9"/>
                                <a:gd name="T57" fmla="*/ 5 h 10"/>
                                <a:gd name="T58" fmla="*/ 2 w 9"/>
                                <a:gd name="T59" fmla="*/ 5 h 10"/>
                                <a:gd name="T60" fmla="*/ 2 w 9"/>
                                <a:gd name="T61" fmla="*/ 5 h 10"/>
                                <a:gd name="T62" fmla="*/ 2 w 9"/>
                                <a:gd name="T63" fmla="*/ 5 h 10"/>
                                <a:gd name="T64" fmla="*/ 4 w 9"/>
                                <a:gd name="T65" fmla="*/ 5 h 10"/>
                                <a:gd name="T66" fmla="*/ 4 w 9"/>
                                <a:gd name="T67" fmla="*/ 5 h 10"/>
                                <a:gd name="T68" fmla="*/ 6 w 9"/>
                                <a:gd name="T69" fmla="*/ 4 h 10"/>
                                <a:gd name="T70" fmla="*/ 7 w 9"/>
                                <a:gd name="T71" fmla="*/ 4 h 10"/>
                                <a:gd name="T72" fmla="*/ 7 w 9"/>
                                <a:gd name="T73" fmla="*/ 4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9" h="10">
                                  <a:moveTo>
                                    <a:pt x="9" y="0"/>
                                  </a:moveTo>
                                  <a:cubicBezTo>
                                    <a:pt x="9" y="1"/>
                                    <a:pt x="8" y="1"/>
                                    <a:pt x="7" y="1"/>
                                  </a:cubicBezTo>
                                  <a:cubicBezTo>
                                    <a:pt x="7" y="1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8" y="0"/>
                                    <a:pt x="9" y="0"/>
                                    <a:pt x="9" y="1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lose/>
                                  <a:moveTo>
                                    <a:pt x="7" y="4"/>
                                  </a:moveTo>
                                  <a:cubicBezTo>
                                    <a:pt x="7" y="5"/>
                                    <a:pt x="7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7"/>
                                    <a:pt x="6" y="7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6" y="9"/>
                                    <a:pt x="5" y="9"/>
                                  </a:cubicBezTo>
                                  <a:cubicBezTo>
                                    <a:pt x="4" y="9"/>
                                    <a:pt x="3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9"/>
                                    <a:pt x="1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9"/>
                                    <a:pt x="0" y="9"/>
                                  </a:cubicBezTo>
                                  <a:cubicBezTo>
                                    <a:pt x="1" y="9"/>
                                    <a:pt x="1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7"/>
                                    <a:pt x="3" y="7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2" y="6"/>
                                    <a:pt x="2" y="5"/>
                                  </a:cubicBezTo>
                                  <a:cubicBezTo>
                                    <a:pt x="2" y="5"/>
                                    <a:pt x="2" y="6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3" y="5"/>
                                    <a:pt x="3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5" y="5"/>
                                    <a:pt x="5" y="5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4" name="Freeform 760">
                              <a:extLst>
                                <a:ext uri="{FF2B5EF4-FFF2-40B4-BE49-F238E27FC236}">
                                  <a16:creationId xmlns:a16="http://schemas.microsoft.com/office/drawing/2014/main" id="{BA6232FD-E010-CE58-04B2-B5E6713AEB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32201" y="4505325"/>
                              <a:ext cx="3175" cy="7938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0 h 2"/>
                                <a:gd name="T2" fmla="*/ 0 w 1"/>
                                <a:gd name="T3" fmla="*/ 1 h 2"/>
                                <a:gd name="T4" fmla="*/ 0 w 1"/>
                                <a:gd name="T5" fmla="*/ 1 h 2"/>
                                <a:gd name="T6" fmla="*/ 0 w 1"/>
                                <a:gd name="T7" fmla="*/ 1 h 2"/>
                                <a:gd name="T8" fmla="*/ 1 w 1"/>
                                <a:gd name="T9" fmla="*/ 1 h 2"/>
                                <a:gd name="T10" fmla="*/ 1 w 1"/>
                                <a:gd name="T11" fmla="*/ 1 h 2"/>
                                <a:gd name="T12" fmla="*/ 1 w 1"/>
                                <a:gd name="T13" fmla="*/ 0 h 2"/>
                                <a:gd name="T14" fmla="*/ 1 w 1"/>
                                <a:gd name="T15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0"/>
                                  </a:moveTo>
                                  <a:cubicBezTo>
                                    <a:pt x="0" y="0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2"/>
                                    <a:pt x="1" y="2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1" name="South_America">
                            <a:extLst>
                              <a:ext uri="{FF2B5EF4-FFF2-40B4-BE49-F238E27FC236}">
                                <a16:creationId xmlns:a16="http://schemas.microsoft.com/office/drawing/2014/main" id="{2567E7B6-97EC-8F70-F3BA-D3E0E2C844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42950" y="255588"/>
                            <a:ext cx="3759201" cy="4286250"/>
                            <a:chOff x="101600" y="373063"/>
                            <a:chExt cx="3759201" cy="4286250"/>
                          </a:xfrm>
                          <a:grpFill/>
                        </p:grpSpPr>
                        <p:sp>
                          <p:nvSpPr>
                            <p:cNvPr id="177" name="Freeform 745">
                              <a:extLst>
                                <a:ext uri="{FF2B5EF4-FFF2-40B4-BE49-F238E27FC236}">
                                  <a16:creationId xmlns:a16="http://schemas.microsoft.com/office/drawing/2014/main" id="{BB99CBB9-2E5C-AFDA-BD36-C0EAFB90ED4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062288" y="4292600"/>
                              <a:ext cx="44450" cy="15875"/>
                            </a:xfrm>
                            <a:custGeom>
                              <a:avLst/>
                              <a:gdLst>
                                <a:gd name="T0" fmla="*/ 2 w 11"/>
                                <a:gd name="T1" fmla="*/ 4 h 4"/>
                                <a:gd name="T2" fmla="*/ 1 w 11"/>
                                <a:gd name="T3" fmla="*/ 4 h 4"/>
                                <a:gd name="T4" fmla="*/ 0 w 11"/>
                                <a:gd name="T5" fmla="*/ 4 h 4"/>
                                <a:gd name="T6" fmla="*/ 0 w 11"/>
                                <a:gd name="T7" fmla="*/ 4 h 4"/>
                                <a:gd name="T8" fmla="*/ 0 w 11"/>
                                <a:gd name="T9" fmla="*/ 4 h 4"/>
                                <a:gd name="T10" fmla="*/ 0 w 11"/>
                                <a:gd name="T11" fmla="*/ 3 h 4"/>
                                <a:gd name="T12" fmla="*/ 1 w 11"/>
                                <a:gd name="T13" fmla="*/ 4 h 4"/>
                                <a:gd name="T14" fmla="*/ 1 w 11"/>
                                <a:gd name="T15" fmla="*/ 4 h 4"/>
                                <a:gd name="T16" fmla="*/ 2 w 11"/>
                                <a:gd name="T17" fmla="*/ 4 h 4"/>
                                <a:gd name="T18" fmla="*/ 10 w 11"/>
                                <a:gd name="T19" fmla="*/ 0 h 4"/>
                                <a:gd name="T20" fmla="*/ 10 w 11"/>
                                <a:gd name="T21" fmla="*/ 1 h 4"/>
                                <a:gd name="T22" fmla="*/ 10 w 11"/>
                                <a:gd name="T23" fmla="*/ 1 h 4"/>
                                <a:gd name="T24" fmla="*/ 10 w 11"/>
                                <a:gd name="T25" fmla="*/ 1 h 4"/>
                                <a:gd name="T26" fmla="*/ 10 w 11"/>
                                <a:gd name="T27" fmla="*/ 1 h 4"/>
                                <a:gd name="T28" fmla="*/ 10 w 11"/>
                                <a:gd name="T29" fmla="*/ 1 h 4"/>
                                <a:gd name="T30" fmla="*/ 10 w 11"/>
                                <a:gd name="T31" fmla="*/ 0 h 4"/>
                                <a:gd name="T32" fmla="*/ 10 w 11"/>
                                <a:gd name="T33" fmla="*/ 0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</a:cxnLst>
                              <a:rect l="0" t="0" r="r" b="b"/>
                              <a:pathLst>
                                <a:path w="11" h="4">
                                  <a:moveTo>
                                    <a:pt x="2" y="4"/>
                                  </a:moveTo>
                                  <a:cubicBezTo>
                                    <a:pt x="2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0" y="3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lose/>
                                  <a:moveTo>
                                    <a:pt x="10" y="0"/>
                                  </a:moveTo>
                                  <a:cubicBezTo>
                                    <a:pt x="10" y="0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78" name="Freeform 746">
                              <a:extLst>
                                <a:ext uri="{FF2B5EF4-FFF2-40B4-BE49-F238E27FC236}">
                                  <a16:creationId xmlns:a16="http://schemas.microsoft.com/office/drawing/2014/main" id="{7797F414-79F7-9C66-BD40-C2B04F35B7CB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062288" y="4292600"/>
                              <a:ext cx="44450" cy="15875"/>
                            </a:xfrm>
                            <a:custGeom>
                              <a:avLst/>
                              <a:gdLst>
                                <a:gd name="T0" fmla="*/ 2 w 11"/>
                                <a:gd name="T1" fmla="*/ 4 h 4"/>
                                <a:gd name="T2" fmla="*/ 1 w 11"/>
                                <a:gd name="T3" fmla="*/ 4 h 4"/>
                                <a:gd name="T4" fmla="*/ 0 w 11"/>
                                <a:gd name="T5" fmla="*/ 4 h 4"/>
                                <a:gd name="T6" fmla="*/ 0 w 11"/>
                                <a:gd name="T7" fmla="*/ 4 h 4"/>
                                <a:gd name="T8" fmla="*/ 0 w 11"/>
                                <a:gd name="T9" fmla="*/ 4 h 4"/>
                                <a:gd name="T10" fmla="*/ 0 w 11"/>
                                <a:gd name="T11" fmla="*/ 3 h 4"/>
                                <a:gd name="T12" fmla="*/ 1 w 11"/>
                                <a:gd name="T13" fmla="*/ 4 h 4"/>
                                <a:gd name="T14" fmla="*/ 1 w 11"/>
                                <a:gd name="T15" fmla="*/ 4 h 4"/>
                                <a:gd name="T16" fmla="*/ 2 w 11"/>
                                <a:gd name="T17" fmla="*/ 4 h 4"/>
                                <a:gd name="T18" fmla="*/ 10 w 11"/>
                                <a:gd name="T19" fmla="*/ 0 h 4"/>
                                <a:gd name="T20" fmla="*/ 10 w 11"/>
                                <a:gd name="T21" fmla="*/ 1 h 4"/>
                                <a:gd name="T22" fmla="*/ 10 w 11"/>
                                <a:gd name="T23" fmla="*/ 1 h 4"/>
                                <a:gd name="T24" fmla="*/ 10 w 11"/>
                                <a:gd name="T25" fmla="*/ 1 h 4"/>
                                <a:gd name="T26" fmla="*/ 10 w 11"/>
                                <a:gd name="T27" fmla="*/ 1 h 4"/>
                                <a:gd name="T28" fmla="*/ 10 w 11"/>
                                <a:gd name="T29" fmla="*/ 1 h 4"/>
                                <a:gd name="T30" fmla="*/ 10 w 11"/>
                                <a:gd name="T31" fmla="*/ 0 h 4"/>
                                <a:gd name="T32" fmla="*/ 10 w 11"/>
                                <a:gd name="T33" fmla="*/ 0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</a:cxnLst>
                              <a:rect l="0" t="0" r="r" b="b"/>
                              <a:pathLst>
                                <a:path w="11" h="4">
                                  <a:moveTo>
                                    <a:pt x="2" y="4"/>
                                  </a:moveTo>
                                  <a:cubicBezTo>
                                    <a:pt x="2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0" y="3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lose/>
                                  <a:moveTo>
                                    <a:pt x="10" y="0"/>
                                  </a:moveTo>
                                  <a:cubicBezTo>
                                    <a:pt x="10" y="0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79" name="Freeform 747">
                              <a:extLst>
                                <a:ext uri="{FF2B5EF4-FFF2-40B4-BE49-F238E27FC236}">
                                  <a16:creationId xmlns:a16="http://schemas.microsoft.com/office/drawing/2014/main" id="{DD91975E-2288-E1F1-27C9-CF20A952C1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52838" y="4449763"/>
                              <a:ext cx="4762" cy="12700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3"/>
                                <a:gd name="T2" fmla="*/ 1 w 1"/>
                                <a:gd name="T3" fmla="*/ 1 h 3"/>
                                <a:gd name="T4" fmla="*/ 1 w 1"/>
                                <a:gd name="T5" fmla="*/ 1 h 3"/>
                                <a:gd name="T6" fmla="*/ 0 w 1"/>
                                <a:gd name="T7" fmla="*/ 1 h 3"/>
                                <a:gd name="T8" fmla="*/ 0 w 1"/>
                                <a:gd name="T9" fmla="*/ 2 h 3"/>
                                <a:gd name="T10" fmla="*/ 0 w 1"/>
                                <a:gd name="T11" fmla="*/ 2 h 3"/>
                                <a:gd name="T12" fmla="*/ 1 w 1"/>
                                <a:gd name="T13" fmla="*/ 2 h 3"/>
                                <a:gd name="T14" fmla="*/ 1 w 1"/>
                                <a:gd name="T15" fmla="*/ 2 h 3"/>
                                <a:gd name="T16" fmla="*/ 1 w 1"/>
                                <a:gd name="T17" fmla="*/ 1 h 3"/>
                                <a:gd name="T18" fmla="*/ 1 w 1"/>
                                <a:gd name="T19" fmla="*/ 1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</a:cxnLst>
                              <a:rect l="0" t="0" r="r" b="b"/>
                              <a:pathLst>
                                <a:path w="1" h="3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0" name="Freeform 748">
                              <a:extLst>
                                <a:ext uri="{FF2B5EF4-FFF2-40B4-BE49-F238E27FC236}">
                                  <a16:creationId xmlns:a16="http://schemas.microsoft.com/office/drawing/2014/main" id="{F5AA65A3-7FC4-EDB9-490C-02D5BD0F9C0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48076" y="4429125"/>
                              <a:ext cx="9525" cy="12700"/>
                            </a:xfrm>
                            <a:custGeom>
                              <a:avLst/>
                              <a:gdLst>
                                <a:gd name="T0" fmla="*/ 2 w 2"/>
                                <a:gd name="T1" fmla="*/ 1 h 3"/>
                                <a:gd name="T2" fmla="*/ 2 w 2"/>
                                <a:gd name="T3" fmla="*/ 1 h 3"/>
                                <a:gd name="T4" fmla="*/ 1 w 2"/>
                                <a:gd name="T5" fmla="*/ 0 h 3"/>
                                <a:gd name="T6" fmla="*/ 1 w 2"/>
                                <a:gd name="T7" fmla="*/ 0 h 3"/>
                                <a:gd name="T8" fmla="*/ 0 w 2"/>
                                <a:gd name="T9" fmla="*/ 0 h 3"/>
                                <a:gd name="T10" fmla="*/ 0 w 2"/>
                                <a:gd name="T11" fmla="*/ 0 h 3"/>
                                <a:gd name="T12" fmla="*/ 0 w 2"/>
                                <a:gd name="T13" fmla="*/ 0 h 3"/>
                                <a:gd name="T14" fmla="*/ 0 w 2"/>
                                <a:gd name="T15" fmla="*/ 1 h 3"/>
                                <a:gd name="T16" fmla="*/ 1 w 2"/>
                                <a:gd name="T17" fmla="*/ 1 h 3"/>
                                <a:gd name="T18" fmla="*/ 1 w 2"/>
                                <a:gd name="T19" fmla="*/ 2 h 3"/>
                                <a:gd name="T20" fmla="*/ 1 w 2"/>
                                <a:gd name="T21" fmla="*/ 2 h 3"/>
                                <a:gd name="T22" fmla="*/ 1 w 2"/>
                                <a:gd name="T23" fmla="*/ 2 h 3"/>
                                <a:gd name="T24" fmla="*/ 2 w 2"/>
                                <a:gd name="T25" fmla="*/ 3 h 3"/>
                                <a:gd name="T26" fmla="*/ 2 w 2"/>
                                <a:gd name="T27" fmla="*/ 3 h 3"/>
                                <a:gd name="T28" fmla="*/ 2 w 2"/>
                                <a:gd name="T29" fmla="*/ 2 h 3"/>
                                <a:gd name="T30" fmla="*/ 2 w 2"/>
                                <a:gd name="T31" fmla="*/ 1 h 3"/>
                                <a:gd name="T32" fmla="*/ 1 w 2"/>
                                <a:gd name="T33" fmla="*/ 0 h 3"/>
                                <a:gd name="T34" fmla="*/ 1 w 2"/>
                                <a:gd name="T35" fmla="*/ 0 h 3"/>
                                <a:gd name="T36" fmla="*/ 1 w 2"/>
                                <a:gd name="T37" fmla="*/ 0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2" h="3">
                                  <a:moveTo>
                                    <a:pt x="2" y="1"/>
                                  </a:moveTo>
                                  <a:cubicBezTo>
                                    <a:pt x="2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2"/>
                                    <a:pt x="1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2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1" name="Freeform 749">
                              <a:extLst>
                                <a:ext uri="{FF2B5EF4-FFF2-40B4-BE49-F238E27FC236}">
                                  <a16:creationId xmlns:a16="http://schemas.microsoft.com/office/drawing/2014/main" id="{33D955BC-F4A2-22C5-3EA2-E15FD7F989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0138" y="4405313"/>
                              <a:ext cx="7937" cy="11113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1 h 3"/>
                                <a:gd name="T2" fmla="*/ 0 w 2"/>
                                <a:gd name="T3" fmla="*/ 2 h 3"/>
                                <a:gd name="T4" fmla="*/ 0 w 2"/>
                                <a:gd name="T5" fmla="*/ 2 h 3"/>
                                <a:gd name="T6" fmla="*/ 1 w 2"/>
                                <a:gd name="T7" fmla="*/ 3 h 3"/>
                                <a:gd name="T8" fmla="*/ 1 w 2"/>
                                <a:gd name="T9" fmla="*/ 3 h 3"/>
                                <a:gd name="T10" fmla="*/ 1 w 2"/>
                                <a:gd name="T11" fmla="*/ 3 h 3"/>
                                <a:gd name="T12" fmla="*/ 2 w 2"/>
                                <a:gd name="T13" fmla="*/ 2 h 3"/>
                                <a:gd name="T14" fmla="*/ 2 w 2"/>
                                <a:gd name="T15" fmla="*/ 2 h 3"/>
                                <a:gd name="T16" fmla="*/ 1 w 2"/>
                                <a:gd name="T17" fmla="*/ 1 h 3"/>
                                <a:gd name="T18" fmla="*/ 0 w 2"/>
                                <a:gd name="T19" fmla="*/ 1 h 3"/>
                                <a:gd name="T20" fmla="*/ 0 w 2"/>
                                <a:gd name="T21" fmla="*/ 1 h 3"/>
                                <a:gd name="T22" fmla="*/ 0 w 2"/>
                                <a:gd name="T23" fmla="*/ 1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</a:cxnLst>
                              <a:rect l="0" t="0" r="r" b="b"/>
                              <a:pathLst>
                                <a:path w="2" h="3">
                                  <a:moveTo>
                                    <a:pt x="0" y="1"/>
                                  </a:move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2" name="Freeform 750">
                              <a:extLst>
                                <a:ext uri="{FF2B5EF4-FFF2-40B4-BE49-F238E27FC236}">
                                  <a16:creationId xmlns:a16="http://schemas.microsoft.com/office/drawing/2014/main" id="{50D7943D-131A-F13A-584E-F22404C368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544888" y="4341813"/>
                              <a:ext cx="7937" cy="4763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0 h 1"/>
                                <a:gd name="T2" fmla="*/ 0 w 2"/>
                                <a:gd name="T3" fmla="*/ 1 h 1"/>
                                <a:gd name="T4" fmla="*/ 2 w 2"/>
                                <a:gd name="T5" fmla="*/ 0 h 1"/>
                                <a:gd name="T6" fmla="*/ 1 w 2"/>
                                <a:gd name="T7" fmla="*/ 0 h 1"/>
                                <a:gd name="T8" fmla="*/ 0 w 2"/>
                                <a:gd name="T9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2" h="1">
                                  <a:moveTo>
                                    <a:pt x="0" y="0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2" y="1"/>
                                    <a:pt x="2" y="0"/>
                                  </a:cubicBezTo>
                                  <a:cubicBezTo>
                                    <a:pt x="2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3" name="Freeform 751">
                              <a:extLst>
                                <a:ext uri="{FF2B5EF4-FFF2-40B4-BE49-F238E27FC236}">
                                  <a16:creationId xmlns:a16="http://schemas.microsoft.com/office/drawing/2014/main" id="{C7D361CA-FA5A-F13E-6D0C-813AE6D836BB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346575"/>
                              <a:ext cx="7937" cy="20638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4 h 5"/>
                                <a:gd name="T2" fmla="*/ 1 w 2"/>
                                <a:gd name="T3" fmla="*/ 4 h 5"/>
                                <a:gd name="T4" fmla="*/ 2 w 2"/>
                                <a:gd name="T5" fmla="*/ 4 h 5"/>
                                <a:gd name="T6" fmla="*/ 1 w 2"/>
                                <a:gd name="T7" fmla="*/ 5 h 5"/>
                                <a:gd name="T8" fmla="*/ 0 w 2"/>
                                <a:gd name="T9" fmla="*/ 4 h 5"/>
                                <a:gd name="T10" fmla="*/ 1 w 2"/>
                                <a:gd name="T11" fmla="*/ 1 h 5"/>
                                <a:gd name="T12" fmla="*/ 1 w 2"/>
                                <a:gd name="T13" fmla="*/ 1 h 5"/>
                                <a:gd name="T14" fmla="*/ 1 w 2"/>
                                <a:gd name="T15" fmla="*/ 1 h 5"/>
                                <a:gd name="T16" fmla="*/ 1 w 2"/>
                                <a:gd name="T17" fmla="*/ 0 h 5"/>
                                <a:gd name="T18" fmla="*/ 1 w 2"/>
                                <a:gd name="T19" fmla="*/ 0 h 5"/>
                                <a:gd name="T20" fmla="*/ 1 w 2"/>
                                <a:gd name="T21" fmla="*/ 1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</a:cxnLst>
                              <a:rect l="0" t="0" r="r" b="b"/>
                              <a:pathLst>
                                <a:path w="2" h="5">
                                  <a:moveTo>
                                    <a:pt x="0" y="4"/>
                                  </a:moveTo>
                                  <a:cubicBezTo>
                                    <a:pt x="0" y="4"/>
                                    <a:pt x="0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0" y="5"/>
                                    <a:pt x="0" y="4"/>
                                  </a:cubicBezTo>
                                  <a:close/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4" name="Freeform 752">
                              <a:extLst>
                                <a:ext uri="{FF2B5EF4-FFF2-40B4-BE49-F238E27FC236}">
                                  <a16:creationId xmlns:a16="http://schemas.microsoft.com/office/drawing/2014/main" id="{FCDC88A4-B925-157E-167C-3FF51A4872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19501" y="4371975"/>
                              <a:ext cx="4762" cy="3175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1 h 1"/>
                                <a:gd name="T6" fmla="*/ 0 w 1"/>
                                <a:gd name="T7" fmla="*/ 0 h 1"/>
                                <a:gd name="T8" fmla="*/ 1 w 1"/>
                                <a:gd name="T9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1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5" name="Freeform 753">
                              <a:extLst>
                                <a:ext uri="{FF2B5EF4-FFF2-40B4-BE49-F238E27FC236}">
                                  <a16:creationId xmlns:a16="http://schemas.microsoft.com/office/drawing/2014/main" id="{290AEBC0-2F00-9C29-D4A3-2E684C9666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89351" y="4471988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2 h 2"/>
                                <a:gd name="T2" fmla="*/ 1 w 2"/>
                                <a:gd name="T3" fmla="*/ 2 h 2"/>
                                <a:gd name="T4" fmla="*/ 0 w 2"/>
                                <a:gd name="T5" fmla="*/ 1 h 2"/>
                                <a:gd name="T6" fmla="*/ 0 w 2"/>
                                <a:gd name="T7" fmla="*/ 1 h 2"/>
                                <a:gd name="T8" fmla="*/ 1 w 2"/>
                                <a:gd name="T9" fmla="*/ 1 h 2"/>
                                <a:gd name="T10" fmla="*/ 1 w 2"/>
                                <a:gd name="T11" fmla="*/ 1 h 2"/>
                                <a:gd name="T12" fmla="*/ 1 w 2"/>
                                <a:gd name="T13" fmla="*/ 1 h 2"/>
                                <a:gd name="T14" fmla="*/ 1 w 2"/>
                                <a:gd name="T15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0" y="2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2" y="2"/>
                                    <a:pt x="1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6" name="Freeform 754">
                              <a:extLst>
                                <a:ext uri="{FF2B5EF4-FFF2-40B4-BE49-F238E27FC236}">
                                  <a16:creationId xmlns:a16="http://schemas.microsoft.com/office/drawing/2014/main" id="{029ED9BD-8138-0539-8576-77618446FA4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379913"/>
                              <a:ext cx="20637" cy="20638"/>
                            </a:xfrm>
                            <a:custGeom>
                              <a:avLst/>
                              <a:gdLst>
                                <a:gd name="T0" fmla="*/ 1 w 5"/>
                                <a:gd name="T1" fmla="*/ 1 h 5"/>
                                <a:gd name="T2" fmla="*/ 2 w 5"/>
                                <a:gd name="T3" fmla="*/ 2 h 5"/>
                                <a:gd name="T4" fmla="*/ 3 w 5"/>
                                <a:gd name="T5" fmla="*/ 2 h 5"/>
                                <a:gd name="T6" fmla="*/ 3 w 5"/>
                                <a:gd name="T7" fmla="*/ 1 h 5"/>
                                <a:gd name="T8" fmla="*/ 3 w 5"/>
                                <a:gd name="T9" fmla="*/ 1 h 5"/>
                                <a:gd name="T10" fmla="*/ 3 w 5"/>
                                <a:gd name="T11" fmla="*/ 0 h 5"/>
                                <a:gd name="T12" fmla="*/ 3 w 5"/>
                                <a:gd name="T13" fmla="*/ 0 h 5"/>
                                <a:gd name="T14" fmla="*/ 4 w 5"/>
                                <a:gd name="T15" fmla="*/ 1 h 5"/>
                                <a:gd name="T16" fmla="*/ 4 w 5"/>
                                <a:gd name="T17" fmla="*/ 2 h 5"/>
                                <a:gd name="T18" fmla="*/ 4 w 5"/>
                                <a:gd name="T19" fmla="*/ 2 h 5"/>
                                <a:gd name="T20" fmla="*/ 3 w 5"/>
                                <a:gd name="T21" fmla="*/ 2 h 5"/>
                                <a:gd name="T22" fmla="*/ 3 w 5"/>
                                <a:gd name="T23" fmla="*/ 2 h 5"/>
                                <a:gd name="T24" fmla="*/ 2 w 5"/>
                                <a:gd name="T25" fmla="*/ 3 h 5"/>
                                <a:gd name="T26" fmla="*/ 2 w 5"/>
                                <a:gd name="T27" fmla="*/ 3 h 5"/>
                                <a:gd name="T28" fmla="*/ 2 w 5"/>
                                <a:gd name="T29" fmla="*/ 3 h 5"/>
                                <a:gd name="T30" fmla="*/ 2 w 5"/>
                                <a:gd name="T31" fmla="*/ 3 h 5"/>
                                <a:gd name="T32" fmla="*/ 2 w 5"/>
                                <a:gd name="T33" fmla="*/ 4 h 5"/>
                                <a:gd name="T34" fmla="*/ 1 w 5"/>
                                <a:gd name="T35" fmla="*/ 4 h 5"/>
                                <a:gd name="T36" fmla="*/ 1 w 5"/>
                                <a:gd name="T37" fmla="*/ 4 h 5"/>
                                <a:gd name="T38" fmla="*/ 1 w 5"/>
                                <a:gd name="T39" fmla="*/ 3 h 5"/>
                                <a:gd name="T40" fmla="*/ 1 w 5"/>
                                <a:gd name="T41" fmla="*/ 3 h 5"/>
                                <a:gd name="T42" fmla="*/ 1 w 5"/>
                                <a:gd name="T43" fmla="*/ 2 h 5"/>
                                <a:gd name="T44" fmla="*/ 1 w 5"/>
                                <a:gd name="T45" fmla="*/ 2 h 5"/>
                                <a:gd name="T46" fmla="*/ 1 w 5"/>
                                <a:gd name="T47" fmla="*/ 1 h 5"/>
                                <a:gd name="T48" fmla="*/ 1 w 5"/>
                                <a:gd name="T49" fmla="*/ 1 h 5"/>
                                <a:gd name="T50" fmla="*/ 1 w 5"/>
                                <a:gd name="T51" fmla="*/ 1 h 5"/>
                                <a:gd name="T52" fmla="*/ 4 w 5"/>
                                <a:gd name="T53" fmla="*/ 4 h 5"/>
                                <a:gd name="T54" fmla="*/ 4 w 5"/>
                                <a:gd name="T55" fmla="*/ 5 h 5"/>
                                <a:gd name="T56" fmla="*/ 5 w 5"/>
                                <a:gd name="T57" fmla="*/ 5 h 5"/>
                                <a:gd name="T58" fmla="*/ 5 w 5"/>
                                <a:gd name="T59" fmla="*/ 4 h 5"/>
                                <a:gd name="T60" fmla="*/ 4 w 5"/>
                                <a:gd name="T61" fmla="*/ 4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</a:cxnLst>
                              <a:rect l="0" t="0" r="r" b="b"/>
                              <a:pathLst>
                                <a:path w="5" h="5">
                                  <a:moveTo>
                                    <a:pt x="1" y="1"/>
                                  </a:move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4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3" y="3"/>
                                    <a:pt x="3" y="3"/>
                                    <a:pt x="2" y="3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4" y="4"/>
                                  </a:moveTo>
                                  <a:cubicBezTo>
                                    <a:pt x="4" y="4"/>
                                    <a:pt x="4" y="4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4" y="4"/>
                                    <a:pt x="4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7" name="Freeform 755">
                              <a:extLst>
                                <a:ext uri="{FF2B5EF4-FFF2-40B4-BE49-F238E27FC236}">
                                  <a16:creationId xmlns:a16="http://schemas.microsoft.com/office/drawing/2014/main" id="{1F2D414D-D0C4-1E16-8C92-4229857992D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594101" y="4329113"/>
                              <a:ext cx="4762" cy="9525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2"/>
                                <a:gd name="T2" fmla="*/ 1 w 1"/>
                                <a:gd name="T3" fmla="*/ 1 h 2"/>
                                <a:gd name="T4" fmla="*/ 1 w 1"/>
                                <a:gd name="T5" fmla="*/ 1 h 2"/>
                                <a:gd name="T6" fmla="*/ 1 w 1"/>
                                <a:gd name="T7" fmla="*/ 1 h 2"/>
                                <a:gd name="T8" fmla="*/ 0 w 1"/>
                                <a:gd name="T9" fmla="*/ 1 h 2"/>
                                <a:gd name="T10" fmla="*/ 0 w 1"/>
                                <a:gd name="T11" fmla="*/ 1 h 2"/>
                                <a:gd name="T12" fmla="*/ 0 w 1"/>
                                <a:gd name="T13" fmla="*/ 1 h 2"/>
                                <a:gd name="T14" fmla="*/ 1 w 1"/>
                                <a:gd name="T15" fmla="*/ 1 h 2"/>
                                <a:gd name="T16" fmla="*/ 1 w 1"/>
                                <a:gd name="T17" fmla="*/ 1 h 2"/>
                                <a:gd name="T18" fmla="*/ 1 w 1"/>
                                <a:gd name="T19" fmla="*/ 0 h 2"/>
                                <a:gd name="T20" fmla="*/ 1 w 1"/>
                                <a:gd name="T21" fmla="*/ 0 h 2"/>
                                <a:gd name="T22" fmla="*/ 0 w 1"/>
                                <a:gd name="T23" fmla="*/ 0 h 2"/>
                                <a:gd name="T24" fmla="*/ 0 w 1"/>
                                <a:gd name="T25" fmla="*/ 1 h 2"/>
                                <a:gd name="T26" fmla="*/ 0 w 1"/>
                                <a:gd name="T27" fmla="*/ 0 h 2"/>
                                <a:gd name="T28" fmla="*/ 1 w 1"/>
                                <a:gd name="T29" fmla="*/ 0 h 2"/>
                                <a:gd name="T30" fmla="*/ 1 w 1"/>
                                <a:gd name="T31" fmla="*/ 0 h 2"/>
                                <a:gd name="T32" fmla="*/ 1 w 1"/>
                                <a:gd name="T33" fmla="*/ 0 h 2"/>
                                <a:gd name="T34" fmla="*/ 1 w 1"/>
                                <a:gd name="T35" fmla="*/ 0 h 2"/>
                                <a:gd name="T36" fmla="*/ 1 w 1"/>
                                <a:gd name="T37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0" y="2"/>
                                    <a:pt x="0" y="2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8" name="Freeform 756">
                              <a:extLst>
                                <a:ext uri="{FF2B5EF4-FFF2-40B4-BE49-F238E27FC236}">
                                  <a16:creationId xmlns:a16="http://schemas.microsoft.com/office/drawing/2014/main" id="{EC9FE7C5-56A2-81B1-C122-13BBF71CF02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02038" y="4354513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1 h 2"/>
                                <a:gd name="T2" fmla="*/ 1 w 2"/>
                                <a:gd name="T3" fmla="*/ 1 h 2"/>
                                <a:gd name="T4" fmla="*/ 0 w 2"/>
                                <a:gd name="T5" fmla="*/ 0 h 2"/>
                                <a:gd name="T6" fmla="*/ 0 w 2"/>
                                <a:gd name="T7" fmla="*/ 0 h 2"/>
                                <a:gd name="T8" fmla="*/ 0 w 2"/>
                                <a:gd name="T9" fmla="*/ 0 h 2"/>
                                <a:gd name="T10" fmla="*/ 1 w 2"/>
                                <a:gd name="T11" fmla="*/ 1 h 2"/>
                                <a:gd name="T12" fmla="*/ 1 w 2"/>
                                <a:gd name="T13" fmla="*/ 2 h 2"/>
                                <a:gd name="T14" fmla="*/ 2 w 2"/>
                                <a:gd name="T15" fmla="*/ 2 h 2"/>
                                <a:gd name="T16" fmla="*/ 1 w 2"/>
                                <a:gd name="T17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9" name="Freeform 757">
                              <a:extLst>
                                <a:ext uri="{FF2B5EF4-FFF2-40B4-BE49-F238E27FC236}">
                                  <a16:creationId xmlns:a16="http://schemas.microsoft.com/office/drawing/2014/main" id="{B371BF39-7C79-0B09-FB15-35F5C05DBAC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540126" y="4325938"/>
                              <a:ext cx="12700" cy="3175"/>
                            </a:xfrm>
                            <a:custGeom>
                              <a:avLst/>
                              <a:gdLst>
                                <a:gd name="T0" fmla="*/ 3 w 3"/>
                                <a:gd name="T1" fmla="*/ 0 h 1"/>
                                <a:gd name="T2" fmla="*/ 3 w 3"/>
                                <a:gd name="T3" fmla="*/ 0 h 1"/>
                                <a:gd name="T4" fmla="*/ 3 w 3"/>
                                <a:gd name="T5" fmla="*/ 0 h 1"/>
                                <a:gd name="T6" fmla="*/ 3 w 3"/>
                                <a:gd name="T7" fmla="*/ 0 h 1"/>
                                <a:gd name="T8" fmla="*/ 3 w 3"/>
                                <a:gd name="T9" fmla="*/ 0 h 1"/>
                                <a:gd name="T10" fmla="*/ 3 w 3"/>
                                <a:gd name="T11" fmla="*/ 1 h 1"/>
                                <a:gd name="T12" fmla="*/ 3 w 3"/>
                                <a:gd name="T13" fmla="*/ 0 h 1"/>
                                <a:gd name="T14" fmla="*/ 2 w 3"/>
                                <a:gd name="T15" fmla="*/ 0 h 1"/>
                                <a:gd name="T16" fmla="*/ 2 w 3"/>
                                <a:gd name="T17" fmla="*/ 0 h 1"/>
                                <a:gd name="T18" fmla="*/ 2 w 3"/>
                                <a:gd name="T19" fmla="*/ 1 h 1"/>
                                <a:gd name="T20" fmla="*/ 2 w 3"/>
                                <a:gd name="T21" fmla="*/ 0 h 1"/>
                                <a:gd name="T22" fmla="*/ 2 w 3"/>
                                <a:gd name="T23" fmla="*/ 0 h 1"/>
                                <a:gd name="T24" fmla="*/ 2 w 3"/>
                                <a:gd name="T25" fmla="*/ 0 h 1"/>
                                <a:gd name="T26" fmla="*/ 1 w 3"/>
                                <a:gd name="T27" fmla="*/ 0 h 1"/>
                                <a:gd name="T28" fmla="*/ 2 w 3"/>
                                <a:gd name="T29" fmla="*/ 0 h 1"/>
                                <a:gd name="T30" fmla="*/ 2 w 3"/>
                                <a:gd name="T31" fmla="*/ 0 h 1"/>
                                <a:gd name="T32" fmla="*/ 3 w 3"/>
                                <a:gd name="T33" fmla="*/ 0 h 1"/>
                                <a:gd name="T34" fmla="*/ 3 w 3"/>
                                <a:gd name="T35" fmla="*/ 0 h 1"/>
                                <a:gd name="T36" fmla="*/ 1 w 3"/>
                                <a:gd name="T37" fmla="*/ 0 h 1"/>
                                <a:gd name="T38" fmla="*/ 0 w 3"/>
                                <a:gd name="T39" fmla="*/ 0 h 1"/>
                                <a:gd name="T40" fmla="*/ 1 w 3"/>
                                <a:gd name="T41" fmla="*/ 0 h 1"/>
                                <a:gd name="T42" fmla="*/ 1 w 3"/>
                                <a:gd name="T43" fmla="*/ 0 h 1"/>
                                <a:gd name="T44" fmla="*/ 1 w 3"/>
                                <a:gd name="T45" fmla="*/ 0 h 1"/>
                                <a:gd name="T46" fmla="*/ 1 w 3"/>
                                <a:gd name="T47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</a:cxnLst>
                              <a:rect l="0" t="0" r="r" b="b"/>
                              <a:pathLst>
                                <a:path w="3" h="1">
                                  <a:moveTo>
                                    <a:pt x="3" y="0"/>
                                  </a:move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1"/>
                                  </a:cubicBezTo>
                                  <a:cubicBezTo>
                                    <a:pt x="2" y="0"/>
                                    <a:pt x="3" y="0"/>
                                    <a:pt x="3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0" name="Freeform 758">
                              <a:extLst>
                                <a:ext uri="{FF2B5EF4-FFF2-40B4-BE49-F238E27FC236}">
                                  <a16:creationId xmlns:a16="http://schemas.microsoft.com/office/drawing/2014/main" id="{88B313C6-63DF-27ED-002C-3810B2DB8E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4901" y="4471988"/>
                              <a:ext cx="7937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2 h 2"/>
                                <a:gd name="T2" fmla="*/ 1 w 2"/>
                                <a:gd name="T3" fmla="*/ 2 h 2"/>
                                <a:gd name="T4" fmla="*/ 1 w 2"/>
                                <a:gd name="T5" fmla="*/ 0 h 2"/>
                                <a:gd name="T6" fmla="*/ 1 w 2"/>
                                <a:gd name="T7" fmla="*/ 0 h 2"/>
                                <a:gd name="T8" fmla="*/ 1 w 2"/>
                                <a:gd name="T9" fmla="*/ 2 h 2"/>
                                <a:gd name="T10" fmla="*/ 1 w 2"/>
                                <a:gd name="T11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1"/>
                                    <a:pt x="2" y="1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1" name="Freeform 761">
                              <a:extLst>
                                <a:ext uri="{FF2B5EF4-FFF2-40B4-BE49-F238E27FC236}">
                                  <a16:creationId xmlns:a16="http://schemas.microsoft.com/office/drawing/2014/main" id="{5638F3AB-46B9-E52B-53B9-7673E373719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436938" y="4329113"/>
                              <a:ext cx="74612" cy="20638"/>
                            </a:xfrm>
                            <a:custGeom>
                              <a:avLst/>
                              <a:gdLst>
                                <a:gd name="T0" fmla="*/ 18 w 18"/>
                                <a:gd name="T1" fmla="*/ 3 h 5"/>
                                <a:gd name="T2" fmla="*/ 16 w 18"/>
                                <a:gd name="T3" fmla="*/ 3 h 5"/>
                                <a:gd name="T4" fmla="*/ 18 w 18"/>
                                <a:gd name="T5" fmla="*/ 3 h 5"/>
                                <a:gd name="T6" fmla="*/ 15 w 18"/>
                                <a:gd name="T7" fmla="*/ 1 h 5"/>
                                <a:gd name="T8" fmla="*/ 15 w 18"/>
                                <a:gd name="T9" fmla="*/ 1 h 5"/>
                                <a:gd name="T10" fmla="*/ 15 w 18"/>
                                <a:gd name="T11" fmla="*/ 1 h 5"/>
                                <a:gd name="T12" fmla="*/ 15 w 18"/>
                                <a:gd name="T13" fmla="*/ 1 h 5"/>
                                <a:gd name="T14" fmla="*/ 13 w 18"/>
                                <a:gd name="T15" fmla="*/ 1 h 5"/>
                                <a:gd name="T16" fmla="*/ 13 w 18"/>
                                <a:gd name="T17" fmla="*/ 1 h 5"/>
                                <a:gd name="T18" fmla="*/ 12 w 18"/>
                                <a:gd name="T19" fmla="*/ 1 h 5"/>
                                <a:gd name="T20" fmla="*/ 11 w 18"/>
                                <a:gd name="T21" fmla="*/ 1 h 5"/>
                                <a:gd name="T22" fmla="*/ 9 w 18"/>
                                <a:gd name="T23" fmla="*/ 1 h 5"/>
                                <a:gd name="T24" fmla="*/ 8 w 18"/>
                                <a:gd name="T25" fmla="*/ 1 h 5"/>
                                <a:gd name="T26" fmla="*/ 8 w 18"/>
                                <a:gd name="T27" fmla="*/ 1 h 5"/>
                                <a:gd name="T28" fmla="*/ 6 w 18"/>
                                <a:gd name="T29" fmla="*/ 1 h 5"/>
                                <a:gd name="T30" fmla="*/ 6 w 18"/>
                                <a:gd name="T31" fmla="*/ 1 h 5"/>
                                <a:gd name="T32" fmla="*/ 6 w 18"/>
                                <a:gd name="T33" fmla="*/ 1 h 5"/>
                                <a:gd name="T34" fmla="*/ 5 w 18"/>
                                <a:gd name="T35" fmla="*/ 1 h 5"/>
                                <a:gd name="T36" fmla="*/ 5 w 18"/>
                                <a:gd name="T37" fmla="*/ 2 h 5"/>
                                <a:gd name="T38" fmla="*/ 5 w 18"/>
                                <a:gd name="T39" fmla="*/ 3 h 5"/>
                                <a:gd name="T40" fmla="*/ 5 w 18"/>
                                <a:gd name="T41" fmla="*/ 4 h 5"/>
                                <a:gd name="T42" fmla="*/ 6 w 18"/>
                                <a:gd name="T43" fmla="*/ 4 h 5"/>
                                <a:gd name="T44" fmla="*/ 6 w 18"/>
                                <a:gd name="T45" fmla="*/ 4 h 5"/>
                                <a:gd name="T46" fmla="*/ 7 w 18"/>
                                <a:gd name="T47" fmla="*/ 4 h 5"/>
                                <a:gd name="T48" fmla="*/ 8 w 18"/>
                                <a:gd name="T49" fmla="*/ 4 h 5"/>
                                <a:gd name="T50" fmla="*/ 9 w 18"/>
                                <a:gd name="T51" fmla="*/ 4 h 5"/>
                                <a:gd name="T52" fmla="*/ 9 w 18"/>
                                <a:gd name="T53" fmla="*/ 4 h 5"/>
                                <a:gd name="T54" fmla="*/ 9 w 18"/>
                                <a:gd name="T55" fmla="*/ 4 h 5"/>
                                <a:gd name="T56" fmla="*/ 11 w 18"/>
                                <a:gd name="T57" fmla="*/ 5 h 5"/>
                                <a:gd name="T58" fmla="*/ 11 w 18"/>
                                <a:gd name="T59" fmla="*/ 5 h 5"/>
                                <a:gd name="T60" fmla="*/ 14 w 18"/>
                                <a:gd name="T61" fmla="*/ 4 h 5"/>
                                <a:gd name="T62" fmla="*/ 15 w 18"/>
                                <a:gd name="T63" fmla="*/ 4 h 5"/>
                                <a:gd name="T64" fmla="*/ 15 w 18"/>
                                <a:gd name="T65" fmla="*/ 3 h 5"/>
                                <a:gd name="T66" fmla="*/ 16 w 18"/>
                                <a:gd name="T67" fmla="*/ 2 h 5"/>
                                <a:gd name="T68" fmla="*/ 15 w 18"/>
                                <a:gd name="T69" fmla="*/ 1 h 5"/>
                                <a:gd name="T70" fmla="*/ 1 w 18"/>
                                <a:gd name="T71" fmla="*/ 3 h 5"/>
                                <a:gd name="T72" fmla="*/ 0 w 18"/>
                                <a:gd name="T73" fmla="*/ 4 h 5"/>
                                <a:gd name="T74" fmla="*/ 1 w 18"/>
                                <a:gd name="T75" fmla="*/ 4 h 5"/>
                                <a:gd name="T76" fmla="*/ 1 w 18"/>
                                <a:gd name="T77" fmla="*/ 3 h 5"/>
                                <a:gd name="T78" fmla="*/ 1 w 18"/>
                                <a:gd name="T79" fmla="*/ 3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18" h="5">
                                  <a:moveTo>
                                    <a:pt x="18" y="3"/>
                                  </a:moveTo>
                                  <a:cubicBezTo>
                                    <a:pt x="17" y="3"/>
                                    <a:pt x="17" y="4"/>
                                    <a:pt x="16" y="3"/>
                                  </a:cubicBezTo>
                                  <a:cubicBezTo>
                                    <a:pt x="17" y="3"/>
                                    <a:pt x="17" y="3"/>
                                    <a:pt x="18" y="3"/>
                                  </a:cubicBezTo>
                                  <a:close/>
                                  <a:moveTo>
                                    <a:pt x="15" y="1"/>
                                  </a:move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2" y="1"/>
                                  </a:cubicBezTo>
                                  <a:cubicBezTo>
                                    <a:pt x="12" y="1"/>
                                    <a:pt x="11" y="1"/>
                                    <a:pt x="11" y="1"/>
                                  </a:cubicBezTo>
                                  <a:cubicBezTo>
                                    <a:pt x="10" y="1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8" y="1"/>
                                    <a:pt x="8" y="1"/>
                                  </a:cubicBezTo>
                                  <a:cubicBezTo>
                                    <a:pt x="8" y="0"/>
                                    <a:pt x="8" y="1"/>
                                    <a:pt x="8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0"/>
                                    <a:pt x="6" y="1"/>
                                    <a:pt x="6" y="1"/>
                                  </a:cubicBezTo>
                                  <a:cubicBezTo>
                                    <a:pt x="5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5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6" y="3"/>
                                    <a:pt x="5" y="3"/>
                                  </a:cubicBezTo>
                                  <a:cubicBezTo>
                                    <a:pt x="5" y="3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6" y="4"/>
                                  </a:cubicBezTo>
                                  <a:cubicBezTo>
                                    <a:pt x="6" y="4"/>
                                    <a:pt x="6" y="5"/>
                                    <a:pt x="6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8" y="5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10" y="4"/>
                                    <a:pt x="10" y="4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2" y="5"/>
                                    <a:pt x="13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5" y="4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6" y="3"/>
                                    <a:pt x="16" y="2"/>
                                    <a:pt x="16" y="2"/>
                                  </a:cubicBezTo>
                                  <a:cubicBezTo>
                                    <a:pt x="16" y="2"/>
                                    <a:pt x="16" y="1"/>
                                    <a:pt x="15" y="1"/>
                                  </a:cubicBezTo>
                                  <a:close/>
                                  <a:moveTo>
                                    <a:pt x="1" y="3"/>
                                  </a:moveTo>
                                  <a:cubicBezTo>
                                    <a:pt x="1" y="3"/>
                                    <a:pt x="0" y="3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2" name="Freeform 762">
                              <a:extLst>
                                <a:ext uri="{FF2B5EF4-FFF2-40B4-BE49-F238E27FC236}">
                                  <a16:creationId xmlns:a16="http://schemas.microsoft.com/office/drawing/2014/main" id="{B123F08D-87CA-CC68-E966-DE568FFB91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11488" y="4587875"/>
                              <a:ext cx="166687" cy="71438"/>
                            </a:xfrm>
                            <a:custGeom>
                              <a:avLst/>
                              <a:gdLst>
                                <a:gd name="T0" fmla="*/ 36 w 40"/>
                                <a:gd name="T1" fmla="*/ 13 h 17"/>
                                <a:gd name="T2" fmla="*/ 38 w 40"/>
                                <a:gd name="T3" fmla="*/ 12 h 17"/>
                                <a:gd name="T4" fmla="*/ 39 w 40"/>
                                <a:gd name="T5" fmla="*/ 11 h 17"/>
                                <a:gd name="T6" fmla="*/ 38 w 40"/>
                                <a:gd name="T7" fmla="*/ 6 h 17"/>
                                <a:gd name="T8" fmla="*/ 38 w 40"/>
                                <a:gd name="T9" fmla="*/ 6 h 17"/>
                                <a:gd name="T10" fmla="*/ 35 w 40"/>
                                <a:gd name="T11" fmla="*/ 4 h 17"/>
                                <a:gd name="T12" fmla="*/ 33 w 40"/>
                                <a:gd name="T13" fmla="*/ 2 h 17"/>
                                <a:gd name="T14" fmla="*/ 32 w 40"/>
                                <a:gd name="T15" fmla="*/ 2 h 17"/>
                                <a:gd name="T16" fmla="*/ 29 w 40"/>
                                <a:gd name="T17" fmla="*/ 1 h 17"/>
                                <a:gd name="T18" fmla="*/ 27 w 40"/>
                                <a:gd name="T19" fmla="*/ 0 h 17"/>
                                <a:gd name="T20" fmla="*/ 24 w 40"/>
                                <a:gd name="T21" fmla="*/ 0 h 17"/>
                                <a:gd name="T22" fmla="*/ 21 w 40"/>
                                <a:gd name="T23" fmla="*/ 2 h 17"/>
                                <a:gd name="T24" fmla="*/ 18 w 40"/>
                                <a:gd name="T25" fmla="*/ 3 h 17"/>
                                <a:gd name="T26" fmla="*/ 14 w 40"/>
                                <a:gd name="T27" fmla="*/ 6 h 17"/>
                                <a:gd name="T28" fmla="*/ 9 w 40"/>
                                <a:gd name="T29" fmla="*/ 4 h 17"/>
                                <a:gd name="T30" fmla="*/ 9 w 40"/>
                                <a:gd name="T31" fmla="*/ 3 h 17"/>
                                <a:gd name="T32" fmla="*/ 9 w 40"/>
                                <a:gd name="T33" fmla="*/ 4 h 17"/>
                                <a:gd name="T34" fmla="*/ 6 w 40"/>
                                <a:gd name="T35" fmla="*/ 4 h 17"/>
                                <a:gd name="T36" fmla="*/ 5 w 40"/>
                                <a:gd name="T37" fmla="*/ 3 h 17"/>
                                <a:gd name="T38" fmla="*/ 4 w 40"/>
                                <a:gd name="T39" fmla="*/ 0 h 17"/>
                                <a:gd name="T40" fmla="*/ 3 w 40"/>
                                <a:gd name="T41" fmla="*/ 1 h 17"/>
                                <a:gd name="T42" fmla="*/ 2 w 40"/>
                                <a:gd name="T43" fmla="*/ 1 h 17"/>
                                <a:gd name="T44" fmla="*/ 1 w 40"/>
                                <a:gd name="T45" fmla="*/ 3 h 17"/>
                                <a:gd name="T46" fmla="*/ 2 w 40"/>
                                <a:gd name="T47" fmla="*/ 5 h 17"/>
                                <a:gd name="T48" fmla="*/ 2 w 40"/>
                                <a:gd name="T49" fmla="*/ 6 h 17"/>
                                <a:gd name="T50" fmla="*/ 0 w 40"/>
                                <a:gd name="T51" fmla="*/ 9 h 17"/>
                                <a:gd name="T52" fmla="*/ 1 w 40"/>
                                <a:gd name="T53" fmla="*/ 10 h 17"/>
                                <a:gd name="T54" fmla="*/ 2 w 40"/>
                                <a:gd name="T55" fmla="*/ 10 h 17"/>
                                <a:gd name="T56" fmla="*/ 3 w 40"/>
                                <a:gd name="T57" fmla="*/ 9 h 17"/>
                                <a:gd name="T58" fmla="*/ 5 w 40"/>
                                <a:gd name="T59" fmla="*/ 8 h 17"/>
                                <a:gd name="T60" fmla="*/ 6 w 40"/>
                                <a:gd name="T61" fmla="*/ 9 h 17"/>
                                <a:gd name="T62" fmla="*/ 9 w 40"/>
                                <a:gd name="T63" fmla="*/ 10 h 17"/>
                                <a:gd name="T64" fmla="*/ 12 w 40"/>
                                <a:gd name="T65" fmla="*/ 13 h 17"/>
                                <a:gd name="T66" fmla="*/ 13 w 40"/>
                                <a:gd name="T67" fmla="*/ 12 h 17"/>
                                <a:gd name="T68" fmla="*/ 15 w 40"/>
                                <a:gd name="T69" fmla="*/ 14 h 17"/>
                                <a:gd name="T70" fmla="*/ 16 w 40"/>
                                <a:gd name="T71" fmla="*/ 16 h 17"/>
                                <a:gd name="T72" fmla="*/ 18 w 40"/>
                                <a:gd name="T73" fmla="*/ 16 h 17"/>
                                <a:gd name="T74" fmla="*/ 19 w 40"/>
                                <a:gd name="T75" fmla="*/ 15 h 17"/>
                                <a:gd name="T76" fmla="*/ 21 w 40"/>
                                <a:gd name="T77" fmla="*/ 14 h 17"/>
                                <a:gd name="T78" fmla="*/ 18 w 40"/>
                                <a:gd name="T79" fmla="*/ 11 h 17"/>
                                <a:gd name="T80" fmla="*/ 18 w 40"/>
                                <a:gd name="T81" fmla="*/ 9 h 17"/>
                                <a:gd name="T82" fmla="*/ 22 w 40"/>
                                <a:gd name="T83" fmla="*/ 7 h 17"/>
                                <a:gd name="T84" fmla="*/ 23 w 40"/>
                                <a:gd name="T85" fmla="*/ 5 h 17"/>
                                <a:gd name="T86" fmla="*/ 26 w 40"/>
                                <a:gd name="T87" fmla="*/ 4 h 17"/>
                                <a:gd name="T88" fmla="*/ 29 w 40"/>
                                <a:gd name="T89" fmla="*/ 5 h 17"/>
                                <a:gd name="T90" fmla="*/ 31 w 40"/>
                                <a:gd name="T91" fmla="*/ 8 h 17"/>
                                <a:gd name="T92" fmla="*/ 32 w 40"/>
                                <a:gd name="T93" fmla="*/ 8 h 17"/>
                                <a:gd name="T94" fmla="*/ 33 w 40"/>
                                <a:gd name="T95" fmla="*/ 8 h 17"/>
                                <a:gd name="T96" fmla="*/ 34 w 40"/>
                                <a:gd name="T97" fmla="*/ 8 h 17"/>
                                <a:gd name="T98" fmla="*/ 33 w 40"/>
                                <a:gd name="T99" fmla="*/ 9 h 17"/>
                                <a:gd name="T100" fmla="*/ 32 w 40"/>
                                <a:gd name="T101" fmla="*/ 10 h 17"/>
                                <a:gd name="T102" fmla="*/ 32 w 40"/>
                                <a:gd name="T103" fmla="*/ 12 h 17"/>
                                <a:gd name="T104" fmla="*/ 33 w 40"/>
                                <a:gd name="T105" fmla="*/ 15 h 17"/>
                                <a:gd name="T106" fmla="*/ 35 w 40"/>
                                <a:gd name="T107" fmla="*/ 15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40" h="17">
                                  <a:moveTo>
                                    <a:pt x="36" y="15"/>
                                  </a:moveTo>
                                  <a:cubicBezTo>
                                    <a:pt x="36" y="14"/>
                                    <a:pt x="36" y="13"/>
                                    <a:pt x="36" y="13"/>
                                  </a:cubicBezTo>
                                  <a:cubicBezTo>
                                    <a:pt x="36" y="13"/>
                                    <a:pt x="37" y="13"/>
                                    <a:pt x="37" y="14"/>
                                  </a:cubicBezTo>
                                  <a:cubicBezTo>
                                    <a:pt x="37" y="13"/>
                                    <a:pt x="38" y="13"/>
                                    <a:pt x="38" y="12"/>
                                  </a:cubicBezTo>
                                  <a:cubicBezTo>
                                    <a:pt x="38" y="12"/>
                                    <a:pt x="38" y="12"/>
                                    <a:pt x="38" y="12"/>
                                  </a:cubicBezTo>
                                  <a:cubicBezTo>
                                    <a:pt x="38" y="11"/>
                                    <a:pt x="38" y="11"/>
                                    <a:pt x="39" y="11"/>
                                  </a:cubicBezTo>
                                  <a:cubicBezTo>
                                    <a:pt x="39" y="11"/>
                                    <a:pt x="40" y="11"/>
                                    <a:pt x="40" y="11"/>
                                  </a:cubicBezTo>
                                  <a:cubicBezTo>
                                    <a:pt x="39" y="10"/>
                                    <a:pt x="39" y="8"/>
                                    <a:pt x="38" y="6"/>
                                  </a:cubicBezTo>
                                  <a:cubicBezTo>
                                    <a:pt x="38" y="6"/>
                                    <a:pt x="38" y="6"/>
                                    <a:pt x="38" y="7"/>
                                  </a:cubicBezTo>
                                  <a:cubicBezTo>
                                    <a:pt x="38" y="6"/>
                                    <a:pt x="38" y="6"/>
                                    <a:pt x="38" y="6"/>
                                  </a:cubicBezTo>
                                  <a:cubicBezTo>
                                    <a:pt x="38" y="6"/>
                                    <a:pt x="37" y="6"/>
                                    <a:pt x="37" y="5"/>
                                  </a:cubicBezTo>
                                  <a:cubicBezTo>
                                    <a:pt x="37" y="5"/>
                                    <a:pt x="36" y="4"/>
                                    <a:pt x="35" y="4"/>
                                  </a:cubicBezTo>
                                  <a:cubicBezTo>
                                    <a:pt x="35" y="4"/>
                                    <a:pt x="34" y="2"/>
                                    <a:pt x="34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2" y="2"/>
                                    <a:pt x="32" y="2"/>
                                    <a:pt x="32" y="2"/>
                                  </a:cubicBezTo>
                                  <a:cubicBezTo>
                                    <a:pt x="31" y="1"/>
                                    <a:pt x="31" y="1"/>
                                    <a:pt x="30" y="1"/>
                                  </a:cubicBezTo>
                                  <a:cubicBezTo>
                                    <a:pt x="30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7" y="1"/>
                                    <a:pt x="27" y="1"/>
                                    <a:pt x="27" y="0"/>
                                  </a:cubicBezTo>
                                  <a:cubicBezTo>
                                    <a:pt x="27" y="0"/>
                                    <a:pt x="27" y="0"/>
                                    <a:pt x="26" y="0"/>
                                  </a:cubicBezTo>
                                  <a:cubicBezTo>
                                    <a:pt x="25" y="0"/>
                                    <a:pt x="25" y="0"/>
                                    <a:pt x="24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2" y="1"/>
                                    <a:pt x="21" y="2"/>
                                    <a:pt x="21" y="2"/>
                                  </a:cubicBezTo>
                                  <a:cubicBezTo>
                                    <a:pt x="20" y="2"/>
                                    <a:pt x="20" y="3"/>
                                    <a:pt x="20" y="3"/>
                                  </a:cubicBezTo>
                                  <a:cubicBezTo>
                                    <a:pt x="19" y="3"/>
                                    <a:pt x="19" y="3"/>
                                    <a:pt x="18" y="3"/>
                                  </a:cubicBezTo>
                                  <a:cubicBezTo>
                                    <a:pt x="17" y="3"/>
                                    <a:pt x="17" y="4"/>
                                    <a:pt x="16" y="4"/>
                                  </a:cubicBezTo>
                                  <a:cubicBezTo>
                                    <a:pt x="15" y="5"/>
                                    <a:pt x="15" y="5"/>
                                    <a:pt x="14" y="6"/>
                                  </a:cubicBezTo>
                                  <a:cubicBezTo>
                                    <a:pt x="13" y="6"/>
                                    <a:pt x="12" y="6"/>
                                    <a:pt x="11" y="5"/>
                                  </a:cubicBezTo>
                                  <a:cubicBezTo>
                                    <a:pt x="11" y="5"/>
                                    <a:pt x="10" y="5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4"/>
                                    <a:pt x="9" y="4"/>
                                  </a:cubicBezTo>
                                  <a:cubicBezTo>
                                    <a:pt x="8" y="4"/>
                                    <a:pt x="7" y="4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5" y="3"/>
                                    <a:pt x="5" y="3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1"/>
                                    <a:pt x="4" y="1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3" y="0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1" y="5"/>
                                    <a:pt x="1" y="6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2" y="8"/>
                                    <a:pt x="2" y="8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1" y="9"/>
                                  </a:cubicBezTo>
                                  <a:cubicBezTo>
                                    <a:pt x="1" y="9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2" y="10"/>
                                  </a:cubicBezTo>
                                  <a:cubicBezTo>
                                    <a:pt x="2" y="11"/>
                                    <a:pt x="2" y="10"/>
                                    <a:pt x="2" y="10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3" y="9"/>
                                    <a:pt x="3" y="9"/>
                                  </a:cubicBezTo>
                                  <a:cubicBezTo>
                                    <a:pt x="4" y="9"/>
                                    <a:pt x="4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7" y="9"/>
                                    <a:pt x="8" y="9"/>
                                    <a:pt x="8" y="10"/>
                                  </a:cubicBezTo>
                                  <a:cubicBezTo>
                                    <a:pt x="8" y="10"/>
                                    <a:pt x="9" y="10"/>
                                    <a:pt x="9" y="10"/>
                                  </a:cubicBezTo>
                                  <a:cubicBezTo>
                                    <a:pt x="9" y="11"/>
                                    <a:pt x="10" y="12"/>
                                    <a:pt x="10" y="12"/>
                                  </a:cubicBezTo>
                                  <a:cubicBezTo>
                                    <a:pt x="10" y="13"/>
                                    <a:pt x="11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3" y="13"/>
                                  </a:cubicBezTo>
                                  <a:cubicBezTo>
                                    <a:pt x="14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4" y="12"/>
                                    <a:pt x="14" y="13"/>
                                  </a:cubicBezTo>
                                  <a:cubicBezTo>
                                    <a:pt x="14" y="13"/>
                                    <a:pt x="15" y="14"/>
                                    <a:pt x="15" y="14"/>
                                  </a:cubicBezTo>
                                  <a:cubicBezTo>
                                    <a:pt x="15" y="14"/>
                                    <a:pt x="15" y="15"/>
                                    <a:pt x="15" y="16"/>
                                  </a:cubicBezTo>
                                  <a:cubicBezTo>
                                    <a:pt x="15" y="17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7" y="16"/>
                                  </a:cubicBezTo>
                                  <a:cubicBezTo>
                                    <a:pt x="17" y="16"/>
                                    <a:pt x="17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5"/>
                                  </a:cubicBezTo>
                                  <a:cubicBezTo>
                                    <a:pt x="18" y="15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21" y="15"/>
                                    <a:pt x="21" y="14"/>
                                  </a:cubicBezTo>
                                  <a:cubicBezTo>
                                    <a:pt x="21" y="14"/>
                                    <a:pt x="21" y="14"/>
                                    <a:pt x="21" y="14"/>
                                  </a:cubicBezTo>
                                  <a:cubicBezTo>
                                    <a:pt x="20" y="13"/>
                                    <a:pt x="20" y="13"/>
                                    <a:pt x="20" y="12"/>
                                  </a:cubicBezTo>
                                  <a:cubicBezTo>
                                    <a:pt x="19" y="12"/>
                                    <a:pt x="19" y="11"/>
                                    <a:pt x="18" y="11"/>
                                  </a:cubicBezTo>
                                  <a:cubicBezTo>
                                    <a:pt x="18" y="11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20" y="8"/>
                                    <a:pt x="20" y="8"/>
                                  </a:cubicBezTo>
                                  <a:cubicBezTo>
                                    <a:pt x="21" y="8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6" y="4"/>
                                  </a:cubicBezTo>
                                  <a:cubicBezTo>
                                    <a:pt x="26" y="4"/>
                                    <a:pt x="27" y="4"/>
                                    <a:pt x="27" y="4"/>
                                  </a:cubicBezTo>
                                  <a:cubicBezTo>
                                    <a:pt x="28" y="4"/>
                                    <a:pt x="28" y="5"/>
                                    <a:pt x="29" y="5"/>
                                  </a:cubicBezTo>
                                  <a:cubicBezTo>
                                    <a:pt x="29" y="6"/>
                                    <a:pt x="30" y="6"/>
                                    <a:pt x="31" y="7"/>
                                  </a:cubicBezTo>
                                  <a:cubicBezTo>
                                    <a:pt x="31" y="7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4" y="8"/>
                                    <a:pt x="34" y="8"/>
                                    <a:pt x="34" y="8"/>
                                  </a:cubicBezTo>
                                  <a:cubicBezTo>
                                    <a:pt x="33" y="8"/>
                                    <a:pt x="33" y="9"/>
                                    <a:pt x="33" y="9"/>
                                  </a:cubicBezTo>
                                  <a:cubicBezTo>
                                    <a:pt x="33" y="9"/>
                                    <a:pt x="32" y="9"/>
                                    <a:pt x="33" y="9"/>
                                  </a:cubicBezTo>
                                  <a:cubicBezTo>
                                    <a:pt x="33" y="10"/>
                                    <a:pt x="33" y="10"/>
                                    <a:pt x="32" y="10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3" y="13"/>
                                    <a:pt x="33" y="14"/>
                                  </a:cubicBezTo>
                                  <a:cubicBezTo>
                                    <a:pt x="33" y="14"/>
                                    <a:pt x="33" y="14"/>
                                    <a:pt x="33" y="15"/>
                                  </a:cubicBezTo>
                                  <a:cubicBezTo>
                                    <a:pt x="33" y="15"/>
                                    <a:pt x="34" y="15"/>
                                    <a:pt x="35" y="16"/>
                                  </a:cubicBezTo>
                                  <a:cubicBezTo>
                                    <a:pt x="35" y="16"/>
                                    <a:pt x="35" y="15"/>
                                    <a:pt x="35" y="15"/>
                                  </a:cubicBezTo>
                                  <a:cubicBezTo>
                                    <a:pt x="35" y="15"/>
                                    <a:pt x="35" y="14"/>
                                    <a:pt x="36" y="1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3" name="Freeform 763">
                              <a:extLst>
                                <a:ext uri="{FF2B5EF4-FFF2-40B4-BE49-F238E27FC236}">
                                  <a16:creationId xmlns:a16="http://schemas.microsoft.com/office/drawing/2014/main" id="{45C40A54-FF1A-18BB-4D40-45AA609BC1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86076" y="4433888"/>
                              <a:ext cx="122237" cy="120650"/>
                            </a:xfrm>
                            <a:custGeom>
                              <a:avLst/>
                              <a:gdLst>
                                <a:gd name="T0" fmla="*/ 15 w 29"/>
                                <a:gd name="T1" fmla="*/ 27 h 29"/>
                                <a:gd name="T2" fmla="*/ 19 w 29"/>
                                <a:gd name="T3" fmla="*/ 27 h 29"/>
                                <a:gd name="T4" fmla="*/ 22 w 29"/>
                                <a:gd name="T5" fmla="*/ 28 h 29"/>
                                <a:gd name="T6" fmla="*/ 24 w 29"/>
                                <a:gd name="T7" fmla="*/ 29 h 29"/>
                                <a:gd name="T8" fmla="*/ 26 w 29"/>
                                <a:gd name="T9" fmla="*/ 29 h 29"/>
                                <a:gd name="T10" fmla="*/ 26 w 29"/>
                                <a:gd name="T11" fmla="*/ 28 h 29"/>
                                <a:gd name="T12" fmla="*/ 25 w 29"/>
                                <a:gd name="T13" fmla="*/ 26 h 29"/>
                                <a:gd name="T14" fmla="*/ 26 w 29"/>
                                <a:gd name="T15" fmla="*/ 24 h 29"/>
                                <a:gd name="T16" fmla="*/ 26 w 29"/>
                                <a:gd name="T17" fmla="*/ 23 h 29"/>
                                <a:gd name="T18" fmla="*/ 26 w 29"/>
                                <a:gd name="T19" fmla="*/ 22 h 29"/>
                                <a:gd name="T20" fmla="*/ 25 w 29"/>
                                <a:gd name="T21" fmla="*/ 22 h 29"/>
                                <a:gd name="T22" fmla="*/ 26 w 29"/>
                                <a:gd name="T23" fmla="*/ 19 h 29"/>
                                <a:gd name="T24" fmla="*/ 26 w 29"/>
                                <a:gd name="T25" fmla="*/ 18 h 29"/>
                                <a:gd name="T26" fmla="*/ 26 w 29"/>
                                <a:gd name="T27" fmla="*/ 18 h 29"/>
                                <a:gd name="T28" fmla="*/ 26 w 29"/>
                                <a:gd name="T29" fmla="*/ 17 h 29"/>
                                <a:gd name="T30" fmla="*/ 27 w 29"/>
                                <a:gd name="T31" fmla="*/ 17 h 29"/>
                                <a:gd name="T32" fmla="*/ 27 w 29"/>
                                <a:gd name="T33" fmla="*/ 18 h 29"/>
                                <a:gd name="T34" fmla="*/ 27 w 29"/>
                                <a:gd name="T35" fmla="*/ 17 h 29"/>
                                <a:gd name="T36" fmla="*/ 27 w 29"/>
                                <a:gd name="T37" fmla="*/ 16 h 29"/>
                                <a:gd name="T38" fmla="*/ 27 w 29"/>
                                <a:gd name="T39" fmla="*/ 14 h 29"/>
                                <a:gd name="T40" fmla="*/ 27 w 29"/>
                                <a:gd name="T41" fmla="*/ 13 h 29"/>
                                <a:gd name="T42" fmla="*/ 27 w 29"/>
                                <a:gd name="T43" fmla="*/ 10 h 29"/>
                                <a:gd name="T44" fmla="*/ 27 w 29"/>
                                <a:gd name="T45" fmla="*/ 9 h 29"/>
                                <a:gd name="T46" fmla="*/ 27 w 29"/>
                                <a:gd name="T47" fmla="*/ 8 h 29"/>
                                <a:gd name="T48" fmla="*/ 27 w 29"/>
                                <a:gd name="T49" fmla="*/ 7 h 29"/>
                                <a:gd name="T50" fmla="*/ 29 w 29"/>
                                <a:gd name="T51" fmla="*/ 6 h 29"/>
                                <a:gd name="T52" fmla="*/ 29 w 29"/>
                                <a:gd name="T53" fmla="*/ 4 h 29"/>
                                <a:gd name="T54" fmla="*/ 28 w 29"/>
                                <a:gd name="T55" fmla="*/ 1 h 29"/>
                                <a:gd name="T56" fmla="*/ 29 w 29"/>
                                <a:gd name="T57" fmla="*/ 1 h 29"/>
                                <a:gd name="T58" fmla="*/ 29 w 29"/>
                                <a:gd name="T59" fmla="*/ 0 h 29"/>
                                <a:gd name="T60" fmla="*/ 27 w 29"/>
                                <a:gd name="T61" fmla="*/ 0 h 29"/>
                                <a:gd name="T62" fmla="*/ 26 w 29"/>
                                <a:gd name="T63" fmla="*/ 1 h 29"/>
                                <a:gd name="T64" fmla="*/ 24 w 29"/>
                                <a:gd name="T65" fmla="*/ 2 h 29"/>
                                <a:gd name="T66" fmla="*/ 23 w 29"/>
                                <a:gd name="T67" fmla="*/ 2 h 29"/>
                                <a:gd name="T68" fmla="*/ 22 w 29"/>
                                <a:gd name="T69" fmla="*/ 2 h 29"/>
                                <a:gd name="T70" fmla="*/ 21 w 29"/>
                                <a:gd name="T71" fmla="*/ 3 h 29"/>
                                <a:gd name="T72" fmla="*/ 19 w 29"/>
                                <a:gd name="T73" fmla="*/ 2 h 29"/>
                                <a:gd name="T74" fmla="*/ 18 w 29"/>
                                <a:gd name="T75" fmla="*/ 1 h 29"/>
                                <a:gd name="T76" fmla="*/ 17 w 29"/>
                                <a:gd name="T77" fmla="*/ 3 h 29"/>
                                <a:gd name="T78" fmla="*/ 16 w 29"/>
                                <a:gd name="T79" fmla="*/ 4 h 29"/>
                                <a:gd name="T80" fmla="*/ 16 w 29"/>
                                <a:gd name="T81" fmla="*/ 5 h 29"/>
                                <a:gd name="T82" fmla="*/ 14 w 29"/>
                                <a:gd name="T83" fmla="*/ 6 h 29"/>
                                <a:gd name="T84" fmla="*/ 12 w 29"/>
                                <a:gd name="T85" fmla="*/ 8 h 29"/>
                                <a:gd name="T86" fmla="*/ 10 w 29"/>
                                <a:gd name="T87" fmla="*/ 6 h 29"/>
                                <a:gd name="T88" fmla="*/ 8 w 29"/>
                                <a:gd name="T89" fmla="*/ 8 h 29"/>
                                <a:gd name="T90" fmla="*/ 5 w 29"/>
                                <a:gd name="T91" fmla="*/ 9 h 29"/>
                                <a:gd name="T92" fmla="*/ 6 w 29"/>
                                <a:gd name="T93" fmla="*/ 12 h 29"/>
                                <a:gd name="T94" fmla="*/ 4 w 29"/>
                                <a:gd name="T95" fmla="*/ 13 h 29"/>
                                <a:gd name="T96" fmla="*/ 2 w 29"/>
                                <a:gd name="T97" fmla="*/ 14 h 29"/>
                                <a:gd name="T98" fmla="*/ 0 w 29"/>
                                <a:gd name="T99" fmla="*/ 14 h 29"/>
                                <a:gd name="T100" fmla="*/ 0 w 29"/>
                                <a:gd name="T101" fmla="*/ 14 h 29"/>
                                <a:gd name="T102" fmla="*/ 1 w 29"/>
                                <a:gd name="T103" fmla="*/ 16 h 29"/>
                                <a:gd name="T104" fmla="*/ 2 w 29"/>
                                <a:gd name="T105" fmla="*/ 17 h 29"/>
                                <a:gd name="T106" fmla="*/ 5 w 29"/>
                                <a:gd name="T107" fmla="*/ 19 h 29"/>
                                <a:gd name="T108" fmla="*/ 7 w 29"/>
                                <a:gd name="T109" fmla="*/ 22 h 29"/>
                                <a:gd name="T110" fmla="*/ 11 w 29"/>
                                <a:gd name="T111" fmla="*/ 26 h 29"/>
                                <a:gd name="T112" fmla="*/ 13 w 29"/>
                                <a:gd name="T113" fmla="*/ 26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29" h="29">
                                  <a:moveTo>
                                    <a:pt x="13" y="26"/>
                                  </a:moveTo>
                                  <a:cubicBezTo>
                                    <a:pt x="14" y="26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8" y="28"/>
                                    <a:pt x="18" y="28"/>
                                  </a:cubicBezTo>
                                  <a:cubicBezTo>
                                    <a:pt x="18" y="28"/>
                                    <a:pt x="19" y="27"/>
                                    <a:pt x="19" y="27"/>
                                  </a:cubicBezTo>
                                  <a:cubicBezTo>
                                    <a:pt x="19" y="27"/>
                                    <a:pt x="21" y="28"/>
                                    <a:pt x="21" y="28"/>
                                  </a:cubicBezTo>
                                  <a:cubicBezTo>
                                    <a:pt x="21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4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7"/>
                                    <a:pt x="25" y="27"/>
                                    <a:pt x="25" y="27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5"/>
                                    <a:pt x="25" y="24"/>
                                    <a:pt x="26" y="24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6" y="24"/>
                                    <a:pt x="26" y="23"/>
                                    <a:pt x="26" y="23"/>
                                  </a:cubicBezTo>
                                  <a:cubicBezTo>
                                    <a:pt x="26" y="23"/>
                                    <a:pt x="26" y="23"/>
                                    <a:pt x="26" y="22"/>
                                  </a:cubicBezTo>
                                  <a:cubicBezTo>
                                    <a:pt x="26" y="22"/>
                                    <a:pt x="26" y="22"/>
                                    <a:pt x="26" y="22"/>
                                  </a:cubicBezTo>
                                  <a:cubicBezTo>
                                    <a:pt x="26" y="22"/>
                                    <a:pt x="26" y="22"/>
                                    <a:pt x="26" y="22"/>
                                  </a:cubicBezTo>
                                  <a:cubicBezTo>
                                    <a:pt x="25" y="22"/>
                                    <a:pt x="25" y="22"/>
                                    <a:pt x="25" y="22"/>
                                  </a:cubicBezTo>
                                  <a:cubicBezTo>
                                    <a:pt x="25" y="21"/>
                                    <a:pt x="25" y="21"/>
                                    <a:pt x="25" y="21"/>
                                  </a:cubicBezTo>
                                  <a:cubicBezTo>
                                    <a:pt x="26" y="21"/>
                                    <a:pt x="26" y="20"/>
                                    <a:pt x="26" y="19"/>
                                  </a:cubicBezTo>
                                  <a:cubicBezTo>
                                    <a:pt x="26" y="19"/>
                                    <a:pt x="26" y="19"/>
                                    <a:pt x="26" y="19"/>
                                  </a:cubicBezTo>
                                  <a:cubicBezTo>
                                    <a:pt x="26" y="19"/>
                                    <a:pt x="26" y="19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5" y="18"/>
                                    <a:pt x="25" y="17"/>
                                    <a:pt x="26" y="17"/>
                                  </a:cubicBezTo>
                                  <a:cubicBezTo>
                                    <a:pt x="26" y="17"/>
                                    <a:pt x="26" y="17"/>
                                    <a:pt x="26" y="17"/>
                                  </a:cubicBezTo>
                                  <a:cubicBezTo>
                                    <a:pt x="26" y="17"/>
                                    <a:pt x="26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8"/>
                                    <a:pt x="27" y="18"/>
                                  </a:cubicBezTo>
                                  <a:cubicBezTo>
                                    <a:pt x="27" y="18"/>
                                    <a:pt x="27" y="18"/>
                                    <a:pt x="27" y="18"/>
                                  </a:cubicBezTo>
                                  <a:cubicBezTo>
                                    <a:pt x="27" y="18"/>
                                    <a:pt x="28" y="18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4"/>
                                    <a:pt x="27" y="13"/>
                                    <a:pt x="27" y="13"/>
                                  </a:cubicBezTo>
                                  <a:cubicBezTo>
                                    <a:pt x="27" y="12"/>
                                    <a:pt x="27" y="11"/>
                                    <a:pt x="27" y="10"/>
                                  </a:cubicBezTo>
                                  <a:cubicBezTo>
                                    <a:pt x="27" y="10"/>
                                    <a:pt x="27" y="10"/>
                                    <a:pt x="27" y="10"/>
                                  </a:cubicBezTo>
                                  <a:cubicBezTo>
                                    <a:pt x="27" y="10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8"/>
                                  </a:cubicBezTo>
                                  <a:cubicBezTo>
                                    <a:pt x="28" y="8"/>
                                    <a:pt x="28" y="8"/>
                                    <a:pt x="28" y="7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6"/>
                                    <a:pt x="29" y="6"/>
                                  </a:cubicBezTo>
                                  <a:cubicBezTo>
                                    <a:pt x="29" y="6"/>
                                    <a:pt x="29" y="5"/>
                                    <a:pt x="29" y="5"/>
                                  </a:cubicBezTo>
                                  <a:cubicBezTo>
                                    <a:pt x="29" y="5"/>
                                    <a:pt x="29" y="4"/>
                                    <a:pt x="29" y="4"/>
                                  </a:cubicBezTo>
                                  <a:cubicBezTo>
                                    <a:pt x="29" y="3"/>
                                    <a:pt x="29" y="2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7" y="0"/>
                                    <a:pt x="27" y="0"/>
                                    <a:pt x="27" y="0"/>
                                  </a:cubicBezTo>
                                  <a:cubicBezTo>
                                    <a:pt x="27" y="1"/>
                                    <a:pt x="27" y="1"/>
                                    <a:pt x="27" y="1"/>
                                  </a:cubicBezTo>
                                  <a:cubicBezTo>
                                    <a:pt x="26" y="1"/>
                                    <a:pt x="26" y="1"/>
                                    <a:pt x="26" y="1"/>
                                  </a:cubicBezTo>
                                  <a:cubicBezTo>
                                    <a:pt x="26" y="1"/>
                                    <a:pt x="25" y="1"/>
                                    <a:pt x="25" y="1"/>
                                  </a:cubicBezTo>
                                  <a:cubicBezTo>
                                    <a:pt x="25" y="1"/>
                                    <a:pt x="24" y="2"/>
                                    <a:pt x="24" y="2"/>
                                  </a:cubicBezTo>
                                  <a:cubicBezTo>
                                    <a:pt x="23" y="1"/>
                                    <a:pt x="23" y="1"/>
                                    <a:pt x="23" y="1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0" y="2"/>
                                    <a:pt x="20" y="2"/>
                                    <a:pt x="20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3" y="7"/>
                                    <a:pt x="12" y="7"/>
                                  </a:cubicBezTo>
                                  <a:cubicBezTo>
                                    <a:pt x="12" y="7"/>
                                    <a:pt x="12" y="8"/>
                                    <a:pt x="12" y="8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6" y="10"/>
                                    <a:pt x="6" y="10"/>
                                  </a:cubicBezTo>
                                  <a:cubicBezTo>
                                    <a:pt x="6" y="11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5" y="12"/>
                                    <a:pt x="4" y="12"/>
                                  </a:cubicBezTo>
                                  <a:cubicBezTo>
                                    <a:pt x="4" y="12"/>
                                    <a:pt x="4" y="13"/>
                                    <a:pt x="4" y="13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4"/>
                                    <a:pt x="1" y="14"/>
                                    <a:pt x="0" y="14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0" y="15"/>
                                  </a:cubicBezTo>
                                  <a:cubicBezTo>
                                    <a:pt x="1" y="15"/>
                                    <a:pt x="1" y="16"/>
                                    <a:pt x="1" y="16"/>
                                  </a:cubicBezTo>
                                  <a:cubicBezTo>
                                    <a:pt x="1" y="16"/>
                                    <a:pt x="1" y="16"/>
                                    <a:pt x="1" y="16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3" y="17"/>
                                    <a:pt x="3" y="18"/>
                                    <a:pt x="3" y="18"/>
                                  </a:cubicBezTo>
                                  <a:cubicBezTo>
                                    <a:pt x="3" y="18"/>
                                    <a:pt x="5" y="19"/>
                                    <a:pt x="5" y="19"/>
                                  </a:cubicBezTo>
                                  <a:cubicBezTo>
                                    <a:pt x="6" y="20"/>
                                    <a:pt x="6" y="20"/>
                                    <a:pt x="6" y="21"/>
                                  </a:cubicBezTo>
                                  <a:cubicBezTo>
                                    <a:pt x="6" y="21"/>
                                    <a:pt x="7" y="22"/>
                                    <a:pt x="7" y="22"/>
                                  </a:cubicBezTo>
                                  <a:cubicBezTo>
                                    <a:pt x="8" y="23"/>
                                    <a:pt x="8" y="23"/>
                                    <a:pt x="9" y="23"/>
                                  </a:cubicBezTo>
                                  <a:cubicBezTo>
                                    <a:pt x="9" y="24"/>
                                    <a:pt x="11" y="25"/>
                                    <a:pt x="11" y="26"/>
                                  </a:cubicBezTo>
                                  <a:cubicBezTo>
                                    <a:pt x="12" y="26"/>
                                    <a:pt x="12" y="27"/>
                                    <a:pt x="12" y="27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4" name="Freeform 764">
                              <a:extLst>
                                <a:ext uri="{FF2B5EF4-FFF2-40B4-BE49-F238E27FC236}">
                                  <a16:creationId xmlns:a16="http://schemas.microsoft.com/office/drawing/2014/main" id="{065E4563-9CC8-CBA7-D624-F0EAB7EB4A2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101600" y="1971675"/>
                              <a:ext cx="3363912" cy="2162174"/>
                            </a:xfrm>
                            <a:custGeom>
                              <a:avLst/>
                              <a:gdLst>
                                <a:gd name="T0" fmla="*/ 235 w 808"/>
                                <a:gd name="T1" fmla="*/ 205 h 519"/>
                                <a:gd name="T2" fmla="*/ 230 w 808"/>
                                <a:gd name="T3" fmla="*/ 223 h 519"/>
                                <a:gd name="T4" fmla="*/ 226 w 808"/>
                                <a:gd name="T5" fmla="*/ 226 h 519"/>
                                <a:gd name="T6" fmla="*/ 223 w 808"/>
                                <a:gd name="T7" fmla="*/ 218 h 519"/>
                                <a:gd name="T8" fmla="*/ 229 w 808"/>
                                <a:gd name="T9" fmla="*/ 214 h 519"/>
                                <a:gd name="T10" fmla="*/ 235 w 808"/>
                                <a:gd name="T11" fmla="*/ 211 h 519"/>
                                <a:gd name="T12" fmla="*/ 237 w 808"/>
                                <a:gd name="T13" fmla="*/ 209 h 519"/>
                                <a:gd name="T14" fmla="*/ 221 w 808"/>
                                <a:gd name="T15" fmla="*/ 231 h 519"/>
                                <a:gd name="T16" fmla="*/ 130 w 808"/>
                                <a:gd name="T17" fmla="*/ 266 h 519"/>
                                <a:gd name="T18" fmla="*/ 138 w 808"/>
                                <a:gd name="T19" fmla="*/ 265 h 519"/>
                                <a:gd name="T20" fmla="*/ 84 w 808"/>
                                <a:gd name="T21" fmla="*/ 283 h 519"/>
                                <a:gd name="T22" fmla="*/ 3 w 808"/>
                                <a:gd name="T23" fmla="*/ 275 h 519"/>
                                <a:gd name="T24" fmla="*/ 144 w 808"/>
                                <a:gd name="T25" fmla="*/ 259 h 519"/>
                                <a:gd name="T26" fmla="*/ 77 w 808"/>
                                <a:gd name="T27" fmla="*/ 285 h 519"/>
                                <a:gd name="T28" fmla="*/ 59 w 808"/>
                                <a:gd name="T29" fmla="*/ 286 h 519"/>
                                <a:gd name="T30" fmla="*/ 180 w 808"/>
                                <a:gd name="T31" fmla="*/ 247 h 519"/>
                                <a:gd name="T32" fmla="*/ 146 w 808"/>
                                <a:gd name="T33" fmla="*/ 187 h 519"/>
                                <a:gd name="T34" fmla="*/ 277 w 808"/>
                                <a:gd name="T35" fmla="*/ 180 h 519"/>
                                <a:gd name="T36" fmla="*/ 360 w 808"/>
                                <a:gd name="T37" fmla="*/ 231 h 519"/>
                                <a:gd name="T38" fmla="*/ 366 w 808"/>
                                <a:gd name="T39" fmla="*/ 251 h 519"/>
                                <a:gd name="T40" fmla="*/ 353 w 808"/>
                                <a:gd name="T41" fmla="*/ 235 h 519"/>
                                <a:gd name="T42" fmla="*/ 346 w 808"/>
                                <a:gd name="T43" fmla="*/ 220 h 519"/>
                                <a:gd name="T44" fmla="*/ 350 w 808"/>
                                <a:gd name="T45" fmla="*/ 216 h 519"/>
                                <a:gd name="T46" fmla="*/ 354 w 808"/>
                                <a:gd name="T47" fmla="*/ 229 h 519"/>
                                <a:gd name="T48" fmla="*/ 359 w 808"/>
                                <a:gd name="T49" fmla="*/ 239 h 519"/>
                                <a:gd name="T50" fmla="*/ 364 w 808"/>
                                <a:gd name="T51" fmla="*/ 237 h 519"/>
                                <a:gd name="T52" fmla="*/ 366 w 808"/>
                                <a:gd name="T53" fmla="*/ 247 h 519"/>
                                <a:gd name="T54" fmla="*/ 367 w 808"/>
                                <a:gd name="T55" fmla="*/ 232 h 519"/>
                                <a:gd name="T56" fmla="*/ 355 w 808"/>
                                <a:gd name="T57" fmla="*/ 221 h 519"/>
                                <a:gd name="T58" fmla="*/ 804 w 808"/>
                                <a:gd name="T59" fmla="*/ 351 h 519"/>
                                <a:gd name="T60" fmla="*/ 642 w 808"/>
                                <a:gd name="T61" fmla="*/ 324 h 519"/>
                                <a:gd name="T62" fmla="*/ 435 w 808"/>
                                <a:gd name="T63" fmla="*/ 329 h 519"/>
                                <a:gd name="T64" fmla="*/ 424 w 808"/>
                                <a:gd name="T65" fmla="*/ 383 h 519"/>
                                <a:gd name="T66" fmla="*/ 546 w 808"/>
                                <a:gd name="T67" fmla="*/ 471 h 519"/>
                                <a:gd name="T68" fmla="*/ 620 w 808"/>
                                <a:gd name="T69" fmla="*/ 484 h 519"/>
                                <a:gd name="T70" fmla="*/ 702 w 808"/>
                                <a:gd name="T71" fmla="*/ 490 h 519"/>
                                <a:gd name="T72" fmla="*/ 719 w 808"/>
                                <a:gd name="T73" fmla="*/ 461 h 519"/>
                                <a:gd name="T74" fmla="*/ 748 w 808"/>
                                <a:gd name="T75" fmla="*/ 432 h 519"/>
                                <a:gd name="T76" fmla="*/ 747 w 808"/>
                                <a:gd name="T77" fmla="*/ 415 h 519"/>
                                <a:gd name="T78" fmla="*/ 764 w 808"/>
                                <a:gd name="T79" fmla="*/ 392 h 519"/>
                                <a:gd name="T80" fmla="*/ 793 w 808"/>
                                <a:gd name="T81" fmla="*/ 363 h 519"/>
                                <a:gd name="T82" fmla="*/ 351 w 808"/>
                                <a:gd name="T83" fmla="*/ 195 h 519"/>
                                <a:gd name="T84" fmla="*/ 262 w 808"/>
                                <a:gd name="T85" fmla="*/ 37 h 519"/>
                                <a:gd name="T86" fmla="*/ 220 w 808"/>
                                <a:gd name="T87" fmla="*/ 12 h 519"/>
                                <a:gd name="T88" fmla="*/ 184 w 808"/>
                                <a:gd name="T89" fmla="*/ 17 h 519"/>
                                <a:gd name="T90" fmla="*/ 172 w 808"/>
                                <a:gd name="T91" fmla="*/ 82 h 519"/>
                                <a:gd name="T92" fmla="*/ 150 w 808"/>
                                <a:gd name="T93" fmla="*/ 92 h 519"/>
                                <a:gd name="T94" fmla="*/ 162 w 808"/>
                                <a:gd name="T95" fmla="*/ 123 h 519"/>
                                <a:gd name="T96" fmla="*/ 154 w 808"/>
                                <a:gd name="T97" fmla="*/ 143 h 519"/>
                                <a:gd name="T98" fmla="*/ 151 w 808"/>
                                <a:gd name="T99" fmla="*/ 175 h 519"/>
                                <a:gd name="T100" fmla="*/ 172 w 808"/>
                                <a:gd name="T101" fmla="*/ 194 h 519"/>
                                <a:gd name="T102" fmla="*/ 194 w 808"/>
                                <a:gd name="T103" fmla="*/ 203 h 519"/>
                                <a:gd name="T104" fmla="*/ 165 w 808"/>
                                <a:gd name="T105" fmla="*/ 250 h 519"/>
                                <a:gd name="T106" fmla="*/ 203 w 808"/>
                                <a:gd name="T107" fmla="*/ 228 h 519"/>
                                <a:gd name="T108" fmla="*/ 224 w 808"/>
                                <a:gd name="T109" fmla="*/ 196 h 519"/>
                                <a:gd name="T110" fmla="*/ 242 w 808"/>
                                <a:gd name="T111" fmla="*/ 182 h 519"/>
                                <a:gd name="T112" fmla="*/ 253 w 808"/>
                                <a:gd name="T113" fmla="*/ 190 h 519"/>
                                <a:gd name="T114" fmla="*/ 260 w 808"/>
                                <a:gd name="T115" fmla="*/ 178 h 519"/>
                                <a:gd name="T116" fmla="*/ 286 w 808"/>
                                <a:gd name="T117" fmla="*/ 180 h 519"/>
                                <a:gd name="T118" fmla="*/ 333 w 808"/>
                                <a:gd name="T119" fmla="*/ 204 h 519"/>
                                <a:gd name="T120" fmla="*/ 354 w 808"/>
                                <a:gd name="T121" fmla="*/ 210 h 519"/>
                                <a:gd name="T122" fmla="*/ 366 w 808"/>
                                <a:gd name="T123" fmla="*/ 224 h 519"/>
                                <a:gd name="T124" fmla="*/ 373 w 808"/>
                                <a:gd name="T125" fmla="*/ 240 h 5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808" h="519">
                                  <a:moveTo>
                                    <a:pt x="431" y="320"/>
                                  </a:move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lose/>
                                  <a:moveTo>
                                    <a:pt x="432" y="319"/>
                                  </a:move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lose/>
                                  <a:moveTo>
                                    <a:pt x="433" y="320"/>
                                  </a:move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1"/>
                                  </a:cubicBezTo>
                                  <a:cubicBezTo>
                                    <a:pt x="432" y="321"/>
                                    <a:pt x="432" y="321"/>
                                    <a:pt x="432" y="321"/>
                                  </a:cubicBezTo>
                                  <a:cubicBezTo>
                                    <a:pt x="432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lose/>
                                  <a:moveTo>
                                    <a:pt x="105" y="137"/>
                                  </a:moveTo>
                                  <a:cubicBezTo>
                                    <a:pt x="105" y="138"/>
                                    <a:pt x="105" y="138"/>
                                    <a:pt x="105" y="139"/>
                                  </a:cubicBezTo>
                                  <a:cubicBezTo>
                                    <a:pt x="106" y="139"/>
                                    <a:pt x="106" y="140"/>
                                    <a:pt x="107" y="140"/>
                                  </a:cubicBezTo>
                                  <a:cubicBezTo>
                                    <a:pt x="107" y="140"/>
                                    <a:pt x="107" y="140"/>
                                    <a:pt x="107" y="140"/>
                                  </a:cubicBezTo>
                                  <a:cubicBezTo>
                                    <a:pt x="108" y="140"/>
                                    <a:pt x="108" y="140"/>
                                    <a:pt x="108" y="140"/>
                                  </a:cubicBezTo>
                                  <a:cubicBezTo>
                                    <a:pt x="108" y="140"/>
                                    <a:pt x="109" y="140"/>
                                    <a:pt x="109" y="139"/>
                                  </a:cubicBezTo>
                                  <a:cubicBezTo>
                                    <a:pt x="109" y="139"/>
                                    <a:pt x="110" y="139"/>
                                    <a:pt x="111" y="139"/>
                                  </a:cubicBezTo>
                                  <a:cubicBezTo>
                                    <a:pt x="112" y="139"/>
                                    <a:pt x="113" y="139"/>
                                    <a:pt x="113" y="140"/>
                                  </a:cubicBezTo>
                                  <a:cubicBezTo>
                                    <a:pt x="114" y="140"/>
                                    <a:pt x="114" y="141"/>
                                    <a:pt x="115" y="141"/>
                                  </a:cubicBezTo>
                                  <a:cubicBezTo>
                                    <a:pt x="115" y="142"/>
                                    <a:pt x="115" y="142"/>
                                    <a:pt x="115" y="142"/>
                                  </a:cubicBezTo>
                                  <a:cubicBezTo>
                                    <a:pt x="116" y="143"/>
                                    <a:pt x="116" y="143"/>
                                    <a:pt x="117" y="143"/>
                                  </a:cubicBezTo>
                                  <a:cubicBezTo>
                                    <a:pt x="118" y="143"/>
                                    <a:pt x="118" y="144"/>
                                    <a:pt x="118" y="144"/>
                                  </a:cubicBezTo>
                                  <a:cubicBezTo>
                                    <a:pt x="118" y="144"/>
                                    <a:pt x="118" y="145"/>
                                    <a:pt x="118" y="145"/>
                                  </a:cubicBezTo>
                                  <a:cubicBezTo>
                                    <a:pt x="118" y="145"/>
                                    <a:pt x="119" y="146"/>
                                    <a:pt x="119" y="146"/>
                                  </a:cubicBezTo>
                                  <a:cubicBezTo>
                                    <a:pt x="119" y="146"/>
                                    <a:pt x="119" y="146"/>
                                    <a:pt x="119" y="146"/>
                                  </a:cubicBezTo>
                                  <a:cubicBezTo>
                                    <a:pt x="120" y="146"/>
                                    <a:pt x="120" y="146"/>
                                    <a:pt x="120" y="145"/>
                                  </a:cubicBezTo>
                                  <a:cubicBezTo>
                                    <a:pt x="120" y="145"/>
                                    <a:pt x="120" y="145"/>
                                    <a:pt x="120" y="145"/>
                                  </a:cubicBezTo>
                                  <a:cubicBezTo>
                                    <a:pt x="120" y="144"/>
                                    <a:pt x="121" y="143"/>
                                    <a:pt x="122" y="143"/>
                                  </a:cubicBezTo>
                                  <a:cubicBezTo>
                                    <a:pt x="122" y="142"/>
                                    <a:pt x="123" y="142"/>
                                    <a:pt x="124" y="143"/>
                                  </a:cubicBezTo>
                                  <a:cubicBezTo>
                                    <a:pt x="124" y="143"/>
                                    <a:pt x="124" y="143"/>
                                    <a:pt x="124" y="143"/>
                                  </a:cubicBezTo>
                                  <a:cubicBezTo>
                                    <a:pt x="125" y="143"/>
                                    <a:pt x="125" y="143"/>
                                    <a:pt x="125" y="142"/>
                                  </a:cubicBezTo>
                                  <a:cubicBezTo>
                                    <a:pt x="126" y="142"/>
                                    <a:pt x="126" y="141"/>
                                    <a:pt x="126" y="141"/>
                                  </a:cubicBezTo>
                                  <a:cubicBezTo>
                                    <a:pt x="126" y="141"/>
                                    <a:pt x="126" y="141"/>
                                    <a:pt x="126" y="141"/>
                                  </a:cubicBezTo>
                                  <a:cubicBezTo>
                                    <a:pt x="126" y="140"/>
                                    <a:pt x="126" y="140"/>
                                    <a:pt x="125" y="140"/>
                                  </a:cubicBezTo>
                                  <a:cubicBezTo>
                                    <a:pt x="124" y="140"/>
                                    <a:pt x="122" y="140"/>
                                    <a:pt x="120" y="139"/>
                                  </a:cubicBezTo>
                                  <a:cubicBezTo>
                                    <a:pt x="120" y="139"/>
                                    <a:pt x="120" y="139"/>
                                    <a:pt x="119" y="139"/>
                                  </a:cubicBezTo>
                                  <a:cubicBezTo>
                                    <a:pt x="119" y="138"/>
                                    <a:pt x="118" y="138"/>
                                    <a:pt x="117" y="138"/>
                                  </a:cubicBezTo>
                                  <a:cubicBezTo>
                                    <a:pt x="117" y="138"/>
                                    <a:pt x="117" y="137"/>
                                    <a:pt x="117" y="137"/>
                                  </a:cubicBezTo>
                                  <a:cubicBezTo>
                                    <a:pt x="117" y="136"/>
                                    <a:pt x="116" y="136"/>
                                    <a:pt x="116" y="135"/>
                                  </a:cubicBezTo>
                                  <a:cubicBezTo>
                                    <a:pt x="115" y="135"/>
                                    <a:pt x="115" y="135"/>
                                    <a:pt x="115" y="135"/>
                                  </a:cubicBezTo>
                                  <a:cubicBezTo>
                                    <a:pt x="115" y="135"/>
                                    <a:pt x="114" y="135"/>
                                    <a:pt x="114" y="135"/>
                                  </a:cubicBezTo>
                                  <a:cubicBezTo>
                                    <a:pt x="113" y="135"/>
                                    <a:pt x="113" y="135"/>
                                    <a:pt x="112" y="136"/>
                                  </a:cubicBezTo>
                                  <a:cubicBezTo>
                                    <a:pt x="112" y="136"/>
                                    <a:pt x="111" y="136"/>
                                    <a:pt x="111" y="136"/>
                                  </a:cubicBezTo>
                                  <a:cubicBezTo>
                                    <a:pt x="111" y="136"/>
                                    <a:pt x="110" y="136"/>
                                    <a:pt x="110" y="136"/>
                                  </a:cubicBezTo>
                                  <a:cubicBezTo>
                                    <a:pt x="109" y="136"/>
                                    <a:pt x="108" y="136"/>
                                    <a:pt x="107" y="135"/>
                                  </a:cubicBezTo>
                                  <a:cubicBezTo>
                                    <a:pt x="107" y="135"/>
                                    <a:pt x="106" y="135"/>
                                    <a:pt x="106" y="135"/>
                                  </a:cubicBezTo>
                                  <a:cubicBezTo>
                                    <a:pt x="106" y="134"/>
                                    <a:pt x="106" y="134"/>
                                    <a:pt x="106" y="134"/>
                                  </a:cubicBezTo>
                                  <a:cubicBezTo>
                                    <a:pt x="106" y="134"/>
                                    <a:pt x="106" y="134"/>
                                    <a:pt x="105" y="134"/>
                                  </a:cubicBezTo>
                                  <a:cubicBezTo>
                                    <a:pt x="105" y="134"/>
                                    <a:pt x="105" y="134"/>
                                    <a:pt x="105" y="135"/>
                                  </a:cubicBezTo>
                                  <a:cubicBezTo>
                                    <a:pt x="105" y="135"/>
                                    <a:pt x="105" y="136"/>
                                    <a:pt x="105" y="137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233" y="207"/>
                                  </a:moveTo>
                                  <a:cubicBezTo>
                                    <a:pt x="233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4" y="205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5"/>
                                    <a:pt x="234" y="205"/>
                                    <a:pt x="234" y="205"/>
                                  </a:cubicBezTo>
                                  <a:cubicBezTo>
                                    <a:pt x="234" y="206"/>
                                    <a:pt x="234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7"/>
                                  </a:cubicBezTo>
                                  <a:close/>
                                  <a:moveTo>
                                    <a:pt x="224" y="231"/>
                                  </a:move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0"/>
                                  </a:cubicBezTo>
                                  <a:cubicBezTo>
                                    <a:pt x="224" y="230"/>
                                    <a:pt x="223" y="230"/>
                                    <a:pt x="223" y="230"/>
                                  </a:cubicBezTo>
                                  <a:cubicBezTo>
                                    <a:pt x="223" y="230"/>
                                    <a:pt x="223" y="231"/>
                                    <a:pt x="223" y="230"/>
                                  </a:cubicBezTo>
                                  <a:cubicBezTo>
                                    <a:pt x="223" y="230"/>
                                    <a:pt x="223" y="230"/>
                                    <a:pt x="223" y="230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2"/>
                                  </a:cubicBezTo>
                                  <a:cubicBezTo>
                                    <a:pt x="222" y="232"/>
                                    <a:pt x="222" y="232"/>
                                    <a:pt x="223" y="232"/>
                                  </a:cubicBezTo>
                                  <a:cubicBezTo>
                                    <a:pt x="223" y="232"/>
                                    <a:pt x="223" y="232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0" y="231"/>
                                    <a:pt x="220" y="231"/>
                                    <a:pt x="219" y="232"/>
                                  </a:cubicBezTo>
                                  <a:cubicBezTo>
                                    <a:pt x="219" y="232"/>
                                    <a:pt x="219" y="232"/>
                                    <a:pt x="219" y="233"/>
                                  </a:cubicBezTo>
                                  <a:cubicBezTo>
                                    <a:pt x="219" y="233"/>
                                    <a:pt x="219" y="233"/>
                                    <a:pt x="219" y="233"/>
                                  </a:cubicBezTo>
                                  <a:cubicBezTo>
                                    <a:pt x="219" y="233"/>
                                    <a:pt x="219" y="233"/>
                                    <a:pt x="219" y="233"/>
                                  </a:cubicBezTo>
                                  <a:cubicBezTo>
                                    <a:pt x="220" y="233"/>
                                    <a:pt x="220" y="233"/>
                                    <a:pt x="220" y="232"/>
                                  </a:cubicBezTo>
                                  <a:cubicBezTo>
                                    <a:pt x="220" y="232"/>
                                    <a:pt x="220" y="232"/>
                                    <a:pt x="220" y="232"/>
                                  </a:cubicBezTo>
                                  <a:cubicBezTo>
                                    <a:pt x="220" y="232"/>
                                    <a:pt x="221" y="232"/>
                                    <a:pt x="221" y="232"/>
                                  </a:cubicBezTo>
                                  <a:cubicBezTo>
                                    <a:pt x="221" y="232"/>
                                    <a:pt x="221" y="232"/>
                                    <a:pt x="221" y="232"/>
                                  </a:cubicBezTo>
                                  <a:cubicBezTo>
                                    <a:pt x="221" y="232"/>
                                    <a:pt x="221" y="232"/>
                                    <a:pt x="221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37" y="218"/>
                                  </a:moveTo>
                                  <a:cubicBezTo>
                                    <a:pt x="237" y="218"/>
                                    <a:pt x="237" y="218"/>
                                    <a:pt x="237" y="218"/>
                                  </a:cubicBezTo>
                                  <a:cubicBezTo>
                                    <a:pt x="236" y="219"/>
                                    <a:pt x="236" y="219"/>
                                    <a:pt x="236" y="219"/>
                                  </a:cubicBezTo>
                                  <a:cubicBezTo>
                                    <a:pt x="236" y="219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4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19"/>
                                    <a:pt x="233" y="219"/>
                                    <a:pt x="232" y="219"/>
                                  </a:cubicBezTo>
                                  <a:cubicBezTo>
                                    <a:pt x="232" y="220"/>
                                    <a:pt x="232" y="219"/>
                                    <a:pt x="232" y="219"/>
                                  </a:cubicBezTo>
                                  <a:cubicBezTo>
                                    <a:pt x="232" y="219"/>
                                    <a:pt x="232" y="219"/>
                                    <a:pt x="232" y="219"/>
                                  </a:cubicBezTo>
                                  <a:cubicBezTo>
                                    <a:pt x="232" y="219"/>
                                    <a:pt x="232" y="219"/>
                                    <a:pt x="231" y="219"/>
                                  </a:cubicBezTo>
                                  <a:cubicBezTo>
                                    <a:pt x="231" y="220"/>
                                    <a:pt x="232" y="220"/>
                                    <a:pt x="232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2" y="220"/>
                                    <a:pt x="232" y="220"/>
                                  </a:cubicBezTo>
                                  <a:cubicBezTo>
                                    <a:pt x="232" y="220"/>
                                    <a:pt x="232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21"/>
                                    <a:pt x="233" y="221"/>
                                    <a:pt x="233" y="221"/>
                                  </a:cubicBezTo>
                                  <a:cubicBezTo>
                                    <a:pt x="233" y="221"/>
                                    <a:pt x="234" y="221"/>
                                    <a:pt x="234" y="221"/>
                                  </a:cubicBezTo>
                                  <a:cubicBezTo>
                                    <a:pt x="234" y="221"/>
                                    <a:pt x="234" y="221"/>
                                    <a:pt x="234" y="221"/>
                                  </a:cubicBezTo>
                                  <a:cubicBezTo>
                                    <a:pt x="233" y="221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1"/>
                                  </a:cubicBezTo>
                                  <a:cubicBezTo>
                                    <a:pt x="232" y="221"/>
                                    <a:pt x="232" y="221"/>
                                    <a:pt x="232" y="221"/>
                                  </a:cubicBezTo>
                                  <a:cubicBezTo>
                                    <a:pt x="232" y="221"/>
                                    <a:pt x="232" y="221"/>
                                    <a:pt x="232" y="221"/>
                                  </a:cubicBezTo>
                                  <a:cubicBezTo>
                                    <a:pt x="231" y="222"/>
                                    <a:pt x="231" y="222"/>
                                    <a:pt x="231" y="221"/>
                                  </a:cubicBezTo>
                                  <a:cubicBezTo>
                                    <a:pt x="231" y="221"/>
                                    <a:pt x="231" y="221"/>
                                    <a:pt x="231" y="221"/>
                                  </a:cubicBezTo>
                                  <a:cubicBezTo>
                                    <a:pt x="231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1"/>
                                    <a:pt x="230" y="221"/>
                                    <a:pt x="230" y="221"/>
                                  </a:cubicBezTo>
                                  <a:cubicBezTo>
                                    <a:pt x="230" y="221"/>
                                    <a:pt x="230" y="221"/>
                                    <a:pt x="230" y="221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30" y="223"/>
                                    <a:pt x="229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1" y="224"/>
                                    <a:pt x="231" y="224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1" y="224"/>
                                    <a:pt x="231" y="224"/>
                                    <a:pt x="231" y="224"/>
                                  </a:cubicBezTo>
                                  <a:cubicBezTo>
                                    <a:pt x="231" y="224"/>
                                    <a:pt x="231" y="224"/>
                                    <a:pt x="231" y="224"/>
                                  </a:cubicBezTo>
                                  <a:cubicBezTo>
                                    <a:pt x="230" y="224"/>
                                    <a:pt x="230" y="225"/>
                                    <a:pt x="230" y="224"/>
                                  </a:cubicBezTo>
                                  <a:cubicBezTo>
                                    <a:pt x="230" y="224"/>
                                    <a:pt x="230" y="225"/>
                                    <a:pt x="230" y="225"/>
                                  </a:cubicBezTo>
                                  <a:cubicBezTo>
                                    <a:pt x="230" y="225"/>
                                    <a:pt x="229" y="225"/>
                                    <a:pt x="230" y="225"/>
                                  </a:cubicBezTo>
                                  <a:cubicBezTo>
                                    <a:pt x="230" y="225"/>
                                    <a:pt x="230" y="225"/>
                                    <a:pt x="230" y="225"/>
                                  </a:cubicBezTo>
                                  <a:cubicBezTo>
                                    <a:pt x="230" y="225"/>
                                    <a:pt x="229" y="226"/>
                                    <a:pt x="229" y="226"/>
                                  </a:cubicBezTo>
                                  <a:cubicBezTo>
                                    <a:pt x="229" y="226"/>
                                    <a:pt x="229" y="226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4"/>
                                  </a:cubicBezTo>
                                  <a:cubicBezTo>
                                    <a:pt x="229" y="224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9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8" y="224"/>
                                  </a:cubicBezTo>
                                  <a:cubicBezTo>
                                    <a:pt x="228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8" y="223"/>
                                    <a:pt x="228" y="223"/>
                                    <a:pt x="228" y="223"/>
                                  </a:cubicBezTo>
                                  <a:cubicBezTo>
                                    <a:pt x="228" y="223"/>
                                    <a:pt x="228" y="223"/>
                                    <a:pt x="228" y="223"/>
                                  </a:cubicBezTo>
                                  <a:cubicBezTo>
                                    <a:pt x="228" y="223"/>
                                    <a:pt x="229" y="223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7" y="223"/>
                                    <a:pt x="227" y="224"/>
                                  </a:cubicBezTo>
                                  <a:cubicBezTo>
                                    <a:pt x="227" y="224"/>
                                    <a:pt x="227" y="224"/>
                                    <a:pt x="227" y="224"/>
                                  </a:cubicBezTo>
                                  <a:cubicBezTo>
                                    <a:pt x="227" y="224"/>
                                    <a:pt x="227" y="224"/>
                                    <a:pt x="227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7" y="224"/>
                                    <a:pt x="228" y="224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7"/>
                                    <a:pt x="227" y="226"/>
                                    <a:pt x="227" y="226"/>
                                  </a:cubicBezTo>
                                  <a:cubicBezTo>
                                    <a:pt x="226" y="227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8"/>
                                    <a:pt x="226" y="228"/>
                                  </a:cubicBezTo>
                                  <a:cubicBezTo>
                                    <a:pt x="226" y="228"/>
                                    <a:pt x="225" y="228"/>
                                    <a:pt x="225" y="228"/>
                                  </a:cubicBezTo>
                                  <a:cubicBezTo>
                                    <a:pt x="225" y="228"/>
                                    <a:pt x="225" y="228"/>
                                    <a:pt x="225" y="228"/>
                                  </a:cubicBezTo>
                                  <a:cubicBezTo>
                                    <a:pt x="225" y="228"/>
                                    <a:pt x="225" y="228"/>
                                    <a:pt x="225" y="229"/>
                                  </a:cubicBezTo>
                                  <a:cubicBezTo>
                                    <a:pt x="225" y="229"/>
                                    <a:pt x="225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3" y="229"/>
                                  </a:cubicBezTo>
                                  <a:cubicBezTo>
                                    <a:pt x="223" y="229"/>
                                    <a:pt x="223" y="228"/>
                                    <a:pt x="223" y="228"/>
                                  </a:cubicBezTo>
                                  <a:cubicBezTo>
                                    <a:pt x="224" y="228"/>
                                    <a:pt x="224" y="228"/>
                                    <a:pt x="224" y="227"/>
                                  </a:cubicBezTo>
                                  <a:cubicBezTo>
                                    <a:pt x="224" y="227"/>
                                    <a:pt x="224" y="227"/>
                                    <a:pt x="225" y="227"/>
                                  </a:cubicBezTo>
                                  <a:cubicBezTo>
                                    <a:pt x="225" y="227"/>
                                    <a:pt x="225" y="227"/>
                                    <a:pt x="225" y="227"/>
                                  </a:cubicBezTo>
                                  <a:cubicBezTo>
                                    <a:pt x="225" y="227"/>
                                    <a:pt x="225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4" y="226"/>
                                    <a:pt x="224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5" y="224"/>
                                    <a:pt x="225" y="224"/>
                                    <a:pt x="225" y="224"/>
                                  </a:cubicBezTo>
                                  <a:cubicBezTo>
                                    <a:pt x="225" y="224"/>
                                    <a:pt x="225" y="224"/>
                                    <a:pt x="225" y="224"/>
                                  </a:cubicBezTo>
                                  <a:cubicBezTo>
                                    <a:pt x="225" y="224"/>
                                    <a:pt x="225" y="225"/>
                                    <a:pt x="225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6"/>
                                    <a:pt x="224" y="226"/>
                                  </a:cubicBezTo>
                                  <a:cubicBezTo>
                                    <a:pt x="224" y="226"/>
                                    <a:pt x="224" y="226"/>
                                    <a:pt x="224" y="226"/>
                                  </a:cubicBezTo>
                                  <a:cubicBezTo>
                                    <a:pt x="224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4"/>
                                    <a:pt x="224" y="224"/>
                                  </a:cubicBezTo>
                                  <a:cubicBezTo>
                                    <a:pt x="224" y="224"/>
                                    <a:pt x="224" y="224"/>
                                    <a:pt x="225" y="224"/>
                                  </a:cubicBezTo>
                                  <a:cubicBezTo>
                                    <a:pt x="224" y="224"/>
                                    <a:pt x="224" y="224"/>
                                    <a:pt x="224" y="224"/>
                                  </a:cubicBezTo>
                                  <a:cubicBezTo>
                                    <a:pt x="224" y="224"/>
                                    <a:pt x="224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5"/>
                                  </a:cubicBezTo>
                                  <a:cubicBezTo>
                                    <a:pt x="221" y="225"/>
                                    <a:pt x="221" y="225"/>
                                    <a:pt x="222" y="225"/>
                                  </a:cubicBezTo>
                                  <a:cubicBezTo>
                                    <a:pt x="222" y="225"/>
                                    <a:pt x="222" y="225"/>
                                    <a:pt x="222" y="225"/>
                                  </a:cubicBezTo>
                                  <a:cubicBezTo>
                                    <a:pt x="222" y="225"/>
                                    <a:pt x="222" y="225"/>
                                    <a:pt x="222" y="225"/>
                                  </a:cubicBezTo>
                                  <a:cubicBezTo>
                                    <a:pt x="222" y="224"/>
                                    <a:pt x="222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4" y="224"/>
                                    <a:pt x="224" y="224"/>
                                    <a:pt x="224" y="224"/>
                                  </a:cubicBezTo>
                                  <a:cubicBezTo>
                                    <a:pt x="224" y="225"/>
                                    <a:pt x="224" y="225"/>
                                    <a:pt x="223" y="225"/>
                                  </a:cubicBezTo>
                                  <a:cubicBezTo>
                                    <a:pt x="223" y="225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1" y="226"/>
                                    <a:pt x="221" y="226"/>
                                  </a:cubicBezTo>
                                  <a:cubicBezTo>
                                    <a:pt x="221" y="226"/>
                                    <a:pt x="221" y="226"/>
                                    <a:pt x="221" y="225"/>
                                  </a:cubicBezTo>
                                  <a:cubicBezTo>
                                    <a:pt x="221" y="225"/>
                                    <a:pt x="221" y="225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3"/>
                                  </a:cubicBezTo>
                                  <a:cubicBezTo>
                                    <a:pt x="221" y="223"/>
                                    <a:pt x="220" y="223"/>
                                    <a:pt x="220" y="222"/>
                                  </a:cubicBezTo>
                                  <a:cubicBezTo>
                                    <a:pt x="220" y="222"/>
                                    <a:pt x="220" y="222"/>
                                    <a:pt x="220" y="222"/>
                                  </a:cubicBezTo>
                                  <a:cubicBezTo>
                                    <a:pt x="220" y="222"/>
                                    <a:pt x="220" y="222"/>
                                    <a:pt x="220" y="222"/>
                                  </a:cubicBezTo>
                                  <a:cubicBezTo>
                                    <a:pt x="220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20" y="221"/>
                                  </a:cubicBezTo>
                                  <a:cubicBezTo>
                                    <a:pt x="220" y="221"/>
                                    <a:pt x="220" y="221"/>
                                    <a:pt x="220" y="221"/>
                                  </a:cubicBezTo>
                                  <a:cubicBezTo>
                                    <a:pt x="219" y="220"/>
                                    <a:pt x="219" y="220"/>
                                    <a:pt x="220" y="220"/>
                                  </a:cubicBezTo>
                                  <a:cubicBezTo>
                                    <a:pt x="220" y="220"/>
                                    <a:pt x="220" y="220"/>
                                    <a:pt x="220" y="220"/>
                                  </a:cubicBezTo>
                                  <a:cubicBezTo>
                                    <a:pt x="220" y="220"/>
                                    <a:pt x="220" y="220"/>
                                    <a:pt x="220" y="220"/>
                                  </a:cubicBezTo>
                                  <a:cubicBezTo>
                                    <a:pt x="220" y="219"/>
                                    <a:pt x="220" y="219"/>
                                    <a:pt x="220" y="219"/>
                                  </a:cubicBezTo>
                                  <a:cubicBezTo>
                                    <a:pt x="220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8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8"/>
                                  </a:cubicBezTo>
                                  <a:cubicBezTo>
                                    <a:pt x="221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3" y="217"/>
                                    <a:pt x="223" y="218"/>
                                  </a:cubicBezTo>
                                  <a:cubicBezTo>
                                    <a:pt x="223" y="217"/>
                                    <a:pt x="223" y="218"/>
                                    <a:pt x="223" y="218"/>
                                  </a:cubicBezTo>
                                  <a:cubicBezTo>
                                    <a:pt x="224" y="218"/>
                                    <a:pt x="224" y="218"/>
                                    <a:pt x="224" y="218"/>
                                  </a:cubicBezTo>
                                  <a:cubicBezTo>
                                    <a:pt x="224" y="217"/>
                                    <a:pt x="224" y="218"/>
                                    <a:pt x="224" y="218"/>
                                  </a:cubicBezTo>
                                  <a:cubicBezTo>
                                    <a:pt x="224" y="218"/>
                                    <a:pt x="224" y="218"/>
                                    <a:pt x="224" y="218"/>
                                  </a:cubicBezTo>
                                  <a:cubicBezTo>
                                    <a:pt x="224" y="218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1"/>
                                    <a:pt x="225" y="221"/>
                                  </a:cubicBezTo>
                                  <a:cubicBezTo>
                                    <a:pt x="225" y="221"/>
                                    <a:pt x="225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7" y="222"/>
                                  </a:cubicBezTo>
                                  <a:cubicBezTo>
                                    <a:pt x="227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0"/>
                                    <a:pt x="226" y="220"/>
                                  </a:cubicBezTo>
                                  <a:cubicBezTo>
                                    <a:pt x="226" y="220"/>
                                    <a:pt x="225" y="220"/>
                                    <a:pt x="226" y="219"/>
                                  </a:cubicBezTo>
                                  <a:cubicBezTo>
                                    <a:pt x="226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8"/>
                                    <a:pt x="225" y="219"/>
                                    <a:pt x="225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5" y="218"/>
                                    <a:pt x="225" y="218"/>
                                    <a:pt x="225" y="218"/>
                                  </a:cubicBezTo>
                                  <a:cubicBezTo>
                                    <a:pt x="225" y="218"/>
                                    <a:pt x="225" y="218"/>
                                    <a:pt x="225" y="218"/>
                                  </a:cubicBezTo>
                                  <a:cubicBezTo>
                                    <a:pt x="226" y="218"/>
                                    <a:pt x="226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5" y="217"/>
                                    <a:pt x="225" y="217"/>
                                    <a:pt x="225" y="217"/>
                                  </a:cubicBezTo>
                                  <a:cubicBezTo>
                                    <a:pt x="225" y="217"/>
                                    <a:pt x="225" y="217"/>
                                    <a:pt x="225" y="216"/>
                                  </a:cubicBezTo>
                                  <a:cubicBezTo>
                                    <a:pt x="225" y="216"/>
                                    <a:pt x="225" y="216"/>
                                    <a:pt x="225" y="216"/>
                                  </a:cubicBezTo>
                                  <a:cubicBezTo>
                                    <a:pt x="225" y="216"/>
                                    <a:pt x="225" y="215"/>
                                    <a:pt x="225" y="215"/>
                                  </a:cubicBezTo>
                                  <a:cubicBezTo>
                                    <a:pt x="225" y="215"/>
                                    <a:pt x="225" y="215"/>
                                    <a:pt x="225" y="215"/>
                                  </a:cubicBezTo>
                                  <a:cubicBezTo>
                                    <a:pt x="225" y="215"/>
                                    <a:pt x="225" y="215"/>
                                    <a:pt x="225" y="215"/>
                                  </a:cubicBezTo>
                                  <a:cubicBezTo>
                                    <a:pt x="226" y="215"/>
                                    <a:pt x="226" y="215"/>
                                    <a:pt x="226" y="215"/>
                                  </a:cubicBezTo>
                                  <a:cubicBezTo>
                                    <a:pt x="226" y="215"/>
                                    <a:pt x="226" y="215"/>
                                    <a:pt x="226" y="215"/>
                                  </a:cubicBezTo>
                                  <a:cubicBezTo>
                                    <a:pt x="226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6"/>
                                    <a:pt x="227" y="216"/>
                                    <a:pt x="227" y="216"/>
                                  </a:cubicBezTo>
                                  <a:cubicBezTo>
                                    <a:pt x="227" y="216"/>
                                    <a:pt x="227" y="216"/>
                                    <a:pt x="227" y="217"/>
                                  </a:cubicBezTo>
                                  <a:cubicBezTo>
                                    <a:pt x="227" y="217"/>
                                    <a:pt x="227" y="217"/>
                                    <a:pt x="227" y="217"/>
                                  </a:cubicBezTo>
                                  <a:cubicBezTo>
                                    <a:pt x="227" y="217"/>
                                    <a:pt x="227" y="218"/>
                                    <a:pt x="228" y="218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7" y="217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7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5"/>
                                  </a:cubicBezTo>
                                  <a:cubicBezTo>
                                    <a:pt x="228" y="215"/>
                                    <a:pt x="228" y="215"/>
                                    <a:pt x="228" y="215"/>
                                  </a:cubicBezTo>
                                  <a:cubicBezTo>
                                    <a:pt x="228" y="215"/>
                                    <a:pt x="228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30" y="216"/>
                                    <a:pt x="230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7"/>
                                  </a:cubicBezTo>
                                  <a:cubicBezTo>
                                    <a:pt x="229" y="217"/>
                                    <a:pt x="230" y="217"/>
                                    <a:pt x="230" y="217"/>
                                  </a:cubicBezTo>
                                  <a:cubicBezTo>
                                    <a:pt x="230" y="217"/>
                                    <a:pt x="230" y="217"/>
                                    <a:pt x="230" y="217"/>
                                  </a:cubicBezTo>
                                  <a:cubicBezTo>
                                    <a:pt x="230" y="216"/>
                                    <a:pt x="230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4"/>
                                    <a:pt x="230" y="214"/>
                                    <a:pt x="230" y="214"/>
                                  </a:cubicBezTo>
                                  <a:cubicBezTo>
                                    <a:pt x="229" y="214"/>
                                    <a:pt x="229" y="214"/>
                                    <a:pt x="229" y="214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30" y="214"/>
                                  </a:cubicBezTo>
                                  <a:cubicBezTo>
                                    <a:pt x="230" y="214"/>
                                    <a:pt x="230" y="214"/>
                                    <a:pt x="230" y="214"/>
                                  </a:cubicBezTo>
                                  <a:cubicBezTo>
                                    <a:pt x="230" y="214"/>
                                    <a:pt x="230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6"/>
                                    <a:pt x="232" y="216"/>
                                    <a:pt x="232" y="216"/>
                                  </a:cubicBezTo>
                                  <a:cubicBezTo>
                                    <a:pt x="232" y="216"/>
                                    <a:pt x="232" y="216"/>
                                    <a:pt x="232" y="217"/>
                                  </a:cubicBezTo>
                                  <a:cubicBezTo>
                                    <a:pt x="232" y="217"/>
                                    <a:pt x="232" y="217"/>
                                    <a:pt x="232" y="217"/>
                                  </a:cubicBezTo>
                                  <a:cubicBezTo>
                                    <a:pt x="232" y="217"/>
                                    <a:pt x="232" y="217"/>
                                    <a:pt x="232" y="217"/>
                                  </a:cubicBezTo>
                                  <a:cubicBezTo>
                                    <a:pt x="232" y="216"/>
                                    <a:pt x="232" y="216"/>
                                    <a:pt x="232" y="216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4"/>
                                  </a:cubicBezTo>
                                  <a:cubicBezTo>
                                    <a:pt x="233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6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4" y="216"/>
                                    <a:pt x="234" y="216"/>
                                  </a:cubicBezTo>
                                  <a:cubicBezTo>
                                    <a:pt x="234" y="216"/>
                                    <a:pt x="234" y="216"/>
                                    <a:pt x="234" y="216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5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8"/>
                                    <a:pt x="234" y="218"/>
                                  </a:cubicBezTo>
                                  <a:cubicBezTo>
                                    <a:pt x="235" y="218"/>
                                    <a:pt x="235" y="217"/>
                                    <a:pt x="235" y="217"/>
                                  </a:cubicBezTo>
                                  <a:cubicBezTo>
                                    <a:pt x="235" y="217"/>
                                    <a:pt x="235" y="217"/>
                                    <a:pt x="235" y="217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4" y="218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7" y="218"/>
                                    <a:pt x="237" y="218"/>
                                  </a:cubicBezTo>
                                  <a:close/>
                                  <a:moveTo>
                                    <a:pt x="226" y="217"/>
                                  </a:move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lose/>
                                  <a:moveTo>
                                    <a:pt x="232" y="218"/>
                                  </a:moveTo>
                                  <a:cubicBezTo>
                                    <a:pt x="232" y="218"/>
                                    <a:pt x="232" y="218"/>
                                    <a:pt x="232" y="218"/>
                                  </a:cubicBezTo>
                                  <a:close/>
                                  <a:moveTo>
                                    <a:pt x="234" y="217"/>
                                  </a:move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lose/>
                                  <a:moveTo>
                                    <a:pt x="214" y="239"/>
                                  </a:moveTo>
                                  <a:cubicBezTo>
                                    <a:pt x="214" y="239"/>
                                    <a:pt x="214" y="239"/>
                                    <a:pt x="214" y="239"/>
                                  </a:cubicBezTo>
                                  <a:cubicBezTo>
                                    <a:pt x="214" y="239"/>
                                    <a:pt x="213" y="239"/>
                                    <a:pt x="213" y="239"/>
                                  </a:cubicBezTo>
                                  <a:cubicBezTo>
                                    <a:pt x="213" y="239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1"/>
                                  </a:cubicBezTo>
                                  <a:cubicBezTo>
                                    <a:pt x="213" y="241"/>
                                    <a:pt x="214" y="241"/>
                                    <a:pt x="214" y="241"/>
                                  </a:cubicBezTo>
                                  <a:cubicBezTo>
                                    <a:pt x="214" y="240"/>
                                    <a:pt x="214" y="240"/>
                                    <a:pt x="214" y="240"/>
                                  </a:cubicBezTo>
                                  <a:cubicBezTo>
                                    <a:pt x="214" y="240"/>
                                    <a:pt x="214" y="239"/>
                                    <a:pt x="214" y="239"/>
                                  </a:cubicBezTo>
                                  <a:close/>
                                  <a:moveTo>
                                    <a:pt x="238" y="210"/>
                                  </a:moveTo>
                                  <a:cubicBezTo>
                                    <a:pt x="238" y="210"/>
                                    <a:pt x="238" y="210"/>
                                    <a:pt x="238" y="210"/>
                                  </a:cubicBezTo>
                                  <a:cubicBezTo>
                                    <a:pt x="238" y="211"/>
                                    <a:pt x="238" y="211"/>
                                    <a:pt x="238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5" y="210"/>
                                    <a:pt x="235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5" y="211"/>
                                    <a:pt x="235" y="211"/>
                                    <a:pt x="235" y="211"/>
                                  </a:cubicBezTo>
                                  <a:cubicBezTo>
                                    <a:pt x="235" y="211"/>
                                    <a:pt x="235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2"/>
                                    <a:pt x="236" y="212"/>
                                  </a:cubicBezTo>
                                  <a:cubicBezTo>
                                    <a:pt x="236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1"/>
                                    <a:pt x="235" y="211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2"/>
                                  </a:cubicBezTo>
                                  <a:cubicBezTo>
                                    <a:pt x="234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3"/>
                                    <a:pt x="233" y="213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2" y="212"/>
                                    <a:pt x="232" y="212"/>
                                    <a:pt x="232" y="212"/>
                                  </a:cubicBezTo>
                                  <a:cubicBezTo>
                                    <a:pt x="232" y="212"/>
                                    <a:pt x="232" y="213"/>
                                    <a:pt x="233" y="213"/>
                                  </a:cubicBezTo>
                                  <a:cubicBezTo>
                                    <a:pt x="233" y="213"/>
                                    <a:pt x="233" y="213"/>
                                    <a:pt x="232" y="213"/>
                                  </a:cubicBezTo>
                                  <a:cubicBezTo>
                                    <a:pt x="232" y="213"/>
                                    <a:pt x="232" y="213"/>
                                    <a:pt x="232" y="213"/>
                                  </a:cubicBezTo>
                                  <a:cubicBezTo>
                                    <a:pt x="232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2"/>
                                    <a:pt x="231" y="212"/>
                                    <a:pt x="231" y="212"/>
                                  </a:cubicBezTo>
                                  <a:cubicBezTo>
                                    <a:pt x="231" y="212"/>
                                    <a:pt x="231" y="212"/>
                                    <a:pt x="231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1"/>
                                    <a:pt x="230" y="211"/>
                                    <a:pt x="230" y="211"/>
                                  </a:cubicBezTo>
                                  <a:cubicBezTo>
                                    <a:pt x="229" y="211"/>
                                    <a:pt x="230" y="211"/>
                                    <a:pt x="230" y="211"/>
                                  </a:cubicBezTo>
                                  <a:cubicBezTo>
                                    <a:pt x="230" y="211"/>
                                    <a:pt x="230" y="211"/>
                                    <a:pt x="230" y="210"/>
                                  </a:cubicBezTo>
                                  <a:cubicBezTo>
                                    <a:pt x="230" y="210"/>
                                    <a:pt x="230" y="210"/>
                                    <a:pt x="230" y="211"/>
                                  </a:cubicBezTo>
                                  <a:cubicBezTo>
                                    <a:pt x="230" y="211"/>
                                    <a:pt x="230" y="211"/>
                                    <a:pt x="230" y="211"/>
                                  </a:cubicBezTo>
                                  <a:cubicBezTo>
                                    <a:pt x="230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2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0"/>
                                    <a:pt x="231" y="210"/>
                                  </a:cubicBezTo>
                                  <a:cubicBezTo>
                                    <a:pt x="231" y="210"/>
                                    <a:pt x="231" y="210"/>
                                    <a:pt x="231" y="210"/>
                                  </a:cubicBezTo>
                                  <a:cubicBezTo>
                                    <a:pt x="230" y="210"/>
                                    <a:pt x="230" y="210"/>
                                    <a:pt x="231" y="210"/>
                                  </a:cubicBezTo>
                                  <a:cubicBezTo>
                                    <a:pt x="231" y="209"/>
                                    <a:pt x="231" y="209"/>
                                    <a:pt x="231" y="209"/>
                                  </a:cubicBezTo>
                                  <a:cubicBezTo>
                                    <a:pt x="231" y="210"/>
                                    <a:pt x="231" y="210"/>
                                    <a:pt x="232" y="210"/>
                                  </a:cubicBezTo>
                                  <a:cubicBezTo>
                                    <a:pt x="232" y="210"/>
                                    <a:pt x="232" y="210"/>
                                    <a:pt x="232" y="210"/>
                                  </a:cubicBezTo>
                                  <a:cubicBezTo>
                                    <a:pt x="232" y="209"/>
                                    <a:pt x="232" y="209"/>
                                    <a:pt x="232" y="210"/>
                                  </a:cubicBezTo>
                                  <a:cubicBezTo>
                                    <a:pt x="232" y="210"/>
                                    <a:pt x="233" y="210"/>
                                    <a:pt x="233" y="210"/>
                                  </a:cubicBezTo>
                                  <a:cubicBezTo>
                                    <a:pt x="233" y="210"/>
                                    <a:pt x="233" y="210"/>
                                    <a:pt x="233" y="210"/>
                                  </a:cubicBezTo>
                                  <a:cubicBezTo>
                                    <a:pt x="232" y="209"/>
                                    <a:pt x="233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3" y="209"/>
                                    <a:pt x="233" y="209"/>
                                  </a:cubicBezTo>
                                  <a:cubicBezTo>
                                    <a:pt x="233" y="209"/>
                                    <a:pt x="233" y="209"/>
                                    <a:pt x="233" y="209"/>
                                  </a:cubicBezTo>
                                  <a:cubicBezTo>
                                    <a:pt x="233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3" y="208"/>
                                    <a:pt x="233" y="207"/>
                                    <a:pt x="233" y="207"/>
                                  </a:cubicBezTo>
                                  <a:cubicBezTo>
                                    <a:pt x="233" y="208"/>
                                    <a:pt x="233" y="208"/>
                                    <a:pt x="233" y="208"/>
                                  </a:cubicBezTo>
                                  <a:cubicBezTo>
                                    <a:pt x="233" y="208"/>
                                    <a:pt x="233" y="208"/>
                                    <a:pt x="233" y="207"/>
                                  </a:cubicBezTo>
                                  <a:cubicBezTo>
                                    <a:pt x="233" y="207"/>
                                    <a:pt x="233" y="207"/>
                                    <a:pt x="233" y="207"/>
                                  </a:cubicBezTo>
                                  <a:cubicBezTo>
                                    <a:pt x="233" y="207"/>
                                    <a:pt x="233" y="207"/>
                                    <a:pt x="233" y="207"/>
                                  </a:cubicBezTo>
                                  <a:cubicBezTo>
                                    <a:pt x="233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8"/>
                                    <a:pt x="234" y="208"/>
                                  </a:cubicBezTo>
                                  <a:cubicBezTo>
                                    <a:pt x="234" y="208"/>
                                    <a:pt x="234" y="208"/>
                                    <a:pt x="234" y="208"/>
                                  </a:cubicBezTo>
                                  <a:cubicBezTo>
                                    <a:pt x="235" y="208"/>
                                    <a:pt x="235" y="208"/>
                                    <a:pt x="234" y="208"/>
                                  </a:cubicBezTo>
                                  <a:cubicBezTo>
                                    <a:pt x="234" y="208"/>
                                    <a:pt x="234" y="209"/>
                                    <a:pt x="234" y="209"/>
                                  </a:cubicBezTo>
                                  <a:cubicBezTo>
                                    <a:pt x="234" y="209"/>
                                    <a:pt x="234" y="209"/>
                                    <a:pt x="234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9"/>
                                    <a:pt x="236" y="209"/>
                                  </a:cubicBezTo>
                                  <a:cubicBezTo>
                                    <a:pt x="236" y="209"/>
                                    <a:pt x="236" y="209"/>
                                    <a:pt x="236" y="209"/>
                                  </a:cubicBezTo>
                                  <a:cubicBezTo>
                                    <a:pt x="236" y="209"/>
                                    <a:pt x="236" y="209"/>
                                    <a:pt x="236" y="209"/>
                                  </a:cubicBezTo>
                                  <a:cubicBezTo>
                                    <a:pt x="236" y="208"/>
                                    <a:pt x="237" y="208"/>
                                    <a:pt x="237" y="208"/>
                                  </a:cubicBezTo>
                                  <a:cubicBezTo>
                                    <a:pt x="237" y="209"/>
                                    <a:pt x="237" y="209"/>
                                    <a:pt x="237" y="209"/>
                                  </a:cubicBezTo>
                                  <a:cubicBezTo>
                                    <a:pt x="237" y="209"/>
                                    <a:pt x="237" y="209"/>
                                    <a:pt x="237" y="209"/>
                                  </a:cubicBezTo>
                                  <a:cubicBezTo>
                                    <a:pt x="237" y="209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09"/>
                                  </a:cubicBezTo>
                                  <a:cubicBezTo>
                                    <a:pt x="237" y="209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09"/>
                                    <a:pt x="237" y="209"/>
                                  </a:cubicBezTo>
                                  <a:cubicBezTo>
                                    <a:pt x="238" y="209"/>
                                    <a:pt x="238" y="209"/>
                                    <a:pt x="238" y="209"/>
                                  </a:cubicBezTo>
                                  <a:cubicBezTo>
                                    <a:pt x="238" y="209"/>
                                    <a:pt x="238" y="210"/>
                                    <a:pt x="238" y="210"/>
                                  </a:cubicBezTo>
                                  <a:close/>
                                  <a:moveTo>
                                    <a:pt x="228" y="214"/>
                                  </a:moveTo>
                                  <a:cubicBezTo>
                                    <a:pt x="228" y="215"/>
                                    <a:pt x="228" y="215"/>
                                    <a:pt x="228" y="215"/>
                                  </a:cubicBezTo>
                                  <a:cubicBezTo>
                                    <a:pt x="228" y="215"/>
                                    <a:pt x="228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6"/>
                                    <a:pt x="230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4"/>
                                    <a:pt x="229" y="214"/>
                                  </a:cubicBezTo>
                                  <a:cubicBezTo>
                                    <a:pt x="229" y="214"/>
                                    <a:pt x="229" y="214"/>
                                    <a:pt x="229" y="214"/>
                                  </a:cubicBezTo>
                                  <a:cubicBezTo>
                                    <a:pt x="228" y="214"/>
                                    <a:pt x="228" y="214"/>
                                    <a:pt x="228" y="214"/>
                                  </a:cubicBezTo>
                                  <a:cubicBezTo>
                                    <a:pt x="228" y="214"/>
                                    <a:pt x="228" y="214"/>
                                    <a:pt x="228" y="214"/>
                                  </a:cubicBezTo>
                                  <a:cubicBezTo>
                                    <a:pt x="227" y="214"/>
                                    <a:pt x="227" y="214"/>
                                    <a:pt x="228" y="214"/>
                                  </a:cubicBezTo>
                                  <a:close/>
                                  <a:moveTo>
                                    <a:pt x="225" y="231"/>
                                  </a:move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2"/>
                                  </a:cubicBezTo>
                                  <a:cubicBezTo>
                                    <a:pt x="223" y="232"/>
                                    <a:pt x="223" y="232"/>
                                    <a:pt x="224" y="232"/>
                                  </a:cubicBezTo>
                                  <a:cubicBezTo>
                                    <a:pt x="224" y="232"/>
                                    <a:pt x="224" y="232"/>
                                    <a:pt x="224" y="232"/>
                                  </a:cubicBezTo>
                                  <a:cubicBezTo>
                                    <a:pt x="225" y="232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lose/>
                                  <a:moveTo>
                                    <a:pt x="228" y="212"/>
                                  </a:moveTo>
                                  <a:cubicBezTo>
                                    <a:pt x="229" y="212"/>
                                    <a:pt x="229" y="212"/>
                                    <a:pt x="229" y="211"/>
                                  </a:cubicBezTo>
                                  <a:cubicBezTo>
                                    <a:pt x="229" y="211"/>
                                    <a:pt x="229" y="211"/>
                                    <a:pt x="229" y="211"/>
                                  </a:cubicBezTo>
                                  <a:cubicBezTo>
                                    <a:pt x="229" y="211"/>
                                    <a:pt x="229" y="211"/>
                                    <a:pt x="229" y="211"/>
                                  </a:cubicBezTo>
                                  <a:cubicBezTo>
                                    <a:pt x="229" y="212"/>
                                    <a:pt x="229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1" y="213"/>
                                  </a:cubicBezTo>
                                  <a:cubicBezTo>
                                    <a:pt x="231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2" y="213"/>
                                    <a:pt x="232" y="213"/>
                                  </a:cubicBezTo>
                                  <a:cubicBezTo>
                                    <a:pt x="232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4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0" y="213"/>
                                    <a:pt x="230" y="213"/>
                                  </a:cubicBezTo>
                                  <a:cubicBezTo>
                                    <a:pt x="230" y="213"/>
                                    <a:pt x="230" y="213"/>
                                    <a:pt x="230" y="213"/>
                                  </a:cubicBezTo>
                                  <a:cubicBezTo>
                                    <a:pt x="230" y="213"/>
                                    <a:pt x="230" y="213"/>
                                    <a:pt x="229" y="213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8" y="212"/>
                                    <a:pt x="228" y="212"/>
                                    <a:pt x="228" y="212"/>
                                  </a:cubicBezTo>
                                  <a:close/>
                                  <a:moveTo>
                                    <a:pt x="239" y="210"/>
                                  </a:moveTo>
                                  <a:cubicBezTo>
                                    <a:pt x="239" y="210"/>
                                    <a:pt x="239" y="210"/>
                                    <a:pt x="239" y="210"/>
                                  </a:cubicBezTo>
                                  <a:cubicBezTo>
                                    <a:pt x="239" y="210"/>
                                    <a:pt x="239" y="210"/>
                                    <a:pt x="239" y="210"/>
                                  </a:cubicBezTo>
                                  <a:cubicBezTo>
                                    <a:pt x="239" y="210"/>
                                    <a:pt x="239" y="210"/>
                                    <a:pt x="238" y="210"/>
                                  </a:cubicBezTo>
                                  <a:cubicBezTo>
                                    <a:pt x="238" y="210"/>
                                    <a:pt x="238" y="211"/>
                                    <a:pt x="238" y="211"/>
                                  </a:cubicBezTo>
                                  <a:cubicBezTo>
                                    <a:pt x="238" y="211"/>
                                    <a:pt x="238" y="211"/>
                                    <a:pt x="238" y="211"/>
                                  </a:cubicBezTo>
                                  <a:cubicBezTo>
                                    <a:pt x="238" y="211"/>
                                    <a:pt x="239" y="211"/>
                                    <a:pt x="239" y="211"/>
                                  </a:cubicBezTo>
                                  <a:cubicBezTo>
                                    <a:pt x="239" y="211"/>
                                    <a:pt x="239" y="211"/>
                                    <a:pt x="239" y="211"/>
                                  </a:cubicBezTo>
                                  <a:cubicBezTo>
                                    <a:pt x="239" y="211"/>
                                    <a:pt x="239" y="210"/>
                                    <a:pt x="239" y="210"/>
                                  </a:cubicBezTo>
                                  <a:close/>
                                  <a:moveTo>
                                    <a:pt x="233" y="214"/>
                                  </a:moveTo>
                                  <a:cubicBezTo>
                                    <a:pt x="233" y="214"/>
                                    <a:pt x="233" y="214"/>
                                    <a:pt x="233" y="214"/>
                                  </a:cubicBezTo>
                                  <a:cubicBezTo>
                                    <a:pt x="233" y="213"/>
                                    <a:pt x="233" y="213"/>
                                    <a:pt x="233" y="213"/>
                                  </a:cubicBezTo>
                                  <a:cubicBezTo>
                                    <a:pt x="232" y="213"/>
                                    <a:pt x="232" y="213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3" y="214"/>
                                    <a:pt x="233" y="214"/>
                                    <a:pt x="233" y="214"/>
                                  </a:cubicBezTo>
                                  <a:close/>
                                  <a:moveTo>
                                    <a:pt x="235" y="214"/>
                                  </a:move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5"/>
                                    <a:pt x="235" y="215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lose/>
                                  <a:moveTo>
                                    <a:pt x="225" y="220"/>
                                  </a:moveTo>
                                  <a:cubicBezTo>
                                    <a:pt x="225" y="220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lose/>
                                  <a:moveTo>
                                    <a:pt x="232" y="209"/>
                                  </a:move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10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1" y="209"/>
                                  </a:cubicBezTo>
                                  <a:cubicBezTo>
                                    <a:pt x="231" y="209"/>
                                    <a:pt x="231" y="209"/>
                                    <a:pt x="231" y="209"/>
                                  </a:cubicBezTo>
                                  <a:cubicBezTo>
                                    <a:pt x="231" y="209"/>
                                    <a:pt x="231" y="209"/>
                                    <a:pt x="232" y="209"/>
                                  </a:cubicBezTo>
                                  <a:close/>
                                  <a:moveTo>
                                    <a:pt x="224" y="229"/>
                                  </a:move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30"/>
                                    <a:pt x="224" y="230"/>
                                    <a:pt x="224" y="229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27" y="227"/>
                                  </a:move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lose/>
                                  <a:moveTo>
                                    <a:pt x="223" y="227"/>
                                  </a:moveTo>
                                  <a:cubicBezTo>
                                    <a:pt x="223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3" y="227"/>
                                    <a:pt x="223" y="227"/>
                                  </a:cubicBezTo>
                                  <a:close/>
                                  <a:moveTo>
                                    <a:pt x="236" y="221"/>
                                  </a:move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lose/>
                                  <a:moveTo>
                                    <a:pt x="235" y="216"/>
                                  </a:moveTo>
                                  <a:cubicBezTo>
                                    <a:pt x="236" y="216"/>
                                    <a:pt x="236" y="216"/>
                                    <a:pt x="236" y="216"/>
                                  </a:cubicBezTo>
                                  <a:cubicBezTo>
                                    <a:pt x="236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0"/>
                                    <a:pt x="221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161" y="253"/>
                                  </a:moveTo>
                                  <a:cubicBezTo>
                                    <a:pt x="162" y="253"/>
                                    <a:pt x="162" y="253"/>
                                    <a:pt x="162" y="253"/>
                                  </a:cubicBezTo>
                                  <a:cubicBezTo>
                                    <a:pt x="162" y="253"/>
                                    <a:pt x="163" y="253"/>
                                    <a:pt x="164" y="253"/>
                                  </a:cubicBezTo>
                                  <a:cubicBezTo>
                                    <a:pt x="164" y="253"/>
                                    <a:pt x="163" y="253"/>
                                    <a:pt x="163" y="252"/>
                                  </a:cubicBezTo>
                                  <a:cubicBezTo>
                                    <a:pt x="163" y="252"/>
                                    <a:pt x="162" y="252"/>
                                    <a:pt x="162" y="252"/>
                                  </a:cubicBezTo>
                                  <a:cubicBezTo>
                                    <a:pt x="162" y="252"/>
                                    <a:pt x="161" y="252"/>
                                    <a:pt x="161" y="252"/>
                                  </a:cubicBezTo>
                                  <a:cubicBezTo>
                                    <a:pt x="161" y="252"/>
                                    <a:pt x="161" y="251"/>
                                    <a:pt x="161" y="251"/>
                                  </a:cubicBezTo>
                                  <a:cubicBezTo>
                                    <a:pt x="161" y="250"/>
                                    <a:pt x="161" y="250"/>
                                    <a:pt x="161" y="250"/>
                                  </a:cubicBezTo>
                                  <a:cubicBezTo>
                                    <a:pt x="161" y="249"/>
                                    <a:pt x="161" y="249"/>
                                    <a:pt x="160" y="249"/>
                                  </a:cubicBezTo>
                                  <a:cubicBezTo>
                                    <a:pt x="160" y="249"/>
                                    <a:pt x="160" y="249"/>
                                    <a:pt x="160" y="249"/>
                                  </a:cubicBezTo>
                                  <a:cubicBezTo>
                                    <a:pt x="160" y="249"/>
                                    <a:pt x="159" y="249"/>
                                    <a:pt x="159" y="249"/>
                                  </a:cubicBezTo>
                                  <a:cubicBezTo>
                                    <a:pt x="158" y="249"/>
                                    <a:pt x="158" y="249"/>
                                    <a:pt x="158" y="249"/>
                                  </a:cubicBezTo>
                                  <a:cubicBezTo>
                                    <a:pt x="158" y="249"/>
                                    <a:pt x="158" y="249"/>
                                    <a:pt x="157" y="250"/>
                                  </a:cubicBezTo>
                                  <a:cubicBezTo>
                                    <a:pt x="157" y="250"/>
                                    <a:pt x="157" y="250"/>
                                    <a:pt x="157" y="250"/>
                                  </a:cubicBezTo>
                                  <a:cubicBezTo>
                                    <a:pt x="156" y="250"/>
                                    <a:pt x="156" y="250"/>
                                    <a:pt x="156" y="251"/>
                                  </a:cubicBezTo>
                                  <a:cubicBezTo>
                                    <a:pt x="156" y="251"/>
                                    <a:pt x="155" y="251"/>
                                    <a:pt x="155" y="251"/>
                                  </a:cubicBezTo>
                                  <a:cubicBezTo>
                                    <a:pt x="155" y="251"/>
                                    <a:pt x="155" y="250"/>
                                    <a:pt x="154" y="250"/>
                                  </a:cubicBezTo>
                                  <a:cubicBezTo>
                                    <a:pt x="154" y="250"/>
                                    <a:pt x="154" y="250"/>
                                    <a:pt x="154" y="251"/>
                                  </a:cubicBezTo>
                                  <a:cubicBezTo>
                                    <a:pt x="154" y="251"/>
                                    <a:pt x="154" y="251"/>
                                    <a:pt x="154" y="251"/>
                                  </a:cubicBezTo>
                                  <a:cubicBezTo>
                                    <a:pt x="154" y="252"/>
                                    <a:pt x="153" y="252"/>
                                    <a:pt x="153" y="252"/>
                                  </a:cubicBezTo>
                                  <a:cubicBezTo>
                                    <a:pt x="153" y="253"/>
                                    <a:pt x="153" y="253"/>
                                    <a:pt x="153" y="253"/>
                                  </a:cubicBezTo>
                                  <a:cubicBezTo>
                                    <a:pt x="153" y="253"/>
                                    <a:pt x="152" y="254"/>
                                    <a:pt x="152" y="254"/>
                                  </a:cubicBezTo>
                                  <a:cubicBezTo>
                                    <a:pt x="152" y="254"/>
                                    <a:pt x="152" y="254"/>
                                    <a:pt x="151" y="254"/>
                                  </a:cubicBezTo>
                                  <a:cubicBezTo>
                                    <a:pt x="151" y="254"/>
                                    <a:pt x="151" y="255"/>
                                    <a:pt x="151" y="255"/>
                                  </a:cubicBezTo>
                                  <a:cubicBezTo>
                                    <a:pt x="151" y="255"/>
                                    <a:pt x="151" y="256"/>
                                    <a:pt x="151" y="256"/>
                                  </a:cubicBezTo>
                                  <a:cubicBezTo>
                                    <a:pt x="151" y="256"/>
                                    <a:pt x="151" y="256"/>
                                    <a:pt x="151" y="256"/>
                                  </a:cubicBezTo>
                                  <a:cubicBezTo>
                                    <a:pt x="151" y="256"/>
                                    <a:pt x="151" y="256"/>
                                    <a:pt x="151" y="256"/>
                                  </a:cubicBezTo>
                                  <a:cubicBezTo>
                                    <a:pt x="152" y="256"/>
                                    <a:pt x="154" y="257"/>
                                    <a:pt x="155" y="256"/>
                                  </a:cubicBezTo>
                                  <a:cubicBezTo>
                                    <a:pt x="155" y="256"/>
                                    <a:pt x="155" y="256"/>
                                    <a:pt x="155" y="256"/>
                                  </a:cubicBezTo>
                                  <a:cubicBezTo>
                                    <a:pt x="155" y="256"/>
                                    <a:pt x="155" y="255"/>
                                    <a:pt x="155" y="255"/>
                                  </a:cubicBezTo>
                                  <a:cubicBezTo>
                                    <a:pt x="156" y="255"/>
                                    <a:pt x="156" y="254"/>
                                    <a:pt x="157" y="254"/>
                                  </a:cubicBezTo>
                                  <a:cubicBezTo>
                                    <a:pt x="158" y="253"/>
                                    <a:pt x="160" y="254"/>
                                    <a:pt x="161" y="254"/>
                                  </a:cubicBezTo>
                                  <a:cubicBezTo>
                                    <a:pt x="161" y="254"/>
                                    <a:pt x="161" y="253"/>
                                    <a:pt x="161" y="253"/>
                                  </a:cubicBezTo>
                                  <a:cubicBezTo>
                                    <a:pt x="161" y="253"/>
                                    <a:pt x="161" y="253"/>
                                    <a:pt x="161" y="253"/>
                                  </a:cubicBezTo>
                                  <a:close/>
                                  <a:moveTo>
                                    <a:pt x="131" y="268"/>
                                  </a:moveTo>
                                  <a:cubicBezTo>
                                    <a:pt x="131" y="269"/>
                                    <a:pt x="130" y="269"/>
                                    <a:pt x="130" y="269"/>
                                  </a:cubicBezTo>
                                  <a:cubicBezTo>
                                    <a:pt x="129" y="270"/>
                                    <a:pt x="129" y="270"/>
                                    <a:pt x="128" y="270"/>
                                  </a:cubicBezTo>
                                  <a:cubicBezTo>
                                    <a:pt x="128" y="271"/>
                                    <a:pt x="128" y="271"/>
                                    <a:pt x="128" y="271"/>
                                  </a:cubicBezTo>
                                  <a:cubicBezTo>
                                    <a:pt x="128" y="272"/>
                                    <a:pt x="127" y="272"/>
                                    <a:pt x="127" y="272"/>
                                  </a:cubicBezTo>
                                  <a:cubicBezTo>
                                    <a:pt x="127" y="272"/>
                                    <a:pt x="126" y="273"/>
                                    <a:pt x="126" y="273"/>
                                  </a:cubicBezTo>
                                  <a:cubicBezTo>
                                    <a:pt x="126" y="273"/>
                                    <a:pt x="126" y="273"/>
                                    <a:pt x="126" y="273"/>
                                  </a:cubicBezTo>
                                  <a:cubicBezTo>
                                    <a:pt x="126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4"/>
                                    <a:pt x="125" y="274"/>
                                  </a:cubicBezTo>
                                  <a:cubicBezTo>
                                    <a:pt x="125" y="274"/>
                                    <a:pt x="125" y="274"/>
                                    <a:pt x="125" y="274"/>
                                  </a:cubicBezTo>
                                  <a:cubicBezTo>
                                    <a:pt x="125" y="273"/>
                                    <a:pt x="125" y="273"/>
                                    <a:pt x="125" y="274"/>
                                  </a:cubicBezTo>
                                  <a:cubicBezTo>
                                    <a:pt x="124" y="274"/>
                                    <a:pt x="124" y="274"/>
                                    <a:pt x="124" y="274"/>
                                  </a:cubicBezTo>
                                  <a:cubicBezTo>
                                    <a:pt x="123" y="274"/>
                                    <a:pt x="124" y="274"/>
                                    <a:pt x="124" y="274"/>
                                  </a:cubicBezTo>
                                  <a:cubicBezTo>
                                    <a:pt x="124" y="274"/>
                                    <a:pt x="124" y="274"/>
                                    <a:pt x="124" y="274"/>
                                  </a:cubicBezTo>
                                  <a:cubicBezTo>
                                    <a:pt x="124" y="273"/>
                                    <a:pt x="124" y="273"/>
                                    <a:pt x="124" y="273"/>
                                  </a:cubicBezTo>
                                  <a:cubicBezTo>
                                    <a:pt x="125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2"/>
                                    <a:pt x="125" y="272"/>
                                  </a:cubicBezTo>
                                  <a:cubicBezTo>
                                    <a:pt x="125" y="272"/>
                                    <a:pt x="125" y="272"/>
                                    <a:pt x="125" y="272"/>
                                  </a:cubicBezTo>
                                  <a:cubicBezTo>
                                    <a:pt x="125" y="272"/>
                                    <a:pt x="125" y="272"/>
                                    <a:pt x="125" y="272"/>
                                  </a:cubicBezTo>
                                  <a:cubicBezTo>
                                    <a:pt x="125" y="271"/>
                                    <a:pt x="125" y="271"/>
                                    <a:pt x="125" y="271"/>
                                  </a:cubicBezTo>
                                  <a:cubicBezTo>
                                    <a:pt x="125" y="270"/>
                                    <a:pt x="126" y="270"/>
                                    <a:pt x="126" y="270"/>
                                  </a:cubicBezTo>
                                  <a:cubicBezTo>
                                    <a:pt x="126" y="270"/>
                                    <a:pt x="126" y="270"/>
                                    <a:pt x="126" y="270"/>
                                  </a:cubicBezTo>
                                  <a:cubicBezTo>
                                    <a:pt x="126" y="270"/>
                                    <a:pt x="127" y="270"/>
                                    <a:pt x="127" y="270"/>
                                  </a:cubicBezTo>
                                  <a:cubicBezTo>
                                    <a:pt x="127" y="270"/>
                                    <a:pt x="127" y="270"/>
                                    <a:pt x="128" y="270"/>
                                  </a:cubicBezTo>
                                  <a:cubicBezTo>
                                    <a:pt x="128" y="270"/>
                                    <a:pt x="128" y="270"/>
                                    <a:pt x="128" y="270"/>
                                  </a:cubicBezTo>
                                  <a:cubicBezTo>
                                    <a:pt x="128" y="269"/>
                                    <a:pt x="128" y="269"/>
                                    <a:pt x="128" y="269"/>
                                  </a:cubicBezTo>
                                  <a:cubicBezTo>
                                    <a:pt x="128" y="269"/>
                                    <a:pt x="128" y="269"/>
                                    <a:pt x="128" y="269"/>
                                  </a:cubicBezTo>
                                  <a:cubicBezTo>
                                    <a:pt x="128" y="269"/>
                                    <a:pt x="128" y="268"/>
                                    <a:pt x="128" y="268"/>
                                  </a:cubicBezTo>
                                  <a:cubicBezTo>
                                    <a:pt x="128" y="268"/>
                                    <a:pt x="128" y="267"/>
                                    <a:pt x="128" y="267"/>
                                  </a:cubicBezTo>
                                  <a:cubicBezTo>
                                    <a:pt x="128" y="267"/>
                                    <a:pt x="129" y="267"/>
                                    <a:pt x="129" y="267"/>
                                  </a:cubicBezTo>
                                  <a:cubicBezTo>
                                    <a:pt x="129" y="267"/>
                                    <a:pt x="129" y="267"/>
                                    <a:pt x="130" y="266"/>
                                  </a:cubicBezTo>
                                  <a:cubicBezTo>
                                    <a:pt x="130" y="266"/>
                                    <a:pt x="131" y="266"/>
                                    <a:pt x="131" y="267"/>
                                  </a:cubicBezTo>
                                  <a:cubicBezTo>
                                    <a:pt x="131" y="267"/>
                                    <a:pt x="131" y="267"/>
                                    <a:pt x="132" y="267"/>
                                  </a:cubicBezTo>
                                  <a:cubicBezTo>
                                    <a:pt x="132" y="267"/>
                                    <a:pt x="132" y="267"/>
                                    <a:pt x="132" y="267"/>
                                  </a:cubicBezTo>
                                  <a:cubicBezTo>
                                    <a:pt x="132" y="267"/>
                                    <a:pt x="132" y="267"/>
                                    <a:pt x="132" y="267"/>
                                  </a:cubicBezTo>
                                  <a:cubicBezTo>
                                    <a:pt x="132" y="268"/>
                                    <a:pt x="131" y="268"/>
                                    <a:pt x="132" y="268"/>
                                  </a:cubicBezTo>
                                  <a:cubicBezTo>
                                    <a:pt x="132" y="268"/>
                                    <a:pt x="132" y="268"/>
                                    <a:pt x="131" y="268"/>
                                  </a:cubicBezTo>
                                  <a:close/>
                                  <a:moveTo>
                                    <a:pt x="66" y="285"/>
                                  </a:moveTo>
                                  <a:cubicBezTo>
                                    <a:pt x="66" y="285"/>
                                    <a:pt x="66" y="285"/>
                                    <a:pt x="66" y="285"/>
                                  </a:cubicBezTo>
                                  <a:cubicBezTo>
                                    <a:pt x="66" y="285"/>
                                    <a:pt x="66" y="285"/>
                                    <a:pt x="65" y="285"/>
                                  </a:cubicBezTo>
                                  <a:cubicBezTo>
                                    <a:pt x="65" y="285"/>
                                    <a:pt x="65" y="285"/>
                                    <a:pt x="64" y="285"/>
                                  </a:cubicBezTo>
                                  <a:cubicBezTo>
                                    <a:pt x="64" y="285"/>
                                    <a:pt x="64" y="284"/>
                                    <a:pt x="64" y="284"/>
                                  </a:cubicBezTo>
                                  <a:cubicBezTo>
                                    <a:pt x="64" y="284"/>
                                    <a:pt x="63" y="284"/>
                                    <a:pt x="63" y="284"/>
                                  </a:cubicBezTo>
                                  <a:cubicBezTo>
                                    <a:pt x="63" y="284"/>
                                    <a:pt x="63" y="284"/>
                                    <a:pt x="62" y="285"/>
                                  </a:cubicBezTo>
                                  <a:cubicBezTo>
                                    <a:pt x="62" y="285"/>
                                    <a:pt x="62" y="285"/>
                                    <a:pt x="63" y="285"/>
                                  </a:cubicBezTo>
                                  <a:cubicBezTo>
                                    <a:pt x="63" y="285"/>
                                    <a:pt x="63" y="285"/>
                                    <a:pt x="63" y="286"/>
                                  </a:cubicBezTo>
                                  <a:cubicBezTo>
                                    <a:pt x="63" y="286"/>
                                    <a:pt x="63" y="286"/>
                                    <a:pt x="64" y="286"/>
                                  </a:cubicBezTo>
                                  <a:cubicBezTo>
                                    <a:pt x="64" y="286"/>
                                    <a:pt x="64" y="286"/>
                                    <a:pt x="64" y="286"/>
                                  </a:cubicBezTo>
                                  <a:cubicBezTo>
                                    <a:pt x="64" y="286"/>
                                    <a:pt x="64" y="286"/>
                                    <a:pt x="64" y="287"/>
                                  </a:cubicBezTo>
                                  <a:cubicBezTo>
                                    <a:pt x="64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4" y="287"/>
                                    <a:pt x="64" y="287"/>
                                  </a:cubicBezTo>
                                  <a:cubicBezTo>
                                    <a:pt x="64" y="287"/>
                                    <a:pt x="64" y="287"/>
                                    <a:pt x="64" y="288"/>
                                  </a:cubicBezTo>
                                  <a:cubicBezTo>
                                    <a:pt x="64" y="288"/>
                                    <a:pt x="64" y="288"/>
                                    <a:pt x="64" y="288"/>
                                  </a:cubicBezTo>
                                  <a:cubicBezTo>
                                    <a:pt x="64" y="288"/>
                                    <a:pt x="64" y="287"/>
                                    <a:pt x="64" y="287"/>
                                  </a:cubicBezTo>
                                  <a:cubicBezTo>
                                    <a:pt x="64" y="287"/>
                                    <a:pt x="64" y="287"/>
                                    <a:pt x="65" y="287"/>
                                  </a:cubicBezTo>
                                  <a:cubicBezTo>
                                    <a:pt x="65" y="287"/>
                                    <a:pt x="65" y="287"/>
                                    <a:pt x="65" y="287"/>
                                  </a:cubicBezTo>
                                  <a:cubicBezTo>
                                    <a:pt x="65" y="286"/>
                                    <a:pt x="65" y="286"/>
                                    <a:pt x="65" y="286"/>
                                  </a:cubicBezTo>
                                  <a:cubicBezTo>
                                    <a:pt x="65" y="286"/>
                                    <a:pt x="65" y="286"/>
                                    <a:pt x="65" y="286"/>
                                  </a:cubicBezTo>
                                  <a:cubicBezTo>
                                    <a:pt x="65" y="286"/>
                                    <a:pt x="66" y="285"/>
                                    <a:pt x="66" y="285"/>
                                  </a:cubicBezTo>
                                  <a:close/>
                                  <a:moveTo>
                                    <a:pt x="142" y="265"/>
                                  </a:moveTo>
                                  <a:cubicBezTo>
                                    <a:pt x="142" y="265"/>
                                    <a:pt x="142" y="265"/>
                                    <a:pt x="142" y="265"/>
                                  </a:cubicBezTo>
                                  <a:cubicBezTo>
                                    <a:pt x="141" y="265"/>
                                    <a:pt x="141" y="265"/>
                                    <a:pt x="140" y="265"/>
                                  </a:cubicBezTo>
                                  <a:cubicBezTo>
                                    <a:pt x="140" y="265"/>
                                    <a:pt x="140" y="265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39" y="266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40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39" y="266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8" y="268"/>
                                    <a:pt x="138" y="267"/>
                                  </a:cubicBezTo>
                                  <a:cubicBezTo>
                                    <a:pt x="138" y="267"/>
                                    <a:pt x="138" y="267"/>
                                    <a:pt x="138" y="267"/>
                                  </a:cubicBezTo>
                                  <a:cubicBezTo>
                                    <a:pt x="138" y="267"/>
                                    <a:pt x="138" y="268"/>
                                    <a:pt x="138" y="268"/>
                                  </a:cubicBezTo>
                                  <a:cubicBezTo>
                                    <a:pt x="138" y="267"/>
                                    <a:pt x="138" y="268"/>
                                    <a:pt x="137" y="268"/>
                                  </a:cubicBezTo>
                                  <a:cubicBezTo>
                                    <a:pt x="137" y="268"/>
                                    <a:pt x="137" y="268"/>
                                    <a:pt x="137" y="268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8"/>
                                    <a:pt x="137" y="268"/>
                                    <a:pt x="137" y="268"/>
                                  </a:cubicBezTo>
                                  <a:cubicBezTo>
                                    <a:pt x="136" y="268"/>
                                    <a:pt x="136" y="268"/>
                                    <a:pt x="136" y="268"/>
                                  </a:cubicBezTo>
                                  <a:cubicBezTo>
                                    <a:pt x="136" y="268"/>
                                    <a:pt x="136" y="268"/>
                                    <a:pt x="135" y="268"/>
                                  </a:cubicBezTo>
                                  <a:cubicBezTo>
                                    <a:pt x="135" y="269"/>
                                    <a:pt x="135" y="269"/>
                                    <a:pt x="134" y="269"/>
                                  </a:cubicBezTo>
                                  <a:cubicBezTo>
                                    <a:pt x="134" y="269"/>
                                    <a:pt x="134" y="269"/>
                                    <a:pt x="134" y="269"/>
                                  </a:cubicBezTo>
                                  <a:cubicBezTo>
                                    <a:pt x="134" y="270"/>
                                    <a:pt x="134" y="270"/>
                                    <a:pt x="134" y="269"/>
                                  </a:cubicBezTo>
                                  <a:cubicBezTo>
                                    <a:pt x="134" y="269"/>
                                    <a:pt x="133" y="269"/>
                                    <a:pt x="133" y="269"/>
                                  </a:cubicBezTo>
                                  <a:cubicBezTo>
                                    <a:pt x="133" y="269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69"/>
                                    <a:pt x="131" y="269"/>
                                    <a:pt x="132" y="269"/>
                                  </a:cubicBezTo>
                                  <a:cubicBezTo>
                                    <a:pt x="132" y="269"/>
                                    <a:pt x="132" y="269"/>
                                    <a:pt x="132" y="268"/>
                                  </a:cubicBezTo>
                                  <a:cubicBezTo>
                                    <a:pt x="132" y="268"/>
                                    <a:pt x="133" y="268"/>
                                    <a:pt x="133" y="268"/>
                                  </a:cubicBezTo>
                                  <a:cubicBezTo>
                                    <a:pt x="133" y="268"/>
                                    <a:pt x="133" y="268"/>
                                    <a:pt x="133" y="268"/>
                                  </a:cubicBezTo>
                                  <a:cubicBezTo>
                                    <a:pt x="133" y="268"/>
                                    <a:pt x="133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7"/>
                                    <a:pt x="135" y="268"/>
                                    <a:pt x="135" y="268"/>
                                  </a:cubicBezTo>
                                  <a:cubicBezTo>
                                    <a:pt x="135" y="267"/>
                                    <a:pt x="135" y="267"/>
                                    <a:pt x="135" y="267"/>
                                  </a:cubicBezTo>
                                  <a:cubicBezTo>
                                    <a:pt x="136" y="267"/>
                                    <a:pt x="136" y="267"/>
                                    <a:pt x="137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6"/>
                                    <a:pt x="137" y="266"/>
                                    <a:pt x="137" y="267"/>
                                  </a:cubicBezTo>
                                  <a:cubicBezTo>
                                    <a:pt x="137" y="267"/>
                                    <a:pt x="136" y="267"/>
                                    <a:pt x="136" y="266"/>
                                  </a:cubicBezTo>
                                  <a:cubicBezTo>
                                    <a:pt x="136" y="266"/>
                                    <a:pt x="136" y="266"/>
                                    <a:pt x="136" y="266"/>
                                  </a:cubicBezTo>
                                  <a:cubicBezTo>
                                    <a:pt x="136" y="266"/>
                                    <a:pt x="136" y="266"/>
                                    <a:pt x="136" y="266"/>
                                  </a:cubicBezTo>
                                  <a:cubicBezTo>
                                    <a:pt x="136" y="265"/>
                                    <a:pt x="137" y="265"/>
                                    <a:pt x="137" y="266"/>
                                  </a:cubicBezTo>
                                  <a:cubicBezTo>
                                    <a:pt x="137" y="266"/>
                                    <a:pt x="137" y="266"/>
                                    <a:pt x="137" y="266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8" y="265"/>
                                  </a:cubicBezTo>
                                  <a:cubicBezTo>
                                    <a:pt x="138" y="264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9" y="265"/>
                                    <a:pt x="139" y="265"/>
                                  </a:cubicBezTo>
                                  <a:cubicBezTo>
                                    <a:pt x="139" y="265"/>
                                    <a:pt x="139" y="265"/>
                                    <a:pt x="139" y="265"/>
                                  </a:cubicBezTo>
                                  <a:cubicBezTo>
                                    <a:pt x="139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4"/>
                                    <a:pt x="139" y="265"/>
                                  </a:cubicBezTo>
                                  <a:cubicBezTo>
                                    <a:pt x="139" y="265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7" y="264"/>
                                    <a:pt x="137" y="264"/>
                                    <a:pt x="137" y="264"/>
                                  </a:cubicBezTo>
                                  <a:cubicBezTo>
                                    <a:pt x="137" y="264"/>
                                    <a:pt x="137" y="264"/>
                                    <a:pt x="137" y="263"/>
                                  </a:cubicBezTo>
                                  <a:cubicBezTo>
                                    <a:pt x="137" y="263"/>
                                    <a:pt x="136" y="263"/>
                                    <a:pt x="136" y="263"/>
                                  </a:cubicBezTo>
                                  <a:cubicBezTo>
                                    <a:pt x="136" y="263"/>
                                    <a:pt x="136" y="263"/>
                                    <a:pt x="136" y="263"/>
                                  </a:cubicBezTo>
                                  <a:cubicBezTo>
                                    <a:pt x="136" y="263"/>
                                    <a:pt x="137" y="263"/>
                                    <a:pt x="137" y="262"/>
                                  </a:cubicBezTo>
                                  <a:cubicBezTo>
                                    <a:pt x="137" y="262"/>
                                    <a:pt x="137" y="262"/>
                                    <a:pt x="137" y="262"/>
                                  </a:cubicBezTo>
                                  <a:cubicBezTo>
                                    <a:pt x="138" y="262"/>
                                    <a:pt x="138" y="262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40" y="261"/>
                                    <a:pt x="140" y="261"/>
                                  </a:cubicBezTo>
                                  <a:cubicBezTo>
                                    <a:pt x="140" y="261"/>
                                    <a:pt x="140" y="261"/>
                                    <a:pt x="140" y="261"/>
                                  </a:cubicBezTo>
                                  <a:cubicBezTo>
                                    <a:pt x="140" y="262"/>
                                    <a:pt x="140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1" y="263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1" y="261"/>
                                  </a:cubicBezTo>
                                  <a:cubicBezTo>
                                    <a:pt x="141" y="261"/>
                                    <a:pt x="141" y="261"/>
                                    <a:pt x="141" y="261"/>
                                  </a:cubicBezTo>
                                  <a:cubicBezTo>
                                    <a:pt x="142" y="261"/>
                                    <a:pt x="141" y="261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3"/>
                                    <a:pt x="142" y="263"/>
                                    <a:pt x="142" y="263"/>
                                  </a:cubicBezTo>
                                  <a:cubicBezTo>
                                    <a:pt x="142" y="263"/>
                                    <a:pt x="141" y="263"/>
                                    <a:pt x="141" y="263"/>
                                  </a:cubicBezTo>
                                  <a:cubicBezTo>
                                    <a:pt x="141" y="263"/>
                                    <a:pt x="141" y="263"/>
                                    <a:pt x="141" y="263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0" y="264"/>
                                    <a:pt x="140" y="264"/>
                                  </a:cubicBezTo>
                                  <a:cubicBezTo>
                                    <a:pt x="140" y="264"/>
                                    <a:pt x="140" y="264"/>
                                    <a:pt x="140" y="264"/>
                                  </a:cubicBezTo>
                                  <a:cubicBezTo>
                                    <a:pt x="140" y="264"/>
                                    <a:pt x="140" y="265"/>
                                    <a:pt x="140" y="265"/>
                                  </a:cubicBezTo>
                                  <a:cubicBezTo>
                                    <a:pt x="140" y="265"/>
                                    <a:pt x="140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5"/>
                                    <a:pt x="141" y="265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5"/>
                                    <a:pt x="142" y="265"/>
                                  </a:cubicBezTo>
                                  <a:close/>
                                  <a:moveTo>
                                    <a:pt x="96" y="282"/>
                                  </a:moveTo>
                                  <a:cubicBezTo>
                                    <a:pt x="95" y="282"/>
                                    <a:pt x="95" y="282"/>
                                    <a:pt x="95" y="282"/>
                                  </a:cubicBezTo>
                                  <a:cubicBezTo>
                                    <a:pt x="95" y="282"/>
                                    <a:pt x="95" y="282"/>
                                    <a:pt x="95" y="282"/>
                                  </a:cubicBezTo>
                                  <a:cubicBezTo>
                                    <a:pt x="94" y="282"/>
                                    <a:pt x="94" y="282"/>
                                    <a:pt x="94" y="282"/>
                                  </a:cubicBezTo>
                                  <a:cubicBezTo>
                                    <a:pt x="94" y="282"/>
                                    <a:pt x="94" y="282"/>
                                    <a:pt x="94" y="282"/>
                                  </a:cubicBezTo>
                                  <a:cubicBezTo>
                                    <a:pt x="93" y="282"/>
                                    <a:pt x="92" y="282"/>
                                    <a:pt x="92" y="282"/>
                                  </a:cubicBezTo>
                                  <a:cubicBezTo>
                                    <a:pt x="91" y="282"/>
                                    <a:pt x="91" y="282"/>
                                    <a:pt x="90" y="282"/>
                                  </a:cubicBezTo>
                                  <a:cubicBezTo>
                                    <a:pt x="90" y="282"/>
                                    <a:pt x="91" y="282"/>
                                    <a:pt x="91" y="283"/>
                                  </a:cubicBezTo>
                                  <a:cubicBezTo>
                                    <a:pt x="91" y="283"/>
                                    <a:pt x="91" y="283"/>
                                    <a:pt x="92" y="283"/>
                                  </a:cubicBezTo>
                                  <a:cubicBezTo>
                                    <a:pt x="92" y="283"/>
                                    <a:pt x="93" y="283"/>
                                    <a:pt x="93" y="283"/>
                                  </a:cubicBezTo>
                                  <a:cubicBezTo>
                                    <a:pt x="93" y="283"/>
                                    <a:pt x="93" y="283"/>
                                    <a:pt x="93" y="283"/>
                                  </a:cubicBezTo>
                                  <a:cubicBezTo>
                                    <a:pt x="94" y="283"/>
                                    <a:pt x="94" y="283"/>
                                    <a:pt x="94" y="283"/>
                                  </a:cubicBezTo>
                                  <a:cubicBezTo>
                                    <a:pt x="94" y="283"/>
                                    <a:pt x="95" y="283"/>
                                    <a:pt x="95" y="283"/>
                                  </a:cubicBezTo>
                                  <a:cubicBezTo>
                                    <a:pt x="95" y="283"/>
                                    <a:pt x="95" y="283"/>
                                    <a:pt x="95" y="283"/>
                                  </a:cubicBezTo>
                                  <a:cubicBezTo>
                                    <a:pt x="96" y="283"/>
                                    <a:pt x="96" y="283"/>
                                    <a:pt x="97" y="283"/>
                                  </a:cubicBezTo>
                                  <a:cubicBezTo>
                                    <a:pt x="97" y="283"/>
                                    <a:pt x="97" y="283"/>
                                    <a:pt x="97" y="282"/>
                                  </a:cubicBezTo>
                                  <a:cubicBezTo>
                                    <a:pt x="97" y="282"/>
                                    <a:pt x="97" y="282"/>
                                    <a:pt x="97" y="282"/>
                                  </a:cubicBezTo>
                                  <a:cubicBezTo>
                                    <a:pt x="97" y="282"/>
                                    <a:pt x="96" y="282"/>
                                    <a:pt x="96" y="282"/>
                                  </a:cubicBezTo>
                                  <a:close/>
                                  <a:moveTo>
                                    <a:pt x="90" y="280"/>
                                  </a:moveTo>
                                  <a:cubicBezTo>
                                    <a:pt x="90" y="280"/>
                                    <a:pt x="90" y="279"/>
                                    <a:pt x="90" y="279"/>
                                  </a:cubicBezTo>
                                  <a:cubicBezTo>
                                    <a:pt x="90" y="279"/>
                                    <a:pt x="89" y="279"/>
                                    <a:pt x="89" y="279"/>
                                  </a:cubicBezTo>
                                  <a:cubicBezTo>
                                    <a:pt x="89" y="279"/>
                                    <a:pt x="88" y="279"/>
                                    <a:pt x="88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7" y="280"/>
                                    <a:pt x="87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9" y="280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89" y="281"/>
                                  </a:cubicBezTo>
                                  <a:cubicBezTo>
                                    <a:pt x="89" y="281"/>
                                    <a:pt x="88" y="281"/>
                                    <a:pt x="88" y="281"/>
                                  </a:cubicBezTo>
                                  <a:cubicBezTo>
                                    <a:pt x="88" y="281"/>
                                    <a:pt x="88" y="281"/>
                                    <a:pt x="87" y="281"/>
                                  </a:cubicBezTo>
                                  <a:cubicBezTo>
                                    <a:pt x="87" y="281"/>
                                    <a:pt x="88" y="281"/>
                                    <a:pt x="88" y="281"/>
                                  </a:cubicBezTo>
                                  <a:cubicBezTo>
                                    <a:pt x="88" y="282"/>
                                    <a:pt x="88" y="282"/>
                                    <a:pt x="88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6" y="282"/>
                                    <a:pt x="86" y="282"/>
                                  </a:cubicBezTo>
                                  <a:cubicBezTo>
                                    <a:pt x="86" y="282"/>
                                    <a:pt x="86" y="282"/>
                                    <a:pt x="86" y="282"/>
                                  </a:cubicBezTo>
                                  <a:cubicBezTo>
                                    <a:pt x="86" y="282"/>
                                    <a:pt x="86" y="282"/>
                                    <a:pt x="86" y="282"/>
                                  </a:cubicBezTo>
                                  <a:cubicBezTo>
                                    <a:pt x="85" y="283"/>
                                    <a:pt x="85" y="282"/>
                                    <a:pt x="85" y="282"/>
                                  </a:cubicBezTo>
                                  <a:cubicBezTo>
                                    <a:pt x="85" y="282"/>
                                    <a:pt x="84" y="282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3" y="283"/>
                                    <a:pt x="83" y="283"/>
                                    <a:pt x="83" y="283"/>
                                  </a:cubicBezTo>
                                  <a:cubicBezTo>
                                    <a:pt x="83" y="283"/>
                                    <a:pt x="83" y="283"/>
                                    <a:pt x="83" y="283"/>
                                  </a:cubicBezTo>
                                  <a:cubicBezTo>
                                    <a:pt x="82" y="283"/>
                                    <a:pt x="82" y="283"/>
                                    <a:pt x="82" y="283"/>
                                  </a:cubicBezTo>
                                  <a:cubicBezTo>
                                    <a:pt x="82" y="283"/>
                                    <a:pt x="83" y="283"/>
                                    <a:pt x="83" y="283"/>
                                  </a:cubicBezTo>
                                  <a:cubicBezTo>
                                    <a:pt x="83" y="283"/>
                                    <a:pt x="84" y="283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5" y="283"/>
                                    <a:pt x="85" y="283"/>
                                    <a:pt x="86" y="283"/>
                                  </a:cubicBezTo>
                                  <a:cubicBezTo>
                                    <a:pt x="86" y="283"/>
                                    <a:pt x="86" y="283"/>
                                    <a:pt x="86" y="283"/>
                                  </a:cubicBezTo>
                                  <a:cubicBezTo>
                                    <a:pt x="86" y="283"/>
                                    <a:pt x="86" y="283"/>
                                    <a:pt x="86" y="283"/>
                                  </a:cubicBezTo>
                                  <a:cubicBezTo>
                                    <a:pt x="86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8" y="283"/>
                                    <a:pt x="88" y="283"/>
                                    <a:pt x="88" y="283"/>
                                  </a:cubicBezTo>
                                  <a:cubicBezTo>
                                    <a:pt x="88" y="283"/>
                                    <a:pt x="88" y="283"/>
                                    <a:pt x="88" y="283"/>
                                  </a:cubicBezTo>
                                  <a:cubicBezTo>
                                    <a:pt x="88" y="283"/>
                                    <a:pt x="88" y="282"/>
                                    <a:pt x="88" y="282"/>
                                  </a:cubicBezTo>
                                  <a:cubicBezTo>
                                    <a:pt x="88" y="282"/>
                                    <a:pt x="88" y="282"/>
                                    <a:pt x="88" y="282"/>
                                  </a:cubicBezTo>
                                  <a:cubicBezTo>
                                    <a:pt x="88" y="282"/>
                                    <a:pt x="89" y="282"/>
                                    <a:pt x="89" y="282"/>
                                  </a:cubicBezTo>
                                  <a:cubicBezTo>
                                    <a:pt x="89" y="283"/>
                                    <a:pt x="89" y="282"/>
                                    <a:pt x="89" y="282"/>
                                  </a:cubicBezTo>
                                  <a:cubicBezTo>
                                    <a:pt x="89" y="282"/>
                                    <a:pt x="90" y="282"/>
                                    <a:pt x="90" y="282"/>
                                  </a:cubicBezTo>
                                  <a:cubicBezTo>
                                    <a:pt x="90" y="282"/>
                                    <a:pt x="90" y="282"/>
                                    <a:pt x="90" y="282"/>
                                  </a:cubicBezTo>
                                  <a:cubicBezTo>
                                    <a:pt x="90" y="282"/>
                                    <a:pt x="90" y="282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90" y="281"/>
                                  </a:cubicBezTo>
                                  <a:cubicBezTo>
                                    <a:pt x="90" y="281"/>
                                    <a:pt x="90" y="281"/>
                                    <a:pt x="90" y="281"/>
                                  </a:cubicBezTo>
                                  <a:cubicBezTo>
                                    <a:pt x="90" y="281"/>
                                    <a:pt x="90" y="281"/>
                                    <a:pt x="90" y="281"/>
                                  </a:cubicBezTo>
                                  <a:cubicBezTo>
                                    <a:pt x="91" y="280"/>
                                    <a:pt x="91" y="280"/>
                                    <a:pt x="90" y="280"/>
                                  </a:cubicBezTo>
                                  <a:close/>
                                  <a:moveTo>
                                    <a:pt x="69" y="284"/>
                                  </a:moveTo>
                                  <a:cubicBezTo>
                                    <a:pt x="69" y="284"/>
                                    <a:pt x="69" y="284"/>
                                    <a:pt x="69" y="285"/>
                                  </a:cubicBezTo>
                                  <a:cubicBezTo>
                                    <a:pt x="69" y="285"/>
                                    <a:pt x="69" y="285"/>
                                    <a:pt x="69" y="285"/>
                                  </a:cubicBezTo>
                                  <a:cubicBezTo>
                                    <a:pt x="69" y="285"/>
                                    <a:pt x="69" y="286"/>
                                    <a:pt x="69" y="286"/>
                                  </a:cubicBezTo>
                                  <a:cubicBezTo>
                                    <a:pt x="68" y="286"/>
                                    <a:pt x="67" y="286"/>
                                    <a:pt x="67" y="286"/>
                                  </a:cubicBezTo>
                                  <a:cubicBezTo>
                                    <a:pt x="67" y="287"/>
                                    <a:pt x="67" y="287"/>
                                    <a:pt x="66" y="286"/>
                                  </a:cubicBezTo>
                                  <a:cubicBezTo>
                                    <a:pt x="66" y="286"/>
                                    <a:pt x="66" y="286"/>
                                    <a:pt x="66" y="286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7" y="287"/>
                                    <a:pt x="67" y="287"/>
                                  </a:cubicBezTo>
                                  <a:cubicBezTo>
                                    <a:pt x="67" y="287"/>
                                    <a:pt x="67" y="287"/>
                                    <a:pt x="67" y="287"/>
                                  </a:cubicBezTo>
                                  <a:cubicBezTo>
                                    <a:pt x="68" y="286"/>
                                    <a:pt x="68" y="286"/>
                                    <a:pt x="68" y="286"/>
                                  </a:cubicBezTo>
                                  <a:cubicBezTo>
                                    <a:pt x="68" y="286"/>
                                    <a:pt x="68" y="287"/>
                                    <a:pt x="68" y="287"/>
                                  </a:cubicBezTo>
                                  <a:cubicBezTo>
                                    <a:pt x="68" y="287"/>
                                    <a:pt x="68" y="287"/>
                                    <a:pt x="69" y="287"/>
                                  </a:cubicBezTo>
                                  <a:cubicBezTo>
                                    <a:pt x="69" y="287"/>
                                    <a:pt x="69" y="287"/>
                                    <a:pt x="69" y="287"/>
                                  </a:cubicBezTo>
                                  <a:cubicBezTo>
                                    <a:pt x="69" y="287"/>
                                    <a:pt x="69" y="287"/>
                                    <a:pt x="69" y="287"/>
                                  </a:cubicBezTo>
                                  <a:cubicBezTo>
                                    <a:pt x="69" y="287"/>
                                    <a:pt x="70" y="287"/>
                                    <a:pt x="70" y="286"/>
                                  </a:cubicBezTo>
                                  <a:cubicBezTo>
                                    <a:pt x="70" y="286"/>
                                    <a:pt x="70" y="286"/>
                                    <a:pt x="70" y="286"/>
                                  </a:cubicBezTo>
                                  <a:cubicBezTo>
                                    <a:pt x="70" y="285"/>
                                    <a:pt x="70" y="285"/>
                                    <a:pt x="70" y="285"/>
                                  </a:cubicBezTo>
                                  <a:cubicBezTo>
                                    <a:pt x="70" y="285"/>
                                    <a:pt x="70" y="285"/>
                                    <a:pt x="70" y="285"/>
                                  </a:cubicBezTo>
                                  <a:cubicBezTo>
                                    <a:pt x="70" y="284"/>
                                    <a:pt x="70" y="284"/>
                                    <a:pt x="69" y="284"/>
                                  </a:cubicBezTo>
                                  <a:close/>
                                  <a:moveTo>
                                    <a:pt x="34" y="284"/>
                                  </a:move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3"/>
                                    <a:pt x="35" y="283"/>
                                    <a:pt x="35" y="283"/>
                                  </a:cubicBezTo>
                                  <a:cubicBezTo>
                                    <a:pt x="35" y="282"/>
                                    <a:pt x="35" y="282"/>
                                    <a:pt x="35" y="282"/>
                                  </a:cubicBezTo>
                                  <a:cubicBezTo>
                                    <a:pt x="34" y="282"/>
                                    <a:pt x="34" y="282"/>
                                    <a:pt x="34" y="282"/>
                                  </a:cubicBezTo>
                                  <a:cubicBezTo>
                                    <a:pt x="34" y="282"/>
                                    <a:pt x="34" y="283"/>
                                    <a:pt x="34" y="283"/>
                                  </a:cubicBezTo>
                                  <a:cubicBezTo>
                                    <a:pt x="34" y="283"/>
                                    <a:pt x="34" y="283"/>
                                    <a:pt x="34" y="283"/>
                                  </a:cubicBezTo>
                                  <a:cubicBezTo>
                                    <a:pt x="34" y="283"/>
                                    <a:pt x="34" y="284"/>
                                    <a:pt x="33" y="284"/>
                                  </a:cubicBezTo>
                                  <a:cubicBezTo>
                                    <a:pt x="33" y="284"/>
                                    <a:pt x="33" y="284"/>
                                    <a:pt x="33" y="284"/>
                                  </a:cubicBezTo>
                                  <a:cubicBezTo>
                                    <a:pt x="33" y="284"/>
                                    <a:pt x="33" y="284"/>
                                    <a:pt x="32" y="284"/>
                                  </a:cubicBezTo>
                                  <a:cubicBezTo>
                                    <a:pt x="32" y="284"/>
                                    <a:pt x="32" y="285"/>
                                    <a:pt x="32" y="285"/>
                                  </a:cubicBezTo>
                                  <a:cubicBezTo>
                                    <a:pt x="32" y="285"/>
                                    <a:pt x="32" y="285"/>
                                    <a:pt x="32" y="285"/>
                                  </a:cubicBezTo>
                                  <a:cubicBezTo>
                                    <a:pt x="32" y="285"/>
                                    <a:pt x="32" y="285"/>
                                    <a:pt x="32" y="285"/>
                                  </a:cubicBezTo>
                                  <a:cubicBezTo>
                                    <a:pt x="33" y="285"/>
                                    <a:pt x="33" y="285"/>
                                    <a:pt x="33" y="285"/>
                                  </a:cubicBezTo>
                                  <a:cubicBezTo>
                                    <a:pt x="33" y="285"/>
                                    <a:pt x="33" y="284"/>
                                    <a:pt x="33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lose/>
                                  <a:moveTo>
                                    <a:pt x="6" y="274"/>
                                  </a:move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5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3"/>
                                    <a:pt x="6" y="273"/>
                                  </a:cubicBezTo>
                                  <a:cubicBezTo>
                                    <a:pt x="6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4"/>
                                    <a:pt x="5" y="274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3" y="273"/>
                                  </a:cubicBezTo>
                                  <a:cubicBezTo>
                                    <a:pt x="3" y="273"/>
                                    <a:pt x="3" y="273"/>
                                    <a:pt x="3" y="273"/>
                                  </a:cubicBezTo>
                                  <a:cubicBezTo>
                                    <a:pt x="3" y="273"/>
                                    <a:pt x="3" y="273"/>
                                    <a:pt x="3" y="273"/>
                                  </a:cubicBezTo>
                                  <a:cubicBezTo>
                                    <a:pt x="2" y="273"/>
                                    <a:pt x="2" y="272"/>
                                    <a:pt x="2" y="273"/>
                                  </a:cubicBezTo>
                                  <a:cubicBezTo>
                                    <a:pt x="2" y="273"/>
                                    <a:pt x="1" y="272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0" y="273"/>
                                  </a:cubicBezTo>
                                  <a:cubicBezTo>
                                    <a:pt x="0" y="273"/>
                                    <a:pt x="0" y="273"/>
                                    <a:pt x="0" y="273"/>
                                  </a:cubicBezTo>
                                  <a:cubicBezTo>
                                    <a:pt x="0" y="273"/>
                                    <a:pt x="0" y="274"/>
                                    <a:pt x="1" y="274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4"/>
                                    <a:pt x="1" y="274"/>
                                    <a:pt x="1" y="274"/>
                                  </a:cubicBezTo>
                                  <a:cubicBezTo>
                                    <a:pt x="1" y="274"/>
                                    <a:pt x="1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2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4" y="275"/>
                                    <a:pt x="4" y="275"/>
                                    <a:pt x="4" y="274"/>
                                  </a:cubicBezTo>
                                  <a:cubicBezTo>
                                    <a:pt x="4" y="274"/>
                                    <a:pt x="4" y="275"/>
                                    <a:pt x="4" y="275"/>
                                  </a:cubicBezTo>
                                  <a:cubicBezTo>
                                    <a:pt x="4" y="275"/>
                                    <a:pt x="5" y="275"/>
                                    <a:pt x="5" y="275"/>
                                  </a:cubicBezTo>
                                  <a:cubicBezTo>
                                    <a:pt x="5" y="275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lose/>
                                  <a:moveTo>
                                    <a:pt x="8" y="278"/>
                                  </a:moveTo>
                                  <a:cubicBezTo>
                                    <a:pt x="8" y="278"/>
                                    <a:pt x="8" y="278"/>
                                    <a:pt x="8" y="278"/>
                                  </a:cubicBezTo>
                                  <a:cubicBezTo>
                                    <a:pt x="8" y="278"/>
                                    <a:pt x="8" y="278"/>
                                    <a:pt x="8" y="278"/>
                                  </a:cubicBezTo>
                                  <a:cubicBezTo>
                                    <a:pt x="7" y="279"/>
                                    <a:pt x="7" y="279"/>
                                    <a:pt x="7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7" y="279"/>
                                    <a:pt x="7" y="279"/>
                                    <a:pt x="7" y="279"/>
                                  </a:cubicBezTo>
                                  <a:cubicBezTo>
                                    <a:pt x="8" y="279"/>
                                    <a:pt x="8" y="279"/>
                                    <a:pt x="8" y="280"/>
                                  </a:cubicBezTo>
                                  <a:cubicBezTo>
                                    <a:pt x="8" y="280"/>
                                    <a:pt x="8" y="280"/>
                                    <a:pt x="8" y="280"/>
                                  </a:cubicBezTo>
                                  <a:cubicBezTo>
                                    <a:pt x="8" y="280"/>
                                    <a:pt x="9" y="280"/>
                                    <a:pt x="8" y="279"/>
                                  </a:cubicBezTo>
                                  <a:cubicBezTo>
                                    <a:pt x="8" y="279"/>
                                    <a:pt x="8" y="279"/>
                                    <a:pt x="8" y="279"/>
                                  </a:cubicBezTo>
                                  <a:cubicBezTo>
                                    <a:pt x="8" y="279"/>
                                    <a:pt x="8" y="278"/>
                                    <a:pt x="9" y="278"/>
                                  </a:cubicBezTo>
                                  <a:cubicBezTo>
                                    <a:pt x="9" y="278"/>
                                    <a:pt x="9" y="278"/>
                                    <a:pt x="9" y="278"/>
                                  </a:cubicBezTo>
                                  <a:cubicBezTo>
                                    <a:pt x="9" y="278"/>
                                    <a:pt x="9" y="278"/>
                                    <a:pt x="8" y="278"/>
                                  </a:cubicBezTo>
                                  <a:close/>
                                  <a:moveTo>
                                    <a:pt x="48" y="283"/>
                                  </a:moveTo>
                                  <a:cubicBezTo>
                                    <a:pt x="48" y="283"/>
                                    <a:pt x="48" y="283"/>
                                    <a:pt x="48" y="283"/>
                                  </a:cubicBezTo>
                                  <a:cubicBezTo>
                                    <a:pt x="48" y="284"/>
                                    <a:pt x="47" y="284"/>
                                    <a:pt x="47" y="284"/>
                                  </a:cubicBezTo>
                                  <a:cubicBezTo>
                                    <a:pt x="47" y="284"/>
                                    <a:pt x="47" y="284"/>
                                    <a:pt x="47" y="284"/>
                                  </a:cubicBezTo>
                                  <a:cubicBezTo>
                                    <a:pt x="47" y="285"/>
                                    <a:pt x="48" y="285"/>
                                    <a:pt x="48" y="285"/>
                                  </a:cubicBezTo>
                                  <a:cubicBezTo>
                                    <a:pt x="48" y="285"/>
                                    <a:pt x="49" y="284"/>
                                    <a:pt x="49" y="284"/>
                                  </a:cubicBezTo>
                                  <a:cubicBezTo>
                                    <a:pt x="49" y="284"/>
                                    <a:pt x="49" y="284"/>
                                    <a:pt x="49" y="284"/>
                                  </a:cubicBezTo>
                                  <a:cubicBezTo>
                                    <a:pt x="49" y="284"/>
                                    <a:pt x="48" y="284"/>
                                    <a:pt x="48" y="283"/>
                                  </a:cubicBezTo>
                                  <a:close/>
                                  <a:moveTo>
                                    <a:pt x="101" y="279"/>
                                  </a:moveTo>
                                  <a:cubicBezTo>
                                    <a:pt x="101" y="279"/>
                                    <a:pt x="101" y="279"/>
                                    <a:pt x="101" y="279"/>
                                  </a:cubicBezTo>
                                  <a:cubicBezTo>
                                    <a:pt x="100" y="280"/>
                                    <a:pt x="100" y="280"/>
                                    <a:pt x="100" y="280"/>
                                  </a:cubicBezTo>
                                  <a:cubicBezTo>
                                    <a:pt x="100" y="280"/>
                                    <a:pt x="100" y="280"/>
                                    <a:pt x="100" y="281"/>
                                  </a:cubicBezTo>
                                  <a:cubicBezTo>
                                    <a:pt x="100" y="281"/>
                                    <a:pt x="100" y="281"/>
                                    <a:pt x="100" y="281"/>
                                  </a:cubicBezTo>
                                  <a:cubicBezTo>
                                    <a:pt x="101" y="281"/>
                                    <a:pt x="101" y="280"/>
                                    <a:pt x="101" y="280"/>
                                  </a:cubicBezTo>
                                  <a:cubicBezTo>
                                    <a:pt x="102" y="280"/>
                                    <a:pt x="102" y="280"/>
                                    <a:pt x="101" y="279"/>
                                  </a:cubicBezTo>
                                  <a:close/>
                                  <a:moveTo>
                                    <a:pt x="113" y="276"/>
                                  </a:moveTo>
                                  <a:cubicBezTo>
                                    <a:pt x="112" y="276"/>
                                    <a:pt x="112" y="276"/>
                                    <a:pt x="112" y="276"/>
                                  </a:cubicBezTo>
                                  <a:cubicBezTo>
                                    <a:pt x="112" y="277"/>
                                    <a:pt x="112" y="277"/>
                                    <a:pt x="112" y="277"/>
                                  </a:cubicBezTo>
                                  <a:cubicBezTo>
                                    <a:pt x="112" y="277"/>
                                    <a:pt x="112" y="277"/>
                                    <a:pt x="112" y="278"/>
                                  </a:cubicBezTo>
                                  <a:cubicBezTo>
                                    <a:pt x="112" y="278"/>
                                    <a:pt x="112" y="278"/>
                                    <a:pt x="112" y="277"/>
                                  </a:cubicBezTo>
                                  <a:cubicBezTo>
                                    <a:pt x="112" y="277"/>
                                    <a:pt x="112" y="277"/>
                                    <a:pt x="113" y="277"/>
                                  </a:cubicBezTo>
                                  <a:cubicBezTo>
                                    <a:pt x="113" y="277"/>
                                    <a:pt x="113" y="277"/>
                                    <a:pt x="113" y="277"/>
                                  </a:cubicBezTo>
                                  <a:cubicBezTo>
                                    <a:pt x="113" y="277"/>
                                    <a:pt x="113" y="276"/>
                                    <a:pt x="113" y="276"/>
                                  </a:cubicBezTo>
                                  <a:cubicBezTo>
                                    <a:pt x="113" y="276"/>
                                    <a:pt x="113" y="276"/>
                                    <a:pt x="113" y="276"/>
                                  </a:cubicBezTo>
                                  <a:close/>
                                  <a:moveTo>
                                    <a:pt x="148" y="259"/>
                                  </a:moveTo>
                                  <a:cubicBezTo>
                                    <a:pt x="148" y="259"/>
                                    <a:pt x="148" y="259"/>
                                    <a:pt x="148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6" y="258"/>
                                    <a:pt x="146" y="258"/>
                                    <a:pt x="146" y="258"/>
                                  </a:cubicBezTo>
                                  <a:cubicBezTo>
                                    <a:pt x="146" y="258"/>
                                    <a:pt x="146" y="259"/>
                                    <a:pt x="146" y="259"/>
                                  </a:cubicBezTo>
                                  <a:cubicBezTo>
                                    <a:pt x="146" y="259"/>
                                    <a:pt x="146" y="259"/>
                                    <a:pt x="146" y="259"/>
                                  </a:cubicBezTo>
                                  <a:cubicBezTo>
                                    <a:pt x="146" y="259"/>
                                    <a:pt x="146" y="259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6" y="259"/>
                                    <a:pt x="146" y="259"/>
                                    <a:pt x="146" y="259"/>
                                  </a:cubicBezTo>
                                  <a:cubicBezTo>
                                    <a:pt x="147" y="259"/>
                                    <a:pt x="146" y="259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8" y="259"/>
                                  </a:cubicBezTo>
                                  <a:cubicBezTo>
                                    <a:pt x="148" y="259"/>
                                    <a:pt x="148" y="259"/>
                                    <a:pt x="148" y="259"/>
                                  </a:cubicBezTo>
                                  <a:close/>
                                  <a:moveTo>
                                    <a:pt x="119" y="274"/>
                                  </a:moveTo>
                                  <a:cubicBezTo>
                                    <a:pt x="119" y="274"/>
                                    <a:pt x="118" y="274"/>
                                    <a:pt x="118" y="274"/>
                                  </a:cubicBezTo>
                                  <a:cubicBezTo>
                                    <a:pt x="118" y="274"/>
                                    <a:pt x="118" y="274"/>
                                    <a:pt x="118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ubicBezTo>
                                    <a:pt x="117" y="275"/>
                                    <a:pt x="117" y="275"/>
                                    <a:pt x="117" y="275"/>
                                  </a:cubicBezTo>
                                  <a:cubicBezTo>
                                    <a:pt x="118" y="275"/>
                                    <a:pt x="118" y="275"/>
                                    <a:pt x="118" y="275"/>
                                  </a:cubicBezTo>
                                  <a:cubicBezTo>
                                    <a:pt x="118" y="275"/>
                                    <a:pt x="118" y="275"/>
                                    <a:pt x="118" y="275"/>
                                  </a:cubicBezTo>
                                  <a:cubicBezTo>
                                    <a:pt x="118" y="275"/>
                                    <a:pt x="119" y="275"/>
                                    <a:pt x="119" y="275"/>
                                  </a:cubicBezTo>
                                  <a:cubicBezTo>
                                    <a:pt x="119" y="275"/>
                                    <a:pt x="119" y="275"/>
                                    <a:pt x="119" y="275"/>
                                  </a:cubicBezTo>
                                  <a:cubicBezTo>
                                    <a:pt x="119" y="275"/>
                                    <a:pt x="119" y="274"/>
                                    <a:pt x="119" y="274"/>
                                  </a:cubicBezTo>
                                  <a:close/>
                                  <a:moveTo>
                                    <a:pt x="76" y="284"/>
                                  </a:moveTo>
                                  <a:cubicBezTo>
                                    <a:pt x="76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3"/>
                                  </a:cubicBezTo>
                                  <a:cubicBezTo>
                                    <a:pt x="77" y="283"/>
                                    <a:pt x="77" y="283"/>
                                    <a:pt x="77" y="283"/>
                                  </a:cubicBezTo>
                                  <a:cubicBezTo>
                                    <a:pt x="77" y="283"/>
                                    <a:pt x="77" y="283"/>
                                    <a:pt x="77" y="283"/>
                                  </a:cubicBezTo>
                                  <a:cubicBezTo>
                                    <a:pt x="77" y="283"/>
                                    <a:pt x="77" y="282"/>
                                    <a:pt x="76" y="282"/>
                                  </a:cubicBezTo>
                                  <a:cubicBezTo>
                                    <a:pt x="76" y="282"/>
                                    <a:pt x="76" y="283"/>
                                    <a:pt x="76" y="283"/>
                                  </a:cubicBezTo>
                                  <a:cubicBezTo>
                                    <a:pt x="76" y="283"/>
                                    <a:pt x="76" y="283"/>
                                    <a:pt x="76" y="284"/>
                                  </a:cubicBezTo>
                                  <a:close/>
                                  <a:moveTo>
                                    <a:pt x="146" y="260"/>
                                  </a:move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5" y="260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6" y="260"/>
                                    <a:pt x="146" y="260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4" y="259"/>
                                    <a:pt x="144" y="259"/>
                                    <a:pt x="144" y="259"/>
                                  </a:cubicBezTo>
                                  <a:cubicBezTo>
                                    <a:pt x="144" y="259"/>
                                    <a:pt x="144" y="259"/>
                                    <a:pt x="144" y="259"/>
                                  </a:cubicBezTo>
                                  <a:cubicBezTo>
                                    <a:pt x="143" y="259"/>
                                    <a:pt x="143" y="260"/>
                                    <a:pt x="143" y="260"/>
                                  </a:cubicBezTo>
                                  <a:cubicBezTo>
                                    <a:pt x="144" y="260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0"/>
                                    <a:pt x="145" y="261"/>
                                  </a:cubicBezTo>
                                  <a:cubicBezTo>
                                    <a:pt x="145" y="261"/>
                                    <a:pt x="145" y="261"/>
                                    <a:pt x="145" y="261"/>
                                  </a:cubicBezTo>
                                  <a:cubicBezTo>
                                    <a:pt x="145" y="261"/>
                                    <a:pt x="145" y="261"/>
                                    <a:pt x="145" y="261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5" y="261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lose/>
                                  <a:moveTo>
                                    <a:pt x="75" y="285"/>
                                  </a:move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3" y="285"/>
                                    <a:pt x="73" y="285"/>
                                  </a:cubicBezTo>
                                  <a:cubicBezTo>
                                    <a:pt x="73" y="285"/>
                                    <a:pt x="73" y="285"/>
                                    <a:pt x="73" y="285"/>
                                  </a:cubicBezTo>
                                  <a:cubicBezTo>
                                    <a:pt x="73" y="285"/>
                                    <a:pt x="73" y="285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3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2" y="284"/>
                                    <a:pt x="72" y="284"/>
                                  </a:cubicBezTo>
                                  <a:cubicBezTo>
                                    <a:pt x="72" y="284"/>
                                    <a:pt x="72" y="284"/>
                                    <a:pt x="72" y="284"/>
                                  </a:cubicBezTo>
                                  <a:cubicBezTo>
                                    <a:pt x="72" y="284"/>
                                    <a:pt x="72" y="285"/>
                                    <a:pt x="72" y="285"/>
                                  </a:cubicBezTo>
                                  <a:cubicBezTo>
                                    <a:pt x="72" y="285"/>
                                    <a:pt x="72" y="285"/>
                                    <a:pt x="72" y="285"/>
                                  </a:cubicBezTo>
                                  <a:cubicBezTo>
                                    <a:pt x="72" y="285"/>
                                    <a:pt x="72" y="285"/>
                                    <a:pt x="72" y="286"/>
                                  </a:cubicBezTo>
                                  <a:cubicBezTo>
                                    <a:pt x="72" y="286"/>
                                    <a:pt x="72" y="286"/>
                                    <a:pt x="71" y="285"/>
                                  </a:cubicBezTo>
                                  <a:cubicBezTo>
                                    <a:pt x="71" y="285"/>
                                    <a:pt x="71" y="285"/>
                                    <a:pt x="71" y="286"/>
                                  </a:cubicBezTo>
                                  <a:cubicBezTo>
                                    <a:pt x="71" y="286"/>
                                    <a:pt x="71" y="286"/>
                                    <a:pt x="71" y="286"/>
                                  </a:cubicBezTo>
                                  <a:cubicBezTo>
                                    <a:pt x="71" y="286"/>
                                    <a:pt x="71" y="286"/>
                                    <a:pt x="71" y="286"/>
                                  </a:cubicBezTo>
                                  <a:cubicBezTo>
                                    <a:pt x="71" y="286"/>
                                    <a:pt x="71" y="287"/>
                                    <a:pt x="71" y="287"/>
                                  </a:cubicBezTo>
                                  <a:cubicBezTo>
                                    <a:pt x="71" y="287"/>
                                    <a:pt x="71" y="287"/>
                                    <a:pt x="70" y="287"/>
                                  </a:cubicBezTo>
                                  <a:cubicBezTo>
                                    <a:pt x="70" y="288"/>
                                    <a:pt x="71" y="288"/>
                                    <a:pt x="71" y="288"/>
                                  </a:cubicBezTo>
                                  <a:cubicBezTo>
                                    <a:pt x="71" y="288"/>
                                    <a:pt x="71" y="288"/>
                                    <a:pt x="71" y="288"/>
                                  </a:cubicBezTo>
                                  <a:cubicBezTo>
                                    <a:pt x="71" y="287"/>
                                    <a:pt x="71" y="287"/>
                                    <a:pt x="71" y="287"/>
                                  </a:cubicBezTo>
                                  <a:cubicBezTo>
                                    <a:pt x="71" y="287"/>
                                    <a:pt x="72" y="287"/>
                                    <a:pt x="72" y="287"/>
                                  </a:cubicBezTo>
                                  <a:cubicBezTo>
                                    <a:pt x="72" y="288"/>
                                    <a:pt x="72" y="288"/>
                                    <a:pt x="72" y="288"/>
                                  </a:cubicBezTo>
                                  <a:cubicBezTo>
                                    <a:pt x="72" y="287"/>
                                    <a:pt x="72" y="287"/>
                                    <a:pt x="72" y="287"/>
                                  </a:cubicBezTo>
                                  <a:cubicBezTo>
                                    <a:pt x="72" y="287"/>
                                    <a:pt x="72" y="287"/>
                                    <a:pt x="72" y="287"/>
                                  </a:cubicBezTo>
                                  <a:cubicBezTo>
                                    <a:pt x="73" y="287"/>
                                    <a:pt x="73" y="287"/>
                                    <a:pt x="73" y="287"/>
                                  </a:cubicBezTo>
                                  <a:cubicBezTo>
                                    <a:pt x="73" y="287"/>
                                    <a:pt x="73" y="287"/>
                                    <a:pt x="73" y="287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lose/>
                                  <a:moveTo>
                                    <a:pt x="143" y="263"/>
                                  </a:moveTo>
                                  <a:cubicBezTo>
                                    <a:pt x="143" y="263"/>
                                    <a:pt x="142" y="263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3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lose/>
                                  <a:moveTo>
                                    <a:pt x="151" y="260"/>
                                  </a:moveTo>
                                  <a:cubicBezTo>
                                    <a:pt x="151" y="260"/>
                                    <a:pt x="150" y="260"/>
                                    <a:pt x="150" y="260"/>
                                  </a:cubicBezTo>
                                  <a:cubicBezTo>
                                    <a:pt x="150" y="260"/>
                                    <a:pt x="150" y="260"/>
                                    <a:pt x="149" y="260"/>
                                  </a:cubicBezTo>
                                  <a:cubicBezTo>
                                    <a:pt x="149" y="260"/>
                                    <a:pt x="149" y="260"/>
                                    <a:pt x="149" y="260"/>
                                  </a:cubicBezTo>
                                  <a:cubicBezTo>
                                    <a:pt x="150" y="260"/>
                                    <a:pt x="150" y="260"/>
                                    <a:pt x="150" y="260"/>
                                  </a:cubicBezTo>
                                  <a:cubicBezTo>
                                    <a:pt x="150" y="261"/>
                                    <a:pt x="151" y="260"/>
                                    <a:pt x="151" y="260"/>
                                  </a:cubicBezTo>
                                  <a:cubicBezTo>
                                    <a:pt x="151" y="260"/>
                                    <a:pt x="151" y="260"/>
                                    <a:pt x="151" y="260"/>
                                  </a:cubicBezTo>
                                  <a:cubicBezTo>
                                    <a:pt x="151" y="260"/>
                                    <a:pt x="151" y="260"/>
                                    <a:pt x="151" y="260"/>
                                  </a:cubicBezTo>
                                  <a:close/>
                                  <a:moveTo>
                                    <a:pt x="77" y="285"/>
                                  </a:moveTo>
                                  <a:cubicBezTo>
                                    <a:pt x="76" y="285"/>
                                    <a:pt x="76" y="285"/>
                                    <a:pt x="76" y="285"/>
                                  </a:cubicBezTo>
                                  <a:cubicBezTo>
                                    <a:pt x="76" y="285"/>
                                    <a:pt x="76" y="285"/>
                                    <a:pt x="76" y="285"/>
                                  </a:cubicBezTo>
                                  <a:cubicBezTo>
                                    <a:pt x="76" y="285"/>
                                    <a:pt x="76" y="286"/>
                                    <a:pt x="76" y="286"/>
                                  </a:cubicBezTo>
                                  <a:cubicBezTo>
                                    <a:pt x="76" y="286"/>
                                    <a:pt x="76" y="286"/>
                                    <a:pt x="76" y="286"/>
                                  </a:cubicBezTo>
                                  <a:cubicBezTo>
                                    <a:pt x="76" y="286"/>
                                    <a:pt x="76" y="286"/>
                                    <a:pt x="76" y="286"/>
                                  </a:cubicBezTo>
                                  <a:cubicBezTo>
                                    <a:pt x="76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lose/>
                                  <a:moveTo>
                                    <a:pt x="40" y="284"/>
                                  </a:moveTo>
                                  <a:cubicBezTo>
                                    <a:pt x="40" y="284"/>
                                    <a:pt x="40" y="284"/>
                                    <a:pt x="40" y="284"/>
                                  </a:cubicBezTo>
                                  <a:cubicBezTo>
                                    <a:pt x="40" y="284"/>
                                    <a:pt x="40" y="284"/>
                                    <a:pt x="40" y="285"/>
                                  </a:cubicBezTo>
                                  <a:cubicBezTo>
                                    <a:pt x="41" y="285"/>
                                    <a:pt x="41" y="284"/>
                                    <a:pt x="41" y="284"/>
                                  </a:cubicBezTo>
                                  <a:cubicBezTo>
                                    <a:pt x="41" y="284"/>
                                    <a:pt x="41" y="284"/>
                                    <a:pt x="40" y="284"/>
                                  </a:cubicBezTo>
                                  <a:close/>
                                  <a:moveTo>
                                    <a:pt x="109" y="278"/>
                                  </a:moveTo>
                                  <a:cubicBezTo>
                                    <a:pt x="109" y="278"/>
                                    <a:pt x="108" y="278"/>
                                    <a:pt x="108" y="278"/>
                                  </a:cubicBezTo>
                                  <a:cubicBezTo>
                                    <a:pt x="108" y="279"/>
                                    <a:pt x="109" y="279"/>
                                    <a:pt x="109" y="279"/>
                                  </a:cubicBezTo>
                                  <a:cubicBezTo>
                                    <a:pt x="109" y="279"/>
                                    <a:pt x="109" y="278"/>
                                    <a:pt x="109" y="278"/>
                                  </a:cubicBezTo>
                                  <a:cubicBezTo>
                                    <a:pt x="109" y="278"/>
                                    <a:pt x="109" y="278"/>
                                    <a:pt x="109" y="278"/>
                                  </a:cubicBezTo>
                                  <a:close/>
                                  <a:moveTo>
                                    <a:pt x="119" y="272"/>
                                  </a:moveTo>
                                  <a:cubicBezTo>
                                    <a:pt x="119" y="272"/>
                                    <a:pt x="119" y="273"/>
                                    <a:pt x="119" y="273"/>
                                  </a:cubicBezTo>
                                  <a:cubicBezTo>
                                    <a:pt x="119" y="273"/>
                                    <a:pt x="119" y="273"/>
                                    <a:pt x="119" y="273"/>
                                  </a:cubicBezTo>
                                  <a:cubicBezTo>
                                    <a:pt x="119" y="273"/>
                                    <a:pt x="119" y="273"/>
                                    <a:pt x="119" y="273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lose/>
                                  <a:moveTo>
                                    <a:pt x="77" y="285"/>
                                  </a:moveTo>
                                  <a:cubicBezTo>
                                    <a:pt x="77" y="284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6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8" y="285"/>
                                    <a:pt x="77" y="285"/>
                                    <a:pt x="77" y="285"/>
                                  </a:cubicBezTo>
                                  <a:close/>
                                  <a:moveTo>
                                    <a:pt x="149" y="260"/>
                                  </a:moveTo>
                                  <a:cubicBezTo>
                                    <a:pt x="148" y="260"/>
                                    <a:pt x="148" y="260"/>
                                    <a:pt x="148" y="260"/>
                                  </a:cubicBezTo>
                                  <a:cubicBezTo>
                                    <a:pt x="148" y="261"/>
                                    <a:pt x="148" y="260"/>
                                    <a:pt x="148" y="261"/>
                                  </a:cubicBezTo>
                                  <a:cubicBezTo>
                                    <a:pt x="149" y="261"/>
                                    <a:pt x="149" y="261"/>
                                    <a:pt x="149" y="261"/>
                                  </a:cubicBezTo>
                                  <a:cubicBezTo>
                                    <a:pt x="149" y="260"/>
                                    <a:pt x="149" y="260"/>
                                    <a:pt x="149" y="260"/>
                                  </a:cubicBezTo>
                                  <a:close/>
                                  <a:moveTo>
                                    <a:pt x="38" y="283"/>
                                  </a:moveTo>
                                  <a:cubicBezTo>
                                    <a:pt x="38" y="283"/>
                                    <a:pt x="38" y="283"/>
                                    <a:pt x="38" y="283"/>
                                  </a:cubicBezTo>
                                  <a:cubicBezTo>
                                    <a:pt x="38" y="283"/>
                                    <a:pt x="38" y="284"/>
                                    <a:pt x="38" y="284"/>
                                  </a:cubicBezTo>
                                  <a:cubicBezTo>
                                    <a:pt x="38" y="284"/>
                                    <a:pt x="38" y="284"/>
                                    <a:pt x="38" y="284"/>
                                  </a:cubicBezTo>
                                  <a:cubicBezTo>
                                    <a:pt x="38" y="283"/>
                                    <a:pt x="38" y="283"/>
                                    <a:pt x="38" y="283"/>
                                  </a:cubicBezTo>
                                  <a:close/>
                                  <a:moveTo>
                                    <a:pt x="117" y="274"/>
                                  </a:moveTo>
                                  <a:cubicBezTo>
                                    <a:pt x="117" y="273"/>
                                    <a:pt x="117" y="274"/>
                                    <a:pt x="117" y="274"/>
                                  </a:cubicBezTo>
                                  <a:cubicBezTo>
                                    <a:pt x="117" y="273"/>
                                    <a:pt x="116" y="273"/>
                                    <a:pt x="116" y="274"/>
                                  </a:cubicBezTo>
                                  <a:cubicBezTo>
                                    <a:pt x="116" y="274"/>
                                    <a:pt x="116" y="274"/>
                                    <a:pt x="117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lose/>
                                  <a:moveTo>
                                    <a:pt x="143" y="261"/>
                                  </a:moveTo>
                                  <a:cubicBezTo>
                                    <a:pt x="143" y="261"/>
                                    <a:pt x="143" y="261"/>
                                    <a:pt x="143" y="262"/>
                                  </a:cubicBezTo>
                                  <a:cubicBezTo>
                                    <a:pt x="143" y="262"/>
                                    <a:pt x="143" y="262"/>
                                    <a:pt x="143" y="262"/>
                                  </a:cubicBezTo>
                                  <a:cubicBezTo>
                                    <a:pt x="143" y="262"/>
                                    <a:pt x="143" y="262"/>
                                    <a:pt x="143" y="262"/>
                                  </a:cubicBezTo>
                                  <a:cubicBezTo>
                                    <a:pt x="143" y="261"/>
                                    <a:pt x="143" y="261"/>
                                    <a:pt x="143" y="261"/>
                                  </a:cubicBezTo>
                                  <a:close/>
                                  <a:moveTo>
                                    <a:pt x="116" y="275"/>
                                  </a:moveTo>
                                  <a:cubicBezTo>
                                    <a:pt x="116" y="275"/>
                                    <a:pt x="116" y="275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7" y="275"/>
                                    <a:pt x="117" y="275"/>
                                    <a:pt x="117" y="275"/>
                                  </a:cubicBezTo>
                                  <a:cubicBezTo>
                                    <a:pt x="116" y="275"/>
                                    <a:pt x="116" y="275"/>
                                    <a:pt x="116" y="275"/>
                                  </a:cubicBezTo>
                                  <a:close/>
                                  <a:moveTo>
                                    <a:pt x="39" y="286"/>
                                  </a:moveTo>
                                  <a:cubicBezTo>
                                    <a:pt x="39" y="285"/>
                                    <a:pt x="39" y="285"/>
                                    <a:pt x="39" y="285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lose/>
                                  <a:moveTo>
                                    <a:pt x="23" y="280"/>
                                  </a:moveTo>
                                  <a:cubicBezTo>
                                    <a:pt x="23" y="279"/>
                                    <a:pt x="23" y="279"/>
                                    <a:pt x="23" y="279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79"/>
                                    <a:pt x="23" y="280"/>
                                    <a:pt x="23" y="280"/>
                                  </a:cubicBezTo>
                                  <a:close/>
                                  <a:moveTo>
                                    <a:pt x="78" y="284"/>
                                  </a:move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9" y="284"/>
                                  </a:cubicBezTo>
                                  <a:cubicBezTo>
                                    <a:pt x="79" y="284"/>
                                    <a:pt x="79" y="284"/>
                                    <a:pt x="78" y="284"/>
                                  </a:cubicBezTo>
                                  <a:close/>
                                  <a:moveTo>
                                    <a:pt x="78" y="284"/>
                                  </a:move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lose/>
                                  <a:moveTo>
                                    <a:pt x="11" y="275"/>
                                  </a:moveTo>
                                  <a:cubicBezTo>
                                    <a:pt x="11" y="275"/>
                                    <a:pt x="11" y="275"/>
                                    <a:pt x="11" y="276"/>
                                  </a:cubicBezTo>
                                  <a:cubicBezTo>
                                    <a:pt x="11" y="276"/>
                                    <a:pt x="11" y="276"/>
                                    <a:pt x="11" y="276"/>
                                  </a:cubicBezTo>
                                  <a:cubicBezTo>
                                    <a:pt x="11" y="276"/>
                                    <a:pt x="11" y="276"/>
                                    <a:pt x="11" y="276"/>
                                  </a:cubicBezTo>
                                  <a:cubicBezTo>
                                    <a:pt x="11" y="275"/>
                                    <a:pt x="11" y="275"/>
                                    <a:pt x="11" y="275"/>
                                  </a:cubicBezTo>
                                  <a:close/>
                                  <a:moveTo>
                                    <a:pt x="147" y="261"/>
                                  </a:move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lose/>
                                  <a:moveTo>
                                    <a:pt x="79" y="284"/>
                                  </a:moveTo>
                                  <a:cubicBezTo>
                                    <a:pt x="79" y="284"/>
                                    <a:pt x="79" y="284"/>
                                    <a:pt x="79" y="284"/>
                                  </a:cubicBezTo>
                                  <a:cubicBezTo>
                                    <a:pt x="79" y="284"/>
                                    <a:pt x="79" y="284"/>
                                    <a:pt x="79" y="284"/>
                                  </a:cubicBezTo>
                                  <a:close/>
                                  <a:moveTo>
                                    <a:pt x="56" y="291"/>
                                  </a:moveTo>
                                  <a:cubicBezTo>
                                    <a:pt x="56" y="291"/>
                                    <a:pt x="56" y="291"/>
                                    <a:pt x="56" y="292"/>
                                  </a:cubicBezTo>
                                  <a:cubicBezTo>
                                    <a:pt x="56" y="292"/>
                                    <a:pt x="56" y="292"/>
                                    <a:pt x="56" y="292"/>
                                  </a:cubicBezTo>
                                  <a:cubicBezTo>
                                    <a:pt x="57" y="291"/>
                                    <a:pt x="57" y="291"/>
                                    <a:pt x="56" y="291"/>
                                  </a:cubicBezTo>
                                  <a:close/>
                                  <a:moveTo>
                                    <a:pt x="140" y="262"/>
                                  </a:moveTo>
                                  <a:cubicBezTo>
                                    <a:pt x="140" y="262"/>
                                    <a:pt x="141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2"/>
                                    <a:pt x="140" y="263"/>
                                  </a:cubicBezTo>
                                  <a:cubicBezTo>
                                    <a:pt x="140" y="263"/>
                                    <a:pt x="140" y="262"/>
                                    <a:pt x="140" y="262"/>
                                  </a:cubicBezTo>
                                  <a:close/>
                                  <a:moveTo>
                                    <a:pt x="110" y="277"/>
                                  </a:moveTo>
                                  <a:cubicBezTo>
                                    <a:pt x="110" y="277"/>
                                    <a:pt x="109" y="277"/>
                                    <a:pt x="109" y="277"/>
                                  </a:cubicBezTo>
                                  <a:cubicBezTo>
                                    <a:pt x="109" y="277"/>
                                    <a:pt x="110" y="277"/>
                                    <a:pt x="110" y="277"/>
                                  </a:cubicBezTo>
                                  <a:cubicBezTo>
                                    <a:pt x="110" y="277"/>
                                    <a:pt x="110" y="277"/>
                                    <a:pt x="110" y="277"/>
                                  </a:cubicBezTo>
                                  <a:cubicBezTo>
                                    <a:pt x="110" y="277"/>
                                    <a:pt x="110" y="277"/>
                                    <a:pt x="110" y="277"/>
                                  </a:cubicBezTo>
                                  <a:close/>
                                  <a:moveTo>
                                    <a:pt x="35" y="284"/>
                                  </a:move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lose/>
                                  <a:moveTo>
                                    <a:pt x="59" y="288"/>
                                  </a:moveTo>
                                  <a:cubicBezTo>
                                    <a:pt x="58" y="288"/>
                                    <a:pt x="58" y="288"/>
                                    <a:pt x="58" y="288"/>
                                  </a:cubicBezTo>
                                  <a:cubicBezTo>
                                    <a:pt x="58" y="288"/>
                                    <a:pt x="58" y="288"/>
                                    <a:pt x="59" y="288"/>
                                  </a:cubicBezTo>
                                  <a:close/>
                                  <a:moveTo>
                                    <a:pt x="57" y="290"/>
                                  </a:moveTo>
                                  <a:cubicBezTo>
                                    <a:pt x="57" y="290"/>
                                    <a:pt x="57" y="290"/>
                                    <a:pt x="57" y="290"/>
                                  </a:cubicBezTo>
                                  <a:cubicBezTo>
                                    <a:pt x="57" y="290"/>
                                    <a:pt x="57" y="291"/>
                                    <a:pt x="57" y="291"/>
                                  </a:cubicBezTo>
                                  <a:cubicBezTo>
                                    <a:pt x="57" y="291"/>
                                    <a:pt x="57" y="290"/>
                                    <a:pt x="58" y="291"/>
                                  </a:cubicBezTo>
                                  <a:cubicBezTo>
                                    <a:pt x="58" y="291"/>
                                    <a:pt x="58" y="291"/>
                                    <a:pt x="58" y="291"/>
                                  </a:cubicBezTo>
                                  <a:cubicBezTo>
                                    <a:pt x="58" y="290"/>
                                    <a:pt x="58" y="290"/>
                                    <a:pt x="57" y="290"/>
                                  </a:cubicBezTo>
                                  <a:close/>
                                  <a:moveTo>
                                    <a:pt x="151" y="259"/>
                                  </a:moveTo>
                                  <a:cubicBezTo>
                                    <a:pt x="152" y="259"/>
                                    <a:pt x="152" y="259"/>
                                    <a:pt x="152" y="259"/>
                                  </a:cubicBezTo>
                                  <a:cubicBezTo>
                                    <a:pt x="152" y="259"/>
                                    <a:pt x="152" y="259"/>
                                    <a:pt x="151" y="259"/>
                                  </a:cubicBezTo>
                                  <a:close/>
                                  <a:moveTo>
                                    <a:pt x="10" y="276"/>
                                  </a:moveTo>
                                  <a:cubicBezTo>
                                    <a:pt x="10" y="275"/>
                                    <a:pt x="10" y="275"/>
                                    <a:pt x="10" y="275"/>
                                  </a:cubicBezTo>
                                  <a:cubicBezTo>
                                    <a:pt x="10" y="276"/>
                                    <a:pt x="10" y="276"/>
                                    <a:pt x="10" y="276"/>
                                  </a:cubicBezTo>
                                  <a:close/>
                                  <a:moveTo>
                                    <a:pt x="59" y="286"/>
                                  </a:move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8" y="286"/>
                                    <a:pt x="58" y="286"/>
                                    <a:pt x="58" y="286"/>
                                  </a:cubicBezTo>
                                  <a:cubicBezTo>
                                    <a:pt x="58" y="286"/>
                                    <a:pt x="58" y="286"/>
                                    <a:pt x="58" y="285"/>
                                  </a:cubicBezTo>
                                  <a:cubicBezTo>
                                    <a:pt x="58" y="285"/>
                                    <a:pt x="59" y="285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lose/>
                                  <a:moveTo>
                                    <a:pt x="59" y="286"/>
                                  </a:move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lose/>
                                  <a:moveTo>
                                    <a:pt x="59" y="288"/>
                                  </a:moveTo>
                                  <a:cubicBezTo>
                                    <a:pt x="59" y="288"/>
                                    <a:pt x="59" y="288"/>
                                    <a:pt x="59" y="288"/>
                                  </a:cubicBezTo>
                                  <a:cubicBezTo>
                                    <a:pt x="59" y="288"/>
                                    <a:pt x="59" y="288"/>
                                    <a:pt x="59" y="288"/>
                                  </a:cubicBezTo>
                                  <a:cubicBezTo>
                                    <a:pt x="59" y="288"/>
                                    <a:pt x="60" y="288"/>
                                    <a:pt x="60" y="288"/>
                                  </a:cubicBezTo>
                                  <a:cubicBezTo>
                                    <a:pt x="60" y="288"/>
                                    <a:pt x="59" y="288"/>
                                    <a:pt x="59" y="288"/>
                                  </a:cubicBezTo>
                                  <a:close/>
                                  <a:moveTo>
                                    <a:pt x="119" y="272"/>
                                  </a:move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lose/>
                                  <a:moveTo>
                                    <a:pt x="46" y="290"/>
                                  </a:move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6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89"/>
                                    <a:pt x="45" y="289"/>
                                    <a:pt x="45" y="289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88"/>
                                    <a:pt x="44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2" y="287"/>
                                    <a:pt x="42" y="287"/>
                                    <a:pt x="42" y="287"/>
                                  </a:cubicBezTo>
                                  <a:cubicBezTo>
                                    <a:pt x="41" y="287"/>
                                    <a:pt x="41" y="287"/>
                                    <a:pt x="41" y="287"/>
                                  </a:cubicBezTo>
                                  <a:cubicBezTo>
                                    <a:pt x="41" y="287"/>
                                    <a:pt x="41" y="287"/>
                                    <a:pt x="41" y="288"/>
                                  </a:cubicBezTo>
                                  <a:cubicBezTo>
                                    <a:pt x="41" y="288"/>
                                    <a:pt x="42" y="288"/>
                                    <a:pt x="42" y="288"/>
                                  </a:cubicBezTo>
                                  <a:cubicBezTo>
                                    <a:pt x="42" y="288"/>
                                    <a:pt x="43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7" y="290"/>
                                    <a:pt x="47" y="290"/>
                                    <a:pt x="47" y="290"/>
                                  </a:cubicBezTo>
                                  <a:cubicBezTo>
                                    <a:pt x="47" y="290"/>
                                    <a:pt x="47" y="290"/>
                                    <a:pt x="47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lose/>
                                  <a:moveTo>
                                    <a:pt x="77" y="284"/>
                                  </a:move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lose/>
                                  <a:moveTo>
                                    <a:pt x="167" y="257"/>
                                  </a:move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6" y="256"/>
                                    <a:pt x="166" y="256"/>
                                    <a:pt x="166" y="256"/>
                                  </a:cubicBezTo>
                                  <a:cubicBezTo>
                                    <a:pt x="166" y="256"/>
                                    <a:pt x="165" y="256"/>
                                    <a:pt x="165" y="256"/>
                                  </a:cubicBezTo>
                                  <a:cubicBezTo>
                                    <a:pt x="165" y="256"/>
                                    <a:pt x="165" y="256"/>
                                    <a:pt x="165" y="256"/>
                                  </a:cubicBezTo>
                                  <a:cubicBezTo>
                                    <a:pt x="165" y="256"/>
                                    <a:pt x="166" y="256"/>
                                    <a:pt x="166" y="256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7" y="257"/>
                                    <a:pt x="167" y="257"/>
                                  </a:cubicBezTo>
                                  <a:cubicBezTo>
                                    <a:pt x="167" y="257"/>
                                    <a:pt x="167" y="257"/>
                                    <a:pt x="167" y="257"/>
                                  </a:cubicBezTo>
                                  <a:close/>
                                  <a:moveTo>
                                    <a:pt x="168" y="250"/>
                                  </a:move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ubicBezTo>
                                    <a:pt x="168" y="251"/>
                                    <a:pt x="168" y="251"/>
                                    <a:pt x="168" y="251"/>
                                  </a:cubicBezTo>
                                  <a:cubicBezTo>
                                    <a:pt x="168" y="251"/>
                                    <a:pt x="168" y="251"/>
                                    <a:pt x="168" y="251"/>
                                  </a:cubicBezTo>
                                  <a:cubicBezTo>
                                    <a:pt x="168" y="251"/>
                                    <a:pt x="169" y="252"/>
                                    <a:pt x="169" y="251"/>
                                  </a:cubicBezTo>
                                  <a:cubicBezTo>
                                    <a:pt x="169" y="251"/>
                                    <a:pt x="169" y="251"/>
                                    <a:pt x="169" y="251"/>
                                  </a:cubicBezTo>
                                  <a:cubicBezTo>
                                    <a:pt x="169" y="251"/>
                                    <a:pt x="169" y="251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lose/>
                                  <a:moveTo>
                                    <a:pt x="173" y="248"/>
                                  </a:moveTo>
                                  <a:cubicBezTo>
                                    <a:pt x="173" y="248"/>
                                    <a:pt x="173" y="248"/>
                                    <a:pt x="173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9"/>
                                  </a:cubicBezTo>
                                  <a:cubicBezTo>
                                    <a:pt x="172" y="249"/>
                                    <a:pt x="172" y="249"/>
                                    <a:pt x="172" y="249"/>
                                  </a:cubicBezTo>
                                  <a:cubicBezTo>
                                    <a:pt x="172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8"/>
                                  </a:cubicBezTo>
                                  <a:cubicBezTo>
                                    <a:pt x="173" y="248"/>
                                    <a:pt x="173" y="248"/>
                                    <a:pt x="173" y="248"/>
                                  </a:cubicBezTo>
                                  <a:close/>
                                  <a:moveTo>
                                    <a:pt x="179" y="245"/>
                                  </a:moveTo>
                                  <a:cubicBezTo>
                                    <a:pt x="179" y="245"/>
                                    <a:pt x="179" y="246"/>
                                    <a:pt x="178" y="246"/>
                                  </a:cubicBezTo>
                                  <a:cubicBezTo>
                                    <a:pt x="178" y="246"/>
                                    <a:pt x="178" y="246"/>
                                    <a:pt x="178" y="246"/>
                                  </a:cubicBezTo>
                                  <a:cubicBezTo>
                                    <a:pt x="178" y="247"/>
                                    <a:pt x="178" y="247"/>
                                    <a:pt x="178" y="248"/>
                                  </a:cubicBezTo>
                                  <a:cubicBezTo>
                                    <a:pt x="179" y="248"/>
                                    <a:pt x="179" y="248"/>
                                    <a:pt x="179" y="248"/>
                                  </a:cubicBezTo>
                                  <a:cubicBezTo>
                                    <a:pt x="179" y="248"/>
                                    <a:pt x="179" y="248"/>
                                    <a:pt x="179" y="248"/>
                                  </a:cubicBezTo>
                                  <a:cubicBezTo>
                                    <a:pt x="179" y="247"/>
                                    <a:pt x="179" y="247"/>
                                    <a:pt x="180" y="248"/>
                                  </a:cubicBezTo>
                                  <a:cubicBezTo>
                                    <a:pt x="180" y="248"/>
                                    <a:pt x="180" y="248"/>
                                    <a:pt x="180" y="248"/>
                                  </a:cubicBezTo>
                                  <a:cubicBezTo>
                                    <a:pt x="180" y="248"/>
                                    <a:pt x="180" y="248"/>
                                    <a:pt x="180" y="248"/>
                                  </a:cubicBezTo>
                                  <a:cubicBezTo>
                                    <a:pt x="180" y="248"/>
                                    <a:pt x="181" y="248"/>
                                    <a:pt x="181" y="248"/>
                                  </a:cubicBezTo>
                                  <a:cubicBezTo>
                                    <a:pt x="181" y="248"/>
                                    <a:pt x="181" y="248"/>
                                    <a:pt x="181" y="247"/>
                                  </a:cubicBezTo>
                                  <a:cubicBezTo>
                                    <a:pt x="180" y="247"/>
                                    <a:pt x="180" y="247"/>
                                    <a:pt x="180" y="247"/>
                                  </a:cubicBezTo>
                                  <a:cubicBezTo>
                                    <a:pt x="180" y="247"/>
                                    <a:pt x="180" y="247"/>
                                    <a:pt x="180" y="247"/>
                                  </a:cubicBezTo>
                                  <a:cubicBezTo>
                                    <a:pt x="180" y="246"/>
                                    <a:pt x="181" y="246"/>
                                    <a:pt x="181" y="246"/>
                                  </a:cubicBezTo>
                                  <a:cubicBezTo>
                                    <a:pt x="181" y="246"/>
                                    <a:pt x="182" y="246"/>
                                    <a:pt x="182" y="246"/>
                                  </a:cubicBezTo>
                                  <a:cubicBezTo>
                                    <a:pt x="182" y="246"/>
                                    <a:pt x="182" y="246"/>
                                    <a:pt x="181" y="246"/>
                                  </a:cubicBezTo>
                                  <a:cubicBezTo>
                                    <a:pt x="181" y="246"/>
                                    <a:pt x="181" y="246"/>
                                    <a:pt x="181" y="246"/>
                                  </a:cubicBezTo>
                                  <a:cubicBezTo>
                                    <a:pt x="181" y="246"/>
                                    <a:pt x="180" y="245"/>
                                    <a:pt x="181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79" y="245"/>
                                    <a:pt x="179" y="245"/>
                                    <a:pt x="179" y="245"/>
                                  </a:cubicBezTo>
                                  <a:close/>
                                  <a:moveTo>
                                    <a:pt x="183" y="245"/>
                                  </a:moveTo>
                                  <a:cubicBezTo>
                                    <a:pt x="183" y="245"/>
                                    <a:pt x="183" y="245"/>
                                    <a:pt x="183" y="245"/>
                                  </a:cubicBezTo>
                                  <a:cubicBezTo>
                                    <a:pt x="183" y="245"/>
                                    <a:pt x="183" y="244"/>
                                    <a:pt x="183" y="244"/>
                                  </a:cubicBezTo>
                                  <a:cubicBezTo>
                                    <a:pt x="183" y="244"/>
                                    <a:pt x="183" y="244"/>
                                    <a:pt x="183" y="244"/>
                                  </a:cubicBezTo>
                                  <a:cubicBezTo>
                                    <a:pt x="182" y="244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3" y="245"/>
                                    <a:pt x="183" y="245"/>
                                    <a:pt x="183" y="245"/>
                                  </a:cubicBezTo>
                                  <a:close/>
                                  <a:moveTo>
                                    <a:pt x="185" y="248"/>
                                  </a:moveTo>
                                  <a:cubicBezTo>
                                    <a:pt x="185" y="248"/>
                                    <a:pt x="185" y="247"/>
                                    <a:pt x="185" y="247"/>
                                  </a:cubicBezTo>
                                  <a:cubicBezTo>
                                    <a:pt x="185" y="247"/>
                                    <a:pt x="185" y="247"/>
                                    <a:pt x="185" y="247"/>
                                  </a:cubicBezTo>
                                  <a:cubicBezTo>
                                    <a:pt x="185" y="246"/>
                                    <a:pt x="185" y="246"/>
                                    <a:pt x="185" y="246"/>
                                  </a:cubicBezTo>
                                  <a:cubicBezTo>
                                    <a:pt x="185" y="247"/>
                                    <a:pt x="185" y="247"/>
                                    <a:pt x="185" y="247"/>
                                  </a:cubicBezTo>
                                  <a:cubicBezTo>
                                    <a:pt x="185" y="247"/>
                                    <a:pt x="184" y="247"/>
                                    <a:pt x="184" y="248"/>
                                  </a:cubicBezTo>
                                  <a:cubicBezTo>
                                    <a:pt x="184" y="248"/>
                                    <a:pt x="184" y="248"/>
                                    <a:pt x="184" y="248"/>
                                  </a:cubicBezTo>
                                  <a:cubicBezTo>
                                    <a:pt x="184" y="248"/>
                                    <a:pt x="183" y="248"/>
                                    <a:pt x="184" y="248"/>
                                  </a:cubicBezTo>
                                  <a:cubicBezTo>
                                    <a:pt x="184" y="248"/>
                                    <a:pt x="184" y="249"/>
                                    <a:pt x="184" y="249"/>
                                  </a:cubicBezTo>
                                  <a:cubicBezTo>
                                    <a:pt x="184" y="249"/>
                                    <a:pt x="184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50"/>
                                    <a:pt x="183" y="250"/>
                                    <a:pt x="183" y="250"/>
                                  </a:cubicBezTo>
                                  <a:cubicBezTo>
                                    <a:pt x="183" y="250"/>
                                    <a:pt x="184" y="250"/>
                                    <a:pt x="184" y="250"/>
                                  </a:cubicBezTo>
                                  <a:cubicBezTo>
                                    <a:pt x="184" y="250"/>
                                    <a:pt x="184" y="249"/>
                                    <a:pt x="184" y="249"/>
                                  </a:cubicBezTo>
                                  <a:cubicBezTo>
                                    <a:pt x="184" y="249"/>
                                    <a:pt x="185" y="249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lose/>
                                  <a:moveTo>
                                    <a:pt x="187" y="248"/>
                                  </a:moveTo>
                                  <a:cubicBezTo>
                                    <a:pt x="187" y="248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ubicBezTo>
                                    <a:pt x="187" y="248"/>
                                    <a:pt x="187" y="247"/>
                                    <a:pt x="187" y="247"/>
                                  </a:cubicBezTo>
                                  <a:cubicBezTo>
                                    <a:pt x="187" y="247"/>
                                    <a:pt x="187" y="247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lose/>
                                  <a:moveTo>
                                    <a:pt x="188" y="250"/>
                                  </a:move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9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49"/>
                                    <a:pt x="188" y="249"/>
                                    <a:pt x="188" y="249"/>
                                  </a:cubicBezTo>
                                  <a:cubicBezTo>
                                    <a:pt x="188" y="249"/>
                                    <a:pt x="188" y="249"/>
                                    <a:pt x="188" y="249"/>
                                  </a:cubicBezTo>
                                  <a:cubicBezTo>
                                    <a:pt x="188" y="249"/>
                                    <a:pt x="188" y="249"/>
                                    <a:pt x="188" y="250"/>
                                  </a:cubicBezTo>
                                  <a:moveTo>
                                    <a:pt x="143" y="182"/>
                                  </a:moveTo>
                                  <a:cubicBezTo>
                                    <a:pt x="143" y="182"/>
                                    <a:pt x="143" y="182"/>
                                    <a:pt x="142" y="182"/>
                                  </a:cubicBezTo>
                                  <a:cubicBezTo>
                                    <a:pt x="142" y="182"/>
                                    <a:pt x="142" y="182"/>
                                    <a:pt x="142" y="182"/>
                                  </a:cubicBezTo>
                                  <a:cubicBezTo>
                                    <a:pt x="142" y="182"/>
                                    <a:pt x="141" y="182"/>
                                    <a:pt x="141" y="182"/>
                                  </a:cubicBezTo>
                                  <a:cubicBezTo>
                                    <a:pt x="141" y="182"/>
                                    <a:pt x="141" y="182"/>
                                    <a:pt x="141" y="182"/>
                                  </a:cubicBezTo>
                                  <a:cubicBezTo>
                                    <a:pt x="141" y="182"/>
                                    <a:pt x="141" y="182"/>
                                    <a:pt x="141" y="182"/>
                                  </a:cubicBezTo>
                                  <a:cubicBezTo>
                                    <a:pt x="140" y="183"/>
                                    <a:pt x="140" y="183"/>
                                    <a:pt x="139" y="183"/>
                                  </a:cubicBezTo>
                                  <a:cubicBezTo>
                                    <a:pt x="139" y="183"/>
                                    <a:pt x="138" y="183"/>
                                    <a:pt x="139" y="184"/>
                                  </a:cubicBezTo>
                                  <a:cubicBezTo>
                                    <a:pt x="139" y="184"/>
                                    <a:pt x="139" y="184"/>
                                    <a:pt x="139" y="184"/>
                                  </a:cubicBezTo>
                                  <a:cubicBezTo>
                                    <a:pt x="139" y="184"/>
                                    <a:pt x="139" y="184"/>
                                    <a:pt x="138" y="184"/>
                                  </a:cubicBezTo>
                                  <a:cubicBezTo>
                                    <a:pt x="138" y="184"/>
                                    <a:pt x="138" y="184"/>
                                    <a:pt x="138" y="184"/>
                                  </a:cubicBezTo>
                                  <a:cubicBezTo>
                                    <a:pt x="137" y="184"/>
                                    <a:pt x="137" y="184"/>
                                    <a:pt x="137" y="184"/>
                                  </a:cubicBezTo>
                                  <a:cubicBezTo>
                                    <a:pt x="137" y="184"/>
                                    <a:pt x="137" y="184"/>
                                    <a:pt x="137" y="184"/>
                                  </a:cubicBezTo>
                                  <a:cubicBezTo>
                                    <a:pt x="136" y="184"/>
                                    <a:pt x="136" y="184"/>
                                    <a:pt x="135" y="184"/>
                                  </a:cubicBezTo>
                                  <a:cubicBezTo>
                                    <a:pt x="135" y="184"/>
                                    <a:pt x="135" y="184"/>
                                    <a:pt x="135" y="184"/>
                                  </a:cubicBezTo>
                                  <a:cubicBezTo>
                                    <a:pt x="135" y="184"/>
                                    <a:pt x="135" y="184"/>
                                    <a:pt x="135" y="185"/>
                                  </a:cubicBezTo>
                                  <a:cubicBezTo>
                                    <a:pt x="134" y="185"/>
                                    <a:pt x="135" y="185"/>
                                    <a:pt x="135" y="185"/>
                                  </a:cubicBezTo>
                                  <a:cubicBezTo>
                                    <a:pt x="135" y="186"/>
                                    <a:pt x="135" y="186"/>
                                    <a:pt x="135" y="186"/>
                                  </a:cubicBezTo>
                                  <a:cubicBezTo>
                                    <a:pt x="135" y="186"/>
                                    <a:pt x="136" y="187"/>
                                    <a:pt x="136" y="187"/>
                                  </a:cubicBezTo>
                                  <a:cubicBezTo>
                                    <a:pt x="136" y="187"/>
                                    <a:pt x="136" y="187"/>
                                    <a:pt x="136" y="187"/>
                                  </a:cubicBezTo>
                                  <a:cubicBezTo>
                                    <a:pt x="136" y="187"/>
                                    <a:pt x="136" y="188"/>
                                    <a:pt x="137" y="188"/>
                                  </a:cubicBezTo>
                                  <a:cubicBezTo>
                                    <a:pt x="137" y="188"/>
                                    <a:pt x="138" y="188"/>
                                    <a:pt x="139" y="189"/>
                                  </a:cubicBezTo>
                                  <a:cubicBezTo>
                                    <a:pt x="139" y="189"/>
                                    <a:pt x="139" y="189"/>
                                    <a:pt x="139" y="189"/>
                                  </a:cubicBezTo>
                                  <a:cubicBezTo>
                                    <a:pt x="140" y="189"/>
                                    <a:pt x="141" y="189"/>
                                    <a:pt x="141" y="189"/>
                                  </a:cubicBezTo>
                                  <a:cubicBezTo>
                                    <a:pt x="141" y="189"/>
                                    <a:pt x="142" y="189"/>
                                    <a:pt x="142" y="189"/>
                                  </a:cubicBezTo>
                                  <a:cubicBezTo>
                                    <a:pt x="142" y="190"/>
                                    <a:pt x="142" y="190"/>
                                    <a:pt x="142" y="190"/>
                                  </a:cubicBezTo>
                                  <a:cubicBezTo>
                                    <a:pt x="142" y="190"/>
                                    <a:pt x="142" y="190"/>
                                    <a:pt x="142" y="190"/>
                                  </a:cubicBezTo>
                                  <a:cubicBezTo>
                                    <a:pt x="142" y="190"/>
                                    <a:pt x="143" y="190"/>
                                    <a:pt x="143" y="190"/>
                                  </a:cubicBezTo>
                                  <a:cubicBezTo>
                                    <a:pt x="143" y="190"/>
                                    <a:pt x="143" y="190"/>
                                    <a:pt x="143" y="190"/>
                                  </a:cubicBezTo>
                                  <a:cubicBezTo>
                                    <a:pt x="143" y="190"/>
                                    <a:pt x="143" y="190"/>
                                    <a:pt x="142" y="190"/>
                                  </a:cubicBezTo>
                                  <a:cubicBezTo>
                                    <a:pt x="142" y="189"/>
                                    <a:pt x="142" y="189"/>
                                    <a:pt x="142" y="189"/>
                                  </a:cubicBezTo>
                                  <a:cubicBezTo>
                                    <a:pt x="142" y="189"/>
                                    <a:pt x="142" y="189"/>
                                    <a:pt x="142" y="189"/>
                                  </a:cubicBezTo>
                                  <a:cubicBezTo>
                                    <a:pt x="143" y="189"/>
                                    <a:pt x="143" y="189"/>
                                    <a:pt x="143" y="189"/>
                                  </a:cubicBezTo>
                                  <a:cubicBezTo>
                                    <a:pt x="144" y="189"/>
                                    <a:pt x="144" y="189"/>
                                    <a:pt x="144" y="189"/>
                                  </a:cubicBezTo>
                                  <a:cubicBezTo>
                                    <a:pt x="144" y="189"/>
                                    <a:pt x="145" y="189"/>
                                    <a:pt x="145" y="189"/>
                                  </a:cubicBezTo>
                                  <a:cubicBezTo>
                                    <a:pt x="145" y="189"/>
                                    <a:pt x="145" y="188"/>
                                    <a:pt x="145" y="188"/>
                                  </a:cubicBezTo>
                                  <a:cubicBezTo>
                                    <a:pt x="145" y="188"/>
                                    <a:pt x="145" y="188"/>
                                    <a:pt x="145" y="188"/>
                                  </a:cubicBezTo>
                                  <a:cubicBezTo>
                                    <a:pt x="146" y="188"/>
                                    <a:pt x="146" y="188"/>
                                    <a:pt x="146" y="188"/>
                                  </a:cubicBezTo>
                                  <a:cubicBezTo>
                                    <a:pt x="147" y="188"/>
                                    <a:pt x="147" y="188"/>
                                    <a:pt x="147" y="188"/>
                                  </a:cubicBezTo>
                                  <a:cubicBezTo>
                                    <a:pt x="147" y="188"/>
                                    <a:pt x="147" y="188"/>
                                    <a:pt x="147" y="187"/>
                                  </a:cubicBezTo>
                                  <a:cubicBezTo>
                                    <a:pt x="147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6"/>
                                    <a:pt x="146" y="186"/>
                                  </a:cubicBezTo>
                                  <a:cubicBezTo>
                                    <a:pt x="146" y="186"/>
                                    <a:pt x="146" y="186"/>
                                    <a:pt x="146" y="185"/>
                                  </a:cubicBezTo>
                                  <a:cubicBezTo>
                                    <a:pt x="146" y="185"/>
                                    <a:pt x="146" y="185"/>
                                    <a:pt x="146" y="185"/>
                                  </a:cubicBezTo>
                                  <a:cubicBezTo>
                                    <a:pt x="146" y="185"/>
                                    <a:pt x="146" y="185"/>
                                    <a:pt x="146" y="184"/>
                                  </a:cubicBezTo>
                                  <a:cubicBezTo>
                                    <a:pt x="146" y="184"/>
                                    <a:pt x="146" y="184"/>
                                    <a:pt x="146" y="184"/>
                                  </a:cubicBezTo>
                                  <a:cubicBezTo>
                                    <a:pt x="146" y="184"/>
                                    <a:pt x="146" y="183"/>
                                    <a:pt x="146" y="183"/>
                                  </a:cubicBezTo>
                                  <a:cubicBezTo>
                                    <a:pt x="146" y="183"/>
                                    <a:pt x="145" y="183"/>
                                    <a:pt x="145" y="183"/>
                                  </a:cubicBezTo>
                                  <a:cubicBezTo>
                                    <a:pt x="145" y="183"/>
                                    <a:pt x="145" y="183"/>
                                    <a:pt x="145" y="183"/>
                                  </a:cubicBezTo>
                                  <a:cubicBezTo>
                                    <a:pt x="145" y="183"/>
                                    <a:pt x="144" y="183"/>
                                    <a:pt x="144" y="183"/>
                                  </a:cubicBezTo>
                                  <a:cubicBezTo>
                                    <a:pt x="144" y="183"/>
                                    <a:pt x="143" y="183"/>
                                    <a:pt x="143" y="182"/>
                                  </a:cubicBezTo>
                                  <a:cubicBezTo>
                                    <a:pt x="143" y="182"/>
                                    <a:pt x="143" y="182"/>
                                    <a:pt x="143" y="182"/>
                                  </a:cubicBezTo>
                                  <a:close/>
                                  <a:moveTo>
                                    <a:pt x="266" y="188"/>
                                  </a:moveTo>
                                  <a:cubicBezTo>
                                    <a:pt x="266" y="188"/>
                                    <a:pt x="266" y="189"/>
                                    <a:pt x="266" y="189"/>
                                  </a:cubicBezTo>
                                  <a:cubicBezTo>
                                    <a:pt x="266" y="189"/>
                                    <a:pt x="266" y="189"/>
                                    <a:pt x="266" y="189"/>
                                  </a:cubicBezTo>
                                  <a:cubicBezTo>
                                    <a:pt x="266" y="189"/>
                                    <a:pt x="265" y="190"/>
                                    <a:pt x="265" y="190"/>
                                  </a:cubicBezTo>
                                  <a:cubicBezTo>
                                    <a:pt x="266" y="190"/>
                                    <a:pt x="267" y="189"/>
                                    <a:pt x="267" y="189"/>
                                  </a:cubicBezTo>
                                  <a:cubicBezTo>
                                    <a:pt x="267" y="189"/>
                                    <a:pt x="268" y="189"/>
                                    <a:pt x="268" y="189"/>
                                  </a:cubicBezTo>
                                  <a:cubicBezTo>
                                    <a:pt x="268" y="189"/>
                                    <a:pt x="268" y="189"/>
                                    <a:pt x="268" y="189"/>
                                  </a:cubicBezTo>
                                  <a:cubicBezTo>
                                    <a:pt x="268" y="189"/>
                                    <a:pt x="268" y="188"/>
                                    <a:pt x="268" y="188"/>
                                  </a:cubicBezTo>
                                  <a:cubicBezTo>
                                    <a:pt x="268" y="188"/>
                                    <a:pt x="268" y="188"/>
                                    <a:pt x="269" y="188"/>
                                  </a:cubicBezTo>
                                  <a:cubicBezTo>
                                    <a:pt x="269" y="187"/>
                                    <a:pt x="269" y="187"/>
                                    <a:pt x="269" y="187"/>
                                  </a:cubicBezTo>
                                  <a:cubicBezTo>
                                    <a:pt x="269" y="187"/>
                                    <a:pt x="269" y="186"/>
                                    <a:pt x="269" y="186"/>
                                  </a:cubicBezTo>
                                  <a:cubicBezTo>
                                    <a:pt x="270" y="185"/>
                                    <a:pt x="271" y="185"/>
                                    <a:pt x="271" y="184"/>
                                  </a:cubicBezTo>
                                  <a:cubicBezTo>
                                    <a:pt x="271" y="184"/>
                                    <a:pt x="272" y="184"/>
                                    <a:pt x="272" y="184"/>
                                  </a:cubicBezTo>
                                  <a:cubicBezTo>
                                    <a:pt x="272" y="183"/>
                                    <a:pt x="272" y="183"/>
                                    <a:pt x="271" y="183"/>
                                  </a:cubicBezTo>
                                  <a:cubicBezTo>
                                    <a:pt x="271" y="183"/>
                                    <a:pt x="271" y="183"/>
                                    <a:pt x="271" y="183"/>
                                  </a:cubicBezTo>
                                  <a:cubicBezTo>
                                    <a:pt x="271" y="184"/>
                                    <a:pt x="271" y="183"/>
                                    <a:pt x="271" y="183"/>
                                  </a:cubicBezTo>
                                  <a:cubicBezTo>
                                    <a:pt x="271" y="183"/>
                                    <a:pt x="271" y="183"/>
                                    <a:pt x="271" y="183"/>
                                  </a:cubicBezTo>
                                  <a:cubicBezTo>
                                    <a:pt x="271" y="183"/>
                                    <a:pt x="270" y="182"/>
                                    <a:pt x="270" y="182"/>
                                  </a:cubicBezTo>
                                  <a:cubicBezTo>
                                    <a:pt x="270" y="183"/>
                                    <a:pt x="270" y="183"/>
                                    <a:pt x="270" y="183"/>
                                  </a:cubicBezTo>
                                  <a:cubicBezTo>
                                    <a:pt x="270" y="183"/>
                                    <a:pt x="270" y="183"/>
                                    <a:pt x="270" y="184"/>
                                  </a:cubicBezTo>
                                  <a:cubicBezTo>
                                    <a:pt x="270" y="184"/>
                                    <a:pt x="270" y="184"/>
                                    <a:pt x="270" y="184"/>
                                  </a:cubicBezTo>
                                  <a:cubicBezTo>
                                    <a:pt x="270" y="184"/>
                                    <a:pt x="270" y="184"/>
                                    <a:pt x="269" y="184"/>
                                  </a:cubicBezTo>
                                  <a:cubicBezTo>
                                    <a:pt x="269" y="185"/>
                                    <a:pt x="268" y="186"/>
                                    <a:pt x="268" y="186"/>
                                  </a:cubicBezTo>
                                  <a:cubicBezTo>
                                    <a:pt x="268" y="187"/>
                                    <a:pt x="267" y="187"/>
                                    <a:pt x="267" y="187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lose/>
                                  <a:moveTo>
                                    <a:pt x="265" y="187"/>
                                  </a:move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4" y="187"/>
                                    <a:pt x="264" y="188"/>
                                    <a:pt x="264" y="188"/>
                                  </a:cubicBezTo>
                                  <a:cubicBezTo>
                                    <a:pt x="265" y="188"/>
                                    <a:pt x="265" y="188"/>
                                    <a:pt x="265" y="188"/>
                                  </a:cubicBezTo>
                                  <a:cubicBezTo>
                                    <a:pt x="265" y="188"/>
                                    <a:pt x="265" y="188"/>
                                    <a:pt x="265" y="187"/>
                                  </a:cubicBezTo>
                                  <a:close/>
                                  <a:moveTo>
                                    <a:pt x="265" y="184"/>
                                  </a:moveTo>
                                  <a:cubicBezTo>
                                    <a:pt x="265" y="184"/>
                                    <a:pt x="266" y="184"/>
                                    <a:pt x="266" y="185"/>
                                  </a:cubicBezTo>
                                  <a:cubicBezTo>
                                    <a:pt x="266" y="185"/>
                                    <a:pt x="266" y="184"/>
                                    <a:pt x="266" y="184"/>
                                  </a:cubicBezTo>
                                  <a:cubicBezTo>
                                    <a:pt x="266" y="184"/>
                                    <a:pt x="266" y="184"/>
                                    <a:pt x="266" y="184"/>
                                  </a:cubicBezTo>
                                  <a:cubicBezTo>
                                    <a:pt x="266" y="183"/>
                                    <a:pt x="266" y="183"/>
                                    <a:pt x="266" y="183"/>
                                  </a:cubicBezTo>
                                  <a:cubicBezTo>
                                    <a:pt x="267" y="183"/>
                                    <a:pt x="267" y="183"/>
                                    <a:pt x="267" y="183"/>
                                  </a:cubicBezTo>
                                  <a:cubicBezTo>
                                    <a:pt x="267" y="183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6" y="181"/>
                                    <a:pt x="266" y="181"/>
                                    <a:pt x="266" y="181"/>
                                  </a:cubicBezTo>
                                  <a:cubicBezTo>
                                    <a:pt x="266" y="181"/>
                                    <a:pt x="266" y="181"/>
                                    <a:pt x="265" y="182"/>
                                  </a:cubicBezTo>
                                  <a:cubicBezTo>
                                    <a:pt x="265" y="182"/>
                                    <a:pt x="265" y="182"/>
                                    <a:pt x="265" y="182"/>
                                  </a:cubicBezTo>
                                  <a:cubicBezTo>
                                    <a:pt x="266" y="183"/>
                                    <a:pt x="265" y="183"/>
                                    <a:pt x="265" y="183"/>
                                  </a:cubicBezTo>
                                  <a:cubicBezTo>
                                    <a:pt x="265" y="184"/>
                                    <a:pt x="265" y="184"/>
                                    <a:pt x="265" y="184"/>
                                  </a:cubicBezTo>
                                  <a:close/>
                                  <a:moveTo>
                                    <a:pt x="277" y="182"/>
                                  </a:moveTo>
                                  <a:cubicBezTo>
                                    <a:pt x="277" y="182"/>
                                    <a:pt x="277" y="182"/>
                                    <a:pt x="277" y="182"/>
                                  </a:cubicBezTo>
                                  <a:cubicBezTo>
                                    <a:pt x="277" y="182"/>
                                    <a:pt x="277" y="181"/>
                                    <a:pt x="277" y="181"/>
                                  </a:cubicBezTo>
                                  <a:cubicBezTo>
                                    <a:pt x="276" y="181"/>
                                    <a:pt x="276" y="182"/>
                                    <a:pt x="276" y="182"/>
                                  </a:cubicBezTo>
                                  <a:cubicBezTo>
                                    <a:pt x="276" y="182"/>
                                    <a:pt x="275" y="182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4" y="181"/>
                                    <a:pt x="274" y="181"/>
                                  </a:cubicBezTo>
                                  <a:cubicBezTo>
                                    <a:pt x="274" y="181"/>
                                    <a:pt x="274" y="180"/>
                                    <a:pt x="274" y="181"/>
                                  </a:cubicBezTo>
                                  <a:cubicBezTo>
                                    <a:pt x="273" y="181"/>
                                    <a:pt x="274" y="181"/>
                                    <a:pt x="273" y="181"/>
                                  </a:cubicBezTo>
                                  <a:cubicBezTo>
                                    <a:pt x="273" y="182"/>
                                    <a:pt x="273" y="182"/>
                                    <a:pt x="273" y="182"/>
                                  </a:cubicBezTo>
                                  <a:cubicBezTo>
                                    <a:pt x="273" y="182"/>
                                    <a:pt x="273" y="182"/>
                                    <a:pt x="273" y="182"/>
                                  </a:cubicBezTo>
                                  <a:cubicBezTo>
                                    <a:pt x="273" y="183"/>
                                    <a:pt x="273" y="183"/>
                                    <a:pt x="273" y="183"/>
                                  </a:cubicBezTo>
                                  <a:cubicBezTo>
                                    <a:pt x="273" y="183"/>
                                    <a:pt x="273" y="182"/>
                                    <a:pt x="273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3"/>
                                    <a:pt x="274" y="183"/>
                                    <a:pt x="274" y="183"/>
                                  </a:cubicBezTo>
                                  <a:cubicBezTo>
                                    <a:pt x="274" y="183"/>
                                    <a:pt x="274" y="183"/>
                                    <a:pt x="274" y="183"/>
                                  </a:cubicBezTo>
                                  <a:cubicBezTo>
                                    <a:pt x="274" y="183"/>
                                    <a:pt x="274" y="184"/>
                                    <a:pt x="274" y="184"/>
                                  </a:cubicBezTo>
                                  <a:cubicBezTo>
                                    <a:pt x="274" y="184"/>
                                    <a:pt x="274" y="184"/>
                                    <a:pt x="274" y="184"/>
                                  </a:cubicBezTo>
                                  <a:cubicBezTo>
                                    <a:pt x="275" y="184"/>
                                    <a:pt x="275" y="183"/>
                                    <a:pt x="276" y="183"/>
                                  </a:cubicBezTo>
                                  <a:cubicBezTo>
                                    <a:pt x="276" y="182"/>
                                    <a:pt x="276" y="182"/>
                                    <a:pt x="277" y="182"/>
                                  </a:cubicBezTo>
                                  <a:cubicBezTo>
                                    <a:pt x="277" y="182"/>
                                    <a:pt x="277" y="182"/>
                                    <a:pt x="277" y="182"/>
                                  </a:cubicBezTo>
                                  <a:close/>
                                  <a:moveTo>
                                    <a:pt x="276" y="181"/>
                                  </a:moveTo>
                                  <a:cubicBezTo>
                                    <a:pt x="276" y="181"/>
                                    <a:pt x="276" y="181"/>
                                    <a:pt x="276" y="181"/>
                                  </a:cubicBezTo>
                                  <a:cubicBezTo>
                                    <a:pt x="277" y="181"/>
                                    <a:pt x="277" y="181"/>
                                    <a:pt x="278" y="180"/>
                                  </a:cubicBezTo>
                                  <a:cubicBezTo>
                                    <a:pt x="278" y="180"/>
                                    <a:pt x="279" y="180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8" y="179"/>
                                    <a:pt x="278" y="180"/>
                                    <a:pt x="277" y="180"/>
                                  </a:cubicBezTo>
                                  <a:cubicBezTo>
                                    <a:pt x="277" y="180"/>
                                    <a:pt x="277" y="180"/>
                                    <a:pt x="277" y="180"/>
                                  </a:cubicBezTo>
                                  <a:cubicBezTo>
                                    <a:pt x="276" y="180"/>
                                    <a:pt x="276" y="180"/>
                                    <a:pt x="276" y="180"/>
                                  </a:cubicBezTo>
                                  <a:cubicBezTo>
                                    <a:pt x="276" y="180"/>
                                    <a:pt x="276" y="181"/>
                                    <a:pt x="276" y="181"/>
                                  </a:cubicBezTo>
                                  <a:close/>
                                  <a:moveTo>
                                    <a:pt x="359" y="226"/>
                                  </a:moveTo>
                                  <a:cubicBezTo>
                                    <a:pt x="359" y="227"/>
                                    <a:pt x="359" y="227"/>
                                    <a:pt x="360" y="227"/>
                                  </a:cubicBezTo>
                                  <a:cubicBezTo>
                                    <a:pt x="360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8"/>
                                  </a:cubicBezTo>
                                  <a:cubicBezTo>
                                    <a:pt x="360" y="228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60" y="229"/>
                                    <a:pt x="360" y="229"/>
                                  </a:cubicBezTo>
                                  <a:cubicBezTo>
                                    <a:pt x="360" y="229"/>
                                    <a:pt x="360" y="229"/>
                                    <a:pt x="360" y="229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30"/>
                                    <a:pt x="360" y="231"/>
                                    <a:pt x="360" y="231"/>
                                  </a:cubicBezTo>
                                  <a:cubicBezTo>
                                    <a:pt x="360" y="231"/>
                                    <a:pt x="360" y="232"/>
                                    <a:pt x="360" y="232"/>
                                  </a:cubicBezTo>
                                  <a:cubicBezTo>
                                    <a:pt x="360" y="232"/>
                                    <a:pt x="360" y="233"/>
                                    <a:pt x="361" y="232"/>
                                  </a:cubicBezTo>
                                  <a:cubicBezTo>
                                    <a:pt x="361" y="232"/>
                                    <a:pt x="361" y="233"/>
                                    <a:pt x="361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3" y="232"/>
                                  </a:cubicBezTo>
                                  <a:cubicBezTo>
                                    <a:pt x="363" y="232"/>
                                    <a:pt x="363" y="232"/>
                                    <a:pt x="363" y="232"/>
                                  </a:cubicBezTo>
                                  <a:cubicBezTo>
                                    <a:pt x="364" y="232"/>
                                    <a:pt x="364" y="232"/>
                                    <a:pt x="364" y="232"/>
                                  </a:cubicBezTo>
                                  <a:cubicBezTo>
                                    <a:pt x="364" y="232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0"/>
                                    <a:pt x="364" y="230"/>
                                    <a:pt x="364" y="230"/>
                                  </a:cubicBezTo>
                                  <a:cubicBezTo>
                                    <a:pt x="364" y="230"/>
                                    <a:pt x="364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29"/>
                                  </a:cubicBezTo>
                                  <a:cubicBezTo>
                                    <a:pt x="363" y="229"/>
                                    <a:pt x="363" y="229"/>
                                    <a:pt x="363" y="229"/>
                                  </a:cubicBezTo>
                                  <a:cubicBezTo>
                                    <a:pt x="363" y="229"/>
                                    <a:pt x="363" y="229"/>
                                    <a:pt x="363" y="229"/>
                                  </a:cubicBezTo>
                                  <a:cubicBezTo>
                                    <a:pt x="363" y="228"/>
                                    <a:pt x="363" y="228"/>
                                    <a:pt x="362" y="228"/>
                                  </a:cubicBezTo>
                                  <a:cubicBezTo>
                                    <a:pt x="362" y="228"/>
                                    <a:pt x="362" y="228"/>
                                    <a:pt x="362" y="228"/>
                                  </a:cubicBezTo>
                                  <a:cubicBezTo>
                                    <a:pt x="363" y="228"/>
                                    <a:pt x="363" y="228"/>
                                    <a:pt x="363" y="228"/>
                                  </a:cubicBezTo>
                                  <a:cubicBezTo>
                                    <a:pt x="363" y="228"/>
                                    <a:pt x="363" y="228"/>
                                    <a:pt x="363" y="228"/>
                                  </a:cubicBezTo>
                                  <a:cubicBezTo>
                                    <a:pt x="363" y="228"/>
                                    <a:pt x="363" y="229"/>
                                    <a:pt x="363" y="229"/>
                                  </a:cubicBezTo>
                                  <a:cubicBezTo>
                                    <a:pt x="363" y="229"/>
                                    <a:pt x="364" y="229"/>
                                    <a:pt x="364" y="229"/>
                                  </a:cubicBezTo>
                                  <a:cubicBezTo>
                                    <a:pt x="364" y="230"/>
                                    <a:pt x="364" y="230"/>
                                    <a:pt x="365" y="230"/>
                                  </a:cubicBezTo>
                                  <a:cubicBezTo>
                                    <a:pt x="365" y="230"/>
                                    <a:pt x="365" y="231"/>
                                    <a:pt x="365" y="230"/>
                                  </a:cubicBezTo>
                                  <a:cubicBezTo>
                                    <a:pt x="365" y="230"/>
                                    <a:pt x="365" y="230"/>
                                    <a:pt x="365" y="230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30"/>
                                    <a:pt x="365" y="230"/>
                                    <a:pt x="365" y="230"/>
                                  </a:cubicBezTo>
                                  <a:cubicBezTo>
                                    <a:pt x="365" y="230"/>
                                    <a:pt x="365" y="230"/>
                                    <a:pt x="365" y="231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5" y="232"/>
                                    <a:pt x="365" y="232"/>
                                  </a:cubicBezTo>
                                  <a:cubicBezTo>
                                    <a:pt x="365" y="232"/>
                                    <a:pt x="365" y="232"/>
                                    <a:pt x="365" y="232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2"/>
                                    <a:pt x="365" y="232"/>
                                    <a:pt x="365" y="232"/>
                                  </a:cubicBezTo>
                                  <a:cubicBezTo>
                                    <a:pt x="366" y="232"/>
                                    <a:pt x="366" y="232"/>
                                    <a:pt x="366" y="232"/>
                                  </a:cubicBezTo>
                                  <a:cubicBezTo>
                                    <a:pt x="366" y="232"/>
                                    <a:pt x="366" y="232"/>
                                    <a:pt x="367" y="232"/>
                                  </a:cubicBezTo>
                                  <a:cubicBezTo>
                                    <a:pt x="367" y="232"/>
                                    <a:pt x="366" y="231"/>
                                    <a:pt x="366" y="231"/>
                                  </a:cubicBezTo>
                                  <a:cubicBezTo>
                                    <a:pt x="366" y="231"/>
                                    <a:pt x="366" y="231"/>
                                    <a:pt x="366" y="231"/>
                                  </a:cubicBezTo>
                                  <a:cubicBezTo>
                                    <a:pt x="367" y="231"/>
                                    <a:pt x="367" y="231"/>
                                    <a:pt x="367" y="231"/>
                                  </a:cubicBezTo>
                                  <a:cubicBezTo>
                                    <a:pt x="367" y="231"/>
                                    <a:pt x="367" y="231"/>
                                    <a:pt x="367" y="231"/>
                                  </a:cubicBezTo>
                                  <a:cubicBezTo>
                                    <a:pt x="367" y="231"/>
                                    <a:pt x="367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0"/>
                                  </a:cubicBezTo>
                                  <a:cubicBezTo>
                                    <a:pt x="367" y="230"/>
                                    <a:pt x="367" y="230"/>
                                    <a:pt x="367" y="230"/>
                                  </a:cubicBezTo>
                                  <a:cubicBezTo>
                                    <a:pt x="367" y="230"/>
                                    <a:pt x="367" y="230"/>
                                    <a:pt x="367" y="230"/>
                                  </a:cubicBezTo>
                                  <a:cubicBezTo>
                                    <a:pt x="367" y="230"/>
                                    <a:pt x="366" y="229"/>
                                    <a:pt x="366" y="229"/>
                                  </a:cubicBezTo>
                                  <a:cubicBezTo>
                                    <a:pt x="366" y="228"/>
                                    <a:pt x="366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8"/>
                                    <a:pt x="365" y="229"/>
                                  </a:cubicBezTo>
                                  <a:cubicBezTo>
                                    <a:pt x="365" y="228"/>
                                    <a:pt x="365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7"/>
                                    <a:pt x="365" y="227"/>
                                  </a:cubicBezTo>
                                  <a:cubicBezTo>
                                    <a:pt x="365" y="227"/>
                                    <a:pt x="365" y="227"/>
                                    <a:pt x="365" y="227"/>
                                  </a:cubicBezTo>
                                  <a:cubicBezTo>
                                    <a:pt x="365" y="227"/>
                                    <a:pt x="365" y="227"/>
                                    <a:pt x="365" y="227"/>
                                  </a:cubicBezTo>
                                  <a:cubicBezTo>
                                    <a:pt x="365" y="226"/>
                                    <a:pt x="364" y="226"/>
                                    <a:pt x="364" y="226"/>
                                  </a:cubicBezTo>
                                  <a:cubicBezTo>
                                    <a:pt x="364" y="226"/>
                                    <a:pt x="364" y="226"/>
                                    <a:pt x="364" y="226"/>
                                  </a:cubicBezTo>
                                  <a:cubicBezTo>
                                    <a:pt x="364" y="226"/>
                                    <a:pt x="363" y="226"/>
                                    <a:pt x="363" y="226"/>
                                  </a:cubicBezTo>
                                  <a:cubicBezTo>
                                    <a:pt x="363" y="226"/>
                                    <a:pt x="363" y="226"/>
                                    <a:pt x="363" y="226"/>
                                  </a:cubicBezTo>
                                  <a:cubicBezTo>
                                    <a:pt x="363" y="226"/>
                                    <a:pt x="363" y="226"/>
                                    <a:pt x="363" y="227"/>
                                  </a:cubicBezTo>
                                  <a:cubicBezTo>
                                    <a:pt x="363" y="226"/>
                                    <a:pt x="363" y="226"/>
                                    <a:pt x="362" y="226"/>
                                  </a:cubicBezTo>
                                  <a:cubicBezTo>
                                    <a:pt x="362" y="226"/>
                                    <a:pt x="362" y="226"/>
                                    <a:pt x="362" y="226"/>
                                  </a:cubicBezTo>
                                  <a:cubicBezTo>
                                    <a:pt x="362" y="225"/>
                                    <a:pt x="361" y="225"/>
                                    <a:pt x="361" y="225"/>
                                  </a:cubicBezTo>
                                  <a:cubicBezTo>
                                    <a:pt x="361" y="225"/>
                                    <a:pt x="361" y="225"/>
                                    <a:pt x="360" y="225"/>
                                  </a:cubicBezTo>
                                  <a:cubicBezTo>
                                    <a:pt x="360" y="225"/>
                                    <a:pt x="360" y="225"/>
                                    <a:pt x="360" y="225"/>
                                  </a:cubicBezTo>
                                  <a:cubicBezTo>
                                    <a:pt x="359" y="225"/>
                                    <a:pt x="359" y="225"/>
                                    <a:pt x="358" y="225"/>
                                  </a:cubicBezTo>
                                  <a:cubicBezTo>
                                    <a:pt x="358" y="225"/>
                                    <a:pt x="358" y="225"/>
                                    <a:pt x="358" y="226"/>
                                  </a:cubicBezTo>
                                  <a:cubicBezTo>
                                    <a:pt x="358" y="226"/>
                                    <a:pt x="359" y="226"/>
                                    <a:pt x="359" y="226"/>
                                  </a:cubicBezTo>
                                  <a:close/>
                                  <a:moveTo>
                                    <a:pt x="359" y="234"/>
                                  </a:moveTo>
                                  <a:cubicBezTo>
                                    <a:pt x="359" y="233"/>
                                    <a:pt x="359" y="233"/>
                                    <a:pt x="359" y="233"/>
                                  </a:cubicBezTo>
                                  <a:cubicBezTo>
                                    <a:pt x="359" y="233"/>
                                    <a:pt x="359" y="233"/>
                                    <a:pt x="359" y="233"/>
                                  </a:cubicBezTo>
                                  <a:cubicBezTo>
                                    <a:pt x="359" y="233"/>
                                    <a:pt x="359" y="233"/>
                                    <a:pt x="358" y="233"/>
                                  </a:cubicBezTo>
                                  <a:cubicBezTo>
                                    <a:pt x="359" y="233"/>
                                    <a:pt x="359" y="232"/>
                                    <a:pt x="359" y="233"/>
                                  </a:cubicBezTo>
                                  <a:cubicBezTo>
                                    <a:pt x="359" y="233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8" y="232"/>
                                    <a:pt x="358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1"/>
                                  </a:cubicBezTo>
                                  <a:cubicBezTo>
                                    <a:pt x="359" y="231"/>
                                    <a:pt x="359" y="231"/>
                                    <a:pt x="359" y="231"/>
                                  </a:cubicBezTo>
                                  <a:cubicBezTo>
                                    <a:pt x="359" y="231"/>
                                    <a:pt x="359" y="231"/>
                                    <a:pt x="359" y="230"/>
                                  </a:cubicBezTo>
                                  <a:cubicBezTo>
                                    <a:pt x="359" y="230"/>
                                    <a:pt x="359" y="230"/>
                                    <a:pt x="360" y="231"/>
                                  </a:cubicBezTo>
                                  <a:cubicBezTo>
                                    <a:pt x="360" y="231"/>
                                    <a:pt x="360" y="231"/>
                                    <a:pt x="360" y="231"/>
                                  </a:cubicBezTo>
                                  <a:cubicBezTo>
                                    <a:pt x="360" y="231"/>
                                    <a:pt x="360" y="231"/>
                                    <a:pt x="360" y="230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29"/>
                                    <a:pt x="360" y="229"/>
                                    <a:pt x="360" y="229"/>
                                  </a:cubicBezTo>
                                  <a:cubicBezTo>
                                    <a:pt x="360" y="229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59" y="228"/>
                                    <a:pt x="359" y="228"/>
                                  </a:cubicBezTo>
                                  <a:cubicBezTo>
                                    <a:pt x="359" y="228"/>
                                    <a:pt x="359" y="228"/>
                                    <a:pt x="359" y="228"/>
                                  </a:cubicBezTo>
                                  <a:cubicBezTo>
                                    <a:pt x="359" y="228"/>
                                    <a:pt x="359" y="228"/>
                                    <a:pt x="359" y="229"/>
                                  </a:cubicBezTo>
                                  <a:cubicBezTo>
                                    <a:pt x="359" y="229"/>
                                    <a:pt x="359" y="229"/>
                                    <a:pt x="359" y="229"/>
                                  </a:cubicBezTo>
                                  <a:cubicBezTo>
                                    <a:pt x="359" y="229"/>
                                    <a:pt x="359" y="229"/>
                                    <a:pt x="359" y="229"/>
                                  </a:cubicBezTo>
                                  <a:cubicBezTo>
                                    <a:pt x="359" y="230"/>
                                    <a:pt x="359" y="230"/>
                                    <a:pt x="358" y="230"/>
                                  </a:cubicBezTo>
                                  <a:cubicBezTo>
                                    <a:pt x="358" y="230"/>
                                    <a:pt x="358" y="230"/>
                                    <a:pt x="358" y="230"/>
                                  </a:cubicBezTo>
                                  <a:cubicBezTo>
                                    <a:pt x="358" y="230"/>
                                    <a:pt x="358" y="230"/>
                                    <a:pt x="358" y="230"/>
                                  </a:cubicBezTo>
                                  <a:cubicBezTo>
                                    <a:pt x="358" y="230"/>
                                    <a:pt x="359" y="229"/>
                                    <a:pt x="359" y="229"/>
                                  </a:cubicBezTo>
                                  <a:cubicBezTo>
                                    <a:pt x="358" y="228"/>
                                    <a:pt x="358" y="228"/>
                                    <a:pt x="358" y="228"/>
                                  </a:cubicBezTo>
                                  <a:cubicBezTo>
                                    <a:pt x="358" y="228"/>
                                    <a:pt x="358" y="228"/>
                                    <a:pt x="358" y="228"/>
                                  </a:cubicBezTo>
                                  <a:cubicBezTo>
                                    <a:pt x="358" y="228"/>
                                    <a:pt x="358" y="228"/>
                                    <a:pt x="358" y="227"/>
                                  </a:cubicBezTo>
                                  <a:cubicBezTo>
                                    <a:pt x="358" y="227"/>
                                    <a:pt x="358" y="227"/>
                                    <a:pt x="358" y="227"/>
                                  </a:cubicBezTo>
                                  <a:cubicBezTo>
                                    <a:pt x="358" y="227"/>
                                    <a:pt x="357" y="227"/>
                                    <a:pt x="357" y="227"/>
                                  </a:cubicBezTo>
                                  <a:cubicBezTo>
                                    <a:pt x="357" y="227"/>
                                    <a:pt x="357" y="227"/>
                                    <a:pt x="357" y="227"/>
                                  </a:cubicBezTo>
                                  <a:cubicBezTo>
                                    <a:pt x="357" y="227"/>
                                    <a:pt x="357" y="227"/>
                                    <a:pt x="357" y="228"/>
                                  </a:cubicBezTo>
                                  <a:cubicBezTo>
                                    <a:pt x="357" y="228"/>
                                    <a:pt x="357" y="227"/>
                                    <a:pt x="357" y="227"/>
                                  </a:cubicBezTo>
                                  <a:cubicBezTo>
                                    <a:pt x="356" y="227"/>
                                    <a:pt x="356" y="227"/>
                                    <a:pt x="356" y="227"/>
                                  </a:cubicBezTo>
                                  <a:cubicBezTo>
                                    <a:pt x="356" y="227"/>
                                    <a:pt x="356" y="227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7"/>
                                    <a:pt x="355" y="227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6" y="229"/>
                                    <a:pt x="355" y="229"/>
                                    <a:pt x="356" y="229"/>
                                  </a:cubicBezTo>
                                  <a:cubicBezTo>
                                    <a:pt x="356" y="229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7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1"/>
                                    <a:pt x="357" y="231"/>
                                  </a:cubicBezTo>
                                  <a:cubicBezTo>
                                    <a:pt x="356" y="231"/>
                                    <a:pt x="356" y="231"/>
                                    <a:pt x="356" y="231"/>
                                  </a:cubicBezTo>
                                  <a:cubicBezTo>
                                    <a:pt x="356" y="231"/>
                                    <a:pt x="357" y="231"/>
                                    <a:pt x="357" y="231"/>
                                  </a:cubicBezTo>
                                  <a:cubicBezTo>
                                    <a:pt x="357" y="231"/>
                                    <a:pt x="357" y="231"/>
                                    <a:pt x="357" y="231"/>
                                  </a:cubicBezTo>
                                  <a:cubicBezTo>
                                    <a:pt x="357" y="232"/>
                                    <a:pt x="357" y="232"/>
                                    <a:pt x="357" y="232"/>
                                  </a:cubicBezTo>
                                  <a:cubicBezTo>
                                    <a:pt x="357" y="232"/>
                                    <a:pt x="357" y="232"/>
                                    <a:pt x="357" y="231"/>
                                  </a:cubicBezTo>
                                  <a:cubicBezTo>
                                    <a:pt x="357" y="231"/>
                                    <a:pt x="357" y="231"/>
                                    <a:pt x="358" y="231"/>
                                  </a:cubicBezTo>
                                  <a:cubicBezTo>
                                    <a:pt x="358" y="231"/>
                                    <a:pt x="358" y="231"/>
                                    <a:pt x="358" y="231"/>
                                  </a:cubicBezTo>
                                  <a:cubicBezTo>
                                    <a:pt x="358" y="232"/>
                                    <a:pt x="358" y="232"/>
                                    <a:pt x="358" y="232"/>
                                  </a:cubicBezTo>
                                  <a:cubicBezTo>
                                    <a:pt x="358" y="232"/>
                                    <a:pt x="358" y="232"/>
                                    <a:pt x="358" y="233"/>
                                  </a:cubicBezTo>
                                  <a:cubicBezTo>
                                    <a:pt x="358" y="233"/>
                                    <a:pt x="358" y="233"/>
                                    <a:pt x="358" y="233"/>
                                  </a:cubicBezTo>
                                  <a:cubicBezTo>
                                    <a:pt x="358" y="233"/>
                                    <a:pt x="357" y="233"/>
                                    <a:pt x="357" y="233"/>
                                  </a:cubicBezTo>
                                  <a:cubicBezTo>
                                    <a:pt x="357" y="233"/>
                                    <a:pt x="357" y="233"/>
                                    <a:pt x="357" y="233"/>
                                  </a:cubicBezTo>
                                  <a:cubicBezTo>
                                    <a:pt x="357" y="233"/>
                                    <a:pt x="357" y="233"/>
                                    <a:pt x="357" y="233"/>
                                  </a:cubicBezTo>
                                  <a:cubicBezTo>
                                    <a:pt x="356" y="233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7" y="234"/>
                                    <a:pt x="357" y="234"/>
                                  </a:cubicBezTo>
                                  <a:cubicBezTo>
                                    <a:pt x="357" y="234"/>
                                    <a:pt x="357" y="234"/>
                                    <a:pt x="357" y="234"/>
                                  </a:cubicBezTo>
                                  <a:cubicBezTo>
                                    <a:pt x="357" y="234"/>
                                    <a:pt x="356" y="235"/>
                                    <a:pt x="356" y="235"/>
                                  </a:cubicBezTo>
                                  <a:cubicBezTo>
                                    <a:pt x="356" y="235"/>
                                    <a:pt x="356" y="235"/>
                                    <a:pt x="356" y="235"/>
                                  </a:cubicBezTo>
                                  <a:cubicBezTo>
                                    <a:pt x="356" y="236"/>
                                    <a:pt x="356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6" y="236"/>
                                    <a:pt x="356" y="236"/>
                                    <a:pt x="357" y="237"/>
                                  </a:cubicBezTo>
                                  <a:cubicBezTo>
                                    <a:pt x="357" y="237"/>
                                    <a:pt x="356" y="237"/>
                                    <a:pt x="357" y="237"/>
                                  </a:cubicBezTo>
                                  <a:cubicBezTo>
                                    <a:pt x="357" y="237"/>
                                    <a:pt x="357" y="237"/>
                                    <a:pt x="357" y="238"/>
                                  </a:cubicBezTo>
                                  <a:cubicBezTo>
                                    <a:pt x="357" y="238"/>
                                    <a:pt x="357" y="238"/>
                                    <a:pt x="357" y="238"/>
                                  </a:cubicBezTo>
                                  <a:cubicBezTo>
                                    <a:pt x="357" y="238"/>
                                    <a:pt x="357" y="238"/>
                                    <a:pt x="357" y="237"/>
                                  </a:cubicBezTo>
                                  <a:cubicBezTo>
                                    <a:pt x="357" y="237"/>
                                    <a:pt x="357" y="237"/>
                                    <a:pt x="357" y="237"/>
                                  </a:cubicBezTo>
                                  <a:cubicBezTo>
                                    <a:pt x="358" y="236"/>
                                    <a:pt x="358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7" y="236"/>
                                    <a:pt x="358" y="236"/>
                                    <a:pt x="357" y="235"/>
                                  </a:cubicBezTo>
                                  <a:cubicBezTo>
                                    <a:pt x="357" y="235"/>
                                    <a:pt x="357" y="235"/>
                                    <a:pt x="357" y="235"/>
                                  </a:cubicBezTo>
                                  <a:cubicBezTo>
                                    <a:pt x="358" y="235"/>
                                    <a:pt x="358" y="235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5"/>
                                    <a:pt x="358" y="236"/>
                                    <a:pt x="358" y="236"/>
                                  </a:cubicBezTo>
                                  <a:cubicBezTo>
                                    <a:pt x="358" y="237"/>
                                    <a:pt x="358" y="237"/>
                                    <a:pt x="358" y="237"/>
                                  </a:cubicBezTo>
                                  <a:cubicBezTo>
                                    <a:pt x="358" y="237"/>
                                    <a:pt x="358" y="237"/>
                                    <a:pt x="358" y="236"/>
                                  </a:cubicBezTo>
                                  <a:cubicBezTo>
                                    <a:pt x="359" y="236"/>
                                    <a:pt x="359" y="236"/>
                                    <a:pt x="358" y="236"/>
                                  </a:cubicBezTo>
                                  <a:cubicBezTo>
                                    <a:pt x="358" y="235"/>
                                    <a:pt x="358" y="235"/>
                                    <a:pt x="359" y="235"/>
                                  </a:cubicBezTo>
                                  <a:cubicBezTo>
                                    <a:pt x="359" y="235"/>
                                    <a:pt x="359" y="235"/>
                                    <a:pt x="359" y="235"/>
                                  </a:cubicBezTo>
                                  <a:cubicBezTo>
                                    <a:pt x="359" y="235"/>
                                    <a:pt x="359" y="235"/>
                                    <a:pt x="359" y="234"/>
                                  </a:cubicBezTo>
                                  <a:cubicBezTo>
                                    <a:pt x="358" y="234"/>
                                    <a:pt x="358" y="235"/>
                                    <a:pt x="358" y="235"/>
                                  </a:cubicBezTo>
                                  <a:cubicBezTo>
                                    <a:pt x="358" y="235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lose/>
                                  <a:moveTo>
                                    <a:pt x="367" y="253"/>
                                  </a:moveTo>
                                  <a:cubicBezTo>
                                    <a:pt x="367" y="253"/>
                                    <a:pt x="367" y="253"/>
                                    <a:pt x="367" y="252"/>
                                  </a:cubicBezTo>
                                  <a:cubicBezTo>
                                    <a:pt x="366" y="252"/>
                                    <a:pt x="366" y="252"/>
                                    <a:pt x="366" y="252"/>
                                  </a:cubicBezTo>
                                  <a:cubicBezTo>
                                    <a:pt x="367" y="252"/>
                                    <a:pt x="366" y="252"/>
                                    <a:pt x="366" y="252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5" y="251"/>
                                    <a:pt x="365" y="250"/>
                                    <a:pt x="365" y="250"/>
                                  </a:cubicBezTo>
                                  <a:cubicBezTo>
                                    <a:pt x="365" y="250"/>
                                    <a:pt x="365" y="250"/>
                                    <a:pt x="365" y="250"/>
                                  </a:cubicBezTo>
                                  <a:cubicBezTo>
                                    <a:pt x="365" y="250"/>
                                    <a:pt x="365" y="249"/>
                                    <a:pt x="365" y="249"/>
                                  </a:cubicBezTo>
                                  <a:cubicBezTo>
                                    <a:pt x="365" y="249"/>
                                    <a:pt x="365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5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8"/>
                                  </a:cubicBezTo>
                                  <a:cubicBezTo>
                                    <a:pt x="364" y="248"/>
                                    <a:pt x="364" y="248"/>
                                    <a:pt x="364" y="248"/>
                                  </a:cubicBezTo>
                                  <a:cubicBezTo>
                                    <a:pt x="365" y="248"/>
                                    <a:pt x="365" y="248"/>
                                    <a:pt x="365" y="248"/>
                                  </a:cubicBezTo>
                                  <a:cubicBezTo>
                                    <a:pt x="365" y="248"/>
                                    <a:pt x="365" y="248"/>
                                    <a:pt x="365" y="248"/>
                                  </a:cubicBezTo>
                                  <a:cubicBezTo>
                                    <a:pt x="365" y="248"/>
                                    <a:pt x="365" y="248"/>
                                    <a:pt x="364" y="248"/>
                                  </a:cubicBezTo>
                                  <a:cubicBezTo>
                                    <a:pt x="364" y="248"/>
                                    <a:pt x="364" y="248"/>
                                    <a:pt x="364" y="248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7"/>
                                    <a:pt x="363" y="247"/>
                                    <a:pt x="364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8"/>
                                    <a:pt x="363" y="248"/>
                                    <a:pt x="363" y="248"/>
                                  </a:cubicBezTo>
                                  <a:cubicBezTo>
                                    <a:pt x="363" y="248"/>
                                    <a:pt x="364" y="248"/>
                                    <a:pt x="364" y="248"/>
                                  </a:cubicBezTo>
                                  <a:cubicBezTo>
                                    <a:pt x="364" y="248"/>
                                    <a:pt x="363" y="248"/>
                                    <a:pt x="363" y="248"/>
                                  </a:cubicBezTo>
                                  <a:cubicBezTo>
                                    <a:pt x="363" y="249"/>
                                    <a:pt x="363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9"/>
                                  </a:cubicBezTo>
                                  <a:cubicBezTo>
                                    <a:pt x="363" y="249"/>
                                    <a:pt x="364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1"/>
                                    <a:pt x="364" y="250"/>
                                    <a:pt x="364" y="250"/>
                                  </a:cubicBezTo>
                                  <a:cubicBezTo>
                                    <a:pt x="364" y="251"/>
                                    <a:pt x="364" y="251"/>
                                    <a:pt x="364" y="251"/>
                                  </a:cubicBezTo>
                                  <a:cubicBezTo>
                                    <a:pt x="365" y="251"/>
                                    <a:pt x="365" y="251"/>
                                    <a:pt x="365" y="251"/>
                                  </a:cubicBezTo>
                                  <a:cubicBezTo>
                                    <a:pt x="365" y="252"/>
                                    <a:pt x="365" y="252"/>
                                    <a:pt x="365" y="251"/>
                                  </a:cubicBezTo>
                                  <a:cubicBezTo>
                                    <a:pt x="365" y="251"/>
                                    <a:pt x="365" y="251"/>
                                    <a:pt x="365" y="251"/>
                                  </a:cubicBezTo>
                                  <a:cubicBezTo>
                                    <a:pt x="365" y="252"/>
                                    <a:pt x="365" y="252"/>
                                    <a:pt x="365" y="252"/>
                                  </a:cubicBezTo>
                                  <a:cubicBezTo>
                                    <a:pt x="365" y="252"/>
                                    <a:pt x="365" y="252"/>
                                    <a:pt x="366" y="252"/>
                                  </a:cubicBezTo>
                                  <a:cubicBezTo>
                                    <a:pt x="366" y="252"/>
                                    <a:pt x="366" y="252"/>
                                    <a:pt x="366" y="252"/>
                                  </a:cubicBezTo>
                                  <a:cubicBezTo>
                                    <a:pt x="366" y="253"/>
                                    <a:pt x="366" y="252"/>
                                    <a:pt x="366" y="253"/>
                                  </a:cubicBezTo>
                                  <a:cubicBezTo>
                                    <a:pt x="366" y="253"/>
                                    <a:pt x="366" y="253"/>
                                    <a:pt x="366" y="253"/>
                                  </a:cubicBezTo>
                                  <a:cubicBezTo>
                                    <a:pt x="366" y="253"/>
                                    <a:pt x="366" y="253"/>
                                    <a:pt x="366" y="253"/>
                                  </a:cubicBezTo>
                                  <a:cubicBezTo>
                                    <a:pt x="366" y="253"/>
                                    <a:pt x="367" y="253"/>
                                    <a:pt x="367" y="253"/>
                                  </a:cubicBezTo>
                                  <a:cubicBezTo>
                                    <a:pt x="367" y="253"/>
                                    <a:pt x="367" y="253"/>
                                    <a:pt x="367" y="253"/>
                                  </a:cubicBezTo>
                                  <a:close/>
                                  <a:moveTo>
                                    <a:pt x="366" y="235"/>
                                  </a:moveTo>
                                  <a:cubicBezTo>
                                    <a:pt x="366" y="235"/>
                                    <a:pt x="366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4"/>
                                    <a:pt x="367" y="234"/>
                                  </a:cubicBezTo>
                                  <a:cubicBezTo>
                                    <a:pt x="367" y="234"/>
                                    <a:pt x="367" y="234"/>
                                    <a:pt x="367" y="233"/>
                                  </a:cubicBezTo>
                                  <a:cubicBezTo>
                                    <a:pt x="367" y="233"/>
                                    <a:pt x="367" y="233"/>
                                    <a:pt x="367" y="233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6" y="233"/>
                                    <a:pt x="366" y="232"/>
                                    <a:pt x="366" y="232"/>
                                  </a:cubicBezTo>
                                  <a:cubicBezTo>
                                    <a:pt x="365" y="232"/>
                                    <a:pt x="365" y="233"/>
                                    <a:pt x="365" y="233"/>
                                  </a:cubicBezTo>
                                  <a:cubicBezTo>
                                    <a:pt x="365" y="233"/>
                                    <a:pt x="364" y="233"/>
                                    <a:pt x="364" y="233"/>
                                  </a:cubicBezTo>
                                  <a:cubicBezTo>
                                    <a:pt x="364" y="234"/>
                                    <a:pt x="364" y="234"/>
                                    <a:pt x="364" y="234"/>
                                  </a:cubicBezTo>
                                  <a:cubicBezTo>
                                    <a:pt x="365" y="234"/>
                                    <a:pt x="365" y="235"/>
                                    <a:pt x="365" y="235"/>
                                  </a:cubicBezTo>
                                  <a:cubicBezTo>
                                    <a:pt x="366" y="235"/>
                                    <a:pt x="366" y="235"/>
                                    <a:pt x="366" y="235"/>
                                  </a:cubicBezTo>
                                  <a:close/>
                                  <a:moveTo>
                                    <a:pt x="362" y="240"/>
                                  </a:moveTo>
                                  <a:cubicBezTo>
                                    <a:pt x="362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0" y="240"/>
                                    <a:pt x="360" y="240"/>
                                    <a:pt x="360" y="241"/>
                                  </a:cubicBezTo>
                                  <a:cubicBezTo>
                                    <a:pt x="360" y="241"/>
                                    <a:pt x="360" y="241"/>
                                    <a:pt x="360" y="241"/>
                                  </a:cubicBezTo>
                                  <a:cubicBezTo>
                                    <a:pt x="360" y="241"/>
                                    <a:pt x="361" y="241"/>
                                    <a:pt x="361" y="241"/>
                                  </a:cubicBezTo>
                                  <a:cubicBezTo>
                                    <a:pt x="361" y="241"/>
                                    <a:pt x="361" y="241"/>
                                    <a:pt x="361" y="241"/>
                                  </a:cubicBezTo>
                                  <a:cubicBezTo>
                                    <a:pt x="362" y="241"/>
                                    <a:pt x="362" y="241"/>
                                    <a:pt x="361" y="241"/>
                                  </a:cubicBezTo>
                                  <a:cubicBezTo>
                                    <a:pt x="361" y="241"/>
                                    <a:pt x="361" y="241"/>
                                    <a:pt x="361" y="241"/>
                                  </a:cubicBezTo>
                                  <a:cubicBezTo>
                                    <a:pt x="362" y="241"/>
                                    <a:pt x="362" y="241"/>
                                    <a:pt x="362" y="241"/>
                                  </a:cubicBezTo>
                                  <a:cubicBezTo>
                                    <a:pt x="363" y="241"/>
                                    <a:pt x="363" y="240"/>
                                    <a:pt x="362" y="240"/>
                                  </a:cubicBezTo>
                                  <a:cubicBezTo>
                                    <a:pt x="362" y="240"/>
                                    <a:pt x="362" y="240"/>
                                    <a:pt x="362" y="240"/>
                                  </a:cubicBezTo>
                                  <a:close/>
                                  <a:moveTo>
                                    <a:pt x="367" y="248"/>
                                  </a:moveTo>
                                  <a:cubicBezTo>
                                    <a:pt x="366" y="248"/>
                                    <a:pt x="366" y="248"/>
                                    <a:pt x="366" y="248"/>
                                  </a:cubicBezTo>
                                  <a:cubicBezTo>
                                    <a:pt x="366" y="248"/>
                                    <a:pt x="366" y="247"/>
                                    <a:pt x="366" y="247"/>
                                  </a:cubicBezTo>
                                  <a:cubicBezTo>
                                    <a:pt x="366" y="248"/>
                                    <a:pt x="365" y="248"/>
                                    <a:pt x="366" y="248"/>
                                  </a:cubicBezTo>
                                  <a:cubicBezTo>
                                    <a:pt x="366" y="248"/>
                                    <a:pt x="366" y="248"/>
                                    <a:pt x="366" y="248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5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50"/>
                                    <a:pt x="366" y="250"/>
                                  </a:cubicBezTo>
                                  <a:cubicBezTo>
                                    <a:pt x="366" y="250"/>
                                    <a:pt x="367" y="249"/>
                                    <a:pt x="367" y="249"/>
                                  </a:cubicBezTo>
                                  <a:cubicBezTo>
                                    <a:pt x="367" y="249"/>
                                    <a:pt x="367" y="249"/>
                                    <a:pt x="367" y="249"/>
                                  </a:cubicBezTo>
                                  <a:cubicBezTo>
                                    <a:pt x="367" y="249"/>
                                    <a:pt x="366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8"/>
                                  </a:cubicBezTo>
                                  <a:close/>
                                  <a:moveTo>
                                    <a:pt x="354" y="231"/>
                                  </a:move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3" y="231"/>
                                  </a:cubicBezTo>
                                  <a:cubicBezTo>
                                    <a:pt x="353" y="231"/>
                                    <a:pt x="353" y="231"/>
                                    <a:pt x="353" y="231"/>
                                  </a:cubicBezTo>
                                  <a:cubicBezTo>
                                    <a:pt x="353" y="231"/>
                                    <a:pt x="353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5"/>
                                    <a:pt x="354" y="235"/>
                                  </a:cubicBezTo>
                                  <a:cubicBezTo>
                                    <a:pt x="354" y="235"/>
                                    <a:pt x="354" y="235"/>
                                    <a:pt x="354" y="236"/>
                                  </a:cubicBezTo>
                                  <a:cubicBezTo>
                                    <a:pt x="353" y="236"/>
                                    <a:pt x="353" y="236"/>
                                    <a:pt x="354" y="235"/>
                                  </a:cubicBezTo>
                                  <a:cubicBezTo>
                                    <a:pt x="354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2" y="235"/>
                                    <a:pt x="353" y="234"/>
                                  </a:cubicBezTo>
                                  <a:cubicBezTo>
                                    <a:pt x="353" y="234"/>
                                    <a:pt x="353" y="234"/>
                                    <a:pt x="353" y="234"/>
                                  </a:cubicBezTo>
                                  <a:cubicBezTo>
                                    <a:pt x="353" y="234"/>
                                    <a:pt x="353" y="234"/>
                                    <a:pt x="353" y="234"/>
                                  </a:cubicBezTo>
                                  <a:cubicBezTo>
                                    <a:pt x="352" y="234"/>
                                    <a:pt x="352" y="234"/>
                                    <a:pt x="352" y="233"/>
                                  </a:cubicBezTo>
                                  <a:cubicBezTo>
                                    <a:pt x="352" y="233"/>
                                    <a:pt x="352" y="233"/>
                                    <a:pt x="352" y="233"/>
                                  </a:cubicBezTo>
                                  <a:cubicBezTo>
                                    <a:pt x="352" y="232"/>
                                    <a:pt x="351" y="232"/>
                                    <a:pt x="352" y="232"/>
                                  </a:cubicBezTo>
                                  <a:cubicBezTo>
                                    <a:pt x="352" y="232"/>
                                    <a:pt x="352" y="232"/>
                                    <a:pt x="351" y="232"/>
                                  </a:cubicBezTo>
                                  <a:cubicBezTo>
                                    <a:pt x="351" y="232"/>
                                    <a:pt x="351" y="232"/>
                                    <a:pt x="351" y="231"/>
                                  </a:cubicBezTo>
                                  <a:cubicBezTo>
                                    <a:pt x="351" y="231"/>
                                    <a:pt x="351" y="231"/>
                                    <a:pt x="351" y="231"/>
                                  </a:cubicBezTo>
                                  <a:cubicBezTo>
                                    <a:pt x="351" y="231"/>
                                    <a:pt x="351" y="231"/>
                                    <a:pt x="352" y="231"/>
                                  </a:cubicBezTo>
                                  <a:cubicBezTo>
                                    <a:pt x="352" y="230"/>
                                    <a:pt x="352" y="230"/>
                                    <a:pt x="352" y="230"/>
                                  </a:cubicBezTo>
                                  <a:cubicBezTo>
                                    <a:pt x="352" y="230"/>
                                    <a:pt x="351" y="230"/>
                                    <a:pt x="352" y="230"/>
                                  </a:cubicBezTo>
                                  <a:cubicBezTo>
                                    <a:pt x="352" y="230"/>
                                    <a:pt x="351" y="230"/>
                                    <a:pt x="352" y="230"/>
                                  </a:cubicBezTo>
                                  <a:cubicBezTo>
                                    <a:pt x="352" y="230"/>
                                    <a:pt x="352" y="230"/>
                                    <a:pt x="352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1" y="231"/>
                                    <a:pt x="351" y="231"/>
                                    <a:pt x="351" y="231"/>
                                  </a:cubicBezTo>
                                  <a:cubicBezTo>
                                    <a:pt x="350" y="231"/>
                                    <a:pt x="351" y="230"/>
                                    <a:pt x="351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0" y="230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0" y="229"/>
                                    <a:pt x="350" y="230"/>
                                    <a:pt x="350" y="230"/>
                                  </a:cubicBezTo>
                                  <a:cubicBezTo>
                                    <a:pt x="350" y="230"/>
                                    <a:pt x="350" y="230"/>
                                    <a:pt x="350" y="230"/>
                                  </a:cubicBezTo>
                                  <a:cubicBezTo>
                                    <a:pt x="350" y="230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8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49" y="229"/>
                                    <a:pt x="350" y="228"/>
                                    <a:pt x="350" y="228"/>
                                  </a:cubicBezTo>
                                  <a:cubicBezTo>
                                    <a:pt x="350" y="228"/>
                                    <a:pt x="350" y="228"/>
                                    <a:pt x="350" y="228"/>
                                  </a:cubicBezTo>
                                  <a:cubicBezTo>
                                    <a:pt x="350" y="228"/>
                                    <a:pt x="349" y="228"/>
                                    <a:pt x="349" y="228"/>
                                  </a:cubicBezTo>
                                  <a:cubicBezTo>
                                    <a:pt x="349" y="228"/>
                                    <a:pt x="349" y="228"/>
                                    <a:pt x="349" y="227"/>
                                  </a:cubicBezTo>
                                  <a:cubicBezTo>
                                    <a:pt x="349" y="227"/>
                                    <a:pt x="349" y="227"/>
                                    <a:pt x="349" y="227"/>
                                  </a:cubicBezTo>
                                  <a:cubicBezTo>
                                    <a:pt x="349" y="227"/>
                                    <a:pt x="349" y="227"/>
                                    <a:pt x="349" y="227"/>
                                  </a:cubicBezTo>
                                  <a:cubicBezTo>
                                    <a:pt x="349" y="227"/>
                                    <a:pt x="349" y="226"/>
                                    <a:pt x="349" y="226"/>
                                  </a:cubicBezTo>
                                  <a:cubicBezTo>
                                    <a:pt x="349" y="226"/>
                                    <a:pt x="349" y="226"/>
                                    <a:pt x="349" y="226"/>
                                  </a:cubicBezTo>
                                  <a:cubicBezTo>
                                    <a:pt x="349" y="226"/>
                                    <a:pt x="350" y="226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49" y="225"/>
                                    <a:pt x="349" y="225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50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ubicBezTo>
                                    <a:pt x="349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7" y="223"/>
                                    <a:pt x="347" y="223"/>
                                  </a:cubicBezTo>
                                  <a:cubicBezTo>
                                    <a:pt x="347" y="223"/>
                                    <a:pt x="347" y="223"/>
                                    <a:pt x="347" y="224"/>
                                  </a:cubicBezTo>
                                  <a:cubicBezTo>
                                    <a:pt x="347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5"/>
                                    <a:pt x="347" y="225"/>
                                    <a:pt x="347" y="225"/>
                                  </a:cubicBezTo>
                                  <a:cubicBezTo>
                                    <a:pt x="347" y="226"/>
                                    <a:pt x="347" y="226"/>
                                    <a:pt x="346" y="226"/>
                                  </a:cubicBezTo>
                                  <a:cubicBezTo>
                                    <a:pt x="346" y="226"/>
                                    <a:pt x="346" y="226"/>
                                    <a:pt x="346" y="226"/>
                                  </a:cubicBezTo>
                                  <a:cubicBezTo>
                                    <a:pt x="346" y="226"/>
                                    <a:pt x="346" y="225"/>
                                    <a:pt x="346" y="225"/>
                                  </a:cubicBezTo>
                                  <a:cubicBezTo>
                                    <a:pt x="346" y="225"/>
                                    <a:pt x="346" y="224"/>
                                    <a:pt x="346" y="224"/>
                                  </a:cubicBezTo>
                                  <a:cubicBezTo>
                                    <a:pt x="347" y="224"/>
                                    <a:pt x="347" y="224"/>
                                    <a:pt x="347" y="224"/>
                                  </a:cubicBezTo>
                                  <a:cubicBezTo>
                                    <a:pt x="347" y="224"/>
                                    <a:pt x="346" y="224"/>
                                    <a:pt x="346" y="224"/>
                                  </a:cubicBezTo>
                                  <a:cubicBezTo>
                                    <a:pt x="346" y="224"/>
                                    <a:pt x="346" y="224"/>
                                    <a:pt x="346" y="223"/>
                                  </a:cubicBezTo>
                                  <a:cubicBezTo>
                                    <a:pt x="346" y="223"/>
                                    <a:pt x="346" y="223"/>
                                    <a:pt x="346" y="223"/>
                                  </a:cubicBezTo>
                                  <a:cubicBezTo>
                                    <a:pt x="346" y="223"/>
                                    <a:pt x="346" y="223"/>
                                    <a:pt x="346" y="223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8" y="221"/>
                                    <a:pt x="348" y="221"/>
                                  </a:cubicBezTo>
                                  <a:cubicBezTo>
                                    <a:pt x="348" y="221"/>
                                    <a:pt x="348" y="221"/>
                                    <a:pt x="348" y="221"/>
                                  </a:cubicBezTo>
                                  <a:cubicBezTo>
                                    <a:pt x="348" y="221"/>
                                    <a:pt x="348" y="221"/>
                                    <a:pt x="348" y="221"/>
                                  </a:cubicBezTo>
                                  <a:cubicBezTo>
                                    <a:pt x="347" y="221"/>
                                    <a:pt x="347" y="221"/>
                                    <a:pt x="348" y="221"/>
                                  </a:cubicBezTo>
                                  <a:cubicBezTo>
                                    <a:pt x="348" y="220"/>
                                    <a:pt x="348" y="220"/>
                                    <a:pt x="348" y="220"/>
                                  </a:cubicBezTo>
                                  <a:cubicBezTo>
                                    <a:pt x="348" y="220"/>
                                    <a:pt x="348" y="220"/>
                                    <a:pt x="347" y="220"/>
                                  </a:cubicBezTo>
                                  <a:cubicBezTo>
                                    <a:pt x="347" y="220"/>
                                    <a:pt x="347" y="220"/>
                                    <a:pt x="347" y="220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6" y="221"/>
                                    <a:pt x="346" y="221"/>
                                    <a:pt x="346" y="221"/>
                                  </a:cubicBezTo>
                                  <a:cubicBezTo>
                                    <a:pt x="346" y="221"/>
                                    <a:pt x="346" y="221"/>
                                    <a:pt x="346" y="221"/>
                                  </a:cubicBezTo>
                                  <a:cubicBezTo>
                                    <a:pt x="346" y="220"/>
                                    <a:pt x="345" y="220"/>
                                    <a:pt x="345" y="220"/>
                                  </a:cubicBezTo>
                                  <a:cubicBezTo>
                                    <a:pt x="345" y="220"/>
                                    <a:pt x="345" y="220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20"/>
                                  </a:cubicBezTo>
                                  <a:cubicBezTo>
                                    <a:pt x="345" y="220"/>
                                    <a:pt x="346" y="220"/>
                                    <a:pt x="346" y="220"/>
                                  </a:cubicBezTo>
                                  <a:cubicBezTo>
                                    <a:pt x="346" y="220"/>
                                    <a:pt x="346" y="220"/>
                                    <a:pt x="345" y="220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4" y="219"/>
                                    <a:pt x="344" y="219"/>
                                    <a:pt x="345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3" y="218"/>
                                  </a:cubicBezTo>
                                  <a:cubicBezTo>
                                    <a:pt x="343" y="218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4" y="217"/>
                                  </a:cubicBezTo>
                                  <a:cubicBezTo>
                                    <a:pt x="344" y="217"/>
                                    <a:pt x="343" y="217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2" y="216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1" y="215"/>
                                  </a:cubicBezTo>
                                  <a:cubicBezTo>
                                    <a:pt x="341" y="214"/>
                                    <a:pt x="341" y="214"/>
                                    <a:pt x="341" y="214"/>
                                  </a:cubicBezTo>
                                  <a:cubicBezTo>
                                    <a:pt x="341" y="214"/>
                                    <a:pt x="341" y="214"/>
                                    <a:pt x="341" y="214"/>
                                  </a:cubicBezTo>
                                  <a:cubicBezTo>
                                    <a:pt x="341" y="213"/>
                                    <a:pt x="341" y="213"/>
                                    <a:pt x="341" y="213"/>
                                  </a:cubicBezTo>
                                  <a:cubicBezTo>
                                    <a:pt x="341" y="213"/>
                                    <a:pt x="341" y="212"/>
                                    <a:pt x="341" y="212"/>
                                  </a:cubicBezTo>
                                  <a:cubicBezTo>
                                    <a:pt x="342" y="212"/>
                                    <a:pt x="342" y="212"/>
                                    <a:pt x="342" y="212"/>
                                  </a:cubicBezTo>
                                  <a:cubicBezTo>
                                    <a:pt x="342" y="213"/>
                                    <a:pt x="342" y="213"/>
                                    <a:pt x="342" y="213"/>
                                  </a:cubicBezTo>
                                  <a:cubicBezTo>
                                    <a:pt x="342" y="213"/>
                                    <a:pt x="342" y="213"/>
                                    <a:pt x="342" y="213"/>
                                  </a:cubicBezTo>
                                  <a:cubicBezTo>
                                    <a:pt x="342" y="213"/>
                                    <a:pt x="343" y="213"/>
                                    <a:pt x="343" y="213"/>
                                  </a:cubicBezTo>
                                  <a:cubicBezTo>
                                    <a:pt x="343" y="214"/>
                                    <a:pt x="344" y="214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5" y="215"/>
                                  </a:cubicBezTo>
                                  <a:cubicBezTo>
                                    <a:pt x="345" y="215"/>
                                    <a:pt x="345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4"/>
                                  </a:cubicBezTo>
                                  <a:cubicBezTo>
                                    <a:pt x="343" y="214"/>
                                    <a:pt x="343" y="214"/>
                                    <a:pt x="343" y="213"/>
                                  </a:cubicBezTo>
                                  <a:cubicBezTo>
                                    <a:pt x="343" y="213"/>
                                    <a:pt x="343" y="213"/>
                                    <a:pt x="342" y="213"/>
                                  </a:cubicBezTo>
                                  <a:cubicBezTo>
                                    <a:pt x="342" y="213"/>
                                    <a:pt x="342" y="212"/>
                                    <a:pt x="342" y="212"/>
                                  </a:cubicBezTo>
                                  <a:cubicBezTo>
                                    <a:pt x="342" y="212"/>
                                    <a:pt x="342" y="212"/>
                                    <a:pt x="342" y="212"/>
                                  </a:cubicBezTo>
                                  <a:cubicBezTo>
                                    <a:pt x="342" y="212"/>
                                    <a:pt x="342" y="211"/>
                                    <a:pt x="343" y="212"/>
                                  </a:cubicBezTo>
                                  <a:cubicBezTo>
                                    <a:pt x="343" y="212"/>
                                    <a:pt x="343" y="212"/>
                                    <a:pt x="343" y="212"/>
                                  </a:cubicBezTo>
                                  <a:cubicBezTo>
                                    <a:pt x="343" y="212"/>
                                    <a:pt x="343" y="212"/>
                                    <a:pt x="343" y="212"/>
                                  </a:cubicBezTo>
                                  <a:cubicBezTo>
                                    <a:pt x="343" y="212"/>
                                    <a:pt x="343" y="211"/>
                                    <a:pt x="343" y="211"/>
                                  </a:cubicBezTo>
                                  <a:cubicBezTo>
                                    <a:pt x="342" y="211"/>
                                    <a:pt x="342" y="211"/>
                                    <a:pt x="343" y="211"/>
                                  </a:cubicBezTo>
                                  <a:cubicBezTo>
                                    <a:pt x="343" y="211"/>
                                    <a:pt x="343" y="211"/>
                                    <a:pt x="343" y="211"/>
                                  </a:cubicBezTo>
                                  <a:cubicBezTo>
                                    <a:pt x="343" y="211"/>
                                    <a:pt x="343" y="211"/>
                                    <a:pt x="343" y="211"/>
                                  </a:cubicBezTo>
                                  <a:cubicBezTo>
                                    <a:pt x="343" y="211"/>
                                    <a:pt x="344" y="212"/>
                                    <a:pt x="343" y="212"/>
                                  </a:cubicBezTo>
                                  <a:cubicBezTo>
                                    <a:pt x="343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1"/>
                                    <a:pt x="344" y="211"/>
                                  </a:cubicBezTo>
                                  <a:cubicBezTo>
                                    <a:pt x="344" y="211"/>
                                    <a:pt x="344" y="211"/>
                                    <a:pt x="344" y="211"/>
                                  </a:cubicBezTo>
                                  <a:cubicBezTo>
                                    <a:pt x="344" y="211"/>
                                    <a:pt x="344" y="211"/>
                                    <a:pt x="344" y="211"/>
                                  </a:cubicBezTo>
                                  <a:cubicBezTo>
                                    <a:pt x="345" y="211"/>
                                    <a:pt x="345" y="211"/>
                                    <a:pt x="345" y="211"/>
                                  </a:cubicBezTo>
                                  <a:cubicBezTo>
                                    <a:pt x="345" y="211"/>
                                    <a:pt x="345" y="211"/>
                                    <a:pt x="345" y="211"/>
                                  </a:cubicBezTo>
                                  <a:cubicBezTo>
                                    <a:pt x="345" y="211"/>
                                    <a:pt x="345" y="210"/>
                                    <a:pt x="345" y="210"/>
                                  </a:cubicBezTo>
                                  <a:cubicBezTo>
                                    <a:pt x="346" y="210"/>
                                    <a:pt x="346" y="210"/>
                                    <a:pt x="346" y="210"/>
                                  </a:cubicBezTo>
                                  <a:cubicBezTo>
                                    <a:pt x="346" y="210"/>
                                    <a:pt x="346" y="210"/>
                                    <a:pt x="346" y="210"/>
                                  </a:cubicBezTo>
                                  <a:cubicBezTo>
                                    <a:pt x="347" y="210"/>
                                    <a:pt x="347" y="211"/>
                                    <a:pt x="347" y="211"/>
                                  </a:cubicBezTo>
                                  <a:cubicBezTo>
                                    <a:pt x="347" y="211"/>
                                    <a:pt x="347" y="211"/>
                                    <a:pt x="348" y="211"/>
                                  </a:cubicBezTo>
                                  <a:cubicBezTo>
                                    <a:pt x="348" y="211"/>
                                    <a:pt x="348" y="211"/>
                                    <a:pt x="348" y="211"/>
                                  </a:cubicBezTo>
                                  <a:cubicBezTo>
                                    <a:pt x="348" y="211"/>
                                    <a:pt x="348" y="212"/>
                                    <a:pt x="348" y="212"/>
                                  </a:cubicBezTo>
                                  <a:cubicBezTo>
                                    <a:pt x="348" y="212"/>
                                    <a:pt x="348" y="212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6" y="213"/>
                                    <a:pt x="346" y="213"/>
                                  </a:cubicBezTo>
                                  <a:cubicBezTo>
                                    <a:pt x="346" y="213"/>
                                    <a:pt x="346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4"/>
                                    <a:pt x="347" y="213"/>
                                  </a:cubicBezTo>
                                  <a:cubicBezTo>
                                    <a:pt x="347" y="213"/>
                                    <a:pt x="346" y="213"/>
                                    <a:pt x="346" y="214"/>
                                  </a:cubicBezTo>
                                  <a:cubicBezTo>
                                    <a:pt x="346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4"/>
                                    <a:pt x="347" y="214"/>
                                  </a:cubicBezTo>
                                  <a:cubicBezTo>
                                    <a:pt x="348" y="214"/>
                                    <a:pt x="348" y="213"/>
                                    <a:pt x="348" y="213"/>
                                  </a:cubicBezTo>
                                  <a:cubicBezTo>
                                    <a:pt x="348" y="213"/>
                                    <a:pt x="348" y="212"/>
                                    <a:pt x="348" y="212"/>
                                  </a:cubicBezTo>
                                  <a:cubicBezTo>
                                    <a:pt x="349" y="212"/>
                                    <a:pt x="349" y="212"/>
                                    <a:pt x="349" y="212"/>
                                  </a:cubicBezTo>
                                  <a:cubicBezTo>
                                    <a:pt x="348" y="212"/>
                                    <a:pt x="348" y="212"/>
                                    <a:pt x="348" y="212"/>
                                  </a:cubicBezTo>
                                  <a:cubicBezTo>
                                    <a:pt x="349" y="212"/>
                                    <a:pt x="349" y="211"/>
                                    <a:pt x="349" y="212"/>
                                  </a:cubicBezTo>
                                  <a:cubicBezTo>
                                    <a:pt x="349" y="212"/>
                                    <a:pt x="349" y="212"/>
                                    <a:pt x="349" y="212"/>
                                  </a:cubicBezTo>
                                  <a:cubicBezTo>
                                    <a:pt x="349" y="212"/>
                                    <a:pt x="350" y="212"/>
                                    <a:pt x="350" y="212"/>
                                  </a:cubicBezTo>
                                  <a:cubicBezTo>
                                    <a:pt x="351" y="212"/>
                                    <a:pt x="351" y="212"/>
                                    <a:pt x="351" y="212"/>
                                  </a:cubicBezTo>
                                  <a:cubicBezTo>
                                    <a:pt x="351" y="212"/>
                                    <a:pt x="351" y="212"/>
                                    <a:pt x="351" y="212"/>
                                  </a:cubicBezTo>
                                  <a:cubicBezTo>
                                    <a:pt x="351" y="213"/>
                                    <a:pt x="351" y="212"/>
                                    <a:pt x="351" y="213"/>
                                  </a:cubicBezTo>
                                  <a:cubicBezTo>
                                    <a:pt x="351" y="213"/>
                                    <a:pt x="352" y="212"/>
                                    <a:pt x="352" y="213"/>
                                  </a:cubicBezTo>
                                  <a:cubicBezTo>
                                    <a:pt x="352" y="213"/>
                                    <a:pt x="352" y="213"/>
                                    <a:pt x="352" y="214"/>
                                  </a:cubicBezTo>
                                  <a:cubicBezTo>
                                    <a:pt x="352" y="214"/>
                                    <a:pt x="352" y="214"/>
                                    <a:pt x="352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4"/>
                                    <a:pt x="351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6"/>
                                    <a:pt x="352" y="216"/>
                                    <a:pt x="352" y="216"/>
                                  </a:cubicBezTo>
                                  <a:cubicBezTo>
                                    <a:pt x="352" y="216"/>
                                    <a:pt x="351" y="216"/>
                                    <a:pt x="351" y="216"/>
                                  </a:cubicBezTo>
                                  <a:cubicBezTo>
                                    <a:pt x="351" y="216"/>
                                    <a:pt x="351" y="216"/>
                                    <a:pt x="350" y="216"/>
                                  </a:cubicBezTo>
                                  <a:cubicBezTo>
                                    <a:pt x="350" y="216"/>
                                    <a:pt x="350" y="216"/>
                                    <a:pt x="350" y="216"/>
                                  </a:cubicBezTo>
                                  <a:cubicBezTo>
                                    <a:pt x="349" y="216"/>
                                    <a:pt x="349" y="215"/>
                                    <a:pt x="349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5"/>
                                  </a:cubicBezTo>
                                  <a:cubicBezTo>
                                    <a:pt x="347" y="214"/>
                                    <a:pt x="347" y="214"/>
                                    <a:pt x="346" y="214"/>
                                  </a:cubicBezTo>
                                  <a:cubicBezTo>
                                    <a:pt x="346" y="214"/>
                                    <a:pt x="346" y="214"/>
                                    <a:pt x="346" y="214"/>
                                  </a:cubicBezTo>
                                  <a:cubicBezTo>
                                    <a:pt x="346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5"/>
                                    <a:pt x="347" y="215"/>
                                  </a:cubicBezTo>
                                  <a:cubicBezTo>
                                    <a:pt x="347" y="215"/>
                                    <a:pt x="347" y="215"/>
                                    <a:pt x="347" y="215"/>
                                  </a:cubicBezTo>
                                  <a:cubicBezTo>
                                    <a:pt x="347" y="215"/>
                                    <a:pt x="347" y="215"/>
                                    <a:pt x="348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6"/>
                                  </a:cubicBezTo>
                                  <a:cubicBezTo>
                                    <a:pt x="348" y="215"/>
                                    <a:pt x="348" y="215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1" y="217"/>
                                    <a:pt x="351" y="216"/>
                                  </a:cubicBezTo>
                                  <a:cubicBezTo>
                                    <a:pt x="351" y="216"/>
                                    <a:pt x="351" y="216"/>
                                    <a:pt x="351" y="216"/>
                                  </a:cubicBezTo>
                                  <a:cubicBezTo>
                                    <a:pt x="351" y="217"/>
                                    <a:pt x="351" y="217"/>
                                    <a:pt x="352" y="216"/>
                                  </a:cubicBezTo>
                                  <a:cubicBezTo>
                                    <a:pt x="352" y="216"/>
                                    <a:pt x="352" y="216"/>
                                    <a:pt x="352" y="217"/>
                                  </a:cubicBezTo>
                                  <a:cubicBezTo>
                                    <a:pt x="352" y="217"/>
                                    <a:pt x="352" y="217"/>
                                    <a:pt x="352" y="217"/>
                                  </a:cubicBezTo>
                                  <a:cubicBezTo>
                                    <a:pt x="352" y="217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20"/>
                                    <a:pt x="353" y="220"/>
                                  </a:cubicBezTo>
                                  <a:cubicBezTo>
                                    <a:pt x="352" y="220"/>
                                    <a:pt x="352" y="220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20"/>
                                    <a:pt x="352" y="220"/>
                                  </a:cubicBezTo>
                                  <a:cubicBezTo>
                                    <a:pt x="352" y="220"/>
                                    <a:pt x="352" y="220"/>
                                    <a:pt x="352" y="220"/>
                                  </a:cubicBezTo>
                                  <a:cubicBezTo>
                                    <a:pt x="352" y="220"/>
                                    <a:pt x="351" y="220"/>
                                    <a:pt x="351" y="220"/>
                                  </a:cubicBezTo>
                                  <a:cubicBezTo>
                                    <a:pt x="351" y="220"/>
                                    <a:pt x="351" y="220"/>
                                    <a:pt x="351" y="220"/>
                                  </a:cubicBezTo>
                                  <a:cubicBezTo>
                                    <a:pt x="351" y="220"/>
                                    <a:pt x="351" y="219"/>
                                    <a:pt x="350" y="219"/>
                                  </a:cubicBezTo>
                                  <a:cubicBezTo>
                                    <a:pt x="350" y="219"/>
                                    <a:pt x="350" y="219"/>
                                    <a:pt x="350" y="219"/>
                                  </a:cubicBezTo>
                                  <a:cubicBezTo>
                                    <a:pt x="350" y="219"/>
                                    <a:pt x="349" y="219"/>
                                    <a:pt x="349" y="219"/>
                                  </a:cubicBezTo>
                                  <a:cubicBezTo>
                                    <a:pt x="349" y="218"/>
                                    <a:pt x="348" y="218"/>
                                    <a:pt x="348" y="218"/>
                                  </a:cubicBezTo>
                                  <a:cubicBezTo>
                                    <a:pt x="348" y="217"/>
                                    <a:pt x="348" y="217"/>
                                    <a:pt x="348" y="217"/>
                                  </a:cubicBezTo>
                                  <a:cubicBezTo>
                                    <a:pt x="348" y="217"/>
                                    <a:pt x="348" y="217"/>
                                    <a:pt x="348" y="217"/>
                                  </a:cubicBezTo>
                                  <a:cubicBezTo>
                                    <a:pt x="347" y="217"/>
                                    <a:pt x="347" y="217"/>
                                    <a:pt x="347" y="217"/>
                                  </a:cubicBezTo>
                                  <a:cubicBezTo>
                                    <a:pt x="347" y="217"/>
                                    <a:pt x="347" y="217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7"/>
                                    <a:pt x="346" y="217"/>
                                    <a:pt x="346" y="217"/>
                                  </a:cubicBezTo>
                                  <a:cubicBezTo>
                                    <a:pt x="347" y="217"/>
                                    <a:pt x="347" y="217"/>
                                    <a:pt x="346" y="218"/>
                                  </a:cubicBezTo>
                                  <a:cubicBezTo>
                                    <a:pt x="346" y="218"/>
                                    <a:pt x="346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8" y="218"/>
                                    <a:pt x="348" y="218"/>
                                    <a:pt x="348" y="218"/>
                                  </a:cubicBezTo>
                                  <a:cubicBezTo>
                                    <a:pt x="348" y="219"/>
                                    <a:pt x="348" y="219"/>
                                    <a:pt x="347" y="219"/>
                                  </a:cubicBezTo>
                                  <a:cubicBezTo>
                                    <a:pt x="347" y="219"/>
                                    <a:pt x="347" y="219"/>
                                    <a:pt x="347" y="219"/>
                                  </a:cubicBezTo>
                                  <a:cubicBezTo>
                                    <a:pt x="347" y="219"/>
                                    <a:pt x="347" y="219"/>
                                    <a:pt x="347" y="219"/>
                                  </a:cubicBezTo>
                                  <a:cubicBezTo>
                                    <a:pt x="348" y="219"/>
                                    <a:pt x="348" y="219"/>
                                    <a:pt x="348" y="219"/>
                                  </a:cubicBezTo>
                                  <a:cubicBezTo>
                                    <a:pt x="348" y="219"/>
                                    <a:pt x="348" y="220"/>
                                    <a:pt x="348" y="220"/>
                                  </a:cubicBezTo>
                                  <a:cubicBezTo>
                                    <a:pt x="348" y="220"/>
                                    <a:pt x="348" y="220"/>
                                    <a:pt x="348" y="219"/>
                                  </a:cubicBezTo>
                                  <a:cubicBezTo>
                                    <a:pt x="348" y="219"/>
                                    <a:pt x="348" y="219"/>
                                    <a:pt x="348" y="219"/>
                                  </a:cubicBezTo>
                                  <a:cubicBezTo>
                                    <a:pt x="349" y="219"/>
                                    <a:pt x="349" y="219"/>
                                    <a:pt x="349" y="219"/>
                                  </a:cubicBezTo>
                                  <a:cubicBezTo>
                                    <a:pt x="349" y="219"/>
                                    <a:pt x="349" y="219"/>
                                    <a:pt x="349" y="220"/>
                                  </a:cubicBezTo>
                                  <a:cubicBezTo>
                                    <a:pt x="350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1" y="220"/>
                                    <a:pt x="351" y="220"/>
                                    <a:pt x="351" y="221"/>
                                  </a:cubicBezTo>
                                  <a:cubicBezTo>
                                    <a:pt x="351" y="221"/>
                                    <a:pt x="351" y="221"/>
                                    <a:pt x="351" y="221"/>
                                  </a:cubicBezTo>
                                  <a:cubicBezTo>
                                    <a:pt x="352" y="220"/>
                                    <a:pt x="352" y="220"/>
                                    <a:pt x="353" y="221"/>
                                  </a:cubicBezTo>
                                  <a:cubicBezTo>
                                    <a:pt x="353" y="221"/>
                                    <a:pt x="353" y="221"/>
                                    <a:pt x="353" y="222"/>
                                  </a:cubicBezTo>
                                  <a:cubicBezTo>
                                    <a:pt x="353" y="222"/>
                                    <a:pt x="353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1"/>
                                    <a:pt x="351" y="222"/>
                                  </a:cubicBezTo>
                                  <a:cubicBezTo>
                                    <a:pt x="351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3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3"/>
                                  </a:cubicBezTo>
                                  <a:cubicBezTo>
                                    <a:pt x="352" y="223"/>
                                    <a:pt x="353" y="223"/>
                                    <a:pt x="352" y="223"/>
                                  </a:cubicBezTo>
                                  <a:cubicBezTo>
                                    <a:pt x="352" y="223"/>
                                    <a:pt x="352" y="223"/>
                                    <a:pt x="352" y="223"/>
                                  </a:cubicBezTo>
                                  <a:cubicBezTo>
                                    <a:pt x="352" y="223"/>
                                    <a:pt x="352" y="223"/>
                                    <a:pt x="352" y="223"/>
                                  </a:cubicBezTo>
                                  <a:cubicBezTo>
                                    <a:pt x="352" y="223"/>
                                    <a:pt x="353" y="223"/>
                                    <a:pt x="353" y="223"/>
                                  </a:cubicBezTo>
                                  <a:cubicBezTo>
                                    <a:pt x="353" y="224"/>
                                    <a:pt x="353" y="224"/>
                                    <a:pt x="353" y="224"/>
                                  </a:cubicBezTo>
                                  <a:cubicBezTo>
                                    <a:pt x="353" y="224"/>
                                    <a:pt x="353" y="224"/>
                                    <a:pt x="353" y="224"/>
                                  </a:cubicBezTo>
                                  <a:cubicBezTo>
                                    <a:pt x="353" y="224"/>
                                    <a:pt x="353" y="224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6"/>
                                    <a:pt x="353" y="226"/>
                                  </a:cubicBezTo>
                                  <a:cubicBezTo>
                                    <a:pt x="353" y="226"/>
                                    <a:pt x="353" y="226"/>
                                    <a:pt x="353" y="226"/>
                                  </a:cubicBezTo>
                                  <a:cubicBezTo>
                                    <a:pt x="353" y="227"/>
                                    <a:pt x="354" y="227"/>
                                    <a:pt x="353" y="227"/>
                                  </a:cubicBezTo>
                                  <a:cubicBezTo>
                                    <a:pt x="353" y="228"/>
                                    <a:pt x="353" y="228"/>
                                    <a:pt x="353" y="228"/>
                                  </a:cubicBezTo>
                                  <a:cubicBezTo>
                                    <a:pt x="354" y="228"/>
                                    <a:pt x="354" y="228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30"/>
                                    <a:pt x="354" y="230"/>
                                    <a:pt x="354" y="231"/>
                                  </a:cubicBezTo>
                                  <a:close/>
                                  <a:moveTo>
                                    <a:pt x="354" y="232"/>
                                  </a:move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lose/>
                                  <a:moveTo>
                                    <a:pt x="363" y="246"/>
                                  </a:move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3" y="245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6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lose/>
                                  <a:moveTo>
                                    <a:pt x="361" y="245"/>
                                  </a:moveTo>
                                  <a:cubicBezTo>
                                    <a:pt x="361" y="245"/>
                                    <a:pt x="361" y="245"/>
                                    <a:pt x="361" y="245"/>
                                  </a:cubicBezTo>
                                  <a:cubicBezTo>
                                    <a:pt x="361" y="245"/>
                                    <a:pt x="361" y="245"/>
                                    <a:pt x="360" y="245"/>
                                  </a:cubicBezTo>
                                  <a:cubicBezTo>
                                    <a:pt x="360" y="245"/>
                                    <a:pt x="360" y="245"/>
                                    <a:pt x="360" y="245"/>
                                  </a:cubicBezTo>
                                  <a:cubicBezTo>
                                    <a:pt x="361" y="245"/>
                                    <a:pt x="360" y="246"/>
                                    <a:pt x="360" y="246"/>
                                  </a:cubicBezTo>
                                  <a:cubicBezTo>
                                    <a:pt x="360" y="246"/>
                                    <a:pt x="360" y="246"/>
                                    <a:pt x="361" y="247"/>
                                  </a:cubicBezTo>
                                  <a:cubicBezTo>
                                    <a:pt x="361" y="246"/>
                                    <a:pt x="361" y="246"/>
                                    <a:pt x="361" y="245"/>
                                  </a:cubicBezTo>
                                  <a:cubicBezTo>
                                    <a:pt x="361" y="246"/>
                                    <a:pt x="361" y="245"/>
                                    <a:pt x="361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4"/>
                                    <a:pt x="361" y="245"/>
                                    <a:pt x="361" y="245"/>
                                  </a:cubicBezTo>
                                  <a:close/>
                                  <a:moveTo>
                                    <a:pt x="367" y="252"/>
                                  </a:moveTo>
                                  <a:cubicBezTo>
                                    <a:pt x="367" y="252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0"/>
                                    <a:pt x="367" y="251"/>
                                  </a:cubicBezTo>
                                  <a:cubicBezTo>
                                    <a:pt x="367" y="251"/>
                                    <a:pt x="367" y="250"/>
                                    <a:pt x="367" y="250"/>
                                  </a:cubicBezTo>
                                  <a:cubicBezTo>
                                    <a:pt x="366" y="250"/>
                                    <a:pt x="366" y="250"/>
                                    <a:pt x="366" y="250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7" y="251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lose/>
                                  <a:moveTo>
                                    <a:pt x="361" y="244"/>
                                  </a:move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3"/>
                                    <a:pt x="361" y="243"/>
                                  </a:cubicBezTo>
                                  <a:cubicBezTo>
                                    <a:pt x="361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4"/>
                                    <a:pt x="360" y="244"/>
                                    <a:pt x="360" y="244"/>
                                  </a:cubicBezTo>
                                  <a:cubicBezTo>
                                    <a:pt x="360" y="244"/>
                                    <a:pt x="360" y="244"/>
                                    <a:pt x="360" y="244"/>
                                  </a:cubicBezTo>
                                  <a:cubicBezTo>
                                    <a:pt x="360" y="244"/>
                                    <a:pt x="360" y="244"/>
                                    <a:pt x="361" y="244"/>
                                  </a:cubicBezTo>
                                  <a:close/>
                                  <a:moveTo>
                                    <a:pt x="362" y="243"/>
                                  </a:moveTo>
                                  <a:cubicBezTo>
                                    <a:pt x="362" y="243"/>
                                    <a:pt x="362" y="243"/>
                                    <a:pt x="362" y="243"/>
                                  </a:cubicBezTo>
                                  <a:cubicBezTo>
                                    <a:pt x="362" y="243"/>
                                    <a:pt x="362" y="243"/>
                                    <a:pt x="362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3"/>
                                  </a:cubicBezTo>
                                  <a:cubicBezTo>
                                    <a:pt x="363" y="243"/>
                                    <a:pt x="362" y="243"/>
                                    <a:pt x="362" y="243"/>
                                  </a:cubicBezTo>
                                  <a:close/>
                                  <a:moveTo>
                                    <a:pt x="349" y="223"/>
                                  </a:move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ubicBezTo>
                                    <a:pt x="349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3"/>
                                    <a:pt x="349" y="223"/>
                                    <a:pt x="349" y="224"/>
                                  </a:cubicBez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lose/>
                                  <a:moveTo>
                                    <a:pt x="363" y="240"/>
                                  </a:move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3" y="240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2" y="239"/>
                                    <a:pt x="362" y="239"/>
                                    <a:pt x="363" y="240"/>
                                  </a:cubicBezTo>
                                  <a:close/>
                                  <a:moveTo>
                                    <a:pt x="357" y="239"/>
                                  </a:move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40"/>
                                  </a:cubicBezTo>
                                  <a:cubicBezTo>
                                    <a:pt x="356" y="240"/>
                                    <a:pt x="356" y="240"/>
                                    <a:pt x="356" y="240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lose/>
                                  <a:moveTo>
                                    <a:pt x="361" y="244"/>
                                  </a:move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2" y="244"/>
                                    <a:pt x="362" y="243"/>
                                    <a:pt x="361" y="243"/>
                                  </a:cubicBezTo>
                                  <a:cubicBezTo>
                                    <a:pt x="361" y="243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lose/>
                                  <a:moveTo>
                                    <a:pt x="359" y="239"/>
                                  </a:move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8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40"/>
                                    <a:pt x="359" y="240"/>
                                    <a:pt x="359" y="240"/>
                                  </a:cubicBezTo>
                                  <a:cubicBezTo>
                                    <a:pt x="359" y="240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lose/>
                                  <a:moveTo>
                                    <a:pt x="344" y="210"/>
                                  </a:moveTo>
                                  <a:cubicBezTo>
                                    <a:pt x="344" y="210"/>
                                    <a:pt x="345" y="210"/>
                                    <a:pt x="345" y="210"/>
                                  </a:cubicBezTo>
                                  <a:cubicBezTo>
                                    <a:pt x="345" y="210"/>
                                    <a:pt x="345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10"/>
                                    <a:pt x="344" y="210"/>
                                  </a:cubicBezTo>
                                  <a:cubicBezTo>
                                    <a:pt x="344" y="210"/>
                                    <a:pt x="344" y="210"/>
                                    <a:pt x="344" y="210"/>
                                  </a:cubicBezTo>
                                  <a:close/>
                                  <a:moveTo>
                                    <a:pt x="365" y="236"/>
                                  </a:moveTo>
                                  <a:cubicBezTo>
                                    <a:pt x="364" y="236"/>
                                    <a:pt x="364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6"/>
                                    <a:pt x="365" y="236"/>
                                  </a:cubicBezTo>
                                  <a:close/>
                                  <a:moveTo>
                                    <a:pt x="347" y="217"/>
                                  </a:moveTo>
                                  <a:cubicBezTo>
                                    <a:pt x="347" y="217"/>
                                    <a:pt x="347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8" y="218"/>
                                    <a:pt x="347" y="217"/>
                                    <a:pt x="347" y="217"/>
                                  </a:cubicBezTo>
                                  <a:cubicBezTo>
                                    <a:pt x="347" y="217"/>
                                    <a:pt x="347" y="217"/>
                                    <a:pt x="347" y="217"/>
                                  </a:cubicBezTo>
                                  <a:close/>
                                  <a:moveTo>
                                    <a:pt x="371" y="252"/>
                                  </a:move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2" y="250"/>
                                  </a:cubicBezTo>
                                  <a:cubicBezTo>
                                    <a:pt x="372" y="250"/>
                                    <a:pt x="372" y="250"/>
                                    <a:pt x="371" y="250"/>
                                  </a:cubicBezTo>
                                  <a:cubicBezTo>
                                    <a:pt x="371" y="250"/>
                                    <a:pt x="371" y="250"/>
                                    <a:pt x="371" y="250"/>
                                  </a:cubicBezTo>
                                  <a:cubicBezTo>
                                    <a:pt x="371" y="250"/>
                                    <a:pt x="371" y="250"/>
                                    <a:pt x="371" y="250"/>
                                  </a:cubicBezTo>
                                  <a:cubicBezTo>
                                    <a:pt x="372" y="250"/>
                                    <a:pt x="371" y="249"/>
                                    <a:pt x="371" y="249"/>
                                  </a:cubicBezTo>
                                  <a:cubicBezTo>
                                    <a:pt x="371" y="249"/>
                                    <a:pt x="371" y="249"/>
                                    <a:pt x="371" y="249"/>
                                  </a:cubicBezTo>
                                  <a:cubicBezTo>
                                    <a:pt x="371" y="249"/>
                                    <a:pt x="371" y="250"/>
                                    <a:pt x="371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49"/>
                                  </a:cubicBezTo>
                                  <a:cubicBezTo>
                                    <a:pt x="370" y="249"/>
                                    <a:pt x="370" y="249"/>
                                    <a:pt x="370" y="249"/>
                                  </a:cubicBezTo>
                                  <a:cubicBezTo>
                                    <a:pt x="371" y="249"/>
                                    <a:pt x="371" y="249"/>
                                    <a:pt x="371" y="249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9"/>
                                    <a:pt x="371" y="249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2" y="247"/>
                                    <a:pt x="372" y="247"/>
                                    <a:pt x="371" y="247"/>
                                  </a:cubicBezTo>
                                  <a:cubicBezTo>
                                    <a:pt x="371" y="246"/>
                                    <a:pt x="371" y="246"/>
                                    <a:pt x="371" y="246"/>
                                  </a:cubicBezTo>
                                  <a:cubicBezTo>
                                    <a:pt x="371" y="246"/>
                                    <a:pt x="371" y="246"/>
                                    <a:pt x="371" y="247"/>
                                  </a:cubicBezTo>
                                  <a:cubicBezTo>
                                    <a:pt x="371" y="247"/>
                                    <a:pt x="371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69" y="247"/>
                                  </a:cubicBezTo>
                                  <a:cubicBezTo>
                                    <a:pt x="369" y="247"/>
                                    <a:pt x="369" y="247"/>
                                    <a:pt x="369" y="248"/>
                                  </a:cubicBezTo>
                                  <a:cubicBezTo>
                                    <a:pt x="369" y="248"/>
                                    <a:pt x="369" y="248"/>
                                    <a:pt x="369" y="248"/>
                                  </a:cubicBezTo>
                                  <a:cubicBezTo>
                                    <a:pt x="369" y="247"/>
                                    <a:pt x="369" y="247"/>
                                    <a:pt x="369" y="247"/>
                                  </a:cubicBezTo>
                                  <a:cubicBezTo>
                                    <a:pt x="369" y="247"/>
                                    <a:pt x="369" y="247"/>
                                    <a:pt x="369" y="247"/>
                                  </a:cubicBezTo>
                                  <a:cubicBezTo>
                                    <a:pt x="369" y="246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1" y="246"/>
                                  </a:cubicBezTo>
                                  <a:cubicBezTo>
                                    <a:pt x="371" y="246"/>
                                    <a:pt x="371" y="246"/>
                                    <a:pt x="371" y="246"/>
                                  </a:cubicBezTo>
                                  <a:cubicBezTo>
                                    <a:pt x="370" y="246"/>
                                    <a:pt x="370" y="246"/>
                                    <a:pt x="370" y="246"/>
                                  </a:cubicBezTo>
                                  <a:cubicBezTo>
                                    <a:pt x="370" y="246"/>
                                    <a:pt x="370" y="245"/>
                                    <a:pt x="370" y="245"/>
                                  </a:cubicBezTo>
                                  <a:cubicBezTo>
                                    <a:pt x="370" y="245"/>
                                    <a:pt x="370" y="245"/>
                                    <a:pt x="370" y="245"/>
                                  </a:cubicBezTo>
                                  <a:cubicBezTo>
                                    <a:pt x="370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9" y="246"/>
                                    <a:pt x="369" y="246"/>
                                  </a:cubicBezTo>
                                  <a:cubicBezTo>
                                    <a:pt x="369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8" y="245"/>
                                    <a:pt x="368" y="245"/>
                                  </a:cubicBezTo>
                                  <a:cubicBezTo>
                                    <a:pt x="368" y="244"/>
                                    <a:pt x="369" y="245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4"/>
                                  </a:cubicBezTo>
                                  <a:cubicBezTo>
                                    <a:pt x="367" y="244"/>
                                    <a:pt x="367" y="244"/>
                                    <a:pt x="367" y="245"/>
                                  </a:cubicBezTo>
                                  <a:cubicBezTo>
                                    <a:pt x="367" y="244"/>
                                    <a:pt x="367" y="244"/>
                                    <a:pt x="367" y="244"/>
                                  </a:cubicBezTo>
                                  <a:cubicBezTo>
                                    <a:pt x="367" y="244"/>
                                    <a:pt x="367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2"/>
                                    <a:pt x="368" y="242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9" y="243"/>
                                  </a:cubicBezTo>
                                  <a:cubicBezTo>
                                    <a:pt x="369" y="243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3"/>
                                  </a:cubicBezTo>
                                  <a:cubicBezTo>
                                    <a:pt x="370" y="243"/>
                                    <a:pt x="369" y="243"/>
                                    <a:pt x="369" y="243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8" y="242"/>
                                  </a:cubicBezTo>
                                  <a:cubicBezTo>
                                    <a:pt x="369" y="242"/>
                                    <a:pt x="368" y="242"/>
                                    <a:pt x="368" y="242"/>
                                  </a:cubicBezTo>
                                  <a:cubicBezTo>
                                    <a:pt x="368" y="242"/>
                                    <a:pt x="368" y="242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0"/>
                                    <a:pt x="368" y="240"/>
                                    <a:pt x="368" y="240"/>
                                  </a:cubicBezTo>
                                  <a:cubicBezTo>
                                    <a:pt x="368" y="240"/>
                                    <a:pt x="368" y="239"/>
                                    <a:pt x="367" y="239"/>
                                  </a:cubicBezTo>
                                  <a:cubicBezTo>
                                    <a:pt x="367" y="239"/>
                                    <a:pt x="367" y="239"/>
                                    <a:pt x="367" y="239"/>
                                  </a:cubicBezTo>
                                  <a:cubicBezTo>
                                    <a:pt x="367" y="239"/>
                                    <a:pt x="367" y="239"/>
                                    <a:pt x="367" y="239"/>
                                  </a:cubicBezTo>
                                  <a:cubicBezTo>
                                    <a:pt x="367" y="238"/>
                                    <a:pt x="367" y="238"/>
                                    <a:pt x="367" y="238"/>
                                  </a:cubicBezTo>
                                  <a:cubicBezTo>
                                    <a:pt x="366" y="238"/>
                                    <a:pt x="366" y="238"/>
                                    <a:pt x="366" y="238"/>
                                  </a:cubicBezTo>
                                  <a:cubicBezTo>
                                    <a:pt x="366" y="238"/>
                                    <a:pt x="365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4" y="236"/>
                                  </a:cubicBezTo>
                                  <a:cubicBezTo>
                                    <a:pt x="364" y="237"/>
                                    <a:pt x="364" y="237"/>
                                    <a:pt x="364" y="236"/>
                                  </a:cubicBezTo>
                                  <a:cubicBezTo>
                                    <a:pt x="364" y="236"/>
                                    <a:pt x="365" y="236"/>
                                    <a:pt x="364" y="236"/>
                                  </a:cubicBezTo>
                                  <a:cubicBezTo>
                                    <a:pt x="364" y="236"/>
                                    <a:pt x="364" y="235"/>
                                    <a:pt x="364" y="235"/>
                                  </a:cubicBezTo>
                                  <a:cubicBezTo>
                                    <a:pt x="364" y="235"/>
                                    <a:pt x="364" y="235"/>
                                    <a:pt x="364" y="235"/>
                                  </a:cubicBezTo>
                                  <a:cubicBezTo>
                                    <a:pt x="364" y="235"/>
                                    <a:pt x="364" y="234"/>
                                    <a:pt x="364" y="234"/>
                                  </a:cubicBezTo>
                                  <a:cubicBezTo>
                                    <a:pt x="364" y="234"/>
                                    <a:pt x="364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5"/>
                                    <a:pt x="363" y="235"/>
                                  </a:cubicBezTo>
                                  <a:cubicBezTo>
                                    <a:pt x="362" y="235"/>
                                    <a:pt x="362" y="234"/>
                                    <a:pt x="362" y="234"/>
                                  </a:cubicBezTo>
                                  <a:cubicBezTo>
                                    <a:pt x="362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2" y="234"/>
                                  </a:cubicBezTo>
                                  <a:cubicBezTo>
                                    <a:pt x="362" y="234"/>
                                    <a:pt x="362" y="234"/>
                                    <a:pt x="362" y="234"/>
                                  </a:cubicBezTo>
                                  <a:cubicBezTo>
                                    <a:pt x="362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0" y="234"/>
                                    <a:pt x="360" y="234"/>
                                  </a:cubicBezTo>
                                  <a:cubicBezTo>
                                    <a:pt x="360" y="234"/>
                                    <a:pt x="360" y="234"/>
                                    <a:pt x="360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0" y="235"/>
                                    <a:pt x="361" y="235"/>
                                    <a:pt x="361" y="235"/>
                                  </a:cubicBezTo>
                                  <a:cubicBezTo>
                                    <a:pt x="361" y="235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2" y="236"/>
                                    <a:pt x="362" y="236"/>
                                    <a:pt x="362" y="236"/>
                                  </a:cubicBezTo>
                                  <a:cubicBezTo>
                                    <a:pt x="362" y="236"/>
                                    <a:pt x="362" y="236"/>
                                    <a:pt x="362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0" y="237"/>
                                    <a:pt x="360" y="237"/>
                                  </a:cubicBezTo>
                                  <a:cubicBezTo>
                                    <a:pt x="360" y="237"/>
                                    <a:pt x="360" y="238"/>
                                    <a:pt x="360" y="238"/>
                                  </a:cubicBezTo>
                                  <a:cubicBezTo>
                                    <a:pt x="360" y="238"/>
                                    <a:pt x="360" y="238"/>
                                    <a:pt x="359" y="238"/>
                                  </a:cubicBezTo>
                                  <a:cubicBezTo>
                                    <a:pt x="359" y="239"/>
                                    <a:pt x="360" y="239"/>
                                    <a:pt x="360" y="239"/>
                                  </a:cubicBezTo>
                                  <a:cubicBezTo>
                                    <a:pt x="360" y="239"/>
                                    <a:pt x="360" y="239"/>
                                    <a:pt x="360" y="239"/>
                                  </a:cubicBezTo>
                                  <a:cubicBezTo>
                                    <a:pt x="360" y="238"/>
                                    <a:pt x="361" y="238"/>
                                    <a:pt x="361" y="238"/>
                                  </a:cubicBezTo>
                                  <a:cubicBezTo>
                                    <a:pt x="361" y="238"/>
                                    <a:pt x="361" y="238"/>
                                    <a:pt x="361" y="238"/>
                                  </a:cubicBezTo>
                                  <a:cubicBezTo>
                                    <a:pt x="361" y="238"/>
                                    <a:pt x="361" y="237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7"/>
                                  </a:cubicBezTo>
                                  <a:cubicBezTo>
                                    <a:pt x="362" y="237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1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9"/>
                                    <a:pt x="362" y="239"/>
                                  </a:cubicBezTo>
                                  <a:cubicBezTo>
                                    <a:pt x="362" y="239"/>
                                    <a:pt x="362" y="239"/>
                                    <a:pt x="362" y="239"/>
                                  </a:cubicBezTo>
                                  <a:cubicBezTo>
                                    <a:pt x="362" y="239"/>
                                    <a:pt x="362" y="238"/>
                                    <a:pt x="362" y="238"/>
                                  </a:cubicBezTo>
                                  <a:cubicBezTo>
                                    <a:pt x="363" y="238"/>
                                    <a:pt x="363" y="237"/>
                                    <a:pt x="363" y="237"/>
                                  </a:cubicBezTo>
                                  <a:cubicBezTo>
                                    <a:pt x="363" y="237"/>
                                    <a:pt x="363" y="237"/>
                                    <a:pt x="363" y="237"/>
                                  </a:cubicBezTo>
                                  <a:cubicBezTo>
                                    <a:pt x="363" y="236"/>
                                    <a:pt x="363" y="236"/>
                                    <a:pt x="362" y="236"/>
                                  </a:cubicBezTo>
                                  <a:cubicBezTo>
                                    <a:pt x="362" y="236"/>
                                    <a:pt x="363" y="236"/>
                                    <a:pt x="363" y="236"/>
                                  </a:cubicBezTo>
                                  <a:cubicBezTo>
                                    <a:pt x="363" y="236"/>
                                    <a:pt x="363" y="236"/>
                                    <a:pt x="363" y="236"/>
                                  </a:cubicBezTo>
                                  <a:cubicBezTo>
                                    <a:pt x="363" y="237"/>
                                    <a:pt x="363" y="237"/>
                                    <a:pt x="363" y="237"/>
                                  </a:cubicBezTo>
                                  <a:cubicBezTo>
                                    <a:pt x="363" y="237"/>
                                    <a:pt x="363" y="238"/>
                                    <a:pt x="363" y="238"/>
                                  </a:cubicBezTo>
                                  <a:cubicBezTo>
                                    <a:pt x="363" y="238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40"/>
                                  </a:cubicBezTo>
                                  <a:cubicBezTo>
                                    <a:pt x="364" y="240"/>
                                    <a:pt x="364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1"/>
                                    <a:pt x="363" y="241"/>
                                    <a:pt x="363" y="241"/>
                                  </a:cubicBezTo>
                                  <a:cubicBezTo>
                                    <a:pt x="363" y="241"/>
                                    <a:pt x="363" y="241"/>
                                    <a:pt x="362" y="241"/>
                                  </a:cubicBezTo>
                                  <a:cubicBezTo>
                                    <a:pt x="362" y="241"/>
                                    <a:pt x="362" y="241"/>
                                    <a:pt x="362" y="241"/>
                                  </a:cubicBezTo>
                                  <a:cubicBezTo>
                                    <a:pt x="362" y="242"/>
                                    <a:pt x="362" y="242"/>
                                    <a:pt x="363" y="243"/>
                                  </a:cubicBezTo>
                                  <a:cubicBezTo>
                                    <a:pt x="363" y="243"/>
                                    <a:pt x="363" y="243"/>
                                    <a:pt x="363" y="243"/>
                                  </a:cubicBezTo>
                                  <a:cubicBezTo>
                                    <a:pt x="363" y="243"/>
                                    <a:pt x="364" y="243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ubicBezTo>
                                    <a:pt x="364" y="243"/>
                                    <a:pt x="364" y="244"/>
                                    <a:pt x="364" y="244"/>
                                  </a:cubicBezTo>
                                  <a:cubicBezTo>
                                    <a:pt x="364" y="244"/>
                                    <a:pt x="364" y="244"/>
                                    <a:pt x="364" y="244"/>
                                  </a:cubicBezTo>
                                  <a:cubicBezTo>
                                    <a:pt x="365" y="244"/>
                                    <a:pt x="365" y="244"/>
                                    <a:pt x="365" y="244"/>
                                  </a:cubicBezTo>
                                  <a:cubicBezTo>
                                    <a:pt x="365" y="244"/>
                                    <a:pt x="364" y="244"/>
                                    <a:pt x="364" y="245"/>
                                  </a:cubicBezTo>
                                  <a:cubicBezTo>
                                    <a:pt x="364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6"/>
                                    <a:pt x="364" y="245"/>
                                  </a:cubicBezTo>
                                  <a:cubicBezTo>
                                    <a:pt x="364" y="245"/>
                                    <a:pt x="364" y="245"/>
                                    <a:pt x="364" y="245"/>
                                  </a:cubicBezTo>
                                  <a:cubicBezTo>
                                    <a:pt x="364" y="245"/>
                                    <a:pt x="364" y="245"/>
                                    <a:pt x="364" y="245"/>
                                  </a:cubicBezTo>
                                  <a:cubicBezTo>
                                    <a:pt x="363" y="245"/>
                                    <a:pt x="363" y="245"/>
                                    <a:pt x="363" y="245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4" y="246"/>
                                    <a:pt x="364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4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6" y="247"/>
                                    <a:pt x="366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6" y="247"/>
                                    <a:pt x="366" y="247"/>
                                    <a:pt x="366" y="246"/>
                                  </a:cubicBezTo>
                                  <a:cubicBezTo>
                                    <a:pt x="366" y="247"/>
                                    <a:pt x="366" y="247"/>
                                    <a:pt x="366" y="247"/>
                                  </a:cubicBezTo>
                                  <a:cubicBezTo>
                                    <a:pt x="366" y="247"/>
                                    <a:pt x="366" y="247"/>
                                    <a:pt x="366" y="247"/>
                                  </a:cubicBezTo>
                                  <a:cubicBezTo>
                                    <a:pt x="366" y="247"/>
                                    <a:pt x="366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7"/>
                                    <a:pt x="367" y="247"/>
                                  </a:cubicBezTo>
                                  <a:cubicBezTo>
                                    <a:pt x="367" y="247"/>
                                    <a:pt x="367" y="247"/>
                                    <a:pt x="367" y="247"/>
                                  </a:cubicBezTo>
                                  <a:cubicBezTo>
                                    <a:pt x="367" y="247"/>
                                    <a:pt x="367" y="246"/>
                                    <a:pt x="367" y="246"/>
                                  </a:cubicBezTo>
                                  <a:cubicBezTo>
                                    <a:pt x="367" y="247"/>
                                    <a:pt x="367" y="247"/>
                                    <a:pt x="367" y="247"/>
                                  </a:cubicBezTo>
                                  <a:cubicBezTo>
                                    <a:pt x="368" y="247"/>
                                    <a:pt x="368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9"/>
                                  </a:cubicBezTo>
                                  <a:cubicBezTo>
                                    <a:pt x="367" y="248"/>
                                    <a:pt x="367" y="248"/>
                                    <a:pt x="368" y="248"/>
                                  </a:cubicBezTo>
                                  <a:cubicBezTo>
                                    <a:pt x="368" y="248"/>
                                    <a:pt x="368" y="248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7" y="249"/>
                                  </a:cubicBezTo>
                                  <a:cubicBezTo>
                                    <a:pt x="368" y="249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7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1"/>
                                  </a:cubicBezTo>
                                  <a:cubicBezTo>
                                    <a:pt x="368" y="251"/>
                                    <a:pt x="368" y="251"/>
                                    <a:pt x="368" y="251"/>
                                  </a:cubicBezTo>
                                  <a:cubicBezTo>
                                    <a:pt x="368" y="251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49"/>
                                    <a:pt x="369" y="249"/>
                                  </a:cubicBezTo>
                                  <a:cubicBezTo>
                                    <a:pt x="369" y="249"/>
                                    <a:pt x="369" y="249"/>
                                    <a:pt x="369" y="249"/>
                                  </a:cubicBezTo>
                                  <a:cubicBezTo>
                                    <a:pt x="369" y="249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1"/>
                                    <a:pt x="369" y="251"/>
                                    <a:pt x="369" y="251"/>
                                  </a:cubicBezTo>
                                  <a:cubicBezTo>
                                    <a:pt x="369" y="251"/>
                                    <a:pt x="369" y="252"/>
                                    <a:pt x="369" y="252"/>
                                  </a:cubicBezTo>
                                  <a:cubicBezTo>
                                    <a:pt x="369" y="252"/>
                                    <a:pt x="369" y="252"/>
                                    <a:pt x="369" y="252"/>
                                  </a:cubicBezTo>
                                  <a:cubicBezTo>
                                    <a:pt x="369" y="252"/>
                                    <a:pt x="369" y="253"/>
                                    <a:pt x="369" y="253"/>
                                  </a:cubicBezTo>
                                  <a:cubicBezTo>
                                    <a:pt x="370" y="253"/>
                                    <a:pt x="370" y="253"/>
                                    <a:pt x="370" y="252"/>
                                  </a:cubicBezTo>
                                  <a:cubicBezTo>
                                    <a:pt x="370" y="253"/>
                                    <a:pt x="370" y="253"/>
                                    <a:pt x="370" y="253"/>
                                  </a:cubicBezTo>
                                  <a:cubicBezTo>
                                    <a:pt x="370" y="253"/>
                                    <a:pt x="370" y="253"/>
                                    <a:pt x="370" y="253"/>
                                  </a:cubicBezTo>
                                  <a:cubicBezTo>
                                    <a:pt x="371" y="253"/>
                                    <a:pt x="370" y="253"/>
                                    <a:pt x="370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2" y="252"/>
                                  </a:cubicBezTo>
                                  <a:cubicBezTo>
                                    <a:pt x="372" y="252"/>
                                    <a:pt x="372" y="252"/>
                                    <a:pt x="371" y="252"/>
                                  </a:cubicBezTo>
                                  <a:close/>
                                  <a:moveTo>
                                    <a:pt x="363" y="245"/>
                                  </a:moveTo>
                                  <a:cubicBezTo>
                                    <a:pt x="363" y="245"/>
                                    <a:pt x="363" y="245"/>
                                    <a:pt x="363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5"/>
                                  </a:cubicBezTo>
                                  <a:cubicBezTo>
                                    <a:pt x="363" y="245"/>
                                    <a:pt x="363" y="245"/>
                                    <a:pt x="363" y="245"/>
                                  </a:cubicBezTo>
                                  <a:close/>
                                  <a:moveTo>
                                    <a:pt x="343" y="210"/>
                                  </a:moveTo>
                                  <a:cubicBezTo>
                                    <a:pt x="343" y="210"/>
                                    <a:pt x="343" y="210"/>
                                    <a:pt x="343" y="210"/>
                                  </a:cubicBezTo>
                                  <a:cubicBezTo>
                                    <a:pt x="343" y="210"/>
                                    <a:pt x="343" y="210"/>
                                    <a:pt x="343" y="210"/>
                                  </a:cubicBezTo>
                                  <a:cubicBezTo>
                                    <a:pt x="343" y="210"/>
                                    <a:pt x="342" y="210"/>
                                    <a:pt x="342" y="210"/>
                                  </a:cubicBezTo>
                                  <a:cubicBezTo>
                                    <a:pt x="342" y="210"/>
                                    <a:pt x="343" y="210"/>
                                    <a:pt x="343" y="210"/>
                                  </a:cubicBezTo>
                                  <a:close/>
                                  <a:moveTo>
                                    <a:pt x="365" y="235"/>
                                  </a:move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lose/>
                                  <a:moveTo>
                                    <a:pt x="365" y="236"/>
                                  </a:moveTo>
                                  <a:cubicBezTo>
                                    <a:pt x="365" y="236"/>
                                    <a:pt x="365" y="236"/>
                                    <a:pt x="366" y="236"/>
                                  </a:cubicBezTo>
                                  <a:cubicBezTo>
                                    <a:pt x="366" y="236"/>
                                    <a:pt x="366" y="236"/>
                                    <a:pt x="366" y="236"/>
                                  </a:cubicBezTo>
                                  <a:cubicBezTo>
                                    <a:pt x="366" y="236"/>
                                    <a:pt x="366" y="236"/>
                                    <a:pt x="365" y="236"/>
                                  </a:cubicBezTo>
                                  <a:cubicBezTo>
                                    <a:pt x="365" y="236"/>
                                    <a:pt x="365" y="236"/>
                                    <a:pt x="365" y="236"/>
                                  </a:cubicBezTo>
                                  <a:close/>
                                  <a:moveTo>
                                    <a:pt x="361" y="242"/>
                                  </a:move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lose/>
                                  <a:moveTo>
                                    <a:pt x="360" y="232"/>
                                  </a:moveTo>
                                  <a:cubicBezTo>
                                    <a:pt x="360" y="232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2"/>
                                  </a:cubicBezTo>
                                  <a:cubicBezTo>
                                    <a:pt x="360" y="232"/>
                                    <a:pt x="360" y="232"/>
                                    <a:pt x="360" y="232"/>
                                  </a:cubicBezTo>
                                  <a:close/>
                                  <a:moveTo>
                                    <a:pt x="362" y="245"/>
                                  </a:move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lose/>
                                  <a:moveTo>
                                    <a:pt x="367" y="232"/>
                                  </a:move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8" y="232"/>
                                    <a:pt x="368" y="232"/>
                                  </a:cubicBezTo>
                                  <a:cubicBezTo>
                                    <a:pt x="368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lose/>
                                  <a:moveTo>
                                    <a:pt x="368" y="231"/>
                                  </a:move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lose/>
                                  <a:moveTo>
                                    <a:pt x="361" y="236"/>
                                  </a:move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lose/>
                                  <a:moveTo>
                                    <a:pt x="363" y="239"/>
                                  </a:moveTo>
                                  <a:cubicBezTo>
                                    <a:pt x="363" y="239"/>
                                    <a:pt x="363" y="239"/>
                                    <a:pt x="363" y="238"/>
                                  </a:cubicBezTo>
                                  <a:cubicBezTo>
                                    <a:pt x="363" y="239"/>
                                    <a:pt x="362" y="239"/>
                                    <a:pt x="363" y="239"/>
                                  </a:cubicBezTo>
                                  <a:close/>
                                  <a:moveTo>
                                    <a:pt x="368" y="232"/>
                                  </a:moveTo>
                                  <a:cubicBezTo>
                                    <a:pt x="368" y="232"/>
                                    <a:pt x="368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8" y="232"/>
                                  </a:cubicBezTo>
                                  <a:cubicBezTo>
                                    <a:pt x="368" y="232"/>
                                    <a:pt x="368" y="232"/>
                                    <a:pt x="368" y="232"/>
                                  </a:cubicBezTo>
                                  <a:close/>
                                  <a:moveTo>
                                    <a:pt x="365" y="235"/>
                                  </a:move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lose/>
                                  <a:moveTo>
                                    <a:pt x="368" y="232"/>
                                  </a:move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2"/>
                                  </a:cubicBezTo>
                                  <a:close/>
                                  <a:moveTo>
                                    <a:pt x="365" y="247"/>
                                  </a:moveTo>
                                  <a:cubicBezTo>
                                    <a:pt x="365" y="246"/>
                                    <a:pt x="365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lose/>
                                  <a:moveTo>
                                    <a:pt x="343" y="217"/>
                                  </a:move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lose/>
                                  <a:moveTo>
                                    <a:pt x="364" y="243"/>
                                  </a:move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lose/>
                                  <a:moveTo>
                                    <a:pt x="359" y="218"/>
                                  </a:move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8" y="217"/>
                                  </a:cubicBezTo>
                                  <a:cubicBezTo>
                                    <a:pt x="358" y="217"/>
                                    <a:pt x="358" y="216"/>
                                    <a:pt x="358" y="216"/>
                                  </a:cubicBezTo>
                                  <a:cubicBezTo>
                                    <a:pt x="358" y="216"/>
                                    <a:pt x="358" y="216"/>
                                    <a:pt x="358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3"/>
                                    <a:pt x="357" y="213"/>
                                    <a:pt x="357" y="213"/>
                                  </a:cubicBezTo>
                                  <a:cubicBezTo>
                                    <a:pt x="357" y="213"/>
                                    <a:pt x="357" y="213"/>
                                    <a:pt x="356" y="212"/>
                                  </a:cubicBezTo>
                                  <a:cubicBezTo>
                                    <a:pt x="356" y="213"/>
                                    <a:pt x="357" y="213"/>
                                    <a:pt x="356" y="213"/>
                                  </a:cubicBezTo>
                                  <a:cubicBezTo>
                                    <a:pt x="356" y="213"/>
                                    <a:pt x="356" y="213"/>
                                    <a:pt x="356" y="213"/>
                                  </a:cubicBezTo>
                                  <a:cubicBezTo>
                                    <a:pt x="357" y="213"/>
                                    <a:pt x="357" y="214"/>
                                    <a:pt x="357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5"/>
                                    <a:pt x="356" y="215"/>
                                  </a:cubicBezTo>
                                  <a:cubicBezTo>
                                    <a:pt x="356" y="215"/>
                                    <a:pt x="356" y="215"/>
                                    <a:pt x="356" y="215"/>
                                  </a:cubicBezTo>
                                  <a:cubicBezTo>
                                    <a:pt x="356" y="215"/>
                                    <a:pt x="356" y="215"/>
                                    <a:pt x="356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6"/>
                                    <a:pt x="357" y="216"/>
                                    <a:pt x="358" y="217"/>
                                  </a:cubicBezTo>
                                  <a:cubicBezTo>
                                    <a:pt x="358" y="217"/>
                                    <a:pt x="358" y="217"/>
                                    <a:pt x="358" y="218"/>
                                  </a:cubicBezTo>
                                  <a:cubicBezTo>
                                    <a:pt x="358" y="218"/>
                                    <a:pt x="358" y="218"/>
                                    <a:pt x="358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8" y="219"/>
                                    <a:pt x="359" y="219"/>
                                    <a:pt x="359" y="219"/>
                                  </a:cubicBezTo>
                                  <a:cubicBezTo>
                                    <a:pt x="359" y="219"/>
                                    <a:pt x="359" y="220"/>
                                    <a:pt x="359" y="220"/>
                                  </a:cubicBezTo>
                                  <a:cubicBezTo>
                                    <a:pt x="359" y="220"/>
                                    <a:pt x="359" y="219"/>
                                    <a:pt x="359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19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9" y="220"/>
                                  </a:cubicBezTo>
                                  <a:cubicBezTo>
                                    <a:pt x="359" y="220"/>
                                    <a:pt x="359" y="220"/>
                                    <a:pt x="359" y="221"/>
                                  </a:cubicBezTo>
                                  <a:cubicBezTo>
                                    <a:pt x="359" y="221"/>
                                    <a:pt x="359" y="221"/>
                                    <a:pt x="359" y="221"/>
                                  </a:cubicBezTo>
                                  <a:cubicBezTo>
                                    <a:pt x="359" y="221"/>
                                    <a:pt x="359" y="221"/>
                                    <a:pt x="358" y="222"/>
                                  </a:cubicBezTo>
                                  <a:cubicBezTo>
                                    <a:pt x="358" y="222"/>
                                    <a:pt x="358" y="222"/>
                                    <a:pt x="358" y="222"/>
                                  </a:cubicBezTo>
                                  <a:cubicBezTo>
                                    <a:pt x="358" y="221"/>
                                    <a:pt x="358" y="221"/>
                                    <a:pt x="358" y="221"/>
                                  </a:cubicBezTo>
                                  <a:cubicBezTo>
                                    <a:pt x="358" y="221"/>
                                    <a:pt x="358" y="221"/>
                                    <a:pt x="358" y="221"/>
                                  </a:cubicBezTo>
                                  <a:cubicBezTo>
                                    <a:pt x="358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2"/>
                                    <a:pt x="357" y="222"/>
                                  </a:cubicBezTo>
                                  <a:cubicBezTo>
                                    <a:pt x="358" y="222"/>
                                    <a:pt x="358" y="222"/>
                                    <a:pt x="358" y="222"/>
                                  </a:cubicBezTo>
                                  <a:cubicBezTo>
                                    <a:pt x="357" y="222"/>
                                    <a:pt x="357" y="222"/>
                                    <a:pt x="357" y="222"/>
                                  </a:cubicBezTo>
                                  <a:cubicBezTo>
                                    <a:pt x="357" y="222"/>
                                    <a:pt x="357" y="222"/>
                                    <a:pt x="357" y="222"/>
                                  </a:cubicBezTo>
                                  <a:cubicBezTo>
                                    <a:pt x="357" y="223"/>
                                    <a:pt x="357" y="223"/>
                                    <a:pt x="357" y="223"/>
                                  </a:cubicBezTo>
                                  <a:cubicBezTo>
                                    <a:pt x="357" y="223"/>
                                    <a:pt x="357" y="223"/>
                                    <a:pt x="357" y="223"/>
                                  </a:cubicBezTo>
                                  <a:cubicBezTo>
                                    <a:pt x="357" y="223"/>
                                    <a:pt x="357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5" y="225"/>
                                    <a:pt x="355" y="225"/>
                                    <a:pt x="355" y="225"/>
                                  </a:cubicBezTo>
                                  <a:cubicBezTo>
                                    <a:pt x="355" y="225"/>
                                    <a:pt x="355" y="225"/>
                                    <a:pt x="355" y="225"/>
                                  </a:cubicBezTo>
                                  <a:cubicBezTo>
                                    <a:pt x="355" y="225"/>
                                    <a:pt x="354" y="225"/>
                                    <a:pt x="354" y="225"/>
                                  </a:cubicBezTo>
                                  <a:cubicBezTo>
                                    <a:pt x="354" y="225"/>
                                    <a:pt x="354" y="224"/>
                                    <a:pt x="354" y="224"/>
                                  </a:cubicBezTo>
                                  <a:cubicBezTo>
                                    <a:pt x="354" y="224"/>
                                    <a:pt x="354" y="224"/>
                                    <a:pt x="354" y="224"/>
                                  </a:cubicBezTo>
                                  <a:cubicBezTo>
                                    <a:pt x="354" y="224"/>
                                    <a:pt x="354" y="223"/>
                                    <a:pt x="354" y="223"/>
                                  </a:cubicBezTo>
                                  <a:cubicBezTo>
                                    <a:pt x="354" y="223"/>
                                    <a:pt x="354" y="223"/>
                                    <a:pt x="354" y="223"/>
                                  </a:cubicBezTo>
                                  <a:cubicBezTo>
                                    <a:pt x="354" y="222"/>
                                    <a:pt x="354" y="223"/>
                                    <a:pt x="354" y="223"/>
                                  </a:cubicBezTo>
                                  <a:cubicBezTo>
                                    <a:pt x="354" y="223"/>
                                    <a:pt x="354" y="223"/>
                                    <a:pt x="354" y="223"/>
                                  </a:cubicBezTo>
                                  <a:cubicBezTo>
                                    <a:pt x="355" y="223"/>
                                    <a:pt x="354" y="223"/>
                                    <a:pt x="354" y="222"/>
                                  </a:cubicBezTo>
                                  <a:cubicBezTo>
                                    <a:pt x="354" y="222"/>
                                    <a:pt x="354" y="222"/>
                                    <a:pt x="355" y="222"/>
                                  </a:cubicBezTo>
                                  <a:cubicBezTo>
                                    <a:pt x="355" y="222"/>
                                    <a:pt x="355" y="222"/>
                                    <a:pt x="355" y="222"/>
                                  </a:cubicBezTo>
                                  <a:cubicBezTo>
                                    <a:pt x="355" y="222"/>
                                    <a:pt x="355" y="222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5" y="221"/>
                                  </a:cubicBezTo>
                                  <a:cubicBezTo>
                                    <a:pt x="354" y="221"/>
                                    <a:pt x="354" y="221"/>
                                    <a:pt x="354" y="221"/>
                                  </a:cubicBezTo>
                                  <a:cubicBezTo>
                                    <a:pt x="354" y="221"/>
                                    <a:pt x="355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0"/>
                                    <a:pt x="355" y="220"/>
                                  </a:cubicBezTo>
                                  <a:cubicBezTo>
                                    <a:pt x="355" y="220"/>
                                    <a:pt x="355" y="220"/>
                                    <a:pt x="354" y="220"/>
                                  </a:cubicBezTo>
                                  <a:cubicBezTo>
                                    <a:pt x="354" y="220"/>
                                    <a:pt x="354" y="220"/>
                                    <a:pt x="354" y="220"/>
                                  </a:cubicBezTo>
                                  <a:cubicBezTo>
                                    <a:pt x="354" y="219"/>
                                    <a:pt x="354" y="219"/>
                                    <a:pt x="354" y="218"/>
                                  </a:cubicBezTo>
                                  <a:cubicBezTo>
                                    <a:pt x="354" y="218"/>
                                    <a:pt x="354" y="218"/>
                                    <a:pt x="354" y="217"/>
                                  </a:cubicBezTo>
                                  <a:cubicBezTo>
                                    <a:pt x="354" y="217"/>
                                    <a:pt x="354" y="217"/>
                                    <a:pt x="354" y="217"/>
                                  </a:cubicBezTo>
                                  <a:cubicBezTo>
                                    <a:pt x="353" y="217"/>
                                    <a:pt x="354" y="216"/>
                                    <a:pt x="354" y="215"/>
                                  </a:cubicBezTo>
                                  <a:cubicBezTo>
                                    <a:pt x="353" y="214"/>
                                    <a:pt x="353" y="214"/>
                                    <a:pt x="353" y="213"/>
                                  </a:cubicBezTo>
                                  <a:cubicBezTo>
                                    <a:pt x="353" y="213"/>
                                    <a:pt x="353" y="213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1"/>
                                    <a:pt x="353" y="211"/>
                                    <a:pt x="352" y="211"/>
                                  </a:cubicBezTo>
                                  <a:cubicBezTo>
                                    <a:pt x="352" y="211"/>
                                    <a:pt x="352" y="211"/>
                                    <a:pt x="352" y="210"/>
                                  </a:cubicBezTo>
                                  <a:cubicBezTo>
                                    <a:pt x="352" y="210"/>
                                    <a:pt x="352" y="210"/>
                                    <a:pt x="352" y="210"/>
                                  </a:cubicBezTo>
                                  <a:cubicBezTo>
                                    <a:pt x="352" y="210"/>
                                    <a:pt x="352" y="210"/>
                                    <a:pt x="352" y="210"/>
                                  </a:cubicBezTo>
                                  <a:cubicBezTo>
                                    <a:pt x="352" y="210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3" y="209"/>
                                    <a:pt x="353" y="209"/>
                                  </a:cubicBezTo>
                                  <a:cubicBezTo>
                                    <a:pt x="353" y="209"/>
                                    <a:pt x="353" y="210"/>
                                    <a:pt x="353" y="210"/>
                                  </a:cubicBezTo>
                                  <a:cubicBezTo>
                                    <a:pt x="353" y="210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5" y="211"/>
                                    <a:pt x="355" y="211"/>
                                  </a:cubicBezTo>
                                  <a:cubicBezTo>
                                    <a:pt x="355" y="211"/>
                                    <a:pt x="355" y="211"/>
                                    <a:pt x="356" y="211"/>
                                  </a:cubicBezTo>
                                  <a:cubicBezTo>
                                    <a:pt x="356" y="212"/>
                                    <a:pt x="356" y="212"/>
                                    <a:pt x="357" y="211"/>
                                  </a:cubicBezTo>
                                  <a:cubicBezTo>
                                    <a:pt x="357" y="211"/>
                                    <a:pt x="357" y="211"/>
                                    <a:pt x="357" y="211"/>
                                  </a:cubicBezTo>
                                  <a:cubicBezTo>
                                    <a:pt x="357" y="212"/>
                                    <a:pt x="357" y="212"/>
                                    <a:pt x="357" y="212"/>
                                  </a:cubicBezTo>
                                  <a:cubicBezTo>
                                    <a:pt x="357" y="212"/>
                                    <a:pt x="357" y="212"/>
                                    <a:pt x="357" y="212"/>
                                  </a:cubicBezTo>
                                  <a:cubicBezTo>
                                    <a:pt x="357" y="213"/>
                                    <a:pt x="358" y="213"/>
                                    <a:pt x="358" y="214"/>
                                  </a:cubicBezTo>
                                  <a:cubicBezTo>
                                    <a:pt x="358" y="214"/>
                                    <a:pt x="358" y="214"/>
                                    <a:pt x="358" y="214"/>
                                  </a:cubicBezTo>
                                  <a:cubicBezTo>
                                    <a:pt x="358" y="214"/>
                                    <a:pt x="358" y="214"/>
                                    <a:pt x="358" y="215"/>
                                  </a:cubicBezTo>
                                  <a:cubicBezTo>
                                    <a:pt x="358" y="215"/>
                                    <a:pt x="358" y="215"/>
                                    <a:pt x="359" y="215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9" y="217"/>
                                    <a:pt x="359" y="217"/>
                                    <a:pt x="359" y="217"/>
                                  </a:cubicBezTo>
                                  <a:cubicBezTo>
                                    <a:pt x="359" y="217"/>
                                    <a:pt x="359" y="217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lose/>
                                  <a:moveTo>
                                    <a:pt x="357" y="216"/>
                                  </a:moveTo>
                                  <a:cubicBezTo>
                                    <a:pt x="357" y="216"/>
                                    <a:pt x="357" y="216"/>
                                    <a:pt x="357" y="216"/>
                                  </a:cubicBezTo>
                                  <a:cubicBezTo>
                                    <a:pt x="358" y="216"/>
                                    <a:pt x="358" y="216"/>
                                    <a:pt x="357" y="216"/>
                                  </a:cubicBezTo>
                                  <a:cubicBezTo>
                                    <a:pt x="357" y="216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6"/>
                                    <a:pt x="357" y="216"/>
                                    <a:pt x="357" y="216"/>
                                  </a:cubicBezTo>
                                  <a:close/>
                                  <a:moveTo>
                                    <a:pt x="357" y="214"/>
                                  </a:move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lose/>
                                  <a:moveTo>
                                    <a:pt x="357" y="215"/>
                                  </a:move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lose/>
                                  <a:moveTo>
                                    <a:pt x="375" y="247"/>
                                  </a:move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ubicBezTo>
                                    <a:pt x="375" y="247"/>
                                    <a:pt x="374" y="247"/>
                                    <a:pt x="374" y="247"/>
                                  </a:cubicBezTo>
                                  <a:cubicBezTo>
                                    <a:pt x="374" y="247"/>
                                    <a:pt x="374" y="248"/>
                                    <a:pt x="374" y="248"/>
                                  </a:cubicBezTo>
                                  <a:cubicBezTo>
                                    <a:pt x="374" y="248"/>
                                    <a:pt x="374" y="248"/>
                                    <a:pt x="374" y="248"/>
                                  </a:cubicBezTo>
                                  <a:cubicBezTo>
                                    <a:pt x="374" y="249"/>
                                    <a:pt x="374" y="249"/>
                                    <a:pt x="374" y="249"/>
                                  </a:cubicBezTo>
                                  <a:cubicBezTo>
                                    <a:pt x="374" y="249"/>
                                    <a:pt x="374" y="249"/>
                                    <a:pt x="374" y="250"/>
                                  </a:cubicBezTo>
                                  <a:cubicBezTo>
                                    <a:pt x="374" y="250"/>
                                    <a:pt x="374" y="250"/>
                                    <a:pt x="374" y="250"/>
                                  </a:cubicBezTo>
                                  <a:cubicBezTo>
                                    <a:pt x="374" y="250"/>
                                    <a:pt x="374" y="250"/>
                                    <a:pt x="374" y="250"/>
                                  </a:cubicBezTo>
                                  <a:cubicBezTo>
                                    <a:pt x="375" y="249"/>
                                    <a:pt x="374" y="249"/>
                                    <a:pt x="375" y="249"/>
                                  </a:cubicBezTo>
                                  <a:cubicBezTo>
                                    <a:pt x="375" y="249"/>
                                    <a:pt x="375" y="249"/>
                                    <a:pt x="375" y="249"/>
                                  </a:cubicBezTo>
                                  <a:cubicBezTo>
                                    <a:pt x="375" y="249"/>
                                    <a:pt x="375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8"/>
                                    <a:pt x="376" y="248"/>
                                    <a:pt x="376" y="248"/>
                                  </a:cubicBezTo>
                                  <a:cubicBezTo>
                                    <a:pt x="376" y="248"/>
                                    <a:pt x="376" y="248"/>
                                    <a:pt x="376" y="248"/>
                                  </a:cubicBezTo>
                                  <a:cubicBezTo>
                                    <a:pt x="376" y="248"/>
                                    <a:pt x="375" y="248"/>
                                    <a:pt x="375" y="248"/>
                                  </a:cubicBezTo>
                                  <a:cubicBezTo>
                                    <a:pt x="375" y="247"/>
                                    <a:pt x="376" y="247"/>
                                    <a:pt x="376" y="247"/>
                                  </a:cubicBez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lose/>
                                  <a:moveTo>
                                    <a:pt x="376" y="251"/>
                                  </a:move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7" y="251"/>
                                    <a:pt x="377" y="251"/>
                                  </a:cubicBezTo>
                                  <a:cubicBezTo>
                                    <a:pt x="377" y="251"/>
                                    <a:pt x="377" y="251"/>
                                    <a:pt x="377" y="251"/>
                                  </a:cubicBezTo>
                                  <a:cubicBezTo>
                                    <a:pt x="377" y="251"/>
                                    <a:pt x="377" y="251"/>
                                    <a:pt x="377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0"/>
                                  </a:cubicBezTo>
                                  <a:cubicBezTo>
                                    <a:pt x="376" y="250"/>
                                    <a:pt x="377" y="250"/>
                                    <a:pt x="377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5" y="250"/>
                                  </a:cubicBezTo>
                                  <a:cubicBezTo>
                                    <a:pt x="375" y="250"/>
                                    <a:pt x="375" y="250"/>
                                    <a:pt x="375" y="250"/>
                                  </a:cubicBezTo>
                                  <a:cubicBezTo>
                                    <a:pt x="375" y="250"/>
                                    <a:pt x="375" y="250"/>
                                    <a:pt x="375" y="251"/>
                                  </a:cubicBezTo>
                                  <a:cubicBezTo>
                                    <a:pt x="375" y="251"/>
                                    <a:pt x="375" y="251"/>
                                    <a:pt x="376" y="251"/>
                                  </a:cubicBezTo>
                                  <a:close/>
                                  <a:moveTo>
                                    <a:pt x="805" y="352"/>
                                  </a:moveTo>
                                  <a:cubicBezTo>
                                    <a:pt x="805" y="352"/>
                                    <a:pt x="805" y="353"/>
                                    <a:pt x="804" y="353"/>
                                  </a:cubicBezTo>
                                  <a:cubicBezTo>
                                    <a:pt x="804" y="353"/>
                                    <a:pt x="804" y="353"/>
                                    <a:pt x="804" y="353"/>
                                  </a:cubicBezTo>
                                  <a:cubicBezTo>
                                    <a:pt x="804" y="353"/>
                                    <a:pt x="804" y="352"/>
                                    <a:pt x="804" y="352"/>
                                  </a:cubicBezTo>
                                  <a:cubicBezTo>
                                    <a:pt x="804" y="352"/>
                                    <a:pt x="804" y="351"/>
                                    <a:pt x="804" y="351"/>
                                  </a:cubicBezTo>
                                  <a:cubicBezTo>
                                    <a:pt x="804" y="351"/>
                                    <a:pt x="804" y="351"/>
                                    <a:pt x="804" y="351"/>
                                  </a:cubicBezTo>
                                  <a:cubicBezTo>
                                    <a:pt x="804" y="351"/>
                                    <a:pt x="804" y="351"/>
                                    <a:pt x="804" y="351"/>
                                  </a:cubicBezTo>
                                  <a:cubicBezTo>
                                    <a:pt x="804" y="350"/>
                                    <a:pt x="804" y="350"/>
                                    <a:pt x="804" y="350"/>
                                  </a:cubicBezTo>
                                  <a:cubicBezTo>
                                    <a:pt x="804" y="350"/>
                                    <a:pt x="803" y="350"/>
                                    <a:pt x="803" y="350"/>
                                  </a:cubicBezTo>
                                  <a:cubicBezTo>
                                    <a:pt x="803" y="350"/>
                                    <a:pt x="804" y="349"/>
                                    <a:pt x="804" y="349"/>
                                  </a:cubicBezTo>
                                  <a:cubicBezTo>
                                    <a:pt x="804" y="349"/>
                                    <a:pt x="804" y="349"/>
                                    <a:pt x="804" y="349"/>
                                  </a:cubicBezTo>
                                  <a:cubicBezTo>
                                    <a:pt x="804" y="349"/>
                                    <a:pt x="801" y="348"/>
                                    <a:pt x="801" y="348"/>
                                  </a:cubicBezTo>
                                  <a:cubicBezTo>
                                    <a:pt x="801" y="348"/>
                                    <a:pt x="801" y="347"/>
                                    <a:pt x="801" y="347"/>
                                  </a:cubicBezTo>
                                  <a:cubicBezTo>
                                    <a:pt x="801" y="347"/>
                                    <a:pt x="802" y="347"/>
                                    <a:pt x="802" y="347"/>
                                  </a:cubicBezTo>
                                  <a:cubicBezTo>
                                    <a:pt x="802" y="347"/>
                                    <a:pt x="802" y="346"/>
                                    <a:pt x="802" y="346"/>
                                  </a:cubicBezTo>
                                  <a:cubicBezTo>
                                    <a:pt x="802" y="346"/>
                                    <a:pt x="801" y="346"/>
                                    <a:pt x="801" y="346"/>
                                  </a:cubicBezTo>
                                  <a:cubicBezTo>
                                    <a:pt x="801" y="346"/>
                                    <a:pt x="802" y="345"/>
                                    <a:pt x="802" y="345"/>
                                  </a:cubicBezTo>
                                  <a:cubicBezTo>
                                    <a:pt x="802" y="334"/>
                                    <a:pt x="802" y="334"/>
                                    <a:pt x="802" y="334"/>
                                  </a:cubicBezTo>
                                  <a:cubicBezTo>
                                    <a:pt x="799" y="332"/>
                                    <a:pt x="799" y="332"/>
                                    <a:pt x="799" y="332"/>
                                  </a:cubicBezTo>
                                  <a:cubicBezTo>
                                    <a:pt x="797" y="332"/>
                                    <a:pt x="797" y="332"/>
                                    <a:pt x="797" y="332"/>
                                  </a:cubicBezTo>
                                  <a:cubicBezTo>
                                    <a:pt x="797" y="332"/>
                                    <a:pt x="797" y="332"/>
                                    <a:pt x="797" y="332"/>
                                  </a:cubicBezTo>
                                  <a:cubicBezTo>
                                    <a:pt x="796" y="332"/>
                                    <a:pt x="796" y="332"/>
                                    <a:pt x="796" y="332"/>
                                  </a:cubicBezTo>
                                  <a:cubicBezTo>
                                    <a:pt x="794" y="333"/>
                                    <a:pt x="794" y="333"/>
                                    <a:pt x="794" y="333"/>
                                  </a:cubicBezTo>
                                  <a:cubicBezTo>
                                    <a:pt x="793" y="332"/>
                                    <a:pt x="793" y="332"/>
                                    <a:pt x="793" y="332"/>
                                  </a:cubicBezTo>
                                  <a:cubicBezTo>
                                    <a:pt x="793" y="331"/>
                                    <a:pt x="793" y="331"/>
                                    <a:pt x="793" y="331"/>
                                  </a:cubicBezTo>
                                  <a:cubicBezTo>
                                    <a:pt x="792" y="331"/>
                                    <a:pt x="792" y="331"/>
                                    <a:pt x="792" y="331"/>
                                  </a:cubicBezTo>
                                  <a:cubicBezTo>
                                    <a:pt x="787" y="338"/>
                                    <a:pt x="787" y="338"/>
                                    <a:pt x="787" y="338"/>
                                  </a:cubicBezTo>
                                  <a:cubicBezTo>
                                    <a:pt x="787" y="338"/>
                                    <a:pt x="786" y="339"/>
                                    <a:pt x="786" y="340"/>
                                  </a:cubicBezTo>
                                  <a:cubicBezTo>
                                    <a:pt x="786" y="340"/>
                                    <a:pt x="786" y="340"/>
                                    <a:pt x="786" y="340"/>
                                  </a:cubicBezTo>
                                  <a:cubicBezTo>
                                    <a:pt x="786" y="341"/>
                                    <a:pt x="786" y="341"/>
                                    <a:pt x="786" y="341"/>
                                  </a:cubicBezTo>
                                  <a:cubicBezTo>
                                    <a:pt x="785" y="341"/>
                                    <a:pt x="785" y="341"/>
                                    <a:pt x="785" y="341"/>
                                  </a:cubicBezTo>
                                  <a:cubicBezTo>
                                    <a:pt x="785" y="342"/>
                                    <a:pt x="785" y="342"/>
                                    <a:pt x="785" y="342"/>
                                  </a:cubicBezTo>
                                  <a:cubicBezTo>
                                    <a:pt x="785" y="342"/>
                                    <a:pt x="785" y="343"/>
                                    <a:pt x="785" y="343"/>
                                  </a:cubicBezTo>
                                  <a:cubicBezTo>
                                    <a:pt x="785" y="343"/>
                                    <a:pt x="785" y="343"/>
                                    <a:pt x="785" y="343"/>
                                  </a:cubicBezTo>
                                  <a:cubicBezTo>
                                    <a:pt x="785" y="344"/>
                                    <a:pt x="785" y="344"/>
                                    <a:pt x="785" y="344"/>
                                  </a:cubicBezTo>
                                  <a:cubicBezTo>
                                    <a:pt x="785" y="344"/>
                                    <a:pt x="785" y="344"/>
                                    <a:pt x="785" y="344"/>
                                  </a:cubicBezTo>
                                  <a:cubicBezTo>
                                    <a:pt x="785" y="344"/>
                                    <a:pt x="785" y="345"/>
                                    <a:pt x="785" y="345"/>
                                  </a:cubicBezTo>
                                  <a:cubicBezTo>
                                    <a:pt x="785" y="346"/>
                                    <a:pt x="785" y="346"/>
                                    <a:pt x="785" y="346"/>
                                  </a:cubicBezTo>
                                  <a:cubicBezTo>
                                    <a:pt x="784" y="347"/>
                                    <a:pt x="784" y="347"/>
                                    <a:pt x="784" y="347"/>
                                  </a:cubicBezTo>
                                  <a:cubicBezTo>
                                    <a:pt x="784" y="347"/>
                                    <a:pt x="784" y="347"/>
                                    <a:pt x="784" y="347"/>
                                  </a:cubicBezTo>
                                  <a:cubicBezTo>
                                    <a:pt x="784" y="347"/>
                                    <a:pt x="783" y="348"/>
                                    <a:pt x="783" y="348"/>
                                  </a:cubicBezTo>
                                  <a:cubicBezTo>
                                    <a:pt x="783" y="348"/>
                                    <a:pt x="782" y="348"/>
                                    <a:pt x="782" y="348"/>
                                  </a:cubicBezTo>
                                  <a:cubicBezTo>
                                    <a:pt x="782" y="348"/>
                                    <a:pt x="782" y="349"/>
                                    <a:pt x="782" y="349"/>
                                  </a:cubicBezTo>
                                  <a:cubicBezTo>
                                    <a:pt x="782" y="349"/>
                                    <a:pt x="782" y="350"/>
                                    <a:pt x="782" y="350"/>
                                  </a:cubicBezTo>
                                  <a:cubicBezTo>
                                    <a:pt x="782" y="350"/>
                                    <a:pt x="782" y="351"/>
                                    <a:pt x="782" y="351"/>
                                  </a:cubicBezTo>
                                  <a:cubicBezTo>
                                    <a:pt x="782" y="351"/>
                                    <a:pt x="782" y="351"/>
                                    <a:pt x="782" y="350"/>
                                  </a:cubicBezTo>
                                  <a:cubicBezTo>
                                    <a:pt x="782" y="350"/>
                                    <a:pt x="782" y="350"/>
                                    <a:pt x="782" y="350"/>
                                  </a:cubicBezTo>
                                  <a:cubicBezTo>
                                    <a:pt x="782" y="350"/>
                                    <a:pt x="781" y="351"/>
                                    <a:pt x="781" y="351"/>
                                  </a:cubicBezTo>
                                  <a:cubicBezTo>
                                    <a:pt x="781" y="351"/>
                                    <a:pt x="781" y="351"/>
                                    <a:pt x="781" y="351"/>
                                  </a:cubicBezTo>
                                  <a:cubicBezTo>
                                    <a:pt x="781" y="351"/>
                                    <a:pt x="781" y="352"/>
                                    <a:pt x="781" y="352"/>
                                  </a:cubicBezTo>
                                  <a:cubicBezTo>
                                    <a:pt x="780" y="351"/>
                                    <a:pt x="780" y="351"/>
                                    <a:pt x="780" y="351"/>
                                  </a:cubicBezTo>
                                  <a:cubicBezTo>
                                    <a:pt x="779" y="352"/>
                                    <a:pt x="779" y="352"/>
                                    <a:pt x="779" y="352"/>
                                  </a:cubicBezTo>
                                  <a:cubicBezTo>
                                    <a:pt x="779" y="352"/>
                                    <a:pt x="778" y="351"/>
                                    <a:pt x="778" y="351"/>
                                  </a:cubicBezTo>
                                  <a:cubicBezTo>
                                    <a:pt x="778" y="351"/>
                                    <a:pt x="777" y="352"/>
                                    <a:pt x="777" y="352"/>
                                  </a:cubicBezTo>
                                  <a:cubicBezTo>
                                    <a:pt x="777" y="352"/>
                                    <a:pt x="777" y="353"/>
                                    <a:pt x="777" y="353"/>
                                  </a:cubicBezTo>
                                  <a:cubicBezTo>
                                    <a:pt x="777" y="353"/>
                                    <a:pt x="777" y="353"/>
                                    <a:pt x="777" y="353"/>
                                  </a:cubicBezTo>
                                  <a:cubicBezTo>
                                    <a:pt x="777" y="353"/>
                                    <a:pt x="777" y="354"/>
                                    <a:pt x="777" y="354"/>
                                  </a:cubicBezTo>
                                  <a:cubicBezTo>
                                    <a:pt x="754" y="354"/>
                                    <a:pt x="754" y="354"/>
                                    <a:pt x="754" y="354"/>
                                  </a:cubicBezTo>
                                  <a:cubicBezTo>
                                    <a:pt x="751" y="356"/>
                                    <a:pt x="751" y="356"/>
                                    <a:pt x="751" y="356"/>
                                  </a:cubicBezTo>
                                  <a:cubicBezTo>
                                    <a:pt x="747" y="360"/>
                                    <a:pt x="747" y="360"/>
                                    <a:pt x="747" y="360"/>
                                  </a:cubicBezTo>
                                  <a:cubicBezTo>
                                    <a:pt x="744" y="362"/>
                                    <a:pt x="744" y="362"/>
                                    <a:pt x="744" y="362"/>
                                  </a:cubicBezTo>
                                  <a:cubicBezTo>
                                    <a:pt x="741" y="367"/>
                                    <a:pt x="741" y="367"/>
                                    <a:pt x="741" y="367"/>
                                  </a:cubicBezTo>
                                  <a:cubicBezTo>
                                    <a:pt x="728" y="367"/>
                                    <a:pt x="728" y="367"/>
                                    <a:pt x="728" y="367"/>
                                  </a:cubicBezTo>
                                  <a:cubicBezTo>
                                    <a:pt x="725" y="369"/>
                                    <a:pt x="725" y="369"/>
                                    <a:pt x="725" y="369"/>
                                  </a:cubicBezTo>
                                  <a:cubicBezTo>
                                    <a:pt x="726" y="370"/>
                                    <a:pt x="726" y="370"/>
                                    <a:pt x="726" y="370"/>
                                  </a:cubicBezTo>
                                  <a:cubicBezTo>
                                    <a:pt x="726" y="372"/>
                                    <a:pt x="726" y="372"/>
                                    <a:pt x="726" y="372"/>
                                  </a:cubicBezTo>
                                  <a:cubicBezTo>
                                    <a:pt x="727" y="373"/>
                                    <a:pt x="727" y="373"/>
                                    <a:pt x="727" y="373"/>
                                  </a:cubicBezTo>
                                  <a:cubicBezTo>
                                    <a:pt x="727" y="374"/>
                                    <a:pt x="727" y="374"/>
                                    <a:pt x="727" y="374"/>
                                  </a:cubicBezTo>
                                  <a:cubicBezTo>
                                    <a:pt x="719" y="378"/>
                                    <a:pt x="719" y="378"/>
                                    <a:pt x="719" y="378"/>
                                  </a:cubicBezTo>
                                  <a:cubicBezTo>
                                    <a:pt x="711" y="380"/>
                                    <a:pt x="711" y="380"/>
                                    <a:pt x="711" y="380"/>
                                  </a:cubicBezTo>
                                  <a:cubicBezTo>
                                    <a:pt x="704" y="385"/>
                                    <a:pt x="704" y="385"/>
                                    <a:pt x="704" y="385"/>
                                  </a:cubicBezTo>
                                  <a:cubicBezTo>
                                    <a:pt x="701" y="385"/>
                                    <a:pt x="701" y="385"/>
                                    <a:pt x="701" y="385"/>
                                  </a:cubicBezTo>
                                  <a:cubicBezTo>
                                    <a:pt x="699" y="383"/>
                                    <a:pt x="699" y="383"/>
                                    <a:pt x="699" y="383"/>
                                  </a:cubicBezTo>
                                  <a:cubicBezTo>
                                    <a:pt x="699" y="383"/>
                                    <a:pt x="699" y="382"/>
                                    <a:pt x="699" y="382"/>
                                  </a:cubicBezTo>
                                  <a:cubicBezTo>
                                    <a:pt x="699" y="382"/>
                                    <a:pt x="699" y="381"/>
                                    <a:pt x="699" y="381"/>
                                  </a:cubicBezTo>
                                  <a:cubicBezTo>
                                    <a:pt x="699" y="381"/>
                                    <a:pt x="699" y="380"/>
                                    <a:pt x="699" y="380"/>
                                  </a:cubicBezTo>
                                  <a:cubicBezTo>
                                    <a:pt x="699" y="380"/>
                                    <a:pt x="699" y="379"/>
                                    <a:pt x="699" y="379"/>
                                  </a:cubicBezTo>
                                  <a:cubicBezTo>
                                    <a:pt x="699" y="379"/>
                                    <a:pt x="701" y="379"/>
                                    <a:pt x="701" y="379"/>
                                  </a:cubicBezTo>
                                  <a:cubicBezTo>
                                    <a:pt x="701" y="379"/>
                                    <a:pt x="703" y="376"/>
                                    <a:pt x="703" y="376"/>
                                  </a:cubicBezTo>
                                  <a:cubicBezTo>
                                    <a:pt x="703" y="375"/>
                                    <a:pt x="703" y="375"/>
                                    <a:pt x="703" y="375"/>
                                  </a:cubicBezTo>
                                  <a:cubicBezTo>
                                    <a:pt x="703" y="375"/>
                                    <a:pt x="703" y="373"/>
                                    <a:pt x="703" y="373"/>
                                  </a:cubicBezTo>
                                  <a:cubicBezTo>
                                    <a:pt x="703" y="373"/>
                                    <a:pt x="705" y="368"/>
                                    <a:pt x="705" y="368"/>
                                  </a:cubicBezTo>
                                  <a:cubicBezTo>
                                    <a:pt x="703" y="351"/>
                                    <a:pt x="703" y="351"/>
                                    <a:pt x="703" y="351"/>
                                  </a:cubicBezTo>
                                  <a:cubicBezTo>
                                    <a:pt x="696" y="346"/>
                                    <a:pt x="696" y="346"/>
                                    <a:pt x="696" y="346"/>
                                  </a:cubicBezTo>
                                  <a:cubicBezTo>
                                    <a:pt x="697" y="345"/>
                                    <a:pt x="697" y="345"/>
                                    <a:pt x="697" y="345"/>
                                  </a:cubicBezTo>
                                  <a:cubicBezTo>
                                    <a:pt x="696" y="344"/>
                                    <a:pt x="696" y="344"/>
                                    <a:pt x="696" y="344"/>
                                  </a:cubicBezTo>
                                  <a:cubicBezTo>
                                    <a:pt x="694" y="344"/>
                                    <a:pt x="694" y="344"/>
                                    <a:pt x="694" y="344"/>
                                  </a:cubicBezTo>
                                  <a:cubicBezTo>
                                    <a:pt x="693" y="344"/>
                                    <a:pt x="693" y="344"/>
                                    <a:pt x="693" y="344"/>
                                  </a:cubicBezTo>
                                  <a:cubicBezTo>
                                    <a:pt x="692" y="342"/>
                                    <a:pt x="692" y="342"/>
                                    <a:pt x="692" y="342"/>
                                  </a:cubicBezTo>
                                  <a:cubicBezTo>
                                    <a:pt x="692" y="339"/>
                                    <a:pt x="692" y="339"/>
                                    <a:pt x="692" y="339"/>
                                  </a:cubicBezTo>
                                  <a:cubicBezTo>
                                    <a:pt x="690" y="340"/>
                                    <a:pt x="690" y="340"/>
                                    <a:pt x="690" y="340"/>
                                  </a:cubicBezTo>
                                  <a:cubicBezTo>
                                    <a:pt x="689" y="340"/>
                                    <a:pt x="689" y="340"/>
                                    <a:pt x="689" y="340"/>
                                  </a:cubicBezTo>
                                  <a:cubicBezTo>
                                    <a:pt x="688" y="338"/>
                                    <a:pt x="688" y="338"/>
                                    <a:pt x="688" y="338"/>
                                  </a:cubicBezTo>
                                  <a:cubicBezTo>
                                    <a:pt x="687" y="336"/>
                                    <a:pt x="687" y="336"/>
                                    <a:pt x="687" y="336"/>
                                  </a:cubicBezTo>
                                  <a:cubicBezTo>
                                    <a:pt x="663" y="322"/>
                                    <a:pt x="663" y="322"/>
                                    <a:pt x="663" y="322"/>
                                  </a:cubicBezTo>
                                  <a:cubicBezTo>
                                    <a:pt x="662" y="322"/>
                                    <a:pt x="662" y="322"/>
                                    <a:pt x="662" y="322"/>
                                  </a:cubicBezTo>
                                  <a:cubicBezTo>
                                    <a:pt x="657" y="325"/>
                                    <a:pt x="657" y="325"/>
                                    <a:pt x="657" y="325"/>
                                  </a:cubicBezTo>
                                  <a:cubicBezTo>
                                    <a:pt x="655" y="325"/>
                                    <a:pt x="655" y="325"/>
                                    <a:pt x="655" y="325"/>
                                  </a:cubicBezTo>
                                  <a:cubicBezTo>
                                    <a:pt x="655" y="325"/>
                                    <a:pt x="654" y="325"/>
                                    <a:pt x="654" y="325"/>
                                  </a:cubicBezTo>
                                  <a:cubicBezTo>
                                    <a:pt x="654" y="325"/>
                                    <a:pt x="654" y="325"/>
                                    <a:pt x="654" y="325"/>
                                  </a:cubicBezTo>
                                  <a:cubicBezTo>
                                    <a:pt x="653" y="325"/>
                                    <a:pt x="653" y="325"/>
                                    <a:pt x="653" y="325"/>
                                  </a:cubicBezTo>
                                  <a:cubicBezTo>
                                    <a:pt x="652" y="324"/>
                                    <a:pt x="652" y="324"/>
                                    <a:pt x="652" y="324"/>
                                  </a:cubicBezTo>
                                  <a:cubicBezTo>
                                    <a:pt x="648" y="324"/>
                                    <a:pt x="648" y="324"/>
                                    <a:pt x="648" y="324"/>
                                  </a:cubicBezTo>
                                  <a:cubicBezTo>
                                    <a:pt x="647" y="323"/>
                                    <a:pt x="647" y="323"/>
                                    <a:pt x="647" y="323"/>
                                  </a:cubicBezTo>
                                  <a:cubicBezTo>
                                    <a:pt x="644" y="324"/>
                                    <a:pt x="644" y="324"/>
                                    <a:pt x="644" y="324"/>
                                  </a:cubicBezTo>
                                  <a:cubicBezTo>
                                    <a:pt x="642" y="324"/>
                                    <a:pt x="642" y="324"/>
                                    <a:pt x="642" y="324"/>
                                  </a:cubicBezTo>
                                  <a:cubicBezTo>
                                    <a:pt x="642" y="324"/>
                                    <a:pt x="642" y="324"/>
                                    <a:pt x="642" y="324"/>
                                  </a:cubicBezTo>
                                  <a:cubicBezTo>
                                    <a:pt x="641" y="324"/>
                                    <a:pt x="641" y="324"/>
                                    <a:pt x="641" y="324"/>
                                  </a:cubicBezTo>
                                  <a:cubicBezTo>
                                    <a:pt x="641" y="323"/>
                                    <a:pt x="641" y="323"/>
                                    <a:pt x="641" y="323"/>
                                  </a:cubicBezTo>
                                  <a:cubicBezTo>
                                    <a:pt x="640" y="323"/>
                                    <a:pt x="640" y="323"/>
                                    <a:pt x="640" y="323"/>
                                  </a:cubicBezTo>
                                  <a:cubicBezTo>
                                    <a:pt x="639" y="322"/>
                                    <a:pt x="639" y="322"/>
                                    <a:pt x="639" y="322"/>
                                  </a:cubicBezTo>
                                  <a:cubicBezTo>
                                    <a:pt x="638" y="322"/>
                                    <a:pt x="638" y="322"/>
                                    <a:pt x="638" y="322"/>
                                  </a:cubicBezTo>
                                  <a:cubicBezTo>
                                    <a:pt x="637" y="323"/>
                                    <a:pt x="637" y="323"/>
                                    <a:pt x="637" y="323"/>
                                  </a:cubicBezTo>
                                  <a:cubicBezTo>
                                    <a:pt x="637" y="323"/>
                                    <a:pt x="637" y="323"/>
                                    <a:pt x="637" y="323"/>
                                  </a:cubicBezTo>
                                  <a:cubicBezTo>
                                    <a:pt x="637" y="321"/>
                                    <a:pt x="637" y="321"/>
                                    <a:pt x="637" y="321"/>
                                  </a:cubicBezTo>
                                  <a:cubicBezTo>
                                    <a:pt x="636" y="321"/>
                                    <a:pt x="636" y="321"/>
                                    <a:pt x="636" y="321"/>
                                  </a:cubicBezTo>
                                  <a:cubicBezTo>
                                    <a:pt x="635" y="320"/>
                                    <a:pt x="635" y="320"/>
                                    <a:pt x="635" y="320"/>
                                  </a:cubicBezTo>
                                  <a:cubicBezTo>
                                    <a:pt x="635" y="319"/>
                                    <a:pt x="635" y="319"/>
                                    <a:pt x="635" y="319"/>
                                  </a:cubicBezTo>
                                  <a:cubicBezTo>
                                    <a:pt x="634" y="319"/>
                                    <a:pt x="634" y="319"/>
                                    <a:pt x="634" y="319"/>
                                  </a:cubicBezTo>
                                  <a:cubicBezTo>
                                    <a:pt x="633" y="319"/>
                                    <a:pt x="633" y="319"/>
                                    <a:pt x="633" y="319"/>
                                  </a:cubicBezTo>
                                  <a:cubicBezTo>
                                    <a:pt x="631" y="319"/>
                                    <a:pt x="631" y="319"/>
                                    <a:pt x="631" y="319"/>
                                  </a:cubicBezTo>
                                  <a:cubicBezTo>
                                    <a:pt x="630" y="319"/>
                                    <a:pt x="630" y="319"/>
                                    <a:pt x="630" y="319"/>
                                  </a:cubicBezTo>
                                  <a:cubicBezTo>
                                    <a:pt x="629" y="320"/>
                                    <a:pt x="629" y="320"/>
                                    <a:pt x="629" y="320"/>
                                  </a:cubicBezTo>
                                  <a:cubicBezTo>
                                    <a:pt x="627" y="320"/>
                                    <a:pt x="627" y="320"/>
                                    <a:pt x="627" y="320"/>
                                  </a:cubicBezTo>
                                  <a:cubicBezTo>
                                    <a:pt x="627" y="318"/>
                                    <a:pt x="627" y="318"/>
                                    <a:pt x="627" y="318"/>
                                  </a:cubicBezTo>
                                  <a:cubicBezTo>
                                    <a:pt x="627" y="318"/>
                                    <a:pt x="625" y="318"/>
                                    <a:pt x="625" y="318"/>
                                  </a:cubicBezTo>
                                  <a:cubicBezTo>
                                    <a:pt x="624" y="318"/>
                                    <a:pt x="623" y="318"/>
                                    <a:pt x="623" y="318"/>
                                  </a:cubicBezTo>
                                  <a:cubicBezTo>
                                    <a:pt x="621" y="317"/>
                                    <a:pt x="621" y="317"/>
                                    <a:pt x="621" y="317"/>
                                  </a:cubicBezTo>
                                  <a:cubicBezTo>
                                    <a:pt x="621" y="315"/>
                                    <a:pt x="621" y="315"/>
                                    <a:pt x="621" y="315"/>
                                  </a:cubicBezTo>
                                  <a:cubicBezTo>
                                    <a:pt x="621" y="313"/>
                                    <a:pt x="621" y="313"/>
                                    <a:pt x="621" y="313"/>
                                  </a:cubicBezTo>
                                  <a:cubicBezTo>
                                    <a:pt x="620" y="312"/>
                                    <a:pt x="620" y="312"/>
                                    <a:pt x="620" y="312"/>
                                  </a:cubicBezTo>
                                  <a:cubicBezTo>
                                    <a:pt x="620" y="312"/>
                                    <a:pt x="620" y="311"/>
                                    <a:pt x="620" y="311"/>
                                  </a:cubicBezTo>
                                  <a:cubicBezTo>
                                    <a:pt x="620" y="311"/>
                                    <a:pt x="618" y="311"/>
                                    <a:pt x="618" y="311"/>
                                  </a:cubicBezTo>
                                  <a:cubicBezTo>
                                    <a:pt x="618" y="315"/>
                                    <a:pt x="618" y="315"/>
                                    <a:pt x="618" y="315"/>
                                  </a:cubicBezTo>
                                  <a:cubicBezTo>
                                    <a:pt x="433" y="315"/>
                                    <a:pt x="433" y="315"/>
                                    <a:pt x="433" y="315"/>
                                  </a:cubicBezTo>
                                  <a:cubicBezTo>
                                    <a:pt x="433" y="315"/>
                                    <a:pt x="433" y="315"/>
                                    <a:pt x="433" y="315"/>
                                  </a:cubicBezTo>
                                  <a:cubicBezTo>
                                    <a:pt x="433" y="315"/>
                                    <a:pt x="433" y="316"/>
                                    <a:pt x="433" y="316"/>
                                  </a:cubicBezTo>
                                  <a:cubicBezTo>
                                    <a:pt x="433" y="316"/>
                                    <a:pt x="433" y="316"/>
                                    <a:pt x="433" y="316"/>
                                  </a:cubicBezTo>
                                  <a:cubicBezTo>
                                    <a:pt x="433" y="316"/>
                                    <a:pt x="434" y="317"/>
                                    <a:pt x="434" y="317"/>
                                  </a:cubicBezTo>
                                  <a:cubicBezTo>
                                    <a:pt x="434" y="317"/>
                                    <a:pt x="434" y="317"/>
                                    <a:pt x="435" y="317"/>
                                  </a:cubicBezTo>
                                  <a:cubicBezTo>
                                    <a:pt x="435" y="317"/>
                                    <a:pt x="435" y="317"/>
                                    <a:pt x="435" y="317"/>
                                  </a:cubicBezTo>
                                  <a:cubicBezTo>
                                    <a:pt x="435" y="318"/>
                                    <a:pt x="435" y="318"/>
                                    <a:pt x="435" y="318"/>
                                  </a:cubicBezTo>
                                  <a:cubicBezTo>
                                    <a:pt x="435" y="318"/>
                                    <a:pt x="435" y="318"/>
                                    <a:pt x="435" y="318"/>
                                  </a:cubicBezTo>
                                  <a:cubicBezTo>
                                    <a:pt x="435" y="318"/>
                                    <a:pt x="436" y="319"/>
                                    <a:pt x="436" y="319"/>
                                  </a:cubicBezTo>
                                  <a:cubicBezTo>
                                    <a:pt x="436" y="319"/>
                                    <a:pt x="436" y="319"/>
                                    <a:pt x="436" y="319"/>
                                  </a:cubicBezTo>
                                  <a:cubicBezTo>
                                    <a:pt x="436" y="319"/>
                                    <a:pt x="435" y="319"/>
                                    <a:pt x="435" y="319"/>
                                  </a:cubicBezTo>
                                  <a:cubicBezTo>
                                    <a:pt x="435" y="319"/>
                                    <a:pt x="435" y="320"/>
                                    <a:pt x="435" y="320"/>
                                  </a:cubicBezTo>
                                  <a:cubicBezTo>
                                    <a:pt x="435" y="320"/>
                                    <a:pt x="435" y="320"/>
                                    <a:pt x="435" y="320"/>
                                  </a:cubicBezTo>
                                  <a:cubicBezTo>
                                    <a:pt x="435" y="320"/>
                                    <a:pt x="435" y="321"/>
                                    <a:pt x="435" y="320"/>
                                  </a:cubicBezTo>
                                  <a:cubicBezTo>
                                    <a:pt x="435" y="320"/>
                                    <a:pt x="435" y="320"/>
                                    <a:pt x="435" y="320"/>
                                  </a:cubicBezTo>
                                  <a:cubicBezTo>
                                    <a:pt x="434" y="320"/>
                                    <a:pt x="434" y="320"/>
                                    <a:pt x="434" y="320"/>
                                  </a:cubicBezTo>
                                  <a:cubicBezTo>
                                    <a:pt x="434" y="320"/>
                                    <a:pt x="434" y="321"/>
                                    <a:pt x="434" y="321"/>
                                  </a:cubicBezTo>
                                  <a:cubicBezTo>
                                    <a:pt x="434" y="321"/>
                                    <a:pt x="434" y="321"/>
                                    <a:pt x="434" y="322"/>
                                  </a:cubicBezTo>
                                  <a:cubicBezTo>
                                    <a:pt x="434" y="322"/>
                                    <a:pt x="434" y="322"/>
                                    <a:pt x="434" y="322"/>
                                  </a:cubicBezTo>
                                  <a:cubicBezTo>
                                    <a:pt x="433" y="322"/>
                                    <a:pt x="433" y="322"/>
                                    <a:pt x="433" y="323"/>
                                  </a:cubicBezTo>
                                  <a:cubicBezTo>
                                    <a:pt x="433" y="323"/>
                                    <a:pt x="433" y="323"/>
                                    <a:pt x="433" y="323"/>
                                  </a:cubicBezTo>
                                  <a:cubicBezTo>
                                    <a:pt x="434" y="323"/>
                                    <a:pt x="434" y="323"/>
                                    <a:pt x="434" y="324"/>
                                  </a:cubicBezTo>
                                  <a:cubicBezTo>
                                    <a:pt x="434" y="324"/>
                                    <a:pt x="434" y="324"/>
                                    <a:pt x="434" y="324"/>
                                  </a:cubicBezTo>
                                  <a:cubicBezTo>
                                    <a:pt x="434" y="324"/>
                                    <a:pt x="434" y="324"/>
                                    <a:pt x="435" y="323"/>
                                  </a:cubicBezTo>
                                  <a:cubicBezTo>
                                    <a:pt x="435" y="323"/>
                                    <a:pt x="434" y="323"/>
                                    <a:pt x="434" y="322"/>
                                  </a:cubicBezTo>
                                  <a:cubicBezTo>
                                    <a:pt x="434" y="322"/>
                                    <a:pt x="435" y="322"/>
                                    <a:pt x="435" y="322"/>
                                  </a:cubicBezTo>
                                  <a:cubicBezTo>
                                    <a:pt x="435" y="322"/>
                                    <a:pt x="435" y="322"/>
                                    <a:pt x="435" y="322"/>
                                  </a:cubicBezTo>
                                  <a:cubicBezTo>
                                    <a:pt x="435" y="322"/>
                                    <a:pt x="435" y="322"/>
                                    <a:pt x="434" y="322"/>
                                  </a:cubicBezTo>
                                  <a:cubicBezTo>
                                    <a:pt x="434" y="321"/>
                                    <a:pt x="435" y="321"/>
                                    <a:pt x="435" y="321"/>
                                  </a:cubicBezTo>
                                  <a:cubicBezTo>
                                    <a:pt x="435" y="321"/>
                                    <a:pt x="435" y="321"/>
                                    <a:pt x="435" y="321"/>
                                  </a:cubicBezTo>
                                  <a:cubicBezTo>
                                    <a:pt x="435" y="322"/>
                                    <a:pt x="436" y="322"/>
                                    <a:pt x="436" y="322"/>
                                  </a:cubicBezTo>
                                  <a:cubicBezTo>
                                    <a:pt x="436" y="322"/>
                                    <a:pt x="436" y="322"/>
                                    <a:pt x="436" y="322"/>
                                  </a:cubicBezTo>
                                  <a:cubicBezTo>
                                    <a:pt x="436" y="323"/>
                                    <a:pt x="436" y="323"/>
                                    <a:pt x="436" y="323"/>
                                  </a:cubicBezTo>
                                  <a:cubicBezTo>
                                    <a:pt x="436" y="324"/>
                                    <a:pt x="436" y="324"/>
                                    <a:pt x="437" y="325"/>
                                  </a:cubicBezTo>
                                  <a:cubicBezTo>
                                    <a:pt x="437" y="325"/>
                                    <a:pt x="437" y="325"/>
                                    <a:pt x="437" y="325"/>
                                  </a:cubicBezTo>
                                  <a:cubicBezTo>
                                    <a:pt x="437" y="325"/>
                                    <a:pt x="437" y="326"/>
                                    <a:pt x="436" y="326"/>
                                  </a:cubicBezTo>
                                  <a:cubicBezTo>
                                    <a:pt x="436" y="327"/>
                                    <a:pt x="436" y="328"/>
                                    <a:pt x="436" y="329"/>
                                  </a:cubicBezTo>
                                  <a:cubicBezTo>
                                    <a:pt x="436" y="329"/>
                                    <a:pt x="436" y="330"/>
                                    <a:pt x="436" y="331"/>
                                  </a:cubicBezTo>
                                  <a:cubicBezTo>
                                    <a:pt x="436" y="331"/>
                                    <a:pt x="436" y="332"/>
                                    <a:pt x="436" y="332"/>
                                  </a:cubicBezTo>
                                  <a:cubicBezTo>
                                    <a:pt x="436" y="332"/>
                                    <a:pt x="436" y="332"/>
                                    <a:pt x="436" y="332"/>
                                  </a:cubicBezTo>
                                  <a:cubicBezTo>
                                    <a:pt x="435" y="332"/>
                                    <a:pt x="435" y="333"/>
                                    <a:pt x="435" y="333"/>
                                  </a:cubicBezTo>
                                  <a:cubicBezTo>
                                    <a:pt x="435" y="333"/>
                                    <a:pt x="435" y="333"/>
                                    <a:pt x="435" y="333"/>
                                  </a:cubicBezTo>
                                  <a:cubicBezTo>
                                    <a:pt x="435" y="333"/>
                                    <a:pt x="435" y="333"/>
                                    <a:pt x="435" y="333"/>
                                  </a:cubicBezTo>
                                  <a:cubicBezTo>
                                    <a:pt x="434" y="333"/>
                                    <a:pt x="434" y="334"/>
                                    <a:pt x="434" y="334"/>
                                  </a:cubicBezTo>
                                  <a:cubicBezTo>
                                    <a:pt x="434" y="334"/>
                                    <a:pt x="433" y="334"/>
                                    <a:pt x="433" y="334"/>
                                  </a:cubicBezTo>
                                  <a:cubicBezTo>
                                    <a:pt x="433" y="334"/>
                                    <a:pt x="433" y="333"/>
                                    <a:pt x="433" y="334"/>
                                  </a:cubicBezTo>
                                  <a:cubicBezTo>
                                    <a:pt x="433" y="334"/>
                                    <a:pt x="433" y="334"/>
                                    <a:pt x="432" y="334"/>
                                  </a:cubicBezTo>
                                  <a:cubicBezTo>
                                    <a:pt x="432" y="334"/>
                                    <a:pt x="432" y="334"/>
                                    <a:pt x="432" y="334"/>
                                  </a:cubicBezTo>
                                  <a:cubicBezTo>
                                    <a:pt x="432" y="334"/>
                                    <a:pt x="432" y="334"/>
                                    <a:pt x="432" y="333"/>
                                  </a:cubicBezTo>
                                  <a:cubicBezTo>
                                    <a:pt x="432" y="333"/>
                                    <a:pt x="432" y="333"/>
                                    <a:pt x="432" y="333"/>
                                  </a:cubicBezTo>
                                  <a:cubicBezTo>
                                    <a:pt x="432" y="333"/>
                                    <a:pt x="432" y="333"/>
                                    <a:pt x="432" y="333"/>
                                  </a:cubicBezTo>
                                  <a:cubicBezTo>
                                    <a:pt x="433" y="333"/>
                                    <a:pt x="433" y="333"/>
                                    <a:pt x="433" y="332"/>
                                  </a:cubicBezTo>
                                  <a:cubicBezTo>
                                    <a:pt x="433" y="332"/>
                                    <a:pt x="433" y="332"/>
                                    <a:pt x="432" y="332"/>
                                  </a:cubicBezTo>
                                  <a:cubicBezTo>
                                    <a:pt x="432" y="331"/>
                                    <a:pt x="432" y="331"/>
                                    <a:pt x="432" y="331"/>
                                  </a:cubicBezTo>
                                  <a:cubicBezTo>
                                    <a:pt x="432" y="331"/>
                                    <a:pt x="432" y="331"/>
                                    <a:pt x="432" y="331"/>
                                  </a:cubicBezTo>
                                  <a:cubicBezTo>
                                    <a:pt x="432" y="331"/>
                                    <a:pt x="433" y="331"/>
                                    <a:pt x="433" y="331"/>
                                  </a:cubicBezTo>
                                  <a:cubicBezTo>
                                    <a:pt x="433" y="331"/>
                                    <a:pt x="433" y="332"/>
                                    <a:pt x="433" y="332"/>
                                  </a:cubicBezTo>
                                  <a:cubicBezTo>
                                    <a:pt x="433" y="332"/>
                                    <a:pt x="433" y="332"/>
                                    <a:pt x="433" y="332"/>
                                  </a:cubicBezTo>
                                  <a:cubicBezTo>
                                    <a:pt x="433" y="333"/>
                                    <a:pt x="433" y="333"/>
                                    <a:pt x="433" y="333"/>
                                  </a:cubicBezTo>
                                  <a:cubicBezTo>
                                    <a:pt x="434" y="333"/>
                                    <a:pt x="434" y="333"/>
                                    <a:pt x="434" y="333"/>
                                  </a:cubicBezTo>
                                  <a:cubicBezTo>
                                    <a:pt x="434" y="333"/>
                                    <a:pt x="434" y="333"/>
                                    <a:pt x="434" y="332"/>
                                  </a:cubicBezTo>
                                  <a:cubicBezTo>
                                    <a:pt x="433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5" y="332"/>
                                    <a:pt x="435" y="332"/>
                                    <a:pt x="435" y="332"/>
                                  </a:cubicBezTo>
                                  <a:cubicBezTo>
                                    <a:pt x="435" y="331"/>
                                    <a:pt x="435" y="331"/>
                                    <a:pt x="435" y="331"/>
                                  </a:cubicBezTo>
                                  <a:cubicBezTo>
                                    <a:pt x="435" y="331"/>
                                    <a:pt x="435" y="331"/>
                                    <a:pt x="435" y="331"/>
                                  </a:cubicBezTo>
                                  <a:cubicBezTo>
                                    <a:pt x="435" y="331"/>
                                    <a:pt x="436" y="331"/>
                                    <a:pt x="436" y="331"/>
                                  </a:cubicBezTo>
                                  <a:cubicBezTo>
                                    <a:pt x="436" y="331"/>
                                    <a:pt x="436" y="330"/>
                                    <a:pt x="436" y="330"/>
                                  </a:cubicBezTo>
                                  <a:cubicBezTo>
                                    <a:pt x="435" y="330"/>
                                    <a:pt x="435" y="330"/>
                                    <a:pt x="435" y="330"/>
                                  </a:cubicBezTo>
                                  <a:cubicBezTo>
                                    <a:pt x="435" y="330"/>
                                    <a:pt x="435" y="330"/>
                                    <a:pt x="435" y="329"/>
                                  </a:cubicBezTo>
                                  <a:cubicBezTo>
                                    <a:pt x="435" y="329"/>
                                    <a:pt x="435" y="329"/>
                                    <a:pt x="435" y="329"/>
                                  </a:cubicBezTo>
                                  <a:cubicBezTo>
                                    <a:pt x="435" y="329"/>
                                    <a:pt x="435" y="329"/>
                                    <a:pt x="435" y="328"/>
                                  </a:cubicBezTo>
                                  <a:cubicBezTo>
                                    <a:pt x="435" y="328"/>
                                    <a:pt x="435" y="328"/>
                                    <a:pt x="435" y="328"/>
                                  </a:cubicBezTo>
                                  <a:cubicBezTo>
                                    <a:pt x="435" y="328"/>
                                    <a:pt x="435" y="328"/>
                                    <a:pt x="435" y="328"/>
                                  </a:cubicBezTo>
                                  <a:cubicBezTo>
                                    <a:pt x="435" y="328"/>
                                    <a:pt x="435" y="327"/>
                                    <a:pt x="435" y="327"/>
                                  </a:cubicBezTo>
                                  <a:cubicBezTo>
                                    <a:pt x="435" y="327"/>
                                    <a:pt x="435" y="327"/>
                                    <a:pt x="435" y="327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4" y="327"/>
                                    <a:pt x="434" y="327"/>
                                    <a:pt x="434" y="327"/>
                                  </a:cubicBezTo>
                                  <a:cubicBezTo>
                                    <a:pt x="434" y="328"/>
                                    <a:pt x="434" y="328"/>
                                    <a:pt x="434" y="328"/>
                                  </a:cubicBezTo>
                                  <a:cubicBezTo>
                                    <a:pt x="434" y="328"/>
                                    <a:pt x="434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9"/>
                                    <a:pt x="433" y="329"/>
                                  </a:cubicBezTo>
                                  <a:cubicBezTo>
                                    <a:pt x="433" y="329"/>
                                    <a:pt x="433" y="329"/>
                                    <a:pt x="433" y="329"/>
                                  </a:cubicBezTo>
                                  <a:cubicBezTo>
                                    <a:pt x="433" y="329"/>
                                    <a:pt x="432" y="329"/>
                                    <a:pt x="432" y="329"/>
                                  </a:cubicBezTo>
                                  <a:cubicBezTo>
                                    <a:pt x="432" y="330"/>
                                    <a:pt x="432" y="330"/>
                                    <a:pt x="432" y="330"/>
                                  </a:cubicBezTo>
                                  <a:cubicBezTo>
                                    <a:pt x="432" y="330"/>
                                    <a:pt x="432" y="329"/>
                                    <a:pt x="432" y="329"/>
                                  </a:cubicBezTo>
                                  <a:cubicBezTo>
                                    <a:pt x="432" y="329"/>
                                    <a:pt x="432" y="329"/>
                                    <a:pt x="432" y="329"/>
                                  </a:cubicBezTo>
                                  <a:cubicBezTo>
                                    <a:pt x="432" y="329"/>
                                    <a:pt x="432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4" y="327"/>
                                    <a:pt x="434" y="327"/>
                                    <a:pt x="434" y="327"/>
                                  </a:cubicBezTo>
                                  <a:cubicBezTo>
                                    <a:pt x="434" y="326"/>
                                    <a:pt x="434" y="326"/>
                                    <a:pt x="434" y="326"/>
                                  </a:cubicBezTo>
                                  <a:cubicBezTo>
                                    <a:pt x="434" y="326"/>
                                    <a:pt x="434" y="325"/>
                                    <a:pt x="434" y="325"/>
                                  </a:cubicBezTo>
                                  <a:cubicBezTo>
                                    <a:pt x="434" y="325"/>
                                    <a:pt x="433" y="324"/>
                                    <a:pt x="433" y="324"/>
                                  </a:cubicBezTo>
                                  <a:cubicBezTo>
                                    <a:pt x="433" y="323"/>
                                    <a:pt x="433" y="324"/>
                                    <a:pt x="433" y="324"/>
                                  </a:cubicBezTo>
                                  <a:cubicBezTo>
                                    <a:pt x="433" y="325"/>
                                    <a:pt x="432" y="325"/>
                                    <a:pt x="432" y="325"/>
                                  </a:cubicBezTo>
                                  <a:cubicBezTo>
                                    <a:pt x="432" y="324"/>
                                    <a:pt x="432" y="324"/>
                                    <a:pt x="431" y="324"/>
                                  </a:cubicBezTo>
                                  <a:cubicBezTo>
                                    <a:pt x="431" y="324"/>
                                    <a:pt x="431" y="324"/>
                                    <a:pt x="430" y="324"/>
                                  </a:cubicBezTo>
                                  <a:cubicBezTo>
                                    <a:pt x="430" y="324"/>
                                    <a:pt x="429" y="324"/>
                                    <a:pt x="429" y="324"/>
                                  </a:cubicBezTo>
                                  <a:cubicBezTo>
                                    <a:pt x="428" y="324"/>
                                    <a:pt x="428" y="324"/>
                                    <a:pt x="427" y="324"/>
                                  </a:cubicBezTo>
                                  <a:cubicBezTo>
                                    <a:pt x="427" y="324"/>
                                    <a:pt x="425" y="324"/>
                                    <a:pt x="425" y="324"/>
                                  </a:cubicBezTo>
                                  <a:cubicBezTo>
                                    <a:pt x="425" y="323"/>
                                    <a:pt x="423" y="322"/>
                                    <a:pt x="422" y="322"/>
                                  </a:cubicBezTo>
                                  <a:cubicBezTo>
                                    <a:pt x="422" y="322"/>
                                    <a:pt x="421" y="321"/>
                                    <a:pt x="421" y="322"/>
                                  </a:cubicBezTo>
                                  <a:cubicBezTo>
                                    <a:pt x="420" y="322"/>
                                    <a:pt x="420" y="323"/>
                                    <a:pt x="420" y="324"/>
                                  </a:cubicBezTo>
                                  <a:cubicBezTo>
                                    <a:pt x="420" y="324"/>
                                    <a:pt x="421" y="326"/>
                                    <a:pt x="421" y="326"/>
                                  </a:cubicBezTo>
                                  <a:cubicBezTo>
                                    <a:pt x="421" y="326"/>
                                    <a:pt x="422" y="327"/>
                                    <a:pt x="422" y="328"/>
                                  </a:cubicBezTo>
                                  <a:cubicBezTo>
                                    <a:pt x="423" y="328"/>
                                    <a:pt x="423" y="329"/>
                                    <a:pt x="423" y="329"/>
                                  </a:cubicBezTo>
                                  <a:cubicBezTo>
                                    <a:pt x="423" y="329"/>
                                    <a:pt x="423" y="330"/>
                                    <a:pt x="423" y="331"/>
                                  </a:cubicBezTo>
                                  <a:cubicBezTo>
                                    <a:pt x="423" y="331"/>
                                    <a:pt x="423" y="332"/>
                                    <a:pt x="423" y="332"/>
                                  </a:cubicBezTo>
                                  <a:cubicBezTo>
                                    <a:pt x="423" y="332"/>
                                    <a:pt x="424" y="333"/>
                                    <a:pt x="424" y="333"/>
                                  </a:cubicBezTo>
                                  <a:cubicBezTo>
                                    <a:pt x="424" y="334"/>
                                    <a:pt x="424" y="335"/>
                                    <a:pt x="424" y="335"/>
                                  </a:cubicBezTo>
                                  <a:cubicBezTo>
                                    <a:pt x="424" y="335"/>
                                    <a:pt x="424" y="335"/>
                                    <a:pt x="424" y="335"/>
                                  </a:cubicBezTo>
                                  <a:cubicBezTo>
                                    <a:pt x="425" y="335"/>
                                    <a:pt x="424" y="335"/>
                                    <a:pt x="424" y="335"/>
                                  </a:cubicBezTo>
                                  <a:cubicBezTo>
                                    <a:pt x="424" y="334"/>
                                    <a:pt x="425" y="334"/>
                                    <a:pt x="425" y="334"/>
                                  </a:cubicBezTo>
                                  <a:cubicBezTo>
                                    <a:pt x="425" y="334"/>
                                    <a:pt x="425" y="335"/>
                                    <a:pt x="425" y="335"/>
                                  </a:cubicBezTo>
                                  <a:cubicBezTo>
                                    <a:pt x="425" y="335"/>
                                    <a:pt x="425" y="335"/>
                                    <a:pt x="425" y="335"/>
                                  </a:cubicBezTo>
                                  <a:cubicBezTo>
                                    <a:pt x="425" y="335"/>
                                    <a:pt x="426" y="335"/>
                                    <a:pt x="426" y="335"/>
                                  </a:cubicBezTo>
                                  <a:cubicBezTo>
                                    <a:pt x="426" y="336"/>
                                    <a:pt x="426" y="336"/>
                                    <a:pt x="425" y="336"/>
                                  </a:cubicBezTo>
                                  <a:cubicBezTo>
                                    <a:pt x="425" y="336"/>
                                    <a:pt x="425" y="336"/>
                                    <a:pt x="425" y="336"/>
                                  </a:cubicBezTo>
                                  <a:cubicBezTo>
                                    <a:pt x="424" y="336"/>
                                    <a:pt x="425" y="337"/>
                                    <a:pt x="424" y="337"/>
                                  </a:cubicBezTo>
                                  <a:cubicBezTo>
                                    <a:pt x="424" y="338"/>
                                    <a:pt x="425" y="338"/>
                                    <a:pt x="425" y="338"/>
                                  </a:cubicBezTo>
                                  <a:cubicBezTo>
                                    <a:pt x="425" y="338"/>
                                    <a:pt x="426" y="338"/>
                                    <a:pt x="426" y="337"/>
                                  </a:cubicBezTo>
                                  <a:cubicBezTo>
                                    <a:pt x="426" y="337"/>
                                    <a:pt x="426" y="338"/>
                                    <a:pt x="426" y="338"/>
                                  </a:cubicBezTo>
                                  <a:cubicBezTo>
                                    <a:pt x="426" y="338"/>
                                    <a:pt x="426" y="338"/>
                                    <a:pt x="425" y="339"/>
                                  </a:cubicBezTo>
                                  <a:cubicBezTo>
                                    <a:pt x="425" y="339"/>
                                    <a:pt x="426" y="339"/>
                                    <a:pt x="426" y="339"/>
                                  </a:cubicBezTo>
                                  <a:cubicBezTo>
                                    <a:pt x="426" y="339"/>
                                    <a:pt x="426" y="340"/>
                                    <a:pt x="426" y="340"/>
                                  </a:cubicBezTo>
                                  <a:cubicBezTo>
                                    <a:pt x="426" y="341"/>
                                    <a:pt x="425" y="341"/>
                                    <a:pt x="425" y="341"/>
                                  </a:cubicBezTo>
                                  <a:cubicBezTo>
                                    <a:pt x="425" y="341"/>
                                    <a:pt x="425" y="340"/>
                                    <a:pt x="425" y="340"/>
                                  </a:cubicBezTo>
                                  <a:cubicBezTo>
                                    <a:pt x="425" y="340"/>
                                    <a:pt x="425" y="339"/>
                                    <a:pt x="425" y="339"/>
                                  </a:cubicBezTo>
                                  <a:cubicBezTo>
                                    <a:pt x="425" y="339"/>
                                    <a:pt x="425" y="339"/>
                                    <a:pt x="425" y="340"/>
                                  </a:cubicBezTo>
                                  <a:cubicBezTo>
                                    <a:pt x="425" y="340"/>
                                    <a:pt x="425" y="340"/>
                                    <a:pt x="425" y="341"/>
                                  </a:cubicBezTo>
                                  <a:cubicBezTo>
                                    <a:pt x="425" y="342"/>
                                    <a:pt x="425" y="342"/>
                                    <a:pt x="425" y="342"/>
                                  </a:cubicBezTo>
                                  <a:cubicBezTo>
                                    <a:pt x="425" y="342"/>
                                    <a:pt x="426" y="342"/>
                                    <a:pt x="427" y="342"/>
                                  </a:cubicBezTo>
                                  <a:cubicBezTo>
                                    <a:pt x="427" y="342"/>
                                    <a:pt x="427" y="342"/>
                                    <a:pt x="428" y="342"/>
                                  </a:cubicBezTo>
                                  <a:cubicBezTo>
                                    <a:pt x="428" y="342"/>
                                    <a:pt x="429" y="343"/>
                                    <a:pt x="430" y="343"/>
                                  </a:cubicBezTo>
                                  <a:cubicBezTo>
                                    <a:pt x="430" y="343"/>
                                    <a:pt x="430" y="343"/>
                                    <a:pt x="430" y="344"/>
                                  </a:cubicBezTo>
                                  <a:cubicBezTo>
                                    <a:pt x="429" y="344"/>
                                    <a:pt x="429" y="343"/>
                                    <a:pt x="428" y="343"/>
                                  </a:cubicBezTo>
                                  <a:cubicBezTo>
                                    <a:pt x="428" y="343"/>
                                    <a:pt x="428" y="343"/>
                                    <a:pt x="427" y="343"/>
                                  </a:cubicBezTo>
                                  <a:cubicBezTo>
                                    <a:pt x="427" y="343"/>
                                    <a:pt x="426" y="343"/>
                                    <a:pt x="426" y="343"/>
                                  </a:cubicBezTo>
                                  <a:cubicBezTo>
                                    <a:pt x="425" y="343"/>
                                    <a:pt x="425" y="343"/>
                                    <a:pt x="425" y="343"/>
                                  </a:cubicBezTo>
                                  <a:cubicBezTo>
                                    <a:pt x="425" y="344"/>
                                    <a:pt x="425" y="344"/>
                                    <a:pt x="425" y="344"/>
                                  </a:cubicBezTo>
                                  <a:cubicBezTo>
                                    <a:pt x="425" y="345"/>
                                    <a:pt x="425" y="345"/>
                                    <a:pt x="425" y="345"/>
                                  </a:cubicBezTo>
                                  <a:cubicBezTo>
                                    <a:pt x="425" y="346"/>
                                    <a:pt x="425" y="346"/>
                                    <a:pt x="425" y="346"/>
                                  </a:cubicBezTo>
                                  <a:cubicBezTo>
                                    <a:pt x="425" y="346"/>
                                    <a:pt x="426" y="347"/>
                                    <a:pt x="426" y="347"/>
                                  </a:cubicBezTo>
                                  <a:cubicBezTo>
                                    <a:pt x="425" y="348"/>
                                    <a:pt x="426" y="349"/>
                                    <a:pt x="426" y="349"/>
                                  </a:cubicBezTo>
                                  <a:cubicBezTo>
                                    <a:pt x="426" y="349"/>
                                    <a:pt x="425" y="350"/>
                                    <a:pt x="425" y="351"/>
                                  </a:cubicBezTo>
                                  <a:cubicBezTo>
                                    <a:pt x="425" y="351"/>
                                    <a:pt x="425" y="352"/>
                                    <a:pt x="425" y="352"/>
                                  </a:cubicBezTo>
                                  <a:cubicBezTo>
                                    <a:pt x="425" y="353"/>
                                    <a:pt x="425" y="354"/>
                                    <a:pt x="425" y="355"/>
                                  </a:cubicBezTo>
                                  <a:cubicBezTo>
                                    <a:pt x="425" y="356"/>
                                    <a:pt x="425" y="356"/>
                                    <a:pt x="425" y="356"/>
                                  </a:cubicBezTo>
                                  <a:cubicBezTo>
                                    <a:pt x="425" y="357"/>
                                    <a:pt x="425" y="357"/>
                                    <a:pt x="425" y="358"/>
                                  </a:cubicBezTo>
                                  <a:cubicBezTo>
                                    <a:pt x="425" y="358"/>
                                    <a:pt x="425" y="359"/>
                                    <a:pt x="425" y="360"/>
                                  </a:cubicBezTo>
                                  <a:cubicBezTo>
                                    <a:pt x="425" y="360"/>
                                    <a:pt x="424" y="360"/>
                                    <a:pt x="424" y="361"/>
                                  </a:cubicBezTo>
                                  <a:cubicBezTo>
                                    <a:pt x="424" y="361"/>
                                    <a:pt x="424" y="362"/>
                                    <a:pt x="424" y="362"/>
                                  </a:cubicBezTo>
                                  <a:cubicBezTo>
                                    <a:pt x="424" y="362"/>
                                    <a:pt x="424" y="364"/>
                                    <a:pt x="424" y="364"/>
                                  </a:cubicBezTo>
                                  <a:cubicBezTo>
                                    <a:pt x="424" y="364"/>
                                    <a:pt x="424" y="365"/>
                                    <a:pt x="424" y="365"/>
                                  </a:cubicBezTo>
                                  <a:cubicBezTo>
                                    <a:pt x="424" y="366"/>
                                    <a:pt x="424" y="366"/>
                                    <a:pt x="424" y="366"/>
                                  </a:cubicBezTo>
                                  <a:cubicBezTo>
                                    <a:pt x="424" y="366"/>
                                    <a:pt x="424" y="367"/>
                                    <a:pt x="424" y="367"/>
                                  </a:cubicBezTo>
                                  <a:cubicBezTo>
                                    <a:pt x="424" y="367"/>
                                    <a:pt x="424" y="367"/>
                                    <a:pt x="424" y="368"/>
                                  </a:cubicBezTo>
                                  <a:cubicBezTo>
                                    <a:pt x="424" y="368"/>
                                    <a:pt x="423" y="368"/>
                                    <a:pt x="423" y="369"/>
                                  </a:cubicBezTo>
                                  <a:cubicBezTo>
                                    <a:pt x="423" y="369"/>
                                    <a:pt x="423" y="369"/>
                                    <a:pt x="423" y="370"/>
                                  </a:cubicBezTo>
                                  <a:cubicBezTo>
                                    <a:pt x="422" y="370"/>
                                    <a:pt x="423" y="370"/>
                                    <a:pt x="423" y="371"/>
                                  </a:cubicBezTo>
                                  <a:cubicBezTo>
                                    <a:pt x="422" y="371"/>
                                    <a:pt x="422" y="372"/>
                                    <a:pt x="422" y="372"/>
                                  </a:cubicBezTo>
                                  <a:cubicBezTo>
                                    <a:pt x="422" y="372"/>
                                    <a:pt x="422" y="373"/>
                                    <a:pt x="422" y="373"/>
                                  </a:cubicBezTo>
                                  <a:cubicBezTo>
                                    <a:pt x="422" y="374"/>
                                    <a:pt x="421" y="374"/>
                                    <a:pt x="421" y="375"/>
                                  </a:cubicBezTo>
                                  <a:cubicBezTo>
                                    <a:pt x="421" y="375"/>
                                    <a:pt x="422" y="376"/>
                                    <a:pt x="422" y="376"/>
                                  </a:cubicBezTo>
                                  <a:cubicBezTo>
                                    <a:pt x="423" y="376"/>
                                    <a:pt x="422" y="377"/>
                                    <a:pt x="422" y="377"/>
                                  </a:cubicBezTo>
                                  <a:cubicBezTo>
                                    <a:pt x="422" y="377"/>
                                    <a:pt x="422" y="377"/>
                                    <a:pt x="422" y="378"/>
                                  </a:cubicBezTo>
                                  <a:cubicBezTo>
                                    <a:pt x="422" y="378"/>
                                    <a:pt x="422" y="379"/>
                                    <a:pt x="422" y="380"/>
                                  </a:cubicBezTo>
                                  <a:cubicBezTo>
                                    <a:pt x="422" y="381"/>
                                    <a:pt x="423" y="381"/>
                                    <a:pt x="423" y="381"/>
                                  </a:cubicBezTo>
                                  <a:cubicBezTo>
                                    <a:pt x="424" y="382"/>
                                    <a:pt x="424" y="383"/>
                                    <a:pt x="424" y="383"/>
                                  </a:cubicBezTo>
                                  <a:cubicBezTo>
                                    <a:pt x="424" y="383"/>
                                    <a:pt x="423" y="384"/>
                                    <a:pt x="423" y="384"/>
                                  </a:cubicBezTo>
                                  <a:cubicBezTo>
                                    <a:pt x="423" y="384"/>
                                    <a:pt x="424" y="384"/>
                                    <a:pt x="424" y="385"/>
                                  </a:cubicBezTo>
                                  <a:cubicBezTo>
                                    <a:pt x="424" y="385"/>
                                    <a:pt x="424" y="386"/>
                                    <a:pt x="424" y="386"/>
                                  </a:cubicBezTo>
                                  <a:cubicBezTo>
                                    <a:pt x="425" y="387"/>
                                    <a:pt x="425" y="388"/>
                                    <a:pt x="425" y="388"/>
                                  </a:cubicBezTo>
                                  <a:cubicBezTo>
                                    <a:pt x="425" y="389"/>
                                    <a:pt x="424" y="389"/>
                                    <a:pt x="424" y="389"/>
                                  </a:cubicBezTo>
                                  <a:cubicBezTo>
                                    <a:pt x="424" y="390"/>
                                    <a:pt x="424" y="390"/>
                                    <a:pt x="424" y="390"/>
                                  </a:cubicBezTo>
                                  <a:cubicBezTo>
                                    <a:pt x="424" y="390"/>
                                    <a:pt x="424" y="391"/>
                                    <a:pt x="424" y="392"/>
                                  </a:cubicBezTo>
                                  <a:cubicBezTo>
                                    <a:pt x="424" y="392"/>
                                    <a:pt x="423" y="393"/>
                                    <a:pt x="423" y="394"/>
                                  </a:cubicBezTo>
                                  <a:cubicBezTo>
                                    <a:pt x="423" y="394"/>
                                    <a:pt x="422" y="395"/>
                                    <a:pt x="422" y="395"/>
                                  </a:cubicBezTo>
                                  <a:cubicBezTo>
                                    <a:pt x="422" y="396"/>
                                    <a:pt x="422" y="396"/>
                                    <a:pt x="423" y="397"/>
                                  </a:cubicBezTo>
                                  <a:cubicBezTo>
                                    <a:pt x="423" y="397"/>
                                    <a:pt x="423" y="397"/>
                                    <a:pt x="423" y="397"/>
                                  </a:cubicBezTo>
                                  <a:cubicBezTo>
                                    <a:pt x="423" y="398"/>
                                    <a:pt x="423" y="398"/>
                                    <a:pt x="424" y="398"/>
                                  </a:cubicBezTo>
                                  <a:cubicBezTo>
                                    <a:pt x="424" y="398"/>
                                    <a:pt x="424" y="399"/>
                                    <a:pt x="425" y="399"/>
                                  </a:cubicBezTo>
                                  <a:cubicBezTo>
                                    <a:pt x="425" y="399"/>
                                    <a:pt x="426" y="401"/>
                                    <a:pt x="426" y="402"/>
                                  </a:cubicBezTo>
                                  <a:cubicBezTo>
                                    <a:pt x="427" y="402"/>
                                    <a:pt x="427" y="403"/>
                                    <a:pt x="427" y="403"/>
                                  </a:cubicBezTo>
                                  <a:cubicBezTo>
                                    <a:pt x="427" y="404"/>
                                    <a:pt x="426" y="404"/>
                                    <a:pt x="426" y="404"/>
                                  </a:cubicBezTo>
                                  <a:cubicBezTo>
                                    <a:pt x="426" y="405"/>
                                    <a:pt x="426" y="405"/>
                                    <a:pt x="426" y="406"/>
                                  </a:cubicBezTo>
                                  <a:cubicBezTo>
                                    <a:pt x="426" y="406"/>
                                    <a:pt x="427" y="407"/>
                                    <a:pt x="427" y="407"/>
                                  </a:cubicBezTo>
                                  <a:cubicBezTo>
                                    <a:pt x="427" y="407"/>
                                    <a:pt x="427" y="408"/>
                                    <a:pt x="427" y="408"/>
                                  </a:cubicBezTo>
                                  <a:cubicBezTo>
                                    <a:pt x="427" y="409"/>
                                    <a:pt x="427" y="409"/>
                                    <a:pt x="427" y="409"/>
                                  </a:cubicBezTo>
                                  <a:cubicBezTo>
                                    <a:pt x="427" y="410"/>
                                    <a:pt x="428" y="410"/>
                                    <a:pt x="428" y="410"/>
                                  </a:cubicBezTo>
                                  <a:cubicBezTo>
                                    <a:pt x="428" y="410"/>
                                    <a:pt x="429" y="411"/>
                                    <a:pt x="429" y="411"/>
                                  </a:cubicBezTo>
                                  <a:cubicBezTo>
                                    <a:pt x="429" y="412"/>
                                    <a:pt x="430" y="412"/>
                                    <a:pt x="430" y="412"/>
                                  </a:cubicBezTo>
                                  <a:cubicBezTo>
                                    <a:pt x="430" y="412"/>
                                    <a:pt x="431" y="414"/>
                                    <a:pt x="431" y="414"/>
                                  </a:cubicBezTo>
                                  <a:cubicBezTo>
                                    <a:pt x="431" y="414"/>
                                    <a:pt x="432" y="415"/>
                                    <a:pt x="432" y="415"/>
                                  </a:cubicBezTo>
                                  <a:cubicBezTo>
                                    <a:pt x="432" y="415"/>
                                    <a:pt x="432" y="415"/>
                                    <a:pt x="432" y="416"/>
                                  </a:cubicBezTo>
                                  <a:cubicBezTo>
                                    <a:pt x="432" y="416"/>
                                    <a:pt x="432" y="416"/>
                                    <a:pt x="432" y="417"/>
                                  </a:cubicBezTo>
                                  <a:cubicBezTo>
                                    <a:pt x="432" y="417"/>
                                    <a:pt x="432" y="417"/>
                                    <a:pt x="433" y="417"/>
                                  </a:cubicBezTo>
                                  <a:cubicBezTo>
                                    <a:pt x="433" y="417"/>
                                    <a:pt x="433" y="417"/>
                                    <a:pt x="434" y="418"/>
                                  </a:cubicBezTo>
                                  <a:cubicBezTo>
                                    <a:pt x="434" y="418"/>
                                    <a:pt x="435" y="418"/>
                                    <a:pt x="435" y="418"/>
                                  </a:cubicBezTo>
                                  <a:cubicBezTo>
                                    <a:pt x="435" y="418"/>
                                    <a:pt x="435" y="418"/>
                                    <a:pt x="435" y="418"/>
                                  </a:cubicBezTo>
                                  <a:cubicBezTo>
                                    <a:pt x="435" y="418"/>
                                    <a:pt x="435" y="417"/>
                                    <a:pt x="435" y="417"/>
                                  </a:cubicBezTo>
                                  <a:cubicBezTo>
                                    <a:pt x="435" y="416"/>
                                    <a:pt x="436" y="416"/>
                                    <a:pt x="436" y="416"/>
                                  </a:cubicBezTo>
                                  <a:cubicBezTo>
                                    <a:pt x="436" y="416"/>
                                    <a:pt x="436" y="416"/>
                                    <a:pt x="436" y="417"/>
                                  </a:cubicBezTo>
                                  <a:cubicBezTo>
                                    <a:pt x="436" y="417"/>
                                    <a:pt x="436" y="417"/>
                                    <a:pt x="436" y="417"/>
                                  </a:cubicBezTo>
                                  <a:cubicBezTo>
                                    <a:pt x="436" y="418"/>
                                    <a:pt x="436" y="418"/>
                                    <a:pt x="436" y="418"/>
                                  </a:cubicBezTo>
                                  <a:cubicBezTo>
                                    <a:pt x="436" y="419"/>
                                    <a:pt x="435" y="419"/>
                                    <a:pt x="435" y="419"/>
                                  </a:cubicBezTo>
                                  <a:cubicBezTo>
                                    <a:pt x="435" y="419"/>
                                    <a:pt x="435" y="420"/>
                                    <a:pt x="435" y="420"/>
                                  </a:cubicBezTo>
                                  <a:cubicBezTo>
                                    <a:pt x="435" y="420"/>
                                    <a:pt x="435" y="421"/>
                                    <a:pt x="435" y="421"/>
                                  </a:cubicBezTo>
                                  <a:cubicBezTo>
                                    <a:pt x="435" y="421"/>
                                    <a:pt x="436" y="422"/>
                                    <a:pt x="436" y="422"/>
                                  </a:cubicBezTo>
                                  <a:cubicBezTo>
                                    <a:pt x="436" y="422"/>
                                    <a:pt x="436" y="423"/>
                                    <a:pt x="436" y="423"/>
                                  </a:cubicBezTo>
                                  <a:cubicBezTo>
                                    <a:pt x="436" y="424"/>
                                    <a:pt x="436" y="424"/>
                                    <a:pt x="436" y="424"/>
                                  </a:cubicBezTo>
                                  <a:cubicBezTo>
                                    <a:pt x="437" y="425"/>
                                    <a:pt x="437" y="425"/>
                                    <a:pt x="437" y="425"/>
                                  </a:cubicBezTo>
                                  <a:cubicBezTo>
                                    <a:pt x="438" y="426"/>
                                    <a:pt x="438" y="426"/>
                                    <a:pt x="439" y="426"/>
                                  </a:cubicBezTo>
                                  <a:cubicBezTo>
                                    <a:pt x="440" y="426"/>
                                    <a:pt x="440" y="426"/>
                                    <a:pt x="440" y="427"/>
                                  </a:cubicBezTo>
                                  <a:cubicBezTo>
                                    <a:pt x="440" y="427"/>
                                    <a:pt x="440" y="428"/>
                                    <a:pt x="440" y="428"/>
                                  </a:cubicBezTo>
                                  <a:cubicBezTo>
                                    <a:pt x="439" y="428"/>
                                    <a:pt x="439" y="429"/>
                                    <a:pt x="439" y="429"/>
                                  </a:cubicBezTo>
                                  <a:cubicBezTo>
                                    <a:pt x="439" y="430"/>
                                    <a:pt x="439" y="431"/>
                                    <a:pt x="439" y="431"/>
                                  </a:cubicBezTo>
                                  <a:cubicBezTo>
                                    <a:pt x="439" y="431"/>
                                    <a:pt x="440" y="432"/>
                                    <a:pt x="440" y="432"/>
                                  </a:cubicBezTo>
                                  <a:cubicBezTo>
                                    <a:pt x="440" y="432"/>
                                    <a:pt x="441" y="433"/>
                                    <a:pt x="441" y="433"/>
                                  </a:cubicBezTo>
                                  <a:cubicBezTo>
                                    <a:pt x="441" y="433"/>
                                    <a:pt x="441" y="434"/>
                                    <a:pt x="442" y="434"/>
                                  </a:cubicBezTo>
                                  <a:cubicBezTo>
                                    <a:pt x="442" y="434"/>
                                    <a:pt x="443" y="435"/>
                                    <a:pt x="443" y="435"/>
                                  </a:cubicBezTo>
                                  <a:cubicBezTo>
                                    <a:pt x="443" y="436"/>
                                    <a:pt x="443" y="436"/>
                                    <a:pt x="443" y="437"/>
                                  </a:cubicBezTo>
                                  <a:cubicBezTo>
                                    <a:pt x="443" y="437"/>
                                    <a:pt x="443" y="437"/>
                                    <a:pt x="444" y="437"/>
                                  </a:cubicBezTo>
                                  <a:cubicBezTo>
                                    <a:pt x="445" y="437"/>
                                    <a:pt x="444" y="437"/>
                                    <a:pt x="445" y="438"/>
                                  </a:cubicBezTo>
                                  <a:cubicBezTo>
                                    <a:pt x="445" y="438"/>
                                    <a:pt x="445" y="438"/>
                                    <a:pt x="445" y="438"/>
                                  </a:cubicBezTo>
                                  <a:cubicBezTo>
                                    <a:pt x="446" y="439"/>
                                    <a:pt x="446" y="439"/>
                                    <a:pt x="446" y="439"/>
                                  </a:cubicBezTo>
                                  <a:cubicBezTo>
                                    <a:pt x="446" y="439"/>
                                    <a:pt x="446" y="439"/>
                                    <a:pt x="446" y="440"/>
                                  </a:cubicBezTo>
                                  <a:cubicBezTo>
                                    <a:pt x="446" y="440"/>
                                    <a:pt x="446" y="440"/>
                                    <a:pt x="446" y="440"/>
                                  </a:cubicBezTo>
                                  <a:cubicBezTo>
                                    <a:pt x="446" y="440"/>
                                    <a:pt x="446" y="441"/>
                                    <a:pt x="447" y="441"/>
                                  </a:cubicBezTo>
                                  <a:cubicBezTo>
                                    <a:pt x="447" y="441"/>
                                    <a:pt x="448" y="441"/>
                                    <a:pt x="448" y="441"/>
                                  </a:cubicBezTo>
                                  <a:cubicBezTo>
                                    <a:pt x="448" y="441"/>
                                    <a:pt x="448" y="442"/>
                                    <a:pt x="448" y="442"/>
                                  </a:cubicBezTo>
                                  <a:cubicBezTo>
                                    <a:pt x="448" y="442"/>
                                    <a:pt x="447" y="442"/>
                                    <a:pt x="447" y="443"/>
                                  </a:cubicBezTo>
                                  <a:cubicBezTo>
                                    <a:pt x="447" y="443"/>
                                    <a:pt x="448" y="443"/>
                                    <a:pt x="448" y="443"/>
                                  </a:cubicBezTo>
                                  <a:cubicBezTo>
                                    <a:pt x="448" y="444"/>
                                    <a:pt x="447" y="444"/>
                                    <a:pt x="448" y="444"/>
                                  </a:cubicBezTo>
                                  <a:cubicBezTo>
                                    <a:pt x="448" y="444"/>
                                    <a:pt x="448" y="445"/>
                                    <a:pt x="448" y="445"/>
                                  </a:cubicBezTo>
                                  <a:cubicBezTo>
                                    <a:pt x="448" y="445"/>
                                    <a:pt x="447" y="445"/>
                                    <a:pt x="447" y="445"/>
                                  </a:cubicBezTo>
                                  <a:cubicBezTo>
                                    <a:pt x="447" y="446"/>
                                    <a:pt x="448" y="446"/>
                                    <a:pt x="448" y="446"/>
                                  </a:cubicBezTo>
                                  <a:cubicBezTo>
                                    <a:pt x="448" y="446"/>
                                    <a:pt x="448" y="446"/>
                                    <a:pt x="448" y="446"/>
                                  </a:cubicBezTo>
                                  <a:cubicBezTo>
                                    <a:pt x="449" y="446"/>
                                    <a:pt x="450" y="446"/>
                                    <a:pt x="450" y="446"/>
                                  </a:cubicBezTo>
                                  <a:cubicBezTo>
                                    <a:pt x="450" y="446"/>
                                    <a:pt x="453" y="447"/>
                                    <a:pt x="454" y="447"/>
                                  </a:cubicBezTo>
                                  <a:cubicBezTo>
                                    <a:pt x="454" y="447"/>
                                    <a:pt x="455" y="447"/>
                                    <a:pt x="455" y="447"/>
                                  </a:cubicBezTo>
                                  <a:cubicBezTo>
                                    <a:pt x="456" y="447"/>
                                    <a:pt x="456" y="448"/>
                                    <a:pt x="456" y="448"/>
                                  </a:cubicBezTo>
                                  <a:cubicBezTo>
                                    <a:pt x="457" y="448"/>
                                    <a:pt x="457" y="449"/>
                                    <a:pt x="458" y="449"/>
                                  </a:cubicBezTo>
                                  <a:cubicBezTo>
                                    <a:pt x="458" y="449"/>
                                    <a:pt x="459" y="450"/>
                                    <a:pt x="459" y="450"/>
                                  </a:cubicBezTo>
                                  <a:cubicBezTo>
                                    <a:pt x="460" y="450"/>
                                    <a:pt x="460" y="450"/>
                                    <a:pt x="460" y="450"/>
                                  </a:cubicBezTo>
                                  <a:cubicBezTo>
                                    <a:pt x="460" y="450"/>
                                    <a:pt x="460" y="450"/>
                                    <a:pt x="461" y="450"/>
                                  </a:cubicBezTo>
                                  <a:cubicBezTo>
                                    <a:pt x="461" y="450"/>
                                    <a:pt x="461" y="450"/>
                                    <a:pt x="461" y="450"/>
                                  </a:cubicBezTo>
                                  <a:cubicBezTo>
                                    <a:pt x="462" y="450"/>
                                    <a:pt x="462" y="450"/>
                                    <a:pt x="462" y="451"/>
                                  </a:cubicBezTo>
                                  <a:cubicBezTo>
                                    <a:pt x="462" y="451"/>
                                    <a:pt x="462" y="451"/>
                                    <a:pt x="463" y="451"/>
                                  </a:cubicBezTo>
                                  <a:cubicBezTo>
                                    <a:pt x="463" y="452"/>
                                    <a:pt x="462" y="452"/>
                                    <a:pt x="463" y="452"/>
                                  </a:cubicBezTo>
                                  <a:cubicBezTo>
                                    <a:pt x="463" y="453"/>
                                    <a:pt x="463" y="452"/>
                                    <a:pt x="464" y="452"/>
                                  </a:cubicBezTo>
                                  <a:cubicBezTo>
                                    <a:pt x="464" y="452"/>
                                    <a:pt x="464" y="452"/>
                                    <a:pt x="464" y="452"/>
                                  </a:cubicBezTo>
                                  <a:cubicBezTo>
                                    <a:pt x="464" y="452"/>
                                    <a:pt x="465" y="452"/>
                                    <a:pt x="465" y="453"/>
                                  </a:cubicBezTo>
                                  <a:cubicBezTo>
                                    <a:pt x="465" y="453"/>
                                    <a:pt x="466" y="453"/>
                                    <a:pt x="466" y="454"/>
                                  </a:cubicBezTo>
                                  <a:cubicBezTo>
                                    <a:pt x="467" y="454"/>
                                    <a:pt x="467" y="455"/>
                                    <a:pt x="468" y="455"/>
                                  </a:cubicBezTo>
                                  <a:cubicBezTo>
                                    <a:pt x="468" y="456"/>
                                    <a:pt x="469" y="456"/>
                                    <a:pt x="469" y="457"/>
                                  </a:cubicBezTo>
                                  <a:cubicBezTo>
                                    <a:pt x="470" y="457"/>
                                    <a:pt x="470" y="458"/>
                                    <a:pt x="470" y="458"/>
                                  </a:cubicBezTo>
                                  <a:cubicBezTo>
                                    <a:pt x="470" y="458"/>
                                    <a:pt x="470" y="459"/>
                                    <a:pt x="470" y="459"/>
                                  </a:cubicBezTo>
                                  <a:cubicBezTo>
                                    <a:pt x="470" y="459"/>
                                    <a:pt x="470" y="460"/>
                                    <a:pt x="470" y="460"/>
                                  </a:cubicBezTo>
                                  <a:cubicBezTo>
                                    <a:pt x="470" y="460"/>
                                    <a:pt x="471" y="460"/>
                                    <a:pt x="471" y="461"/>
                                  </a:cubicBezTo>
                                  <a:cubicBezTo>
                                    <a:pt x="471" y="461"/>
                                    <a:pt x="471" y="461"/>
                                    <a:pt x="471" y="461"/>
                                  </a:cubicBezTo>
                                  <a:cubicBezTo>
                                    <a:pt x="471" y="461"/>
                                    <a:pt x="471" y="462"/>
                                    <a:pt x="471" y="462"/>
                                  </a:cubicBezTo>
                                  <a:cubicBezTo>
                                    <a:pt x="487" y="460"/>
                                    <a:pt x="487" y="460"/>
                                    <a:pt x="487" y="460"/>
                                  </a:cubicBezTo>
                                  <a:cubicBezTo>
                                    <a:pt x="486" y="462"/>
                                    <a:pt x="486" y="462"/>
                                    <a:pt x="486" y="462"/>
                                  </a:cubicBezTo>
                                  <a:cubicBezTo>
                                    <a:pt x="511" y="471"/>
                                    <a:pt x="511" y="471"/>
                                    <a:pt x="511" y="471"/>
                                  </a:cubicBezTo>
                                  <a:cubicBezTo>
                                    <a:pt x="531" y="471"/>
                                    <a:pt x="531" y="471"/>
                                    <a:pt x="531" y="471"/>
                                  </a:cubicBezTo>
                                  <a:cubicBezTo>
                                    <a:pt x="531" y="468"/>
                                    <a:pt x="531" y="468"/>
                                    <a:pt x="531" y="468"/>
                                  </a:cubicBezTo>
                                  <a:cubicBezTo>
                                    <a:pt x="543" y="468"/>
                                    <a:pt x="543" y="468"/>
                                    <a:pt x="543" y="468"/>
                                  </a:cubicBezTo>
                                  <a:cubicBezTo>
                                    <a:pt x="545" y="470"/>
                                    <a:pt x="545" y="470"/>
                                    <a:pt x="545" y="470"/>
                                  </a:cubicBezTo>
                                  <a:cubicBezTo>
                                    <a:pt x="546" y="471"/>
                                    <a:pt x="546" y="471"/>
                                    <a:pt x="546" y="471"/>
                                  </a:cubicBezTo>
                                  <a:cubicBezTo>
                                    <a:pt x="550" y="475"/>
                                    <a:pt x="550" y="475"/>
                                    <a:pt x="550" y="475"/>
                                  </a:cubicBezTo>
                                  <a:cubicBezTo>
                                    <a:pt x="552" y="476"/>
                                    <a:pt x="552" y="476"/>
                                    <a:pt x="552" y="476"/>
                                  </a:cubicBezTo>
                                  <a:cubicBezTo>
                                    <a:pt x="554" y="480"/>
                                    <a:pt x="554" y="480"/>
                                    <a:pt x="554" y="480"/>
                                  </a:cubicBezTo>
                                  <a:cubicBezTo>
                                    <a:pt x="555" y="483"/>
                                    <a:pt x="555" y="483"/>
                                    <a:pt x="555" y="483"/>
                                  </a:cubicBezTo>
                                  <a:cubicBezTo>
                                    <a:pt x="557" y="485"/>
                                    <a:pt x="557" y="485"/>
                                    <a:pt x="557" y="485"/>
                                  </a:cubicBezTo>
                                  <a:cubicBezTo>
                                    <a:pt x="557" y="486"/>
                                    <a:pt x="557" y="486"/>
                                    <a:pt x="557" y="486"/>
                                  </a:cubicBezTo>
                                  <a:cubicBezTo>
                                    <a:pt x="559" y="487"/>
                                    <a:pt x="559" y="487"/>
                                    <a:pt x="559" y="487"/>
                                  </a:cubicBezTo>
                                  <a:cubicBezTo>
                                    <a:pt x="561" y="487"/>
                                    <a:pt x="561" y="487"/>
                                    <a:pt x="561" y="487"/>
                                  </a:cubicBezTo>
                                  <a:cubicBezTo>
                                    <a:pt x="564" y="489"/>
                                    <a:pt x="564" y="489"/>
                                    <a:pt x="564" y="489"/>
                                  </a:cubicBezTo>
                                  <a:cubicBezTo>
                                    <a:pt x="565" y="489"/>
                                    <a:pt x="565" y="489"/>
                                    <a:pt x="565" y="489"/>
                                  </a:cubicBezTo>
                                  <a:cubicBezTo>
                                    <a:pt x="566" y="488"/>
                                    <a:pt x="566" y="488"/>
                                    <a:pt x="566" y="488"/>
                                  </a:cubicBezTo>
                                  <a:cubicBezTo>
                                    <a:pt x="566" y="487"/>
                                    <a:pt x="566" y="487"/>
                                    <a:pt x="566" y="487"/>
                                  </a:cubicBezTo>
                                  <a:cubicBezTo>
                                    <a:pt x="567" y="486"/>
                                    <a:pt x="567" y="486"/>
                                    <a:pt x="567" y="486"/>
                                  </a:cubicBezTo>
                                  <a:cubicBezTo>
                                    <a:pt x="567" y="486"/>
                                    <a:pt x="567" y="485"/>
                                    <a:pt x="567" y="485"/>
                                  </a:cubicBezTo>
                                  <a:cubicBezTo>
                                    <a:pt x="567" y="485"/>
                                    <a:pt x="568" y="484"/>
                                    <a:pt x="568" y="484"/>
                                  </a:cubicBezTo>
                                  <a:cubicBezTo>
                                    <a:pt x="570" y="484"/>
                                    <a:pt x="570" y="484"/>
                                    <a:pt x="570" y="484"/>
                                  </a:cubicBezTo>
                                  <a:cubicBezTo>
                                    <a:pt x="570" y="482"/>
                                    <a:pt x="570" y="482"/>
                                    <a:pt x="570" y="482"/>
                                  </a:cubicBezTo>
                                  <a:cubicBezTo>
                                    <a:pt x="572" y="483"/>
                                    <a:pt x="572" y="483"/>
                                    <a:pt x="572" y="483"/>
                                  </a:cubicBezTo>
                                  <a:cubicBezTo>
                                    <a:pt x="576" y="483"/>
                                    <a:pt x="576" y="483"/>
                                    <a:pt x="576" y="483"/>
                                  </a:cubicBezTo>
                                  <a:cubicBezTo>
                                    <a:pt x="577" y="484"/>
                                    <a:pt x="577" y="484"/>
                                    <a:pt x="577" y="484"/>
                                  </a:cubicBezTo>
                                  <a:cubicBezTo>
                                    <a:pt x="577" y="485"/>
                                    <a:pt x="577" y="485"/>
                                    <a:pt x="577" y="485"/>
                                  </a:cubicBezTo>
                                  <a:cubicBezTo>
                                    <a:pt x="577" y="485"/>
                                    <a:pt x="577" y="485"/>
                                    <a:pt x="577" y="485"/>
                                  </a:cubicBezTo>
                                  <a:cubicBezTo>
                                    <a:pt x="579" y="486"/>
                                    <a:pt x="579" y="486"/>
                                    <a:pt x="579" y="486"/>
                                  </a:cubicBezTo>
                                  <a:cubicBezTo>
                                    <a:pt x="581" y="488"/>
                                    <a:pt x="581" y="488"/>
                                    <a:pt x="581" y="488"/>
                                  </a:cubicBezTo>
                                  <a:cubicBezTo>
                                    <a:pt x="581" y="490"/>
                                    <a:pt x="581" y="490"/>
                                    <a:pt x="581" y="490"/>
                                  </a:cubicBezTo>
                                  <a:cubicBezTo>
                                    <a:pt x="581" y="490"/>
                                    <a:pt x="584" y="493"/>
                                    <a:pt x="584" y="493"/>
                                  </a:cubicBezTo>
                                  <a:cubicBezTo>
                                    <a:pt x="584" y="493"/>
                                    <a:pt x="584" y="495"/>
                                    <a:pt x="584" y="495"/>
                                  </a:cubicBezTo>
                                  <a:cubicBezTo>
                                    <a:pt x="584" y="495"/>
                                    <a:pt x="586" y="497"/>
                                    <a:pt x="586" y="497"/>
                                  </a:cubicBezTo>
                                  <a:cubicBezTo>
                                    <a:pt x="586" y="497"/>
                                    <a:pt x="587" y="499"/>
                                    <a:pt x="587" y="499"/>
                                  </a:cubicBezTo>
                                  <a:cubicBezTo>
                                    <a:pt x="589" y="500"/>
                                    <a:pt x="589" y="500"/>
                                    <a:pt x="589" y="500"/>
                                  </a:cubicBezTo>
                                  <a:cubicBezTo>
                                    <a:pt x="589" y="501"/>
                                    <a:pt x="589" y="501"/>
                                    <a:pt x="589" y="501"/>
                                  </a:cubicBezTo>
                                  <a:cubicBezTo>
                                    <a:pt x="589" y="501"/>
                                    <a:pt x="589" y="502"/>
                                    <a:pt x="589" y="502"/>
                                  </a:cubicBezTo>
                                  <a:cubicBezTo>
                                    <a:pt x="589" y="502"/>
                                    <a:pt x="589" y="502"/>
                                    <a:pt x="589" y="502"/>
                                  </a:cubicBezTo>
                                  <a:cubicBezTo>
                                    <a:pt x="589" y="503"/>
                                    <a:pt x="590" y="503"/>
                                    <a:pt x="590" y="503"/>
                                  </a:cubicBezTo>
                                  <a:cubicBezTo>
                                    <a:pt x="590" y="504"/>
                                    <a:pt x="590" y="504"/>
                                    <a:pt x="590" y="504"/>
                                  </a:cubicBezTo>
                                  <a:cubicBezTo>
                                    <a:pt x="591" y="506"/>
                                    <a:pt x="591" y="506"/>
                                    <a:pt x="591" y="506"/>
                                  </a:cubicBezTo>
                                  <a:cubicBezTo>
                                    <a:pt x="591" y="508"/>
                                    <a:pt x="591" y="508"/>
                                    <a:pt x="591" y="508"/>
                                  </a:cubicBezTo>
                                  <a:cubicBezTo>
                                    <a:pt x="592" y="509"/>
                                    <a:pt x="592" y="509"/>
                                    <a:pt x="592" y="509"/>
                                  </a:cubicBezTo>
                                  <a:cubicBezTo>
                                    <a:pt x="593" y="509"/>
                                    <a:pt x="593" y="509"/>
                                    <a:pt x="593" y="509"/>
                                  </a:cubicBezTo>
                                  <a:cubicBezTo>
                                    <a:pt x="595" y="510"/>
                                    <a:pt x="595" y="510"/>
                                    <a:pt x="595" y="510"/>
                                  </a:cubicBezTo>
                                  <a:cubicBezTo>
                                    <a:pt x="596" y="510"/>
                                    <a:pt x="596" y="510"/>
                                    <a:pt x="596" y="510"/>
                                  </a:cubicBezTo>
                                  <a:cubicBezTo>
                                    <a:pt x="597" y="511"/>
                                    <a:pt x="597" y="511"/>
                                    <a:pt x="597" y="511"/>
                                  </a:cubicBezTo>
                                  <a:cubicBezTo>
                                    <a:pt x="598" y="512"/>
                                    <a:pt x="598" y="512"/>
                                    <a:pt x="598" y="512"/>
                                  </a:cubicBezTo>
                                  <a:cubicBezTo>
                                    <a:pt x="599" y="512"/>
                                    <a:pt x="599" y="512"/>
                                    <a:pt x="599" y="512"/>
                                  </a:cubicBezTo>
                                  <a:cubicBezTo>
                                    <a:pt x="601" y="512"/>
                                    <a:pt x="601" y="512"/>
                                    <a:pt x="601" y="512"/>
                                  </a:cubicBezTo>
                                  <a:cubicBezTo>
                                    <a:pt x="601" y="512"/>
                                    <a:pt x="602" y="512"/>
                                    <a:pt x="602" y="512"/>
                                  </a:cubicBezTo>
                                  <a:cubicBezTo>
                                    <a:pt x="602" y="513"/>
                                    <a:pt x="603" y="513"/>
                                    <a:pt x="603" y="513"/>
                                  </a:cubicBezTo>
                                  <a:cubicBezTo>
                                    <a:pt x="603" y="513"/>
                                    <a:pt x="603" y="513"/>
                                    <a:pt x="603" y="513"/>
                                  </a:cubicBezTo>
                                  <a:cubicBezTo>
                                    <a:pt x="604" y="513"/>
                                    <a:pt x="604" y="512"/>
                                    <a:pt x="605" y="512"/>
                                  </a:cubicBezTo>
                                  <a:cubicBezTo>
                                    <a:pt x="605" y="512"/>
                                    <a:pt x="605" y="512"/>
                                    <a:pt x="605" y="512"/>
                                  </a:cubicBezTo>
                                  <a:cubicBezTo>
                                    <a:pt x="605" y="512"/>
                                    <a:pt x="605" y="512"/>
                                    <a:pt x="605" y="512"/>
                                  </a:cubicBezTo>
                                  <a:cubicBezTo>
                                    <a:pt x="604" y="512"/>
                                    <a:pt x="604" y="512"/>
                                    <a:pt x="604" y="511"/>
                                  </a:cubicBezTo>
                                  <a:cubicBezTo>
                                    <a:pt x="604" y="511"/>
                                    <a:pt x="604" y="510"/>
                                    <a:pt x="603" y="510"/>
                                  </a:cubicBezTo>
                                  <a:cubicBezTo>
                                    <a:pt x="603" y="510"/>
                                    <a:pt x="603" y="510"/>
                                    <a:pt x="603" y="510"/>
                                  </a:cubicBezTo>
                                  <a:cubicBezTo>
                                    <a:pt x="603" y="509"/>
                                    <a:pt x="603" y="509"/>
                                    <a:pt x="603" y="508"/>
                                  </a:cubicBezTo>
                                  <a:cubicBezTo>
                                    <a:pt x="603" y="508"/>
                                    <a:pt x="603" y="507"/>
                                    <a:pt x="603" y="507"/>
                                  </a:cubicBezTo>
                                  <a:cubicBezTo>
                                    <a:pt x="603" y="507"/>
                                    <a:pt x="603" y="507"/>
                                    <a:pt x="603" y="506"/>
                                  </a:cubicBezTo>
                                  <a:cubicBezTo>
                                    <a:pt x="603" y="506"/>
                                    <a:pt x="602" y="506"/>
                                    <a:pt x="602" y="506"/>
                                  </a:cubicBezTo>
                                  <a:cubicBezTo>
                                    <a:pt x="602" y="506"/>
                                    <a:pt x="602" y="505"/>
                                    <a:pt x="602" y="505"/>
                                  </a:cubicBezTo>
                                  <a:cubicBezTo>
                                    <a:pt x="603" y="505"/>
                                    <a:pt x="603" y="504"/>
                                    <a:pt x="603" y="503"/>
                                  </a:cubicBezTo>
                                  <a:cubicBezTo>
                                    <a:pt x="603" y="503"/>
                                    <a:pt x="603" y="503"/>
                                    <a:pt x="603" y="503"/>
                                  </a:cubicBezTo>
                                  <a:cubicBezTo>
                                    <a:pt x="603" y="503"/>
                                    <a:pt x="603" y="503"/>
                                    <a:pt x="602" y="503"/>
                                  </a:cubicBezTo>
                                  <a:cubicBezTo>
                                    <a:pt x="602" y="503"/>
                                    <a:pt x="602" y="503"/>
                                    <a:pt x="601" y="502"/>
                                  </a:cubicBezTo>
                                  <a:cubicBezTo>
                                    <a:pt x="601" y="502"/>
                                    <a:pt x="601" y="502"/>
                                    <a:pt x="601" y="502"/>
                                  </a:cubicBezTo>
                                  <a:cubicBezTo>
                                    <a:pt x="602" y="502"/>
                                    <a:pt x="602" y="502"/>
                                    <a:pt x="602" y="502"/>
                                  </a:cubicBezTo>
                                  <a:cubicBezTo>
                                    <a:pt x="602" y="502"/>
                                    <a:pt x="603" y="503"/>
                                    <a:pt x="603" y="502"/>
                                  </a:cubicBezTo>
                                  <a:cubicBezTo>
                                    <a:pt x="603" y="502"/>
                                    <a:pt x="603" y="502"/>
                                    <a:pt x="603" y="501"/>
                                  </a:cubicBezTo>
                                  <a:cubicBezTo>
                                    <a:pt x="603" y="501"/>
                                    <a:pt x="603" y="501"/>
                                    <a:pt x="604" y="500"/>
                                  </a:cubicBezTo>
                                  <a:cubicBezTo>
                                    <a:pt x="604" y="500"/>
                                    <a:pt x="604" y="500"/>
                                    <a:pt x="604" y="500"/>
                                  </a:cubicBezTo>
                                  <a:cubicBezTo>
                                    <a:pt x="604" y="500"/>
                                    <a:pt x="603" y="499"/>
                                    <a:pt x="603" y="499"/>
                                  </a:cubicBezTo>
                                  <a:cubicBezTo>
                                    <a:pt x="603" y="499"/>
                                    <a:pt x="603" y="499"/>
                                    <a:pt x="603" y="499"/>
                                  </a:cubicBezTo>
                                  <a:cubicBezTo>
                                    <a:pt x="603" y="498"/>
                                    <a:pt x="603" y="498"/>
                                    <a:pt x="603" y="498"/>
                                  </a:cubicBezTo>
                                  <a:cubicBezTo>
                                    <a:pt x="604" y="498"/>
                                    <a:pt x="604" y="498"/>
                                    <a:pt x="604" y="498"/>
                                  </a:cubicBezTo>
                                  <a:cubicBezTo>
                                    <a:pt x="605" y="498"/>
                                    <a:pt x="605" y="498"/>
                                    <a:pt x="605" y="498"/>
                                  </a:cubicBezTo>
                                  <a:cubicBezTo>
                                    <a:pt x="605" y="498"/>
                                    <a:pt x="605" y="498"/>
                                    <a:pt x="605" y="497"/>
                                  </a:cubicBezTo>
                                  <a:cubicBezTo>
                                    <a:pt x="605" y="497"/>
                                    <a:pt x="605" y="497"/>
                                    <a:pt x="605" y="497"/>
                                  </a:cubicBezTo>
                                  <a:cubicBezTo>
                                    <a:pt x="605" y="497"/>
                                    <a:pt x="605" y="497"/>
                                    <a:pt x="605" y="497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6" y="496"/>
                                    <a:pt x="606" y="496"/>
                                    <a:pt x="606" y="495"/>
                                  </a:cubicBezTo>
                                  <a:cubicBezTo>
                                    <a:pt x="606" y="495"/>
                                    <a:pt x="607" y="496"/>
                                    <a:pt x="607" y="496"/>
                                  </a:cubicBezTo>
                                  <a:cubicBezTo>
                                    <a:pt x="607" y="496"/>
                                    <a:pt x="607" y="496"/>
                                    <a:pt x="607" y="496"/>
                                  </a:cubicBezTo>
                                  <a:cubicBezTo>
                                    <a:pt x="607" y="495"/>
                                    <a:pt x="607" y="495"/>
                                    <a:pt x="608" y="494"/>
                                  </a:cubicBezTo>
                                  <a:cubicBezTo>
                                    <a:pt x="608" y="495"/>
                                    <a:pt x="608" y="495"/>
                                    <a:pt x="609" y="494"/>
                                  </a:cubicBezTo>
                                  <a:cubicBezTo>
                                    <a:pt x="609" y="494"/>
                                    <a:pt x="609" y="494"/>
                                    <a:pt x="610" y="494"/>
                                  </a:cubicBezTo>
                                  <a:cubicBezTo>
                                    <a:pt x="610" y="494"/>
                                    <a:pt x="610" y="493"/>
                                    <a:pt x="609" y="493"/>
                                  </a:cubicBezTo>
                                  <a:cubicBezTo>
                                    <a:pt x="609" y="493"/>
                                    <a:pt x="609" y="492"/>
                                    <a:pt x="608" y="492"/>
                                  </a:cubicBezTo>
                                  <a:cubicBezTo>
                                    <a:pt x="609" y="492"/>
                                    <a:pt x="610" y="492"/>
                                    <a:pt x="611" y="492"/>
                                  </a:cubicBezTo>
                                  <a:cubicBezTo>
                                    <a:pt x="611" y="492"/>
                                    <a:pt x="611" y="492"/>
                                    <a:pt x="611" y="492"/>
                                  </a:cubicBezTo>
                                  <a:cubicBezTo>
                                    <a:pt x="612" y="492"/>
                                    <a:pt x="613" y="492"/>
                                    <a:pt x="614" y="492"/>
                                  </a:cubicBezTo>
                                  <a:cubicBezTo>
                                    <a:pt x="613" y="492"/>
                                    <a:pt x="613" y="492"/>
                                    <a:pt x="613" y="492"/>
                                  </a:cubicBezTo>
                                  <a:cubicBezTo>
                                    <a:pt x="615" y="492"/>
                                    <a:pt x="616" y="491"/>
                                    <a:pt x="617" y="490"/>
                                  </a:cubicBezTo>
                                  <a:cubicBezTo>
                                    <a:pt x="617" y="490"/>
                                    <a:pt x="617" y="490"/>
                                    <a:pt x="618" y="489"/>
                                  </a:cubicBezTo>
                                  <a:cubicBezTo>
                                    <a:pt x="618" y="489"/>
                                    <a:pt x="618" y="488"/>
                                    <a:pt x="619" y="488"/>
                                  </a:cubicBezTo>
                                  <a:cubicBezTo>
                                    <a:pt x="619" y="488"/>
                                    <a:pt x="620" y="488"/>
                                    <a:pt x="620" y="488"/>
                                  </a:cubicBezTo>
                                  <a:cubicBezTo>
                                    <a:pt x="621" y="488"/>
                                    <a:pt x="621" y="487"/>
                                    <a:pt x="621" y="487"/>
                                  </a:cubicBezTo>
                                  <a:cubicBezTo>
                                    <a:pt x="621" y="487"/>
                                    <a:pt x="620" y="487"/>
                                    <a:pt x="620" y="487"/>
                                  </a:cubicBezTo>
                                  <a:cubicBezTo>
                                    <a:pt x="620" y="487"/>
                                    <a:pt x="620" y="486"/>
                                    <a:pt x="620" y="486"/>
                                  </a:cubicBezTo>
                                  <a:cubicBezTo>
                                    <a:pt x="619" y="485"/>
                                    <a:pt x="619" y="485"/>
                                    <a:pt x="619" y="485"/>
                                  </a:cubicBezTo>
                                  <a:cubicBezTo>
                                    <a:pt x="619" y="485"/>
                                    <a:pt x="620" y="485"/>
                                    <a:pt x="620" y="484"/>
                                  </a:cubicBezTo>
                                  <a:cubicBezTo>
                                    <a:pt x="620" y="484"/>
                                    <a:pt x="620" y="484"/>
                                    <a:pt x="620" y="484"/>
                                  </a:cubicBezTo>
                                  <a:cubicBezTo>
                                    <a:pt x="621" y="483"/>
                                    <a:pt x="621" y="483"/>
                                    <a:pt x="621" y="484"/>
                                  </a:cubicBezTo>
                                  <a:cubicBezTo>
                                    <a:pt x="621" y="484"/>
                                    <a:pt x="622" y="484"/>
                                    <a:pt x="621" y="484"/>
                                  </a:cubicBezTo>
                                  <a:cubicBezTo>
                                    <a:pt x="621" y="485"/>
                                    <a:pt x="621" y="485"/>
                                    <a:pt x="621" y="485"/>
                                  </a:cubicBezTo>
                                  <a:cubicBezTo>
                                    <a:pt x="622" y="486"/>
                                    <a:pt x="623" y="485"/>
                                    <a:pt x="624" y="485"/>
                                  </a:cubicBezTo>
                                  <a:cubicBezTo>
                                    <a:pt x="625" y="485"/>
                                    <a:pt x="626" y="484"/>
                                    <a:pt x="627" y="484"/>
                                  </a:cubicBezTo>
                                  <a:cubicBezTo>
                                    <a:pt x="629" y="483"/>
                                    <a:pt x="632" y="483"/>
                                    <a:pt x="634" y="484"/>
                                  </a:cubicBezTo>
                                  <a:cubicBezTo>
                                    <a:pt x="635" y="485"/>
                                    <a:pt x="636" y="485"/>
                                    <a:pt x="638" y="485"/>
                                  </a:cubicBezTo>
                                  <a:cubicBezTo>
                                    <a:pt x="638" y="485"/>
                                    <a:pt x="638" y="485"/>
                                    <a:pt x="639" y="485"/>
                                  </a:cubicBezTo>
                                  <a:cubicBezTo>
                                    <a:pt x="639" y="485"/>
                                    <a:pt x="639" y="484"/>
                                    <a:pt x="638" y="484"/>
                                  </a:cubicBezTo>
                                  <a:cubicBezTo>
                                    <a:pt x="638" y="483"/>
                                    <a:pt x="638" y="483"/>
                                    <a:pt x="638" y="483"/>
                                  </a:cubicBezTo>
                                  <a:cubicBezTo>
                                    <a:pt x="639" y="483"/>
                                    <a:pt x="639" y="483"/>
                                    <a:pt x="639" y="484"/>
                                  </a:cubicBezTo>
                                  <a:cubicBezTo>
                                    <a:pt x="639" y="483"/>
                                    <a:pt x="639" y="483"/>
                                    <a:pt x="639" y="483"/>
                                  </a:cubicBezTo>
                                  <a:cubicBezTo>
                                    <a:pt x="639" y="482"/>
                                    <a:pt x="639" y="482"/>
                                    <a:pt x="640" y="482"/>
                                  </a:cubicBezTo>
                                  <a:cubicBezTo>
                                    <a:pt x="640" y="482"/>
                                    <a:pt x="640" y="483"/>
                                    <a:pt x="640" y="483"/>
                                  </a:cubicBezTo>
                                  <a:cubicBezTo>
                                    <a:pt x="641" y="483"/>
                                    <a:pt x="641" y="484"/>
                                    <a:pt x="641" y="483"/>
                                  </a:cubicBezTo>
                                  <a:cubicBezTo>
                                    <a:pt x="641" y="484"/>
                                    <a:pt x="642" y="485"/>
                                    <a:pt x="642" y="485"/>
                                  </a:cubicBezTo>
                                  <a:cubicBezTo>
                                    <a:pt x="642" y="485"/>
                                    <a:pt x="642" y="485"/>
                                    <a:pt x="642" y="485"/>
                                  </a:cubicBezTo>
                                  <a:cubicBezTo>
                                    <a:pt x="643" y="486"/>
                                    <a:pt x="643" y="486"/>
                                    <a:pt x="643" y="486"/>
                                  </a:cubicBezTo>
                                  <a:cubicBezTo>
                                    <a:pt x="644" y="486"/>
                                    <a:pt x="644" y="486"/>
                                    <a:pt x="644" y="486"/>
                                  </a:cubicBezTo>
                                  <a:cubicBezTo>
                                    <a:pt x="644" y="486"/>
                                    <a:pt x="644" y="485"/>
                                    <a:pt x="645" y="485"/>
                                  </a:cubicBezTo>
                                  <a:cubicBezTo>
                                    <a:pt x="645" y="486"/>
                                    <a:pt x="645" y="486"/>
                                    <a:pt x="645" y="486"/>
                                  </a:cubicBezTo>
                                  <a:cubicBezTo>
                                    <a:pt x="645" y="486"/>
                                    <a:pt x="645" y="487"/>
                                    <a:pt x="645" y="487"/>
                                  </a:cubicBezTo>
                                  <a:cubicBezTo>
                                    <a:pt x="645" y="487"/>
                                    <a:pt x="645" y="487"/>
                                    <a:pt x="645" y="488"/>
                                  </a:cubicBezTo>
                                  <a:cubicBezTo>
                                    <a:pt x="646" y="488"/>
                                    <a:pt x="646" y="488"/>
                                    <a:pt x="646" y="488"/>
                                  </a:cubicBezTo>
                                  <a:cubicBezTo>
                                    <a:pt x="646" y="488"/>
                                    <a:pt x="646" y="487"/>
                                    <a:pt x="646" y="487"/>
                                  </a:cubicBezTo>
                                  <a:cubicBezTo>
                                    <a:pt x="647" y="487"/>
                                    <a:pt x="647" y="487"/>
                                    <a:pt x="647" y="487"/>
                                  </a:cubicBezTo>
                                  <a:cubicBezTo>
                                    <a:pt x="647" y="488"/>
                                    <a:pt x="647" y="488"/>
                                    <a:pt x="648" y="488"/>
                                  </a:cubicBezTo>
                                  <a:cubicBezTo>
                                    <a:pt x="648" y="488"/>
                                    <a:pt x="648" y="488"/>
                                    <a:pt x="648" y="488"/>
                                  </a:cubicBezTo>
                                  <a:cubicBezTo>
                                    <a:pt x="648" y="488"/>
                                    <a:pt x="649" y="488"/>
                                    <a:pt x="649" y="488"/>
                                  </a:cubicBezTo>
                                  <a:cubicBezTo>
                                    <a:pt x="649" y="487"/>
                                    <a:pt x="650" y="487"/>
                                    <a:pt x="650" y="487"/>
                                  </a:cubicBezTo>
                                  <a:cubicBezTo>
                                    <a:pt x="650" y="487"/>
                                    <a:pt x="651" y="488"/>
                                    <a:pt x="651" y="488"/>
                                  </a:cubicBezTo>
                                  <a:cubicBezTo>
                                    <a:pt x="651" y="488"/>
                                    <a:pt x="652" y="488"/>
                                    <a:pt x="652" y="488"/>
                                  </a:cubicBezTo>
                                  <a:cubicBezTo>
                                    <a:pt x="652" y="488"/>
                                    <a:pt x="652" y="488"/>
                                    <a:pt x="652" y="487"/>
                                  </a:cubicBezTo>
                                  <a:cubicBezTo>
                                    <a:pt x="652" y="487"/>
                                    <a:pt x="652" y="487"/>
                                    <a:pt x="652" y="487"/>
                                  </a:cubicBezTo>
                                  <a:cubicBezTo>
                                    <a:pt x="652" y="487"/>
                                    <a:pt x="652" y="487"/>
                                    <a:pt x="652" y="487"/>
                                  </a:cubicBezTo>
                                  <a:cubicBezTo>
                                    <a:pt x="653" y="487"/>
                                    <a:pt x="653" y="486"/>
                                    <a:pt x="652" y="486"/>
                                  </a:cubicBezTo>
                                  <a:cubicBezTo>
                                    <a:pt x="652" y="486"/>
                                    <a:pt x="652" y="486"/>
                                    <a:pt x="652" y="485"/>
                                  </a:cubicBezTo>
                                  <a:cubicBezTo>
                                    <a:pt x="652" y="485"/>
                                    <a:pt x="652" y="485"/>
                                    <a:pt x="652" y="485"/>
                                  </a:cubicBezTo>
                                  <a:cubicBezTo>
                                    <a:pt x="652" y="485"/>
                                    <a:pt x="652" y="485"/>
                                    <a:pt x="652" y="486"/>
                                  </a:cubicBezTo>
                                  <a:cubicBezTo>
                                    <a:pt x="653" y="486"/>
                                    <a:pt x="654" y="486"/>
                                    <a:pt x="655" y="487"/>
                                  </a:cubicBezTo>
                                  <a:cubicBezTo>
                                    <a:pt x="655" y="487"/>
                                    <a:pt x="656" y="487"/>
                                    <a:pt x="656" y="487"/>
                                  </a:cubicBezTo>
                                  <a:cubicBezTo>
                                    <a:pt x="656" y="488"/>
                                    <a:pt x="656" y="488"/>
                                    <a:pt x="656" y="488"/>
                                  </a:cubicBezTo>
                                  <a:cubicBezTo>
                                    <a:pt x="657" y="488"/>
                                    <a:pt x="657" y="488"/>
                                    <a:pt x="657" y="488"/>
                                  </a:cubicBezTo>
                                  <a:cubicBezTo>
                                    <a:pt x="657" y="487"/>
                                    <a:pt x="656" y="486"/>
                                    <a:pt x="655" y="486"/>
                                  </a:cubicBezTo>
                                  <a:cubicBezTo>
                                    <a:pt x="655" y="485"/>
                                    <a:pt x="655" y="485"/>
                                    <a:pt x="655" y="485"/>
                                  </a:cubicBezTo>
                                  <a:cubicBezTo>
                                    <a:pt x="655" y="484"/>
                                    <a:pt x="655" y="484"/>
                                    <a:pt x="655" y="484"/>
                                  </a:cubicBezTo>
                                  <a:cubicBezTo>
                                    <a:pt x="655" y="484"/>
                                    <a:pt x="655" y="484"/>
                                    <a:pt x="655" y="484"/>
                                  </a:cubicBezTo>
                                  <a:cubicBezTo>
                                    <a:pt x="655" y="483"/>
                                    <a:pt x="655" y="483"/>
                                    <a:pt x="655" y="484"/>
                                  </a:cubicBezTo>
                                  <a:cubicBezTo>
                                    <a:pt x="655" y="484"/>
                                    <a:pt x="655" y="484"/>
                                    <a:pt x="656" y="484"/>
                                  </a:cubicBezTo>
                                  <a:cubicBezTo>
                                    <a:pt x="656" y="484"/>
                                    <a:pt x="656" y="484"/>
                                    <a:pt x="656" y="484"/>
                                  </a:cubicBezTo>
                                  <a:cubicBezTo>
                                    <a:pt x="657" y="484"/>
                                    <a:pt x="657" y="484"/>
                                    <a:pt x="657" y="483"/>
                                  </a:cubicBezTo>
                                  <a:cubicBezTo>
                                    <a:pt x="657" y="483"/>
                                    <a:pt x="657" y="483"/>
                                    <a:pt x="657" y="483"/>
                                  </a:cubicBezTo>
                                  <a:cubicBezTo>
                                    <a:pt x="657" y="483"/>
                                    <a:pt x="657" y="483"/>
                                    <a:pt x="657" y="483"/>
                                  </a:cubicBezTo>
                                  <a:cubicBezTo>
                                    <a:pt x="656" y="482"/>
                                    <a:pt x="657" y="482"/>
                                    <a:pt x="656" y="481"/>
                                  </a:cubicBezTo>
                                  <a:cubicBezTo>
                                    <a:pt x="656" y="481"/>
                                    <a:pt x="656" y="481"/>
                                    <a:pt x="656" y="482"/>
                                  </a:cubicBezTo>
                                  <a:cubicBezTo>
                                    <a:pt x="656" y="482"/>
                                    <a:pt x="656" y="482"/>
                                    <a:pt x="655" y="483"/>
                                  </a:cubicBezTo>
                                  <a:cubicBezTo>
                                    <a:pt x="655" y="483"/>
                                    <a:pt x="655" y="483"/>
                                    <a:pt x="654" y="482"/>
                                  </a:cubicBezTo>
                                  <a:cubicBezTo>
                                    <a:pt x="654" y="482"/>
                                    <a:pt x="654" y="482"/>
                                    <a:pt x="654" y="482"/>
                                  </a:cubicBezTo>
                                  <a:cubicBezTo>
                                    <a:pt x="654" y="482"/>
                                    <a:pt x="654" y="482"/>
                                    <a:pt x="654" y="482"/>
                                  </a:cubicBezTo>
                                  <a:cubicBezTo>
                                    <a:pt x="655" y="481"/>
                                    <a:pt x="656" y="481"/>
                                    <a:pt x="657" y="480"/>
                                  </a:cubicBezTo>
                                  <a:cubicBezTo>
                                    <a:pt x="657" y="480"/>
                                    <a:pt x="657" y="480"/>
                                    <a:pt x="658" y="479"/>
                                  </a:cubicBezTo>
                                  <a:cubicBezTo>
                                    <a:pt x="658" y="479"/>
                                    <a:pt x="659" y="479"/>
                                    <a:pt x="659" y="479"/>
                                  </a:cubicBezTo>
                                  <a:cubicBezTo>
                                    <a:pt x="660" y="479"/>
                                    <a:pt x="660" y="479"/>
                                    <a:pt x="660" y="479"/>
                                  </a:cubicBezTo>
                                  <a:cubicBezTo>
                                    <a:pt x="660" y="479"/>
                                    <a:pt x="661" y="479"/>
                                    <a:pt x="661" y="479"/>
                                  </a:cubicBezTo>
                                  <a:cubicBezTo>
                                    <a:pt x="662" y="479"/>
                                    <a:pt x="663" y="479"/>
                                    <a:pt x="663" y="479"/>
                                  </a:cubicBezTo>
                                  <a:cubicBezTo>
                                    <a:pt x="664" y="479"/>
                                    <a:pt x="664" y="479"/>
                                    <a:pt x="664" y="479"/>
                                  </a:cubicBezTo>
                                  <a:cubicBezTo>
                                    <a:pt x="664" y="479"/>
                                    <a:pt x="665" y="479"/>
                                    <a:pt x="665" y="479"/>
                                  </a:cubicBezTo>
                                  <a:cubicBezTo>
                                    <a:pt x="665" y="479"/>
                                    <a:pt x="666" y="479"/>
                                    <a:pt x="666" y="478"/>
                                  </a:cubicBezTo>
                                  <a:cubicBezTo>
                                    <a:pt x="666" y="478"/>
                                    <a:pt x="665" y="477"/>
                                    <a:pt x="666" y="477"/>
                                  </a:cubicBezTo>
                                  <a:cubicBezTo>
                                    <a:pt x="666" y="476"/>
                                    <a:pt x="666" y="477"/>
                                    <a:pt x="667" y="477"/>
                                  </a:cubicBezTo>
                                  <a:cubicBezTo>
                                    <a:pt x="667" y="477"/>
                                    <a:pt x="667" y="478"/>
                                    <a:pt x="667" y="478"/>
                                  </a:cubicBezTo>
                                  <a:cubicBezTo>
                                    <a:pt x="667" y="479"/>
                                    <a:pt x="668" y="479"/>
                                    <a:pt x="668" y="480"/>
                                  </a:cubicBezTo>
                                  <a:cubicBezTo>
                                    <a:pt x="669" y="480"/>
                                    <a:pt x="670" y="479"/>
                                    <a:pt x="671" y="479"/>
                                  </a:cubicBezTo>
                                  <a:cubicBezTo>
                                    <a:pt x="672" y="478"/>
                                    <a:pt x="672" y="478"/>
                                    <a:pt x="673" y="478"/>
                                  </a:cubicBezTo>
                                  <a:cubicBezTo>
                                    <a:pt x="673" y="478"/>
                                    <a:pt x="673" y="479"/>
                                    <a:pt x="673" y="479"/>
                                  </a:cubicBezTo>
                                  <a:cubicBezTo>
                                    <a:pt x="674" y="479"/>
                                    <a:pt x="675" y="479"/>
                                    <a:pt x="676" y="478"/>
                                  </a:cubicBezTo>
                                  <a:cubicBezTo>
                                    <a:pt x="677" y="478"/>
                                    <a:pt x="678" y="478"/>
                                    <a:pt x="679" y="479"/>
                                  </a:cubicBezTo>
                                  <a:cubicBezTo>
                                    <a:pt x="678" y="479"/>
                                    <a:pt x="678" y="479"/>
                                    <a:pt x="678" y="479"/>
                                  </a:cubicBezTo>
                                  <a:cubicBezTo>
                                    <a:pt x="679" y="480"/>
                                    <a:pt x="681" y="480"/>
                                    <a:pt x="683" y="481"/>
                                  </a:cubicBezTo>
                                  <a:cubicBezTo>
                                    <a:pt x="683" y="481"/>
                                    <a:pt x="683" y="481"/>
                                    <a:pt x="682" y="481"/>
                                  </a:cubicBezTo>
                                  <a:cubicBezTo>
                                    <a:pt x="683" y="482"/>
                                    <a:pt x="684" y="482"/>
                                    <a:pt x="684" y="483"/>
                                  </a:cubicBezTo>
                                  <a:cubicBezTo>
                                    <a:pt x="684" y="483"/>
                                    <a:pt x="684" y="484"/>
                                    <a:pt x="684" y="484"/>
                                  </a:cubicBezTo>
                                  <a:cubicBezTo>
                                    <a:pt x="685" y="484"/>
                                    <a:pt x="685" y="484"/>
                                    <a:pt x="686" y="484"/>
                                  </a:cubicBezTo>
                                  <a:cubicBezTo>
                                    <a:pt x="686" y="484"/>
                                    <a:pt x="687" y="484"/>
                                    <a:pt x="687" y="484"/>
                                  </a:cubicBezTo>
                                  <a:cubicBezTo>
                                    <a:pt x="687" y="484"/>
                                    <a:pt x="688" y="483"/>
                                    <a:pt x="688" y="483"/>
                                  </a:cubicBezTo>
                                  <a:cubicBezTo>
                                    <a:pt x="688" y="483"/>
                                    <a:pt x="688" y="482"/>
                                    <a:pt x="688" y="482"/>
                                  </a:cubicBezTo>
                                  <a:cubicBezTo>
                                    <a:pt x="688" y="483"/>
                                    <a:pt x="689" y="483"/>
                                    <a:pt x="690" y="482"/>
                                  </a:cubicBezTo>
                                  <a:cubicBezTo>
                                    <a:pt x="690" y="482"/>
                                    <a:pt x="690" y="482"/>
                                    <a:pt x="690" y="482"/>
                                  </a:cubicBezTo>
                                  <a:cubicBezTo>
                                    <a:pt x="690" y="482"/>
                                    <a:pt x="690" y="482"/>
                                    <a:pt x="691" y="482"/>
                                  </a:cubicBezTo>
                                  <a:cubicBezTo>
                                    <a:pt x="691" y="482"/>
                                    <a:pt x="691" y="481"/>
                                    <a:pt x="691" y="481"/>
                                  </a:cubicBezTo>
                                  <a:cubicBezTo>
                                    <a:pt x="691" y="480"/>
                                    <a:pt x="692" y="480"/>
                                    <a:pt x="692" y="480"/>
                                  </a:cubicBezTo>
                                  <a:cubicBezTo>
                                    <a:pt x="692" y="480"/>
                                    <a:pt x="692" y="481"/>
                                    <a:pt x="692" y="481"/>
                                  </a:cubicBezTo>
                                  <a:cubicBezTo>
                                    <a:pt x="692" y="481"/>
                                    <a:pt x="693" y="481"/>
                                    <a:pt x="693" y="482"/>
                                  </a:cubicBezTo>
                                  <a:cubicBezTo>
                                    <a:pt x="694" y="482"/>
                                    <a:pt x="695" y="482"/>
                                    <a:pt x="696" y="483"/>
                                  </a:cubicBezTo>
                                  <a:cubicBezTo>
                                    <a:pt x="696" y="484"/>
                                    <a:pt x="696" y="484"/>
                                    <a:pt x="696" y="484"/>
                                  </a:cubicBezTo>
                                  <a:cubicBezTo>
                                    <a:pt x="696" y="484"/>
                                    <a:pt x="697" y="484"/>
                                    <a:pt x="697" y="485"/>
                                  </a:cubicBezTo>
                                  <a:cubicBezTo>
                                    <a:pt x="697" y="485"/>
                                    <a:pt x="697" y="485"/>
                                    <a:pt x="697" y="485"/>
                                  </a:cubicBezTo>
                                  <a:cubicBezTo>
                                    <a:pt x="698" y="486"/>
                                    <a:pt x="699" y="488"/>
                                    <a:pt x="700" y="488"/>
                                  </a:cubicBezTo>
                                  <a:cubicBezTo>
                                    <a:pt x="700" y="488"/>
                                    <a:pt x="701" y="489"/>
                                    <a:pt x="701" y="489"/>
                                  </a:cubicBezTo>
                                  <a:cubicBezTo>
                                    <a:pt x="701" y="489"/>
                                    <a:pt x="702" y="490"/>
                                    <a:pt x="702" y="490"/>
                                  </a:cubicBezTo>
                                  <a:cubicBezTo>
                                    <a:pt x="702" y="492"/>
                                    <a:pt x="702" y="494"/>
                                    <a:pt x="702" y="495"/>
                                  </a:cubicBezTo>
                                  <a:cubicBezTo>
                                    <a:pt x="701" y="496"/>
                                    <a:pt x="701" y="497"/>
                                    <a:pt x="701" y="498"/>
                                  </a:cubicBezTo>
                                  <a:cubicBezTo>
                                    <a:pt x="701" y="498"/>
                                    <a:pt x="701" y="498"/>
                                    <a:pt x="701" y="499"/>
                                  </a:cubicBezTo>
                                  <a:cubicBezTo>
                                    <a:pt x="701" y="499"/>
                                    <a:pt x="701" y="499"/>
                                    <a:pt x="701" y="499"/>
                                  </a:cubicBezTo>
                                  <a:cubicBezTo>
                                    <a:pt x="702" y="499"/>
                                    <a:pt x="702" y="499"/>
                                    <a:pt x="702" y="498"/>
                                  </a:cubicBezTo>
                                  <a:cubicBezTo>
                                    <a:pt x="702" y="498"/>
                                    <a:pt x="702" y="497"/>
                                    <a:pt x="703" y="498"/>
                                  </a:cubicBezTo>
                                  <a:cubicBezTo>
                                    <a:pt x="703" y="498"/>
                                    <a:pt x="703" y="498"/>
                                    <a:pt x="703" y="498"/>
                                  </a:cubicBezTo>
                                  <a:cubicBezTo>
                                    <a:pt x="703" y="498"/>
                                    <a:pt x="703" y="498"/>
                                    <a:pt x="703" y="499"/>
                                  </a:cubicBezTo>
                                  <a:cubicBezTo>
                                    <a:pt x="703" y="499"/>
                                    <a:pt x="703" y="499"/>
                                    <a:pt x="703" y="499"/>
                                  </a:cubicBezTo>
                                  <a:cubicBezTo>
                                    <a:pt x="703" y="500"/>
                                    <a:pt x="702" y="500"/>
                                    <a:pt x="702" y="500"/>
                                  </a:cubicBezTo>
                                  <a:cubicBezTo>
                                    <a:pt x="702" y="501"/>
                                    <a:pt x="702" y="501"/>
                                    <a:pt x="702" y="501"/>
                                  </a:cubicBezTo>
                                  <a:cubicBezTo>
                                    <a:pt x="702" y="501"/>
                                    <a:pt x="702" y="501"/>
                                    <a:pt x="702" y="501"/>
                                  </a:cubicBezTo>
                                  <a:cubicBezTo>
                                    <a:pt x="703" y="503"/>
                                    <a:pt x="703" y="505"/>
                                    <a:pt x="704" y="506"/>
                                  </a:cubicBezTo>
                                  <a:cubicBezTo>
                                    <a:pt x="705" y="506"/>
                                    <a:pt x="705" y="507"/>
                                    <a:pt x="705" y="507"/>
                                  </a:cubicBezTo>
                                  <a:cubicBezTo>
                                    <a:pt x="705" y="507"/>
                                    <a:pt x="705" y="506"/>
                                    <a:pt x="705" y="506"/>
                                  </a:cubicBezTo>
                                  <a:cubicBezTo>
                                    <a:pt x="705" y="506"/>
                                    <a:pt x="705" y="506"/>
                                    <a:pt x="705" y="506"/>
                                  </a:cubicBezTo>
                                  <a:cubicBezTo>
                                    <a:pt x="705" y="506"/>
                                    <a:pt x="705" y="505"/>
                                    <a:pt x="706" y="505"/>
                                  </a:cubicBezTo>
                                  <a:cubicBezTo>
                                    <a:pt x="706" y="505"/>
                                    <a:pt x="706" y="506"/>
                                    <a:pt x="706" y="506"/>
                                  </a:cubicBezTo>
                                  <a:cubicBezTo>
                                    <a:pt x="706" y="507"/>
                                    <a:pt x="706" y="507"/>
                                    <a:pt x="706" y="507"/>
                                  </a:cubicBezTo>
                                  <a:cubicBezTo>
                                    <a:pt x="705" y="507"/>
                                    <a:pt x="705" y="508"/>
                                    <a:pt x="705" y="508"/>
                                  </a:cubicBezTo>
                                  <a:cubicBezTo>
                                    <a:pt x="706" y="508"/>
                                    <a:pt x="706" y="508"/>
                                    <a:pt x="707" y="508"/>
                                  </a:cubicBezTo>
                                  <a:cubicBezTo>
                                    <a:pt x="707" y="508"/>
                                    <a:pt x="707" y="508"/>
                                    <a:pt x="707" y="509"/>
                                  </a:cubicBezTo>
                                  <a:cubicBezTo>
                                    <a:pt x="707" y="509"/>
                                    <a:pt x="707" y="509"/>
                                    <a:pt x="707" y="510"/>
                                  </a:cubicBezTo>
                                  <a:cubicBezTo>
                                    <a:pt x="708" y="510"/>
                                    <a:pt x="708" y="511"/>
                                    <a:pt x="708" y="511"/>
                                  </a:cubicBezTo>
                                  <a:cubicBezTo>
                                    <a:pt x="708" y="512"/>
                                    <a:pt x="708" y="512"/>
                                    <a:pt x="709" y="513"/>
                                  </a:cubicBezTo>
                                  <a:cubicBezTo>
                                    <a:pt x="709" y="513"/>
                                    <a:pt x="710" y="513"/>
                                    <a:pt x="710" y="514"/>
                                  </a:cubicBezTo>
                                  <a:cubicBezTo>
                                    <a:pt x="711" y="514"/>
                                    <a:pt x="712" y="516"/>
                                    <a:pt x="712" y="517"/>
                                  </a:cubicBezTo>
                                  <a:cubicBezTo>
                                    <a:pt x="712" y="518"/>
                                    <a:pt x="712" y="518"/>
                                    <a:pt x="713" y="518"/>
                                  </a:cubicBezTo>
                                  <a:cubicBezTo>
                                    <a:pt x="713" y="518"/>
                                    <a:pt x="713" y="518"/>
                                    <a:pt x="713" y="518"/>
                                  </a:cubicBezTo>
                                  <a:cubicBezTo>
                                    <a:pt x="714" y="519"/>
                                    <a:pt x="715" y="518"/>
                                    <a:pt x="716" y="518"/>
                                  </a:cubicBezTo>
                                  <a:cubicBezTo>
                                    <a:pt x="716" y="518"/>
                                    <a:pt x="716" y="518"/>
                                    <a:pt x="716" y="518"/>
                                  </a:cubicBezTo>
                                  <a:cubicBezTo>
                                    <a:pt x="716" y="518"/>
                                    <a:pt x="717" y="518"/>
                                    <a:pt x="717" y="518"/>
                                  </a:cubicBezTo>
                                  <a:cubicBezTo>
                                    <a:pt x="718" y="518"/>
                                    <a:pt x="718" y="517"/>
                                    <a:pt x="718" y="516"/>
                                  </a:cubicBezTo>
                                  <a:cubicBezTo>
                                    <a:pt x="718" y="516"/>
                                    <a:pt x="718" y="515"/>
                                    <a:pt x="718" y="515"/>
                                  </a:cubicBezTo>
                                  <a:cubicBezTo>
                                    <a:pt x="718" y="515"/>
                                    <a:pt x="719" y="514"/>
                                    <a:pt x="719" y="514"/>
                                  </a:cubicBezTo>
                                  <a:cubicBezTo>
                                    <a:pt x="719" y="514"/>
                                    <a:pt x="719" y="513"/>
                                    <a:pt x="719" y="513"/>
                                  </a:cubicBezTo>
                                  <a:cubicBezTo>
                                    <a:pt x="719" y="511"/>
                                    <a:pt x="719" y="510"/>
                                    <a:pt x="719" y="508"/>
                                  </a:cubicBezTo>
                                  <a:cubicBezTo>
                                    <a:pt x="720" y="507"/>
                                    <a:pt x="720" y="505"/>
                                    <a:pt x="719" y="504"/>
                                  </a:cubicBezTo>
                                  <a:cubicBezTo>
                                    <a:pt x="718" y="504"/>
                                    <a:pt x="718" y="503"/>
                                    <a:pt x="718" y="503"/>
                                  </a:cubicBezTo>
                                  <a:cubicBezTo>
                                    <a:pt x="718" y="502"/>
                                    <a:pt x="718" y="502"/>
                                    <a:pt x="718" y="501"/>
                                  </a:cubicBezTo>
                                  <a:cubicBezTo>
                                    <a:pt x="718" y="500"/>
                                    <a:pt x="717" y="498"/>
                                    <a:pt x="716" y="497"/>
                                  </a:cubicBezTo>
                                  <a:cubicBezTo>
                                    <a:pt x="715" y="496"/>
                                    <a:pt x="715" y="495"/>
                                    <a:pt x="715" y="494"/>
                                  </a:cubicBezTo>
                                  <a:cubicBezTo>
                                    <a:pt x="715" y="493"/>
                                    <a:pt x="714" y="493"/>
                                    <a:pt x="714" y="492"/>
                                  </a:cubicBezTo>
                                  <a:cubicBezTo>
                                    <a:pt x="714" y="492"/>
                                    <a:pt x="715" y="492"/>
                                    <a:pt x="715" y="491"/>
                                  </a:cubicBezTo>
                                  <a:cubicBezTo>
                                    <a:pt x="715" y="490"/>
                                    <a:pt x="714" y="490"/>
                                    <a:pt x="713" y="489"/>
                                  </a:cubicBezTo>
                                  <a:cubicBezTo>
                                    <a:pt x="713" y="488"/>
                                    <a:pt x="713" y="487"/>
                                    <a:pt x="712" y="486"/>
                                  </a:cubicBezTo>
                                  <a:cubicBezTo>
                                    <a:pt x="711" y="483"/>
                                    <a:pt x="710" y="481"/>
                                    <a:pt x="710" y="478"/>
                                  </a:cubicBezTo>
                                  <a:cubicBezTo>
                                    <a:pt x="710" y="478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6"/>
                                    <a:pt x="710" y="476"/>
                                  </a:cubicBezTo>
                                  <a:cubicBezTo>
                                    <a:pt x="710" y="476"/>
                                    <a:pt x="710" y="476"/>
                                    <a:pt x="710" y="476"/>
                                  </a:cubicBezTo>
                                  <a:cubicBezTo>
                                    <a:pt x="710" y="476"/>
                                    <a:pt x="710" y="475"/>
                                    <a:pt x="710" y="475"/>
                                  </a:cubicBezTo>
                                  <a:cubicBezTo>
                                    <a:pt x="710" y="475"/>
                                    <a:pt x="710" y="475"/>
                                    <a:pt x="710" y="475"/>
                                  </a:cubicBezTo>
                                  <a:cubicBezTo>
                                    <a:pt x="710" y="475"/>
                                    <a:pt x="710" y="475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1" y="473"/>
                                  </a:cubicBezTo>
                                  <a:cubicBezTo>
                                    <a:pt x="711" y="473"/>
                                    <a:pt x="711" y="472"/>
                                    <a:pt x="711" y="472"/>
                                  </a:cubicBezTo>
                                  <a:cubicBezTo>
                                    <a:pt x="711" y="472"/>
                                    <a:pt x="711" y="472"/>
                                    <a:pt x="711" y="472"/>
                                  </a:cubicBezTo>
                                  <a:cubicBezTo>
                                    <a:pt x="711" y="472"/>
                                    <a:pt x="710" y="472"/>
                                    <a:pt x="710" y="472"/>
                                  </a:cubicBezTo>
                                  <a:cubicBezTo>
                                    <a:pt x="711" y="471"/>
                                    <a:pt x="711" y="472"/>
                                    <a:pt x="711" y="471"/>
                                  </a:cubicBezTo>
                                  <a:cubicBezTo>
                                    <a:pt x="711" y="471"/>
                                    <a:pt x="711" y="471"/>
                                    <a:pt x="711" y="471"/>
                                  </a:cubicBezTo>
                                  <a:cubicBezTo>
                                    <a:pt x="711" y="471"/>
                                    <a:pt x="711" y="471"/>
                                    <a:pt x="711" y="471"/>
                                  </a:cubicBezTo>
                                  <a:cubicBezTo>
                                    <a:pt x="711" y="471"/>
                                    <a:pt x="712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69"/>
                                  </a:cubicBezTo>
                                  <a:cubicBezTo>
                                    <a:pt x="711" y="469"/>
                                    <a:pt x="711" y="469"/>
                                    <a:pt x="711" y="469"/>
                                  </a:cubicBezTo>
                                  <a:cubicBezTo>
                                    <a:pt x="711" y="469"/>
                                    <a:pt x="711" y="468"/>
                                    <a:pt x="711" y="468"/>
                                  </a:cubicBezTo>
                                  <a:cubicBezTo>
                                    <a:pt x="711" y="468"/>
                                    <a:pt x="711" y="468"/>
                                    <a:pt x="711" y="468"/>
                                  </a:cubicBezTo>
                                  <a:cubicBezTo>
                                    <a:pt x="712" y="468"/>
                                    <a:pt x="712" y="468"/>
                                    <a:pt x="712" y="468"/>
                                  </a:cubicBezTo>
                                  <a:cubicBezTo>
                                    <a:pt x="712" y="468"/>
                                    <a:pt x="712" y="468"/>
                                    <a:pt x="712" y="468"/>
                                  </a:cubicBezTo>
                                  <a:cubicBezTo>
                                    <a:pt x="713" y="468"/>
                                    <a:pt x="713" y="467"/>
                                    <a:pt x="713" y="467"/>
                                  </a:cubicBezTo>
                                  <a:cubicBezTo>
                                    <a:pt x="713" y="467"/>
                                    <a:pt x="713" y="467"/>
                                    <a:pt x="713" y="467"/>
                                  </a:cubicBezTo>
                                  <a:cubicBezTo>
                                    <a:pt x="713" y="467"/>
                                    <a:pt x="713" y="467"/>
                                    <a:pt x="714" y="467"/>
                                  </a:cubicBezTo>
                                  <a:cubicBezTo>
                                    <a:pt x="714" y="467"/>
                                    <a:pt x="714" y="466"/>
                                    <a:pt x="714" y="466"/>
                                  </a:cubicBezTo>
                                  <a:cubicBezTo>
                                    <a:pt x="713" y="466"/>
                                    <a:pt x="713" y="466"/>
                                    <a:pt x="713" y="466"/>
                                  </a:cubicBezTo>
                                  <a:cubicBezTo>
                                    <a:pt x="713" y="465"/>
                                    <a:pt x="714" y="465"/>
                                    <a:pt x="714" y="465"/>
                                  </a:cubicBezTo>
                                  <a:cubicBezTo>
                                    <a:pt x="714" y="465"/>
                                    <a:pt x="714" y="464"/>
                                    <a:pt x="714" y="464"/>
                                  </a:cubicBezTo>
                                  <a:cubicBezTo>
                                    <a:pt x="714" y="463"/>
                                    <a:pt x="714" y="463"/>
                                    <a:pt x="714" y="463"/>
                                  </a:cubicBezTo>
                                  <a:cubicBezTo>
                                    <a:pt x="714" y="463"/>
                                    <a:pt x="714" y="463"/>
                                    <a:pt x="714" y="463"/>
                                  </a:cubicBezTo>
                                  <a:cubicBezTo>
                                    <a:pt x="715" y="463"/>
                                    <a:pt x="715" y="463"/>
                                    <a:pt x="715" y="464"/>
                                  </a:cubicBezTo>
                                  <a:cubicBezTo>
                                    <a:pt x="715" y="464"/>
                                    <a:pt x="715" y="464"/>
                                    <a:pt x="715" y="464"/>
                                  </a:cubicBezTo>
                                  <a:cubicBezTo>
                                    <a:pt x="715" y="464"/>
                                    <a:pt x="715" y="464"/>
                                    <a:pt x="716" y="464"/>
                                  </a:cubicBezTo>
                                  <a:cubicBezTo>
                                    <a:pt x="716" y="464"/>
                                    <a:pt x="716" y="464"/>
                                    <a:pt x="716" y="464"/>
                                  </a:cubicBezTo>
                                  <a:cubicBezTo>
                                    <a:pt x="717" y="464"/>
                                    <a:pt x="717" y="463"/>
                                    <a:pt x="717" y="463"/>
                                  </a:cubicBezTo>
                                  <a:cubicBezTo>
                                    <a:pt x="717" y="463"/>
                                    <a:pt x="716" y="463"/>
                                    <a:pt x="716" y="463"/>
                                  </a:cubicBezTo>
                                  <a:cubicBezTo>
                                    <a:pt x="716" y="462"/>
                                    <a:pt x="715" y="462"/>
                                    <a:pt x="715" y="461"/>
                                  </a:cubicBezTo>
                                  <a:cubicBezTo>
                                    <a:pt x="716" y="461"/>
                                    <a:pt x="716" y="462"/>
                                    <a:pt x="717" y="462"/>
                                  </a:cubicBezTo>
                                  <a:cubicBezTo>
                                    <a:pt x="717" y="462"/>
                                    <a:pt x="717" y="462"/>
                                    <a:pt x="717" y="462"/>
                                  </a:cubicBezTo>
                                  <a:cubicBezTo>
                                    <a:pt x="717" y="462"/>
                                    <a:pt x="717" y="462"/>
                                    <a:pt x="718" y="462"/>
                                  </a:cubicBezTo>
                                  <a:cubicBezTo>
                                    <a:pt x="718" y="462"/>
                                    <a:pt x="718" y="462"/>
                                    <a:pt x="718" y="462"/>
                                  </a:cubicBezTo>
                                  <a:cubicBezTo>
                                    <a:pt x="718" y="462"/>
                                    <a:pt x="718" y="461"/>
                                    <a:pt x="718" y="461"/>
                                  </a:cubicBezTo>
                                  <a:cubicBezTo>
                                    <a:pt x="718" y="461"/>
                                    <a:pt x="718" y="461"/>
                                    <a:pt x="719" y="461"/>
                                  </a:cubicBezTo>
                                  <a:cubicBezTo>
                                    <a:pt x="718" y="461"/>
                                    <a:pt x="718" y="461"/>
                                    <a:pt x="719" y="462"/>
                                  </a:cubicBezTo>
                                  <a:cubicBezTo>
                                    <a:pt x="719" y="462"/>
                                    <a:pt x="719" y="462"/>
                                    <a:pt x="719" y="461"/>
                                  </a:cubicBezTo>
                                  <a:cubicBezTo>
                                    <a:pt x="720" y="461"/>
                                    <a:pt x="720" y="461"/>
                                    <a:pt x="720" y="461"/>
                                  </a:cubicBezTo>
                                  <a:cubicBezTo>
                                    <a:pt x="720" y="461"/>
                                    <a:pt x="720" y="461"/>
                                    <a:pt x="720" y="461"/>
                                  </a:cubicBezTo>
                                  <a:cubicBezTo>
                                    <a:pt x="721" y="461"/>
                                    <a:pt x="721" y="460"/>
                                    <a:pt x="720" y="460"/>
                                  </a:cubicBezTo>
                                  <a:cubicBezTo>
                                    <a:pt x="721" y="460"/>
                                    <a:pt x="722" y="460"/>
                                    <a:pt x="722" y="459"/>
                                  </a:cubicBezTo>
                                  <a:cubicBezTo>
                                    <a:pt x="722" y="459"/>
                                    <a:pt x="722" y="459"/>
                                    <a:pt x="722" y="459"/>
                                  </a:cubicBezTo>
                                  <a:cubicBezTo>
                                    <a:pt x="722" y="459"/>
                                    <a:pt x="722" y="458"/>
                                    <a:pt x="722" y="458"/>
                                  </a:cubicBezTo>
                                  <a:cubicBezTo>
                                    <a:pt x="723" y="458"/>
                                    <a:pt x="724" y="458"/>
                                    <a:pt x="725" y="457"/>
                                  </a:cubicBezTo>
                                  <a:cubicBezTo>
                                    <a:pt x="725" y="457"/>
                                    <a:pt x="725" y="457"/>
                                    <a:pt x="725" y="457"/>
                                  </a:cubicBezTo>
                                  <a:cubicBezTo>
                                    <a:pt x="725" y="457"/>
                                    <a:pt x="725" y="457"/>
                                    <a:pt x="725" y="456"/>
                                  </a:cubicBezTo>
                                  <a:cubicBezTo>
                                    <a:pt x="725" y="456"/>
                                    <a:pt x="725" y="456"/>
                                    <a:pt x="725" y="456"/>
                                  </a:cubicBezTo>
                                  <a:cubicBezTo>
                                    <a:pt x="726" y="456"/>
                                    <a:pt x="726" y="455"/>
                                    <a:pt x="725" y="455"/>
                                  </a:cubicBezTo>
                                  <a:cubicBezTo>
                                    <a:pt x="725" y="455"/>
                                    <a:pt x="725" y="455"/>
                                    <a:pt x="725" y="455"/>
                                  </a:cubicBezTo>
                                  <a:cubicBezTo>
                                    <a:pt x="725" y="455"/>
                                    <a:pt x="725" y="455"/>
                                    <a:pt x="725" y="455"/>
                                  </a:cubicBezTo>
                                  <a:cubicBezTo>
                                    <a:pt x="726" y="454"/>
                                    <a:pt x="727" y="453"/>
                                    <a:pt x="728" y="453"/>
                                  </a:cubicBezTo>
                                  <a:cubicBezTo>
                                    <a:pt x="728" y="452"/>
                                    <a:pt x="728" y="452"/>
                                    <a:pt x="729" y="452"/>
                                  </a:cubicBezTo>
                                  <a:cubicBezTo>
                                    <a:pt x="730" y="451"/>
                                    <a:pt x="731" y="451"/>
                                    <a:pt x="732" y="451"/>
                                  </a:cubicBezTo>
                                  <a:cubicBezTo>
                                    <a:pt x="732" y="451"/>
                                    <a:pt x="733" y="451"/>
                                    <a:pt x="733" y="451"/>
                                  </a:cubicBezTo>
                                  <a:cubicBezTo>
                                    <a:pt x="733" y="451"/>
                                    <a:pt x="733" y="450"/>
                                    <a:pt x="734" y="449"/>
                                  </a:cubicBezTo>
                                  <a:cubicBezTo>
                                    <a:pt x="734" y="449"/>
                                    <a:pt x="734" y="450"/>
                                    <a:pt x="734" y="450"/>
                                  </a:cubicBezTo>
                                  <a:cubicBezTo>
                                    <a:pt x="734" y="450"/>
                                    <a:pt x="734" y="450"/>
                                    <a:pt x="734" y="450"/>
                                  </a:cubicBezTo>
                                  <a:cubicBezTo>
                                    <a:pt x="734" y="450"/>
                                    <a:pt x="734" y="450"/>
                                    <a:pt x="734" y="450"/>
                                  </a:cubicBezTo>
                                  <a:cubicBezTo>
                                    <a:pt x="734" y="449"/>
                                    <a:pt x="734" y="449"/>
                                    <a:pt x="735" y="448"/>
                                  </a:cubicBezTo>
                                  <a:cubicBezTo>
                                    <a:pt x="735" y="448"/>
                                    <a:pt x="735" y="448"/>
                                    <a:pt x="735" y="448"/>
                                  </a:cubicBezTo>
                                  <a:cubicBezTo>
                                    <a:pt x="736" y="447"/>
                                    <a:pt x="736" y="447"/>
                                    <a:pt x="737" y="446"/>
                                  </a:cubicBezTo>
                                  <a:cubicBezTo>
                                    <a:pt x="737" y="446"/>
                                    <a:pt x="737" y="446"/>
                                    <a:pt x="738" y="446"/>
                                  </a:cubicBezTo>
                                  <a:cubicBezTo>
                                    <a:pt x="738" y="446"/>
                                    <a:pt x="738" y="446"/>
                                    <a:pt x="739" y="445"/>
                                  </a:cubicBezTo>
                                  <a:cubicBezTo>
                                    <a:pt x="739" y="445"/>
                                    <a:pt x="740" y="445"/>
                                    <a:pt x="740" y="445"/>
                                  </a:cubicBezTo>
                                  <a:cubicBezTo>
                                    <a:pt x="741" y="445"/>
                                    <a:pt x="741" y="445"/>
                                    <a:pt x="741" y="445"/>
                                  </a:cubicBezTo>
                                  <a:cubicBezTo>
                                    <a:pt x="742" y="445"/>
                                    <a:pt x="743" y="444"/>
                                    <a:pt x="744" y="444"/>
                                  </a:cubicBezTo>
                                  <a:cubicBezTo>
                                    <a:pt x="744" y="443"/>
                                    <a:pt x="744" y="443"/>
                                    <a:pt x="744" y="443"/>
                                  </a:cubicBezTo>
                                  <a:cubicBezTo>
                                    <a:pt x="744" y="443"/>
                                    <a:pt x="745" y="443"/>
                                    <a:pt x="745" y="443"/>
                                  </a:cubicBezTo>
                                  <a:cubicBezTo>
                                    <a:pt x="745" y="443"/>
                                    <a:pt x="745" y="442"/>
                                    <a:pt x="745" y="442"/>
                                  </a:cubicBezTo>
                                  <a:cubicBezTo>
                                    <a:pt x="744" y="442"/>
                                    <a:pt x="744" y="442"/>
                                    <a:pt x="744" y="442"/>
                                  </a:cubicBezTo>
                                  <a:cubicBezTo>
                                    <a:pt x="744" y="442"/>
                                    <a:pt x="744" y="442"/>
                                    <a:pt x="744" y="442"/>
                                  </a:cubicBezTo>
                                  <a:cubicBezTo>
                                    <a:pt x="744" y="442"/>
                                    <a:pt x="744" y="442"/>
                                    <a:pt x="743" y="442"/>
                                  </a:cubicBezTo>
                                  <a:cubicBezTo>
                                    <a:pt x="743" y="442"/>
                                    <a:pt x="743" y="442"/>
                                    <a:pt x="743" y="442"/>
                                  </a:cubicBezTo>
                                  <a:cubicBezTo>
                                    <a:pt x="743" y="442"/>
                                    <a:pt x="742" y="442"/>
                                    <a:pt x="742" y="442"/>
                                  </a:cubicBezTo>
                                  <a:cubicBezTo>
                                    <a:pt x="742" y="443"/>
                                    <a:pt x="742" y="443"/>
                                    <a:pt x="742" y="443"/>
                                  </a:cubicBezTo>
                                  <a:cubicBezTo>
                                    <a:pt x="741" y="443"/>
                                    <a:pt x="741" y="443"/>
                                    <a:pt x="741" y="443"/>
                                  </a:cubicBezTo>
                                  <a:cubicBezTo>
                                    <a:pt x="741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1" y="442"/>
                                  </a:cubicBezTo>
                                  <a:cubicBezTo>
                                    <a:pt x="741" y="442"/>
                                    <a:pt x="741" y="442"/>
                                    <a:pt x="741" y="442"/>
                                  </a:cubicBezTo>
                                  <a:cubicBezTo>
                                    <a:pt x="741" y="442"/>
                                    <a:pt x="741" y="442"/>
                                    <a:pt x="742" y="442"/>
                                  </a:cubicBezTo>
                                  <a:cubicBezTo>
                                    <a:pt x="742" y="442"/>
                                    <a:pt x="742" y="442"/>
                                    <a:pt x="743" y="441"/>
                                  </a:cubicBezTo>
                                  <a:cubicBezTo>
                                    <a:pt x="743" y="441"/>
                                    <a:pt x="743" y="441"/>
                                    <a:pt x="743" y="441"/>
                                  </a:cubicBezTo>
                                  <a:cubicBezTo>
                                    <a:pt x="743" y="441"/>
                                    <a:pt x="742" y="441"/>
                                    <a:pt x="742" y="441"/>
                                  </a:cubicBezTo>
                                  <a:cubicBezTo>
                                    <a:pt x="742" y="441"/>
                                    <a:pt x="742" y="441"/>
                                    <a:pt x="742" y="441"/>
                                  </a:cubicBezTo>
                                  <a:cubicBezTo>
                                    <a:pt x="743" y="441"/>
                                    <a:pt x="743" y="440"/>
                                    <a:pt x="743" y="440"/>
                                  </a:cubicBezTo>
                                  <a:cubicBezTo>
                                    <a:pt x="743" y="440"/>
                                    <a:pt x="743" y="440"/>
                                    <a:pt x="743" y="440"/>
                                  </a:cubicBezTo>
                                  <a:cubicBezTo>
                                    <a:pt x="743" y="440"/>
                                    <a:pt x="743" y="440"/>
                                    <a:pt x="743" y="440"/>
                                  </a:cubicBezTo>
                                  <a:cubicBezTo>
                                    <a:pt x="743" y="439"/>
                                    <a:pt x="743" y="439"/>
                                    <a:pt x="743" y="439"/>
                                  </a:cubicBezTo>
                                  <a:cubicBezTo>
                                    <a:pt x="742" y="439"/>
                                    <a:pt x="740" y="439"/>
                                    <a:pt x="740" y="438"/>
                                  </a:cubicBezTo>
                                  <a:cubicBezTo>
                                    <a:pt x="741" y="438"/>
                                    <a:pt x="741" y="439"/>
                                    <a:pt x="742" y="439"/>
                                  </a:cubicBezTo>
                                  <a:cubicBezTo>
                                    <a:pt x="742" y="438"/>
                                    <a:pt x="742" y="438"/>
                                    <a:pt x="743" y="438"/>
                                  </a:cubicBezTo>
                                  <a:cubicBezTo>
                                    <a:pt x="743" y="437"/>
                                    <a:pt x="743" y="438"/>
                                    <a:pt x="743" y="438"/>
                                  </a:cubicBezTo>
                                  <a:cubicBezTo>
                                    <a:pt x="743" y="438"/>
                                    <a:pt x="743" y="438"/>
                                    <a:pt x="743" y="438"/>
                                  </a:cubicBezTo>
                                  <a:cubicBezTo>
                                    <a:pt x="743" y="439"/>
                                    <a:pt x="743" y="439"/>
                                    <a:pt x="744" y="439"/>
                                  </a:cubicBezTo>
                                  <a:cubicBezTo>
                                    <a:pt x="744" y="439"/>
                                    <a:pt x="744" y="439"/>
                                    <a:pt x="744" y="439"/>
                                  </a:cubicBezTo>
                                  <a:cubicBezTo>
                                    <a:pt x="744" y="439"/>
                                    <a:pt x="744" y="439"/>
                                    <a:pt x="745" y="439"/>
                                  </a:cubicBezTo>
                                  <a:cubicBezTo>
                                    <a:pt x="745" y="439"/>
                                    <a:pt x="745" y="439"/>
                                    <a:pt x="745" y="439"/>
                                  </a:cubicBezTo>
                                  <a:cubicBezTo>
                                    <a:pt x="745" y="439"/>
                                    <a:pt x="745" y="439"/>
                                    <a:pt x="746" y="439"/>
                                  </a:cubicBezTo>
                                  <a:cubicBezTo>
                                    <a:pt x="746" y="439"/>
                                    <a:pt x="746" y="439"/>
                                    <a:pt x="746" y="439"/>
                                  </a:cubicBezTo>
                                  <a:cubicBezTo>
                                    <a:pt x="746" y="439"/>
                                    <a:pt x="746" y="439"/>
                                    <a:pt x="746" y="439"/>
                                  </a:cubicBezTo>
                                  <a:cubicBezTo>
                                    <a:pt x="747" y="439"/>
                                    <a:pt x="747" y="438"/>
                                    <a:pt x="748" y="437"/>
                                  </a:cubicBezTo>
                                  <a:cubicBezTo>
                                    <a:pt x="748" y="437"/>
                                    <a:pt x="748" y="437"/>
                                    <a:pt x="748" y="437"/>
                                  </a:cubicBezTo>
                                  <a:cubicBezTo>
                                    <a:pt x="748" y="437"/>
                                    <a:pt x="748" y="437"/>
                                    <a:pt x="748" y="437"/>
                                  </a:cubicBezTo>
                                  <a:cubicBezTo>
                                    <a:pt x="748" y="436"/>
                                    <a:pt x="748" y="435"/>
                                    <a:pt x="748" y="435"/>
                                  </a:cubicBezTo>
                                  <a:cubicBezTo>
                                    <a:pt x="748" y="434"/>
                                    <a:pt x="747" y="435"/>
                                    <a:pt x="747" y="435"/>
                                  </a:cubicBezTo>
                                  <a:cubicBezTo>
                                    <a:pt x="747" y="436"/>
                                    <a:pt x="747" y="436"/>
                                    <a:pt x="747" y="436"/>
                                  </a:cubicBezTo>
                                  <a:cubicBezTo>
                                    <a:pt x="747" y="437"/>
                                    <a:pt x="746" y="437"/>
                                    <a:pt x="746" y="437"/>
                                  </a:cubicBezTo>
                                  <a:cubicBezTo>
                                    <a:pt x="746" y="437"/>
                                    <a:pt x="746" y="437"/>
                                    <a:pt x="746" y="437"/>
                                  </a:cubicBezTo>
                                  <a:cubicBezTo>
                                    <a:pt x="745" y="437"/>
                                    <a:pt x="745" y="437"/>
                                    <a:pt x="745" y="437"/>
                                  </a:cubicBezTo>
                                  <a:cubicBezTo>
                                    <a:pt x="745" y="437"/>
                                    <a:pt x="745" y="437"/>
                                    <a:pt x="745" y="436"/>
                                  </a:cubicBezTo>
                                  <a:cubicBezTo>
                                    <a:pt x="745" y="436"/>
                                    <a:pt x="745" y="436"/>
                                    <a:pt x="746" y="436"/>
                                  </a:cubicBezTo>
                                  <a:cubicBezTo>
                                    <a:pt x="746" y="437"/>
                                    <a:pt x="746" y="437"/>
                                    <a:pt x="746" y="437"/>
                                  </a:cubicBezTo>
                                  <a:cubicBezTo>
                                    <a:pt x="746" y="437"/>
                                    <a:pt x="746" y="437"/>
                                    <a:pt x="746" y="436"/>
                                  </a:cubicBezTo>
                                  <a:cubicBezTo>
                                    <a:pt x="746" y="436"/>
                                    <a:pt x="746" y="436"/>
                                    <a:pt x="746" y="436"/>
                                  </a:cubicBezTo>
                                  <a:cubicBezTo>
                                    <a:pt x="746" y="435"/>
                                    <a:pt x="746" y="435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5" y="434"/>
                                  </a:cubicBezTo>
                                  <a:cubicBezTo>
                                    <a:pt x="745" y="434"/>
                                    <a:pt x="745" y="434"/>
                                    <a:pt x="745" y="434"/>
                                  </a:cubicBezTo>
                                  <a:cubicBezTo>
                                    <a:pt x="745" y="434"/>
                                    <a:pt x="744" y="434"/>
                                    <a:pt x="744" y="434"/>
                                  </a:cubicBezTo>
                                  <a:cubicBezTo>
                                    <a:pt x="744" y="434"/>
                                    <a:pt x="743" y="434"/>
                                    <a:pt x="743" y="434"/>
                                  </a:cubicBezTo>
                                  <a:cubicBezTo>
                                    <a:pt x="742" y="434"/>
                                    <a:pt x="742" y="434"/>
                                    <a:pt x="742" y="434"/>
                                  </a:cubicBezTo>
                                  <a:cubicBezTo>
                                    <a:pt x="742" y="434"/>
                                    <a:pt x="742" y="433"/>
                                    <a:pt x="742" y="434"/>
                                  </a:cubicBezTo>
                                  <a:cubicBezTo>
                                    <a:pt x="742" y="434"/>
                                    <a:pt x="742" y="434"/>
                                    <a:pt x="743" y="434"/>
                                  </a:cubicBezTo>
                                  <a:cubicBezTo>
                                    <a:pt x="743" y="434"/>
                                    <a:pt x="743" y="434"/>
                                    <a:pt x="744" y="434"/>
                                  </a:cubicBezTo>
                                  <a:cubicBezTo>
                                    <a:pt x="744" y="433"/>
                                    <a:pt x="744" y="433"/>
                                    <a:pt x="744" y="433"/>
                                  </a:cubicBezTo>
                                  <a:cubicBezTo>
                                    <a:pt x="744" y="432"/>
                                    <a:pt x="744" y="432"/>
                                    <a:pt x="744" y="432"/>
                                  </a:cubicBezTo>
                                  <a:cubicBezTo>
                                    <a:pt x="744" y="433"/>
                                    <a:pt x="744" y="433"/>
                                    <a:pt x="744" y="433"/>
                                  </a:cubicBezTo>
                                  <a:cubicBezTo>
                                    <a:pt x="745" y="433"/>
                                    <a:pt x="745" y="433"/>
                                    <a:pt x="745" y="433"/>
                                  </a:cubicBezTo>
                                  <a:cubicBezTo>
                                    <a:pt x="745" y="433"/>
                                    <a:pt x="745" y="433"/>
                                    <a:pt x="746" y="433"/>
                                  </a:cubicBezTo>
                                  <a:cubicBezTo>
                                    <a:pt x="746" y="433"/>
                                    <a:pt x="746" y="433"/>
                                    <a:pt x="746" y="433"/>
                                  </a:cubicBezTo>
                                  <a:cubicBezTo>
                                    <a:pt x="746" y="433"/>
                                    <a:pt x="746" y="432"/>
                                    <a:pt x="746" y="432"/>
                                  </a:cubicBezTo>
                                  <a:cubicBezTo>
                                    <a:pt x="746" y="432"/>
                                    <a:pt x="746" y="432"/>
                                    <a:pt x="746" y="432"/>
                                  </a:cubicBezTo>
                                  <a:cubicBezTo>
                                    <a:pt x="747" y="433"/>
                                    <a:pt x="747" y="433"/>
                                    <a:pt x="747" y="432"/>
                                  </a:cubicBezTo>
                                  <a:cubicBezTo>
                                    <a:pt x="747" y="432"/>
                                    <a:pt x="747" y="432"/>
                                    <a:pt x="747" y="432"/>
                                  </a:cubicBezTo>
                                  <a:cubicBezTo>
                                    <a:pt x="747" y="432"/>
                                    <a:pt x="748" y="432"/>
                                    <a:pt x="748" y="432"/>
                                  </a:cubicBezTo>
                                  <a:cubicBezTo>
                                    <a:pt x="748" y="432"/>
                                    <a:pt x="748" y="432"/>
                                    <a:pt x="748" y="432"/>
                                  </a:cubicBezTo>
                                  <a:cubicBezTo>
                                    <a:pt x="748" y="432"/>
                                    <a:pt x="747" y="432"/>
                                    <a:pt x="747" y="431"/>
                                  </a:cubicBezTo>
                                  <a:cubicBezTo>
                                    <a:pt x="747" y="431"/>
                                    <a:pt x="747" y="431"/>
                                    <a:pt x="747" y="431"/>
                                  </a:cubicBezTo>
                                  <a:cubicBezTo>
                                    <a:pt x="747" y="431"/>
                                    <a:pt x="747" y="431"/>
                                    <a:pt x="747" y="431"/>
                                  </a:cubicBezTo>
                                  <a:cubicBezTo>
                                    <a:pt x="747" y="431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8" y="430"/>
                                    <a:pt x="748" y="430"/>
                                  </a:cubicBezTo>
                                  <a:cubicBezTo>
                                    <a:pt x="748" y="430"/>
                                    <a:pt x="748" y="430"/>
                                    <a:pt x="748" y="430"/>
                                  </a:cubicBezTo>
                                  <a:cubicBezTo>
                                    <a:pt x="747" y="430"/>
                                    <a:pt x="748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8"/>
                                    <a:pt x="747" y="428"/>
                                    <a:pt x="747" y="427"/>
                                  </a:cubicBezTo>
                                  <a:cubicBezTo>
                                    <a:pt x="747" y="427"/>
                                    <a:pt x="746" y="426"/>
                                    <a:pt x="746" y="426"/>
                                  </a:cubicBezTo>
                                  <a:cubicBezTo>
                                    <a:pt x="746" y="426"/>
                                    <a:pt x="745" y="426"/>
                                    <a:pt x="745" y="426"/>
                                  </a:cubicBezTo>
                                  <a:cubicBezTo>
                                    <a:pt x="745" y="426"/>
                                    <a:pt x="745" y="426"/>
                                    <a:pt x="745" y="426"/>
                                  </a:cubicBezTo>
                                  <a:cubicBezTo>
                                    <a:pt x="744" y="426"/>
                                    <a:pt x="745" y="425"/>
                                    <a:pt x="745" y="425"/>
                                  </a:cubicBezTo>
                                  <a:cubicBezTo>
                                    <a:pt x="745" y="425"/>
                                    <a:pt x="744" y="425"/>
                                    <a:pt x="744" y="424"/>
                                  </a:cubicBezTo>
                                  <a:cubicBezTo>
                                    <a:pt x="744" y="424"/>
                                    <a:pt x="744" y="424"/>
                                    <a:pt x="744" y="424"/>
                                  </a:cubicBezTo>
                                  <a:cubicBezTo>
                                    <a:pt x="744" y="424"/>
                                    <a:pt x="744" y="424"/>
                                    <a:pt x="744" y="424"/>
                                  </a:cubicBezTo>
                                  <a:cubicBezTo>
                                    <a:pt x="744" y="424"/>
                                    <a:pt x="744" y="423"/>
                                    <a:pt x="744" y="423"/>
                                  </a:cubicBezTo>
                                  <a:cubicBezTo>
                                    <a:pt x="744" y="423"/>
                                    <a:pt x="744" y="423"/>
                                    <a:pt x="744" y="423"/>
                                  </a:cubicBezTo>
                                  <a:cubicBezTo>
                                    <a:pt x="744" y="423"/>
                                    <a:pt x="744" y="423"/>
                                    <a:pt x="745" y="423"/>
                                  </a:cubicBezTo>
                                  <a:cubicBezTo>
                                    <a:pt x="745" y="423"/>
                                    <a:pt x="745" y="422"/>
                                    <a:pt x="745" y="422"/>
                                  </a:cubicBezTo>
                                  <a:cubicBezTo>
                                    <a:pt x="745" y="422"/>
                                    <a:pt x="745" y="422"/>
                                    <a:pt x="745" y="422"/>
                                  </a:cubicBezTo>
                                  <a:cubicBezTo>
                                    <a:pt x="744" y="421"/>
                                    <a:pt x="744" y="421"/>
                                    <a:pt x="744" y="421"/>
                                  </a:cubicBezTo>
                                  <a:cubicBezTo>
                                    <a:pt x="744" y="421"/>
                                    <a:pt x="744" y="421"/>
                                    <a:pt x="744" y="421"/>
                                  </a:cubicBezTo>
                                  <a:cubicBezTo>
                                    <a:pt x="744" y="421"/>
                                    <a:pt x="744" y="421"/>
                                    <a:pt x="743" y="420"/>
                                  </a:cubicBezTo>
                                  <a:cubicBezTo>
                                    <a:pt x="743" y="420"/>
                                    <a:pt x="743" y="420"/>
                                    <a:pt x="743" y="420"/>
                                  </a:cubicBezTo>
                                  <a:cubicBezTo>
                                    <a:pt x="742" y="419"/>
                                    <a:pt x="741" y="419"/>
                                    <a:pt x="741" y="418"/>
                                  </a:cubicBezTo>
                                  <a:cubicBezTo>
                                    <a:pt x="741" y="418"/>
                                    <a:pt x="741" y="418"/>
                                    <a:pt x="741" y="417"/>
                                  </a:cubicBezTo>
                                  <a:cubicBezTo>
                                    <a:pt x="741" y="417"/>
                                    <a:pt x="741" y="417"/>
                                    <a:pt x="741" y="417"/>
                                  </a:cubicBezTo>
                                  <a:cubicBezTo>
                                    <a:pt x="741" y="417"/>
                                    <a:pt x="741" y="418"/>
                                    <a:pt x="742" y="418"/>
                                  </a:cubicBezTo>
                                  <a:cubicBezTo>
                                    <a:pt x="742" y="418"/>
                                    <a:pt x="742" y="418"/>
                                    <a:pt x="743" y="419"/>
                                  </a:cubicBezTo>
                                  <a:cubicBezTo>
                                    <a:pt x="743" y="419"/>
                                    <a:pt x="743" y="419"/>
                                    <a:pt x="743" y="419"/>
                                  </a:cubicBezTo>
                                  <a:cubicBezTo>
                                    <a:pt x="743" y="420"/>
                                    <a:pt x="743" y="420"/>
                                    <a:pt x="744" y="420"/>
                                  </a:cubicBezTo>
                                  <a:cubicBezTo>
                                    <a:pt x="744" y="420"/>
                                    <a:pt x="744" y="420"/>
                                    <a:pt x="744" y="420"/>
                                  </a:cubicBezTo>
                                  <a:cubicBezTo>
                                    <a:pt x="745" y="420"/>
                                    <a:pt x="745" y="419"/>
                                    <a:pt x="745" y="419"/>
                                  </a:cubicBezTo>
                                  <a:cubicBezTo>
                                    <a:pt x="745" y="419"/>
                                    <a:pt x="745" y="419"/>
                                    <a:pt x="745" y="418"/>
                                  </a:cubicBezTo>
                                  <a:cubicBezTo>
                                    <a:pt x="744" y="418"/>
                                    <a:pt x="744" y="418"/>
                                    <a:pt x="744" y="418"/>
                                  </a:cubicBezTo>
                                  <a:cubicBezTo>
                                    <a:pt x="743" y="417"/>
                                    <a:pt x="742" y="416"/>
                                    <a:pt x="741" y="416"/>
                                  </a:cubicBezTo>
                                  <a:cubicBezTo>
                                    <a:pt x="741" y="416"/>
                                    <a:pt x="741" y="416"/>
                                    <a:pt x="740" y="415"/>
                                  </a:cubicBezTo>
                                  <a:cubicBezTo>
                                    <a:pt x="740" y="415"/>
                                    <a:pt x="740" y="415"/>
                                    <a:pt x="740" y="415"/>
                                  </a:cubicBezTo>
                                  <a:cubicBezTo>
                                    <a:pt x="740" y="415"/>
                                    <a:pt x="740" y="414"/>
                                    <a:pt x="739" y="414"/>
                                  </a:cubicBezTo>
                                  <a:cubicBezTo>
                                    <a:pt x="739" y="414"/>
                                    <a:pt x="738" y="414"/>
                                    <a:pt x="738" y="414"/>
                                  </a:cubicBezTo>
                                  <a:cubicBezTo>
                                    <a:pt x="738" y="414"/>
                                    <a:pt x="738" y="414"/>
                                    <a:pt x="738" y="413"/>
                                  </a:cubicBezTo>
                                  <a:cubicBezTo>
                                    <a:pt x="738" y="413"/>
                                    <a:pt x="738" y="413"/>
                                    <a:pt x="738" y="413"/>
                                  </a:cubicBezTo>
                                  <a:cubicBezTo>
                                    <a:pt x="738" y="412"/>
                                    <a:pt x="738" y="412"/>
                                    <a:pt x="739" y="411"/>
                                  </a:cubicBezTo>
                                  <a:cubicBezTo>
                                    <a:pt x="739" y="412"/>
                                    <a:pt x="739" y="412"/>
                                    <a:pt x="739" y="412"/>
                                  </a:cubicBezTo>
                                  <a:cubicBezTo>
                                    <a:pt x="739" y="412"/>
                                    <a:pt x="739" y="412"/>
                                    <a:pt x="739" y="413"/>
                                  </a:cubicBezTo>
                                  <a:cubicBezTo>
                                    <a:pt x="739" y="413"/>
                                    <a:pt x="739" y="413"/>
                                    <a:pt x="739" y="413"/>
                                  </a:cubicBezTo>
                                  <a:cubicBezTo>
                                    <a:pt x="739" y="414"/>
                                    <a:pt x="740" y="414"/>
                                    <a:pt x="740" y="414"/>
                                  </a:cubicBezTo>
                                  <a:cubicBezTo>
                                    <a:pt x="740" y="414"/>
                                    <a:pt x="740" y="414"/>
                                    <a:pt x="740" y="414"/>
                                  </a:cubicBezTo>
                                  <a:cubicBezTo>
                                    <a:pt x="740" y="414"/>
                                    <a:pt x="741" y="414"/>
                                    <a:pt x="741" y="414"/>
                                  </a:cubicBezTo>
                                  <a:cubicBezTo>
                                    <a:pt x="741" y="414"/>
                                    <a:pt x="741" y="414"/>
                                    <a:pt x="741" y="415"/>
                                  </a:cubicBezTo>
                                  <a:cubicBezTo>
                                    <a:pt x="741" y="415"/>
                                    <a:pt x="742" y="415"/>
                                    <a:pt x="742" y="415"/>
                                  </a:cubicBezTo>
                                  <a:cubicBezTo>
                                    <a:pt x="742" y="415"/>
                                    <a:pt x="743" y="415"/>
                                    <a:pt x="743" y="416"/>
                                  </a:cubicBezTo>
                                  <a:cubicBezTo>
                                    <a:pt x="743" y="416"/>
                                    <a:pt x="743" y="416"/>
                                    <a:pt x="744" y="416"/>
                                  </a:cubicBezTo>
                                  <a:cubicBezTo>
                                    <a:pt x="744" y="416"/>
                                    <a:pt x="744" y="416"/>
                                    <a:pt x="744" y="416"/>
                                  </a:cubicBezTo>
                                  <a:cubicBezTo>
                                    <a:pt x="744" y="416"/>
                                    <a:pt x="744" y="417"/>
                                    <a:pt x="744" y="416"/>
                                  </a:cubicBezTo>
                                  <a:cubicBezTo>
                                    <a:pt x="745" y="416"/>
                                    <a:pt x="744" y="415"/>
                                    <a:pt x="744" y="415"/>
                                  </a:cubicBezTo>
                                  <a:cubicBezTo>
                                    <a:pt x="743" y="414"/>
                                    <a:pt x="743" y="414"/>
                                    <a:pt x="743" y="413"/>
                                  </a:cubicBezTo>
                                  <a:cubicBezTo>
                                    <a:pt x="742" y="413"/>
                                    <a:pt x="742" y="413"/>
                                    <a:pt x="742" y="413"/>
                                  </a:cubicBezTo>
                                  <a:cubicBezTo>
                                    <a:pt x="742" y="413"/>
                                    <a:pt x="742" y="412"/>
                                    <a:pt x="742" y="412"/>
                                  </a:cubicBezTo>
                                  <a:cubicBezTo>
                                    <a:pt x="743" y="413"/>
                                    <a:pt x="743" y="414"/>
                                    <a:pt x="744" y="414"/>
                                  </a:cubicBezTo>
                                  <a:cubicBezTo>
                                    <a:pt x="744" y="413"/>
                                    <a:pt x="743" y="413"/>
                                    <a:pt x="743" y="413"/>
                                  </a:cubicBezTo>
                                  <a:cubicBezTo>
                                    <a:pt x="743" y="412"/>
                                    <a:pt x="743" y="411"/>
                                    <a:pt x="743" y="411"/>
                                  </a:cubicBezTo>
                                  <a:cubicBezTo>
                                    <a:pt x="743" y="410"/>
                                    <a:pt x="743" y="409"/>
                                    <a:pt x="744" y="408"/>
                                  </a:cubicBezTo>
                                  <a:cubicBezTo>
                                    <a:pt x="744" y="408"/>
                                    <a:pt x="744" y="408"/>
                                    <a:pt x="744" y="408"/>
                                  </a:cubicBezTo>
                                  <a:cubicBezTo>
                                    <a:pt x="744" y="408"/>
                                    <a:pt x="743" y="407"/>
                                    <a:pt x="743" y="407"/>
                                  </a:cubicBezTo>
                                  <a:cubicBezTo>
                                    <a:pt x="743" y="407"/>
                                    <a:pt x="743" y="407"/>
                                    <a:pt x="743" y="407"/>
                                  </a:cubicBezTo>
                                  <a:cubicBezTo>
                                    <a:pt x="744" y="406"/>
                                    <a:pt x="744" y="406"/>
                                    <a:pt x="744" y="406"/>
                                  </a:cubicBezTo>
                                  <a:cubicBezTo>
                                    <a:pt x="745" y="406"/>
                                    <a:pt x="746" y="405"/>
                                    <a:pt x="746" y="405"/>
                                  </a:cubicBezTo>
                                  <a:cubicBezTo>
                                    <a:pt x="746" y="405"/>
                                    <a:pt x="746" y="404"/>
                                    <a:pt x="746" y="404"/>
                                  </a:cubicBezTo>
                                  <a:cubicBezTo>
                                    <a:pt x="746" y="404"/>
                                    <a:pt x="747" y="404"/>
                                    <a:pt x="747" y="404"/>
                                  </a:cubicBezTo>
                                  <a:cubicBezTo>
                                    <a:pt x="747" y="404"/>
                                    <a:pt x="747" y="405"/>
                                    <a:pt x="747" y="405"/>
                                  </a:cubicBezTo>
                                  <a:cubicBezTo>
                                    <a:pt x="747" y="405"/>
                                    <a:pt x="747" y="405"/>
                                    <a:pt x="748" y="405"/>
                                  </a:cubicBezTo>
                                  <a:cubicBezTo>
                                    <a:pt x="747" y="405"/>
                                    <a:pt x="747" y="406"/>
                                    <a:pt x="746" y="406"/>
                                  </a:cubicBezTo>
                                  <a:cubicBezTo>
                                    <a:pt x="746" y="406"/>
                                    <a:pt x="746" y="406"/>
                                    <a:pt x="746" y="406"/>
                                  </a:cubicBezTo>
                                  <a:cubicBezTo>
                                    <a:pt x="746" y="406"/>
                                    <a:pt x="746" y="406"/>
                                    <a:pt x="745" y="406"/>
                                  </a:cubicBezTo>
                                  <a:cubicBezTo>
                                    <a:pt x="745" y="407"/>
                                    <a:pt x="745" y="407"/>
                                    <a:pt x="745" y="407"/>
                                  </a:cubicBezTo>
                                  <a:cubicBezTo>
                                    <a:pt x="745" y="408"/>
                                    <a:pt x="745" y="408"/>
                                    <a:pt x="746" y="408"/>
                                  </a:cubicBezTo>
                                  <a:cubicBezTo>
                                    <a:pt x="745" y="408"/>
                                    <a:pt x="745" y="409"/>
                                    <a:pt x="744" y="409"/>
                                  </a:cubicBezTo>
                                  <a:cubicBezTo>
                                    <a:pt x="744" y="409"/>
                                    <a:pt x="745" y="409"/>
                                    <a:pt x="745" y="409"/>
                                  </a:cubicBezTo>
                                  <a:cubicBezTo>
                                    <a:pt x="745" y="409"/>
                                    <a:pt x="745" y="409"/>
                                    <a:pt x="745" y="409"/>
                                  </a:cubicBezTo>
                                  <a:cubicBezTo>
                                    <a:pt x="745" y="409"/>
                                    <a:pt x="746" y="409"/>
                                    <a:pt x="746" y="410"/>
                                  </a:cubicBezTo>
                                  <a:cubicBezTo>
                                    <a:pt x="746" y="410"/>
                                    <a:pt x="745" y="410"/>
                                    <a:pt x="745" y="410"/>
                                  </a:cubicBezTo>
                                  <a:cubicBezTo>
                                    <a:pt x="745" y="410"/>
                                    <a:pt x="744" y="411"/>
                                    <a:pt x="744" y="411"/>
                                  </a:cubicBezTo>
                                  <a:cubicBezTo>
                                    <a:pt x="745" y="411"/>
                                    <a:pt x="745" y="411"/>
                                    <a:pt x="745" y="411"/>
                                  </a:cubicBezTo>
                                  <a:cubicBezTo>
                                    <a:pt x="745" y="411"/>
                                    <a:pt x="746" y="411"/>
                                    <a:pt x="746" y="411"/>
                                  </a:cubicBezTo>
                                  <a:cubicBezTo>
                                    <a:pt x="746" y="411"/>
                                    <a:pt x="746" y="411"/>
                                    <a:pt x="746" y="411"/>
                                  </a:cubicBezTo>
                                  <a:cubicBezTo>
                                    <a:pt x="746" y="411"/>
                                    <a:pt x="746" y="412"/>
                                    <a:pt x="746" y="412"/>
                                  </a:cubicBezTo>
                                  <a:cubicBezTo>
                                    <a:pt x="745" y="412"/>
                                    <a:pt x="745" y="412"/>
                                    <a:pt x="745" y="412"/>
                                  </a:cubicBezTo>
                                  <a:cubicBezTo>
                                    <a:pt x="745" y="412"/>
                                    <a:pt x="745" y="412"/>
                                    <a:pt x="745" y="412"/>
                                  </a:cubicBezTo>
                                  <a:cubicBezTo>
                                    <a:pt x="745" y="413"/>
                                    <a:pt x="745" y="413"/>
                                    <a:pt x="745" y="413"/>
                                  </a:cubicBezTo>
                                  <a:cubicBezTo>
                                    <a:pt x="745" y="413"/>
                                    <a:pt x="745" y="413"/>
                                    <a:pt x="745" y="413"/>
                                  </a:cubicBezTo>
                                  <a:cubicBezTo>
                                    <a:pt x="745" y="414"/>
                                    <a:pt x="745" y="414"/>
                                    <a:pt x="745" y="414"/>
                                  </a:cubicBezTo>
                                  <a:cubicBezTo>
                                    <a:pt x="745" y="414"/>
                                    <a:pt x="746" y="414"/>
                                    <a:pt x="746" y="415"/>
                                  </a:cubicBezTo>
                                  <a:cubicBezTo>
                                    <a:pt x="746" y="414"/>
                                    <a:pt x="746" y="414"/>
                                    <a:pt x="746" y="414"/>
                                  </a:cubicBezTo>
                                  <a:cubicBezTo>
                                    <a:pt x="747" y="414"/>
                                    <a:pt x="747" y="415"/>
                                    <a:pt x="747" y="415"/>
                                  </a:cubicBezTo>
                                  <a:cubicBezTo>
                                    <a:pt x="747" y="415"/>
                                    <a:pt x="747" y="415"/>
                                    <a:pt x="748" y="415"/>
                                  </a:cubicBezTo>
                                  <a:cubicBezTo>
                                    <a:pt x="747" y="415"/>
                                    <a:pt x="747" y="415"/>
                                    <a:pt x="747" y="415"/>
                                  </a:cubicBezTo>
                                  <a:cubicBezTo>
                                    <a:pt x="747" y="415"/>
                                    <a:pt x="747" y="416"/>
                                    <a:pt x="747" y="416"/>
                                  </a:cubicBezTo>
                                  <a:cubicBezTo>
                                    <a:pt x="747" y="416"/>
                                    <a:pt x="748" y="416"/>
                                    <a:pt x="748" y="416"/>
                                  </a:cubicBezTo>
                                  <a:cubicBezTo>
                                    <a:pt x="748" y="416"/>
                                    <a:pt x="748" y="416"/>
                                    <a:pt x="748" y="417"/>
                                  </a:cubicBezTo>
                                  <a:cubicBezTo>
                                    <a:pt x="748" y="417"/>
                                    <a:pt x="747" y="417"/>
                                    <a:pt x="748" y="417"/>
                                  </a:cubicBezTo>
                                  <a:cubicBezTo>
                                    <a:pt x="748" y="418"/>
                                    <a:pt x="748" y="417"/>
                                    <a:pt x="748" y="418"/>
                                  </a:cubicBezTo>
                                  <a:cubicBezTo>
                                    <a:pt x="749" y="418"/>
                                    <a:pt x="749" y="418"/>
                                    <a:pt x="749" y="418"/>
                                  </a:cubicBezTo>
                                  <a:cubicBezTo>
                                    <a:pt x="748" y="419"/>
                                    <a:pt x="748" y="419"/>
                                    <a:pt x="748" y="419"/>
                                  </a:cubicBezTo>
                                  <a:cubicBezTo>
                                    <a:pt x="748" y="420"/>
                                    <a:pt x="747" y="420"/>
                                    <a:pt x="747" y="421"/>
                                  </a:cubicBezTo>
                                  <a:cubicBezTo>
                                    <a:pt x="747" y="422"/>
                                    <a:pt x="747" y="422"/>
                                    <a:pt x="747" y="423"/>
                                  </a:cubicBezTo>
                                  <a:cubicBezTo>
                                    <a:pt x="747" y="423"/>
                                    <a:pt x="747" y="424"/>
                                    <a:pt x="747" y="424"/>
                                  </a:cubicBezTo>
                                  <a:cubicBezTo>
                                    <a:pt x="747" y="424"/>
                                    <a:pt x="747" y="424"/>
                                    <a:pt x="747" y="424"/>
                                  </a:cubicBezTo>
                                  <a:cubicBezTo>
                                    <a:pt x="748" y="424"/>
                                    <a:pt x="747" y="423"/>
                                    <a:pt x="747" y="423"/>
                                  </a:cubicBezTo>
                                  <a:cubicBezTo>
                                    <a:pt x="747" y="423"/>
                                    <a:pt x="748" y="422"/>
                                    <a:pt x="748" y="422"/>
                                  </a:cubicBezTo>
                                  <a:cubicBezTo>
                                    <a:pt x="748" y="422"/>
                                    <a:pt x="748" y="422"/>
                                    <a:pt x="748" y="422"/>
                                  </a:cubicBezTo>
                                  <a:cubicBezTo>
                                    <a:pt x="748" y="421"/>
                                    <a:pt x="749" y="421"/>
                                    <a:pt x="749" y="421"/>
                                  </a:cubicBezTo>
                                  <a:cubicBezTo>
                                    <a:pt x="749" y="421"/>
                                    <a:pt x="749" y="421"/>
                                    <a:pt x="749" y="421"/>
                                  </a:cubicBezTo>
                                  <a:cubicBezTo>
                                    <a:pt x="749" y="421"/>
                                    <a:pt x="749" y="420"/>
                                    <a:pt x="749" y="420"/>
                                  </a:cubicBezTo>
                                  <a:cubicBezTo>
                                    <a:pt x="749" y="419"/>
                                    <a:pt x="750" y="419"/>
                                    <a:pt x="750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0" y="418"/>
                                    <a:pt x="751" y="417"/>
                                    <a:pt x="751" y="417"/>
                                  </a:cubicBezTo>
                                  <a:cubicBezTo>
                                    <a:pt x="751" y="417"/>
                                    <a:pt x="751" y="416"/>
                                    <a:pt x="752" y="415"/>
                                  </a:cubicBezTo>
                                  <a:cubicBezTo>
                                    <a:pt x="752" y="415"/>
                                    <a:pt x="753" y="414"/>
                                    <a:pt x="753" y="414"/>
                                  </a:cubicBezTo>
                                  <a:cubicBezTo>
                                    <a:pt x="753" y="413"/>
                                    <a:pt x="753" y="413"/>
                                    <a:pt x="753" y="413"/>
                                  </a:cubicBezTo>
                                  <a:cubicBezTo>
                                    <a:pt x="753" y="412"/>
                                    <a:pt x="752" y="412"/>
                                    <a:pt x="752" y="412"/>
                                  </a:cubicBezTo>
                                  <a:cubicBezTo>
                                    <a:pt x="752" y="412"/>
                                    <a:pt x="752" y="412"/>
                                    <a:pt x="752" y="412"/>
                                  </a:cubicBezTo>
                                  <a:cubicBezTo>
                                    <a:pt x="753" y="412"/>
                                    <a:pt x="753" y="411"/>
                                    <a:pt x="753" y="411"/>
                                  </a:cubicBezTo>
                                  <a:cubicBezTo>
                                    <a:pt x="753" y="411"/>
                                    <a:pt x="753" y="411"/>
                                    <a:pt x="753" y="411"/>
                                  </a:cubicBezTo>
                                  <a:cubicBezTo>
                                    <a:pt x="753" y="411"/>
                                    <a:pt x="753" y="411"/>
                                    <a:pt x="753" y="411"/>
                                  </a:cubicBezTo>
                                  <a:cubicBezTo>
                                    <a:pt x="753" y="410"/>
                                    <a:pt x="752" y="410"/>
                                    <a:pt x="752" y="410"/>
                                  </a:cubicBezTo>
                                  <a:cubicBezTo>
                                    <a:pt x="752" y="410"/>
                                    <a:pt x="752" y="410"/>
                                    <a:pt x="751" y="410"/>
                                  </a:cubicBezTo>
                                  <a:cubicBezTo>
                                    <a:pt x="751" y="409"/>
                                    <a:pt x="751" y="409"/>
                                    <a:pt x="751" y="409"/>
                                  </a:cubicBezTo>
                                  <a:cubicBezTo>
                                    <a:pt x="751" y="409"/>
                                    <a:pt x="751" y="409"/>
                                    <a:pt x="751" y="409"/>
                                  </a:cubicBezTo>
                                  <a:cubicBezTo>
                                    <a:pt x="751" y="408"/>
                                    <a:pt x="751" y="407"/>
                                    <a:pt x="751" y="407"/>
                                  </a:cubicBezTo>
                                  <a:cubicBezTo>
                                    <a:pt x="751" y="406"/>
                                    <a:pt x="750" y="406"/>
                                    <a:pt x="750" y="405"/>
                                  </a:cubicBezTo>
                                  <a:cubicBezTo>
                                    <a:pt x="750" y="405"/>
                                    <a:pt x="749" y="404"/>
                                    <a:pt x="749" y="404"/>
                                  </a:cubicBezTo>
                                  <a:cubicBezTo>
                                    <a:pt x="749" y="403"/>
                                    <a:pt x="749" y="402"/>
                                    <a:pt x="750" y="401"/>
                                  </a:cubicBezTo>
                                  <a:cubicBezTo>
                                    <a:pt x="750" y="402"/>
                                    <a:pt x="750" y="402"/>
                                    <a:pt x="750" y="402"/>
                                  </a:cubicBezTo>
                                  <a:cubicBezTo>
                                    <a:pt x="750" y="403"/>
                                    <a:pt x="750" y="404"/>
                                    <a:pt x="750" y="404"/>
                                  </a:cubicBezTo>
                                  <a:cubicBezTo>
                                    <a:pt x="750" y="404"/>
                                    <a:pt x="750" y="405"/>
                                    <a:pt x="751" y="405"/>
                                  </a:cubicBezTo>
                                  <a:cubicBezTo>
                                    <a:pt x="751" y="406"/>
                                    <a:pt x="752" y="407"/>
                                    <a:pt x="753" y="407"/>
                                  </a:cubicBezTo>
                                  <a:cubicBezTo>
                                    <a:pt x="753" y="407"/>
                                    <a:pt x="754" y="407"/>
                                    <a:pt x="754" y="407"/>
                                  </a:cubicBezTo>
                                  <a:cubicBezTo>
                                    <a:pt x="754" y="407"/>
                                    <a:pt x="754" y="408"/>
                                    <a:pt x="754" y="408"/>
                                  </a:cubicBezTo>
                                  <a:cubicBezTo>
                                    <a:pt x="754" y="408"/>
                                    <a:pt x="754" y="409"/>
                                    <a:pt x="754" y="409"/>
                                  </a:cubicBezTo>
                                  <a:cubicBezTo>
                                    <a:pt x="754" y="409"/>
                                    <a:pt x="754" y="409"/>
                                    <a:pt x="754" y="409"/>
                                  </a:cubicBezTo>
                                  <a:cubicBezTo>
                                    <a:pt x="754" y="409"/>
                                    <a:pt x="754" y="409"/>
                                    <a:pt x="754" y="409"/>
                                  </a:cubicBezTo>
                                  <a:cubicBezTo>
                                    <a:pt x="755" y="409"/>
                                    <a:pt x="755" y="408"/>
                                    <a:pt x="755" y="407"/>
                                  </a:cubicBezTo>
                                  <a:cubicBezTo>
                                    <a:pt x="756" y="407"/>
                                    <a:pt x="757" y="406"/>
                                    <a:pt x="757" y="405"/>
                                  </a:cubicBezTo>
                                  <a:cubicBezTo>
                                    <a:pt x="758" y="405"/>
                                    <a:pt x="758" y="405"/>
                                    <a:pt x="758" y="404"/>
                                  </a:cubicBezTo>
                                  <a:cubicBezTo>
                                    <a:pt x="758" y="404"/>
                                    <a:pt x="757" y="404"/>
                                    <a:pt x="757" y="404"/>
                                  </a:cubicBezTo>
                                  <a:cubicBezTo>
                                    <a:pt x="757" y="404"/>
                                    <a:pt x="757" y="404"/>
                                    <a:pt x="757" y="403"/>
                                  </a:cubicBezTo>
                                  <a:cubicBezTo>
                                    <a:pt x="757" y="404"/>
                                    <a:pt x="758" y="404"/>
                                    <a:pt x="758" y="404"/>
                                  </a:cubicBezTo>
                                  <a:cubicBezTo>
                                    <a:pt x="758" y="404"/>
                                    <a:pt x="758" y="403"/>
                                    <a:pt x="759" y="403"/>
                                  </a:cubicBezTo>
                                  <a:cubicBezTo>
                                    <a:pt x="759" y="403"/>
                                    <a:pt x="759" y="402"/>
                                    <a:pt x="759" y="402"/>
                                  </a:cubicBezTo>
                                  <a:cubicBezTo>
                                    <a:pt x="759" y="401"/>
                                    <a:pt x="760" y="400"/>
                                    <a:pt x="760" y="399"/>
                                  </a:cubicBezTo>
                                  <a:cubicBezTo>
                                    <a:pt x="760" y="399"/>
                                    <a:pt x="760" y="399"/>
                                    <a:pt x="760" y="399"/>
                                  </a:cubicBezTo>
                                  <a:cubicBezTo>
                                    <a:pt x="760" y="399"/>
                                    <a:pt x="760" y="398"/>
                                    <a:pt x="760" y="398"/>
                                  </a:cubicBezTo>
                                  <a:cubicBezTo>
                                    <a:pt x="760" y="398"/>
                                    <a:pt x="760" y="398"/>
                                    <a:pt x="760" y="398"/>
                                  </a:cubicBezTo>
                                  <a:cubicBezTo>
                                    <a:pt x="760" y="397"/>
                                    <a:pt x="760" y="397"/>
                                    <a:pt x="760" y="396"/>
                                  </a:cubicBezTo>
                                  <a:cubicBezTo>
                                    <a:pt x="760" y="396"/>
                                    <a:pt x="760" y="396"/>
                                    <a:pt x="760" y="396"/>
                                  </a:cubicBezTo>
                                  <a:cubicBezTo>
                                    <a:pt x="760" y="396"/>
                                    <a:pt x="760" y="396"/>
                                    <a:pt x="760" y="396"/>
                                  </a:cubicBezTo>
                                  <a:cubicBezTo>
                                    <a:pt x="760" y="396"/>
                                    <a:pt x="759" y="396"/>
                                    <a:pt x="759" y="396"/>
                                  </a:cubicBezTo>
                                  <a:cubicBezTo>
                                    <a:pt x="759" y="396"/>
                                    <a:pt x="758" y="396"/>
                                    <a:pt x="758" y="396"/>
                                  </a:cubicBezTo>
                                  <a:cubicBezTo>
                                    <a:pt x="758" y="396"/>
                                    <a:pt x="758" y="396"/>
                                    <a:pt x="758" y="396"/>
                                  </a:cubicBezTo>
                                  <a:cubicBezTo>
                                    <a:pt x="758" y="395"/>
                                    <a:pt x="758" y="395"/>
                                    <a:pt x="758" y="395"/>
                                  </a:cubicBezTo>
                                  <a:cubicBezTo>
                                    <a:pt x="758" y="395"/>
                                    <a:pt x="759" y="395"/>
                                    <a:pt x="759" y="395"/>
                                  </a:cubicBezTo>
                                  <a:cubicBezTo>
                                    <a:pt x="759" y="395"/>
                                    <a:pt x="759" y="395"/>
                                    <a:pt x="759" y="395"/>
                                  </a:cubicBezTo>
                                  <a:cubicBezTo>
                                    <a:pt x="759" y="395"/>
                                    <a:pt x="760" y="395"/>
                                    <a:pt x="760" y="395"/>
                                  </a:cubicBezTo>
                                  <a:cubicBezTo>
                                    <a:pt x="760" y="395"/>
                                    <a:pt x="760" y="395"/>
                                    <a:pt x="760" y="395"/>
                                  </a:cubicBezTo>
                                  <a:cubicBezTo>
                                    <a:pt x="760" y="395"/>
                                    <a:pt x="760" y="395"/>
                                    <a:pt x="761" y="395"/>
                                  </a:cubicBezTo>
                                  <a:cubicBezTo>
                                    <a:pt x="761" y="395"/>
                                    <a:pt x="761" y="395"/>
                                    <a:pt x="761" y="395"/>
                                  </a:cubicBezTo>
                                  <a:cubicBezTo>
                                    <a:pt x="761" y="394"/>
                                    <a:pt x="761" y="394"/>
                                    <a:pt x="761" y="395"/>
                                  </a:cubicBezTo>
                                  <a:cubicBezTo>
                                    <a:pt x="762" y="395"/>
                                    <a:pt x="762" y="395"/>
                                    <a:pt x="763" y="395"/>
                                  </a:cubicBezTo>
                                  <a:cubicBezTo>
                                    <a:pt x="763" y="395"/>
                                    <a:pt x="763" y="395"/>
                                    <a:pt x="763" y="394"/>
                                  </a:cubicBezTo>
                                  <a:cubicBezTo>
                                    <a:pt x="763" y="394"/>
                                    <a:pt x="763" y="394"/>
                                    <a:pt x="764" y="394"/>
                                  </a:cubicBezTo>
                                  <a:cubicBezTo>
                                    <a:pt x="764" y="394"/>
                                    <a:pt x="764" y="394"/>
                                    <a:pt x="764" y="394"/>
                                  </a:cubicBezTo>
                                  <a:cubicBezTo>
                                    <a:pt x="765" y="394"/>
                                    <a:pt x="766" y="394"/>
                                    <a:pt x="766" y="393"/>
                                  </a:cubicBezTo>
                                  <a:cubicBezTo>
                                    <a:pt x="767" y="393"/>
                                    <a:pt x="767" y="393"/>
                                    <a:pt x="768" y="393"/>
                                  </a:cubicBezTo>
                                  <a:cubicBezTo>
                                    <a:pt x="768" y="393"/>
                                    <a:pt x="768" y="393"/>
                                    <a:pt x="769" y="393"/>
                                  </a:cubicBezTo>
                                  <a:cubicBezTo>
                                    <a:pt x="769" y="393"/>
                                    <a:pt x="769" y="393"/>
                                    <a:pt x="769" y="393"/>
                                  </a:cubicBezTo>
                                  <a:cubicBezTo>
                                    <a:pt x="769" y="393"/>
                                    <a:pt x="769" y="393"/>
                                    <a:pt x="769" y="393"/>
                                  </a:cubicBezTo>
                                  <a:cubicBezTo>
                                    <a:pt x="770" y="393"/>
                                    <a:pt x="771" y="392"/>
                                    <a:pt x="772" y="392"/>
                                  </a:cubicBezTo>
                                  <a:cubicBezTo>
                                    <a:pt x="772" y="392"/>
                                    <a:pt x="773" y="392"/>
                                    <a:pt x="773" y="391"/>
                                  </a:cubicBezTo>
                                  <a:cubicBezTo>
                                    <a:pt x="773" y="391"/>
                                    <a:pt x="772" y="391"/>
                                    <a:pt x="772" y="391"/>
                                  </a:cubicBezTo>
                                  <a:cubicBezTo>
                                    <a:pt x="772" y="391"/>
                                    <a:pt x="772" y="391"/>
                                    <a:pt x="772" y="391"/>
                                  </a:cubicBezTo>
                                  <a:cubicBezTo>
                                    <a:pt x="772" y="391"/>
                                    <a:pt x="771" y="391"/>
                                    <a:pt x="771" y="391"/>
                                  </a:cubicBezTo>
                                  <a:cubicBezTo>
                                    <a:pt x="771" y="391"/>
                                    <a:pt x="771" y="392"/>
                                    <a:pt x="770" y="392"/>
                                  </a:cubicBezTo>
                                  <a:cubicBezTo>
                                    <a:pt x="770" y="392"/>
                                    <a:pt x="770" y="392"/>
                                    <a:pt x="769" y="392"/>
                                  </a:cubicBezTo>
                                  <a:cubicBezTo>
                                    <a:pt x="770" y="391"/>
                                    <a:pt x="771" y="391"/>
                                    <a:pt x="771" y="391"/>
                                  </a:cubicBezTo>
                                  <a:cubicBezTo>
                                    <a:pt x="771" y="391"/>
                                    <a:pt x="771" y="390"/>
                                    <a:pt x="771" y="390"/>
                                  </a:cubicBezTo>
                                  <a:cubicBezTo>
                                    <a:pt x="771" y="390"/>
                                    <a:pt x="771" y="390"/>
                                    <a:pt x="771" y="390"/>
                                  </a:cubicBezTo>
                                  <a:cubicBezTo>
                                    <a:pt x="771" y="390"/>
                                    <a:pt x="771" y="390"/>
                                    <a:pt x="770" y="390"/>
                                  </a:cubicBezTo>
                                  <a:cubicBezTo>
                                    <a:pt x="770" y="391"/>
                                    <a:pt x="769" y="391"/>
                                    <a:pt x="768" y="391"/>
                                  </a:cubicBezTo>
                                  <a:cubicBezTo>
                                    <a:pt x="767" y="391"/>
                                    <a:pt x="766" y="391"/>
                                    <a:pt x="766" y="392"/>
                                  </a:cubicBezTo>
                                  <a:cubicBezTo>
                                    <a:pt x="766" y="392"/>
                                    <a:pt x="765" y="392"/>
                                    <a:pt x="765" y="392"/>
                                  </a:cubicBezTo>
                                  <a:cubicBezTo>
                                    <a:pt x="765" y="392"/>
                                    <a:pt x="765" y="392"/>
                                    <a:pt x="765" y="392"/>
                                  </a:cubicBezTo>
                                  <a:cubicBezTo>
                                    <a:pt x="764" y="392"/>
                                    <a:pt x="764" y="392"/>
                                    <a:pt x="764" y="392"/>
                                  </a:cubicBezTo>
                                  <a:cubicBezTo>
                                    <a:pt x="764" y="392"/>
                                    <a:pt x="764" y="392"/>
                                    <a:pt x="764" y="392"/>
                                  </a:cubicBezTo>
                                  <a:cubicBezTo>
                                    <a:pt x="763" y="392"/>
                                    <a:pt x="763" y="392"/>
                                    <a:pt x="763" y="392"/>
                                  </a:cubicBezTo>
                                  <a:cubicBezTo>
                                    <a:pt x="763" y="392"/>
                                    <a:pt x="762" y="393"/>
                                    <a:pt x="761" y="392"/>
                                  </a:cubicBezTo>
                                  <a:cubicBezTo>
                                    <a:pt x="761" y="392"/>
                                    <a:pt x="761" y="392"/>
                                    <a:pt x="761" y="392"/>
                                  </a:cubicBezTo>
                                  <a:cubicBezTo>
                                    <a:pt x="761" y="392"/>
                                    <a:pt x="761" y="392"/>
                                    <a:pt x="761" y="392"/>
                                  </a:cubicBezTo>
                                  <a:cubicBezTo>
                                    <a:pt x="762" y="391"/>
                                    <a:pt x="763" y="391"/>
                                    <a:pt x="764" y="390"/>
                                  </a:cubicBezTo>
                                  <a:cubicBezTo>
                                    <a:pt x="765" y="390"/>
                                    <a:pt x="766" y="390"/>
                                    <a:pt x="766" y="389"/>
                                  </a:cubicBezTo>
                                  <a:cubicBezTo>
                                    <a:pt x="767" y="389"/>
                                    <a:pt x="767" y="389"/>
                                    <a:pt x="767" y="389"/>
                                  </a:cubicBezTo>
                                  <a:cubicBezTo>
                                    <a:pt x="768" y="389"/>
                                    <a:pt x="768" y="389"/>
                                    <a:pt x="768" y="389"/>
                                  </a:cubicBezTo>
                                  <a:cubicBezTo>
                                    <a:pt x="769" y="389"/>
                                    <a:pt x="770" y="389"/>
                                    <a:pt x="771" y="389"/>
                                  </a:cubicBezTo>
                                  <a:cubicBezTo>
                                    <a:pt x="771" y="388"/>
                                    <a:pt x="772" y="388"/>
                                    <a:pt x="772" y="388"/>
                                  </a:cubicBezTo>
                                  <a:cubicBezTo>
                                    <a:pt x="773" y="388"/>
                                    <a:pt x="773" y="388"/>
                                    <a:pt x="774" y="388"/>
                                  </a:cubicBezTo>
                                  <a:cubicBezTo>
                                    <a:pt x="774" y="388"/>
                                    <a:pt x="774" y="388"/>
                                    <a:pt x="774" y="388"/>
                                  </a:cubicBezTo>
                                  <a:cubicBezTo>
                                    <a:pt x="774" y="388"/>
                                    <a:pt x="774" y="388"/>
                                    <a:pt x="774" y="388"/>
                                  </a:cubicBezTo>
                                  <a:cubicBezTo>
                                    <a:pt x="775" y="388"/>
                                    <a:pt x="776" y="388"/>
                                    <a:pt x="777" y="388"/>
                                  </a:cubicBezTo>
                                  <a:cubicBezTo>
                                    <a:pt x="777" y="388"/>
                                    <a:pt x="777" y="388"/>
                                    <a:pt x="777" y="388"/>
                                  </a:cubicBezTo>
                                  <a:cubicBezTo>
                                    <a:pt x="777" y="388"/>
                                    <a:pt x="777" y="387"/>
                                    <a:pt x="777" y="387"/>
                                  </a:cubicBezTo>
                                  <a:cubicBezTo>
                                    <a:pt x="777" y="386"/>
                                    <a:pt x="777" y="385"/>
                                    <a:pt x="778" y="384"/>
                                  </a:cubicBezTo>
                                  <a:cubicBezTo>
                                    <a:pt x="778" y="385"/>
                                    <a:pt x="779" y="385"/>
                                    <a:pt x="779" y="386"/>
                                  </a:cubicBezTo>
                                  <a:cubicBezTo>
                                    <a:pt x="779" y="386"/>
                                    <a:pt x="779" y="387"/>
                                    <a:pt x="779" y="387"/>
                                  </a:cubicBezTo>
                                  <a:cubicBezTo>
                                    <a:pt x="779" y="387"/>
                                    <a:pt x="779" y="387"/>
                                    <a:pt x="780" y="387"/>
                                  </a:cubicBezTo>
                                  <a:cubicBezTo>
                                    <a:pt x="780" y="387"/>
                                    <a:pt x="780" y="387"/>
                                    <a:pt x="780" y="386"/>
                                  </a:cubicBezTo>
                                  <a:cubicBezTo>
                                    <a:pt x="780" y="386"/>
                                    <a:pt x="781" y="386"/>
                                    <a:pt x="781" y="386"/>
                                  </a:cubicBezTo>
                                  <a:cubicBezTo>
                                    <a:pt x="782" y="385"/>
                                    <a:pt x="782" y="385"/>
                                    <a:pt x="783" y="384"/>
                                  </a:cubicBezTo>
                                  <a:cubicBezTo>
                                    <a:pt x="783" y="385"/>
                                    <a:pt x="783" y="386"/>
                                    <a:pt x="782" y="386"/>
                                  </a:cubicBezTo>
                                  <a:cubicBezTo>
                                    <a:pt x="782" y="386"/>
                                    <a:pt x="782" y="386"/>
                                    <a:pt x="782" y="386"/>
                                  </a:cubicBezTo>
                                  <a:cubicBezTo>
                                    <a:pt x="782" y="386"/>
                                    <a:pt x="783" y="386"/>
                                    <a:pt x="783" y="386"/>
                                  </a:cubicBezTo>
                                  <a:cubicBezTo>
                                    <a:pt x="783" y="386"/>
                                    <a:pt x="784" y="386"/>
                                    <a:pt x="784" y="386"/>
                                  </a:cubicBezTo>
                                  <a:cubicBezTo>
                                    <a:pt x="785" y="385"/>
                                    <a:pt x="786" y="385"/>
                                    <a:pt x="786" y="385"/>
                                  </a:cubicBezTo>
                                  <a:cubicBezTo>
                                    <a:pt x="786" y="385"/>
                                    <a:pt x="787" y="385"/>
                                    <a:pt x="787" y="385"/>
                                  </a:cubicBezTo>
                                  <a:cubicBezTo>
                                    <a:pt x="787" y="385"/>
                                    <a:pt x="787" y="385"/>
                                    <a:pt x="787" y="385"/>
                                  </a:cubicBezTo>
                                  <a:cubicBezTo>
                                    <a:pt x="787" y="384"/>
                                    <a:pt x="787" y="384"/>
                                    <a:pt x="787" y="383"/>
                                  </a:cubicBezTo>
                                  <a:cubicBezTo>
                                    <a:pt x="787" y="382"/>
                                    <a:pt x="786" y="382"/>
                                    <a:pt x="786" y="381"/>
                                  </a:cubicBezTo>
                                  <a:cubicBezTo>
                                    <a:pt x="786" y="381"/>
                                    <a:pt x="785" y="381"/>
                                    <a:pt x="785" y="381"/>
                                  </a:cubicBezTo>
                                  <a:cubicBezTo>
                                    <a:pt x="785" y="381"/>
                                    <a:pt x="785" y="382"/>
                                    <a:pt x="786" y="382"/>
                                  </a:cubicBezTo>
                                  <a:cubicBezTo>
                                    <a:pt x="786" y="382"/>
                                    <a:pt x="786" y="382"/>
                                    <a:pt x="786" y="382"/>
                                  </a:cubicBezTo>
                                  <a:cubicBezTo>
                                    <a:pt x="786" y="382"/>
                                    <a:pt x="786" y="382"/>
                                    <a:pt x="787" y="383"/>
                                  </a:cubicBezTo>
                                  <a:cubicBezTo>
                                    <a:pt x="787" y="383"/>
                                    <a:pt x="787" y="384"/>
                                    <a:pt x="787" y="384"/>
                                  </a:cubicBezTo>
                                  <a:cubicBezTo>
                                    <a:pt x="786" y="384"/>
                                    <a:pt x="786" y="384"/>
                                    <a:pt x="785" y="384"/>
                                  </a:cubicBezTo>
                                  <a:cubicBezTo>
                                    <a:pt x="785" y="385"/>
                                    <a:pt x="785" y="385"/>
                                    <a:pt x="785" y="385"/>
                                  </a:cubicBezTo>
                                  <a:cubicBezTo>
                                    <a:pt x="785" y="384"/>
                                    <a:pt x="784" y="384"/>
                                    <a:pt x="784" y="384"/>
                                  </a:cubicBezTo>
                                  <a:cubicBezTo>
                                    <a:pt x="784" y="384"/>
                                    <a:pt x="784" y="384"/>
                                    <a:pt x="784" y="384"/>
                                  </a:cubicBezTo>
                                  <a:cubicBezTo>
                                    <a:pt x="783" y="384"/>
                                    <a:pt x="783" y="384"/>
                                    <a:pt x="783" y="384"/>
                                  </a:cubicBezTo>
                                  <a:cubicBezTo>
                                    <a:pt x="783" y="383"/>
                                    <a:pt x="783" y="383"/>
                                    <a:pt x="783" y="382"/>
                                  </a:cubicBezTo>
                                  <a:cubicBezTo>
                                    <a:pt x="783" y="382"/>
                                    <a:pt x="783" y="382"/>
                                    <a:pt x="783" y="382"/>
                                  </a:cubicBezTo>
                                  <a:cubicBezTo>
                                    <a:pt x="782" y="382"/>
                                    <a:pt x="782" y="382"/>
                                    <a:pt x="782" y="382"/>
                                  </a:cubicBezTo>
                                  <a:cubicBezTo>
                                    <a:pt x="782" y="382"/>
                                    <a:pt x="782" y="382"/>
                                    <a:pt x="782" y="382"/>
                                  </a:cubicBezTo>
                                  <a:cubicBezTo>
                                    <a:pt x="782" y="381"/>
                                    <a:pt x="782" y="381"/>
                                    <a:pt x="782" y="381"/>
                                  </a:cubicBezTo>
                                  <a:cubicBezTo>
                                    <a:pt x="782" y="381"/>
                                    <a:pt x="782" y="381"/>
                                    <a:pt x="782" y="380"/>
                                  </a:cubicBezTo>
                                  <a:cubicBezTo>
                                    <a:pt x="782" y="380"/>
                                    <a:pt x="781" y="380"/>
                                    <a:pt x="781" y="380"/>
                                  </a:cubicBezTo>
                                  <a:cubicBezTo>
                                    <a:pt x="781" y="380"/>
                                    <a:pt x="781" y="380"/>
                                    <a:pt x="781" y="380"/>
                                  </a:cubicBezTo>
                                  <a:cubicBezTo>
                                    <a:pt x="781" y="380"/>
                                    <a:pt x="780" y="380"/>
                                    <a:pt x="780" y="380"/>
                                  </a:cubicBezTo>
                                  <a:cubicBezTo>
                                    <a:pt x="780" y="379"/>
                                    <a:pt x="780" y="379"/>
                                    <a:pt x="780" y="379"/>
                                  </a:cubicBezTo>
                                  <a:cubicBezTo>
                                    <a:pt x="780" y="379"/>
                                    <a:pt x="780" y="379"/>
                                    <a:pt x="780" y="378"/>
                                  </a:cubicBezTo>
                                  <a:cubicBezTo>
                                    <a:pt x="780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7"/>
                                    <a:pt x="781" y="377"/>
                                    <a:pt x="781" y="377"/>
                                  </a:cubicBezTo>
                                  <a:cubicBezTo>
                                    <a:pt x="782" y="377"/>
                                    <a:pt x="782" y="377"/>
                                    <a:pt x="782" y="377"/>
                                  </a:cubicBezTo>
                                  <a:cubicBezTo>
                                    <a:pt x="782" y="377"/>
                                    <a:pt x="782" y="377"/>
                                    <a:pt x="782" y="377"/>
                                  </a:cubicBezTo>
                                  <a:cubicBezTo>
                                    <a:pt x="782" y="377"/>
                                    <a:pt x="783" y="377"/>
                                    <a:pt x="783" y="377"/>
                                  </a:cubicBezTo>
                                  <a:cubicBezTo>
                                    <a:pt x="783" y="376"/>
                                    <a:pt x="783" y="376"/>
                                    <a:pt x="783" y="376"/>
                                  </a:cubicBezTo>
                                  <a:cubicBezTo>
                                    <a:pt x="782" y="376"/>
                                    <a:pt x="782" y="376"/>
                                    <a:pt x="782" y="376"/>
                                  </a:cubicBezTo>
                                  <a:cubicBezTo>
                                    <a:pt x="782" y="376"/>
                                    <a:pt x="782" y="376"/>
                                    <a:pt x="782" y="376"/>
                                  </a:cubicBezTo>
                                  <a:cubicBezTo>
                                    <a:pt x="782" y="375"/>
                                    <a:pt x="782" y="375"/>
                                    <a:pt x="782" y="375"/>
                                  </a:cubicBezTo>
                                  <a:cubicBezTo>
                                    <a:pt x="781" y="375"/>
                                    <a:pt x="781" y="375"/>
                                    <a:pt x="781" y="375"/>
                                  </a:cubicBezTo>
                                  <a:cubicBezTo>
                                    <a:pt x="781" y="375"/>
                                    <a:pt x="781" y="375"/>
                                    <a:pt x="781" y="375"/>
                                  </a:cubicBezTo>
                                  <a:cubicBezTo>
                                    <a:pt x="781" y="374"/>
                                    <a:pt x="781" y="374"/>
                                    <a:pt x="781" y="374"/>
                                  </a:cubicBezTo>
                                  <a:cubicBezTo>
                                    <a:pt x="782" y="373"/>
                                    <a:pt x="782" y="373"/>
                                    <a:pt x="782" y="373"/>
                                  </a:cubicBezTo>
                                  <a:cubicBezTo>
                                    <a:pt x="782" y="372"/>
                                    <a:pt x="782" y="371"/>
                                    <a:pt x="783" y="370"/>
                                  </a:cubicBezTo>
                                  <a:cubicBezTo>
                                    <a:pt x="783" y="370"/>
                                    <a:pt x="783" y="370"/>
                                    <a:pt x="784" y="370"/>
                                  </a:cubicBezTo>
                                  <a:cubicBezTo>
                                    <a:pt x="784" y="370"/>
                                    <a:pt x="784" y="370"/>
                                    <a:pt x="784" y="370"/>
                                  </a:cubicBezTo>
                                  <a:cubicBezTo>
                                    <a:pt x="784" y="370"/>
                                    <a:pt x="784" y="370"/>
                                    <a:pt x="784" y="369"/>
                                  </a:cubicBezTo>
                                  <a:cubicBezTo>
                                    <a:pt x="784" y="369"/>
                                    <a:pt x="784" y="369"/>
                                    <a:pt x="784" y="369"/>
                                  </a:cubicBezTo>
                                  <a:cubicBezTo>
                                    <a:pt x="784" y="369"/>
                                    <a:pt x="784" y="369"/>
                                    <a:pt x="784" y="369"/>
                                  </a:cubicBezTo>
                                  <a:cubicBezTo>
                                    <a:pt x="784" y="368"/>
                                    <a:pt x="784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6"/>
                                    <a:pt x="785" y="366"/>
                                    <a:pt x="786" y="366"/>
                                  </a:cubicBezTo>
                                  <a:cubicBezTo>
                                    <a:pt x="786" y="366"/>
                                    <a:pt x="786" y="365"/>
                                    <a:pt x="786" y="365"/>
                                  </a:cubicBezTo>
                                  <a:cubicBezTo>
                                    <a:pt x="787" y="365"/>
                                    <a:pt x="787" y="365"/>
                                    <a:pt x="787" y="366"/>
                                  </a:cubicBezTo>
                                  <a:cubicBezTo>
                                    <a:pt x="787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5"/>
                                    <a:pt x="788" y="365"/>
                                    <a:pt x="788" y="365"/>
                                  </a:cubicBezTo>
                                  <a:cubicBezTo>
                                    <a:pt x="788" y="366"/>
                                    <a:pt x="789" y="366"/>
                                    <a:pt x="789" y="366"/>
                                  </a:cubicBezTo>
                                  <a:cubicBezTo>
                                    <a:pt x="789" y="366"/>
                                    <a:pt x="789" y="366"/>
                                    <a:pt x="789" y="365"/>
                                  </a:cubicBezTo>
                                  <a:cubicBezTo>
                                    <a:pt x="789" y="365"/>
                                    <a:pt x="790" y="365"/>
                                    <a:pt x="790" y="365"/>
                                  </a:cubicBezTo>
                                  <a:cubicBezTo>
                                    <a:pt x="790" y="365"/>
                                    <a:pt x="790" y="365"/>
                                    <a:pt x="790" y="365"/>
                                  </a:cubicBezTo>
                                  <a:cubicBezTo>
                                    <a:pt x="790" y="364"/>
                                    <a:pt x="790" y="364"/>
                                    <a:pt x="790" y="364"/>
                                  </a:cubicBezTo>
                                  <a:cubicBezTo>
                                    <a:pt x="791" y="364"/>
                                    <a:pt x="791" y="364"/>
                                    <a:pt x="791" y="364"/>
                                  </a:cubicBezTo>
                                  <a:cubicBezTo>
                                    <a:pt x="791" y="364"/>
                                    <a:pt x="791" y="364"/>
                                    <a:pt x="791" y="364"/>
                                  </a:cubicBezTo>
                                  <a:cubicBezTo>
                                    <a:pt x="792" y="364"/>
                                    <a:pt x="792" y="364"/>
                                    <a:pt x="792" y="364"/>
                                  </a:cubicBezTo>
                                  <a:cubicBezTo>
                                    <a:pt x="792" y="364"/>
                                    <a:pt x="792" y="364"/>
                                    <a:pt x="792" y="364"/>
                                  </a:cubicBezTo>
                                  <a:cubicBezTo>
                                    <a:pt x="792" y="364"/>
                                    <a:pt x="793" y="364"/>
                                    <a:pt x="793" y="364"/>
                                  </a:cubicBezTo>
                                  <a:cubicBezTo>
                                    <a:pt x="793" y="364"/>
                                    <a:pt x="793" y="363"/>
                                    <a:pt x="793" y="363"/>
                                  </a:cubicBezTo>
                                  <a:cubicBezTo>
                                    <a:pt x="793" y="363"/>
                                    <a:pt x="793" y="363"/>
                                    <a:pt x="793" y="363"/>
                                  </a:cubicBezTo>
                                  <a:cubicBezTo>
                                    <a:pt x="793" y="363"/>
                                    <a:pt x="793" y="362"/>
                                    <a:pt x="793" y="362"/>
                                  </a:cubicBezTo>
                                  <a:cubicBezTo>
                                    <a:pt x="793" y="362"/>
                                    <a:pt x="793" y="362"/>
                                    <a:pt x="794" y="361"/>
                                  </a:cubicBezTo>
                                  <a:cubicBezTo>
                                    <a:pt x="794" y="361"/>
                                    <a:pt x="794" y="360"/>
                                    <a:pt x="794" y="360"/>
                                  </a:cubicBezTo>
                                  <a:cubicBezTo>
                                    <a:pt x="794" y="360"/>
                                    <a:pt x="794" y="360"/>
                                    <a:pt x="794" y="359"/>
                                  </a:cubicBezTo>
                                  <a:cubicBezTo>
                                    <a:pt x="794" y="359"/>
                                    <a:pt x="794" y="359"/>
                                    <a:pt x="794" y="359"/>
                                  </a:cubicBezTo>
                                  <a:cubicBezTo>
                                    <a:pt x="794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6" y="360"/>
                                  </a:cubicBezTo>
                                  <a:cubicBezTo>
                                    <a:pt x="796" y="360"/>
                                    <a:pt x="796" y="360"/>
                                    <a:pt x="796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1"/>
                                  </a:cubicBezTo>
                                  <a:cubicBezTo>
                                    <a:pt x="795" y="361"/>
                                    <a:pt x="795" y="361"/>
                                    <a:pt x="795" y="361"/>
                                  </a:cubicBezTo>
                                  <a:cubicBezTo>
                                    <a:pt x="795" y="361"/>
                                    <a:pt x="796" y="361"/>
                                    <a:pt x="796" y="361"/>
                                  </a:cubicBezTo>
                                  <a:cubicBezTo>
                                    <a:pt x="796" y="361"/>
                                    <a:pt x="796" y="361"/>
                                    <a:pt x="796" y="361"/>
                                  </a:cubicBezTo>
                                  <a:cubicBezTo>
                                    <a:pt x="797" y="361"/>
                                    <a:pt x="796" y="361"/>
                                    <a:pt x="796" y="361"/>
                                  </a:cubicBezTo>
                                  <a:cubicBezTo>
                                    <a:pt x="796" y="361"/>
                                    <a:pt x="796" y="360"/>
                                    <a:pt x="796" y="360"/>
                                  </a:cubicBezTo>
                                  <a:cubicBezTo>
                                    <a:pt x="797" y="360"/>
                                    <a:pt x="797" y="360"/>
                                    <a:pt x="797" y="360"/>
                                  </a:cubicBezTo>
                                  <a:cubicBezTo>
                                    <a:pt x="797" y="360"/>
                                    <a:pt x="797" y="360"/>
                                    <a:pt x="798" y="360"/>
                                  </a:cubicBezTo>
                                  <a:cubicBezTo>
                                    <a:pt x="798" y="360"/>
                                    <a:pt x="798" y="361"/>
                                    <a:pt x="797" y="361"/>
                                  </a:cubicBezTo>
                                  <a:cubicBezTo>
                                    <a:pt x="797" y="361"/>
                                    <a:pt x="798" y="361"/>
                                    <a:pt x="798" y="361"/>
                                  </a:cubicBezTo>
                                  <a:cubicBezTo>
                                    <a:pt x="798" y="361"/>
                                    <a:pt x="798" y="362"/>
                                    <a:pt x="798" y="362"/>
                                  </a:cubicBezTo>
                                  <a:cubicBezTo>
                                    <a:pt x="798" y="362"/>
                                    <a:pt x="798" y="362"/>
                                    <a:pt x="798" y="361"/>
                                  </a:cubicBezTo>
                                  <a:cubicBezTo>
                                    <a:pt x="798" y="361"/>
                                    <a:pt x="799" y="361"/>
                                    <a:pt x="799" y="361"/>
                                  </a:cubicBezTo>
                                  <a:cubicBezTo>
                                    <a:pt x="799" y="361"/>
                                    <a:pt x="799" y="361"/>
                                    <a:pt x="799" y="361"/>
                                  </a:cubicBezTo>
                                  <a:cubicBezTo>
                                    <a:pt x="799" y="361"/>
                                    <a:pt x="799" y="361"/>
                                    <a:pt x="799" y="360"/>
                                  </a:cubicBezTo>
                                  <a:cubicBezTo>
                                    <a:pt x="799" y="360"/>
                                    <a:pt x="799" y="360"/>
                                    <a:pt x="799" y="360"/>
                                  </a:cubicBezTo>
                                  <a:cubicBezTo>
                                    <a:pt x="798" y="360"/>
                                    <a:pt x="798" y="360"/>
                                    <a:pt x="798" y="360"/>
                                  </a:cubicBezTo>
                                  <a:cubicBezTo>
                                    <a:pt x="798" y="360"/>
                                    <a:pt x="798" y="359"/>
                                    <a:pt x="798" y="359"/>
                                  </a:cubicBezTo>
                                  <a:cubicBezTo>
                                    <a:pt x="798" y="359"/>
                                    <a:pt x="798" y="359"/>
                                    <a:pt x="798" y="359"/>
                                  </a:cubicBezTo>
                                  <a:cubicBezTo>
                                    <a:pt x="799" y="359"/>
                                    <a:pt x="799" y="359"/>
                                    <a:pt x="799" y="359"/>
                                  </a:cubicBezTo>
                                  <a:cubicBezTo>
                                    <a:pt x="799" y="360"/>
                                    <a:pt x="799" y="360"/>
                                    <a:pt x="799" y="360"/>
                                  </a:cubicBezTo>
                                  <a:cubicBezTo>
                                    <a:pt x="800" y="360"/>
                                    <a:pt x="799" y="360"/>
                                    <a:pt x="799" y="360"/>
                                  </a:cubicBezTo>
                                  <a:cubicBezTo>
                                    <a:pt x="799" y="360"/>
                                    <a:pt x="800" y="361"/>
                                    <a:pt x="800" y="361"/>
                                  </a:cubicBezTo>
                                  <a:cubicBezTo>
                                    <a:pt x="800" y="361"/>
                                    <a:pt x="800" y="360"/>
                                    <a:pt x="800" y="360"/>
                                  </a:cubicBezTo>
                                  <a:cubicBezTo>
                                    <a:pt x="800" y="360"/>
                                    <a:pt x="800" y="360"/>
                                    <a:pt x="800" y="360"/>
                                  </a:cubicBezTo>
                                  <a:cubicBezTo>
                                    <a:pt x="800" y="360"/>
                                    <a:pt x="800" y="360"/>
                                    <a:pt x="801" y="360"/>
                                  </a:cubicBezTo>
                                  <a:cubicBezTo>
                                    <a:pt x="801" y="360"/>
                                    <a:pt x="801" y="360"/>
                                    <a:pt x="801" y="360"/>
                                  </a:cubicBezTo>
                                  <a:cubicBezTo>
                                    <a:pt x="801" y="360"/>
                                    <a:pt x="801" y="360"/>
                                    <a:pt x="801" y="359"/>
                                  </a:cubicBezTo>
                                  <a:cubicBezTo>
                                    <a:pt x="801" y="359"/>
                                    <a:pt x="801" y="359"/>
                                    <a:pt x="801" y="359"/>
                                  </a:cubicBezTo>
                                  <a:cubicBezTo>
                                    <a:pt x="801" y="359"/>
                                    <a:pt x="801" y="359"/>
                                    <a:pt x="802" y="359"/>
                                  </a:cubicBezTo>
                                  <a:cubicBezTo>
                                    <a:pt x="802" y="359"/>
                                    <a:pt x="802" y="359"/>
                                    <a:pt x="802" y="359"/>
                                  </a:cubicBezTo>
                                  <a:cubicBezTo>
                                    <a:pt x="802" y="359"/>
                                    <a:pt x="803" y="359"/>
                                    <a:pt x="803" y="359"/>
                                  </a:cubicBezTo>
                                  <a:cubicBezTo>
                                    <a:pt x="803" y="359"/>
                                    <a:pt x="803" y="358"/>
                                    <a:pt x="803" y="358"/>
                                  </a:cubicBezTo>
                                  <a:cubicBezTo>
                                    <a:pt x="803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7"/>
                                  </a:cubicBezTo>
                                  <a:cubicBezTo>
                                    <a:pt x="804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4" y="357"/>
                                  </a:cubicBezTo>
                                  <a:cubicBezTo>
                                    <a:pt x="804" y="357"/>
                                    <a:pt x="804" y="357"/>
                                    <a:pt x="804" y="357"/>
                                  </a:cubicBezTo>
                                  <a:cubicBezTo>
                                    <a:pt x="804" y="357"/>
                                    <a:pt x="805" y="357"/>
                                    <a:pt x="805" y="358"/>
                                  </a:cubicBezTo>
                                  <a:cubicBezTo>
                                    <a:pt x="806" y="358"/>
                                    <a:pt x="806" y="358"/>
                                    <a:pt x="806" y="357"/>
                                  </a:cubicBezTo>
                                  <a:cubicBezTo>
                                    <a:pt x="806" y="357"/>
                                    <a:pt x="806" y="357"/>
                                    <a:pt x="806" y="357"/>
                                  </a:cubicBezTo>
                                  <a:cubicBezTo>
                                    <a:pt x="807" y="357"/>
                                    <a:pt x="807" y="356"/>
                                    <a:pt x="808" y="356"/>
                                  </a:cubicBezTo>
                                  <a:cubicBezTo>
                                    <a:pt x="808" y="356"/>
                                    <a:pt x="808" y="356"/>
                                    <a:pt x="808" y="356"/>
                                  </a:cubicBezTo>
                                  <a:cubicBezTo>
                                    <a:pt x="808" y="355"/>
                                    <a:pt x="807" y="355"/>
                                    <a:pt x="807" y="355"/>
                                  </a:cubicBezTo>
                                  <a:cubicBezTo>
                                    <a:pt x="807" y="355"/>
                                    <a:pt x="807" y="356"/>
                                    <a:pt x="807" y="356"/>
                                  </a:cubicBezTo>
                                  <a:cubicBezTo>
                                    <a:pt x="807" y="356"/>
                                    <a:pt x="806" y="356"/>
                                    <a:pt x="806" y="356"/>
                                  </a:cubicBezTo>
                                  <a:cubicBezTo>
                                    <a:pt x="806" y="356"/>
                                    <a:pt x="806" y="356"/>
                                    <a:pt x="806" y="355"/>
                                  </a:cubicBezTo>
                                  <a:cubicBezTo>
                                    <a:pt x="806" y="355"/>
                                    <a:pt x="806" y="355"/>
                                    <a:pt x="806" y="355"/>
                                  </a:cubicBezTo>
                                  <a:cubicBezTo>
                                    <a:pt x="806" y="355"/>
                                    <a:pt x="807" y="355"/>
                                    <a:pt x="807" y="355"/>
                                  </a:cubicBezTo>
                                  <a:cubicBezTo>
                                    <a:pt x="806" y="355"/>
                                    <a:pt x="806" y="354"/>
                                    <a:pt x="806" y="354"/>
                                  </a:cubicBezTo>
                                  <a:cubicBezTo>
                                    <a:pt x="806" y="354"/>
                                    <a:pt x="806" y="354"/>
                                    <a:pt x="806" y="354"/>
                                  </a:cubicBezTo>
                                  <a:cubicBezTo>
                                    <a:pt x="806" y="353"/>
                                    <a:pt x="806" y="353"/>
                                    <a:pt x="806" y="353"/>
                                  </a:cubicBezTo>
                                  <a:cubicBezTo>
                                    <a:pt x="806" y="353"/>
                                    <a:pt x="805" y="352"/>
                                    <a:pt x="805" y="352"/>
                                  </a:cubicBezTo>
                                  <a:close/>
                                  <a:moveTo>
                                    <a:pt x="385" y="238"/>
                                  </a:moveTo>
                                  <a:cubicBezTo>
                                    <a:pt x="385" y="238"/>
                                    <a:pt x="384" y="236"/>
                                    <a:pt x="384" y="236"/>
                                  </a:cubicBezTo>
                                  <a:cubicBezTo>
                                    <a:pt x="383" y="236"/>
                                    <a:pt x="383" y="236"/>
                                    <a:pt x="383" y="236"/>
                                  </a:cubicBezTo>
                                  <a:cubicBezTo>
                                    <a:pt x="382" y="236"/>
                                    <a:pt x="382" y="236"/>
                                    <a:pt x="382" y="236"/>
                                  </a:cubicBezTo>
                                  <a:cubicBezTo>
                                    <a:pt x="382" y="236"/>
                                    <a:pt x="382" y="236"/>
                                    <a:pt x="382" y="236"/>
                                  </a:cubicBezTo>
                                  <a:cubicBezTo>
                                    <a:pt x="382" y="235"/>
                                    <a:pt x="382" y="235"/>
                                    <a:pt x="382" y="235"/>
                                  </a:cubicBezTo>
                                  <a:cubicBezTo>
                                    <a:pt x="382" y="235"/>
                                    <a:pt x="381" y="235"/>
                                    <a:pt x="381" y="235"/>
                                  </a:cubicBezTo>
                                  <a:cubicBezTo>
                                    <a:pt x="381" y="235"/>
                                    <a:pt x="380" y="233"/>
                                    <a:pt x="380" y="233"/>
                                  </a:cubicBezTo>
                                  <a:cubicBezTo>
                                    <a:pt x="379" y="233"/>
                                    <a:pt x="379" y="233"/>
                                    <a:pt x="379" y="233"/>
                                  </a:cubicBezTo>
                                  <a:cubicBezTo>
                                    <a:pt x="377" y="233"/>
                                    <a:pt x="377" y="233"/>
                                    <a:pt x="377" y="233"/>
                                  </a:cubicBezTo>
                                  <a:cubicBezTo>
                                    <a:pt x="377" y="233"/>
                                    <a:pt x="374" y="230"/>
                                    <a:pt x="374" y="230"/>
                                  </a:cubicBezTo>
                                  <a:cubicBezTo>
                                    <a:pt x="374" y="230"/>
                                    <a:pt x="372" y="230"/>
                                    <a:pt x="372" y="230"/>
                                  </a:cubicBezTo>
                                  <a:cubicBezTo>
                                    <a:pt x="372" y="228"/>
                                    <a:pt x="372" y="228"/>
                                    <a:pt x="372" y="228"/>
                                  </a:cubicBezTo>
                                  <a:cubicBezTo>
                                    <a:pt x="371" y="227"/>
                                    <a:pt x="371" y="227"/>
                                    <a:pt x="371" y="227"/>
                                  </a:cubicBezTo>
                                  <a:cubicBezTo>
                                    <a:pt x="371" y="226"/>
                                    <a:pt x="371" y="226"/>
                                    <a:pt x="371" y="226"/>
                                  </a:cubicBezTo>
                                  <a:cubicBezTo>
                                    <a:pt x="371" y="226"/>
                                    <a:pt x="371" y="226"/>
                                    <a:pt x="371" y="226"/>
                                  </a:cubicBezTo>
                                  <a:cubicBezTo>
                                    <a:pt x="371" y="225"/>
                                    <a:pt x="371" y="225"/>
                                    <a:pt x="371" y="225"/>
                                  </a:cubicBezTo>
                                  <a:cubicBezTo>
                                    <a:pt x="369" y="224"/>
                                    <a:pt x="369" y="224"/>
                                    <a:pt x="369" y="224"/>
                                  </a:cubicBezTo>
                                  <a:cubicBezTo>
                                    <a:pt x="369" y="224"/>
                                    <a:pt x="369" y="224"/>
                                    <a:pt x="369" y="224"/>
                                  </a:cubicBezTo>
                                  <a:cubicBezTo>
                                    <a:pt x="369" y="224"/>
                                    <a:pt x="370" y="223"/>
                                    <a:pt x="370" y="223"/>
                                  </a:cubicBezTo>
                                  <a:cubicBezTo>
                                    <a:pt x="362" y="208"/>
                                    <a:pt x="362" y="208"/>
                                    <a:pt x="362" y="208"/>
                                  </a:cubicBezTo>
                                  <a:cubicBezTo>
                                    <a:pt x="362" y="208"/>
                                    <a:pt x="362" y="208"/>
                                    <a:pt x="362" y="208"/>
                                  </a:cubicBezTo>
                                  <a:cubicBezTo>
                                    <a:pt x="359" y="204"/>
                                    <a:pt x="359" y="204"/>
                                    <a:pt x="359" y="204"/>
                                  </a:cubicBezTo>
                                  <a:cubicBezTo>
                                    <a:pt x="357" y="202"/>
                                    <a:pt x="357" y="202"/>
                                    <a:pt x="357" y="202"/>
                                  </a:cubicBezTo>
                                  <a:cubicBezTo>
                                    <a:pt x="356" y="201"/>
                                    <a:pt x="356" y="201"/>
                                    <a:pt x="356" y="201"/>
                                  </a:cubicBezTo>
                                  <a:cubicBezTo>
                                    <a:pt x="356" y="201"/>
                                    <a:pt x="356" y="201"/>
                                    <a:pt x="356" y="201"/>
                                  </a:cubicBezTo>
                                  <a:cubicBezTo>
                                    <a:pt x="355" y="199"/>
                                    <a:pt x="355" y="199"/>
                                    <a:pt x="355" y="199"/>
                                  </a:cubicBezTo>
                                  <a:cubicBezTo>
                                    <a:pt x="353" y="198"/>
                                    <a:pt x="353" y="198"/>
                                    <a:pt x="353" y="198"/>
                                  </a:cubicBezTo>
                                  <a:cubicBezTo>
                                    <a:pt x="353" y="197"/>
                                    <a:pt x="353" y="197"/>
                                    <a:pt x="353" y="197"/>
                                  </a:cubicBezTo>
                                  <a:cubicBezTo>
                                    <a:pt x="351" y="196"/>
                                    <a:pt x="351" y="196"/>
                                    <a:pt x="351" y="196"/>
                                  </a:cubicBezTo>
                                  <a:cubicBezTo>
                                    <a:pt x="351" y="195"/>
                                    <a:pt x="351" y="195"/>
                                    <a:pt x="351" y="195"/>
                                  </a:cubicBezTo>
                                  <a:cubicBezTo>
                                    <a:pt x="351" y="195"/>
                                    <a:pt x="351" y="195"/>
                                    <a:pt x="351" y="195"/>
                                  </a:cubicBezTo>
                                  <a:cubicBezTo>
                                    <a:pt x="351" y="194"/>
                                    <a:pt x="351" y="194"/>
                                    <a:pt x="351" y="194"/>
                                  </a:cubicBezTo>
                                  <a:cubicBezTo>
                                    <a:pt x="351" y="194"/>
                                    <a:pt x="351" y="194"/>
                                    <a:pt x="351" y="194"/>
                                  </a:cubicBezTo>
                                  <a:cubicBezTo>
                                    <a:pt x="351" y="193"/>
                                    <a:pt x="351" y="193"/>
                                    <a:pt x="351" y="193"/>
                                  </a:cubicBezTo>
                                  <a:cubicBezTo>
                                    <a:pt x="348" y="190"/>
                                    <a:pt x="348" y="190"/>
                                    <a:pt x="348" y="190"/>
                                  </a:cubicBezTo>
                                  <a:cubicBezTo>
                                    <a:pt x="348" y="190"/>
                                    <a:pt x="348" y="190"/>
                                    <a:pt x="348" y="190"/>
                                  </a:cubicBezTo>
                                  <a:cubicBezTo>
                                    <a:pt x="344" y="192"/>
                                    <a:pt x="344" y="192"/>
                                    <a:pt x="344" y="192"/>
                                  </a:cubicBezTo>
                                  <a:cubicBezTo>
                                    <a:pt x="342" y="192"/>
                                    <a:pt x="342" y="192"/>
                                    <a:pt x="342" y="192"/>
                                  </a:cubicBezTo>
                                  <a:cubicBezTo>
                                    <a:pt x="342" y="192"/>
                                    <a:pt x="342" y="192"/>
                                    <a:pt x="342" y="192"/>
                                  </a:cubicBezTo>
                                  <a:cubicBezTo>
                                    <a:pt x="343" y="193"/>
                                    <a:pt x="343" y="193"/>
                                    <a:pt x="343" y="193"/>
                                  </a:cubicBezTo>
                                  <a:cubicBezTo>
                                    <a:pt x="343" y="193"/>
                                    <a:pt x="343" y="193"/>
                                    <a:pt x="343" y="193"/>
                                  </a:cubicBezTo>
                                  <a:cubicBezTo>
                                    <a:pt x="343" y="193"/>
                                    <a:pt x="343" y="194"/>
                                    <a:pt x="343" y="194"/>
                                  </a:cubicBezTo>
                                  <a:cubicBezTo>
                                    <a:pt x="342" y="194"/>
                                    <a:pt x="342" y="194"/>
                                    <a:pt x="342" y="194"/>
                                  </a:cubicBezTo>
                                  <a:cubicBezTo>
                                    <a:pt x="342" y="196"/>
                                    <a:pt x="342" y="196"/>
                                    <a:pt x="342" y="196"/>
                                  </a:cubicBezTo>
                                  <a:cubicBezTo>
                                    <a:pt x="341" y="198"/>
                                    <a:pt x="341" y="198"/>
                                    <a:pt x="341" y="198"/>
                                  </a:cubicBezTo>
                                  <a:cubicBezTo>
                                    <a:pt x="339" y="198"/>
                                    <a:pt x="339" y="198"/>
                                    <a:pt x="339" y="198"/>
                                  </a:cubicBezTo>
                                  <a:cubicBezTo>
                                    <a:pt x="334" y="202"/>
                                    <a:pt x="334" y="202"/>
                                    <a:pt x="334" y="202"/>
                                  </a:cubicBezTo>
                                  <a:cubicBezTo>
                                    <a:pt x="334" y="197"/>
                                    <a:pt x="334" y="197"/>
                                    <a:pt x="334" y="197"/>
                                  </a:cubicBezTo>
                                  <a:cubicBezTo>
                                    <a:pt x="327" y="190"/>
                                    <a:pt x="327" y="190"/>
                                    <a:pt x="327" y="190"/>
                                  </a:cubicBezTo>
                                  <a:cubicBezTo>
                                    <a:pt x="327" y="189"/>
                                    <a:pt x="327" y="189"/>
                                    <a:pt x="327" y="189"/>
                                  </a:cubicBezTo>
                                  <a:cubicBezTo>
                                    <a:pt x="327" y="188"/>
                                    <a:pt x="327" y="188"/>
                                    <a:pt x="327" y="188"/>
                                  </a:cubicBezTo>
                                  <a:cubicBezTo>
                                    <a:pt x="324" y="187"/>
                                    <a:pt x="324" y="187"/>
                                    <a:pt x="324" y="187"/>
                                  </a:cubicBezTo>
                                  <a:cubicBezTo>
                                    <a:pt x="323" y="186"/>
                                    <a:pt x="323" y="186"/>
                                    <a:pt x="323" y="186"/>
                                  </a:cubicBezTo>
                                  <a:cubicBezTo>
                                    <a:pt x="323" y="186"/>
                                    <a:pt x="323" y="185"/>
                                    <a:pt x="323" y="185"/>
                                  </a:cubicBezTo>
                                  <a:cubicBezTo>
                                    <a:pt x="323" y="185"/>
                                    <a:pt x="324" y="184"/>
                                    <a:pt x="324" y="184"/>
                                  </a:cubicBezTo>
                                  <a:cubicBezTo>
                                    <a:pt x="324" y="183"/>
                                    <a:pt x="324" y="182"/>
                                    <a:pt x="324" y="182"/>
                                  </a:cubicBezTo>
                                  <a:cubicBezTo>
                                    <a:pt x="320" y="182"/>
                                    <a:pt x="320" y="182"/>
                                    <a:pt x="320" y="182"/>
                                  </a:cubicBezTo>
                                  <a:cubicBezTo>
                                    <a:pt x="318" y="185"/>
                                    <a:pt x="318" y="185"/>
                                    <a:pt x="318" y="185"/>
                                  </a:cubicBezTo>
                                  <a:cubicBezTo>
                                    <a:pt x="318" y="185"/>
                                    <a:pt x="315" y="183"/>
                                    <a:pt x="315" y="183"/>
                                  </a:cubicBezTo>
                                  <a:cubicBezTo>
                                    <a:pt x="315" y="183"/>
                                    <a:pt x="314" y="184"/>
                                    <a:pt x="314" y="184"/>
                                  </a:cubicBezTo>
                                  <a:cubicBezTo>
                                    <a:pt x="311" y="183"/>
                                    <a:pt x="311" y="183"/>
                                    <a:pt x="311" y="183"/>
                                  </a:cubicBezTo>
                                  <a:cubicBezTo>
                                    <a:pt x="311" y="33"/>
                                    <a:pt x="311" y="33"/>
                                    <a:pt x="311" y="33"/>
                                  </a:cubicBezTo>
                                  <a:cubicBezTo>
                                    <a:pt x="311" y="33"/>
                                    <a:pt x="311" y="33"/>
                                    <a:pt x="311" y="33"/>
                                  </a:cubicBezTo>
                                  <a:cubicBezTo>
                                    <a:pt x="311" y="33"/>
                                    <a:pt x="310" y="33"/>
                                    <a:pt x="310" y="33"/>
                                  </a:cubicBezTo>
                                  <a:cubicBezTo>
                                    <a:pt x="310" y="33"/>
                                    <a:pt x="310" y="33"/>
                                    <a:pt x="310" y="34"/>
                                  </a:cubicBezTo>
                                  <a:cubicBezTo>
                                    <a:pt x="309" y="34"/>
                                    <a:pt x="309" y="33"/>
                                    <a:pt x="309" y="33"/>
                                  </a:cubicBezTo>
                                  <a:cubicBezTo>
                                    <a:pt x="308" y="33"/>
                                    <a:pt x="308" y="33"/>
                                    <a:pt x="308" y="32"/>
                                  </a:cubicBezTo>
                                  <a:cubicBezTo>
                                    <a:pt x="307" y="32"/>
                                    <a:pt x="307" y="32"/>
                                    <a:pt x="307" y="31"/>
                                  </a:cubicBezTo>
                                  <a:cubicBezTo>
                                    <a:pt x="307" y="31"/>
                                    <a:pt x="306" y="32"/>
                                    <a:pt x="306" y="32"/>
                                  </a:cubicBezTo>
                                  <a:cubicBezTo>
                                    <a:pt x="306" y="32"/>
                                    <a:pt x="306" y="31"/>
                                    <a:pt x="307" y="31"/>
                                  </a:cubicBezTo>
                                  <a:cubicBezTo>
                                    <a:pt x="306" y="31"/>
                                    <a:pt x="305" y="31"/>
                                    <a:pt x="305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3" y="30"/>
                                    <a:pt x="303" y="29"/>
                                  </a:cubicBezTo>
                                  <a:cubicBezTo>
                                    <a:pt x="303" y="29"/>
                                    <a:pt x="303" y="29"/>
                                    <a:pt x="303" y="29"/>
                                  </a:cubicBezTo>
                                  <a:cubicBezTo>
                                    <a:pt x="303" y="29"/>
                                    <a:pt x="303" y="29"/>
                                    <a:pt x="303" y="29"/>
                                  </a:cubicBezTo>
                                  <a:cubicBezTo>
                                    <a:pt x="302" y="28"/>
                                    <a:pt x="302" y="28"/>
                                    <a:pt x="302" y="28"/>
                                  </a:cubicBezTo>
                                  <a:cubicBezTo>
                                    <a:pt x="302" y="28"/>
                                    <a:pt x="302" y="28"/>
                                    <a:pt x="301" y="28"/>
                                  </a:cubicBezTo>
                                  <a:cubicBezTo>
                                    <a:pt x="301" y="28"/>
                                    <a:pt x="301" y="27"/>
                                    <a:pt x="301" y="27"/>
                                  </a:cubicBezTo>
                                  <a:cubicBezTo>
                                    <a:pt x="301" y="27"/>
                                    <a:pt x="301" y="27"/>
                                    <a:pt x="301" y="27"/>
                                  </a:cubicBezTo>
                                  <a:cubicBezTo>
                                    <a:pt x="301" y="26"/>
                                    <a:pt x="301" y="26"/>
                                    <a:pt x="301" y="26"/>
                                  </a:cubicBezTo>
                                  <a:cubicBezTo>
                                    <a:pt x="300" y="26"/>
                                    <a:pt x="300" y="26"/>
                                    <a:pt x="300" y="26"/>
                                  </a:cubicBezTo>
                                  <a:cubicBezTo>
                                    <a:pt x="299" y="25"/>
                                    <a:pt x="299" y="25"/>
                                    <a:pt x="299" y="25"/>
                                  </a:cubicBezTo>
                                  <a:cubicBezTo>
                                    <a:pt x="299" y="25"/>
                                    <a:pt x="298" y="25"/>
                                    <a:pt x="298" y="25"/>
                                  </a:cubicBezTo>
                                  <a:cubicBezTo>
                                    <a:pt x="297" y="25"/>
                                    <a:pt x="297" y="25"/>
                                    <a:pt x="297" y="25"/>
                                  </a:cubicBezTo>
                                  <a:cubicBezTo>
                                    <a:pt x="297" y="25"/>
                                    <a:pt x="297" y="25"/>
                                    <a:pt x="297" y="25"/>
                                  </a:cubicBezTo>
                                  <a:cubicBezTo>
                                    <a:pt x="296" y="25"/>
                                    <a:pt x="296" y="25"/>
                                    <a:pt x="296" y="25"/>
                                  </a:cubicBezTo>
                                  <a:cubicBezTo>
                                    <a:pt x="296" y="25"/>
                                    <a:pt x="295" y="25"/>
                                    <a:pt x="295" y="25"/>
                                  </a:cubicBezTo>
                                  <a:cubicBezTo>
                                    <a:pt x="295" y="25"/>
                                    <a:pt x="294" y="25"/>
                                    <a:pt x="294" y="25"/>
                                  </a:cubicBezTo>
                                  <a:cubicBezTo>
                                    <a:pt x="294" y="25"/>
                                    <a:pt x="294" y="24"/>
                                    <a:pt x="294" y="24"/>
                                  </a:cubicBezTo>
                                  <a:cubicBezTo>
                                    <a:pt x="294" y="24"/>
                                    <a:pt x="293" y="24"/>
                                    <a:pt x="293" y="24"/>
                                  </a:cubicBezTo>
                                  <a:cubicBezTo>
                                    <a:pt x="293" y="24"/>
                                    <a:pt x="293" y="25"/>
                                    <a:pt x="293" y="25"/>
                                  </a:cubicBezTo>
                                  <a:cubicBezTo>
                                    <a:pt x="293" y="25"/>
                                    <a:pt x="293" y="25"/>
                                    <a:pt x="293" y="25"/>
                                  </a:cubicBezTo>
                                  <a:cubicBezTo>
                                    <a:pt x="292" y="25"/>
                                    <a:pt x="292" y="25"/>
                                    <a:pt x="291" y="25"/>
                                  </a:cubicBezTo>
                                  <a:cubicBezTo>
                                    <a:pt x="291" y="25"/>
                                    <a:pt x="291" y="26"/>
                                    <a:pt x="291" y="26"/>
                                  </a:cubicBezTo>
                                  <a:cubicBezTo>
                                    <a:pt x="290" y="26"/>
                                    <a:pt x="290" y="26"/>
                                    <a:pt x="289" y="26"/>
                                  </a:cubicBezTo>
                                  <a:cubicBezTo>
                                    <a:pt x="289" y="26"/>
                                    <a:pt x="289" y="27"/>
                                    <a:pt x="289" y="27"/>
                                  </a:cubicBezTo>
                                  <a:cubicBezTo>
                                    <a:pt x="288" y="27"/>
                                    <a:pt x="288" y="27"/>
                                    <a:pt x="288" y="27"/>
                                  </a:cubicBezTo>
                                  <a:cubicBezTo>
                                    <a:pt x="288" y="27"/>
                                    <a:pt x="288" y="27"/>
                                    <a:pt x="288" y="27"/>
                                  </a:cubicBezTo>
                                  <a:cubicBezTo>
                                    <a:pt x="287" y="27"/>
                                    <a:pt x="286" y="27"/>
                                    <a:pt x="285" y="27"/>
                                  </a:cubicBezTo>
                                  <a:cubicBezTo>
                                    <a:pt x="285" y="27"/>
                                    <a:pt x="285" y="27"/>
                                    <a:pt x="285" y="27"/>
                                  </a:cubicBezTo>
                                  <a:cubicBezTo>
                                    <a:pt x="285" y="27"/>
                                    <a:pt x="285" y="27"/>
                                    <a:pt x="285" y="27"/>
                                  </a:cubicBezTo>
                                  <a:cubicBezTo>
                                    <a:pt x="284" y="27"/>
                                    <a:pt x="283" y="27"/>
                                    <a:pt x="282" y="26"/>
                                  </a:cubicBezTo>
                                  <a:cubicBezTo>
                                    <a:pt x="282" y="26"/>
                                    <a:pt x="282" y="26"/>
                                    <a:pt x="282" y="26"/>
                                  </a:cubicBezTo>
                                  <a:cubicBezTo>
                                    <a:pt x="281" y="26"/>
                                    <a:pt x="281" y="26"/>
                                    <a:pt x="281" y="26"/>
                                  </a:cubicBezTo>
                                  <a:cubicBezTo>
                                    <a:pt x="281" y="26"/>
                                    <a:pt x="281" y="25"/>
                                    <a:pt x="281" y="25"/>
                                  </a:cubicBezTo>
                                  <a:cubicBezTo>
                                    <a:pt x="280" y="25"/>
                                    <a:pt x="280" y="25"/>
                                    <a:pt x="280" y="24"/>
                                  </a:cubicBezTo>
                                  <a:cubicBezTo>
                                    <a:pt x="280" y="24"/>
                                    <a:pt x="280" y="24"/>
                                    <a:pt x="280" y="24"/>
                                  </a:cubicBezTo>
                                  <a:cubicBezTo>
                                    <a:pt x="280" y="24"/>
                                    <a:pt x="279" y="24"/>
                                    <a:pt x="279" y="24"/>
                                  </a:cubicBezTo>
                                  <a:cubicBezTo>
                                    <a:pt x="279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4"/>
                                    <a:pt x="278" y="24"/>
                                    <a:pt x="278" y="24"/>
                                  </a:cubicBezTo>
                                  <a:cubicBezTo>
                                    <a:pt x="277" y="23"/>
                                    <a:pt x="276" y="23"/>
                                    <a:pt x="275" y="23"/>
                                  </a:cubicBezTo>
                                  <a:cubicBezTo>
                                    <a:pt x="274" y="23"/>
                                    <a:pt x="273" y="23"/>
                                    <a:pt x="272" y="23"/>
                                  </a:cubicBezTo>
                                  <a:cubicBezTo>
                                    <a:pt x="272" y="24"/>
                                    <a:pt x="271" y="24"/>
                                    <a:pt x="270" y="24"/>
                                  </a:cubicBezTo>
                                  <a:cubicBezTo>
                                    <a:pt x="270" y="24"/>
                                    <a:pt x="270" y="23"/>
                                    <a:pt x="269" y="23"/>
                                  </a:cubicBezTo>
                                  <a:cubicBezTo>
                                    <a:pt x="269" y="24"/>
                                    <a:pt x="269" y="24"/>
                                    <a:pt x="269" y="25"/>
                                  </a:cubicBezTo>
                                  <a:cubicBezTo>
                                    <a:pt x="269" y="25"/>
                                    <a:pt x="269" y="24"/>
                                    <a:pt x="269" y="24"/>
                                  </a:cubicBezTo>
                                  <a:cubicBezTo>
                                    <a:pt x="269" y="23"/>
                                    <a:pt x="269" y="23"/>
                                    <a:pt x="268" y="23"/>
                                  </a:cubicBezTo>
                                  <a:cubicBezTo>
                                    <a:pt x="268" y="23"/>
                                    <a:pt x="267" y="23"/>
                                    <a:pt x="267" y="23"/>
                                  </a:cubicBezTo>
                                  <a:cubicBezTo>
                                    <a:pt x="266" y="23"/>
                                    <a:pt x="266" y="22"/>
                                    <a:pt x="265" y="22"/>
                                  </a:cubicBezTo>
                                  <a:cubicBezTo>
                                    <a:pt x="265" y="22"/>
                                    <a:pt x="265" y="23"/>
                                    <a:pt x="265" y="23"/>
                                  </a:cubicBezTo>
                                  <a:cubicBezTo>
                                    <a:pt x="264" y="24"/>
                                    <a:pt x="263" y="24"/>
                                    <a:pt x="263" y="25"/>
                                  </a:cubicBezTo>
                                  <a:cubicBezTo>
                                    <a:pt x="262" y="26"/>
                                    <a:pt x="262" y="26"/>
                                    <a:pt x="261" y="27"/>
                                  </a:cubicBezTo>
                                  <a:cubicBezTo>
                                    <a:pt x="261" y="27"/>
                                    <a:pt x="260" y="27"/>
                                    <a:pt x="260" y="28"/>
                                  </a:cubicBezTo>
                                  <a:cubicBezTo>
                                    <a:pt x="260" y="29"/>
                                    <a:pt x="260" y="30"/>
                                    <a:pt x="260" y="30"/>
                                  </a:cubicBezTo>
                                  <a:cubicBezTo>
                                    <a:pt x="260" y="31"/>
                                    <a:pt x="260" y="32"/>
                                    <a:pt x="260" y="32"/>
                                  </a:cubicBezTo>
                                  <a:cubicBezTo>
                                    <a:pt x="261" y="33"/>
                                    <a:pt x="261" y="35"/>
                                    <a:pt x="262" y="36"/>
                                  </a:cubicBezTo>
                                  <a:cubicBezTo>
                                    <a:pt x="262" y="36"/>
                                    <a:pt x="262" y="37"/>
                                    <a:pt x="262" y="37"/>
                                  </a:cubicBezTo>
                                  <a:cubicBezTo>
                                    <a:pt x="262" y="37"/>
                                    <a:pt x="262" y="37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7"/>
                                    <a:pt x="262" y="37"/>
                                    <a:pt x="261" y="37"/>
                                  </a:cubicBezTo>
                                  <a:cubicBezTo>
                                    <a:pt x="261" y="36"/>
                                    <a:pt x="261" y="36"/>
                                    <a:pt x="261" y="36"/>
                                  </a:cubicBezTo>
                                  <a:cubicBezTo>
                                    <a:pt x="261" y="35"/>
                                    <a:pt x="261" y="35"/>
                                    <a:pt x="260" y="35"/>
                                  </a:cubicBezTo>
                                  <a:cubicBezTo>
                                    <a:pt x="260" y="33"/>
                                    <a:pt x="259" y="31"/>
                                    <a:pt x="260" y="29"/>
                                  </a:cubicBezTo>
                                  <a:cubicBezTo>
                                    <a:pt x="260" y="28"/>
                                    <a:pt x="260" y="27"/>
                                    <a:pt x="260" y="26"/>
                                  </a:cubicBezTo>
                                  <a:cubicBezTo>
                                    <a:pt x="260" y="26"/>
                                    <a:pt x="261" y="25"/>
                                    <a:pt x="261" y="24"/>
                                  </a:cubicBezTo>
                                  <a:cubicBezTo>
                                    <a:pt x="261" y="24"/>
                                    <a:pt x="262" y="23"/>
                                    <a:pt x="262" y="22"/>
                                  </a:cubicBezTo>
                                  <a:cubicBezTo>
                                    <a:pt x="262" y="22"/>
                                    <a:pt x="262" y="22"/>
                                    <a:pt x="262" y="22"/>
                                  </a:cubicBezTo>
                                  <a:cubicBezTo>
                                    <a:pt x="263" y="22"/>
                                    <a:pt x="263" y="21"/>
                                    <a:pt x="263" y="21"/>
                                  </a:cubicBezTo>
                                  <a:cubicBezTo>
                                    <a:pt x="263" y="21"/>
                                    <a:pt x="263" y="20"/>
                                    <a:pt x="263" y="20"/>
                                  </a:cubicBezTo>
                                  <a:cubicBezTo>
                                    <a:pt x="263" y="20"/>
                                    <a:pt x="262" y="21"/>
                                    <a:pt x="262" y="21"/>
                                  </a:cubicBezTo>
                                  <a:cubicBezTo>
                                    <a:pt x="262" y="21"/>
                                    <a:pt x="262" y="20"/>
                                    <a:pt x="262" y="21"/>
                                  </a:cubicBezTo>
                                  <a:cubicBezTo>
                                    <a:pt x="261" y="21"/>
                                    <a:pt x="261" y="21"/>
                                    <a:pt x="261" y="21"/>
                                  </a:cubicBezTo>
                                  <a:cubicBezTo>
                                    <a:pt x="261" y="20"/>
                                    <a:pt x="261" y="20"/>
                                    <a:pt x="261" y="20"/>
                                  </a:cubicBezTo>
                                  <a:cubicBezTo>
                                    <a:pt x="261" y="20"/>
                                    <a:pt x="261" y="19"/>
                                    <a:pt x="261" y="19"/>
                                  </a:cubicBezTo>
                                  <a:cubicBezTo>
                                    <a:pt x="261" y="19"/>
                                    <a:pt x="261" y="19"/>
                                    <a:pt x="261" y="19"/>
                                  </a:cubicBezTo>
                                  <a:cubicBezTo>
                                    <a:pt x="261" y="19"/>
                                    <a:pt x="261" y="19"/>
                                    <a:pt x="261" y="19"/>
                                  </a:cubicBezTo>
                                  <a:cubicBezTo>
                                    <a:pt x="260" y="19"/>
                                    <a:pt x="260" y="19"/>
                                    <a:pt x="260" y="19"/>
                                  </a:cubicBezTo>
                                  <a:cubicBezTo>
                                    <a:pt x="259" y="19"/>
                                    <a:pt x="259" y="19"/>
                                    <a:pt x="259" y="19"/>
                                  </a:cubicBezTo>
                                  <a:cubicBezTo>
                                    <a:pt x="259" y="19"/>
                                    <a:pt x="259" y="19"/>
                                    <a:pt x="259" y="19"/>
                                  </a:cubicBezTo>
                                  <a:cubicBezTo>
                                    <a:pt x="258" y="20"/>
                                    <a:pt x="258" y="20"/>
                                    <a:pt x="258" y="21"/>
                                  </a:cubicBezTo>
                                  <a:cubicBezTo>
                                    <a:pt x="258" y="21"/>
                                    <a:pt x="258" y="22"/>
                                    <a:pt x="258" y="23"/>
                                  </a:cubicBezTo>
                                  <a:cubicBezTo>
                                    <a:pt x="258" y="23"/>
                                    <a:pt x="258" y="24"/>
                                    <a:pt x="257" y="24"/>
                                  </a:cubicBezTo>
                                  <a:cubicBezTo>
                                    <a:pt x="257" y="25"/>
                                    <a:pt x="257" y="25"/>
                                    <a:pt x="256" y="25"/>
                                  </a:cubicBezTo>
                                  <a:cubicBezTo>
                                    <a:pt x="256" y="25"/>
                                    <a:pt x="256" y="26"/>
                                    <a:pt x="256" y="26"/>
                                  </a:cubicBezTo>
                                  <a:cubicBezTo>
                                    <a:pt x="256" y="26"/>
                                    <a:pt x="255" y="26"/>
                                    <a:pt x="255" y="26"/>
                                  </a:cubicBezTo>
                                  <a:cubicBezTo>
                                    <a:pt x="255" y="26"/>
                                    <a:pt x="255" y="26"/>
                                    <a:pt x="255" y="26"/>
                                  </a:cubicBezTo>
                                  <a:cubicBezTo>
                                    <a:pt x="256" y="25"/>
                                    <a:pt x="256" y="25"/>
                                    <a:pt x="256" y="24"/>
                                  </a:cubicBezTo>
                                  <a:cubicBezTo>
                                    <a:pt x="257" y="24"/>
                                    <a:pt x="257" y="23"/>
                                    <a:pt x="257" y="23"/>
                                  </a:cubicBezTo>
                                  <a:cubicBezTo>
                                    <a:pt x="258" y="22"/>
                                    <a:pt x="258" y="21"/>
                                    <a:pt x="258" y="21"/>
                                  </a:cubicBezTo>
                                  <a:cubicBezTo>
                                    <a:pt x="258" y="21"/>
                                    <a:pt x="257" y="20"/>
                                    <a:pt x="258" y="20"/>
                                  </a:cubicBezTo>
                                  <a:cubicBezTo>
                                    <a:pt x="258" y="20"/>
                                    <a:pt x="258" y="20"/>
                                    <a:pt x="258" y="19"/>
                                  </a:cubicBezTo>
                                  <a:cubicBezTo>
                                    <a:pt x="258" y="19"/>
                                    <a:pt x="258" y="19"/>
                                    <a:pt x="258" y="18"/>
                                  </a:cubicBezTo>
                                  <a:cubicBezTo>
                                    <a:pt x="258" y="18"/>
                                    <a:pt x="258" y="18"/>
                                    <a:pt x="258" y="18"/>
                                  </a:cubicBezTo>
                                  <a:cubicBezTo>
                                    <a:pt x="258" y="18"/>
                                    <a:pt x="258" y="18"/>
                                    <a:pt x="258" y="18"/>
                                  </a:cubicBezTo>
                                  <a:cubicBezTo>
                                    <a:pt x="257" y="18"/>
                                    <a:pt x="257" y="17"/>
                                    <a:pt x="257" y="17"/>
                                  </a:cubicBezTo>
                                  <a:cubicBezTo>
                                    <a:pt x="256" y="17"/>
                                    <a:pt x="254" y="17"/>
                                    <a:pt x="253" y="17"/>
                                  </a:cubicBezTo>
                                  <a:cubicBezTo>
                                    <a:pt x="253" y="17"/>
                                    <a:pt x="253" y="17"/>
                                    <a:pt x="252" y="17"/>
                                  </a:cubicBezTo>
                                  <a:cubicBezTo>
                                    <a:pt x="252" y="17"/>
                                    <a:pt x="252" y="17"/>
                                    <a:pt x="252" y="17"/>
                                  </a:cubicBezTo>
                                  <a:cubicBezTo>
                                    <a:pt x="252" y="17"/>
                                    <a:pt x="252" y="17"/>
                                    <a:pt x="252" y="17"/>
                                  </a:cubicBezTo>
                                  <a:cubicBezTo>
                                    <a:pt x="252" y="17"/>
                                    <a:pt x="251" y="17"/>
                                    <a:pt x="251" y="17"/>
                                  </a:cubicBezTo>
                                  <a:cubicBezTo>
                                    <a:pt x="251" y="18"/>
                                    <a:pt x="251" y="18"/>
                                    <a:pt x="250" y="18"/>
                                  </a:cubicBezTo>
                                  <a:cubicBezTo>
                                    <a:pt x="250" y="18"/>
                                    <a:pt x="250" y="18"/>
                                    <a:pt x="250" y="18"/>
                                  </a:cubicBezTo>
                                  <a:cubicBezTo>
                                    <a:pt x="249" y="19"/>
                                    <a:pt x="248" y="19"/>
                                    <a:pt x="248" y="19"/>
                                  </a:cubicBezTo>
                                  <a:cubicBezTo>
                                    <a:pt x="247" y="19"/>
                                    <a:pt x="247" y="20"/>
                                    <a:pt x="247" y="20"/>
                                  </a:cubicBezTo>
                                  <a:cubicBezTo>
                                    <a:pt x="247" y="20"/>
                                    <a:pt x="247" y="20"/>
                                    <a:pt x="246" y="21"/>
                                  </a:cubicBezTo>
                                  <a:cubicBezTo>
                                    <a:pt x="246" y="21"/>
                                    <a:pt x="246" y="21"/>
                                    <a:pt x="246" y="21"/>
                                  </a:cubicBezTo>
                                  <a:cubicBezTo>
                                    <a:pt x="246" y="22"/>
                                    <a:pt x="245" y="22"/>
                                    <a:pt x="245" y="21"/>
                                  </a:cubicBezTo>
                                  <a:cubicBezTo>
                                    <a:pt x="245" y="21"/>
                                    <a:pt x="245" y="21"/>
                                    <a:pt x="245" y="21"/>
                                  </a:cubicBezTo>
                                  <a:cubicBezTo>
                                    <a:pt x="246" y="20"/>
                                    <a:pt x="246" y="20"/>
                                    <a:pt x="246" y="20"/>
                                  </a:cubicBezTo>
                                  <a:cubicBezTo>
                                    <a:pt x="246" y="20"/>
                                    <a:pt x="246" y="20"/>
                                    <a:pt x="246" y="19"/>
                                  </a:cubicBezTo>
                                  <a:cubicBezTo>
                                    <a:pt x="246" y="19"/>
                                    <a:pt x="246" y="19"/>
                                    <a:pt x="247" y="18"/>
                                  </a:cubicBezTo>
                                  <a:cubicBezTo>
                                    <a:pt x="247" y="18"/>
                                    <a:pt x="247" y="18"/>
                                    <a:pt x="246" y="18"/>
                                  </a:cubicBezTo>
                                  <a:cubicBezTo>
                                    <a:pt x="247" y="18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6" y="17"/>
                                    <a:pt x="246" y="17"/>
                                  </a:cubicBezTo>
                                  <a:cubicBezTo>
                                    <a:pt x="246" y="17"/>
                                    <a:pt x="246" y="17"/>
                                    <a:pt x="245" y="17"/>
                                  </a:cubicBezTo>
                                  <a:cubicBezTo>
                                    <a:pt x="245" y="18"/>
                                    <a:pt x="245" y="18"/>
                                    <a:pt x="244" y="18"/>
                                  </a:cubicBezTo>
                                  <a:cubicBezTo>
                                    <a:pt x="244" y="19"/>
                                    <a:pt x="244" y="19"/>
                                    <a:pt x="244" y="19"/>
                                  </a:cubicBezTo>
                                  <a:cubicBezTo>
                                    <a:pt x="244" y="19"/>
                                    <a:pt x="244" y="19"/>
                                    <a:pt x="244" y="19"/>
                                  </a:cubicBezTo>
                                  <a:cubicBezTo>
                                    <a:pt x="244" y="19"/>
                                    <a:pt x="243" y="19"/>
                                    <a:pt x="243" y="19"/>
                                  </a:cubicBezTo>
                                  <a:cubicBezTo>
                                    <a:pt x="243" y="19"/>
                                    <a:pt x="243" y="19"/>
                                    <a:pt x="243" y="19"/>
                                  </a:cubicBezTo>
                                  <a:cubicBezTo>
                                    <a:pt x="242" y="19"/>
                                    <a:pt x="242" y="19"/>
                                    <a:pt x="242" y="18"/>
                                  </a:cubicBezTo>
                                  <a:cubicBezTo>
                                    <a:pt x="241" y="18"/>
                                    <a:pt x="241" y="18"/>
                                    <a:pt x="240" y="18"/>
                                  </a:cubicBezTo>
                                  <a:cubicBezTo>
                                    <a:pt x="240" y="18"/>
                                    <a:pt x="239" y="18"/>
                                    <a:pt x="238" y="18"/>
                                  </a:cubicBezTo>
                                  <a:cubicBezTo>
                                    <a:pt x="238" y="18"/>
                                    <a:pt x="238" y="18"/>
                                    <a:pt x="239" y="17"/>
                                  </a:cubicBezTo>
                                  <a:cubicBezTo>
                                    <a:pt x="239" y="17"/>
                                    <a:pt x="239" y="16"/>
                                    <a:pt x="239" y="16"/>
                                  </a:cubicBezTo>
                                  <a:cubicBezTo>
                                    <a:pt x="239" y="16"/>
                                    <a:pt x="239" y="16"/>
                                    <a:pt x="238" y="16"/>
                                  </a:cubicBezTo>
                                  <a:cubicBezTo>
                                    <a:pt x="237" y="16"/>
                                    <a:pt x="237" y="16"/>
                                    <a:pt x="236" y="16"/>
                                  </a:cubicBezTo>
                                  <a:cubicBezTo>
                                    <a:pt x="236" y="16"/>
                                    <a:pt x="235" y="16"/>
                                    <a:pt x="234" y="16"/>
                                  </a:cubicBezTo>
                                  <a:cubicBezTo>
                                    <a:pt x="234" y="15"/>
                                    <a:pt x="235" y="15"/>
                                    <a:pt x="235" y="15"/>
                                  </a:cubicBezTo>
                                  <a:cubicBezTo>
                                    <a:pt x="236" y="15"/>
                                    <a:pt x="236" y="15"/>
                                    <a:pt x="237" y="15"/>
                                  </a:cubicBezTo>
                                  <a:cubicBezTo>
                                    <a:pt x="237" y="15"/>
                                    <a:pt x="237" y="15"/>
                                    <a:pt x="237" y="15"/>
                                  </a:cubicBezTo>
                                  <a:cubicBezTo>
                                    <a:pt x="237" y="15"/>
                                    <a:pt x="237" y="15"/>
                                    <a:pt x="236" y="15"/>
                                  </a:cubicBezTo>
                                  <a:cubicBezTo>
                                    <a:pt x="236" y="15"/>
                                    <a:pt x="236" y="15"/>
                                    <a:pt x="236" y="14"/>
                                  </a:cubicBezTo>
                                  <a:cubicBezTo>
                                    <a:pt x="235" y="14"/>
                                    <a:pt x="235" y="14"/>
                                    <a:pt x="235" y="14"/>
                                  </a:cubicBezTo>
                                  <a:cubicBezTo>
                                    <a:pt x="235" y="13"/>
                                    <a:pt x="235" y="13"/>
                                    <a:pt x="235" y="12"/>
                                  </a:cubicBezTo>
                                  <a:cubicBezTo>
                                    <a:pt x="235" y="12"/>
                                    <a:pt x="236" y="11"/>
                                    <a:pt x="236" y="11"/>
                                  </a:cubicBezTo>
                                  <a:cubicBezTo>
                                    <a:pt x="236" y="11"/>
                                    <a:pt x="236" y="10"/>
                                    <a:pt x="236" y="10"/>
                                  </a:cubicBezTo>
                                  <a:cubicBezTo>
                                    <a:pt x="236" y="10"/>
                                    <a:pt x="236" y="10"/>
                                    <a:pt x="236" y="10"/>
                                  </a:cubicBezTo>
                                  <a:cubicBezTo>
                                    <a:pt x="235" y="10"/>
                                    <a:pt x="234" y="9"/>
                                    <a:pt x="233" y="9"/>
                                  </a:cubicBezTo>
                                  <a:cubicBezTo>
                                    <a:pt x="233" y="9"/>
                                    <a:pt x="233" y="10"/>
                                    <a:pt x="233" y="10"/>
                                  </a:cubicBezTo>
                                  <a:cubicBezTo>
                                    <a:pt x="233" y="10"/>
                                    <a:pt x="233" y="10"/>
                                    <a:pt x="233" y="9"/>
                                  </a:cubicBezTo>
                                  <a:cubicBezTo>
                                    <a:pt x="232" y="9"/>
                                    <a:pt x="232" y="9"/>
                                    <a:pt x="231" y="9"/>
                                  </a:cubicBezTo>
                                  <a:cubicBezTo>
                                    <a:pt x="231" y="8"/>
                                    <a:pt x="230" y="8"/>
                                    <a:pt x="229" y="8"/>
                                  </a:cubicBezTo>
                                  <a:cubicBezTo>
                                    <a:pt x="229" y="8"/>
                                    <a:pt x="229" y="9"/>
                                    <a:pt x="228" y="9"/>
                                  </a:cubicBezTo>
                                  <a:cubicBezTo>
                                    <a:pt x="227" y="9"/>
                                    <a:pt x="226" y="9"/>
                                    <a:pt x="225" y="9"/>
                                  </a:cubicBezTo>
                                  <a:cubicBezTo>
                                    <a:pt x="225" y="10"/>
                                    <a:pt x="224" y="10"/>
                                    <a:pt x="224" y="11"/>
                                  </a:cubicBezTo>
                                  <a:cubicBezTo>
                                    <a:pt x="224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2" y="11"/>
                                    <a:pt x="222" y="11"/>
                                  </a:cubicBezTo>
                                  <a:cubicBezTo>
                                    <a:pt x="222" y="12"/>
                                    <a:pt x="222" y="12"/>
                                    <a:pt x="221" y="12"/>
                                  </a:cubicBezTo>
                                  <a:cubicBezTo>
                                    <a:pt x="221" y="12"/>
                                    <a:pt x="221" y="12"/>
                                    <a:pt x="221" y="12"/>
                                  </a:cubicBezTo>
                                  <a:cubicBezTo>
                                    <a:pt x="221" y="12"/>
                                    <a:pt x="220" y="12"/>
                                    <a:pt x="221" y="12"/>
                                  </a:cubicBezTo>
                                  <a:cubicBezTo>
                                    <a:pt x="220" y="12"/>
                                    <a:pt x="220" y="12"/>
                                    <a:pt x="220" y="12"/>
                                  </a:cubicBezTo>
                                  <a:cubicBezTo>
                                    <a:pt x="220" y="11"/>
                                    <a:pt x="220" y="11"/>
                                    <a:pt x="220" y="11"/>
                                  </a:cubicBezTo>
                                  <a:cubicBezTo>
                                    <a:pt x="221" y="11"/>
                                    <a:pt x="221" y="11"/>
                                    <a:pt x="221" y="10"/>
                                  </a:cubicBezTo>
                                  <a:cubicBezTo>
                                    <a:pt x="221" y="10"/>
                                    <a:pt x="220" y="10"/>
                                    <a:pt x="220" y="10"/>
                                  </a:cubicBezTo>
                                  <a:cubicBezTo>
                                    <a:pt x="220" y="10"/>
                                    <a:pt x="220" y="9"/>
                                    <a:pt x="220" y="9"/>
                                  </a:cubicBezTo>
                                  <a:cubicBezTo>
                                    <a:pt x="220" y="9"/>
                                    <a:pt x="220" y="9"/>
                                    <a:pt x="220" y="9"/>
                                  </a:cubicBezTo>
                                  <a:cubicBezTo>
                                    <a:pt x="220" y="8"/>
                                    <a:pt x="220" y="8"/>
                                    <a:pt x="220" y="7"/>
                                  </a:cubicBezTo>
                                  <a:cubicBezTo>
                                    <a:pt x="220" y="7"/>
                                    <a:pt x="220" y="6"/>
                                    <a:pt x="220" y="6"/>
                                  </a:cubicBezTo>
                                  <a:cubicBezTo>
                                    <a:pt x="220" y="6"/>
                                    <a:pt x="220" y="6"/>
                                    <a:pt x="220" y="6"/>
                                  </a:cubicBezTo>
                                  <a:cubicBezTo>
                                    <a:pt x="220" y="6"/>
                                    <a:pt x="220" y="6"/>
                                    <a:pt x="220" y="6"/>
                                  </a:cubicBezTo>
                                  <a:cubicBezTo>
                                    <a:pt x="219" y="5"/>
                                    <a:pt x="219" y="5"/>
                                    <a:pt x="218" y="5"/>
                                  </a:cubicBezTo>
                                  <a:cubicBezTo>
                                    <a:pt x="218" y="5"/>
                                    <a:pt x="217" y="4"/>
                                    <a:pt x="217" y="4"/>
                                  </a:cubicBezTo>
                                  <a:cubicBezTo>
                                    <a:pt x="217" y="4"/>
                                    <a:pt x="217" y="4"/>
                                    <a:pt x="217" y="4"/>
                                  </a:cubicBezTo>
                                  <a:cubicBezTo>
                                    <a:pt x="217" y="4"/>
                                    <a:pt x="217" y="5"/>
                                    <a:pt x="217" y="5"/>
                                  </a:cubicBezTo>
                                  <a:cubicBezTo>
                                    <a:pt x="218" y="5"/>
                                    <a:pt x="218" y="5"/>
                                    <a:pt x="217" y="5"/>
                                  </a:cubicBezTo>
                                  <a:cubicBezTo>
                                    <a:pt x="217" y="5"/>
                                    <a:pt x="217" y="5"/>
                                    <a:pt x="217" y="5"/>
                                  </a:cubicBezTo>
                                  <a:cubicBezTo>
                                    <a:pt x="217" y="5"/>
                                    <a:pt x="216" y="4"/>
                                    <a:pt x="216" y="4"/>
                                  </a:cubicBezTo>
                                  <a:cubicBezTo>
                                    <a:pt x="216" y="4"/>
                                    <a:pt x="216" y="5"/>
                                    <a:pt x="216" y="5"/>
                                  </a:cubicBezTo>
                                  <a:cubicBezTo>
                                    <a:pt x="216" y="5"/>
                                    <a:pt x="216" y="5"/>
                                    <a:pt x="216" y="5"/>
                                  </a:cubicBezTo>
                                  <a:cubicBezTo>
                                    <a:pt x="216" y="6"/>
                                    <a:pt x="217" y="6"/>
                                    <a:pt x="217" y="6"/>
                                  </a:cubicBezTo>
                                  <a:cubicBezTo>
                                    <a:pt x="216" y="7"/>
                                    <a:pt x="216" y="7"/>
                                    <a:pt x="216" y="7"/>
                                  </a:cubicBezTo>
                                  <a:cubicBezTo>
                                    <a:pt x="216" y="7"/>
                                    <a:pt x="216" y="6"/>
                                    <a:pt x="216" y="6"/>
                                  </a:cubicBezTo>
                                  <a:cubicBezTo>
                                    <a:pt x="215" y="7"/>
                                    <a:pt x="215" y="7"/>
                                    <a:pt x="214" y="8"/>
                                  </a:cubicBezTo>
                                  <a:cubicBezTo>
                                    <a:pt x="214" y="8"/>
                                    <a:pt x="214" y="9"/>
                                    <a:pt x="214" y="9"/>
                                  </a:cubicBezTo>
                                  <a:cubicBezTo>
                                    <a:pt x="214" y="10"/>
                                    <a:pt x="214" y="10"/>
                                    <a:pt x="213" y="10"/>
                                  </a:cubicBezTo>
                                  <a:cubicBezTo>
                                    <a:pt x="213" y="10"/>
                                    <a:pt x="213" y="10"/>
                                    <a:pt x="213" y="10"/>
                                  </a:cubicBezTo>
                                  <a:cubicBezTo>
                                    <a:pt x="212" y="10"/>
                                    <a:pt x="212" y="10"/>
                                    <a:pt x="211" y="10"/>
                                  </a:cubicBezTo>
                                  <a:cubicBezTo>
                                    <a:pt x="211" y="10"/>
                                    <a:pt x="211" y="11"/>
                                    <a:pt x="211" y="10"/>
                                  </a:cubicBezTo>
                                  <a:cubicBezTo>
                                    <a:pt x="211" y="10"/>
                                    <a:pt x="211" y="10"/>
                                    <a:pt x="211" y="10"/>
                                  </a:cubicBezTo>
                                  <a:cubicBezTo>
                                    <a:pt x="211" y="10"/>
                                    <a:pt x="211" y="10"/>
                                    <a:pt x="211" y="10"/>
                                  </a:cubicBezTo>
                                  <a:cubicBezTo>
                                    <a:pt x="211" y="9"/>
                                    <a:pt x="211" y="10"/>
                                    <a:pt x="211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1" y="9"/>
                                    <a:pt x="211" y="9"/>
                                    <a:pt x="211" y="9"/>
                                  </a:cubicBezTo>
                                  <a:cubicBezTo>
                                    <a:pt x="211" y="9"/>
                                    <a:pt x="211" y="9"/>
                                    <a:pt x="211" y="9"/>
                                  </a:cubicBezTo>
                                  <a:cubicBezTo>
                                    <a:pt x="211" y="9"/>
                                    <a:pt x="211" y="8"/>
                                    <a:pt x="211" y="8"/>
                                  </a:cubicBezTo>
                                  <a:cubicBezTo>
                                    <a:pt x="211" y="8"/>
                                    <a:pt x="211" y="8"/>
                                    <a:pt x="211" y="8"/>
                                  </a:cubicBezTo>
                                  <a:cubicBezTo>
                                    <a:pt x="210" y="8"/>
                                    <a:pt x="210" y="8"/>
                                    <a:pt x="210" y="8"/>
                                  </a:cubicBezTo>
                                  <a:cubicBezTo>
                                    <a:pt x="210" y="8"/>
                                    <a:pt x="210" y="8"/>
                                    <a:pt x="210" y="8"/>
                                  </a:cubicBezTo>
                                  <a:cubicBezTo>
                                    <a:pt x="210" y="8"/>
                                    <a:pt x="210" y="8"/>
                                    <a:pt x="211" y="8"/>
                                  </a:cubicBezTo>
                                  <a:cubicBezTo>
                                    <a:pt x="211" y="8"/>
                                    <a:pt x="211" y="8"/>
                                    <a:pt x="211" y="8"/>
                                  </a:cubicBezTo>
                                  <a:cubicBezTo>
                                    <a:pt x="211" y="7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7"/>
                                    <a:pt x="213" y="7"/>
                                  </a:cubicBezTo>
                                  <a:cubicBezTo>
                                    <a:pt x="213" y="7"/>
                                    <a:pt x="213" y="7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4"/>
                                    <a:pt x="214" y="4"/>
                                    <a:pt x="214" y="4"/>
                                  </a:cubicBezTo>
                                  <a:cubicBezTo>
                                    <a:pt x="214" y="3"/>
                                    <a:pt x="214" y="3"/>
                                    <a:pt x="214" y="3"/>
                                  </a:cubicBezTo>
                                  <a:cubicBezTo>
                                    <a:pt x="214" y="3"/>
                                    <a:pt x="214" y="3"/>
                                    <a:pt x="213" y="3"/>
                                  </a:cubicBezTo>
                                  <a:cubicBezTo>
                                    <a:pt x="213" y="3"/>
                                    <a:pt x="213" y="3"/>
                                    <a:pt x="213" y="3"/>
                                  </a:cubicBezTo>
                                  <a:cubicBezTo>
                                    <a:pt x="213" y="3"/>
                                    <a:pt x="212" y="3"/>
                                    <a:pt x="212" y="2"/>
                                  </a:cubicBezTo>
                                  <a:cubicBezTo>
                                    <a:pt x="212" y="2"/>
                                    <a:pt x="211" y="3"/>
                                    <a:pt x="211" y="3"/>
                                  </a:cubicBezTo>
                                  <a:cubicBezTo>
                                    <a:pt x="211" y="3"/>
                                    <a:pt x="211" y="3"/>
                                    <a:pt x="210" y="3"/>
                                  </a:cubicBezTo>
                                  <a:cubicBezTo>
                                    <a:pt x="210" y="3"/>
                                    <a:pt x="211" y="3"/>
                                    <a:pt x="211" y="2"/>
                                  </a:cubicBezTo>
                                  <a:cubicBezTo>
                                    <a:pt x="211" y="2"/>
                                    <a:pt x="211" y="2"/>
                                    <a:pt x="211" y="2"/>
                                  </a:cubicBezTo>
                                  <a:cubicBezTo>
                                    <a:pt x="210" y="2"/>
                                    <a:pt x="210" y="2"/>
                                    <a:pt x="210" y="1"/>
                                  </a:cubicBezTo>
                                  <a:cubicBezTo>
                                    <a:pt x="210" y="1"/>
                                    <a:pt x="210" y="1"/>
                                    <a:pt x="210" y="1"/>
                                  </a:cubicBezTo>
                                  <a:cubicBezTo>
                                    <a:pt x="210" y="1"/>
                                    <a:pt x="210" y="1"/>
                                    <a:pt x="209" y="1"/>
                                  </a:cubicBezTo>
                                  <a:cubicBezTo>
                                    <a:pt x="209" y="1"/>
                                    <a:pt x="208" y="1"/>
                                    <a:pt x="208" y="1"/>
                                  </a:cubicBezTo>
                                  <a:cubicBezTo>
                                    <a:pt x="208" y="1"/>
                                    <a:pt x="207" y="0"/>
                                    <a:pt x="207" y="0"/>
                                  </a:cubicBezTo>
                                  <a:cubicBezTo>
                                    <a:pt x="207" y="0"/>
                                    <a:pt x="207" y="0"/>
                                    <a:pt x="207" y="0"/>
                                  </a:cubicBezTo>
                                  <a:cubicBezTo>
                                    <a:pt x="205" y="1"/>
                                    <a:pt x="204" y="3"/>
                                    <a:pt x="203" y="5"/>
                                  </a:cubicBezTo>
                                  <a:cubicBezTo>
                                    <a:pt x="202" y="7"/>
                                    <a:pt x="200" y="9"/>
                                    <a:pt x="198" y="10"/>
                                  </a:cubicBezTo>
                                  <a:cubicBezTo>
                                    <a:pt x="197" y="10"/>
                                    <a:pt x="196" y="10"/>
                                    <a:pt x="196" y="10"/>
                                  </a:cubicBezTo>
                                  <a:cubicBezTo>
                                    <a:pt x="195" y="10"/>
                                    <a:pt x="195" y="11"/>
                                    <a:pt x="195" y="11"/>
                                  </a:cubicBezTo>
                                  <a:cubicBezTo>
                                    <a:pt x="195" y="11"/>
                                    <a:pt x="195" y="11"/>
                                    <a:pt x="194" y="11"/>
                                  </a:cubicBezTo>
                                  <a:cubicBezTo>
                                    <a:pt x="194" y="10"/>
                                    <a:pt x="193" y="11"/>
                                    <a:pt x="193" y="11"/>
                                  </a:cubicBezTo>
                                  <a:cubicBezTo>
                                    <a:pt x="192" y="11"/>
                                    <a:pt x="192" y="11"/>
                                    <a:pt x="191" y="11"/>
                                  </a:cubicBezTo>
                                  <a:cubicBezTo>
                                    <a:pt x="191" y="11"/>
                                    <a:pt x="191" y="11"/>
                                    <a:pt x="191" y="11"/>
                                  </a:cubicBezTo>
                                  <a:cubicBezTo>
                                    <a:pt x="191" y="11"/>
                                    <a:pt x="190" y="11"/>
                                    <a:pt x="190" y="11"/>
                                  </a:cubicBezTo>
                                  <a:cubicBezTo>
                                    <a:pt x="190" y="11"/>
                                    <a:pt x="189" y="11"/>
                                    <a:pt x="189" y="12"/>
                                  </a:cubicBezTo>
                                  <a:cubicBezTo>
                                    <a:pt x="189" y="12"/>
                                    <a:pt x="189" y="12"/>
                                    <a:pt x="189" y="12"/>
                                  </a:cubicBezTo>
                                  <a:cubicBezTo>
                                    <a:pt x="190" y="13"/>
                                    <a:pt x="190" y="13"/>
                                    <a:pt x="190" y="13"/>
                                  </a:cubicBezTo>
                                  <a:cubicBezTo>
                                    <a:pt x="189" y="13"/>
                                    <a:pt x="189" y="12"/>
                                    <a:pt x="189" y="12"/>
                                  </a:cubicBezTo>
                                  <a:cubicBezTo>
                                    <a:pt x="189" y="11"/>
                                    <a:pt x="189" y="11"/>
                                    <a:pt x="188" y="11"/>
                                  </a:cubicBezTo>
                                  <a:cubicBezTo>
                                    <a:pt x="189" y="10"/>
                                    <a:pt x="189" y="10"/>
                                    <a:pt x="190" y="10"/>
                                  </a:cubicBezTo>
                                  <a:cubicBezTo>
                                    <a:pt x="189" y="10"/>
                                    <a:pt x="188" y="10"/>
                                    <a:pt x="187" y="10"/>
                                  </a:cubicBezTo>
                                  <a:cubicBezTo>
                                    <a:pt x="186" y="11"/>
                                    <a:pt x="186" y="12"/>
                                    <a:pt x="185" y="12"/>
                                  </a:cubicBezTo>
                                  <a:cubicBezTo>
                                    <a:pt x="185" y="13"/>
                                    <a:pt x="185" y="13"/>
                                    <a:pt x="184" y="13"/>
                                  </a:cubicBezTo>
                                  <a:cubicBezTo>
                                    <a:pt x="184" y="13"/>
                                    <a:pt x="184" y="14"/>
                                    <a:pt x="184" y="14"/>
                                  </a:cubicBezTo>
                                  <a:cubicBezTo>
                                    <a:pt x="184" y="14"/>
                                    <a:pt x="184" y="14"/>
                                    <a:pt x="184" y="14"/>
                                  </a:cubicBezTo>
                                  <a:cubicBezTo>
                                    <a:pt x="184" y="14"/>
                                    <a:pt x="185" y="14"/>
                                    <a:pt x="185" y="15"/>
                                  </a:cubicBezTo>
                                  <a:cubicBezTo>
                                    <a:pt x="185" y="15"/>
                                    <a:pt x="185" y="16"/>
                                    <a:pt x="185" y="16"/>
                                  </a:cubicBezTo>
                                  <a:cubicBezTo>
                                    <a:pt x="186" y="17"/>
                                    <a:pt x="186" y="17"/>
                                    <a:pt x="187" y="17"/>
                                  </a:cubicBezTo>
                                  <a:cubicBezTo>
                                    <a:pt x="187" y="17"/>
                                    <a:pt x="187" y="17"/>
                                    <a:pt x="187" y="17"/>
                                  </a:cubicBezTo>
                                  <a:cubicBezTo>
                                    <a:pt x="188" y="16"/>
                                    <a:pt x="188" y="16"/>
                                    <a:pt x="189" y="17"/>
                                  </a:cubicBezTo>
                                  <a:cubicBezTo>
                                    <a:pt x="189" y="17"/>
                                    <a:pt x="188" y="17"/>
                                    <a:pt x="188" y="17"/>
                                  </a:cubicBezTo>
                                  <a:cubicBezTo>
                                    <a:pt x="187" y="17"/>
                                    <a:pt x="187" y="17"/>
                                    <a:pt x="187" y="17"/>
                                  </a:cubicBezTo>
                                  <a:cubicBezTo>
                                    <a:pt x="186" y="18"/>
                                    <a:pt x="186" y="18"/>
                                    <a:pt x="186" y="17"/>
                                  </a:cubicBezTo>
                                  <a:cubicBezTo>
                                    <a:pt x="185" y="18"/>
                                    <a:pt x="185" y="18"/>
                                    <a:pt x="185" y="19"/>
                                  </a:cubicBezTo>
                                  <a:cubicBezTo>
                                    <a:pt x="185" y="19"/>
                                    <a:pt x="185" y="20"/>
                                    <a:pt x="185" y="20"/>
                                  </a:cubicBezTo>
                                  <a:cubicBezTo>
                                    <a:pt x="185" y="21"/>
                                    <a:pt x="185" y="21"/>
                                    <a:pt x="185" y="22"/>
                                  </a:cubicBezTo>
                                  <a:cubicBezTo>
                                    <a:pt x="184" y="21"/>
                                    <a:pt x="184" y="20"/>
                                    <a:pt x="185" y="19"/>
                                  </a:cubicBezTo>
                                  <a:cubicBezTo>
                                    <a:pt x="184" y="20"/>
                                    <a:pt x="184" y="20"/>
                                    <a:pt x="183" y="20"/>
                                  </a:cubicBezTo>
                                  <a:cubicBezTo>
                                    <a:pt x="184" y="19"/>
                                    <a:pt x="185" y="18"/>
                                    <a:pt x="185" y="17"/>
                                  </a:cubicBezTo>
                                  <a:cubicBezTo>
                                    <a:pt x="184" y="17"/>
                                    <a:pt x="184" y="17"/>
                                    <a:pt x="183" y="17"/>
                                  </a:cubicBezTo>
                                  <a:cubicBezTo>
                                    <a:pt x="184" y="17"/>
                                    <a:pt x="184" y="17"/>
                                    <a:pt x="184" y="17"/>
                                  </a:cubicBezTo>
                                  <a:cubicBezTo>
                                    <a:pt x="185" y="16"/>
                                    <a:pt x="185" y="15"/>
                                    <a:pt x="184" y="15"/>
                                  </a:cubicBezTo>
                                  <a:cubicBezTo>
                                    <a:pt x="184" y="15"/>
                                    <a:pt x="184" y="15"/>
                                    <a:pt x="184" y="15"/>
                                  </a:cubicBezTo>
                                  <a:cubicBezTo>
                                    <a:pt x="184" y="15"/>
                                    <a:pt x="183" y="15"/>
                                    <a:pt x="183" y="15"/>
                                  </a:cubicBezTo>
                                  <a:cubicBezTo>
                                    <a:pt x="183" y="15"/>
                                    <a:pt x="183" y="15"/>
                                    <a:pt x="183" y="16"/>
                                  </a:cubicBezTo>
                                  <a:cubicBezTo>
                                    <a:pt x="181" y="17"/>
                                    <a:pt x="180" y="18"/>
                                    <a:pt x="179" y="19"/>
                                  </a:cubicBezTo>
                                  <a:cubicBezTo>
                                    <a:pt x="178" y="20"/>
                                    <a:pt x="178" y="20"/>
                                    <a:pt x="177" y="21"/>
                                  </a:cubicBezTo>
                                  <a:cubicBezTo>
                                    <a:pt x="176" y="21"/>
                                    <a:pt x="175" y="22"/>
                                    <a:pt x="175" y="22"/>
                                  </a:cubicBezTo>
                                  <a:cubicBezTo>
                                    <a:pt x="174" y="22"/>
                                    <a:pt x="173" y="22"/>
                                    <a:pt x="173" y="22"/>
                                  </a:cubicBezTo>
                                  <a:cubicBezTo>
                                    <a:pt x="173" y="22"/>
                                    <a:pt x="172" y="23"/>
                                    <a:pt x="172" y="23"/>
                                  </a:cubicBezTo>
                                  <a:cubicBezTo>
                                    <a:pt x="172" y="23"/>
                                    <a:pt x="172" y="23"/>
                                    <a:pt x="172" y="22"/>
                                  </a:cubicBezTo>
                                  <a:cubicBezTo>
                                    <a:pt x="172" y="22"/>
                                    <a:pt x="172" y="22"/>
                                    <a:pt x="172" y="22"/>
                                  </a:cubicBezTo>
                                  <a:cubicBezTo>
                                    <a:pt x="172" y="22"/>
                                    <a:pt x="173" y="22"/>
                                    <a:pt x="173" y="22"/>
                                  </a:cubicBezTo>
                                  <a:cubicBezTo>
                                    <a:pt x="173" y="22"/>
                                    <a:pt x="173" y="22"/>
                                    <a:pt x="173" y="21"/>
                                  </a:cubicBezTo>
                                  <a:cubicBezTo>
                                    <a:pt x="172" y="22"/>
                                    <a:pt x="172" y="21"/>
                                    <a:pt x="171" y="21"/>
                                  </a:cubicBezTo>
                                  <a:cubicBezTo>
                                    <a:pt x="171" y="22"/>
                                    <a:pt x="170" y="23"/>
                                    <a:pt x="169" y="24"/>
                                  </a:cubicBezTo>
                                  <a:cubicBezTo>
                                    <a:pt x="169" y="24"/>
                                    <a:pt x="168" y="25"/>
                                    <a:pt x="168" y="26"/>
                                  </a:cubicBezTo>
                                  <a:cubicBezTo>
                                    <a:pt x="168" y="25"/>
                                    <a:pt x="169" y="25"/>
                                    <a:pt x="169" y="26"/>
                                  </a:cubicBezTo>
                                  <a:cubicBezTo>
                                    <a:pt x="170" y="26"/>
                                    <a:pt x="170" y="27"/>
                                    <a:pt x="171" y="28"/>
                                  </a:cubicBezTo>
                                  <a:cubicBezTo>
                                    <a:pt x="170" y="27"/>
                                    <a:pt x="169" y="26"/>
                                    <a:pt x="168" y="26"/>
                                  </a:cubicBezTo>
                                  <a:cubicBezTo>
                                    <a:pt x="168" y="26"/>
                                    <a:pt x="168" y="26"/>
                                    <a:pt x="168" y="26"/>
                                  </a:cubicBezTo>
                                  <a:cubicBezTo>
                                    <a:pt x="168" y="26"/>
                                    <a:pt x="168" y="26"/>
                                    <a:pt x="168" y="26"/>
                                  </a:cubicBezTo>
                                  <a:cubicBezTo>
                                    <a:pt x="168" y="27"/>
                                    <a:pt x="167" y="28"/>
                                    <a:pt x="166" y="29"/>
                                  </a:cubicBezTo>
                                  <a:cubicBezTo>
                                    <a:pt x="166" y="29"/>
                                    <a:pt x="166" y="29"/>
                                    <a:pt x="166" y="29"/>
                                  </a:cubicBezTo>
                                  <a:cubicBezTo>
                                    <a:pt x="166" y="30"/>
                                    <a:pt x="166" y="30"/>
                                    <a:pt x="165" y="30"/>
                                  </a:cubicBezTo>
                                  <a:cubicBezTo>
                                    <a:pt x="165" y="30"/>
                                    <a:pt x="165" y="31"/>
                                    <a:pt x="164" y="31"/>
                                  </a:cubicBezTo>
                                  <a:cubicBezTo>
                                    <a:pt x="164" y="31"/>
                                    <a:pt x="164" y="31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3" y="35"/>
                                    <a:pt x="163" y="35"/>
                                  </a:cubicBezTo>
                                  <a:cubicBezTo>
                                    <a:pt x="163" y="35"/>
                                    <a:pt x="164" y="35"/>
                                    <a:pt x="164" y="35"/>
                                  </a:cubicBezTo>
                                  <a:cubicBezTo>
                                    <a:pt x="164" y="35"/>
                                    <a:pt x="164" y="36"/>
                                    <a:pt x="164" y="36"/>
                                  </a:cubicBezTo>
                                  <a:cubicBezTo>
                                    <a:pt x="164" y="36"/>
                                    <a:pt x="164" y="36"/>
                                    <a:pt x="164" y="36"/>
                                  </a:cubicBezTo>
                                  <a:cubicBezTo>
                                    <a:pt x="164" y="36"/>
                                    <a:pt x="164" y="36"/>
                                    <a:pt x="164" y="36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4" y="37"/>
                                    <a:pt x="163" y="37"/>
                                    <a:pt x="163" y="37"/>
                                  </a:cubicBezTo>
                                  <a:cubicBezTo>
                                    <a:pt x="163" y="37"/>
                                    <a:pt x="164" y="37"/>
                                    <a:pt x="164" y="37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3" y="38"/>
                                    <a:pt x="163" y="39"/>
                                    <a:pt x="163" y="39"/>
                                  </a:cubicBezTo>
                                  <a:cubicBezTo>
                                    <a:pt x="163" y="40"/>
                                    <a:pt x="162" y="40"/>
                                    <a:pt x="162" y="41"/>
                                  </a:cubicBezTo>
                                  <a:cubicBezTo>
                                    <a:pt x="161" y="42"/>
                                    <a:pt x="160" y="44"/>
                                    <a:pt x="158" y="45"/>
                                  </a:cubicBezTo>
                                  <a:cubicBezTo>
                                    <a:pt x="157" y="46"/>
                                    <a:pt x="155" y="47"/>
                                    <a:pt x="153" y="47"/>
                                  </a:cubicBezTo>
                                  <a:cubicBezTo>
                                    <a:pt x="154" y="48"/>
                                    <a:pt x="154" y="48"/>
                                    <a:pt x="154" y="48"/>
                                  </a:cubicBezTo>
                                  <a:cubicBezTo>
                                    <a:pt x="152" y="47"/>
                                    <a:pt x="151" y="48"/>
                                    <a:pt x="149" y="48"/>
                                  </a:cubicBezTo>
                                  <a:cubicBezTo>
                                    <a:pt x="147" y="49"/>
                                    <a:pt x="145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9"/>
                                  </a:cubicBezTo>
                                  <a:cubicBezTo>
                                    <a:pt x="143" y="50"/>
                                    <a:pt x="143" y="52"/>
                                    <a:pt x="142" y="54"/>
                                  </a:cubicBezTo>
                                  <a:cubicBezTo>
                                    <a:pt x="142" y="55"/>
                                    <a:pt x="141" y="56"/>
                                    <a:pt x="140" y="57"/>
                                  </a:cubicBezTo>
                                  <a:cubicBezTo>
                                    <a:pt x="140" y="58"/>
                                    <a:pt x="140" y="58"/>
                                    <a:pt x="139" y="58"/>
                                  </a:cubicBezTo>
                                  <a:cubicBezTo>
                                    <a:pt x="141" y="58"/>
                                    <a:pt x="142" y="58"/>
                                    <a:pt x="143" y="59"/>
                                  </a:cubicBezTo>
                                  <a:cubicBezTo>
                                    <a:pt x="144" y="60"/>
                                    <a:pt x="144" y="62"/>
                                    <a:pt x="145" y="62"/>
                                  </a:cubicBezTo>
                                  <a:cubicBezTo>
                                    <a:pt x="146" y="63"/>
                                    <a:pt x="146" y="63"/>
                                    <a:pt x="147" y="63"/>
                                  </a:cubicBezTo>
                                  <a:cubicBezTo>
                                    <a:pt x="148" y="63"/>
                                    <a:pt x="149" y="64"/>
                                    <a:pt x="150" y="65"/>
                                  </a:cubicBezTo>
                                  <a:cubicBezTo>
                                    <a:pt x="151" y="66"/>
                                    <a:pt x="152" y="67"/>
                                    <a:pt x="153" y="68"/>
                                  </a:cubicBezTo>
                                  <a:cubicBezTo>
                                    <a:pt x="153" y="68"/>
                                    <a:pt x="153" y="68"/>
                                    <a:pt x="153" y="68"/>
                                  </a:cubicBezTo>
                                  <a:cubicBezTo>
                                    <a:pt x="154" y="68"/>
                                    <a:pt x="154" y="69"/>
                                    <a:pt x="154" y="69"/>
                                  </a:cubicBezTo>
                                  <a:cubicBezTo>
                                    <a:pt x="155" y="70"/>
                                    <a:pt x="156" y="70"/>
                                    <a:pt x="157" y="71"/>
                                  </a:cubicBezTo>
                                  <a:cubicBezTo>
                                    <a:pt x="157" y="71"/>
                                    <a:pt x="157" y="72"/>
                                    <a:pt x="158" y="73"/>
                                  </a:cubicBezTo>
                                  <a:cubicBezTo>
                                    <a:pt x="158" y="73"/>
                                    <a:pt x="158" y="73"/>
                                    <a:pt x="158" y="73"/>
                                  </a:cubicBezTo>
                                  <a:cubicBezTo>
                                    <a:pt x="158" y="73"/>
                                    <a:pt x="158" y="73"/>
                                    <a:pt x="158" y="74"/>
                                  </a:cubicBezTo>
                                  <a:cubicBezTo>
                                    <a:pt x="158" y="74"/>
                                    <a:pt x="158" y="74"/>
                                    <a:pt x="158" y="74"/>
                                  </a:cubicBezTo>
                                  <a:cubicBezTo>
                                    <a:pt x="158" y="74"/>
                                    <a:pt x="159" y="74"/>
                                    <a:pt x="159" y="75"/>
                                  </a:cubicBezTo>
                                  <a:cubicBezTo>
                                    <a:pt x="159" y="75"/>
                                    <a:pt x="159" y="75"/>
                                    <a:pt x="159" y="75"/>
                                  </a:cubicBezTo>
                                  <a:cubicBezTo>
                                    <a:pt x="158" y="76"/>
                                    <a:pt x="159" y="77"/>
                                    <a:pt x="159" y="77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60" y="78"/>
                                    <a:pt x="160" y="79"/>
                                    <a:pt x="160" y="79"/>
                                  </a:cubicBezTo>
                                  <a:cubicBezTo>
                                    <a:pt x="160" y="79"/>
                                    <a:pt x="161" y="79"/>
                                    <a:pt x="161" y="79"/>
                                  </a:cubicBezTo>
                                  <a:cubicBezTo>
                                    <a:pt x="161" y="79"/>
                                    <a:pt x="161" y="79"/>
                                    <a:pt x="161" y="79"/>
                                  </a:cubicBezTo>
                                  <a:cubicBezTo>
                                    <a:pt x="160" y="80"/>
                                    <a:pt x="160" y="79"/>
                                    <a:pt x="160" y="79"/>
                                  </a:cubicBezTo>
                                  <a:cubicBezTo>
                                    <a:pt x="160" y="79"/>
                                    <a:pt x="160" y="79"/>
                                    <a:pt x="159" y="79"/>
                                  </a:cubicBezTo>
                                  <a:cubicBezTo>
                                    <a:pt x="159" y="80"/>
                                    <a:pt x="160" y="80"/>
                                    <a:pt x="160" y="80"/>
                                  </a:cubicBezTo>
                                  <a:cubicBezTo>
                                    <a:pt x="160" y="80"/>
                                    <a:pt x="160" y="80"/>
                                    <a:pt x="160" y="80"/>
                                  </a:cubicBezTo>
                                  <a:cubicBezTo>
                                    <a:pt x="161" y="80"/>
                                    <a:pt x="161" y="80"/>
                                    <a:pt x="162" y="80"/>
                                  </a:cubicBezTo>
                                  <a:cubicBezTo>
                                    <a:pt x="162" y="80"/>
                                    <a:pt x="162" y="81"/>
                                    <a:pt x="163" y="81"/>
                                  </a:cubicBezTo>
                                  <a:cubicBezTo>
                                    <a:pt x="163" y="81"/>
                                    <a:pt x="163" y="81"/>
                                    <a:pt x="164" y="81"/>
                                  </a:cubicBezTo>
                                  <a:cubicBezTo>
                                    <a:pt x="164" y="81"/>
                                    <a:pt x="164" y="81"/>
                                    <a:pt x="164" y="81"/>
                                  </a:cubicBezTo>
                                  <a:cubicBezTo>
                                    <a:pt x="164" y="81"/>
                                    <a:pt x="165" y="81"/>
                                    <a:pt x="165" y="81"/>
                                  </a:cubicBezTo>
                                  <a:cubicBezTo>
                                    <a:pt x="165" y="81"/>
                                    <a:pt x="166" y="81"/>
                                    <a:pt x="166" y="81"/>
                                  </a:cubicBezTo>
                                  <a:cubicBezTo>
                                    <a:pt x="166" y="81"/>
                                    <a:pt x="166" y="81"/>
                                    <a:pt x="167" y="81"/>
                                  </a:cubicBezTo>
                                  <a:cubicBezTo>
                                    <a:pt x="167" y="81"/>
                                    <a:pt x="167" y="81"/>
                                    <a:pt x="167" y="81"/>
                                  </a:cubicBezTo>
                                  <a:cubicBezTo>
                                    <a:pt x="168" y="80"/>
                                    <a:pt x="168" y="80"/>
                                    <a:pt x="168" y="79"/>
                                  </a:cubicBezTo>
                                  <a:cubicBezTo>
                                    <a:pt x="167" y="79"/>
                                    <a:pt x="167" y="79"/>
                                    <a:pt x="166" y="79"/>
                                  </a:cubicBezTo>
                                  <a:cubicBezTo>
                                    <a:pt x="166" y="79"/>
                                    <a:pt x="167" y="78"/>
                                    <a:pt x="167" y="78"/>
                                  </a:cubicBezTo>
                                  <a:cubicBezTo>
                                    <a:pt x="167" y="78"/>
                                    <a:pt x="167" y="79"/>
                                    <a:pt x="167" y="79"/>
                                  </a:cubicBezTo>
                                  <a:cubicBezTo>
                                    <a:pt x="167" y="79"/>
                                    <a:pt x="167" y="79"/>
                                    <a:pt x="167" y="79"/>
                                  </a:cubicBezTo>
                                  <a:cubicBezTo>
                                    <a:pt x="168" y="79"/>
                                    <a:pt x="168" y="79"/>
                                    <a:pt x="168" y="79"/>
                                  </a:cubicBezTo>
                                  <a:cubicBezTo>
                                    <a:pt x="168" y="80"/>
                                    <a:pt x="168" y="80"/>
                                    <a:pt x="168" y="80"/>
                                  </a:cubicBezTo>
                                  <a:cubicBezTo>
                                    <a:pt x="168" y="81"/>
                                    <a:pt x="167" y="81"/>
                                    <a:pt x="168" y="82"/>
                                  </a:cubicBezTo>
                                  <a:cubicBezTo>
                                    <a:pt x="169" y="82"/>
                                    <a:pt x="170" y="81"/>
                                    <a:pt x="171" y="81"/>
                                  </a:cubicBezTo>
                                  <a:cubicBezTo>
                                    <a:pt x="172" y="81"/>
                                    <a:pt x="172" y="81"/>
                                    <a:pt x="172" y="82"/>
                                  </a:cubicBezTo>
                                  <a:cubicBezTo>
                                    <a:pt x="173" y="81"/>
                                    <a:pt x="173" y="82"/>
                                    <a:pt x="174" y="82"/>
                                  </a:cubicBezTo>
                                  <a:cubicBezTo>
                                    <a:pt x="174" y="82"/>
                                    <a:pt x="174" y="83"/>
                                    <a:pt x="173" y="83"/>
                                  </a:cubicBezTo>
                                  <a:cubicBezTo>
                                    <a:pt x="173" y="83"/>
                                    <a:pt x="173" y="83"/>
                                    <a:pt x="173" y="83"/>
                                  </a:cubicBezTo>
                                  <a:cubicBezTo>
                                    <a:pt x="172" y="83"/>
                                    <a:pt x="172" y="84"/>
                                    <a:pt x="172" y="84"/>
                                  </a:cubicBezTo>
                                  <a:cubicBezTo>
                                    <a:pt x="172" y="85"/>
                                    <a:pt x="172" y="85"/>
                                    <a:pt x="172" y="86"/>
                                  </a:cubicBezTo>
                                  <a:cubicBezTo>
                                    <a:pt x="172" y="86"/>
                                    <a:pt x="172" y="86"/>
                                    <a:pt x="172" y="86"/>
                                  </a:cubicBezTo>
                                  <a:cubicBezTo>
                                    <a:pt x="172" y="86"/>
                                    <a:pt x="172" y="87"/>
                                    <a:pt x="172" y="87"/>
                                  </a:cubicBezTo>
                                  <a:cubicBezTo>
                                    <a:pt x="172" y="88"/>
                                    <a:pt x="173" y="88"/>
                                    <a:pt x="174" y="88"/>
                                  </a:cubicBezTo>
                                  <a:cubicBezTo>
                                    <a:pt x="174" y="88"/>
                                    <a:pt x="174" y="88"/>
                                    <a:pt x="174" y="89"/>
                                  </a:cubicBezTo>
                                  <a:cubicBezTo>
                                    <a:pt x="174" y="89"/>
                                    <a:pt x="174" y="89"/>
                                    <a:pt x="174" y="89"/>
                                  </a:cubicBezTo>
                                  <a:cubicBezTo>
                                    <a:pt x="174" y="89"/>
                                    <a:pt x="174" y="89"/>
                                    <a:pt x="174" y="90"/>
                                  </a:cubicBezTo>
                                  <a:cubicBezTo>
                                    <a:pt x="175" y="90"/>
                                    <a:pt x="175" y="90"/>
                                    <a:pt x="175" y="90"/>
                                  </a:cubicBezTo>
                                  <a:cubicBezTo>
                                    <a:pt x="175" y="90"/>
                                    <a:pt x="176" y="89"/>
                                    <a:pt x="175" y="89"/>
                                  </a:cubicBezTo>
                                  <a:cubicBezTo>
                                    <a:pt x="176" y="88"/>
                                    <a:pt x="176" y="88"/>
                                    <a:pt x="177" y="88"/>
                                  </a:cubicBezTo>
                                  <a:cubicBezTo>
                                    <a:pt x="177" y="88"/>
                                    <a:pt x="178" y="88"/>
                                    <a:pt x="178" y="87"/>
                                  </a:cubicBezTo>
                                  <a:cubicBezTo>
                                    <a:pt x="178" y="87"/>
                                    <a:pt x="178" y="87"/>
                                    <a:pt x="178" y="87"/>
                                  </a:cubicBezTo>
                                  <a:cubicBezTo>
                                    <a:pt x="178" y="87"/>
                                    <a:pt x="179" y="88"/>
                                    <a:pt x="179" y="88"/>
                                  </a:cubicBezTo>
                                  <a:cubicBezTo>
                                    <a:pt x="179" y="88"/>
                                    <a:pt x="180" y="88"/>
                                    <a:pt x="181" y="88"/>
                                  </a:cubicBezTo>
                                  <a:cubicBezTo>
                                    <a:pt x="182" y="88"/>
                                    <a:pt x="182" y="88"/>
                                    <a:pt x="183" y="87"/>
                                  </a:cubicBezTo>
                                  <a:cubicBezTo>
                                    <a:pt x="184" y="87"/>
                                    <a:pt x="184" y="87"/>
                                    <a:pt x="185" y="88"/>
                                  </a:cubicBezTo>
                                  <a:cubicBezTo>
                                    <a:pt x="185" y="88"/>
                                    <a:pt x="185" y="87"/>
                                    <a:pt x="185" y="87"/>
                                  </a:cubicBezTo>
                                  <a:cubicBezTo>
                                    <a:pt x="185" y="87"/>
                                    <a:pt x="186" y="87"/>
                                    <a:pt x="186" y="87"/>
                                  </a:cubicBezTo>
                                  <a:cubicBezTo>
                                    <a:pt x="186" y="88"/>
                                    <a:pt x="186" y="88"/>
                                    <a:pt x="186" y="88"/>
                                  </a:cubicBezTo>
                                  <a:cubicBezTo>
                                    <a:pt x="186" y="88"/>
                                    <a:pt x="185" y="88"/>
                                    <a:pt x="185" y="88"/>
                                  </a:cubicBezTo>
                                  <a:cubicBezTo>
                                    <a:pt x="185" y="88"/>
                                    <a:pt x="185" y="88"/>
                                    <a:pt x="185" y="88"/>
                                  </a:cubicBezTo>
                                  <a:cubicBezTo>
                                    <a:pt x="185" y="89"/>
                                    <a:pt x="184" y="89"/>
                                    <a:pt x="184" y="88"/>
                                  </a:cubicBezTo>
                                  <a:cubicBezTo>
                                    <a:pt x="184" y="88"/>
                                    <a:pt x="184" y="88"/>
                                    <a:pt x="184" y="88"/>
                                  </a:cubicBezTo>
                                  <a:cubicBezTo>
                                    <a:pt x="183" y="88"/>
                                    <a:pt x="182" y="88"/>
                                    <a:pt x="183" y="89"/>
                                  </a:cubicBezTo>
                                  <a:cubicBezTo>
                                    <a:pt x="183" y="89"/>
                                    <a:pt x="183" y="90"/>
                                    <a:pt x="183" y="90"/>
                                  </a:cubicBezTo>
                                  <a:cubicBezTo>
                                    <a:pt x="183" y="91"/>
                                    <a:pt x="183" y="91"/>
                                    <a:pt x="182" y="92"/>
                                  </a:cubicBezTo>
                                  <a:cubicBezTo>
                                    <a:pt x="182" y="92"/>
                                    <a:pt x="182" y="92"/>
                                    <a:pt x="181" y="92"/>
                                  </a:cubicBezTo>
                                  <a:cubicBezTo>
                                    <a:pt x="180" y="92"/>
                                    <a:pt x="179" y="92"/>
                                    <a:pt x="178" y="92"/>
                                  </a:cubicBezTo>
                                  <a:cubicBezTo>
                                    <a:pt x="177" y="91"/>
                                    <a:pt x="177" y="90"/>
                                    <a:pt x="176" y="90"/>
                                  </a:cubicBezTo>
                                  <a:cubicBezTo>
                                    <a:pt x="176" y="90"/>
                                    <a:pt x="175" y="90"/>
                                    <a:pt x="175" y="91"/>
                                  </a:cubicBezTo>
                                  <a:cubicBezTo>
                                    <a:pt x="174" y="91"/>
                                    <a:pt x="174" y="91"/>
                                    <a:pt x="173" y="91"/>
                                  </a:cubicBezTo>
                                  <a:cubicBezTo>
                                    <a:pt x="173" y="91"/>
                                    <a:pt x="172" y="90"/>
                                    <a:pt x="172" y="90"/>
                                  </a:cubicBezTo>
                                  <a:cubicBezTo>
                                    <a:pt x="172" y="90"/>
                                    <a:pt x="172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88"/>
                                    <a:pt x="171" y="88"/>
                                  </a:cubicBezTo>
                                  <a:cubicBezTo>
                                    <a:pt x="170" y="88"/>
                                    <a:pt x="170" y="88"/>
                                    <a:pt x="170" y="88"/>
                                  </a:cubicBezTo>
                                  <a:cubicBezTo>
                                    <a:pt x="170" y="87"/>
                                    <a:pt x="170" y="87"/>
                                    <a:pt x="170" y="87"/>
                                  </a:cubicBezTo>
                                  <a:cubicBezTo>
                                    <a:pt x="170" y="87"/>
                                    <a:pt x="170" y="86"/>
                                    <a:pt x="171" y="86"/>
                                  </a:cubicBezTo>
                                  <a:cubicBezTo>
                                    <a:pt x="171" y="86"/>
                                    <a:pt x="171" y="86"/>
                                    <a:pt x="171" y="86"/>
                                  </a:cubicBezTo>
                                  <a:cubicBezTo>
                                    <a:pt x="171" y="85"/>
                                    <a:pt x="170" y="85"/>
                                    <a:pt x="170" y="85"/>
                                  </a:cubicBezTo>
                                  <a:cubicBezTo>
                                    <a:pt x="170" y="85"/>
                                    <a:pt x="170" y="85"/>
                                    <a:pt x="170" y="84"/>
                                  </a:cubicBezTo>
                                  <a:cubicBezTo>
                                    <a:pt x="169" y="84"/>
                                    <a:pt x="169" y="83"/>
                                    <a:pt x="169" y="83"/>
                                  </a:cubicBezTo>
                                  <a:cubicBezTo>
                                    <a:pt x="169" y="83"/>
                                    <a:pt x="169" y="83"/>
                                    <a:pt x="169" y="83"/>
                                  </a:cubicBezTo>
                                  <a:cubicBezTo>
                                    <a:pt x="168" y="83"/>
                                    <a:pt x="168" y="83"/>
                                    <a:pt x="168" y="83"/>
                                  </a:cubicBezTo>
                                  <a:cubicBezTo>
                                    <a:pt x="168" y="83"/>
                                    <a:pt x="168" y="83"/>
                                    <a:pt x="168" y="83"/>
                                  </a:cubicBezTo>
                                  <a:cubicBezTo>
                                    <a:pt x="168" y="83"/>
                                    <a:pt x="167" y="83"/>
                                    <a:pt x="167" y="83"/>
                                  </a:cubicBezTo>
                                  <a:cubicBezTo>
                                    <a:pt x="167" y="83"/>
                                    <a:pt x="167" y="83"/>
                                    <a:pt x="167" y="83"/>
                                  </a:cubicBezTo>
                                  <a:cubicBezTo>
                                    <a:pt x="167" y="83"/>
                                    <a:pt x="167" y="83"/>
                                    <a:pt x="167" y="84"/>
                                  </a:cubicBezTo>
                                  <a:cubicBezTo>
                                    <a:pt x="167" y="84"/>
                                    <a:pt x="167" y="84"/>
                                    <a:pt x="167" y="84"/>
                                  </a:cubicBezTo>
                                  <a:cubicBezTo>
                                    <a:pt x="167" y="84"/>
                                    <a:pt x="167" y="84"/>
                                    <a:pt x="167" y="84"/>
                                  </a:cubicBezTo>
                                  <a:cubicBezTo>
                                    <a:pt x="167" y="85"/>
                                    <a:pt x="167" y="85"/>
                                    <a:pt x="167" y="85"/>
                                  </a:cubicBezTo>
                                  <a:cubicBezTo>
                                    <a:pt x="167" y="85"/>
                                    <a:pt x="167" y="86"/>
                                    <a:pt x="168" y="86"/>
                                  </a:cubicBezTo>
                                  <a:cubicBezTo>
                                    <a:pt x="168" y="86"/>
                                    <a:pt x="168" y="86"/>
                                    <a:pt x="168" y="86"/>
                                  </a:cubicBezTo>
                                  <a:cubicBezTo>
                                    <a:pt x="169" y="86"/>
                                    <a:pt x="169" y="87"/>
                                    <a:pt x="170" y="87"/>
                                  </a:cubicBezTo>
                                  <a:cubicBezTo>
                                    <a:pt x="170" y="87"/>
                                    <a:pt x="170" y="88"/>
                                    <a:pt x="170" y="88"/>
                                  </a:cubicBezTo>
                                  <a:cubicBezTo>
                                    <a:pt x="170" y="88"/>
                                    <a:pt x="171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90"/>
                                    <a:pt x="171" y="90"/>
                                  </a:cubicBezTo>
                                  <a:cubicBezTo>
                                    <a:pt x="172" y="90"/>
                                    <a:pt x="172" y="91"/>
                                    <a:pt x="172" y="91"/>
                                  </a:cubicBezTo>
                                  <a:cubicBezTo>
                                    <a:pt x="172" y="91"/>
                                    <a:pt x="172" y="92"/>
                                    <a:pt x="172" y="92"/>
                                  </a:cubicBezTo>
                                  <a:cubicBezTo>
                                    <a:pt x="172" y="92"/>
                                    <a:pt x="172" y="92"/>
                                    <a:pt x="172" y="92"/>
                                  </a:cubicBezTo>
                                  <a:cubicBezTo>
                                    <a:pt x="173" y="92"/>
                                    <a:pt x="173" y="92"/>
                                    <a:pt x="174" y="92"/>
                                  </a:cubicBezTo>
                                  <a:cubicBezTo>
                                    <a:pt x="175" y="92"/>
                                    <a:pt x="177" y="93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6"/>
                                    <a:pt x="177" y="96"/>
                                  </a:cubicBezTo>
                                  <a:cubicBezTo>
                                    <a:pt x="176" y="96"/>
                                    <a:pt x="177" y="96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5" y="95"/>
                                    <a:pt x="175" y="94"/>
                                  </a:cubicBezTo>
                                  <a:cubicBezTo>
                                    <a:pt x="175" y="94"/>
                                    <a:pt x="175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5"/>
                                  </a:cubicBezTo>
                                  <a:cubicBezTo>
                                    <a:pt x="173" y="96"/>
                                    <a:pt x="173" y="97"/>
                                    <a:pt x="172" y="99"/>
                                  </a:cubicBezTo>
                                  <a:cubicBezTo>
                                    <a:pt x="172" y="99"/>
                                    <a:pt x="171" y="99"/>
                                    <a:pt x="171" y="98"/>
                                  </a:cubicBezTo>
                                  <a:cubicBezTo>
                                    <a:pt x="171" y="98"/>
                                    <a:pt x="172" y="98"/>
                                    <a:pt x="172" y="98"/>
                                  </a:cubicBezTo>
                                  <a:cubicBezTo>
                                    <a:pt x="171" y="98"/>
                                    <a:pt x="171" y="97"/>
                                    <a:pt x="170" y="97"/>
                                  </a:cubicBezTo>
                                  <a:cubicBezTo>
                                    <a:pt x="170" y="97"/>
                                    <a:pt x="169" y="98"/>
                                    <a:pt x="169" y="98"/>
                                  </a:cubicBezTo>
                                  <a:cubicBezTo>
                                    <a:pt x="168" y="98"/>
                                    <a:pt x="167" y="97"/>
                                    <a:pt x="166" y="98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4" y="97"/>
                                    <a:pt x="163" y="97"/>
                                    <a:pt x="163" y="97"/>
                                  </a:cubicBezTo>
                                  <a:cubicBezTo>
                                    <a:pt x="161" y="97"/>
                                    <a:pt x="160" y="97"/>
                                    <a:pt x="159" y="98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5"/>
                                    <a:pt x="158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8" y="95"/>
                                    <a:pt x="158" y="94"/>
                                  </a:cubicBezTo>
                                  <a:cubicBezTo>
                                    <a:pt x="159" y="94"/>
                                    <a:pt x="158" y="93"/>
                                    <a:pt x="158" y="93"/>
                                  </a:cubicBezTo>
                                  <a:cubicBezTo>
                                    <a:pt x="158" y="92"/>
                                    <a:pt x="159" y="91"/>
                                    <a:pt x="159" y="90"/>
                                  </a:cubicBezTo>
                                  <a:cubicBezTo>
                                    <a:pt x="159" y="90"/>
                                    <a:pt x="159" y="90"/>
                                    <a:pt x="159" y="89"/>
                                  </a:cubicBezTo>
                                  <a:cubicBezTo>
                                    <a:pt x="159" y="89"/>
                                    <a:pt x="158" y="89"/>
                                    <a:pt x="158" y="89"/>
                                  </a:cubicBezTo>
                                  <a:cubicBezTo>
                                    <a:pt x="158" y="89"/>
                                    <a:pt x="159" y="89"/>
                                    <a:pt x="159" y="89"/>
                                  </a:cubicBezTo>
                                  <a:cubicBezTo>
                                    <a:pt x="158" y="88"/>
                                    <a:pt x="157" y="88"/>
                                    <a:pt x="156" y="88"/>
                                  </a:cubicBezTo>
                                  <a:cubicBezTo>
                                    <a:pt x="155" y="88"/>
                                    <a:pt x="154" y="89"/>
                                    <a:pt x="153" y="89"/>
                                  </a:cubicBezTo>
                                  <a:cubicBezTo>
                                    <a:pt x="153" y="89"/>
                                    <a:pt x="152" y="90"/>
                                    <a:pt x="152" y="90"/>
                                  </a:cubicBezTo>
                                  <a:cubicBezTo>
                                    <a:pt x="151" y="91"/>
                                    <a:pt x="151" y="91"/>
                                    <a:pt x="151" y="91"/>
                                  </a:cubicBezTo>
                                  <a:cubicBezTo>
                                    <a:pt x="151" y="91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1"/>
                                    <a:pt x="150" y="91"/>
                                  </a:cubicBezTo>
                                  <a:cubicBezTo>
                                    <a:pt x="150" y="91"/>
                                    <a:pt x="149" y="91"/>
                                    <a:pt x="149" y="91"/>
                                  </a:cubicBezTo>
                                  <a:cubicBezTo>
                                    <a:pt x="149" y="91"/>
                                    <a:pt x="150" y="91"/>
                                    <a:pt x="150" y="91"/>
                                  </a:cubicBezTo>
                                  <a:cubicBezTo>
                                    <a:pt x="150" y="91"/>
                                    <a:pt x="149" y="91"/>
                                    <a:pt x="149" y="91"/>
                                  </a:cubicBezTo>
                                  <a:cubicBezTo>
                                    <a:pt x="148" y="91"/>
                                    <a:pt x="148" y="92"/>
                                    <a:pt x="147" y="92"/>
                                  </a:cubicBezTo>
                                  <a:cubicBezTo>
                                    <a:pt x="147" y="92"/>
                                    <a:pt x="146" y="92"/>
                                    <a:pt x="146" y="92"/>
                                  </a:cubicBezTo>
                                  <a:cubicBezTo>
                                    <a:pt x="146" y="92"/>
                                    <a:pt x="146" y="93"/>
                                    <a:pt x="146" y="93"/>
                                  </a:cubicBezTo>
                                  <a:cubicBezTo>
                                    <a:pt x="146" y="93"/>
                                    <a:pt x="146" y="93"/>
                                    <a:pt x="145" y="93"/>
                                  </a:cubicBezTo>
                                  <a:cubicBezTo>
                                    <a:pt x="145" y="93"/>
                                    <a:pt x="145" y="94"/>
                                    <a:pt x="145" y="94"/>
                                  </a:cubicBezTo>
                                  <a:cubicBezTo>
                                    <a:pt x="145" y="94"/>
                                    <a:pt x="145" y="94"/>
                                    <a:pt x="145" y="94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7" y="95"/>
                                    <a:pt x="147" y="96"/>
                                  </a:cubicBezTo>
                                  <a:cubicBezTo>
                                    <a:pt x="147" y="96"/>
                                    <a:pt x="147" y="96"/>
                                    <a:pt x="147" y="96"/>
                                  </a:cubicBezTo>
                                  <a:cubicBezTo>
                                    <a:pt x="147" y="96"/>
                                    <a:pt x="147" y="96"/>
                                    <a:pt x="147" y="96"/>
                                  </a:cubicBezTo>
                                  <a:cubicBezTo>
                                    <a:pt x="146" y="97"/>
                                    <a:pt x="146" y="97"/>
                                    <a:pt x="145" y="97"/>
                                  </a:cubicBezTo>
                                  <a:cubicBezTo>
                                    <a:pt x="145" y="97"/>
                                    <a:pt x="144" y="97"/>
                                    <a:pt x="144" y="96"/>
                                  </a:cubicBezTo>
                                  <a:cubicBezTo>
                                    <a:pt x="144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6"/>
                                    <a:pt x="143" y="95"/>
                                  </a:cubicBezTo>
                                  <a:cubicBezTo>
                                    <a:pt x="141" y="96"/>
                                    <a:pt x="141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8" y="99"/>
                                    <a:pt x="138" y="99"/>
                                  </a:cubicBezTo>
                                  <a:cubicBezTo>
                                    <a:pt x="138" y="99"/>
                                    <a:pt x="138" y="99"/>
                                    <a:pt x="137" y="99"/>
                                  </a:cubicBezTo>
                                  <a:cubicBezTo>
                                    <a:pt x="137" y="99"/>
                                    <a:pt x="137" y="99"/>
                                    <a:pt x="138" y="99"/>
                                  </a:cubicBezTo>
                                  <a:cubicBezTo>
                                    <a:pt x="138" y="99"/>
                                    <a:pt x="138" y="99"/>
                                    <a:pt x="138" y="100"/>
                                  </a:cubicBezTo>
                                  <a:cubicBezTo>
                                    <a:pt x="138" y="100"/>
                                    <a:pt x="138" y="100"/>
                                    <a:pt x="138" y="100"/>
                                  </a:cubicBezTo>
                                  <a:cubicBezTo>
                                    <a:pt x="137" y="100"/>
                                    <a:pt x="137" y="101"/>
                                    <a:pt x="136" y="101"/>
                                  </a:cubicBezTo>
                                  <a:cubicBezTo>
                                    <a:pt x="136" y="101"/>
                                    <a:pt x="135" y="101"/>
                                    <a:pt x="135" y="100"/>
                                  </a:cubicBezTo>
                                  <a:cubicBezTo>
                                    <a:pt x="135" y="101"/>
                                    <a:pt x="134" y="101"/>
                                    <a:pt x="134" y="101"/>
                                  </a:cubicBezTo>
                                  <a:cubicBezTo>
                                    <a:pt x="134" y="101"/>
                                    <a:pt x="134" y="101"/>
                                    <a:pt x="134" y="101"/>
                                  </a:cubicBezTo>
                                  <a:cubicBezTo>
                                    <a:pt x="134" y="101"/>
                                    <a:pt x="134" y="101"/>
                                    <a:pt x="134" y="102"/>
                                  </a:cubicBezTo>
                                  <a:cubicBezTo>
                                    <a:pt x="134" y="102"/>
                                    <a:pt x="134" y="102"/>
                                    <a:pt x="134" y="102"/>
                                  </a:cubicBezTo>
                                  <a:cubicBezTo>
                                    <a:pt x="134" y="102"/>
                                    <a:pt x="134" y="102"/>
                                    <a:pt x="134" y="102"/>
                                  </a:cubicBezTo>
                                  <a:cubicBezTo>
                                    <a:pt x="134" y="102"/>
                                    <a:pt x="134" y="103"/>
                                    <a:pt x="134" y="103"/>
                                  </a:cubicBezTo>
                                  <a:cubicBezTo>
                                    <a:pt x="134" y="103"/>
                                    <a:pt x="133" y="103"/>
                                    <a:pt x="133" y="103"/>
                                  </a:cubicBezTo>
                                  <a:cubicBezTo>
                                    <a:pt x="133" y="103"/>
                                    <a:pt x="133" y="103"/>
                                    <a:pt x="133" y="103"/>
                                  </a:cubicBezTo>
                                  <a:cubicBezTo>
                                    <a:pt x="133" y="103"/>
                                    <a:pt x="132" y="103"/>
                                    <a:pt x="132" y="103"/>
                                  </a:cubicBezTo>
                                  <a:cubicBezTo>
                                    <a:pt x="131" y="103"/>
                                    <a:pt x="131" y="104"/>
                                    <a:pt x="131" y="104"/>
                                  </a:cubicBezTo>
                                  <a:cubicBezTo>
                                    <a:pt x="131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4"/>
                                    <a:pt x="130" y="103"/>
                                    <a:pt x="131" y="103"/>
                                  </a:cubicBezTo>
                                  <a:cubicBezTo>
                                    <a:pt x="131" y="103"/>
                                    <a:pt x="131" y="103"/>
                                    <a:pt x="132" y="103"/>
                                  </a:cubicBezTo>
                                  <a:cubicBezTo>
                                    <a:pt x="132" y="103"/>
                                    <a:pt x="133" y="102"/>
                                    <a:pt x="133" y="102"/>
                                  </a:cubicBezTo>
                                  <a:cubicBezTo>
                                    <a:pt x="133" y="102"/>
                                    <a:pt x="133" y="102"/>
                                    <a:pt x="132" y="102"/>
                                  </a:cubicBezTo>
                                  <a:cubicBezTo>
                                    <a:pt x="132" y="102"/>
                                    <a:pt x="132" y="102"/>
                                    <a:pt x="132" y="102"/>
                                  </a:cubicBezTo>
                                  <a:cubicBezTo>
                                    <a:pt x="132" y="102"/>
                                    <a:pt x="131" y="102"/>
                                    <a:pt x="131" y="103"/>
                                  </a:cubicBezTo>
                                  <a:cubicBezTo>
                                    <a:pt x="130" y="103"/>
                                    <a:pt x="130" y="103"/>
                                    <a:pt x="130" y="103"/>
                                  </a:cubicBezTo>
                                  <a:cubicBezTo>
                                    <a:pt x="130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5"/>
                                    <a:pt x="130" y="105"/>
                                    <a:pt x="131" y="106"/>
                                  </a:cubicBezTo>
                                  <a:cubicBezTo>
                                    <a:pt x="132" y="106"/>
                                    <a:pt x="132" y="107"/>
                                    <a:pt x="133" y="107"/>
                                  </a:cubicBezTo>
                                  <a:cubicBezTo>
                                    <a:pt x="134" y="108"/>
                                    <a:pt x="134" y="108"/>
                                    <a:pt x="135" y="108"/>
                                  </a:cubicBezTo>
                                  <a:cubicBezTo>
                                    <a:pt x="136" y="108"/>
                                    <a:pt x="137" y="108"/>
                                    <a:pt x="138" y="108"/>
                                  </a:cubicBezTo>
                                  <a:cubicBezTo>
                                    <a:pt x="138" y="109"/>
                                    <a:pt x="139" y="109"/>
                                    <a:pt x="140" y="109"/>
                                  </a:cubicBezTo>
                                  <a:cubicBezTo>
                                    <a:pt x="141" y="109"/>
                                    <a:pt x="142" y="110"/>
                                    <a:pt x="143" y="110"/>
                                  </a:cubicBezTo>
                                  <a:cubicBezTo>
                                    <a:pt x="143" y="110"/>
                                    <a:pt x="144" y="110"/>
                                    <a:pt x="144" y="111"/>
                                  </a:cubicBezTo>
                                  <a:cubicBezTo>
                                    <a:pt x="144" y="111"/>
                                    <a:pt x="144" y="111"/>
                                    <a:pt x="144" y="111"/>
                                  </a:cubicBezTo>
                                  <a:cubicBezTo>
                                    <a:pt x="144" y="112"/>
                                    <a:pt x="145" y="112"/>
                                    <a:pt x="145" y="112"/>
                                  </a:cubicBezTo>
                                  <a:cubicBezTo>
                                    <a:pt x="145" y="112"/>
                                    <a:pt x="146" y="112"/>
                                    <a:pt x="146" y="112"/>
                                  </a:cubicBezTo>
                                  <a:cubicBezTo>
                                    <a:pt x="146" y="111"/>
                                    <a:pt x="146" y="111"/>
                                    <a:pt x="146" y="111"/>
                                  </a:cubicBezTo>
                                  <a:cubicBezTo>
                                    <a:pt x="145" y="111"/>
                                    <a:pt x="145" y="110"/>
                                    <a:pt x="145" y="110"/>
                                  </a:cubicBezTo>
                                  <a:cubicBezTo>
                                    <a:pt x="145" y="110"/>
                                    <a:pt x="145" y="110"/>
                                    <a:pt x="146" y="110"/>
                                  </a:cubicBezTo>
                                  <a:cubicBezTo>
                                    <a:pt x="145" y="110"/>
                                    <a:pt x="146" y="111"/>
                                    <a:pt x="146" y="111"/>
                                  </a:cubicBezTo>
                                  <a:cubicBezTo>
                                    <a:pt x="146" y="111"/>
                                    <a:pt x="147" y="111"/>
                                    <a:pt x="147" y="112"/>
                                  </a:cubicBezTo>
                                  <a:cubicBezTo>
                                    <a:pt x="147" y="112"/>
                                    <a:pt x="147" y="112"/>
                                    <a:pt x="148" y="112"/>
                                  </a:cubicBezTo>
                                  <a:cubicBezTo>
                                    <a:pt x="148" y="111"/>
                                    <a:pt x="148" y="111"/>
                                    <a:pt x="148" y="111"/>
                                  </a:cubicBezTo>
                                  <a:cubicBezTo>
                                    <a:pt x="148" y="111"/>
                                    <a:pt x="148" y="111"/>
                                    <a:pt x="148" y="112"/>
                                  </a:cubicBezTo>
                                  <a:cubicBezTo>
                                    <a:pt x="148" y="112"/>
                                    <a:pt x="148" y="112"/>
                                    <a:pt x="148" y="112"/>
                                  </a:cubicBezTo>
                                  <a:cubicBezTo>
                                    <a:pt x="147" y="113"/>
                                    <a:pt x="147" y="113"/>
                                    <a:pt x="146" y="114"/>
                                  </a:cubicBezTo>
                                  <a:cubicBezTo>
                                    <a:pt x="146" y="114"/>
                                    <a:pt x="146" y="114"/>
                                    <a:pt x="146" y="114"/>
                                  </a:cubicBezTo>
                                  <a:cubicBezTo>
                                    <a:pt x="146" y="114"/>
                                    <a:pt x="146" y="114"/>
                                    <a:pt x="146" y="114"/>
                                  </a:cubicBezTo>
                                  <a:cubicBezTo>
                                    <a:pt x="145" y="113"/>
                                    <a:pt x="145" y="113"/>
                                    <a:pt x="145" y="113"/>
                                  </a:cubicBezTo>
                                  <a:cubicBezTo>
                                    <a:pt x="144" y="112"/>
                                    <a:pt x="144" y="112"/>
                                    <a:pt x="143" y="112"/>
                                  </a:cubicBezTo>
                                  <a:cubicBezTo>
                                    <a:pt x="143" y="112"/>
                                    <a:pt x="143" y="111"/>
                                    <a:pt x="144" y="111"/>
                                  </a:cubicBezTo>
                                  <a:cubicBezTo>
                                    <a:pt x="143" y="111"/>
                                    <a:pt x="143" y="111"/>
                                    <a:pt x="142" y="110"/>
                                  </a:cubicBezTo>
                                  <a:cubicBezTo>
                                    <a:pt x="142" y="110"/>
                                    <a:pt x="141" y="110"/>
                                    <a:pt x="141" y="111"/>
                                  </a:cubicBezTo>
                                  <a:cubicBezTo>
                                    <a:pt x="141" y="111"/>
                                    <a:pt x="141" y="112"/>
                                    <a:pt x="140" y="112"/>
                                  </a:cubicBezTo>
                                  <a:cubicBezTo>
                                    <a:pt x="140" y="113"/>
                                    <a:pt x="139" y="113"/>
                                    <a:pt x="138" y="112"/>
                                  </a:cubicBezTo>
                                  <a:cubicBezTo>
                                    <a:pt x="138" y="112"/>
                                    <a:pt x="138" y="112"/>
                                    <a:pt x="138" y="112"/>
                                  </a:cubicBezTo>
                                  <a:cubicBezTo>
                                    <a:pt x="138" y="112"/>
                                    <a:pt x="138" y="113"/>
                                    <a:pt x="138" y="113"/>
                                  </a:cubicBezTo>
                                  <a:cubicBezTo>
                                    <a:pt x="138" y="113"/>
                                    <a:pt x="138" y="113"/>
                                    <a:pt x="138" y="113"/>
                                  </a:cubicBezTo>
                                  <a:cubicBezTo>
                                    <a:pt x="139" y="113"/>
                                    <a:pt x="139" y="114"/>
                                    <a:pt x="139" y="114"/>
                                  </a:cubicBezTo>
                                  <a:cubicBezTo>
                                    <a:pt x="139" y="114"/>
                                    <a:pt x="139" y="114"/>
                                    <a:pt x="139" y="115"/>
                                  </a:cubicBezTo>
                                  <a:cubicBezTo>
                                    <a:pt x="140" y="115"/>
                                    <a:pt x="141" y="116"/>
                                    <a:pt x="141" y="116"/>
                                  </a:cubicBezTo>
                                  <a:cubicBezTo>
                                    <a:pt x="141" y="117"/>
                                    <a:pt x="141" y="117"/>
                                    <a:pt x="141" y="117"/>
                                  </a:cubicBezTo>
                                  <a:cubicBezTo>
                                    <a:pt x="141" y="117"/>
                                    <a:pt x="141" y="117"/>
                                    <a:pt x="142" y="117"/>
                                  </a:cubicBezTo>
                                  <a:cubicBezTo>
                                    <a:pt x="141" y="118"/>
                                    <a:pt x="141" y="117"/>
                                    <a:pt x="141" y="118"/>
                                  </a:cubicBezTo>
                                  <a:cubicBezTo>
                                    <a:pt x="141" y="118"/>
                                    <a:pt x="141" y="118"/>
                                    <a:pt x="141" y="118"/>
                                  </a:cubicBezTo>
                                  <a:cubicBezTo>
                                    <a:pt x="141" y="119"/>
                                    <a:pt x="141" y="120"/>
                                    <a:pt x="142" y="121"/>
                                  </a:cubicBezTo>
                                  <a:cubicBezTo>
                                    <a:pt x="143" y="121"/>
                                    <a:pt x="144" y="121"/>
                                    <a:pt x="144" y="121"/>
                                  </a:cubicBezTo>
                                  <a:cubicBezTo>
                                    <a:pt x="146" y="122"/>
                                    <a:pt x="148" y="122"/>
                                    <a:pt x="150" y="123"/>
                                  </a:cubicBezTo>
                                  <a:cubicBezTo>
                                    <a:pt x="151" y="124"/>
                                    <a:pt x="151" y="123"/>
                                    <a:pt x="151" y="123"/>
                                  </a:cubicBezTo>
                                  <a:cubicBezTo>
                                    <a:pt x="152" y="122"/>
                                    <a:pt x="152" y="122"/>
                                    <a:pt x="152" y="122"/>
                                  </a:cubicBezTo>
                                  <a:cubicBezTo>
                                    <a:pt x="153" y="122"/>
                                    <a:pt x="153" y="122"/>
                                    <a:pt x="153" y="122"/>
                                  </a:cubicBezTo>
                                  <a:cubicBezTo>
                                    <a:pt x="153" y="122"/>
                                    <a:pt x="154" y="122"/>
                                    <a:pt x="154" y="122"/>
                                  </a:cubicBezTo>
                                  <a:cubicBezTo>
                                    <a:pt x="154" y="122"/>
                                    <a:pt x="155" y="121"/>
                                    <a:pt x="155" y="121"/>
                                  </a:cubicBezTo>
                                  <a:cubicBezTo>
                                    <a:pt x="156" y="121"/>
                                    <a:pt x="156" y="121"/>
                                    <a:pt x="157" y="121"/>
                                  </a:cubicBezTo>
                                  <a:cubicBezTo>
                                    <a:pt x="158" y="121"/>
                                    <a:pt x="158" y="121"/>
                                    <a:pt x="159" y="121"/>
                                  </a:cubicBezTo>
                                  <a:cubicBezTo>
                                    <a:pt x="161" y="121"/>
                                    <a:pt x="162" y="122"/>
                                    <a:pt x="162" y="123"/>
                                  </a:cubicBezTo>
                                  <a:cubicBezTo>
                                    <a:pt x="163" y="123"/>
                                    <a:pt x="163" y="124"/>
                                    <a:pt x="163" y="124"/>
                                  </a:cubicBezTo>
                                  <a:cubicBezTo>
                                    <a:pt x="163" y="124"/>
                                    <a:pt x="164" y="123"/>
                                    <a:pt x="164" y="123"/>
                                  </a:cubicBezTo>
                                  <a:cubicBezTo>
                                    <a:pt x="163" y="122"/>
                                    <a:pt x="163" y="122"/>
                                    <a:pt x="163" y="122"/>
                                  </a:cubicBezTo>
                                  <a:cubicBezTo>
                                    <a:pt x="162" y="122"/>
                                    <a:pt x="162" y="121"/>
                                    <a:pt x="162" y="121"/>
                                  </a:cubicBezTo>
                                  <a:cubicBezTo>
                                    <a:pt x="162" y="121"/>
                                    <a:pt x="161" y="121"/>
                                    <a:pt x="162" y="120"/>
                                  </a:cubicBezTo>
                                  <a:cubicBezTo>
                                    <a:pt x="162" y="120"/>
                                    <a:pt x="162" y="120"/>
                                    <a:pt x="162" y="120"/>
                                  </a:cubicBezTo>
                                  <a:cubicBezTo>
                                    <a:pt x="163" y="120"/>
                                    <a:pt x="163" y="120"/>
                                    <a:pt x="163" y="121"/>
                                  </a:cubicBezTo>
                                  <a:cubicBezTo>
                                    <a:pt x="164" y="121"/>
                                    <a:pt x="164" y="122"/>
                                    <a:pt x="165" y="122"/>
                                  </a:cubicBezTo>
                                  <a:cubicBezTo>
                                    <a:pt x="165" y="123"/>
                                    <a:pt x="165" y="124"/>
                                    <a:pt x="165" y="124"/>
                                  </a:cubicBezTo>
                                  <a:cubicBezTo>
                                    <a:pt x="165" y="124"/>
                                    <a:pt x="165" y="125"/>
                                    <a:pt x="165" y="125"/>
                                  </a:cubicBezTo>
                                  <a:cubicBezTo>
                                    <a:pt x="166" y="125"/>
                                    <a:pt x="166" y="125"/>
                                    <a:pt x="166" y="125"/>
                                  </a:cubicBezTo>
                                  <a:cubicBezTo>
                                    <a:pt x="167" y="124"/>
                                    <a:pt x="167" y="124"/>
                                    <a:pt x="167" y="124"/>
                                  </a:cubicBezTo>
                                  <a:cubicBezTo>
                                    <a:pt x="167" y="123"/>
                                    <a:pt x="167" y="123"/>
                                    <a:pt x="167" y="123"/>
                                  </a:cubicBezTo>
                                  <a:cubicBezTo>
                                    <a:pt x="167" y="122"/>
                                    <a:pt x="167" y="122"/>
                                    <a:pt x="167" y="122"/>
                                  </a:cubicBezTo>
                                  <a:cubicBezTo>
                                    <a:pt x="168" y="122"/>
                                    <a:pt x="168" y="121"/>
                                    <a:pt x="169" y="120"/>
                                  </a:cubicBezTo>
                                  <a:cubicBezTo>
                                    <a:pt x="169" y="120"/>
                                    <a:pt x="170" y="119"/>
                                    <a:pt x="170" y="119"/>
                                  </a:cubicBezTo>
                                  <a:cubicBezTo>
                                    <a:pt x="170" y="119"/>
                                    <a:pt x="170" y="119"/>
                                    <a:pt x="170" y="119"/>
                                  </a:cubicBezTo>
                                  <a:cubicBezTo>
                                    <a:pt x="170" y="118"/>
                                    <a:pt x="170" y="118"/>
                                    <a:pt x="170" y="118"/>
                                  </a:cubicBezTo>
                                  <a:cubicBezTo>
                                    <a:pt x="170" y="118"/>
                                    <a:pt x="170" y="118"/>
                                    <a:pt x="170" y="118"/>
                                  </a:cubicBezTo>
                                  <a:cubicBezTo>
                                    <a:pt x="171" y="119"/>
                                    <a:pt x="171" y="119"/>
                                    <a:pt x="171" y="119"/>
                                  </a:cubicBezTo>
                                  <a:cubicBezTo>
                                    <a:pt x="171" y="119"/>
                                    <a:pt x="172" y="119"/>
                                    <a:pt x="172" y="118"/>
                                  </a:cubicBezTo>
                                  <a:cubicBezTo>
                                    <a:pt x="172" y="118"/>
                                    <a:pt x="172" y="118"/>
                                    <a:pt x="172" y="118"/>
                                  </a:cubicBezTo>
                                  <a:cubicBezTo>
                                    <a:pt x="172" y="118"/>
                                    <a:pt x="172" y="118"/>
                                    <a:pt x="172" y="118"/>
                                  </a:cubicBezTo>
                                  <a:cubicBezTo>
                                    <a:pt x="172" y="118"/>
                                    <a:pt x="172" y="117"/>
                                    <a:pt x="172" y="117"/>
                                  </a:cubicBezTo>
                                  <a:cubicBezTo>
                                    <a:pt x="173" y="117"/>
                                    <a:pt x="173" y="118"/>
                                    <a:pt x="173" y="118"/>
                                  </a:cubicBezTo>
                                  <a:cubicBezTo>
                                    <a:pt x="173" y="118"/>
                                    <a:pt x="174" y="118"/>
                                    <a:pt x="175" y="118"/>
                                  </a:cubicBezTo>
                                  <a:cubicBezTo>
                                    <a:pt x="175" y="118"/>
                                    <a:pt x="175" y="118"/>
                                    <a:pt x="175" y="117"/>
                                  </a:cubicBezTo>
                                  <a:cubicBezTo>
                                    <a:pt x="175" y="117"/>
                                    <a:pt x="176" y="116"/>
                                    <a:pt x="176" y="115"/>
                                  </a:cubicBezTo>
                                  <a:cubicBezTo>
                                    <a:pt x="177" y="117"/>
                                    <a:pt x="178" y="118"/>
                                    <a:pt x="179" y="119"/>
                                  </a:cubicBezTo>
                                  <a:cubicBezTo>
                                    <a:pt x="179" y="119"/>
                                    <a:pt x="179" y="120"/>
                                    <a:pt x="179" y="120"/>
                                  </a:cubicBezTo>
                                  <a:cubicBezTo>
                                    <a:pt x="178" y="121"/>
                                    <a:pt x="178" y="121"/>
                                    <a:pt x="178" y="122"/>
                                  </a:cubicBezTo>
                                  <a:cubicBezTo>
                                    <a:pt x="178" y="122"/>
                                    <a:pt x="178" y="122"/>
                                    <a:pt x="177" y="122"/>
                                  </a:cubicBezTo>
                                  <a:cubicBezTo>
                                    <a:pt x="177" y="122"/>
                                    <a:pt x="177" y="122"/>
                                    <a:pt x="177" y="122"/>
                                  </a:cubicBezTo>
                                  <a:cubicBezTo>
                                    <a:pt x="177" y="122"/>
                                    <a:pt x="176" y="122"/>
                                    <a:pt x="176" y="122"/>
                                  </a:cubicBezTo>
                                  <a:cubicBezTo>
                                    <a:pt x="176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4" y="122"/>
                                    <a:pt x="174" y="122"/>
                                  </a:cubicBezTo>
                                  <a:cubicBezTo>
                                    <a:pt x="174" y="123"/>
                                    <a:pt x="174" y="123"/>
                                    <a:pt x="174" y="123"/>
                                  </a:cubicBezTo>
                                  <a:cubicBezTo>
                                    <a:pt x="174" y="124"/>
                                    <a:pt x="174" y="124"/>
                                    <a:pt x="174" y="124"/>
                                  </a:cubicBezTo>
                                  <a:cubicBezTo>
                                    <a:pt x="174" y="124"/>
                                    <a:pt x="174" y="124"/>
                                    <a:pt x="174" y="124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4"/>
                                    <a:pt x="175" y="124"/>
                                    <a:pt x="176" y="124"/>
                                  </a:cubicBezTo>
                                  <a:cubicBezTo>
                                    <a:pt x="176" y="125"/>
                                    <a:pt x="177" y="126"/>
                                    <a:pt x="177" y="126"/>
                                  </a:cubicBezTo>
                                  <a:cubicBezTo>
                                    <a:pt x="177" y="126"/>
                                    <a:pt x="178" y="127"/>
                                    <a:pt x="178" y="127"/>
                                  </a:cubicBezTo>
                                  <a:cubicBezTo>
                                    <a:pt x="178" y="127"/>
                                    <a:pt x="178" y="128"/>
                                    <a:pt x="178" y="128"/>
                                  </a:cubicBezTo>
                                  <a:cubicBezTo>
                                    <a:pt x="178" y="129"/>
                                    <a:pt x="178" y="129"/>
                                    <a:pt x="178" y="129"/>
                                  </a:cubicBezTo>
                                  <a:cubicBezTo>
                                    <a:pt x="178" y="130"/>
                                    <a:pt x="178" y="130"/>
                                    <a:pt x="178" y="130"/>
                                  </a:cubicBezTo>
                                  <a:cubicBezTo>
                                    <a:pt x="178" y="130"/>
                                    <a:pt x="179" y="131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3"/>
                                    <a:pt x="179" y="133"/>
                                    <a:pt x="179" y="133"/>
                                  </a:cubicBezTo>
                                  <a:cubicBezTo>
                                    <a:pt x="179" y="133"/>
                                    <a:pt x="179" y="134"/>
                                    <a:pt x="179" y="134"/>
                                  </a:cubicBezTo>
                                  <a:cubicBezTo>
                                    <a:pt x="179" y="134"/>
                                    <a:pt x="178" y="135"/>
                                    <a:pt x="178" y="135"/>
                                  </a:cubicBezTo>
                                  <a:cubicBezTo>
                                    <a:pt x="178" y="136"/>
                                    <a:pt x="177" y="137"/>
                                    <a:pt x="177" y="137"/>
                                  </a:cubicBezTo>
                                  <a:cubicBezTo>
                                    <a:pt x="176" y="138"/>
                                    <a:pt x="175" y="138"/>
                                    <a:pt x="175" y="138"/>
                                  </a:cubicBezTo>
                                  <a:cubicBezTo>
                                    <a:pt x="174" y="138"/>
                                    <a:pt x="174" y="138"/>
                                    <a:pt x="174" y="138"/>
                                  </a:cubicBezTo>
                                  <a:cubicBezTo>
                                    <a:pt x="174" y="138"/>
                                    <a:pt x="173" y="139"/>
                                    <a:pt x="173" y="138"/>
                                  </a:cubicBezTo>
                                  <a:cubicBezTo>
                                    <a:pt x="173" y="138"/>
                                    <a:pt x="173" y="138"/>
                                    <a:pt x="173" y="138"/>
                                  </a:cubicBezTo>
                                  <a:cubicBezTo>
                                    <a:pt x="173" y="138"/>
                                    <a:pt x="173" y="138"/>
                                    <a:pt x="172" y="138"/>
                                  </a:cubicBezTo>
                                  <a:cubicBezTo>
                                    <a:pt x="172" y="139"/>
                                    <a:pt x="171" y="139"/>
                                    <a:pt x="170" y="138"/>
                                  </a:cubicBezTo>
                                  <a:cubicBezTo>
                                    <a:pt x="170" y="138"/>
                                    <a:pt x="171" y="138"/>
                                    <a:pt x="171" y="138"/>
                                  </a:cubicBezTo>
                                  <a:cubicBezTo>
                                    <a:pt x="170" y="138"/>
                                    <a:pt x="170" y="138"/>
                                    <a:pt x="170" y="137"/>
                                  </a:cubicBezTo>
                                  <a:cubicBezTo>
                                    <a:pt x="170" y="137"/>
                                    <a:pt x="169" y="137"/>
                                    <a:pt x="169" y="137"/>
                                  </a:cubicBezTo>
                                  <a:cubicBezTo>
                                    <a:pt x="169" y="138"/>
                                    <a:pt x="169" y="138"/>
                                    <a:pt x="169" y="138"/>
                                  </a:cubicBezTo>
                                  <a:cubicBezTo>
                                    <a:pt x="169" y="138"/>
                                    <a:pt x="168" y="139"/>
                                    <a:pt x="168" y="139"/>
                                  </a:cubicBezTo>
                                  <a:cubicBezTo>
                                    <a:pt x="168" y="139"/>
                                    <a:pt x="168" y="139"/>
                                    <a:pt x="168" y="139"/>
                                  </a:cubicBezTo>
                                  <a:cubicBezTo>
                                    <a:pt x="168" y="139"/>
                                    <a:pt x="168" y="140"/>
                                    <a:pt x="168" y="140"/>
                                  </a:cubicBezTo>
                                  <a:cubicBezTo>
                                    <a:pt x="168" y="140"/>
                                    <a:pt x="168" y="140"/>
                                    <a:pt x="168" y="140"/>
                                  </a:cubicBezTo>
                                  <a:cubicBezTo>
                                    <a:pt x="168" y="140"/>
                                    <a:pt x="168" y="140"/>
                                    <a:pt x="167" y="140"/>
                                  </a:cubicBezTo>
                                  <a:cubicBezTo>
                                    <a:pt x="167" y="140"/>
                                    <a:pt x="167" y="141"/>
                                    <a:pt x="167" y="141"/>
                                  </a:cubicBezTo>
                                  <a:cubicBezTo>
                                    <a:pt x="166" y="142"/>
                                    <a:pt x="165" y="143"/>
                                    <a:pt x="164" y="144"/>
                                  </a:cubicBezTo>
                                  <a:cubicBezTo>
                                    <a:pt x="164" y="144"/>
                                    <a:pt x="164" y="144"/>
                                    <a:pt x="164" y="144"/>
                                  </a:cubicBezTo>
                                  <a:cubicBezTo>
                                    <a:pt x="163" y="144"/>
                                    <a:pt x="163" y="144"/>
                                    <a:pt x="163" y="144"/>
                                  </a:cubicBezTo>
                                  <a:cubicBezTo>
                                    <a:pt x="163" y="144"/>
                                    <a:pt x="162" y="144"/>
                                    <a:pt x="162" y="144"/>
                                  </a:cubicBezTo>
                                  <a:cubicBezTo>
                                    <a:pt x="162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5"/>
                                    <a:pt x="161" y="145"/>
                                  </a:cubicBezTo>
                                  <a:cubicBezTo>
                                    <a:pt x="160" y="145"/>
                                    <a:pt x="160" y="145"/>
                                    <a:pt x="160" y="145"/>
                                  </a:cubicBezTo>
                                  <a:cubicBezTo>
                                    <a:pt x="160" y="145"/>
                                    <a:pt x="159" y="144"/>
                                    <a:pt x="159" y="144"/>
                                  </a:cubicBezTo>
                                  <a:cubicBezTo>
                                    <a:pt x="160" y="144"/>
                                    <a:pt x="160" y="144"/>
                                    <a:pt x="160" y="144"/>
                                  </a:cubicBezTo>
                                  <a:cubicBezTo>
                                    <a:pt x="160" y="144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2"/>
                                    <a:pt x="159" y="142"/>
                                  </a:cubicBezTo>
                                  <a:cubicBezTo>
                                    <a:pt x="159" y="142"/>
                                    <a:pt x="159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4"/>
                                    <a:pt x="159" y="144"/>
                                  </a:cubicBezTo>
                                  <a:cubicBezTo>
                                    <a:pt x="159" y="144"/>
                                    <a:pt x="159" y="144"/>
                                    <a:pt x="158" y="144"/>
                                  </a:cubicBezTo>
                                  <a:cubicBezTo>
                                    <a:pt x="158" y="144"/>
                                    <a:pt x="158" y="144"/>
                                    <a:pt x="158" y="144"/>
                                  </a:cubicBezTo>
                                  <a:cubicBezTo>
                                    <a:pt x="158" y="144"/>
                                    <a:pt x="158" y="143"/>
                                    <a:pt x="158" y="143"/>
                                  </a:cubicBezTo>
                                  <a:cubicBezTo>
                                    <a:pt x="158" y="143"/>
                                    <a:pt x="158" y="143"/>
                                    <a:pt x="158" y="143"/>
                                  </a:cubicBezTo>
                                  <a:cubicBezTo>
                                    <a:pt x="158" y="143"/>
                                    <a:pt x="158" y="142"/>
                                    <a:pt x="158" y="142"/>
                                  </a:cubicBezTo>
                                  <a:cubicBezTo>
                                    <a:pt x="158" y="142"/>
                                    <a:pt x="157" y="141"/>
                                    <a:pt x="157" y="141"/>
                                  </a:cubicBezTo>
                                  <a:cubicBezTo>
                                    <a:pt x="157" y="141"/>
                                    <a:pt x="157" y="141"/>
                                    <a:pt x="156" y="141"/>
                                  </a:cubicBezTo>
                                  <a:cubicBezTo>
                                    <a:pt x="155" y="141"/>
                                    <a:pt x="154" y="142"/>
                                    <a:pt x="154" y="143"/>
                                  </a:cubicBezTo>
                                  <a:cubicBezTo>
                                    <a:pt x="154" y="143"/>
                                    <a:pt x="154" y="143"/>
                                    <a:pt x="154" y="143"/>
                                  </a:cubicBezTo>
                                  <a:cubicBezTo>
                                    <a:pt x="154" y="143"/>
                                    <a:pt x="154" y="143"/>
                                    <a:pt x="154" y="144"/>
                                  </a:cubicBezTo>
                                  <a:cubicBezTo>
                                    <a:pt x="154" y="144"/>
                                    <a:pt x="154" y="144"/>
                                    <a:pt x="154" y="144"/>
                                  </a:cubicBezTo>
                                  <a:cubicBezTo>
                                    <a:pt x="155" y="144"/>
                                    <a:pt x="155" y="144"/>
                                    <a:pt x="155" y="144"/>
                                  </a:cubicBezTo>
                                  <a:cubicBezTo>
                                    <a:pt x="155" y="144"/>
                                    <a:pt x="155" y="144"/>
                                    <a:pt x="156" y="145"/>
                                  </a:cubicBezTo>
                                  <a:cubicBezTo>
                                    <a:pt x="156" y="145"/>
                                    <a:pt x="157" y="145"/>
                                    <a:pt x="157" y="146"/>
                                  </a:cubicBezTo>
                                  <a:cubicBezTo>
                                    <a:pt x="157" y="146"/>
                                    <a:pt x="157" y="146"/>
                                    <a:pt x="157" y="146"/>
                                  </a:cubicBezTo>
                                  <a:cubicBezTo>
                                    <a:pt x="157" y="146"/>
                                    <a:pt x="157" y="146"/>
                                    <a:pt x="157" y="146"/>
                                  </a:cubicBezTo>
                                  <a:cubicBezTo>
                                    <a:pt x="158" y="146"/>
                                    <a:pt x="158" y="146"/>
                                    <a:pt x="159" y="146"/>
                                  </a:cubicBezTo>
                                  <a:cubicBezTo>
                                    <a:pt x="158" y="147"/>
                                    <a:pt x="158" y="147"/>
                                    <a:pt x="158" y="147"/>
                                  </a:cubicBezTo>
                                  <a:cubicBezTo>
                                    <a:pt x="158" y="147"/>
                                    <a:pt x="158" y="147"/>
                                    <a:pt x="157" y="147"/>
                                  </a:cubicBezTo>
                                  <a:cubicBezTo>
                                    <a:pt x="157" y="147"/>
                                    <a:pt x="157" y="148"/>
                                    <a:pt x="157" y="148"/>
                                  </a:cubicBezTo>
                                  <a:cubicBezTo>
                                    <a:pt x="156" y="147"/>
                                    <a:pt x="156" y="147"/>
                                    <a:pt x="156" y="147"/>
                                  </a:cubicBezTo>
                                  <a:cubicBezTo>
                                    <a:pt x="156" y="146"/>
                                    <a:pt x="156" y="146"/>
                                    <a:pt x="156" y="146"/>
                                  </a:cubicBezTo>
                                  <a:cubicBezTo>
                                    <a:pt x="156" y="146"/>
                                    <a:pt x="156" y="146"/>
                                    <a:pt x="156" y="146"/>
                                  </a:cubicBezTo>
                                  <a:cubicBezTo>
                                    <a:pt x="155" y="146"/>
                                    <a:pt x="155" y="146"/>
                                    <a:pt x="155" y="146"/>
                                  </a:cubicBezTo>
                                  <a:cubicBezTo>
                                    <a:pt x="155" y="145"/>
                                    <a:pt x="155" y="145"/>
                                    <a:pt x="155" y="145"/>
                                  </a:cubicBezTo>
                                  <a:cubicBezTo>
                                    <a:pt x="154" y="145"/>
                                    <a:pt x="154" y="145"/>
                                    <a:pt x="153" y="145"/>
                                  </a:cubicBezTo>
                                  <a:cubicBezTo>
                                    <a:pt x="153" y="145"/>
                                    <a:pt x="153" y="145"/>
                                    <a:pt x="152" y="145"/>
                                  </a:cubicBezTo>
                                  <a:cubicBezTo>
                                    <a:pt x="152" y="146"/>
                                    <a:pt x="152" y="146"/>
                                    <a:pt x="152" y="146"/>
                                  </a:cubicBezTo>
                                  <a:cubicBezTo>
                                    <a:pt x="152" y="147"/>
                                    <a:pt x="152" y="147"/>
                                    <a:pt x="152" y="148"/>
                                  </a:cubicBezTo>
                                  <a:cubicBezTo>
                                    <a:pt x="152" y="148"/>
                                    <a:pt x="152" y="148"/>
                                    <a:pt x="152" y="149"/>
                                  </a:cubicBezTo>
                                  <a:cubicBezTo>
                                    <a:pt x="152" y="149"/>
                                    <a:pt x="152" y="149"/>
                                    <a:pt x="151" y="149"/>
                                  </a:cubicBezTo>
                                  <a:cubicBezTo>
                                    <a:pt x="151" y="149"/>
                                    <a:pt x="151" y="149"/>
                                    <a:pt x="151" y="149"/>
                                  </a:cubicBezTo>
                                  <a:cubicBezTo>
                                    <a:pt x="151" y="150"/>
                                    <a:pt x="152" y="150"/>
                                    <a:pt x="152" y="150"/>
                                  </a:cubicBezTo>
                                  <a:cubicBezTo>
                                    <a:pt x="152" y="150"/>
                                    <a:pt x="152" y="150"/>
                                    <a:pt x="151" y="150"/>
                                  </a:cubicBezTo>
                                  <a:cubicBezTo>
                                    <a:pt x="151" y="150"/>
                                    <a:pt x="151" y="151"/>
                                    <a:pt x="151" y="151"/>
                                  </a:cubicBezTo>
                                  <a:cubicBezTo>
                                    <a:pt x="151" y="151"/>
                                    <a:pt x="152" y="151"/>
                                    <a:pt x="152" y="151"/>
                                  </a:cubicBezTo>
                                  <a:cubicBezTo>
                                    <a:pt x="153" y="150"/>
                                    <a:pt x="153" y="150"/>
                                    <a:pt x="154" y="149"/>
                                  </a:cubicBezTo>
                                  <a:cubicBezTo>
                                    <a:pt x="154" y="150"/>
                                    <a:pt x="153" y="150"/>
                                    <a:pt x="153" y="150"/>
                                  </a:cubicBezTo>
                                  <a:cubicBezTo>
                                    <a:pt x="153" y="151"/>
                                    <a:pt x="152" y="151"/>
                                    <a:pt x="152" y="151"/>
                                  </a:cubicBezTo>
                                  <a:cubicBezTo>
                                    <a:pt x="152" y="152"/>
                                    <a:pt x="152" y="152"/>
                                    <a:pt x="152" y="152"/>
                                  </a:cubicBezTo>
                                  <a:cubicBezTo>
                                    <a:pt x="152" y="153"/>
                                    <a:pt x="152" y="153"/>
                                    <a:pt x="152" y="153"/>
                                  </a:cubicBezTo>
                                  <a:cubicBezTo>
                                    <a:pt x="152" y="153"/>
                                    <a:pt x="152" y="153"/>
                                    <a:pt x="152" y="153"/>
                                  </a:cubicBezTo>
                                  <a:cubicBezTo>
                                    <a:pt x="151" y="153"/>
                                    <a:pt x="151" y="152"/>
                                    <a:pt x="151" y="152"/>
                                  </a:cubicBezTo>
                                  <a:cubicBezTo>
                                    <a:pt x="151" y="151"/>
                                    <a:pt x="150" y="152"/>
                                    <a:pt x="150" y="152"/>
                                  </a:cubicBezTo>
                                  <a:cubicBezTo>
                                    <a:pt x="149" y="153"/>
                                    <a:pt x="149" y="153"/>
                                    <a:pt x="149" y="153"/>
                                  </a:cubicBezTo>
                                  <a:cubicBezTo>
                                    <a:pt x="149" y="154"/>
                                    <a:pt x="149" y="154"/>
                                    <a:pt x="149" y="154"/>
                                  </a:cubicBezTo>
                                  <a:cubicBezTo>
                                    <a:pt x="149" y="154"/>
                                    <a:pt x="148" y="154"/>
                                    <a:pt x="148" y="154"/>
                                  </a:cubicBezTo>
                                  <a:cubicBezTo>
                                    <a:pt x="147" y="156"/>
                                    <a:pt x="146" y="157"/>
                                    <a:pt x="146" y="159"/>
                                  </a:cubicBezTo>
                                  <a:cubicBezTo>
                                    <a:pt x="146" y="159"/>
                                    <a:pt x="146" y="160"/>
                                    <a:pt x="146" y="160"/>
                                  </a:cubicBezTo>
                                  <a:cubicBezTo>
                                    <a:pt x="146" y="160"/>
                                    <a:pt x="146" y="161"/>
                                    <a:pt x="146" y="161"/>
                                  </a:cubicBezTo>
                                  <a:cubicBezTo>
                                    <a:pt x="146" y="161"/>
                                    <a:pt x="146" y="162"/>
                                    <a:pt x="146" y="162"/>
                                  </a:cubicBezTo>
                                  <a:cubicBezTo>
                                    <a:pt x="146" y="162"/>
                                    <a:pt x="146" y="162"/>
                                    <a:pt x="146" y="162"/>
                                  </a:cubicBezTo>
                                  <a:cubicBezTo>
                                    <a:pt x="146" y="162"/>
                                    <a:pt x="146" y="162"/>
                                    <a:pt x="145" y="162"/>
                                  </a:cubicBezTo>
                                  <a:cubicBezTo>
                                    <a:pt x="145" y="162"/>
                                    <a:pt x="145" y="162"/>
                                    <a:pt x="145" y="162"/>
                                  </a:cubicBezTo>
                                  <a:cubicBezTo>
                                    <a:pt x="145" y="162"/>
                                    <a:pt x="145" y="162"/>
                                    <a:pt x="145" y="162"/>
                                  </a:cubicBezTo>
                                  <a:cubicBezTo>
                                    <a:pt x="144" y="162"/>
                                    <a:pt x="144" y="162"/>
                                    <a:pt x="143" y="162"/>
                                  </a:cubicBezTo>
                                  <a:cubicBezTo>
                                    <a:pt x="143" y="162"/>
                                    <a:pt x="143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4"/>
                                    <a:pt x="145" y="164"/>
                                  </a:cubicBezTo>
                                  <a:cubicBezTo>
                                    <a:pt x="145" y="164"/>
                                    <a:pt x="145" y="164"/>
                                    <a:pt x="145" y="164"/>
                                  </a:cubicBezTo>
                                  <a:cubicBezTo>
                                    <a:pt x="145" y="164"/>
                                    <a:pt x="145" y="164"/>
                                    <a:pt x="145" y="164"/>
                                  </a:cubicBezTo>
                                  <a:cubicBezTo>
                                    <a:pt x="144" y="164"/>
                                    <a:pt x="144" y="165"/>
                                    <a:pt x="144" y="165"/>
                                  </a:cubicBezTo>
                                  <a:cubicBezTo>
                                    <a:pt x="143" y="165"/>
                                    <a:pt x="143" y="164"/>
                                    <a:pt x="143" y="164"/>
                                  </a:cubicBezTo>
                                  <a:cubicBezTo>
                                    <a:pt x="143" y="165"/>
                                    <a:pt x="143" y="165"/>
                                    <a:pt x="143" y="165"/>
                                  </a:cubicBezTo>
                                  <a:cubicBezTo>
                                    <a:pt x="143" y="165"/>
                                    <a:pt x="143" y="165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5" y="166"/>
                                    <a:pt x="145" y="166"/>
                                    <a:pt x="145" y="166"/>
                                  </a:cubicBezTo>
                                  <a:cubicBezTo>
                                    <a:pt x="145" y="166"/>
                                    <a:pt x="145" y="166"/>
                                    <a:pt x="145" y="167"/>
                                  </a:cubicBezTo>
                                  <a:cubicBezTo>
                                    <a:pt x="145" y="167"/>
                                    <a:pt x="145" y="167"/>
                                    <a:pt x="145" y="167"/>
                                  </a:cubicBezTo>
                                  <a:cubicBezTo>
                                    <a:pt x="145" y="167"/>
                                    <a:pt x="145" y="168"/>
                                    <a:pt x="145" y="168"/>
                                  </a:cubicBezTo>
                                  <a:cubicBezTo>
                                    <a:pt x="145" y="168"/>
                                    <a:pt x="144" y="168"/>
                                    <a:pt x="144" y="168"/>
                                  </a:cubicBezTo>
                                  <a:cubicBezTo>
                                    <a:pt x="144" y="168"/>
                                    <a:pt x="144" y="169"/>
                                    <a:pt x="144" y="169"/>
                                  </a:cubicBezTo>
                                  <a:cubicBezTo>
                                    <a:pt x="144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6" y="169"/>
                                    <a:pt x="146" y="170"/>
                                    <a:pt x="146" y="170"/>
                                  </a:cubicBezTo>
                                  <a:cubicBezTo>
                                    <a:pt x="146" y="171"/>
                                    <a:pt x="146" y="171"/>
                                    <a:pt x="147" y="172"/>
                                  </a:cubicBezTo>
                                  <a:cubicBezTo>
                                    <a:pt x="147" y="172"/>
                                    <a:pt x="147" y="172"/>
                                    <a:pt x="147" y="172"/>
                                  </a:cubicBezTo>
                                  <a:cubicBezTo>
                                    <a:pt x="148" y="173"/>
                                    <a:pt x="148" y="173"/>
                                    <a:pt x="148" y="172"/>
                                  </a:cubicBezTo>
                                  <a:cubicBezTo>
                                    <a:pt x="148" y="172"/>
                                    <a:pt x="148" y="171"/>
                                    <a:pt x="148" y="171"/>
                                  </a:cubicBezTo>
                                  <a:cubicBezTo>
                                    <a:pt x="148" y="170"/>
                                    <a:pt x="148" y="170"/>
                                    <a:pt x="149" y="170"/>
                                  </a:cubicBezTo>
                                  <a:cubicBezTo>
                                    <a:pt x="149" y="170"/>
                                    <a:pt x="149" y="170"/>
                                    <a:pt x="149" y="171"/>
                                  </a:cubicBezTo>
                                  <a:cubicBezTo>
                                    <a:pt x="148" y="171"/>
                                    <a:pt x="148" y="171"/>
                                    <a:pt x="148" y="171"/>
                                  </a:cubicBezTo>
                                  <a:cubicBezTo>
                                    <a:pt x="149" y="171"/>
                                    <a:pt x="149" y="171"/>
                                    <a:pt x="149" y="171"/>
                                  </a:cubicBezTo>
                                  <a:cubicBezTo>
                                    <a:pt x="149" y="171"/>
                                    <a:pt x="149" y="171"/>
                                    <a:pt x="149" y="171"/>
                                  </a:cubicBezTo>
                                  <a:cubicBezTo>
                                    <a:pt x="149" y="171"/>
                                    <a:pt x="149" y="171"/>
                                    <a:pt x="150" y="171"/>
                                  </a:cubicBezTo>
                                  <a:cubicBezTo>
                                    <a:pt x="150" y="172"/>
                                    <a:pt x="149" y="172"/>
                                    <a:pt x="150" y="172"/>
                                  </a:cubicBezTo>
                                  <a:cubicBezTo>
                                    <a:pt x="150" y="173"/>
                                    <a:pt x="150" y="173"/>
                                    <a:pt x="150" y="173"/>
                                  </a:cubicBezTo>
                                  <a:cubicBezTo>
                                    <a:pt x="151" y="173"/>
                                    <a:pt x="151" y="172"/>
                                    <a:pt x="151" y="172"/>
                                  </a:cubicBezTo>
                                  <a:cubicBezTo>
                                    <a:pt x="151" y="172"/>
                                    <a:pt x="151" y="172"/>
                                    <a:pt x="151" y="172"/>
                                  </a:cubicBezTo>
                                  <a:cubicBezTo>
                                    <a:pt x="152" y="172"/>
                                    <a:pt x="151" y="172"/>
                                    <a:pt x="152" y="172"/>
                                  </a:cubicBezTo>
                                  <a:cubicBezTo>
                                    <a:pt x="152" y="173"/>
                                    <a:pt x="152" y="173"/>
                                    <a:pt x="153" y="173"/>
                                  </a:cubicBezTo>
                                  <a:cubicBezTo>
                                    <a:pt x="152" y="173"/>
                                    <a:pt x="152" y="173"/>
                                    <a:pt x="152" y="173"/>
                                  </a:cubicBezTo>
                                  <a:cubicBezTo>
                                    <a:pt x="151" y="173"/>
                                    <a:pt x="151" y="173"/>
                                    <a:pt x="151" y="173"/>
                                  </a:cubicBezTo>
                                  <a:cubicBezTo>
                                    <a:pt x="151" y="173"/>
                                    <a:pt x="150" y="173"/>
                                    <a:pt x="150" y="173"/>
                                  </a:cubicBezTo>
                                  <a:cubicBezTo>
                                    <a:pt x="150" y="174"/>
                                    <a:pt x="151" y="174"/>
                                    <a:pt x="151" y="174"/>
                                  </a:cubicBezTo>
                                  <a:cubicBezTo>
                                    <a:pt x="151" y="174"/>
                                    <a:pt x="150" y="174"/>
                                    <a:pt x="150" y="174"/>
                                  </a:cubicBezTo>
                                  <a:cubicBezTo>
                                    <a:pt x="150" y="174"/>
                                    <a:pt x="150" y="174"/>
                                    <a:pt x="150" y="174"/>
                                  </a:cubicBezTo>
                                  <a:cubicBezTo>
                                    <a:pt x="149" y="174"/>
                                    <a:pt x="149" y="174"/>
                                    <a:pt x="149" y="174"/>
                                  </a:cubicBezTo>
                                  <a:cubicBezTo>
                                    <a:pt x="150" y="174"/>
                                    <a:pt x="150" y="175"/>
                                    <a:pt x="150" y="175"/>
                                  </a:cubicBezTo>
                                  <a:cubicBezTo>
                                    <a:pt x="150" y="175"/>
                                    <a:pt x="151" y="174"/>
                                    <a:pt x="151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3" y="175"/>
                                    <a:pt x="153" y="175"/>
                                    <a:pt x="153" y="175"/>
                                  </a:cubicBezTo>
                                  <a:cubicBezTo>
                                    <a:pt x="153" y="175"/>
                                    <a:pt x="153" y="175"/>
                                    <a:pt x="153" y="175"/>
                                  </a:cubicBezTo>
                                  <a:cubicBezTo>
                                    <a:pt x="153" y="175"/>
                                    <a:pt x="154" y="176"/>
                                    <a:pt x="154" y="175"/>
                                  </a:cubicBezTo>
                                  <a:cubicBezTo>
                                    <a:pt x="154" y="175"/>
                                    <a:pt x="154" y="175"/>
                                    <a:pt x="155" y="175"/>
                                  </a:cubicBezTo>
                                  <a:cubicBezTo>
                                    <a:pt x="155" y="175"/>
                                    <a:pt x="155" y="175"/>
                                    <a:pt x="156" y="176"/>
                                  </a:cubicBezTo>
                                  <a:cubicBezTo>
                                    <a:pt x="156" y="176"/>
                                    <a:pt x="156" y="175"/>
                                    <a:pt x="156" y="175"/>
                                  </a:cubicBezTo>
                                  <a:cubicBezTo>
                                    <a:pt x="156" y="175"/>
                                    <a:pt x="156" y="175"/>
                                    <a:pt x="157" y="174"/>
                                  </a:cubicBezTo>
                                  <a:cubicBezTo>
                                    <a:pt x="157" y="174"/>
                                    <a:pt x="157" y="174"/>
                                    <a:pt x="157" y="174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4"/>
                                    <a:pt x="157" y="174"/>
                                    <a:pt x="157" y="174"/>
                                  </a:cubicBezTo>
                                  <a:cubicBezTo>
                                    <a:pt x="158" y="174"/>
                                    <a:pt x="158" y="174"/>
                                    <a:pt x="158" y="175"/>
                                  </a:cubicBezTo>
                                  <a:cubicBezTo>
                                    <a:pt x="158" y="175"/>
                                    <a:pt x="157" y="175"/>
                                    <a:pt x="157" y="175"/>
                                  </a:cubicBezTo>
                                  <a:cubicBezTo>
                                    <a:pt x="157" y="176"/>
                                    <a:pt x="157" y="176"/>
                                    <a:pt x="158" y="176"/>
                                  </a:cubicBezTo>
                                  <a:cubicBezTo>
                                    <a:pt x="158" y="175"/>
                                    <a:pt x="158" y="175"/>
                                    <a:pt x="158" y="175"/>
                                  </a:cubicBezTo>
                                  <a:cubicBezTo>
                                    <a:pt x="158" y="175"/>
                                    <a:pt x="159" y="174"/>
                                    <a:pt x="159" y="174"/>
                                  </a:cubicBezTo>
                                  <a:cubicBezTo>
                                    <a:pt x="160" y="174"/>
                                    <a:pt x="159" y="174"/>
                                    <a:pt x="159" y="175"/>
                                  </a:cubicBezTo>
                                  <a:cubicBezTo>
                                    <a:pt x="159" y="175"/>
                                    <a:pt x="158" y="175"/>
                                    <a:pt x="158" y="175"/>
                                  </a:cubicBezTo>
                                  <a:cubicBezTo>
                                    <a:pt x="159" y="175"/>
                                    <a:pt x="159" y="176"/>
                                    <a:pt x="160" y="176"/>
                                  </a:cubicBezTo>
                                  <a:cubicBezTo>
                                    <a:pt x="160" y="176"/>
                                    <a:pt x="160" y="176"/>
                                    <a:pt x="160" y="176"/>
                                  </a:cubicBezTo>
                                  <a:cubicBezTo>
                                    <a:pt x="160" y="176"/>
                                    <a:pt x="160" y="176"/>
                                    <a:pt x="160" y="176"/>
                                  </a:cubicBezTo>
                                  <a:cubicBezTo>
                                    <a:pt x="160" y="175"/>
                                    <a:pt x="160" y="175"/>
                                    <a:pt x="161" y="175"/>
                                  </a:cubicBezTo>
                                  <a:cubicBezTo>
                                    <a:pt x="161" y="175"/>
                                    <a:pt x="161" y="175"/>
                                    <a:pt x="161" y="175"/>
                                  </a:cubicBezTo>
                                  <a:cubicBezTo>
                                    <a:pt x="161" y="175"/>
                                    <a:pt x="162" y="176"/>
                                    <a:pt x="162" y="176"/>
                                  </a:cubicBezTo>
                                  <a:cubicBezTo>
                                    <a:pt x="161" y="176"/>
                                    <a:pt x="161" y="176"/>
                                    <a:pt x="161" y="176"/>
                                  </a:cubicBezTo>
                                  <a:cubicBezTo>
                                    <a:pt x="161" y="176"/>
                                    <a:pt x="161" y="176"/>
                                    <a:pt x="161" y="177"/>
                                  </a:cubicBezTo>
                                  <a:cubicBezTo>
                                    <a:pt x="161" y="177"/>
                                    <a:pt x="161" y="177"/>
                                    <a:pt x="161" y="177"/>
                                  </a:cubicBezTo>
                                  <a:cubicBezTo>
                                    <a:pt x="161" y="177"/>
                                    <a:pt x="161" y="177"/>
                                    <a:pt x="161" y="178"/>
                                  </a:cubicBezTo>
                                  <a:cubicBezTo>
                                    <a:pt x="161" y="178"/>
                                    <a:pt x="161" y="178"/>
                                    <a:pt x="161" y="178"/>
                                  </a:cubicBezTo>
                                  <a:cubicBezTo>
                                    <a:pt x="160" y="179"/>
                                    <a:pt x="160" y="179"/>
                                    <a:pt x="160" y="179"/>
                                  </a:cubicBezTo>
                                  <a:cubicBezTo>
                                    <a:pt x="160" y="179"/>
                                    <a:pt x="160" y="179"/>
                                    <a:pt x="159" y="179"/>
                                  </a:cubicBezTo>
                                  <a:cubicBezTo>
                                    <a:pt x="159" y="180"/>
                                    <a:pt x="159" y="179"/>
                                    <a:pt x="159" y="179"/>
                                  </a:cubicBezTo>
                                  <a:cubicBezTo>
                                    <a:pt x="158" y="179"/>
                                    <a:pt x="158" y="178"/>
                                    <a:pt x="159" y="178"/>
                                  </a:cubicBezTo>
                                  <a:cubicBezTo>
                                    <a:pt x="159" y="178"/>
                                    <a:pt x="159" y="178"/>
                                    <a:pt x="159" y="178"/>
                                  </a:cubicBezTo>
                                  <a:cubicBezTo>
                                    <a:pt x="159" y="177"/>
                                    <a:pt x="159" y="177"/>
                                    <a:pt x="159" y="177"/>
                                  </a:cubicBezTo>
                                  <a:cubicBezTo>
                                    <a:pt x="159" y="177"/>
                                    <a:pt x="158" y="177"/>
                                    <a:pt x="158" y="177"/>
                                  </a:cubicBezTo>
                                  <a:cubicBezTo>
                                    <a:pt x="158" y="177"/>
                                    <a:pt x="157" y="177"/>
                                    <a:pt x="157" y="177"/>
                                  </a:cubicBezTo>
                                  <a:cubicBezTo>
                                    <a:pt x="157" y="178"/>
                                    <a:pt x="157" y="178"/>
                                    <a:pt x="156" y="178"/>
                                  </a:cubicBezTo>
                                  <a:cubicBezTo>
                                    <a:pt x="156" y="178"/>
                                    <a:pt x="156" y="178"/>
                                    <a:pt x="156" y="178"/>
                                  </a:cubicBezTo>
                                  <a:cubicBezTo>
                                    <a:pt x="156" y="178"/>
                                    <a:pt x="156" y="178"/>
                                    <a:pt x="156" y="178"/>
                                  </a:cubicBezTo>
                                  <a:cubicBezTo>
                                    <a:pt x="155" y="179"/>
                                    <a:pt x="155" y="179"/>
                                    <a:pt x="155" y="179"/>
                                  </a:cubicBezTo>
                                  <a:cubicBezTo>
                                    <a:pt x="155" y="179"/>
                                    <a:pt x="155" y="179"/>
                                    <a:pt x="156" y="178"/>
                                  </a:cubicBezTo>
                                  <a:cubicBezTo>
                                    <a:pt x="156" y="178"/>
                                    <a:pt x="156" y="177"/>
                                    <a:pt x="156" y="177"/>
                                  </a:cubicBezTo>
                                  <a:cubicBezTo>
                                    <a:pt x="156" y="177"/>
                                    <a:pt x="156" y="177"/>
                                    <a:pt x="155" y="177"/>
                                  </a:cubicBezTo>
                                  <a:cubicBezTo>
                                    <a:pt x="155" y="177"/>
                                    <a:pt x="155" y="177"/>
                                    <a:pt x="155" y="177"/>
                                  </a:cubicBezTo>
                                  <a:cubicBezTo>
                                    <a:pt x="154" y="176"/>
                                    <a:pt x="154" y="176"/>
                                    <a:pt x="153" y="176"/>
                                  </a:cubicBezTo>
                                  <a:cubicBezTo>
                                    <a:pt x="153" y="176"/>
                                    <a:pt x="153" y="175"/>
                                    <a:pt x="153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2" y="175"/>
                                    <a:pt x="151" y="175"/>
                                    <a:pt x="151" y="175"/>
                                  </a:cubicBezTo>
                                  <a:cubicBezTo>
                                    <a:pt x="151" y="175"/>
                                    <a:pt x="151" y="176"/>
                                    <a:pt x="151" y="176"/>
                                  </a:cubicBezTo>
                                  <a:cubicBezTo>
                                    <a:pt x="151" y="176"/>
                                    <a:pt x="151" y="176"/>
                                    <a:pt x="152" y="176"/>
                                  </a:cubicBezTo>
                                  <a:cubicBezTo>
                                    <a:pt x="152" y="176"/>
                                    <a:pt x="151" y="176"/>
                                    <a:pt x="151" y="177"/>
                                  </a:cubicBezTo>
                                  <a:cubicBezTo>
                                    <a:pt x="151" y="177"/>
                                    <a:pt x="151" y="177"/>
                                    <a:pt x="151" y="178"/>
                                  </a:cubicBezTo>
                                  <a:cubicBezTo>
                                    <a:pt x="150" y="178"/>
                                    <a:pt x="150" y="178"/>
                                    <a:pt x="150" y="178"/>
                                  </a:cubicBezTo>
                                  <a:cubicBezTo>
                                    <a:pt x="150" y="178"/>
                                    <a:pt x="149" y="178"/>
                                    <a:pt x="149" y="179"/>
                                  </a:cubicBezTo>
                                  <a:cubicBezTo>
                                    <a:pt x="149" y="179"/>
                                    <a:pt x="149" y="179"/>
                                    <a:pt x="149" y="179"/>
                                  </a:cubicBezTo>
                                  <a:cubicBezTo>
                                    <a:pt x="149" y="179"/>
                                    <a:pt x="148" y="179"/>
                                    <a:pt x="148" y="179"/>
                                  </a:cubicBezTo>
                                  <a:cubicBezTo>
                                    <a:pt x="148" y="179"/>
                                    <a:pt x="148" y="180"/>
                                    <a:pt x="148" y="180"/>
                                  </a:cubicBezTo>
                                  <a:cubicBezTo>
                                    <a:pt x="148" y="180"/>
                                    <a:pt x="149" y="180"/>
                                    <a:pt x="149" y="180"/>
                                  </a:cubicBezTo>
                                  <a:cubicBezTo>
                                    <a:pt x="149" y="181"/>
                                    <a:pt x="150" y="180"/>
                                    <a:pt x="150" y="180"/>
                                  </a:cubicBezTo>
                                  <a:cubicBezTo>
                                    <a:pt x="150" y="180"/>
                                    <a:pt x="151" y="180"/>
                                    <a:pt x="151" y="180"/>
                                  </a:cubicBezTo>
                                  <a:cubicBezTo>
                                    <a:pt x="151" y="180"/>
                                    <a:pt x="151" y="181"/>
                                    <a:pt x="151" y="181"/>
                                  </a:cubicBezTo>
                                  <a:cubicBezTo>
                                    <a:pt x="150" y="181"/>
                                    <a:pt x="150" y="181"/>
                                    <a:pt x="150" y="181"/>
                                  </a:cubicBezTo>
                                  <a:cubicBezTo>
                                    <a:pt x="150" y="181"/>
                                    <a:pt x="150" y="182"/>
                                    <a:pt x="150" y="182"/>
                                  </a:cubicBezTo>
                                  <a:cubicBezTo>
                                    <a:pt x="151" y="183"/>
                                    <a:pt x="154" y="184"/>
                                    <a:pt x="154" y="186"/>
                                  </a:cubicBezTo>
                                  <a:cubicBezTo>
                                    <a:pt x="155" y="186"/>
                                    <a:pt x="155" y="186"/>
                                    <a:pt x="155" y="186"/>
                                  </a:cubicBezTo>
                                  <a:cubicBezTo>
                                    <a:pt x="155" y="187"/>
                                    <a:pt x="155" y="187"/>
                                    <a:pt x="155" y="187"/>
                                  </a:cubicBezTo>
                                  <a:cubicBezTo>
                                    <a:pt x="156" y="187"/>
                                    <a:pt x="156" y="187"/>
                                    <a:pt x="156" y="187"/>
                                  </a:cubicBezTo>
                                  <a:cubicBezTo>
                                    <a:pt x="156" y="187"/>
                                    <a:pt x="156" y="187"/>
                                    <a:pt x="156" y="187"/>
                                  </a:cubicBezTo>
                                  <a:cubicBezTo>
                                    <a:pt x="156" y="188"/>
                                    <a:pt x="156" y="188"/>
                                    <a:pt x="156" y="188"/>
                                  </a:cubicBezTo>
                                  <a:cubicBezTo>
                                    <a:pt x="156" y="188"/>
                                    <a:pt x="156" y="188"/>
                                    <a:pt x="156" y="188"/>
                                  </a:cubicBezTo>
                                  <a:cubicBezTo>
                                    <a:pt x="156" y="188"/>
                                    <a:pt x="156" y="189"/>
                                    <a:pt x="156" y="189"/>
                                  </a:cubicBezTo>
                                  <a:cubicBezTo>
                                    <a:pt x="156" y="189"/>
                                    <a:pt x="156" y="189"/>
                                    <a:pt x="157" y="189"/>
                                  </a:cubicBezTo>
                                  <a:cubicBezTo>
                                    <a:pt x="157" y="189"/>
                                    <a:pt x="157" y="189"/>
                                    <a:pt x="157" y="189"/>
                                  </a:cubicBezTo>
                                  <a:cubicBezTo>
                                    <a:pt x="160" y="191"/>
                                    <a:pt x="164" y="190"/>
                                    <a:pt x="166" y="187"/>
                                  </a:cubicBezTo>
                                  <a:cubicBezTo>
                                    <a:pt x="166" y="187"/>
                                    <a:pt x="167" y="188"/>
                                    <a:pt x="167" y="187"/>
                                  </a:cubicBezTo>
                                  <a:cubicBezTo>
                                    <a:pt x="167" y="187"/>
                                    <a:pt x="167" y="187"/>
                                    <a:pt x="167" y="186"/>
                                  </a:cubicBezTo>
                                  <a:cubicBezTo>
                                    <a:pt x="168" y="186"/>
                                    <a:pt x="168" y="185"/>
                                    <a:pt x="167" y="184"/>
                                  </a:cubicBezTo>
                                  <a:cubicBezTo>
                                    <a:pt x="167" y="184"/>
                                    <a:pt x="166" y="184"/>
                                    <a:pt x="166" y="184"/>
                                  </a:cubicBezTo>
                                  <a:cubicBezTo>
                                    <a:pt x="166" y="183"/>
                                    <a:pt x="167" y="182"/>
                                    <a:pt x="168" y="182"/>
                                  </a:cubicBezTo>
                                  <a:cubicBezTo>
                                    <a:pt x="168" y="181"/>
                                    <a:pt x="168" y="181"/>
                                    <a:pt x="168" y="181"/>
                                  </a:cubicBezTo>
                                  <a:cubicBezTo>
                                    <a:pt x="168" y="180"/>
                                    <a:pt x="168" y="180"/>
                                    <a:pt x="168" y="179"/>
                                  </a:cubicBezTo>
                                  <a:cubicBezTo>
                                    <a:pt x="169" y="179"/>
                                    <a:pt x="169" y="179"/>
                                    <a:pt x="169" y="179"/>
                                  </a:cubicBezTo>
                                  <a:cubicBezTo>
                                    <a:pt x="169" y="179"/>
                                    <a:pt x="169" y="179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1" y="178"/>
                                  </a:cubicBezTo>
                                  <a:cubicBezTo>
                                    <a:pt x="171" y="178"/>
                                    <a:pt x="171" y="178"/>
                                    <a:pt x="171" y="178"/>
                                  </a:cubicBezTo>
                                  <a:cubicBezTo>
                                    <a:pt x="171" y="179"/>
                                    <a:pt x="170" y="179"/>
                                    <a:pt x="169" y="180"/>
                                  </a:cubicBezTo>
                                  <a:cubicBezTo>
                                    <a:pt x="169" y="181"/>
                                    <a:pt x="169" y="181"/>
                                    <a:pt x="169" y="182"/>
                                  </a:cubicBezTo>
                                  <a:cubicBezTo>
                                    <a:pt x="168" y="183"/>
                                    <a:pt x="168" y="183"/>
                                    <a:pt x="168" y="184"/>
                                  </a:cubicBezTo>
                                  <a:cubicBezTo>
                                    <a:pt x="168" y="184"/>
                                    <a:pt x="169" y="184"/>
                                    <a:pt x="169" y="185"/>
                                  </a:cubicBezTo>
                                  <a:cubicBezTo>
                                    <a:pt x="170" y="185"/>
                                    <a:pt x="169" y="187"/>
                                    <a:pt x="169" y="187"/>
                                  </a:cubicBezTo>
                                  <a:cubicBezTo>
                                    <a:pt x="170" y="188"/>
                                    <a:pt x="170" y="188"/>
                                    <a:pt x="170" y="188"/>
                                  </a:cubicBezTo>
                                  <a:cubicBezTo>
                                    <a:pt x="170" y="188"/>
                                    <a:pt x="170" y="188"/>
                                    <a:pt x="170" y="189"/>
                                  </a:cubicBezTo>
                                  <a:cubicBezTo>
                                    <a:pt x="171" y="190"/>
                                    <a:pt x="171" y="192"/>
                                    <a:pt x="172" y="193"/>
                                  </a:cubicBezTo>
                                  <a:cubicBezTo>
                                    <a:pt x="173" y="194"/>
                                    <a:pt x="173" y="194"/>
                                    <a:pt x="172" y="194"/>
                                  </a:cubicBezTo>
                                  <a:cubicBezTo>
                                    <a:pt x="172" y="194"/>
                                    <a:pt x="172" y="194"/>
                                    <a:pt x="172" y="194"/>
                                  </a:cubicBezTo>
                                  <a:cubicBezTo>
                                    <a:pt x="172" y="194"/>
                                    <a:pt x="172" y="195"/>
                                    <a:pt x="172" y="195"/>
                                  </a:cubicBezTo>
                                  <a:cubicBezTo>
                                    <a:pt x="172" y="195"/>
                                    <a:pt x="171" y="195"/>
                                    <a:pt x="171" y="195"/>
                                  </a:cubicBezTo>
                                  <a:cubicBezTo>
                                    <a:pt x="171" y="195"/>
                                    <a:pt x="171" y="196"/>
                                    <a:pt x="171" y="196"/>
                                  </a:cubicBezTo>
                                  <a:cubicBezTo>
                                    <a:pt x="171" y="196"/>
                                    <a:pt x="171" y="197"/>
                                    <a:pt x="171" y="197"/>
                                  </a:cubicBezTo>
                                  <a:cubicBezTo>
                                    <a:pt x="171" y="197"/>
                                    <a:pt x="171" y="197"/>
                                    <a:pt x="171" y="198"/>
                                  </a:cubicBezTo>
                                  <a:cubicBezTo>
                                    <a:pt x="171" y="198"/>
                                    <a:pt x="171" y="198"/>
                                    <a:pt x="171" y="198"/>
                                  </a:cubicBezTo>
                                  <a:cubicBezTo>
                                    <a:pt x="171" y="198"/>
                                    <a:pt x="171" y="198"/>
                                    <a:pt x="171" y="198"/>
                                  </a:cubicBezTo>
                                  <a:cubicBezTo>
                                    <a:pt x="171" y="199"/>
                                    <a:pt x="171" y="199"/>
                                    <a:pt x="171" y="199"/>
                                  </a:cubicBezTo>
                                  <a:cubicBezTo>
                                    <a:pt x="171" y="199"/>
                                    <a:pt x="171" y="199"/>
                                    <a:pt x="172" y="199"/>
                                  </a:cubicBezTo>
                                  <a:cubicBezTo>
                                    <a:pt x="172" y="199"/>
                                    <a:pt x="172" y="199"/>
                                    <a:pt x="172" y="199"/>
                                  </a:cubicBezTo>
                                  <a:cubicBezTo>
                                    <a:pt x="172" y="199"/>
                                    <a:pt x="172" y="199"/>
                                    <a:pt x="172" y="199"/>
                                  </a:cubicBezTo>
                                  <a:cubicBezTo>
                                    <a:pt x="173" y="199"/>
                                    <a:pt x="173" y="199"/>
                                    <a:pt x="174" y="199"/>
                                  </a:cubicBezTo>
                                  <a:cubicBezTo>
                                    <a:pt x="174" y="199"/>
                                    <a:pt x="173" y="200"/>
                                    <a:pt x="173" y="200"/>
                                  </a:cubicBezTo>
                                  <a:cubicBezTo>
                                    <a:pt x="173" y="200"/>
                                    <a:pt x="173" y="200"/>
                                    <a:pt x="173" y="200"/>
                                  </a:cubicBezTo>
                                  <a:cubicBezTo>
                                    <a:pt x="172" y="200"/>
                                    <a:pt x="172" y="200"/>
                                    <a:pt x="172" y="200"/>
                                  </a:cubicBezTo>
                                  <a:cubicBezTo>
                                    <a:pt x="172" y="200"/>
                                    <a:pt x="172" y="200"/>
                                    <a:pt x="172" y="200"/>
                                  </a:cubicBezTo>
                                  <a:cubicBezTo>
                                    <a:pt x="172" y="201"/>
                                    <a:pt x="172" y="201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3"/>
                                  </a:cubicBezTo>
                                  <a:cubicBezTo>
                                    <a:pt x="172" y="203"/>
                                    <a:pt x="172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2"/>
                                  </a:cubicBezTo>
                                  <a:cubicBezTo>
                                    <a:pt x="173" y="202"/>
                                    <a:pt x="173" y="202"/>
                                    <a:pt x="173" y="202"/>
                                  </a:cubicBezTo>
                                  <a:cubicBezTo>
                                    <a:pt x="173" y="202"/>
                                    <a:pt x="173" y="202"/>
                                    <a:pt x="173" y="202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2" y="203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5"/>
                                    <a:pt x="172" y="205"/>
                                    <a:pt x="172" y="205"/>
                                  </a:cubicBezTo>
                                  <a:cubicBezTo>
                                    <a:pt x="171" y="205"/>
                                    <a:pt x="171" y="205"/>
                                    <a:pt x="171" y="205"/>
                                  </a:cubicBezTo>
                                  <a:cubicBezTo>
                                    <a:pt x="171" y="205"/>
                                    <a:pt x="171" y="205"/>
                                    <a:pt x="171" y="205"/>
                                  </a:cubicBezTo>
                                  <a:cubicBezTo>
                                    <a:pt x="171" y="205"/>
                                    <a:pt x="170" y="205"/>
                                    <a:pt x="170" y="205"/>
                                  </a:cubicBezTo>
                                  <a:cubicBezTo>
                                    <a:pt x="170" y="205"/>
                                    <a:pt x="170" y="205"/>
                                    <a:pt x="170" y="205"/>
                                  </a:cubicBezTo>
                                  <a:cubicBezTo>
                                    <a:pt x="170" y="205"/>
                                    <a:pt x="170" y="205"/>
                                    <a:pt x="170" y="205"/>
                                  </a:cubicBezTo>
                                  <a:cubicBezTo>
                                    <a:pt x="171" y="205"/>
                                    <a:pt x="171" y="205"/>
                                    <a:pt x="172" y="205"/>
                                  </a:cubicBezTo>
                                  <a:cubicBezTo>
                                    <a:pt x="172" y="205"/>
                                    <a:pt x="172" y="205"/>
                                    <a:pt x="172" y="205"/>
                                  </a:cubicBezTo>
                                  <a:cubicBezTo>
                                    <a:pt x="172" y="205"/>
                                    <a:pt x="172" y="206"/>
                                    <a:pt x="172" y="206"/>
                                  </a:cubicBezTo>
                                  <a:cubicBezTo>
                                    <a:pt x="172" y="206"/>
                                    <a:pt x="172" y="206"/>
                                    <a:pt x="172" y="206"/>
                                  </a:cubicBezTo>
                                  <a:cubicBezTo>
                                    <a:pt x="172" y="206"/>
                                    <a:pt x="173" y="206"/>
                                    <a:pt x="173" y="206"/>
                                  </a:cubicBezTo>
                                  <a:cubicBezTo>
                                    <a:pt x="174" y="205"/>
                                    <a:pt x="174" y="205"/>
                                    <a:pt x="175" y="205"/>
                                  </a:cubicBezTo>
                                  <a:cubicBezTo>
                                    <a:pt x="175" y="204"/>
                                    <a:pt x="175" y="204"/>
                                    <a:pt x="175" y="204"/>
                                  </a:cubicBezTo>
                                  <a:cubicBezTo>
                                    <a:pt x="175" y="204"/>
                                    <a:pt x="176" y="203"/>
                                    <a:pt x="176" y="203"/>
                                  </a:cubicBezTo>
                                  <a:cubicBezTo>
                                    <a:pt x="176" y="203"/>
                                    <a:pt x="176" y="203"/>
                                    <a:pt x="176" y="203"/>
                                  </a:cubicBezTo>
                                  <a:cubicBezTo>
                                    <a:pt x="176" y="203"/>
                                    <a:pt x="177" y="203"/>
                                    <a:pt x="177" y="203"/>
                                  </a:cubicBezTo>
                                  <a:cubicBezTo>
                                    <a:pt x="177" y="203"/>
                                    <a:pt x="177" y="203"/>
                                    <a:pt x="177" y="202"/>
                                  </a:cubicBezTo>
                                  <a:cubicBezTo>
                                    <a:pt x="177" y="202"/>
                                    <a:pt x="178" y="202"/>
                                    <a:pt x="178" y="202"/>
                                  </a:cubicBezTo>
                                  <a:cubicBezTo>
                                    <a:pt x="178" y="202"/>
                                    <a:pt x="178" y="202"/>
                                    <a:pt x="178" y="202"/>
                                  </a:cubicBezTo>
                                  <a:cubicBezTo>
                                    <a:pt x="178" y="202"/>
                                    <a:pt x="179" y="202"/>
                                    <a:pt x="179" y="202"/>
                                  </a:cubicBezTo>
                                  <a:cubicBezTo>
                                    <a:pt x="180" y="201"/>
                                    <a:pt x="181" y="200"/>
                                    <a:pt x="182" y="200"/>
                                  </a:cubicBezTo>
                                  <a:cubicBezTo>
                                    <a:pt x="182" y="200"/>
                                    <a:pt x="182" y="200"/>
                                    <a:pt x="182" y="200"/>
                                  </a:cubicBezTo>
                                  <a:cubicBezTo>
                                    <a:pt x="182" y="201"/>
                                    <a:pt x="182" y="201"/>
                                    <a:pt x="182" y="201"/>
                                  </a:cubicBezTo>
                                  <a:cubicBezTo>
                                    <a:pt x="182" y="201"/>
                                    <a:pt x="182" y="201"/>
                                    <a:pt x="182" y="201"/>
                                  </a:cubicBezTo>
                                  <a:cubicBezTo>
                                    <a:pt x="182" y="201"/>
                                    <a:pt x="182" y="202"/>
                                    <a:pt x="183" y="202"/>
                                  </a:cubicBezTo>
                                  <a:cubicBezTo>
                                    <a:pt x="183" y="202"/>
                                    <a:pt x="183" y="202"/>
                                    <a:pt x="183" y="202"/>
                                  </a:cubicBezTo>
                                  <a:cubicBezTo>
                                    <a:pt x="183" y="202"/>
                                    <a:pt x="183" y="202"/>
                                    <a:pt x="183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3"/>
                                    <a:pt x="184" y="203"/>
                                  </a:cubicBezTo>
                                  <a:cubicBezTo>
                                    <a:pt x="184" y="203"/>
                                    <a:pt x="185" y="203"/>
                                    <a:pt x="185" y="203"/>
                                  </a:cubicBezTo>
                                  <a:cubicBezTo>
                                    <a:pt x="185" y="203"/>
                                    <a:pt x="185" y="203"/>
                                    <a:pt x="185" y="203"/>
                                  </a:cubicBezTo>
                                  <a:cubicBezTo>
                                    <a:pt x="185" y="202"/>
                                    <a:pt x="186" y="202"/>
                                    <a:pt x="186" y="202"/>
                                  </a:cubicBezTo>
                                  <a:cubicBezTo>
                                    <a:pt x="186" y="202"/>
                                    <a:pt x="186" y="202"/>
                                    <a:pt x="186" y="202"/>
                                  </a:cubicBezTo>
                                  <a:cubicBezTo>
                                    <a:pt x="186" y="201"/>
                                    <a:pt x="186" y="201"/>
                                    <a:pt x="186" y="201"/>
                                  </a:cubicBezTo>
                                  <a:cubicBezTo>
                                    <a:pt x="187" y="201"/>
                                    <a:pt x="187" y="201"/>
                                    <a:pt x="187" y="202"/>
                                  </a:cubicBezTo>
                                  <a:cubicBezTo>
                                    <a:pt x="187" y="202"/>
                                    <a:pt x="187" y="202"/>
                                    <a:pt x="187" y="202"/>
                                  </a:cubicBezTo>
                                  <a:cubicBezTo>
                                    <a:pt x="187" y="203"/>
                                    <a:pt x="187" y="203"/>
                                    <a:pt x="187" y="203"/>
                                  </a:cubicBezTo>
                                  <a:cubicBezTo>
                                    <a:pt x="187" y="203"/>
                                    <a:pt x="188" y="203"/>
                                    <a:pt x="188" y="203"/>
                                  </a:cubicBezTo>
                                  <a:cubicBezTo>
                                    <a:pt x="189" y="203"/>
                                    <a:pt x="189" y="205"/>
                                    <a:pt x="189" y="205"/>
                                  </a:cubicBezTo>
                                  <a:cubicBezTo>
                                    <a:pt x="189" y="206"/>
                                    <a:pt x="190" y="206"/>
                                    <a:pt x="190" y="207"/>
                                  </a:cubicBezTo>
                                  <a:cubicBezTo>
                                    <a:pt x="190" y="207"/>
                                    <a:pt x="190" y="207"/>
                                    <a:pt x="190" y="208"/>
                                  </a:cubicBezTo>
                                  <a:cubicBezTo>
                                    <a:pt x="191" y="208"/>
                                    <a:pt x="191" y="208"/>
                                    <a:pt x="191" y="208"/>
                                  </a:cubicBezTo>
                                  <a:cubicBezTo>
                                    <a:pt x="192" y="208"/>
                                    <a:pt x="192" y="208"/>
                                    <a:pt x="193" y="207"/>
                                  </a:cubicBezTo>
                                  <a:cubicBezTo>
                                    <a:pt x="193" y="207"/>
                                    <a:pt x="193" y="207"/>
                                    <a:pt x="193" y="207"/>
                                  </a:cubicBezTo>
                                  <a:cubicBezTo>
                                    <a:pt x="193" y="207"/>
                                    <a:pt x="193" y="207"/>
                                    <a:pt x="193" y="207"/>
                                  </a:cubicBezTo>
                                  <a:cubicBezTo>
                                    <a:pt x="192" y="206"/>
                                    <a:pt x="192" y="206"/>
                                    <a:pt x="192" y="206"/>
                                  </a:cubicBezTo>
                                  <a:cubicBezTo>
                                    <a:pt x="192" y="205"/>
                                    <a:pt x="191" y="205"/>
                                    <a:pt x="192" y="204"/>
                                  </a:cubicBezTo>
                                  <a:cubicBezTo>
                                    <a:pt x="192" y="204"/>
                                    <a:pt x="192" y="204"/>
                                    <a:pt x="192" y="204"/>
                                  </a:cubicBezTo>
                                  <a:cubicBezTo>
                                    <a:pt x="192" y="203"/>
                                    <a:pt x="192" y="203"/>
                                    <a:pt x="192" y="202"/>
                                  </a:cubicBezTo>
                                  <a:cubicBezTo>
                                    <a:pt x="192" y="202"/>
                                    <a:pt x="193" y="202"/>
                                    <a:pt x="193" y="202"/>
                                  </a:cubicBezTo>
                                  <a:cubicBezTo>
                                    <a:pt x="193" y="202"/>
                                    <a:pt x="194" y="201"/>
                                    <a:pt x="194" y="200"/>
                                  </a:cubicBezTo>
                                  <a:cubicBezTo>
                                    <a:pt x="194" y="200"/>
                                    <a:pt x="194" y="200"/>
                                    <a:pt x="195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0"/>
                                  </a:cubicBezTo>
                                  <a:cubicBezTo>
                                    <a:pt x="196" y="200"/>
                                    <a:pt x="196" y="200"/>
                                    <a:pt x="197" y="200"/>
                                  </a:cubicBezTo>
                                  <a:cubicBezTo>
                                    <a:pt x="197" y="200"/>
                                    <a:pt x="197" y="200"/>
                                    <a:pt x="197" y="201"/>
                                  </a:cubicBezTo>
                                  <a:cubicBezTo>
                                    <a:pt x="197" y="201"/>
                                    <a:pt x="198" y="201"/>
                                    <a:pt x="198" y="201"/>
                                  </a:cubicBezTo>
                                  <a:cubicBezTo>
                                    <a:pt x="198" y="201"/>
                                    <a:pt x="198" y="201"/>
                                    <a:pt x="198" y="201"/>
                                  </a:cubicBezTo>
                                  <a:cubicBezTo>
                                    <a:pt x="198" y="202"/>
                                    <a:pt x="198" y="202"/>
                                    <a:pt x="198" y="202"/>
                                  </a:cubicBezTo>
                                  <a:cubicBezTo>
                                    <a:pt x="198" y="202"/>
                                    <a:pt x="198" y="202"/>
                                    <a:pt x="197" y="202"/>
                                  </a:cubicBezTo>
                                  <a:cubicBezTo>
                                    <a:pt x="197" y="202"/>
                                    <a:pt x="197" y="202"/>
                                    <a:pt x="197" y="202"/>
                                  </a:cubicBezTo>
                                  <a:cubicBezTo>
                                    <a:pt x="197" y="202"/>
                                    <a:pt x="197" y="201"/>
                                    <a:pt x="197" y="201"/>
                                  </a:cubicBezTo>
                                  <a:cubicBezTo>
                                    <a:pt x="196" y="200"/>
                                    <a:pt x="196" y="200"/>
                                    <a:pt x="196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1"/>
                                  </a:cubicBezTo>
                                  <a:cubicBezTo>
                                    <a:pt x="194" y="201"/>
                                    <a:pt x="194" y="201"/>
                                    <a:pt x="194" y="202"/>
                                  </a:cubicBezTo>
                                  <a:cubicBezTo>
                                    <a:pt x="194" y="202"/>
                                    <a:pt x="194" y="202"/>
                                    <a:pt x="194" y="202"/>
                                  </a:cubicBezTo>
                                  <a:cubicBezTo>
                                    <a:pt x="194" y="203"/>
                                    <a:pt x="194" y="203"/>
                                    <a:pt x="194" y="203"/>
                                  </a:cubicBezTo>
                                  <a:cubicBezTo>
                                    <a:pt x="194" y="203"/>
                                    <a:pt x="194" y="203"/>
                                    <a:pt x="194" y="203"/>
                                  </a:cubicBezTo>
                                  <a:cubicBezTo>
                                    <a:pt x="194" y="203"/>
                                    <a:pt x="195" y="203"/>
                                    <a:pt x="195" y="203"/>
                                  </a:cubicBezTo>
                                  <a:cubicBezTo>
                                    <a:pt x="195" y="204"/>
                                    <a:pt x="195" y="204"/>
                                    <a:pt x="195" y="204"/>
                                  </a:cubicBezTo>
                                  <a:cubicBezTo>
                                    <a:pt x="195" y="204"/>
                                    <a:pt x="195" y="205"/>
                                    <a:pt x="195" y="205"/>
                                  </a:cubicBezTo>
                                  <a:cubicBezTo>
                                    <a:pt x="195" y="205"/>
                                    <a:pt x="195" y="205"/>
                                    <a:pt x="195" y="205"/>
                                  </a:cubicBezTo>
                                  <a:cubicBezTo>
                                    <a:pt x="196" y="205"/>
                                    <a:pt x="196" y="205"/>
                                    <a:pt x="196" y="205"/>
                                  </a:cubicBezTo>
                                  <a:cubicBezTo>
                                    <a:pt x="196" y="205"/>
                                    <a:pt x="196" y="205"/>
                                    <a:pt x="196" y="205"/>
                                  </a:cubicBezTo>
                                  <a:cubicBezTo>
                                    <a:pt x="197" y="205"/>
                                    <a:pt x="198" y="205"/>
                                    <a:pt x="199" y="205"/>
                                  </a:cubicBezTo>
                                  <a:cubicBezTo>
                                    <a:pt x="200" y="204"/>
                                    <a:pt x="201" y="203"/>
                                    <a:pt x="202" y="203"/>
                                  </a:cubicBezTo>
                                  <a:cubicBezTo>
                                    <a:pt x="202" y="203"/>
                                    <a:pt x="202" y="203"/>
                                    <a:pt x="202" y="202"/>
                                  </a:cubicBezTo>
                                  <a:cubicBezTo>
                                    <a:pt x="203" y="202"/>
                                    <a:pt x="203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3"/>
                                    <a:pt x="204" y="203"/>
                                  </a:cubicBezTo>
                                  <a:cubicBezTo>
                                    <a:pt x="204" y="203"/>
                                    <a:pt x="204" y="203"/>
                                    <a:pt x="204" y="203"/>
                                  </a:cubicBezTo>
                                  <a:cubicBezTo>
                                    <a:pt x="204" y="203"/>
                                    <a:pt x="204" y="204"/>
                                    <a:pt x="204" y="204"/>
                                  </a:cubicBezTo>
                                  <a:cubicBezTo>
                                    <a:pt x="204" y="204"/>
                                    <a:pt x="204" y="204"/>
                                    <a:pt x="204" y="204"/>
                                  </a:cubicBezTo>
                                  <a:cubicBezTo>
                                    <a:pt x="204" y="204"/>
                                    <a:pt x="203" y="204"/>
                                    <a:pt x="203" y="205"/>
                                  </a:cubicBezTo>
                                  <a:cubicBezTo>
                                    <a:pt x="203" y="205"/>
                                    <a:pt x="202" y="206"/>
                                    <a:pt x="202" y="206"/>
                                  </a:cubicBezTo>
                                  <a:cubicBezTo>
                                    <a:pt x="202" y="207"/>
                                    <a:pt x="201" y="207"/>
                                    <a:pt x="201" y="208"/>
                                  </a:cubicBezTo>
                                  <a:cubicBezTo>
                                    <a:pt x="201" y="208"/>
                                    <a:pt x="201" y="209"/>
                                    <a:pt x="201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2" y="210"/>
                                    <a:pt x="202" y="210"/>
                                    <a:pt x="202" y="210"/>
                                  </a:cubicBezTo>
                                  <a:cubicBezTo>
                                    <a:pt x="202" y="211"/>
                                    <a:pt x="201" y="211"/>
                                    <a:pt x="200" y="212"/>
                                  </a:cubicBezTo>
                                  <a:cubicBezTo>
                                    <a:pt x="200" y="212"/>
                                    <a:pt x="200" y="212"/>
                                    <a:pt x="200" y="212"/>
                                  </a:cubicBezTo>
                                  <a:cubicBezTo>
                                    <a:pt x="200" y="212"/>
                                    <a:pt x="200" y="213"/>
                                    <a:pt x="200" y="213"/>
                                  </a:cubicBezTo>
                                  <a:cubicBezTo>
                                    <a:pt x="200" y="213"/>
                                    <a:pt x="200" y="214"/>
                                    <a:pt x="200" y="214"/>
                                  </a:cubicBezTo>
                                  <a:cubicBezTo>
                                    <a:pt x="200" y="214"/>
                                    <a:pt x="200" y="215"/>
                                    <a:pt x="200" y="215"/>
                                  </a:cubicBezTo>
                                  <a:cubicBezTo>
                                    <a:pt x="200" y="216"/>
                                    <a:pt x="200" y="216"/>
                                    <a:pt x="200" y="216"/>
                                  </a:cubicBezTo>
                                  <a:cubicBezTo>
                                    <a:pt x="199" y="217"/>
                                    <a:pt x="199" y="217"/>
                                    <a:pt x="199" y="218"/>
                                  </a:cubicBezTo>
                                  <a:cubicBezTo>
                                    <a:pt x="200" y="218"/>
                                    <a:pt x="200" y="218"/>
                                    <a:pt x="200" y="218"/>
                                  </a:cubicBezTo>
                                  <a:cubicBezTo>
                                    <a:pt x="200" y="218"/>
                                    <a:pt x="200" y="218"/>
                                    <a:pt x="200" y="218"/>
                                  </a:cubicBezTo>
                                  <a:cubicBezTo>
                                    <a:pt x="200" y="217"/>
                                    <a:pt x="200" y="217"/>
                                    <a:pt x="200" y="217"/>
                                  </a:cubicBezTo>
                                  <a:cubicBezTo>
                                    <a:pt x="201" y="217"/>
                                    <a:pt x="201" y="217"/>
                                    <a:pt x="201" y="218"/>
                                  </a:cubicBezTo>
                                  <a:cubicBezTo>
                                    <a:pt x="201" y="218"/>
                                    <a:pt x="201" y="218"/>
                                    <a:pt x="201" y="219"/>
                                  </a:cubicBezTo>
                                  <a:cubicBezTo>
                                    <a:pt x="201" y="219"/>
                                    <a:pt x="201" y="219"/>
                                    <a:pt x="200" y="220"/>
                                  </a:cubicBezTo>
                                  <a:cubicBezTo>
                                    <a:pt x="200" y="220"/>
                                    <a:pt x="200" y="220"/>
                                    <a:pt x="200" y="219"/>
                                  </a:cubicBezTo>
                                  <a:cubicBezTo>
                                    <a:pt x="200" y="219"/>
                                    <a:pt x="199" y="219"/>
                                    <a:pt x="199" y="219"/>
                                  </a:cubicBezTo>
                                  <a:cubicBezTo>
                                    <a:pt x="198" y="219"/>
                                    <a:pt x="198" y="220"/>
                                    <a:pt x="197" y="221"/>
                                  </a:cubicBezTo>
                                  <a:cubicBezTo>
                                    <a:pt x="197" y="221"/>
                                    <a:pt x="197" y="221"/>
                                    <a:pt x="197" y="222"/>
                                  </a:cubicBezTo>
                                  <a:cubicBezTo>
                                    <a:pt x="197" y="222"/>
                                    <a:pt x="197" y="222"/>
                                    <a:pt x="196" y="222"/>
                                  </a:cubicBezTo>
                                  <a:cubicBezTo>
                                    <a:pt x="196" y="222"/>
                                    <a:pt x="196" y="222"/>
                                    <a:pt x="196" y="222"/>
                                  </a:cubicBezTo>
                                  <a:cubicBezTo>
                                    <a:pt x="196" y="222"/>
                                    <a:pt x="196" y="222"/>
                                    <a:pt x="196" y="222"/>
                                  </a:cubicBezTo>
                                  <a:cubicBezTo>
                                    <a:pt x="196" y="222"/>
                                    <a:pt x="195" y="222"/>
                                    <a:pt x="195" y="222"/>
                                  </a:cubicBezTo>
                                  <a:cubicBezTo>
                                    <a:pt x="195" y="223"/>
                                    <a:pt x="194" y="223"/>
                                    <a:pt x="194" y="224"/>
                                  </a:cubicBezTo>
                                  <a:cubicBezTo>
                                    <a:pt x="194" y="225"/>
                                    <a:pt x="194" y="225"/>
                                    <a:pt x="193" y="225"/>
                                  </a:cubicBezTo>
                                  <a:cubicBezTo>
                                    <a:pt x="193" y="226"/>
                                    <a:pt x="193" y="226"/>
                                    <a:pt x="193" y="227"/>
                                  </a:cubicBezTo>
                                  <a:cubicBezTo>
                                    <a:pt x="193" y="227"/>
                                    <a:pt x="193" y="228"/>
                                    <a:pt x="193" y="228"/>
                                  </a:cubicBezTo>
                                  <a:cubicBezTo>
                                    <a:pt x="193" y="228"/>
                                    <a:pt x="193" y="228"/>
                                    <a:pt x="192" y="228"/>
                                  </a:cubicBezTo>
                                  <a:cubicBezTo>
                                    <a:pt x="192" y="228"/>
                                    <a:pt x="192" y="228"/>
                                    <a:pt x="191" y="228"/>
                                  </a:cubicBezTo>
                                  <a:cubicBezTo>
                                    <a:pt x="191" y="228"/>
                                    <a:pt x="191" y="228"/>
                                    <a:pt x="191" y="228"/>
                                  </a:cubicBezTo>
                                  <a:cubicBezTo>
                                    <a:pt x="191" y="228"/>
                                    <a:pt x="191" y="228"/>
                                    <a:pt x="190" y="228"/>
                                  </a:cubicBezTo>
                                  <a:cubicBezTo>
                                    <a:pt x="190" y="229"/>
                                    <a:pt x="189" y="230"/>
                                    <a:pt x="188" y="230"/>
                                  </a:cubicBezTo>
                                  <a:cubicBezTo>
                                    <a:pt x="188" y="230"/>
                                    <a:pt x="187" y="230"/>
                                    <a:pt x="187" y="231"/>
                                  </a:cubicBezTo>
                                  <a:cubicBezTo>
                                    <a:pt x="186" y="231"/>
                                    <a:pt x="185" y="231"/>
                                    <a:pt x="185" y="232"/>
                                  </a:cubicBezTo>
                                  <a:cubicBezTo>
                                    <a:pt x="184" y="233"/>
                                    <a:pt x="183" y="234"/>
                                    <a:pt x="182" y="234"/>
                                  </a:cubicBezTo>
                                  <a:cubicBezTo>
                                    <a:pt x="182" y="234"/>
                                    <a:pt x="183" y="234"/>
                                    <a:pt x="183" y="235"/>
                                  </a:cubicBezTo>
                                  <a:cubicBezTo>
                                    <a:pt x="183" y="235"/>
                                    <a:pt x="183" y="235"/>
                                    <a:pt x="183" y="235"/>
                                  </a:cubicBezTo>
                                  <a:cubicBezTo>
                                    <a:pt x="182" y="235"/>
                                    <a:pt x="182" y="235"/>
                                    <a:pt x="182" y="235"/>
                                  </a:cubicBezTo>
                                  <a:cubicBezTo>
                                    <a:pt x="182" y="235"/>
                                    <a:pt x="181" y="235"/>
                                    <a:pt x="181" y="235"/>
                                  </a:cubicBezTo>
                                  <a:cubicBezTo>
                                    <a:pt x="181" y="236"/>
                                    <a:pt x="181" y="236"/>
                                    <a:pt x="181" y="237"/>
                                  </a:cubicBezTo>
                                  <a:cubicBezTo>
                                    <a:pt x="181" y="237"/>
                                    <a:pt x="181" y="237"/>
                                    <a:pt x="181" y="237"/>
                                  </a:cubicBezTo>
                                  <a:cubicBezTo>
                                    <a:pt x="181" y="237"/>
                                    <a:pt x="180" y="237"/>
                                    <a:pt x="180" y="238"/>
                                  </a:cubicBezTo>
                                  <a:cubicBezTo>
                                    <a:pt x="180" y="238"/>
                                    <a:pt x="180" y="238"/>
                                    <a:pt x="180" y="238"/>
                                  </a:cubicBezTo>
                                  <a:cubicBezTo>
                                    <a:pt x="181" y="239"/>
                                    <a:pt x="181" y="239"/>
                                    <a:pt x="182" y="240"/>
                                  </a:cubicBez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40"/>
                                    <a:pt x="181" y="240"/>
                                    <a:pt x="181" y="240"/>
                                  </a:cubicBezTo>
                                  <a:cubicBezTo>
                                    <a:pt x="181" y="240"/>
                                    <a:pt x="181" y="240"/>
                                    <a:pt x="181" y="239"/>
                                  </a:cubicBezTo>
                                  <a:cubicBezTo>
                                    <a:pt x="181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79" y="239"/>
                                    <a:pt x="179" y="239"/>
                                  </a:cubicBezTo>
                                  <a:cubicBezTo>
                                    <a:pt x="179" y="239"/>
                                    <a:pt x="179" y="239"/>
                                    <a:pt x="179" y="240"/>
                                  </a:cubicBezTo>
                                  <a:cubicBezTo>
                                    <a:pt x="179" y="240"/>
                                    <a:pt x="179" y="240"/>
                                    <a:pt x="179" y="240"/>
                                  </a:cubicBezTo>
                                  <a:cubicBezTo>
                                    <a:pt x="179" y="240"/>
                                    <a:pt x="179" y="241"/>
                                    <a:pt x="179" y="241"/>
                                  </a:cubicBezTo>
                                  <a:cubicBezTo>
                                    <a:pt x="179" y="241"/>
                                    <a:pt x="178" y="241"/>
                                    <a:pt x="178" y="240"/>
                                  </a:cubicBezTo>
                                  <a:cubicBezTo>
                                    <a:pt x="178" y="240"/>
                                    <a:pt x="178" y="239"/>
                                    <a:pt x="177" y="239"/>
                                  </a:cubicBezTo>
                                  <a:cubicBezTo>
                                    <a:pt x="177" y="239"/>
                                    <a:pt x="177" y="238"/>
                                    <a:pt x="177" y="238"/>
                                  </a:cubicBezTo>
                                  <a:cubicBezTo>
                                    <a:pt x="176" y="238"/>
                                    <a:pt x="176" y="238"/>
                                    <a:pt x="175" y="238"/>
                                  </a:cubicBezTo>
                                  <a:cubicBezTo>
                                    <a:pt x="175" y="238"/>
                                    <a:pt x="175" y="238"/>
                                    <a:pt x="174" y="238"/>
                                  </a:cubicBezTo>
                                  <a:cubicBezTo>
                                    <a:pt x="174" y="238"/>
                                    <a:pt x="173" y="239"/>
                                    <a:pt x="173" y="239"/>
                                  </a:cubicBezTo>
                                  <a:cubicBezTo>
                                    <a:pt x="171" y="240"/>
                                    <a:pt x="168" y="242"/>
                                    <a:pt x="167" y="244"/>
                                  </a:cubicBezTo>
                                  <a:cubicBezTo>
                                    <a:pt x="167" y="244"/>
                                    <a:pt x="167" y="244"/>
                                    <a:pt x="167" y="245"/>
                                  </a:cubicBezTo>
                                  <a:cubicBezTo>
                                    <a:pt x="167" y="245"/>
                                    <a:pt x="167" y="245"/>
                                    <a:pt x="167" y="245"/>
                                  </a:cubicBezTo>
                                  <a:cubicBezTo>
                                    <a:pt x="167" y="246"/>
                                    <a:pt x="166" y="246"/>
                                    <a:pt x="166" y="246"/>
                                  </a:cubicBezTo>
                                  <a:cubicBezTo>
                                    <a:pt x="166" y="246"/>
                                    <a:pt x="165" y="246"/>
                                    <a:pt x="165" y="247"/>
                                  </a:cubicBezTo>
                                  <a:cubicBezTo>
                                    <a:pt x="165" y="247"/>
                                    <a:pt x="165" y="247"/>
                                    <a:pt x="165" y="247"/>
                                  </a:cubicBezTo>
                                  <a:cubicBezTo>
                                    <a:pt x="165" y="247"/>
                                    <a:pt x="165" y="247"/>
                                    <a:pt x="165" y="247"/>
                                  </a:cubicBezTo>
                                  <a:cubicBezTo>
                                    <a:pt x="164" y="248"/>
                                    <a:pt x="164" y="248"/>
                                    <a:pt x="163" y="248"/>
                                  </a:cubicBezTo>
                                  <a:cubicBezTo>
                                    <a:pt x="163" y="248"/>
                                    <a:pt x="163" y="248"/>
                                    <a:pt x="163" y="248"/>
                                  </a:cubicBezTo>
                                  <a:cubicBezTo>
                                    <a:pt x="162" y="248"/>
                                    <a:pt x="162" y="248"/>
                                    <a:pt x="162" y="249"/>
                                  </a:cubicBezTo>
                                  <a:cubicBezTo>
                                    <a:pt x="162" y="249"/>
                                    <a:pt x="162" y="250"/>
                                    <a:pt x="162" y="250"/>
                                  </a:cubicBezTo>
                                  <a:cubicBezTo>
                                    <a:pt x="162" y="250"/>
                                    <a:pt x="162" y="251"/>
                                    <a:pt x="162" y="251"/>
                                  </a:cubicBezTo>
                                  <a:cubicBezTo>
                                    <a:pt x="161" y="251"/>
                                    <a:pt x="161" y="252"/>
                                    <a:pt x="162" y="252"/>
                                  </a:cubicBezTo>
                                  <a:cubicBezTo>
                                    <a:pt x="162" y="252"/>
                                    <a:pt x="163" y="251"/>
                                    <a:pt x="163" y="251"/>
                                  </a:cubicBezTo>
                                  <a:cubicBezTo>
                                    <a:pt x="163" y="251"/>
                                    <a:pt x="163" y="251"/>
                                    <a:pt x="163" y="250"/>
                                  </a:cubicBezTo>
                                  <a:cubicBezTo>
                                    <a:pt x="164" y="250"/>
                                    <a:pt x="163" y="249"/>
                                    <a:pt x="163" y="249"/>
                                  </a:cubicBezTo>
                                  <a:cubicBezTo>
                                    <a:pt x="163" y="249"/>
                                    <a:pt x="163" y="248"/>
                                    <a:pt x="164" y="248"/>
                                  </a:cubicBezTo>
                                  <a:cubicBezTo>
                                    <a:pt x="164" y="248"/>
                                    <a:pt x="164" y="249"/>
                                    <a:pt x="164" y="249"/>
                                  </a:cubicBezTo>
                                  <a:cubicBezTo>
                                    <a:pt x="164" y="249"/>
                                    <a:pt x="164" y="250"/>
                                    <a:pt x="164" y="250"/>
                                  </a:cubicBezTo>
                                  <a:cubicBezTo>
                                    <a:pt x="165" y="250"/>
                                    <a:pt x="165" y="250"/>
                                    <a:pt x="165" y="250"/>
                                  </a:cubicBezTo>
                                  <a:cubicBezTo>
                                    <a:pt x="166" y="250"/>
                                    <a:pt x="166" y="250"/>
                                    <a:pt x="166" y="250"/>
                                  </a:cubicBezTo>
                                  <a:cubicBezTo>
                                    <a:pt x="167" y="250"/>
                                    <a:pt x="167" y="249"/>
                                    <a:pt x="167" y="249"/>
                                  </a:cubicBezTo>
                                  <a:cubicBezTo>
                                    <a:pt x="167" y="249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7" y="247"/>
                                    <a:pt x="166" y="247"/>
                                  </a:cubicBezTo>
                                  <a:cubicBezTo>
                                    <a:pt x="166" y="247"/>
                                    <a:pt x="166" y="247"/>
                                    <a:pt x="166" y="247"/>
                                  </a:cubicBezTo>
                                  <a:cubicBezTo>
                                    <a:pt x="166" y="247"/>
                                    <a:pt x="166" y="246"/>
                                    <a:pt x="166" y="246"/>
                                  </a:cubicBezTo>
                                  <a:cubicBezTo>
                                    <a:pt x="167" y="246"/>
                                    <a:pt x="167" y="247"/>
                                    <a:pt x="167" y="247"/>
                                  </a:cubicBezTo>
                                  <a:cubicBezTo>
                                    <a:pt x="167" y="247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8" y="248"/>
                                    <a:pt x="168" y="248"/>
                                  </a:cubicBezTo>
                                  <a:cubicBezTo>
                                    <a:pt x="168" y="248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7" y="249"/>
                                    <a:pt x="167" y="249"/>
                                  </a:cubicBezTo>
                                  <a:cubicBezTo>
                                    <a:pt x="167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9" y="249"/>
                                    <a:pt x="169" y="249"/>
                                  </a:cubicBezTo>
                                  <a:cubicBezTo>
                                    <a:pt x="169" y="248"/>
                                    <a:pt x="169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9"/>
                                    <a:pt x="170" y="249"/>
                                  </a:cubicBezTo>
                                  <a:cubicBezTo>
                                    <a:pt x="170" y="249"/>
                                    <a:pt x="171" y="249"/>
                                    <a:pt x="171" y="248"/>
                                  </a:cubicBezTo>
                                  <a:cubicBezTo>
                                    <a:pt x="171" y="248"/>
                                    <a:pt x="171" y="248"/>
                                    <a:pt x="171" y="247"/>
                                  </a:cubicBezTo>
                                  <a:cubicBezTo>
                                    <a:pt x="171" y="247"/>
                                    <a:pt x="170" y="247"/>
                                    <a:pt x="171" y="247"/>
                                  </a:cubicBezTo>
                                  <a:cubicBezTo>
                                    <a:pt x="171" y="247"/>
                                    <a:pt x="171" y="247"/>
                                    <a:pt x="171" y="247"/>
                                  </a:cubicBezTo>
                                  <a:cubicBezTo>
                                    <a:pt x="171" y="247"/>
                                    <a:pt x="171" y="247"/>
                                    <a:pt x="171" y="247"/>
                                  </a:cubicBezTo>
                                  <a:cubicBezTo>
                                    <a:pt x="172" y="247"/>
                                    <a:pt x="172" y="247"/>
                                    <a:pt x="172" y="247"/>
                                  </a:cubicBezTo>
                                  <a:cubicBezTo>
                                    <a:pt x="172" y="246"/>
                                    <a:pt x="172" y="246"/>
                                    <a:pt x="172" y="246"/>
                                  </a:cubicBezTo>
                                  <a:cubicBezTo>
                                    <a:pt x="172" y="246"/>
                                    <a:pt x="173" y="245"/>
                                    <a:pt x="173" y="244"/>
                                  </a:cubicBezTo>
                                  <a:cubicBezTo>
                                    <a:pt x="173" y="244"/>
                                    <a:pt x="173" y="244"/>
                                    <a:pt x="173" y="243"/>
                                  </a:cubicBezTo>
                                  <a:cubicBezTo>
                                    <a:pt x="173" y="243"/>
                                    <a:pt x="173" y="243"/>
                                    <a:pt x="174" y="242"/>
                                  </a:cubicBezTo>
                                  <a:cubicBezTo>
                                    <a:pt x="174" y="242"/>
                                    <a:pt x="174" y="242"/>
                                    <a:pt x="174" y="242"/>
                                  </a:cubicBezTo>
                                  <a:cubicBezTo>
                                    <a:pt x="175" y="242"/>
                                    <a:pt x="175" y="242"/>
                                    <a:pt x="175" y="242"/>
                                  </a:cubicBezTo>
                                  <a:cubicBezTo>
                                    <a:pt x="175" y="243"/>
                                    <a:pt x="176" y="243"/>
                                    <a:pt x="176" y="243"/>
                                  </a:cubicBezTo>
                                  <a:cubicBezTo>
                                    <a:pt x="176" y="244"/>
                                    <a:pt x="176" y="244"/>
                                    <a:pt x="176" y="243"/>
                                  </a:cubicBezTo>
                                  <a:cubicBezTo>
                                    <a:pt x="175" y="243"/>
                                    <a:pt x="175" y="243"/>
                                    <a:pt x="175" y="243"/>
                                  </a:cubicBezTo>
                                  <a:cubicBezTo>
                                    <a:pt x="175" y="243"/>
                                    <a:pt x="175" y="243"/>
                                    <a:pt x="175" y="243"/>
                                  </a:cubicBezTo>
                                  <a:cubicBezTo>
                                    <a:pt x="175" y="243"/>
                                    <a:pt x="175" y="244"/>
                                    <a:pt x="174" y="244"/>
                                  </a:cubicBezTo>
                                  <a:cubicBezTo>
                                    <a:pt x="174" y="244"/>
                                    <a:pt x="174" y="245"/>
                                    <a:pt x="174" y="245"/>
                                  </a:cubicBezTo>
                                  <a:cubicBezTo>
                                    <a:pt x="175" y="246"/>
                                    <a:pt x="177" y="245"/>
                                    <a:pt x="178" y="244"/>
                                  </a:cubicBezTo>
                                  <a:cubicBezTo>
                                    <a:pt x="178" y="244"/>
                                    <a:pt x="178" y="244"/>
                                    <a:pt x="179" y="244"/>
                                  </a:cubicBezTo>
                                  <a:cubicBezTo>
                                    <a:pt x="179" y="244"/>
                                    <a:pt x="179" y="244"/>
                                    <a:pt x="179" y="244"/>
                                  </a:cubicBezTo>
                                  <a:cubicBezTo>
                                    <a:pt x="179" y="244"/>
                                    <a:pt x="180" y="244"/>
                                    <a:pt x="180" y="244"/>
                                  </a:cubicBezTo>
                                  <a:cubicBezTo>
                                    <a:pt x="180" y="244"/>
                                    <a:pt x="179" y="244"/>
                                    <a:pt x="179" y="244"/>
                                  </a:cubicBezTo>
                                  <a:cubicBezTo>
                                    <a:pt x="179" y="243"/>
                                    <a:pt x="179" y="243"/>
                                    <a:pt x="179" y="243"/>
                                  </a:cubicBezTo>
                                  <a:cubicBezTo>
                                    <a:pt x="179" y="243"/>
                                    <a:pt x="179" y="243"/>
                                    <a:pt x="179" y="243"/>
                                  </a:cubicBezTo>
                                  <a:cubicBezTo>
                                    <a:pt x="179" y="243"/>
                                    <a:pt x="180" y="243"/>
                                    <a:pt x="180" y="243"/>
                                  </a:cubicBezTo>
                                  <a:cubicBezTo>
                                    <a:pt x="180" y="243"/>
                                    <a:pt x="180" y="243"/>
                                    <a:pt x="180" y="244"/>
                                  </a:cubicBezTo>
                                  <a:cubicBezTo>
                                    <a:pt x="180" y="244"/>
                                    <a:pt x="180" y="244"/>
                                    <a:pt x="181" y="244"/>
                                  </a:cubicBezTo>
                                  <a:cubicBezTo>
                                    <a:pt x="181" y="244"/>
                                    <a:pt x="181" y="244"/>
                                    <a:pt x="181" y="244"/>
                                  </a:cubicBezTo>
                                  <a:cubicBezTo>
                                    <a:pt x="181" y="244"/>
                                    <a:pt x="181" y="243"/>
                                    <a:pt x="181" y="243"/>
                                  </a:cubicBezTo>
                                  <a:cubicBezTo>
                                    <a:pt x="181" y="243"/>
                                    <a:pt x="181" y="242"/>
                                    <a:pt x="182" y="242"/>
                                  </a:cubicBezTo>
                                  <a:cubicBezTo>
                                    <a:pt x="182" y="242"/>
                                    <a:pt x="182" y="242"/>
                                    <a:pt x="182" y="242"/>
                                  </a:cubicBezTo>
                                  <a:cubicBezTo>
                                    <a:pt x="182" y="242"/>
                                    <a:pt x="182" y="242"/>
                                    <a:pt x="182" y="242"/>
                                  </a:cubicBezTo>
                                  <a:cubicBezTo>
                                    <a:pt x="182" y="242"/>
                                    <a:pt x="183" y="242"/>
                                    <a:pt x="183" y="242"/>
                                  </a:cubicBezTo>
                                  <a:cubicBezTo>
                                    <a:pt x="183" y="242"/>
                                    <a:pt x="183" y="242"/>
                                    <a:pt x="183" y="242"/>
                                  </a:cubicBezTo>
                                  <a:cubicBezTo>
                                    <a:pt x="184" y="241"/>
                                    <a:pt x="184" y="241"/>
                                    <a:pt x="185" y="240"/>
                                  </a:cubicBezTo>
                                  <a:cubicBezTo>
                                    <a:pt x="185" y="240"/>
                                    <a:pt x="186" y="240"/>
                                    <a:pt x="186" y="240"/>
                                  </a:cubicBezTo>
                                  <a:cubicBezTo>
                                    <a:pt x="186" y="240"/>
                                    <a:pt x="186" y="240"/>
                                    <a:pt x="187" y="240"/>
                                  </a:cubicBezTo>
                                  <a:cubicBezTo>
                                    <a:pt x="187" y="240"/>
                                    <a:pt x="187" y="240"/>
                                    <a:pt x="187" y="240"/>
                                  </a:cubicBezTo>
                                  <a:cubicBezTo>
                                    <a:pt x="187" y="240"/>
                                    <a:pt x="187" y="240"/>
                                    <a:pt x="187" y="240"/>
                                  </a:cubicBezTo>
                                  <a:cubicBezTo>
                                    <a:pt x="186" y="241"/>
                                    <a:pt x="186" y="241"/>
                                    <a:pt x="186" y="242"/>
                                  </a:cubicBezTo>
                                  <a:cubicBezTo>
                                    <a:pt x="187" y="242"/>
                                    <a:pt x="187" y="242"/>
                                    <a:pt x="187" y="242"/>
                                  </a:cubicBezTo>
                                  <a:cubicBezTo>
                                    <a:pt x="187" y="242"/>
                                    <a:pt x="186" y="243"/>
                                    <a:pt x="186" y="243"/>
                                  </a:cubicBezTo>
                                  <a:cubicBezTo>
                                    <a:pt x="186" y="243"/>
                                    <a:pt x="186" y="243"/>
                                    <a:pt x="186" y="243"/>
                                  </a:cubicBezTo>
                                  <a:cubicBezTo>
                                    <a:pt x="187" y="243"/>
                                    <a:pt x="187" y="242"/>
                                    <a:pt x="187" y="242"/>
                                  </a:cubicBezTo>
                                  <a:cubicBezTo>
                                    <a:pt x="187" y="241"/>
                                    <a:pt x="187" y="240"/>
                                    <a:pt x="187" y="240"/>
                                  </a:cubicBezTo>
                                  <a:cubicBezTo>
                                    <a:pt x="188" y="240"/>
                                    <a:pt x="188" y="240"/>
                                    <a:pt x="188" y="240"/>
                                  </a:cubicBezTo>
                                  <a:cubicBezTo>
                                    <a:pt x="188" y="240"/>
                                    <a:pt x="188" y="240"/>
                                    <a:pt x="189" y="240"/>
                                  </a:cubicBezTo>
                                  <a:cubicBezTo>
                                    <a:pt x="189" y="239"/>
                                    <a:pt x="190" y="239"/>
                                    <a:pt x="191" y="239"/>
                                  </a:cubicBezTo>
                                  <a:cubicBezTo>
                                    <a:pt x="191" y="239"/>
                                    <a:pt x="191" y="239"/>
                                    <a:pt x="191" y="238"/>
                                  </a:cubicBezTo>
                                  <a:cubicBezTo>
                                    <a:pt x="191" y="238"/>
                                    <a:pt x="192" y="238"/>
                                    <a:pt x="192" y="238"/>
                                  </a:cubicBezTo>
                                  <a:cubicBezTo>
                                    <a:pt x="192" y="238"/>
                                    <a:pt x="192" y="238"/>
                                    <a:pt x="193" y="238"/>
                                  </a:cubicBezTo>
                                  <a:cubicBezTo>
                                    <a:pt x="193" y="238"/>
                                    <a:pt x="193" y="237"/>
                                    <a:pt x="193" y="236"/>
                                  </a:cubicBezTo>
                                  <a:cubicBezTo>
                                    <a:pt x="193" y="236"/>
                                    <a:pt x="193" y="236"/>
                                    <a:pt x="194" y="236"/>
                                  </a:cubicBezTo>
                                  <a:cubicBezTo>
                                    <a:pt x="194" y="235"/>
                                    <a:pt x="194" y="235"/>
                                    <a:pt x="194" y="236"/>
                                  </a:cubicBezTo>
                                  <a:cubicBezTo>
                                    <a:pt x="194" y="236"/>
                                    <a:pt x="194" y="237"/>
                                    <a:pt x="194" y="237"/>
                                  </a:cubicBezTo>
                                  <a:cubicBezTo>
                                    <a:pt x="194" y="238"/>
                                    <a:pt x="194" y="238"/>
                                    <a:pt x="194" y="238"/>
                                  </a:cubicBezTo>
                                  <a:cubicBezTo>
                                    <a:pt x="194" y="238"/>
                                    <a:pt x="194" y="238"/>
                                    <a:pt x="194" y="238"/>
                                  </a:cubicBezTo>
                                  <a:cubicBezTo>
                                    <a:pt x="194" y="237"/>
                                    <a:pt x="194" y="237"/>
                                    <a:pt x="194" y="237"/>
                                  </a:cubicBezTo>
                                  <a:cubicBezTo>
                                    <a:pt x="195" y="237"/>
                                    <a:pt x="195" y="236"/>
                                    <a:pt x="195" y="236"/>
                                  </a:cubicBezTo>
                                  <a:cubicBezTo>
                                    <a:pt x="196" y="235"/>
                                    <a:pt x="196" y="235"/>
                                    <a:pt x="196" y="235"/>
                                  </a:cubicBezTo>
                                  <a:cubicBezTo>
                                    <a:pt x="196" y="234"/>
                                    <a:pt x="196" y="234"/>
                                    <a:pt x="196" y="234"/>
                                  </a:cubicBezTo>
                                  <a:cubicBezTo>
                                    <a:pt x="196" y="234"/>
                                    <a:pt x="196" y="234"/>
                                    <a:pt x="195" y="234"/>
                                  </a:cubicBezTo>
                                  <a:cubicBezTo>
                                    <a:pt x="195" y="234"/>
                                    <a:pt x="195" y="234"/>
                                    <a:pt x="195" y="234"/>
                                  </a:cubicBezTo>
                                  <a:cubicBezTo>
                                    <a:pt x="195" y="234"/>
                                    <a:pt x="194" y="234"/>
                                    <a:pt x="194" y="234"/>
                                  </a:cubicBezTo>
                                  <a:cubicBezTo>
                                    <a:pt x="194" y="234"/>
                                    <a:pt x="194" y="234"/>
                                    <a:pt x="194" y="234"/>
                                  </a:cubicBezTo>
                                  <a:cubicBezTo>
                                    <a:pt x="194" y="235"/>
                                    <a:pt x="193" y="235"/>
                                    <a:pt x="193" y="235"/>
                                  </a:cubicBezTo>
                                  <a:cubicBezTo>
                                    <a:pt x="193" y="234"/>
                                    <a:pt x="193" y="234"/>
                                    <a:pt x="193" y="234"/>
                                  </a:cubicBezTo>
                                  <a:cubicBezTo>
                                    <a:pt x="194" y="234"/>
                                    <a:pt x="194" y="233"/>
                                    <a:pt x="195" y="233"/>
                                  </a:cubicBezTo>
                                  <a:cubicBezTo>
                                    <a:pt x="195" y="233"/>
                                    <a:pt x="195" y="232"/>
                                    <a:pt x="195" y="232"/>
                                  </a:cubicBezTo>
                                  <a:cubicBezTo>
                                    <a:pt x="196" y="232"/>
                                    <a:pt x="196" y="232"/>
                                    <a:pt x="196" y="232"/>
                                  </a:cubicBezTo>
                                  <a:cubicBezTo>
                                    <a:pt x="197" y="232"/>
                                    <a:pt x="197" y="232"/>
                                    <a:pt x="197" y="232"/>
                                  </a:cubicBezTo>
                                  <a:cubicBezTo>
                                    <a:pt x="197" y="231"/>
                                    <a:pt x="198" y="230"/>
                                    <a:pt x="199" y="230"/>
                                  </a:cubicBezTo>
                                  <a:cubicBezTo>
                                    <a:pt x="199" y="230"/>
                                    <a:pt x="200" y="231"/>
                                    <a:pt x="201" y="230"/>
                                  </a:cubicBezTo>
                                  <a:cubicBezTo>
                                    <a:pt x="201" y="230"/>
                                    <a:pt x="201" y="230"/>
                                    <a:pt x="201" y="230"/>
                                  </a:cubicBezTo>
                                  <a:cubicBezTo>
                                    <a:pt x="201" y="230"/>
                                    <a:pt x="200" y="230"/>
                                    <a:pt x="200" y="230"/>
                                  </a:cubicBezTo>
                                  <a:cubicBezTo>
                                    <a:pt x="200" y="229"/>
                                    <a:pt x="201" y="229"/>
                                    <a:pt x="201" y="228"/>
                                  </a:cubicBezTo>
                                  <a:cubicBezTo>
                                    <a:pt x="201" y="228"/>
                                    <a:pt x="201" y="228"/>
                                    <a:pt x="201" y="228"/>
                                  </a:cubicBezTo>
                                  <a:cubicBezTo>
                                    <a:pt x="201" y="228"/>
                                    <a:pt x="201" y="228"/>
                                    <a:pt x="201" y="227"/>
                                  </a:cubicBezTo>
                                  <a:cubicBezTo>
                                    <a:pt x="202" y="227"/>
                                    <a:pt x="202" y="227"/>
                                    <a:pt x="202" y="228"/>
                                  </a:cubicBezTo>
                                  <a:cubicBezTo>
                                    <a:pt x="202" y="228"/>
                                    <a:pt x="202" y="228"/>
                                    <a:pt x="202" y="228"/>
                                  </a:cubicBezTo>
                                  <a:cubicBezTo>
                                    <a:pt x="203" y="228"/>
                                    <a:pt x="203" y="228"/>
                                    <a:pt x="203" y="228"/>
                                  </a:cubicBezTo>
                                  <a:cubicBezTo>
                                    <a:pt x="204" y="227"/>
                                    <a:pt x="204" y="227"/>
                                    <a:pt x="205" y="226"/>
                                  </a:cubicBezTo>
                                  <a:cubicBezTo>
                                    <a:pt x="205" y="227"/>
                                    <a:pt x="205" y="227"/>
                                    <a:pt x="205" y="227"/>
                                  </a:cubicBezTo>
                                  <a:cubicBezTo>
                                    <a:pt x="205" y="227"/>
                                    <a:pt x="206" y="227"/>
                                    <a:pt x="206" y="226"/>
                                  </a:cubicBezTo>
                                  <a:cubicBezTo>
                                    <a:pt x="206" y="226"/>
                                    <a:pt x="206" y="226"/>
                                    <a:pt x="206" y="226"/>
                                  </a:cubicBezTo>
                                  <a:cubicBezTo>
                                    <a:pt x="206" y="225"/>
                                    <a:pt x="206" y="225"/>
                                    <a:pt x="206" y="225"/>
                                  </a:cubicBezTo>
                                  <a:cubicBezTo>
                                    <a:pt x="206" y="226"/>
                                    <a:pt x="206" y="226"/>
                                    <a:pt x="207" y="226"/>
                                  </a:cubicBezTo>
                                  <a:cubicBezTo>
                                    <a:pt x="207" y="226"/>
                                    <a:pt x="207" y="226"/>
                                    <a:pt x="207" y="226"/>
                                  </a:cubicBezTo>
                                  <a:cubicBezTo>
                                    <a:pt x="207" y="225"/>
                                    <a:pt x="207" y="225"/>
                                    <a:pt x="208" y="225"/>
                                  </a:cubicBezTo>
                                  <a:cubicBezTo>
                                    <a:pt x="208" y="224"/>
                                    <a:pt x="208" y="224"/>
                                    <a:pt x="208" y="224"/>
                                  </a:cubicBezTo>
                                  <a:cubicBezTo>
                                    <a:pt x="208" y="224"/>
                                    <a:pt x="209" y="224"/>
                                    <a:pt x="209" y="224"/>
                                  </a:cubicBezTo>
                                  <a:cubicBezTo>
                                    <a:pt x="209" y="223"/>
                                    <a:pt x="209" y="223"/>
                                    <a:pt x="209" y="223"/>
                                  </a:cubicBezTo>
                                  <a:cubicBezTo>
                                    <a:pt x="209" y="223"/>
                                    <a:pt x="209" y="223"/>
                                    <a:pt x="208" y="223"/>
                                  </a:cubicBezTo>
                                  <a:cubicBezTo>
                                    <a:pt x="208" y="223"/>
                                    <a:pt x="208" y="223"/>
                                    <a:pt x="209" y="223"/>
                                  </a:cubicBezTo>
                                  <a:cubicBezTo>
                                    <a:pt x="209" y="222"/>
                                    <a:pt x="209" y="222"/>
                                    <a:pt x="209" y="222"/>
                                  </a:cubicBezTo>
                                  <a:cubicBezTo>
                                    <a:pt x="209" y="222"/>
                                    <a:pt x="209" y="222"/>
                                    <a:pt x="208" y="222"/>
                                  </a:cubicBezTo>
                                  <a:cubicBezTo>
                                    <a:pt x="208" y="222"/>
                                    <a:pt x="208" y="222"/>
                                    <a:pt x="208" y="222"/>
                                  </a:cubicBezTo>
                                  <a:cubicBezTo>
                                    <a:pt x="208" y="222"/>
                                    <a:pt x="208" y="222"/>
                                    <a:pt x="207" y="222"/>
                                  </a:cubicBezTo>
                                  <a:cubicBezTo>
                                    <a:pt x="207" y="222"/>
                                    <a:pt x="207" y="222"/>
                                    <a:pt x="208" y="221"/>
                                  </a:cubicBezTo>
                                  <a:cubicBezTo>
                                    <a:pt x="208" y="221"/>
                                    <a:pt x="208" y="221"/>
                                    <a:pt x="209" y="221"/>
                                  </a:cubicBezTo>
                                  <a:cubicBezTo>
                                    <a:pt x="209" y="221"/>
                                    <a:pt x="209" y="220"/>
                                    <a:pt x="209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1" y="220"/>
                                    <a:pt x="211" y="220"/>
                                    <a:pt x="211" y="220"/>
                                  </a:cubicBezTo>
                                  <a:cubicBezTo>
                                    <a:pt x="211" y="219"/>
                                    <a:pt x="211" y="219"/>
                                    <a:pt x="212" y="219"/>
                                  </a:cubicBezTo>
                                  <a:cubicBezTo>
                                    <a:pt x="212" y="219"/>
                                    <a:pt x="212" y="219"/>
                                    <a:pt x="212" y="219"/>
                                  </a:cubicBezTo>
                                  <a:cubicBezTo>
                                    <a:pt x="213" y="219"/>
                                    <a:pt x="213" y="218"/>
                                    <a:pt x="213" y="218"/>
                                  </a:cubicBezTo>
                                  <a:cubicBezTo>
                                    <a:pt x="213" y="218"/>
                                    <a:pt x="213" y="218"/>
                                    <a:pt x="213" y="218"/>
                                  </a:cubicBezTo>
                                  <a:cubicBezTo>
                                    <a:pt x="214" y="218"/>
                                    <a:pt x="214" y="217"/>
                                    <a:pt x="214" y="217"/>
                                  </a:cubicBezTo>
                                  <a:cubicBezTo>
                                    <a:pt x="213" y="217"/>
                                    <a:pt x="213" y="217"/>
                                    <a:pt x="213" y="217"/>
                                  </a:cubicBezTo>
                                  <a:cubicBezTo>
                                    <a:pt x="213" y="217"/>
                                    <a:pt x="213" y="217"/>
                                    <a:pt x="213" y="217"/>
                                  </a:cubicBezTo>
                                  <a:cubicBezTo>
                                    <a:pt x="213" y="217"/>
                                    <a:pt x="213" y="216"/>
                                    <a:pt x="213" y="216"/>
                                  </a:cubicBezTo>
                                  <a:cubicBezTo>
                                    <a:pt x="214" y="216"/>
                                    <a:pt x="214" y="216"/>
                                    <a:pt x="214" y="216"/>
                                  </a:cubicBezTo>
                                  <a:cubicBezTo>
                                    <a:pt x="214" y="216"/>
                                    <a:pt x="214" y="216"/>
                                    <a:pt x="214" y="216"/>
                                  </a:cubicBezTo>
                                  <a:cubicBezTo>
                                    <a:pt x="214" y="216"/>
                                    <a:pt x="215" y="217"/>
                                    <a:pt x="215" y="217"/>
                                  </a:cubicBezTo>
                                  <a:cubicBezTo>
                                    <a:pt x="215" y="217"/>
                                    <a:pt x="215" y="217"/>
                                    <a:pt x="215" y="217"/>
                                  </a:cubicBezTo>
                                  <a:cubicBezTo>
                                    <a:pt x="215" y="217"/>
                                    <a:pt x="215" y="217"/>
                                    <a:pt x="215" y="217"/>
                                  </a:cubicBezTo>
                                  <a:cubicBezTo>
                                    <a:pt x="216" y="216"/>
                                    <a:pt x="216" y="216"/>
                                    <a:pt x="216" y="215"/>
                                  </a:cubicBezTo>
                                  <a:cubicBezTo>
                                    <a:pt x="216" y="215"/>
                                    <a:pt x="216" y="215"/>
                                    <a:pt x="217" y="215"/>
                                  </a:cubicBezTo>
                                  <a:cubicBezTo>
                                    <a:pt x="217" y="215"/>
                                    <a:pt x="217" y="215"/>
                                    <a:pt x="217" y="214"/>
                                  </a:cubicBezTo>
                                  <a:cubicBezTo>
                                    <a:pt x="217" y="214"/>
                                    <a:pt x="217" y="214"/>
                                    <a:pt x="217" y="214"/>
                                  </a:cubicBezTo>
                                  <a:cubicBezTo>
                                    <a:pt x="217" y="214"/>
                                    <a:pt x="217" y="214"/>
                                    <a:pt x="217" y="214"/>
                                  </a:cubicBezTo>
                                  <a:cubicBezTo>
                                    <a:pt x="217" y="214"/>
                                    <a:pt x="217" y="213"/>
                                    <a:pt x="218" y="213"/>
                                  </a:cubicBezTo>
                                  <a:cubicBezTo>
                                    <a:pt x="217" y="213"/>
                                    <a:pt x="217" y="213"/>
                                    <a:pt x="217" y="213"/>
                                  </a:cubicBezTo>
                                  <a:cubicBezTo>
                                    <a:pt x="217" y="213"/>
                                    <a:pt x="217" y="213"/>
                                    <a:pt x="217" y="213"/>
                                  </a:cubicBezTo>
                                  <a:cubicBezTo>
                                    <a:pt x="217" y="212"/>
                                    <a:pt x="217" y="212"/>
                                    <a:pt x="217" y="211"/>
                                  </a:cubicBezTo>
                                  <a:cubicBezTo>
                                    <a:pt x="217" y="211"/>
                                    <a:pt x="217" y="211"/>
                                    <a:pt x="217" y="211"/>
                                  </a:cubicBezTo>
                                  <a:cubicBezTo>
                                    <a:pt x="217" y="211"/>
                                    <a:pt x="217" y="211"/>
                                    <a:pt x="217" y="211"/>
                                  </a:cubicBezTo>
                                  <a:cubicBezTo>
                                    <a:pt x="218" y="211"/>
                                    <a:pt x="218" y="211"/>
                                    <a:pt x="218" y="211"/>
                                  </a:cubicBezTo>
                                  <a:cubicBezTo>
                                    <a:pt x="218" y="211"/>
                                    <a:pt x="218" y="212"/>
                                    <a:pt x="218" y="212"/>
                                  </a:cubicBezTo>
                                  <a:cubicBezTo>
                                    <a:pt x="218" y="212"/>
                                    <a:pt x="218" y="212"/>
                                    <a:pt x="218" y="212"/>
                                  </a:cubicBezTo>
                                  <a:cubicBezTo>
                                    <a:pt x="218" y="212"/>
                                    <a:pt x="218" y="213"/>
                                    <a:pt x="218" y="213"/>
                                  </a:cubicBezTo>
                                  <a:cubicBezTo>
                                    <a:pt x="218" y="213"/>
                                    <a:pt x="218" y="213"/>
                                    <a:pt x="218" y="213"/>
                                  </a:cubicBezTo>
                                  <a:cubicBezTo>
                                    <a:pt x="219" y="213"/>
                                    <a:pt x="219" y="213"/>
                                    <a:pt x="219" y="213"/>
                                  </a:cubicBezTo>
                                  <a:cubicBezTo>
                                    <a:pt x="219" y="213"/>
                                    <a:pt x="219" y="213"/>
                                    <a:pt x="219" y="213"/>
                                  </a:cubicBezTo>
                                  <a:cubicBezTo>
                                    <a:pt x="219" y="213"/>
                                    <a:pt x="220" y="212"/>
                                    <a:pt x="220" y="212"/>
                                  </a:cubicBezTo>
                                  <a:cubicBezTo>
                                    <a:pt x="220" y="212"/>
                                    <a:pt x="220" y="213"/>
                                    <a:pt x="220" y="213"/>
                                  </a:cubicBezTo>
                                  <a:cubicBezTo>
                                    <a:pt x="220" y="213"/>
                                    <a:pt x="220" y="213"/>
                                    <a:pt x="221" y="212"/>
                                  </a:cubicBezTo>
                                  <a:cubicBezTo>
                                    <a:pt x="221" y="212"/>
                                    <a:pt x="221" y="212"/>
                                    <a:pt x="221" y="212"/>
                                  </a:cubicBezTo>
                                  <a:cubicBezTo>
                                    <a:pt x="222" y="212"/>
                                    <a:pt x="222" y="212"/>
                                    <a:pt x="222" y="212"/>
                                  </a:cubicBezTo>
                                  <a:cubicBezTo>
                                    <a:pt x="222" y="212"/>
                                    <a:pt x="222" y="212"/>
                                    <a:pt x="222" y="212"/>
                                  </a:cubicBezTo>
                                  <a:cubicBezTo>
                                    <a:pt x="223" y="211"/>
                                    <a:pt x="223" y="211"/>
                                    <a:pt x="223" y="211"/>
                                  </a:cubicBezTo>
                                  <a:cubicBezTo>
                                    <a:pt x="223" y="211"/>
                                    <a:pt x="223" y="211"/>
                                    <a:pt x="223" y="211"/>
                                  </a:cubicBezTo>
                                  <a:cubicBezTo>
                                    <a:pt x="223" y="211"/>
                                    <a:pt x="223" y="211"/>
                                    <a:pt x="223" y="210"/>
                                  </a:cubicBezTo>
                                  <a:cubicBezTo>
                                    <a:pt x="223" y="210"/>
                                    <a:pt x="223" y="210"/>
                                    <a:pt x="223" y="210"/>
                                  </a:cubicBezTo>
                                  <a:cubicBezTo>
                                    <a:pt x="223" y="210"/>
                                    <a:pt x="223" y="210"/>
                                    <a:pt x="223" y="209"/>
                                  </a:cubicBezTo>
                                  <a:cubicBezTo>
                                    <a:pt x="223" y="209"/>
                                    <a:pt x="222" y="210"/>
                                    <a:pt x="222" y="210"/>
                                  </a:cubicBezTo>
                                  <a:cubicBezTo>
                                    <a:pt x="222" y="210"/>
                                    <a:pt x="222" y="209"/>
                                    <a:pt x="222" y="209"/>
                                  </a:cubicBezTo>
                                  <a:cubicBezTo>
                                    <a:pt x="223" y="209"/>
                                    <a:pt x="223" y="209"/>
                                    <a:pt x="223" y="209"/>
                                  </a:cubicBezTo>
                                  <a:cubicBezTo>
                                    <a:pt x="224" y="209"/>
                                    <a:pt x="224" y="209"/>
                                    <a:pt x="224" y="209"/>
                                  </a:cubicBezTo>
                                  <a:cubicBezTo>
                                    <a:pt x="224" y="208"/>
                                    <a:pt x="224" y="208"/>
                                    <a:pt x="224" y="208"/>
                                  </a:cubicBezTo>
                                  <a:cubicBezTo>
                                    <a:pt x="224" y="208"/>
                                    <a:pt x="224" y="208"/>
                                    <a:pt x="224" y="208"/>
                                  </a:cubicBezTo>
                                  <a:cubicBezTo>
                                    <a:pt x="224" y="208"/>
                                    <a:pt x="224" y="207"/>
                                    <a:pt x="224" y="207"/>
                                  </a:cubicBezTo>
                                  <a:cubicBezTo>
                                    <a:pt x="224" y="207"/>
                                    <a:pt x="224" y="207"/>
                                    <a:pt x="225" y="206"/>
                                  </a:cubicBezTo>
                                  <a:cubicBezTo>
                                    <a:pt x="225" y="206"/>
                                    <a:pt x="225" y="206"/>
                                    <a:pt x="225" y="206"/>
                                  </a:cubicBezTo>
                                  <a:cubicBezTo>
                                    <a:pt x="225" y="205"/>
                                    <a:pt x="226" y="205"/>
                                    <a:pt x="226" y="205"/>
                                  </a:cubicBezTo>
                                  <a:cubicBezTo>
                                    <a:pt x="227" y="205"/>
                                    <a:pt x="227" y="205"/>
                                    <a:pt x="228" y="204"/>
                                  </a:cubicBezTo>
                                  <a:cubicBezTo>
                                    <a:pt x="228" y="204"/>
                                    <a:pt x="228" y="203"/>
                                    <a:pt x="229" y="203"/>
                                  </a:cubicBezTo>
                                  <a:cubicBezTo>
                                    <a:pt x="229" y="202"/>
                                    <a:pt x="229" y="201"/>
                                    <a:pt x="228" y="201"/>
                                  </a:cubicBezTo>
                                  <a:cubicBezTo>
                                    <a:pt x="228" y="201"/>
                                    <a:pt x="228" y="201"/>
                                    <a:pt x="228" y="201"/>
                                  </a:cubicBezTo>
                                  <a:cubicBezTo>
                                    <a:pt x="228" y="201"/>
                                    <a:pt x="228" y="200"/>
                                    <a:pt x="228" y="200"/>
                                  </a:cubicBezTo>
                                  <a:cubicBezTo>
                                    <a:pt x="227" y="200"/>
                                    <a:pt x="227" y="200"/>
                                    <a:pt x="227" y="200"/>
                                  </a:cubicBezTo>
                                  <a:cubicBezTo>
                                    <a:pt x="227" y="200"/>
                                    <a:pt x="227" y="200"/>
                                    <a:pt x="227" y="200"/>
                                  </a:cubicBezTo>
                                  <a:cubicBezTo>
                                    <a:pt x="226" y="200"/>
                                    <a:pt x="226" y="200"/>
                                    <a:pt x="226" y="200"/>
                                  </a:cubicBezTo>
                                  <a:cubicBezTo>
                                    <a:pt x="226" y="199"/>
                                    <a:pt x="226" y="199"/>
                                    <a:pt x="226" y="199"/>
                                  </a:cubicBezTo>
                                  <a:cubicBezTo>
                                    <a:pt x="225" y="199"/>
                                    <a:pt x="225" y="199"/>
                                    <a:pt x="225" y="199"/>
                                  </a:cubicBezTo>
                                  <a:cubicBezTo>
                                    <a:pt x="225" y="199"/>
                                    <a:pt x="225" y="200"/>
                                    <a:pt x="225" y="200"/>
                                  </a:cubicBezTo>
                                  <a:cubicBezTo>
                                    <a:pt x="225" y="200"/>
                                    <a:pt x="224" y="199"/>
                                    <a:pt x="224" y="199"/>
                                  </a:cubicBezTo>
                                  <a:cubicBezTo>
                                    <a:pt x="224" y="199"/>
                                    <a:pt x="224" y="200"/>
                                    <a:pt x="223" y="200"/>
                                  </a:cubicBezTo>
                                  <a:cubicBezTo>
                                    <a:pt x="223" y="200"/>
                                    <a:pt x="223" y="200"/>
                                    <a:pt x="223" y="200"/>
                                  </a:cubicBezTo>
                                  <a:cubicBezTo>
                                    <a:pt x="223" y="200"/>
                                    <a:pt x="223" y="200"/>
                                    <a:pt x="223" y="200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8"/>
                                  </a:cubicBezTo>
                                  <a:cubicBezTo>
                                    <a:pt x="223" y="198"/>
                                    <a:pt x="223" y="198"/>
                                    <a:pt x="223" y="198"/>
                                  </a:cubicBezTo>
                                  <a:cubicBezTo>
                                    <a:pt x="223" y="197"/>
                                    <a:pt x="223" y="197"/>
                                    <a:pt x="223" y="197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5"/>
                                  </a:cubicBezTo>
                                  <a:cubicBezTo>
                                    <a:pt x="224" y="195"/>
                                    <a:pt x="224" y="195"/>
                                    <a:pt x="225" y="195"/>
                                  </a:cubicBezTo>
                                  <a:cubicBezTo>
                                    <a:pt x="225" y="195"/>
                                    <a:pt x="225" y="195"/>
                                    <a:pt x="226" y="195"/>
                                  </a:cubicBezTo>
                                  <a:cubicBezTo>
                                    <a:pt x="226" y="195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3"/>
                                  </a:cubicBezTo>
                                  <a:cubicBezTo>
                                    <a:pt x="226" y="193"/>
                                    <a:pt x="226" y="193"/>
                                    <a:pt x="226" y="193"/>
                                  </a:cubicBezTo>
                                  <a:cubicBezTo>
                                    <a:pt x="226" y="193"/>
                                    <a:pt x="227" y="193"/>
                                    <a:pt x="227" y="193"/>
                                  </a:cubicBezTo>
                                  <a:cubicBezTo>
                                    <a:pt x="227" y="193"/>
                                    <a:pt x="227" y="193"/>
                                    <a:pt x="227" y="193"/>
                                  </a:cubicBezTo>
                                  <a:cubicBezTo>
                                    <a:pt x="227" y="193"/>
                                    <a:pt x="227" y="193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6" y="192"/>
                                    <a:pt x="226" y="192"/>
                                    <a:pt x="226" y="192"/>
                                  </a:cubicBezTo>
                                  <a:cubicBezTo>
                                    <a:pt x="226" y="192"/>
                                    <a:pt x="226" y="192"/>
                                    <a:pt x="226" y="192"/>
                                  </a:cubicBezTo>
                                  <a:cubicBezTo>
                                    <a:pt x="226" y="192"/>
                                    <a:pt x="226" y="192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7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1"/>
                                    <a:pt x="228" y="191"/>
                                    <a:pt x="228" y="191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9" y="190"/>
                                    <a:pt x="229" y="191"/>
                                  </a:cubicBezTo>
                                  <a:cubicBezTo>
                                    <a:pt x="229" y="191"/>
                                    <a:pt x="228" y="191"/>
                                    <a:pt x="228" y="191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9" y="192"/>
                                    <a:pt x="229" y="192"/>
                                  </a:cubicBezTo>
                                  <a:cubicBezTo>
                                    <a:pt x="229" y="192"/>
                                    <a:pt x="229" y="192"/>
                                    <a:pt x="229" y="192"/>
                                  </a:cubicBezTo>
                                  <a:cubicBezTo>
                                    <a:pt x="230" y="192"/>
                                    <a:pt x="230" y="192"/>
                                    <a:pt x="230" y="192"/>
                                  </a:cubicBezTo>
                                  <a:cubicBezTo>
                                    <a:pt x="230" y="192"/>
                                    <a:pt x="230" y="191"/>
                                    <a:pt x="230" y="191"/>
                                  </a:cubicBezTo>
                                  <a:cubicBezTo>
                                    <a:pt x="230" y="191"/>
                                    <a:pt x="231" y="190"/>
                                    <a:pt x="231" y="189"/>
                                  </a:cubicBezTo>
                                  <a:cubicBezTo>
                                    <a:pt x="231" y="189"/>
                                    <a:pt x="231" y="189"/>
                                    <a:pt x="231" y="189"/>
                                  </a:cubicBezTo>
                                  <a:cubicBezTo>
                                    <a:pt x="230" y="189"/>
                                    <a:pt x="230" y="189"/>
                                    <a:pt x="230" y="189"/>
                                  </a:cubicBezTo>
                                  <a:cubicBezTo>
                                    <a:pt x="230" y="189"/>
                                    <a:pt x="230" y="189"/>
                                    <a:pt x="230" y="189"/>
                                  </a:cubicBezTo>
                                  <a:cubicBezTo>
                                    <a:pt x="230" y="189"/>
                                    <a:pt x="229" y="189"/>
                                    <a:pt x="230" y="189"/>
                                  </a:cubicBezTo>
                                  <a:cubicBezTo>
                                    <a:pt x="230" y="189"/>
                                    <a:pt x="231" y="189"/>
                                    <a:pt x="232" y="189"/>
                                  </a:cubicBezTo>
                                  <a:cubicBezTo>
                                    <a:pt x="232" y="189"/>
                                    <a:pt x="232" y="189"/>
                                    <a:pt x="233" y="189"/>
                                  </a:cubicBezTo>
                                  <a:cubicBezTo>
                                    <a:pt x="233" y="188"/>
                                    <a:pt x="233" y="188"/>
                                    <a:pt x="233" y="188"/>
                                  </a:cubicBezTo>
                                  <a:cubicBezTo>
                                    <a:pt x="233" y="188"/>
                                    <a:pt x="233" y="187"/>
                                    <a:pt x="233" y="187"/>
                                  </a:cubicBezTo>
                                  <a:cubicBezTo>
                                    <a:pt x="233" y="187"/>
                                    <a:pt x="234" y="187"/>
                                    <a:pt x="234" y="187"/>
                                  </a:cubicBezTo>
                                  <a:cubicBezTo>
                                    <a:pt x="234" y="186"/>
                                    <a:pt x="233" y="186"/>
                                    <a:pt x="233" y="186"/>
                                  </a:cubicBezTo>
                                  <a:cubicBezTo>
                                    <a:pt x="233" y="185"/>
                                    <a:pt x="233" y="185"/>
                                    <a:pt x="232" y="185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1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3" y="184"/>
                                  </a:cubicBezTo>
                                  <a:cubicBezTo>
                                    <a:pt x="233" y="184"/>
                                    <a:pt x="233" y="184"/>
                                    <a:pt x="233" y="184"/>
                                  </a:cubicBezTo>
                                  <a:cubicBezTo>
                                    <a:pt x="233" y="184"/>
                                    <a:pt x="233" y="184"/>
                                    <a:pt x="234" y="184"/>
                                  </a:cubicBezTo>
                                  <a:cubicBezTo>
                                    <a:pt x="234" y="184"/>
                                    <a:pt x="234" y="184"/>
                                    <a:pt x="234" y="184"/>
                                  </a:cubicBezTo>
                                  <a:cubicBezTo>
                                    <a:pt x="235" y="184"/>
                                    <a:pt x="235" y="183"/>
                                    <a:pt x="235" y="183"/>
                                  </a:cubicBezTo>
                                  <a:cubicBezTo>
                                    <a:pt x="235" y="183"/>
                                    <a:pt x="235" y="183"/>
                                    <a:pt x="235" y="183"/>
                                  </a:cubicBezTo>
                                  <a:cubicBezTo>
                                    <a:pt x="235" y="182"/>
                                    <a:pt x="236" y="182"/>
                                    <a:pt x="236" y="182"/>
                                  </a:cubicBezTo>
                                  <a:cubicBezTo>
                                    <a:pt x="236" y="182"/>
                                    <a:pt x="236" y="182"/>
                                    <a:pt x="236" y="182"/>
                                  </a:cubicBezTo>
                                  <a:cubicBezTo>
                                    <a:pt x="236" y="182"/>
                                    <a:pt x="236" y="181"/>
                                    <a:pt x="236" y="181"/>
                                  </a:cubicBezTo>
                                  <a:cubicBezTo>
                                    <a:pt x="235" y="181"/>
                                    <a:pt x="235" y="181"/>
                                    <a:pt x="235" y="181"/>
                                  </a:cubicBezTo>
                                  <a:cubicBezTo>
                                    <a:pt x="235" y="181"/>
                                    <a:pt x="236" y="180"/>
                                    <a:pt x="236" y="180"/>
                                  </a:cubicBezTo>
                                  <a:cubicBezTo>
                                    <a:pt x="236" y="180"/>
                                    <a:pt x="237" y="179"/>
                                    <a:pt x="238" y="178"/>
                                  </a:cubicBezTo>
                                  <a:cubicBezTo>
                                    <a:pt x="238" y="178"/>
                                    <a:pt x="238" y="177"/>
                                    <a:pt x="238" y="177"/>
                                  </a:cubicBezTo>
                                  <a:cubicBezTo>
                                    <a:pt x="239" y="177"/>
                                    <a:pt x="239" y="177"/>
                                    <a:pt x="239" y="178"/>
                                  </a:cubicBezTo>
                                  <a:cubicBezTo>
                                    <a:pt x="240" y="177"/>
                                    <a:pt x="240" y="177"/>
                                    <a:pt x="239" y="177"/>
                                  </a:cubicBezTo>
                                  <a:cubicBezTo>
                                    <a:pt x="239" y="176"/>
                                    <a:pt x="239" y="176"/>
                                    <a:pt x="239" y="176"/>
                                  </a:cubicBezTo>
                                  <a:cubicBezTo>
                                    <a:pt x="239" y="175"/>
                                    <a:pt x="240" y="174"/>
                                    <a:pt x="240" y="174"/>
                                  </a:cubicBezTo>
                                  <a:cubicBezTo>
                                    <a:pt x="241" y="174"/>
                                    <a:pt x="242" y="174"/>
                                    <a:pt x="242" y="173"/>
                                  </a:cubicBezTo>
                                  <a:cubicBezTo>
                                    <a:pt x="243" y="173"/>
                                    <a:pt x="243" y="172"/>
                                    <a:pt x="244" y="172"/>
                                  </a:cubicBezTo>
                                  <a:cubicBezTo>
                                    <a:pt x="245" y="171"/>
                                    <a:pt x="246" y="171"/>
                                    <a:pt x="246" y="170"/>
                                  </a:cubicBezTo>
                                  <a:cubicBezTo>
                                    <a:pt x="247" y="169"/>
                                    <a:pt x="247" y="168"/>
                                    <a:pt x="247" y="167"/>
                                  </a:cubicBezTo>
                                  <a:cubicBezTo>
                                    <a:pt x="247" y="167"/>
                                    <a:pt x="247" y="167"/>
                                    <a:pt x="247" y="166"/>
                                  </a:cubicBezTo>
                                  <a:cubicBezTo>
                                    <a:pt x="248" y="167"/>
                                    <a:pt x="248" y="167"/>
                                    <a:pt x="248" y="168"/>
                                  </a:cubicBezTo>
                                  <a:cubicBezTo>
                                    <a:pt x="248" y="168"/>
                                    <a:pt x="248" y="169"/>
                                    <a:pt x="248" y="169"/>
                                  </a:cubicBezTo>
                                  <a:cubicBezTo>
                                    <a:pt x="248" y="169"/>
                                    <a:pt x="248" y="169"/>
                                    <a:pt x="248" y="170"/>
                                  </a:cubicBezTo>
                                  <a:cubicBezTo>
                                    <a:pt x="248" y="170"/>
                                    <a:pt x="248" y="170"/>
                                    <a:pt x="248" y="170"/>
                                  </a:cubicBezTo>
                                  <a:cubicBezTo>
                                    <a:pt x="249" y="170"/>
                                    <a:pt x="249" y="170"/>
                                    <a:pt x="249" y="170"/>
                                  </a:cubicBezTo>
                                  <a:cubicBezTo>
                                    <a:pt x="250" y="170"/>
                                    <a:pt x="251" y="171"/>
                                    <a:pt x="251" y="170"/>
                                  </a:cubicBezTo>
                                  <a:cubicBezTo>
                                    <a:pt x="251" y="170"/>
                                    <a:pt x="252" y="170"/>
                                    <a:pt x="252" y="169"/>
                                  </a:cubicBezTo>
                                  <a:cubicBezTo>
                                    <a:pt x="252" y="169"/>
                                    <a:pt x="252" y="168"/>
                                    <a:pt x="253" y="167"/>
                                  </a:cubicBezTo>
                                  <a:cubicBezTo>
                                    <a:pt x="253" y="167"/>
                                    <a:pt x="254" y="167"/>
                                    <a:pt x="254" y="167"/>
                                  </a:cubicBezTo>
                                  <a:cubicBezTo>
                                    <a:pt x="255" y="167"/>
                                    <a:pt x="255" y="167"/>
                                    <a:pt x="256" y="167"/>
                                  </a:cubicBezTo>
                                  <a:cubicBezTo>
                                    <a:pt x="256" y="166"/>
                                    <a:pt x="257" y="166"/>
                                    <a:pt x="257" y="166"/>
                                  </a:cubicBezTo>
                                  <a:cubicBezTo>
                                    <a:pt x="256" y="167"/>
                                    <a:pt x="254" y="168"/>
                                    <a:pt x="253" y="169"/>
                                  </a:cubicBezTo>
                                  <a:cubicBezTo>
                                    <a:pt x="252" y="170"/>
                                    <a:pt x="252" y="170"/>
                                    <a:pt x="251" y="171"/>
                                  </a:cubicBezTo>
                                  <a:cubicBezTo>
                                    <a:pt x="251" y="171"/>
                                    <a:pt x="251" y="171"/>
                                    <a:pt x="251" y="171"/>
                                  </a:cubicBezTo>
                                  <a:cubicBezTo>
                                    <a:pt x="251" y="172"/>
                                    <a:pt x="252" y="172"/>
                                    <a:pt x="252" y="172"/>
                                  </a:cubicBezTo>
                                  <a:cubicBezTo>
                                    <a:pt x="252" y="173"/>
                                    <a:pt x="252" y="173"/>
                                    <a:pt x="253" y="173"/>
                                  </a:cubicBezTo>
                                  <a:cubicBezTo>
                                    <a:pt x="253" y="173"/>
                                    <a:pt x="253" y="173"/>
                                    <a:pt x="254" y="173"/>
                                  </a:cubicBezTo>
                                  <a:cubicBezTo>
                                    <a:pt x="254" y="174"/>
                                    <a:pt x="255" y="174"/>
                                    <a:pt x="256" y="175"/>
                                  </a:cubicBezTo>
                                  <a:cubicBezTo>
                                    <a:pt x="256" y="174"/>
                                    <a:pt x="257" y="175"/>
                                    <a:pt x="258" y="176"/>
                                  </a:cubicBezTo>
                                  <a:cubicBezTo>
                                    <a:pt x="256" y="175"/>
                                    <a:pt x="254" y="174"/>
                                    <a:pt x="253" y="174"/>
                                  </a:cubicBezTo>
                                  <a:cubicBezTo>
                                    <a:pt x="252" y="174"/>
                                    <a:pt x="251" y="175"/>
                                    <a:pt x="251" y="175"/>
                                  </a:cubicBezTo>
                                  <a:cubicBezTo>
                                    <a:pt x="250" y="175"/>
                                    <a:pt x="249" y="174"/>
                                    <a:pt x="249" y="174"/>
                                  </a:cubicBezTo>
                                  <a:cubicBezTo>
                                    <a:pt x="249" y="174"/>
                                    <a:pt x="249" y="173"/>
                                    <a:pt x="249" y="173"/>
                                  </a:cubicBezTo>
                                  <a:cubicBezTo>
                                    <a:pt x="248" y="173"/>
                                    <a:pt x="248" y="173"/>
                                    <a:pt x="248" y="173"/>
                                  </a:cubicBezTo>
                                  <a:cubicBezTo>
                                    <a:pt x="247" y="174"/>
                                    <a:pt x="246" y="174"/>
                                    <a:pt x="246" y="175"/>
                                  </a:cubicBezTo>
                                  <a:cubicBezTo>
                                    <a:pt x="245" y="175"/>
                                    <a:pt x="245" y="176"/>
                                    <a:pt x="245" y="176"/>
                                  </a:cubicBezTo>
                                  <a:cubicBezTo>
                                    <a:pt x="244" y="177"/>
                                    <a:pt x="243" y="177"/>
                                    <a:pt x="242" y="178"/>
                                  </a:cubicBezTo>
                                  <a:cubicBezTo>
                                    <a:pt x="242" y="178"/>
                                    <a:pt x="242" y="178"/>
                                    <a:pt x="242" y="178"/>
                                  </a:cubicBezTo>
                                  <a:cubicBezTo>
                                    <a:pt x="242" y="178"/>
                                    <a:pt x="242" y="179"/>
                                    <a:pt x="242" y="179"/>
                                  </a:cubicBezTo>
                                  <a:cubicBezTo>
                                    <a:pt x="242" y="179"/>
                                    <a:pt x="242" y="180"/>
                                    <a:pt x="243" y="181"/>
                                  </a:cubicBezTo>
                                  <a:cubicBezTo>
                                    <a:pt x="243" y="181"/>
                                    <a:pt x="243" y="181"/>
                                    <a:pt x="242" y="182"/>
                                  </a:cubicBezTo>
                                  <a:cubicBezTo>
                                    <a:pt x="242" y="182"/>
                                    <a:pt x="242" y="182"/>
                                    <a:pt x="242" y="182"/>
                                  </a:cubicBezTo>
                                  <a:cubicBezTo>
                                    <a:pt x="242" y="183"/>
                                    <a:pt x="242" y="183"/>
                                    <a:pt x="242" y="184"/>
                                  </a:cubicBezTo>
                                  <a:cubicBezTo>
                                    <a:pt x="242" y="184"/>
                                    <a:pt x="241" y="185"/>
                                    <a:pt x="241" y="185"/>
                                  </a:cubicBezTo>
                                  <a:cubicBezTo>
                                    <a:pt x="240" y="186"/>
                                    <a:pt x="240" y="187"/>
                                    <a:pt x="240" y="188"/>
                                  </a:cubicBezTo>
                                  <a:cubicBezTo>
                                    <a:pt x="239" y="188"/>
                                    <a:pt x="239" y="188"/>
                                    <a:pt x="239" y="189"/>
                                  </a:cubicBezTo>
                                  <a:cubicBezTo>
                                    <a:pt x="239" y="189"/>
                                    <a:pt x="239" y="190"/>
                                    <a:pt x="239" y="190"/>
                                  </a:cubicBezTo>
                                  <a:cubicBezTo>
                                    <a:pt x="239" y="190"/>
                                    <a:pt x="239" y="191"/>
                                    <a:pt x="239" y="191"/>
                                  </a:cubicBezTo>
                                  <a:cubicBezTo>
                                    <a:pt x="239" y="191"/>
                                    <a:pt x="240" y="192"/>
                                    <a:pt x="240" y="192"/>
                                  </a:cubicBezTo>
                                  <a:cubicBezTo>
                                    <a:pt x="241" y="192"/>
                                    <a:pt x="241" y="192"/>
                                    <a:pt x="241" y="192"/>
                                  </a:cubicBezTo>
                                  <a:cubicBezTo>
                                    <a:pt x="241" y="192"/>
                                    <a:pt x="242" y="192"/>
                                    <a:pt x="242" y="192"/>
                                  </a:cubicBezTo>
                                  <a:cubicBezTo>
                                    <a:pt x="242" y="191"/>
                                    <a:pt x="243" y="191"/>
                                    <a:pt x="243" y="191"/>
                                  </a:cubicBezTo>
                                  <a:cubicBezTo>
                                    <a:pt x="243" y="190"/>
                                    <a:pt x="244" y="190"/>
                                    <a:pt x="244" y="190"/>
                                  </a:cubicBezTo>
                                  <a:cubicBezTo>
                                    <a:pt x="244" y="190"/>
                                    <a:pt x="244" y="190"/>
                                    <a:pt x="244" y="190"/>
                                  </a:cubicBezTo>
                                  <a:cubicBezTo>
                                    <a:pt x="244" y="191"/>
                                    <a:pt x="244" y="191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4" y="193"/>
                                  </a:cubicBezTo>
                                  <a:cubicBezTo>
                                    <a:pt x="243" y="193"/>
                                    <a:pt x="243" y="193"/>
                                    <a:pt x="243" y="193"/>
                                  </a:cubicBezTo>
                                  <a:cubicBezTo>
                                    <a:pt x="243" y="193"/>
                                    <a:pt x="242" y="193"/>
                                    <a:pt x="242" y="193"/>
                                  </a:cubicBezTo>
                                  <a:cubicBezTo>
                                    <a:pt x="242" y="193"/>
                                    <a:pt x="242" y="193"/>
                                    <a:pt x="242" y="193"/>
                                  </a:cubicBezTo>
                                  <a:cubicBezTo>
                                    <a:pt x="242" y="193"/>
                                    <a:pt x="241" y="193"/>
                                    <a:pt x="241" y="193"/>
                                  </a:cubicBezTo>
                                  <a:cubicBezTo>
                                    <a:pt x="241" y="194"/>
                                    <a:pt x="241" y="194"/>
                                    <a:pt x="242" y="194"/>
                                  </a:cubicBezTo>
                                  <a:cubicBezTo>
                                    <a:pt x="242" y="194"/>
                                    <a:pt x="241" y="194"/>
                                    <a:pt x="241" y="194"/>
                                  </a:cubicBezTo>
                                  <a:cubicBezTo>
                                    <a:pt x="241" y="195"/>
                                    <a:pt x="241" y="194"/>
                                    <a:pt x="240" y="194"/>
                                  </a:cubicBezTo>
                                  <a:cubicBezTo>
                                    <a:pt x="240" y="194"/>
                                    <a:pt x="240" y="194"/>
                                    <a:pt x="240" y="195"/>
                                  </a:cubicBezTo>
                                  <a:cubicBezTo>
                                    <a:pt x="239" y="195"/>
                                    <a:pt x="239" y="195"/>
                                    <a:pt x="239" y="194"/>
                                  </a:cubicBezTo>
                                  <a:cubicBezTo>
                                    <a:pt x="239" y="195"/>
                                    <a:pt x="239" y="195"/>
                                    <a:pt x="239" y="195"/>
                                  </a:cubicBezTo>
                                  <a:cubicBezTo>
                                    <a:pt x="239" y="195"/>
                                    <a:pt x="238" y="195"/>
                                    <a:pt x="238" y="195"/>
                                  </a:cubicBezTo>
                                  <a:cubicBezTo>
                                    <a:pt x="238" y="195"/>
                                    <a:pt x="238" y="195"/>
                                    <a:pt x="238" y="195"/>
                                  </a:cubicBezTo>
                                  <a:cubicBezTo>
                                    <a:pt x="238" y="195"/>
                                    <a:pt x="239" y="195"/>
                                    <a:pt x="239" y="195"/>
                                  </a:cubicBezTo>
                                  <a:cubicBezTo>
                                    <a:pt x="239" y="195"/>
                                    <a:pt x="239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7"/>
                                  </a:cubicBezTo>
                                  <a:cubicBezTo>
                                    <a:pt x="238" y="197"/>
                                    <a:pt x="238" y="197"/>
                                    <a:pt x="238" y="197"/>
                                  </a:cubicBezTo>
                                  <a:cubicBezTo>
                                    <a:pt x="238" y="197"/>
                                    <a:pt x="238" y="197"/>
                                    <a:pt x="238" y="197"/>
                                  </a:cubicBezTo>
                                  <a:cubicBezTo>
                                    <a:pt x="238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40" y="198"/>
                                    <a:pt x="240" y="198"/>
                                  </a:cubicBezTo>
                                  <a:cubicBezTo>
                                    <a:pt x="240" y="198"/>
                                    <a:pt x="240" y="198"/>
                                    <a:pt x="240" y="198"/>
                                  </a:cubicBezTo>
                                  <a:cubicBezTo>
                                    <a:pt x="240" y="198"/>
                                    <a:pt x="240" y="198"/>
                                    <a:pt x="241" y="198"/>
                                  </a:cubicBezTo>
                                  <a:cubicBezTo>
                                    <a:pt x="241" y="198"/>
                                    <a:pt x="241" y="198"/>
                                    <a:pt x="241" y="198"/>
                                  </a:cubicBezTo>
                                  <a:cubicBezTo>
                                    <a:pt x="241" y="198"/>
                                    <a:pt x="241" y="197"/>
                                    <a:pt x="242" y="197"/>
                                  </a:cubicBezTo>
                                  <a:cubicBezTo>
                                    <a:pt x="242" y="197"/>
                                    <a:pt x="242" y="197"/>
                                    <a:pt x="242" y="198"/>
                                  </a:cubicBezTo>
                                  <a:cubicBezTo>
                                    <a:pt x="242" y="198"/>
                                    <a:pt x="242" y="198"/>
                                    <a:pt x="243" y="198"/>
                                  </a:cubicBezTo>
                                  <a:cubicBezTo>
                                    <a:pt x="243" y="198"/>
                                    <a:pt x="243" y="198"/>
                                    <a:pt x="243" y="198"/>
                                  </a:cubicBezTo>
                                  <a:cubicBezTo>
                                    <a:pt x="244" y="198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3" y="197"/>
                                    <a:pt x="243" y="197"/>
                                    <a:pt x="243" y="197"/>
                                  </a:cubicBezTo>
                                  <a:cubicBezTo>
                                    <a:pt x="243" y="197"/>
                                    <a:pt x="243" y="197"/>
                                    <a:pt x="242" y="197"/>
                                  </a:cubicBezTo>
                                  <a:cubicBezTo>
                                    <a:pt x="242" y="197"/>
                                    <a:pt x="242" y="196"/>
                                    <a:pt x="242" y="196"/>
                                  </a:cubicBezTo>
                                  <a:cubicBezTo>
                                    <a:pt x="243" y="196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6"/>
                                    <a:pt x="245" y="196"/>
                                    <a:pt x="245" y="196"/>
                                  </a:cubicBezTo>
                                  <a:cubicBezTo>
                                    <a:pt x="245" y="196"/>
                                    <a:pt x="245" y="196"/>
                                    <a:pt x="245" y="196"/>
                                  </a:cubicBezTo>
                                  <a:cubicBezTo>
                                    <a:pt x="246" y="196"/>
                                    <a:pt x="246" y="196"/>
                                    <a:pt x="246" y="195"/>
                                  </a:cubicBezTo>
                                  <a:cubicBezTo>
                                    <a:pt x="246" y="195"/>
                                    <a:pt x="246" y="195"/>
                                    <a:pt x="246" y="195"/>
                                  </a:cubicBezTo>
                                  <a:cubicBezTo>
                                    <a:pt x="246" y="195"/>
                                    <a:pt x="247" y="195"/>
                                    <a:pt x="247" y="195"/>
                                  </a:cubicBezTo>
                                  <a:cubicBezTo>
                                    <a:pt x="247" y="194"/>
                                    <a:pt x="247" y="194"/>
                                    <a:pt x="247" y="194"/>
                                  </a:cubicBezTo>
                                  <a:cubicBezTo>
                                    <a:pt x="247" y="194"/>
                                    <a:pt x="247" y="193"/>
                                    <a:pt x="247" y="193"/>
                                  </a:cubicBezTo>
                                  <a:cubicBezTo>
                                    <a:pt x="247" y="193"/>
                                    <a:pt x="247" y="193"/>
                                    <a:pt x="248" y="193"/>
                                  </a:cubicBezTo>
                                  <a:cubicBezTo>
                                    <a:pt x="248" y="193"/>
                                    <a:pt x="248" y="193"/>
                                    <a:pt x="248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3"/>
                                  </a:cubicBezTo>
                                  <a:cubicBezTo>
                                    <a:pt x="248" y="193"/>
                                    <a:pt x="248" y="193"/>
                                    <a:pt x="249" y="193"/>
                                  </a:cubicBezTo>
                                  <a:cubicBezTo>
                                    <a:pt x="249" y="192"/>
                                    <a:pt x="249" y="192"/>
                                    <a:pt x="249" y="192"/>
                                  </a:cubicBezTo>
                                  <a:cubicBezTo>
                                    <a:pt x="249" y="191"/>
                                    <a:pt x="249" y="191"/>
                                    <a:pt x="250" y="191"/>
                                  </a:cubicBezTo>
                                  <a:cubicBezTo>
                                    <a:pt x="249" y="192"/>
                                    <a:pt x="249" y="193"/>
                                    <a:pt x="249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5"/>
                                  </a:cubicBezTo>
                                  <a:cubicBezTo>
                                    <a:pt x="248" y="195"/>
                                    <a:pt x="249" y="195"/>
                                    <a:pt x="249" y="195"/>
                                  </a:cubicBezTo>
                                  <a:cubicBezTo>
                                    <a:pt x="249" y="195"/>
                                    <a:pt x="249" y="194"/>
                                    <a:pt x="249" y="194"/>
                                  </a:cubicBezTo>
                                  <a:cubicBezTo>
                                    <a:pt x="249" y="194"/>
                                    <a:pt x="249" y="194"/>
                                    <a:pt x="249" y="194"/>
                                  </a:cubicBezTo>
                                  <a:cubicBezTo>
                                    <a:pt x="249" y="194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2"/>
                                    <a:pt x="251" y="192"/>
                                  </a:cubicBezTo>
                                  <a:cubicBezTo>
                                    <a:pt x="251" y="192"/>
                                    <a:pt x="251" y="192"/>
                                    <a:pt x="251" y="192"/>
                                  </a:cubicBezTo>
                                  <a:cubicBezTo>
                                    <a:pt x="251" y="192"/>
                                    <a:pt x="251" y="192"/>
                                    <a:pt x="252" y="192"/>
                                  </a:cubicBezTo>
                                  <a:cubicBezTo>
                                    <a:pt x="252" y="191"/>
                                    <a:pt x="251" y="191"/>
                                    <a:pt x="251" y="191"/>
                                  </a:cubicBezTo>
                                  <a:cubicBezTo>
                                    <a:pt x="251" y="191"/>
                                    <a:pt x="251" y="191"/>
                                    <a:pt x="251" y="191"/>
                                  </a:cubicBezTo>
                                  <a:cubicBezTo>
                                    <a:pt x="251" y="191"/>
                                    <a:pt x="251" y="191"/>
                                    <a:pt x="251" y="190"/>
                                  </a:cubicBezTo>
                                  <a:cubicBezTo>
                                    <a:pt x="251" y="190"/>
                                    <a:pt x="251" y="190"/>
                                    <a:pt x="251" y="190"/>
                                  </a:cubicBezTo>
                                  <a:cubicBezTo>
                                    <a:pt x="251" y="190"/>
                                    <a:pt x="252" y="190"/>
                                    <a:pt x="252" y="190"/>
                                  </a:cubicBezTo>
                                  <a:cubicBezTo>
                                    <a:pt x="252" y="191"/>
                                    <a:pt x="252" y="191"/>
                                    <a:pt x="252" y="191"/>
                                  </a:cubicBezTo>
                                  <a:cubicBezTo>
                                    <a:pt x="252" y="191"/>
                                    <a:pt x="252" y="191"/>
                                    <a:pt x="252" y="191"/>
                                  </a:cubicBezTo>
                                  <a:cubicBezTo>
                                    <a:pt x="252" y="191"/>
                                    <a:pt x="253" y="191"/>
                                    <a:pt x="253" y="191"/>
                                  </a:cubicBezTo>
                                  <a:cubicBezTo>
                                    <a:pt x="253" y="191"/>
                                    <a:pt x="253" y="190"/>
                                    <a:pt x="253" y="190"/>
                                  </a:cubicBezTo>
                                  <a:cubicBezTo>
                                    <a:pt x="253" y="190"/>
                                    <a:pt x="252" y="190"/>
                                    <a:pt x="252" y="190"/>
                                  </a:cubicBezTo>
                                  <a:cubicBezTo>
                                    <a:pt x="252" y="190"/>
                                    <a:pt x="252" y="190"/>
                                    <a:pt x="253" y="190"/>
                                  </a:cubicBezTo>
                                  <a:cubicBezTo>
                                    <a:pt x="253" y="189"/>
                                    <a:pt x="253" y="189"/>
                                    <a:pt x="253" y="189"/>
                                  </a:cubicBezTo>
                                  <a:cubicBezTo>
                                    <a:pt x="252" y="188"/>
                                    <a:pt x="252" y="188"/>
                                    <a:pt x="253" y="188"/>
                                  </a:cubicBezTo>
                                  <a:cubicBezTo>
                                    <a:pt x="253" y="188"/>
                                    <a:pt x="253" y="188"/>
                                    <a:pt x="253" y="188"/>
                                  </a:cubicBezTo>
                                  <a:cubicBezTo>
                                    <a:pt x="253" y="189"/>
                                    <a:pt x="253" y="189"/>
                                    <a:pt x="253" y="189"/>
                                  </a:cubicBezTo>
                                  <a:cubicBezTo>
                                    <a:pt x="253" y="189"/>
                                    <a:pt x="253" y="190"/>
                                    <a:pt x="253" y="190"/>
                                  </a:cubicBezTo>
                                  <a:cubicBezTo>
                                    <a:pt x="253" y="190"/>
                                    <a:pt x="254" y="190"/>
                                    <a:pt x="254" y="190"/>
                                  </a:cubicBezTo>
                                  <a:cubicBezTo>
                                    <a:pt x="254" y="190"/>
                                    <a:pt x="254" y="190"/>
                                    <a:pt x="254" y="189"/>
                                  </a:cubicBezTo>
                                  <a:cubicBezTo>
                                    <a:pt x="254" y="189"/>
                                    <a:pt x="254" y="189"/>
                                    <a:pt x="254" y="189"/>
                                  </a:cubicBezTo>
                                  <a:cubicBezTo>
                                    <a:pt x="254" y="189"/>
                                    <a:pt x="254" y="188"/>
                                    <a:pt x="254" y="188"/>
                                  </a:cubicBezTo>
                                  <a:cubicBezTo>
                                    <a:pt x="254" y="188"/>
                                    <a:pt x="254" y="188"/>
                                    <a:pt x="254" y="188"/>
                                  </a:cubicBezTo>
                                  <a:cubicBezTo>
                                    <a:pt x="254" y="188"/>
                                    <a:pt x="254" y="188"/>
                                    <a:pt x="254" y="188"/>
                                  </a:cubicBezTo>
                                  <a:cubicBezTo>
                                    <a:pt x="255" y="188"/>
                                    <a:pt x="255" y="188"/>
                                    <a:pt x="255" y="188"/>
                                  </a:cubicBezTo>
                                  <a:cubicBezTo>
                                    <a:pt x="255" y="188"/>
                                    <a:pt x="255" y="187"/>
                                    <a:pt x="255" y="187"/>
                                  </a:cubicBezTo>
                                  <a:cubicBezTo>
                                    <a:pt x="255" y="187"/>
                                    <a:pt x="255" y="187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7"/>
                                    <a:pt x="255" y="187"/>
                                    <a:pt x="255" y="188"/>
                                  </a:cubicBezTo>
                                  <a:cubicBezTo>
                                    <a:pt x="255" y="188"/>
                                    <a:pt x="255" y="188"/>
                                    <a:pt x="256" y="188"/>
                                  </a:cubicBezTo>
                                  <a:cubicBezTo>
                                    <a:pt x="256" y="189"/>
                                    <a:pt x="256" y="189"/>
                                    <a:pt x="256" y="189"/>
                                  </a:cubicBezTo>
                                  <a:cubicBezTo>
                                    <a:pt x="256" y="188"/>
                                    <a:pt x="256" y="188"/>
                                    <a:pt x="256" y="187"/>
                                  </a:cubicBezTo>
                                  <a:cubicBezTo>
                                    <a:pt x="256" y="187"/>
                                    <a:pt x="256" y="187"/>
                                    <a:pt x="256" y="187"/>
                                  </a:cubicBezTo>
                                  <a:cubicBezTo>
                                    <a:pt x="257" y="187"/>
                                    <a:pt x="257" y="187"/>
                                    <a:pt x="257" y="187"/>
                                  </a:cubicBezTo>
                                  <a:cubicBezTo>
                                    <a:pt x="257" y="187"/>
                                    <a:pt x="257" y="187"/>
                                    <a:pt x="257" y="187"/>
                                  </a:cubicBezTo>
                                  <a:cubicBezTo>
                                    <a:pt x="257" y="188"/>
                                    <a:pt x="258" y="188"/>
                                    <a:pt x="258" y="188"/>
                                  </a:cubicBezTo>
                                  <a:cubicBezTo>
                                    <a:pt x="258" y="188"/>
                                    <a:pt x="258" y="188"/>
                                    <a:pt x="259" y="188"/>
                                  </a:cubicBezTo>
                                  <a:cubicBezTo>
                                    <a:pt x="259" y="188"/>
                                    <a:pt x="259" y="188"/>
                                    <a:pt x="259" y="188"/>
                                  </a:cubicBezTo>
                                  <a:cubicBezTo>
                                    <a:pt x="259" y="188"/>
                                    <a:pt x="259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7"/>
                                  </a:cubicBezTo>
                                  <a:cubicBezTo>
                                    <a:pt x="260" y="187"/>
                                    <a:pt x="261" y="187"/>
                                    <a:pt x="261" y="187"/>
                                  </a:cubicBezTo>
                                  <a:cubicBezTo>
                                    <a:pt x="261" y="187"/>
                                    <a:pt x="261" y="187"/>
                                    <a:pt x="261" y="188"/>
                                  </a:cubicBezTo>
                                  <a:cubicBezTo>
                                    <a:pt x="261" y="188"/>
                                    <a:pt x="261" y="188"/>
                                    <a:pt x="261" y="188"/>
                                  </a:cubicBezTo>
                                  <a:cubicBezTo>
                                    <a:pt x="261" y="188"/>
                                    <a:pt x="262" y="188"/>
                                    <a:pt x="262" y="188"/>
                                  </a:cubicBezTo>
                                  <a:cubicBezTo>
                                    <a:pt x="262" y="187"/>
                                    <a:pt x="262" y="187"/>
                                    <a:pt x="262" y="187"/>
                                  </a:cubicBezTo>
                                  <a:cubicBezTo>
                                    <a:pt x="262" y="186"/>
                                    <a:pt x="262" y="186"/>
                                    <a:pt x="262" y="186"/>
                                  </a:cubicBezTo>
                                  <a:cubicBezTo>
                                    <a:pt x="262" y="185"/>
                                    <a:pt x="262" y="185"/>
                                    <a:pt x="262" y="185"/>
                                  </a:cubicBezTo>
                                  <a:cubicBezTo>
                                    <a:pt x="262" y="185"/>
                                    <a:pt x="262" y="186"/>
                                    <a:pt x="263" y="186"/>
                                  </a:cubicBezTo>
                                  <a:cubicBezTo>
                                    <a:pt x="263" y="186"/>
                                    <a:pt x="263" y="186"/>
                                    <a:pt x="263" y="186"/>
                                  </a:cubicBezTo>
                                  <a:cubicBezTo>
                                    <a:pt x="263" y="186"/>
                                    <a:pt x="263" y="187"/>
                                    <a:pt x="263" y="187"/>
                                  </a:cubicBezTo>
                                  <a:cubicBezTo>
                                    <a:pt x="263" y="187"/>
                                    <a:pt x="263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5"/>
                                    <a:pt x="265" y="185"/>
                                  </a:cubicBezTo>
                                  <a:cubicBezTo>
                                    <a:pt x="265" y="186"/>
                                    <a:pt x="265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4"/>
                                    <a:pt x="264" y="185"/>
                                  </a:cubicBezTo>
                                  <a:cubicBezTo>
                                    <a:pt x="263" y="185"/>
                                    <a:pt x="263" y="185"/>
                                    <a:pt x="263" y="185"/>
                                  </a:cubicBezTo>
                                  <a:cubicBezTo>
                                    <a:pt x="263" y="185"/>
                                    <a:pt x="263" y="184"/>
                                    <a:pt x="263" y="184"/>
                                  </a:cubicBezTo>
                                  <a:cubicBezTo>
                                    <a:pt x="263" y="184"/>
                                    <a:pt x="263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5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3"/>
                                    <a:pt x="262" y="183"/>
                                    <a:pt x="262" y="183"/>
                                  </a:cubicBezTo>
                                  <a:cubicBezTo>
                                    <a:pt x="262" y="184"/>
                                    <a:pt x="263" y="183"/>
                                    <a:pt x="263" y="183"/>
                                  </a:cubicBezTo>
                                  <a:cubicBezTo>
                                    <a:pt x="263" y="183"/>
                                    <a:pt x="264" y="183"/>
                                    <a:pt x="264" y="183"/>
                                  </a:cubicBezTo>
                                  <a:cubicBezTo>
                                    <a:pt x="264" y="183"/>
                                    <a:pt x="264" y="182"/>
                                    <a:pt x="264" y="182"/>
                                  </a:cubicBezTo>
                                  <a:cubicBezTo>
                                    <a:pt x="264" y="182"/>
                                    <a:pt x="264" y="182"/>
                                    <a:pt x="265" y="182"/>
                                  </a:cubicBezTo>
                                  <a:cubicBezTo>
                                    <a:pt x="265" y="182"/>
                                    <a:pt x="265" y="181"/>
                                    <a:pt x="265" y="181"/>
                                  </a:cubicBezTo>
                                  <a:cubicBezTo>
                                    <a:pt x="265" y="181"/>
                                    <a:pt x="265" y="181"/>
                                    <a:pt x="265" y="181"/>
                                  </a:cubicBezTo>
                                  <a:cubicBezTo>
                                    <a:pt x="264" y="181"/>
                                    <a:pt x="264" y="181"/>
                                    <a:pt x="264" y="180"/>
                                  </a:cubicBezTo>
                                  <a:cubicBezTo>
                                    <a:pt x="265" y="180"/>
                                    <a:pt x="265" y="180"/>
                                    <a:pt x="264" y="180"/>
                                  </a:cubicBezTo>
                                  <a:cubicBezTo>
                                    <a:pt x="264" y="180"/>
                                    <a:pt x="264" y="180"/>
                                    <a:pt x="264" y="180"/>
                                  </a:cubicBezTo>
                                  <a:cubicBezTo>
                                    <a:pt x="264" y="180"/>
                                    <a:pt x="264" y="180"/>
                                    <a:pt x="264" y="180"/>
                                  </a:cubicBezTo>
                                  <a:cubicBezTo>
                                    <a:pt x="264" y="179"/>
                                    <a:pt x="264" y="179"/>
                                    <a:pt x="264" y="179"/>
                                  </a:cubicBezTo>
                                  <a:cubicBezTo>
                                    <a:pt x="264" y="179"/>
                                    <a:pt x="264" y="179"/>
                                    <a:pt x="263" y="180"/>
                                  </a:cubicBezTo>
                                  <a:cubicBezTo>
                                    <a:pt x="263" y="180"/>
                                    <a:pt x="263" y="180"/>
                                    <a:pt x="263" y="180"/>
                                  </a:cubicBezTo>
                                  <a:cubicBezTo>
                                    <a:pt x="263" y="180"/>
                                    <a:pt x="263" y="181"/>
                                    <a:pt x="262" y="181"/>
                                  </a:cubicBezTo>
                                  <a:cubicBezTo>
                                    <a:pt x="262" y="181"/>
                                    <a:pt x="262" y="180"/>
                                    <a:pt x="262" y="180"/>
                                  </a:cubicBezTo>
                                  <a:cubicBezTo>
                                    <a:pt x="261" y="180"/>
                                    <a:pt x="261" y="180"/>
                                    <a:pt x="261" y="180"/>
                                  </a:cubicBezTo>
                                  <a:cubicBezTo>
                                    <a:pt x="261" y="180"/>
                                    <a:pt x="261" y="181"/>
                                    <a:pt x="260" y="181"/>
                                  </a:cubicBezTo>
                                  <a:cubicBezTo>
                                    <a:pt x="260" y="181"/>
                                    <a:pt x="260" y="181"/>
                                    <a:pt x="259" y="181"/>
                                  </a:cubicBezTo>
                                  <a:cubicBezTo>
                                    <a:pt x="259" y="181"/>
                                    <a:pt x="260" y="181"/>
                                    <a:pt x="260" y="181"/>
                                  </a:cubicBezTo>
                                  <a:cubicBezTo>
                                    <a:pt x="260" y="180"/>
                                    <a:pt x="261" y="180"/>
                                    <a:pt x="261" y="180"/>
                                  </a:cubicBezTo>
                                  <a:cubicBezTo>
                                    <a:pt x="261" y="179"/>
                                    <a:pt x="261" y="179"/>
                                    <a:pt x="261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3" y="179"/>
                                    <a:pt x="263" y="179"/>
                                    <a:pt x="263" y="179"/>
                                  </a:cubicBezTo>
                                  <a:cubicBezTo>
                                    <a:pt x="263" y="179"/>
                                    <a:pt x="263" y="179"/>
                                    <a:pt x="263" y="179"/>
                                  </a:cubicBezTo>
                                  <a:cubicBezTo>
                                    <a:pt x="263" y="179"/>
                                    <a:pt x="263" y="179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7"/>
                                    <a:pt x="264" y="177"/>
                                  </a:cubicBezTo>
                                  <a:cubicBezTo>
                                    <a:pt x="263" y="177"/>
                                    <a:pt x="263" y="177"/>
                                    <a:pt x="262" y="178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8"/>
                                    <a:pt x="262" y="179"/>
                                    <a:pt x="262" y="179"/>
                                  </a:cubicBezTo>
                                  <a:cubicBezTo>
                                    <a:pt x="262" y="179"/>
                                    <a:pt x="262" y="179"/>
                                    <a:pt x="262" y="179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7"/>
                                    <a:pt x="262" y="177"/>
                                    <a:pt x="262" y="177"/>
                                  </a:cubicBezTo>
                                  <a:cubicBezTo>
                                    <a:pt x="261" y="177"/>
                                    <a:pt x="261" y="177"/>
                                    <a:pt x="261" y="177"/>
                                  </a:cubicBezTo>
                                  <a:cubicBezTo>
                                    <a:pt x="261" y="177"/>
                                    <a:pt x="261" y="178"/>
                                    <a:pt x="260" y="178"/>
                                  </a:cubicBezTo>
                                  <a:cubicBezTo>
                                    <a:pt x="260" y="178"/>
                                    <a:pt x="260" y="178"/>
                                    <a:pt x="260" y="178"/>
                                  </a:cubicBezTo>
                                  <a:cubicBezTo>
                                    <a:pt x="260" y="178"/>
                                    <a:pt x="260" y="178"/>
                                    <a:pt x="260" y="178"/>
                                  </a:cubicBezTo>
                                  <a:cubicBezTo>
                                    <a:pt x="260" y="177"/>
                                    <a:pt x="260" y="177"/>
                                    <a:pt x="260" y="177"/>
                                  </a:cubicBezTo>
                                  <a:cubicBezTo>
                                    <a:pt x="260" y="177"/>
                                    <a:pt x="260" y="177"/>
                                    <a:pt x="261" y="177"/>
                                  </a:cubicBezTo>
                                  <a:cubicBezTo>
                                    <a:pt x="261" y="177"/>
                                    <a:pt x="261" y="177"/>
                                    <a:pt x="261" y="176"/>
                                  </a:cubicBezTo>
                                  <a:cubicBezTo>
                                    <a:pt x="261" y="176"/>
                                    <a:pt x="261" y="176"/>
                                    <a:pt x="261" y="176"/>
                                  </a:cubicBezTo>
                                  <a:cubicBezTo>
                                    <a:pt x="261" y="176"/>
                                    <a:pt x="261" y="176"/>
                                    <a:pt x="261" y="176"/>
                                  </a:cubicBezTo>
                                  <a:cubicBezTo>
                                    <a:pt x="261" y="176"/>
                                    <a:pt x="262" y="176"/>
                                    <a:pt x="262" y="176"/>
                                  </a:cubicBezTo>
                                  <a:cubicBezTo>
                                    <a:pt x="262" y="176"/>
                                    <a:pt x="262" y="176"/>
                                    <a:pt x="262" y="176"/>
                                  </a:cubicBezTo>
                                  <a:cubicBezTo>
                                    <a:pt x="262" y="176"/>
                                    <a:pt x="262" y="175"/>
                                    <a:pt x="262" y="175"/>
                                  </a:cubicBezTo>
                                  <a:cubicBezTo>
                                    <a:pt x="262" y="175"/>
                                    <a:pt x="263" y="175"/>
                                    <a:pt x="263" y="174"/>
                                  </a:cubicBezTo>
                                  <a:cubicBezTo>
                                    <a:pt x="263" y="174"/>
                                    <a:pt x="263" y="174"/>
                                    <a:pt x="263" y="174"/>
                                  </a:cubicBezTo>
                                  <a:cubicBezTo>
                                    <a:pt x="263" y="173"/>
                                    <a:pt x="263" y="173"/>
                                    <a:pt x="263" y="173"/>
                                  </a:cubicBezTo>
                                  <a:cubicBezTo>
                                    <a:pt x="263" y="173"/>
                                    <a:pt x="262" y="173"/>
                                    <a:pt x="262" y="173"/>
                                  </a:cubicBezTo>
                                  <a:cubicBezTo>
                                    <a:pt x="262" y="173"/>
                                    <a:pt x="262" y="174"/>
                                    <a:pt x="262" y="173"/>
                                  </a:cubicBezTo>
                                  <a:cubicBezTo>
                                    <a:pt x="262" y="173"/>
                                    <a:pt x="263" y="173"/>
                                    <a:pt x="263" y="172"/>
                                  </a:cubicBezTo>
                                  <a:cubicBezTo>
                                    <a:pt x="263" y="172"/>
                                    <a:pt x="264" y="172"/>
                                    <a:pt x="264" y="172"/>
                                  </a:cubicBezTo>
                                  <a:cubicBezTo>
                                    <a:pt x="264" y="173"/>
                                    <a:pt x="264" y="173"/>
                                    <a:pt x="264" y="173"/>
                                  </a:cubicBezTo>
                                  <a:cubicBezTo>
                                    <a:pt x="264" y="173"/>
                                    <a:pt x="264" y="173"/>
                                    <a:pt x="264" y="173"/>
                                  </a:cubicBezTo>
                                  <a:cubicBezTo>
                                    <a:pt x="265" y="172"/>
                                    <a:pt x="265" y="171"/>
                                    <a:pt x="266" y="170"/>
                                  </a:cubicBezTo>
                                  <a:cubicBezTo>
                                    <a:pt x="266" y="170"/>
                                    <a:pt x="266" y="170"/>
                                    <a:pt x="267" y="170"/>
                                  </a:cubicBezTo>
                                  <a:cubicBezTo>
                                    <a:pt x="266" y="170"/>
                                    <a:pt x="267" y="171"/>
                                    <a:pt x="267" y="171"/>
                                  </a:cubicBezTo>
                                  <a:cubicBezTo>
                                    <a:pt x="266" y="171"/>
                                    <a:pt x="265" y="172"/>
                                    <a:pt x="265" y="174"/>
                                  </a:cubicBezTo>
                                  <a:cubicBezTo>
                                    <a:pt x="265" y="174"/>
                                    <a:pt x="265" y="174"/>
                                    <a:pt x="264" y="175"/>
                                  </a:cubicBezTo>
                                  <a:cubicBezTo>
                                    <a:pt x="264" y="175"/>
                                    <a:pt x="264" y="175"/>
                                    <a:pt x="264" y="175"/>
                                  </a:cubicBezTo>
                                  <a:cubicBezTo>
                                    <a:pt x="264" y="176"/>
                                    <a:pt x="264" y="176"/>
                                    <a:pt x="264" y="176"/>
                                  </a:cubicBezTo>
                                  <a:cubicBezTo>
                                    <a:pt x="264" y="176"/>
                                    <a:pt x="264" y="176"/>
                                    <a:pt x="264" y="176"/>
                                  </a:cubicBezTo>
                                  <a:cubicBezTo>
                                    <a:pt x="264" y="176"/>
                                    <a:pt x="265" y="176"/>
                                    <a:pt x="265" y="176"/>
                                  </a:cubicBezTo>
                                  <a:cubicBezTo>
                                    <a:pt x="266" y="176"/>
                                    <a:pt x="266" y="176"/>
                                    <a:pt x="266" y="176"/>
                                  </a:cubicBezTo>
                                  <a:cubicBezTo>
                                    <a:pt x="266" y="176"/>
                                    <a:pt x="266" y="176"/>
                                    <a:pt x="266" y="176"/>
                                  </a:cubicBezTo>
                                  <a:cubicBezTo>
                                    <a:pt x="266" y="176"/>
                                    <a:pt x="266" y="175"/>
                                    <a:pt x="266" y="175"/>
                                  </a:cubicBezTo>
                                  <a:cubicBezTo>
                                    <a:pt x="266" y="175"/>
                                    <a:pt x="266" y="175"/>
                                    <a:pt x="267" y="175"/>
                                  </a:cubicBezTo>
                                  <a:cubicBezTo>
                                    <a:pt x="267" y="175"/>
                                    <a:pt x="266" y="176"/>
                                    <a:pt x="267" y="176"/>
                                  </a:cubicBezTo>
                                  <a:cubicBezTo>
                                    <a:pt x="267" y="176"/>
                                    <a:pt x="267" y="176"/>
                                    <a:pt x="267" y="176"/>
                                  </a:cubicBezTo>
                                  <a:cubicBezTo>
                                    <a:pt x="267" y="176"/>
                                    <a:pt x="267" y="175"/>
                                    <a:pt x="267" y="175"/>
                                  </a:cubicBezTo>
                                  <a:cubicBezTo>
                                    <a:pt x="267" y="175"/>
                                    <a:pt x="268" y="174"/>
                                    <a:pt x="268" y="174"/>
                                  </a:cubicBezTo>
                                  <a:cubicBezTo>
                                    <a:pt x="268" y="174"/>
                                    <a:pt x="268" y="175"/>
                                    <a:pt x="268" y="175"/>
                                  </a:cubicBezTo>
                                  <a:cubicBezTo>
                                    <a:pt x="268" y="175"/>
                                    <a:pt x="269" y="175"/>
                                    <a:pt x="269" y="175"/>
                                  </a:cubicBezTo>
                                  <a:cubicBezTo>
                                    <a:pt x="269" y="175"/>
                                    <a:pt x="269" y="175"/>
                                    <a:pt x="269" y="174"/>
                                  </a:cubicBezTo>
                                  <a:cubicBezTo>
                                    <a:pt x="270" y="174"/>
                                    <a:pt x="270" y="174"/>
                                    <a:pt x="270" y="174"/>
                                  </a:cubicBezTo>
                                  <a:cubicBezTo>
                                    <a:pt x="270" y="174"/>
                                    <a:pt x="270" y="174"/>
                                    <a:pt x="270" y="173"/>
                                  </a:cubicBezTo>
                                  <a:cubicBezTo>
                                    <a:pt x="270" y="173"/>
                                    <a:pt x="271" y="173"/>
                                    <a:pt x="271" y="173"/>
                                  </a:cubicBezTo>
                                  <a:cubicBezTo>
                                    <a:pt x="271" y="173"/>
                                    <a:pt x="271" y="173"/>
                                    <a:pt x="271" y="173"/>
                                  </a:cubicBezTo>
                                  <a:cubicBezTo>
                                    <a:pt x="271" y="174"/>
                                    <a:pt x="271" y="174"/>
                                    <a:pt x="271" y="174"/>
                                  </a:cubicBezTo>
                                  <a:cubicBezTo>
                                    <a:pt x="271" y="174"/>
                                    <a:pt x="271" y="174"/>
                                    <a:pt x="272" y="174"/>
                                  </a:cubicBezTo>
                                  <a:cubicBezTo>
                                    <a:pt x="272" y="174"/>
                                    <a:pt x="272" y="174"/>
                                    <a:pt x="272" y="174"/>
                                  </a:cubicBezTo>
                                  <a:cubicBezTo>
                                    <a:pt x="273" y="173"/>
                                    <a:pt x="273" y="173"/>
                                    <a:pt x="273" y="172"/>
                                  </a:cubicBezTo>
                                  <a:cubicBezTo>
                                    <a:pt x="274" y="172"/>
                                    <a:pt x="274" y="172"/>
                                    <a:pt x="274" y="172"/>
                                  </a:cubicBezTo>
                                  <a:cubicBezTo>
                                    <a:pt x="274" y="172"/>
                                    <a:pt x="275" y="172"/>
                                    <a:pt x="275" y="172"/>
                                  </a:cubicBezTo>
                                  <a:cubicBezTo>
                                    <a:pt x="276" y="172"/>
                                    <a:pt x="277" y="172"/>
                                    <a:pt x="278" y="173"/>
                                  </a:cubicBezTo>
                                  <a:cubicBezTo>
                                    <a:pt x="278" y="173"/>
                                    <a:pt x="277" y="173"/>
                                    <a:pt x="277" y="173"/>
                                  </a:cubicBezTo>
                                  <a:cubicBezTo>
                                    <a:pt x="276" y="172"/>
                                    <a:pt x="275" y="172"/>
                                    <a:pt x="274" y="172"/>
                                  </a:cubicBezTo>
                                  <a:cubicBezTo>
                                    <a:pt x="274" y="172"/>
                                    <a:pt x="274" y="172"/>
                                    <a:pt x="274" y="173"/>
                                  </a:cubicBezTo>
                                  <a:cubicBezTo>
                                    <a:pt x="274" y="173"/>
                                    <a:pt x="274" y="173"/>
                                    <a:pt x="274" y="173"/>
                                  </a:cubicBezTo>
                                  <a:cubicBezTo>
                                    <a:pt x="274" y="173"/>
                                    <a:pt x="273" y="174"/>
                                    <a:pt x="273" y="174"/>
                                  </a:cubicBezTo>
                                  <a:cubicBezTo>
                                    <a:pt x="273" y="174"/>
                                    <a:pt x="274" y="174"/>
                                    <a:pt x="274" y="174"/>
                                  </a:cubicBezTo>
                                  <a:cubicBezTo>
                                    <a:pt x="274" y="174"/>
                                    <a:pt x="273" y="174"/>
                                    <a:pt x="273" y="174"/>
                                  </a:cubicBezTo>
                                  <a:cubicBezTo>
                                    <a:pt x="273" y="175"/>
                                    <a:pt x="273" y="175"/>
                                    <a:pt x="273" y="175"/>
                                  </a:cubicBezTo>
                                  <a:cubicBezTo>
                                    <a:pt x="274" y="175"/>
                                    <a:pt x="274" y="175"/>
                                    <a:pt x="274" y="175"/>
                                  </a:cubicBezTo>
                                  <a:cubicBezTo>
                                    <a:pt x="274" y="176"/>
                                    <a:pt x="274" y="176"/>
                                    <a:pt x="274" y="176"/>
                                  </a:cubicBezTo>
                                  <a:cubicBezTo>
                                    <a:pt x="274" y="176"/>
                                    <a:pt x="274" y="176"/>
                                    <a:pt x="275" y="176"/>
                                  </a:cubicBezTo>
                                  <a:cubicBezTo>
                                    <a:pt x="275" y="176"/>
                                    <a:pt x="275" y="176"/>
                                    <a:pt x="276" y="176"/>
                                  </a:cubicBezTo>
                                  <a:cubicBezTo>
                                    <a:pt x="276" y="176"/>
                                    <a:pt x="276" y="175"/>
                                    <a:pt x="276" y="175"/>
                                  </a:cubicBezTo>
                                  <a:cubicBezTo>
                                    <a:pt x="276" y="176"/>
                                    <a:pt x="275" y="177"/>
                                    <a:pt x="274" y="177"/>
                                  </a:cubicBezTo>
                                  <a:cubicBezTo>
                                    <a:pt x="274" y="177"/>
                                    <a:pt x="274" y="177"/>
                                    <a:pt x="274" y="177"/>
                                  </a:cubicBezTo>
                                  <a:cubicBezTo>
                                    <a:pt x="273" y="177"/>
                                    <a:pt x="273" y="178"/>
                                    <a:pt x="274" y="178"/>
                                  </a:cubicBezTo>
                                  <a:cubicBezTo>
                                    <a:pt x="274" y="178"/>
                                    <a:pt x="274" y="178"/>
                                    <a:pt x="275" y="178"/>
                                  </a:cubicBezTo>
                                  <a:cubicBezTo>
                                    <a:pt x="275" y="178"/>
                                    <a:pt x="275" y="178"/>
                                    <a:pt x="275" y="177"/>
                                  </a:cubicBezTo>
                                  <a:cubicBezTo>
                                    <a:pt x="276" y="177"/>
                                    <a:pt x="276" y="177"/>
                                    <a:pt x="276" y="177"/>
                                  </a:cubicBezTo>
                                  <a:cubicBezTo>
                                    <a:pt x="277" y="177"/>
                                    <a:pt x="277" y="177"/>
                                    <a:pt x="278" y="177"/>
                                  </a:cubicBezTo>
                                  <a:cubicBezTo>
                                    <a:pt x="277" y="177"/>
                                    <a:pt x="277" y="178"/>
                                    <a:pt x="277" y="178"/>
                                  </a:cubicBezTo>
                                  <a:cubicBezTo>
                                    <a:pt x="276" y="178"/>
                                    <a:pt x="276" y="178"/>
                                    <a:pt x="276" y="178"/>
                                  </a:cubicBezTo>
                                  <a:cubicBezTo>
                                    <a:pt x="276" y="179"/>
                                    <a:pt x="276" y="179"/>
                                    <a:pt x="277" y="179"/>
                                  </a:cubicBezTo>
                                  <a:cubicBezTo>
                                    <a:pt x="277" y="179"/>
                                    <a:pt x="277" y="179"/>
                                    <a:pt x="277" y="178"/>
                                  </a:cubicBezTo>
                                  <a:cubicBezTo>
                                    <a:pt x="277" y="178"/>
                                    <a:pt x="277" y="178"/>
                                    <a:pt x="278" y="178"/>
                                  </a:cubicBezTo>
                                  <a:cubicBezTo>
                                    <a:pt x="278" y="178"/>
                                    <a:pt x="278" y="178"/>
                                    <a:pt x="278" y="179"/>
                                  </a:cubicBezTo>
                                  <a:cubicBezTo>
                                    <a:pt x="278" y="178"/>
                                    <a:pt x="278" y="178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80" y="178"/>
                                  </a:cubicBezTo>
                                  <a:cubicBezTo>
                                    <a:pt x="280" y="178"/>
                                    <a:pt x="280" y="177"/>
                                    <a:pt x="281" y="177"/>
                                  </a:cubicBezTo>
                                  <a:cubicBezTo>
                                    <a:pt x="281" y="177"/>
                                    <a:pt x="281" y="177"/>
                                    <a:pt x="281" y="177"/>
                                  </a:cubicBezTo>
                                  <a:cubicBezTo>
                                    <a:pt x="282" y="177"/>
                                    <a:pt x="282" y="177"/>
                                    <a:pt x="282" y="177"/>
                                  </a:cubicBezTo>
                                  <a:cubicBezTo>
                                    <a:pt x="282" y="177"/>
                                    <a:pt x="282" y="177"/>
                                    <a:pt x="282" y="177"/>
                                  </a:cubicBezTo>
                                  <a:cubicBezTo>
                                    <a:pt x="281" y="177"/>
                                    <a:pt x="281" y="178"/>
                                    <a:pt x="281" y="178"/>
                                  </a:cubicBezTo>
                                  <a:cubicBezTo>
                                    <a:pt x="280" y="179"/>
                                    <a:pt x="280" y="180"/>
                                    <a:pt x="279" y="180"/>
                                  </a:cubicBezTo>
                                  <a:cubicBezTo>
                                    <a:pt x="279" y="180"/>
                                    <a:pt x="279" y="181"/>
                                    <a:pt x="279" y="181"/>
                                  </a:cubicBezTo>
                                  <a:cubicBezTo>
                                    <a:pt x="279" y="181"/>
                                    <a:pt x="278" y="181"/>
                                    <a:pt x="279" y="181"/>
                                  </a:cubicBezTo>
                                  <a:cubicBezTo>
                                    <a:pt x="279" y="181"/>
                                    <a:pt x="279" y="181"/>
                                    <a:pt x="279" y="181"/>
                                  </a:cubicBezTo>
                                  <a:cubicBezTo>
                                    <a:pt x="280" y="181"/>
                                    <a:pt x="281" y="182"/>
                                    <a:pt x="282" y="182"/>
                                  </a:cubicBezTo>
                                  <a:cubicBezTo>
                                    <a:pt x="282" y="182"/>
                                    <a:pt x="282" y="182"/>
                                    <a:pt x="282" y="182"/>
                                  </a:cubicBezTo>
                                  <a:cubicBezTo>
                                    <a:pt x="282" y="182"/>
                                    <a:pt x="281" y="182"/>
                                    <a:pt x="281" y="182"/>
                                  </a:cubicBezTo>
                                  <a:cubicBezTo>
                                    <a:pt x="282" y="182"/>
                                    <a:pt x="282" y="182"/>
                                    <a:pt x="282" y="182"/>
                                  </a:cubicBezTo>
                                  <a:cubicBezTo>
                                    <a:pt x="282" y="183"/>
                                    <a:pt x="283" y="183"/>
                                    <a:pt x="283" y="183"/>
                                  </a:cubicBezTo>
                                  <a:cubicBezTo>
                                    <a:pt x="283" y="183"/>
                                    <a:pt x="283" y="183"/>
                                    <a:pt x="283" y="182"/>
                                  </a:cubicBezTo>
                                  <a:cubicBezTo>
                                    <a:pt x="283" y="182"/>
                                    <a:pt x="283" y="182"/>
                                    <a:pt x="283" y="182"/>
                                  </a:cubicBezTo>
                                  <a:cubicBezTo>
                                    <a:pt x="283" y="182"/>
                                    <a:pt x="283" y="182"/>
                                    <a:pt x="283" y="182"/>
                                  </a:cubicBezTo>
                                  <a:cubicBezTo>
                                    <a:pt x="284" y="182"/>
                                    <a:pt x="284" y="181"/>
                                    <a:pt x="284" y="181"/>
                                  </a:cubicBezTo>
                                  <a:cubicBezTo>
                                    <a:pt x="284" y="181"/>
                                    <a:pt x="285" y="180"/>
                                    <a:pt x="285" y="180"/>
                                  </a:cubicBezTo>
                                  <a:cubicBezTo>
                                    <a:pt x="285" y="179"/>
                                    <a:pt x="285" y="179"/>
                                    <a:pt x="285" y="179"/>
                                  </a:cubicBezTo>
                                  <a:cubicBezTo>
                                    <a:pt x="286" y="179"/>
                                    <a:pt x="286" y="179"/>
                                    <a:pt x="286" y="179"/>
                                  </a:cubicBezTo>
                                  <a:cubicBezTo>
                                    <a:pt x="286" y="179"/>
                                    <a:pt x="286" y="180"/>
                                    <a:pt x="286" y="180"/>
                                  </a:cubicBezTo>
                                  <a:cubicBezTo>
                                    <a:pt x="286" y="180"/>
                                    <a:pt x="286" y="181"/>
                                    <a:pt x="286" y="181"/>
                                  </a:cubicBezTo>
                                  <a:cubicBezTo>
                                    <a:pt x="286" y="182"/>
                                    <a:pt x="286" y="182"/>
                                    <a:pt x="285" y="182"/>
                                  </a:cubicBezTo>
                                  <a:cubicBezTo>
                                    <a:pt x="285" y="182"/>
                                    <a:pt x="285" y="183"/>
                                    <a:pt x="285" y="183"/>
                                  </a:cubicBezTo>
                                  <a:cubicBezTo>
                                    <a:pt x="286" y="183"/>
                                    <a:pt x="286" y="183"/>
                                    <a:pt x="286" y="183"/>
                                  </a:cubicBezTo>
                                  <a:cubicBezTo>
                                    <a:pt x="286" y="184"/>
                                    <a:pt x="286" y="184"/>
                                    <a:pt x="287" y="184"/>
                                  </a:cubicBezTo>
                                  <a:cubicBezTo>
                                    <a:pt x="287" y="184"/>
                                    <a:pt x="287" y="184"/>
                                    <a:pt x="287" y="184"/>
                                  </a:cubicBezTo>
                                  <a:cubicBezTo>
                                    <a:pt x="287" y="185"/>
                                    <a:pt x="288" y="185"/>
                                    <a:pt x="288" y="185"/>
                                  </a:cubicBezTo>
                                  <a:cubicBezTo>
                                    <a:pt x="289" y="185"/>
                                    <a:pt x="289" y="184"/>
                                    <a:pt x="290" y="185"/>
                                  </a:cubicBezTo>
                                  <a:cubicBezTo>
                                    <a:pt x="290" y="185"/>
                                    <a:pt x="290" y="185"/>
                                    <a:pt x="289" y="185"/>
                                  </a:cubicBezTo>
                                  <a:cubicBezTo>
                                    <a:pt x="289" y="185"/>
                                    <a:pt x="290" y="186"/>
                                    <a:pt x="290" y="186"/>
                                  </a:cubicBezTo>
                                  <a:cubicBezTo>
                                    <a:pt x="290" y="186"/>
                                    <a:pt x="290" y="186"/>
                                    <a:pt x="290" y="186"/>
                                  </a:cubicBezTo>
                                  <a:cubicBezTo>
                                    <a:pt x="291" y="186"/>
                                    <a:pt x="291" y="186"/>
                                    <a:pt x="291" y="187"/>
                                  </a:cubicBezTo>
                                  <a:cubicBezTo>
                                    <a:pt x="291" y="187"/>
                                    <a:pt x="292" y="187"/>
                                    <a:pt x="292" y="187"/>
                                  </a:cubicBezTo>
                                  <a:cubicBezTo>
                                    <a:pt x="292" y="187"/>
                                    <a:pt x="292" y="187"/>
                                    <a:pt x="293" y="187"/>
                                  </a:cubicBezTo>
                                  <a:cubicBezTo>
                                    <a:pt x="294" y="187"/>
                                    <a:pt x="295" y="186"/>
                                    <a:pt x="297" y="186"/>
                                  </a:cubicBezTo>
                                  <a:cubicBezTo>
                                    <a:pt x="299" y="186"/>
                                    <a:pt x="301" y="186"/>
                                    <a:pt x="303" y="187"/>
                                  </a:cubicBezTo>
                                  <a:cubicBezTo>
                                    <a:pt x="303" y="187"/>
                                    <a:pt x="303" y="187"/>
                                    <a:pt x="304" y="187"/>
                                  </a:cubicBezTo>
                                  <a:cubicBezTo>
                                    <a:pt x="304" y="187"/>
                                    <a:pt x="304" y="187"/>
                                    <a:pt x="305" y="187"/>
                                  </a:cubicBezTo>
                                  <a:cubicBezTo>
                                    <a:pt x="305" y="187"/>
                                    <a:pt x="306" y="187"/>
                                    <a:pt x="306" y="188"/>
                                  </a:cubicBezTo>
                                  <a:cubicBezTo>
                                    <a:pt x="307" y="188"/>
                                    <a:pt x="308" y="188"/>
                                    <a:pt x="308" y="187"/>
                                  </a:cubicBezTo>
                                  <a:cubicBezTo>
                                    <a:pt x="309" y="187"/>
                                    <a:pt x="309" y="187"/>
                                    <a:pt x="309" y="187"/>
                                  </a:cubicBezTo>
                                  <a:cubicBezTo>
                                    <a:pt x="308" y="186"/>
                                    <a:pt x="308" y="186"/>
                                    <a:pt x="308" y="186"/>
                                  </a:cubicBezTo>
                                  <a:cubicBezTo>
                                    <a:pt x="308" y="186"/>
                                    <a:pt x="308" y="186"/>
                                    <a:pt x="308" y="185"/>
                                  </a:cubicBezTo>
                                  <a:cubicBezTo>
                                    <a:pt x="308" y="185"/>
                                    <a:pt x="308" y="185"/>
                                    <a:pt x="308" y="185"/>
                                  </a:cubicBezTo>
                                  <a:cubicBezTo>
                                    <a:pt x="309" y="185"/>
                                    <a:pt x="309" y="185"/>
                                    <a:pt x="309" y="185"/>
                                  </a:cubicBezTo>
                                  <a:cubicBezTo>
                                    <a:pt x="309" y="185"/>
                                    <a:pt x="309" y="186"/>
                                    <a:pt x="309" y="186"/>
                                  </a:cubicBezTo>
                                  <a:cubicBezTo>
                                    <a:pt x="310" y="186"/>
                                    <a:pt x="310" y="185"/>
                                    <a:pt x="311" y="185"/>
                                  </a:cubicBezTo>
                                  <a:cubicBezTo>
                                    <a:pt x="310" y="186"/>
                                    <a:pt x="310" y="186"/>
                                    <a:pt x="310" y="186"/>
                                  </a:cubicBezTo>
                                  <a:cubicBezTo>
                                    <a:pt x="309" y="186"/>
                                    <a:pt x="309" y="186"/>
                                    <a:pt x="309" y="187"/>
                                  </a:cubicBezTo>
                                  <a:cubicBezTo>
                                    <a:pt x="309" y="187"/>
                                    <a:pt x="309" y="187"/>
                                    <a:pt x="310" y="187"/>
                                  </a:cubicBezTo>
                                  <a:cubicBezTo>
                                    <a:pt x="310" y="187"/>
                                    <a:pt x="310" y="187"/>
                                    <a:pt x="310" y="187"/>
                                  </a:cubicBezTo>
                                  <a:cubicBezTo>
                                    <a:pt x="310" y="187"/>
                                    <a:pt x="310" y="187"/>
                                    <a:pt x="310" y="188"/>
                                  </a:cubicBezTo>
                                  <a:cubicBezTo>
                                    <a:pt x="310" y="188"/>
                                    <a:pt x="309" y="188"/>
                                    <a:pt x="309" y="188"/>
                                  </a:cubicBezTo>
                                  <a:cubicBezTo>
                                    <a:pt x="309" y="188"/>
                                    <a:pt x="309" y="188"/>
                                    <a:pt x="309" y="188"/>
                                  </a:cubicBezTo>
                                  <a:cubicBezTo>
                                    <a:pt x="309" y="188"/>
                                    <a:pt x="309" y="189"/>
                                    <a:pt x="309" y="189"/>
                                  </a:cubicBezTo>
                                  <a:cubicBezTo>
                                    <a:pt x="309" y="189"/>
                                    <a:pt x="309" y="189"/>
                                    <a:pt x="309" y="189"/>
                                  </a:cubicBezTo>
                                  <a:cubicBezTo>
                                    <a:pt x="310" y="189"/>
                                    <a:pt x="310" y="189"/>
                                    <a:pt x="311" y="190"/>
                                  </a:cubicBezTo>
                                  <a:cubicBezTo>
                                    <a:pt x="311" y="190"/>
                                    <a:pt x="311" y="190"/>
                                    <a:pt x="311" y="190"/>
                                  </a:cubicBezTo>
                                  <a:cubicBezTo>
                                    <a:pt x="312" y="191"/>
                                    <a:pt x="312" y="191"/>
                                    <a:pt x="313" y="191"/>
                                  </a:cubicBezTo>
                                  <a:cubicBezTo>
                                    <a:pt x="314" y="191"/>
                                    <a:pt x="315" y="191"/>
                                    <a:pt x="316" y="191"/>
                                  </a:cubicBezTo>
                                  <a:cubicBezTo>
                                    <a:pt x="316" y="191"/>
                                    <a:pt x="316" y="191"/>
                                    <a:pt x="317" y="191"/>
                                  </a:cubicBezTo>
                                  <a:cubicBezTo>
                                    <a:pt x="317" y="191"/>
                                    <a:pt x="318" y="190"/>
                                    <a:pt x="318" y="190"/>
                                  </a:cubicBezTo>
                                  <a:cubicBezTo>
                                    <a:pt x="318" y="190"/>
                                    <a:pt x="318" y="190"/>
                                    <a:pt x="318" y="190"/>
                                  </a:cubicBezTo>
                                  <a:cubicBezTo>
                                    <a:pt x="319" y="190"/>
                                    <a:pt x="319" y="190"/>
                                    <a:pt x="319" y="190"/>
                                  </a:cubicBezTo>
                                  <a:cubicBezTo>
                                    <a:pt x="319" y="190"/>
                                    <a:pt x="318" y="189"/>
                                    <a:pt x="318" y="189"/>
                                  </a:cubicBezTo>
                                  <a:cubicBezTo>
                                    <a:pt x="318" y="189"/>
                                    <a:pt x="318" y="189"/>
                                    <a:pt x="318" y="189"/>
                                  </a:cubicBezTo>
                                  <a:cubicBezTo>
                                    <a:pt x="319" y="189"/>
                                    <a:pt x="319" y="189"/>
                                    <a:pt x="319" y="189"/>
                                  </a:cubicBezTo>
                                  <a:cubicBezTo>
                                    <a:pt x="320" y="189"/>
                                    <a:pt x="320" y="188"/>
                                    <a:pt x="320" y="188"/>
                                  </a:cubicBezTo>
                                  <a:cubicBezTo>
                                    <a:pt x="321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7"/>
                                    <a:pt x="322" y="187"/>
                                    <a:pt x="322" y="187"/>
                                  </a:cubicBezTo>
                                  <a:cubicBezTo>
                                    <a:pt x="322" y="188"/>
                                    <a:pt x="322" y="188"/>
                                    <a:pt x="323" y="188"/>
                                  </a:cubicBezTo>
                                  <a:cubicBezTo>
                                    <a:pt x="323" y="188"/>
                                    <a:pt x="323" y="189"/>
                                    <a:pt x="323" y="189"/>
                                  </a:cubicBezTo>
                                  <a:cubicBezTo>
                                    <a:pt x="323" y="189"/>
                                    <a:pt x="324" y="189"/>
                                    <a:pt x="324" y="189"/>
                                  </a:cubicBezTo>
                                  <a:cubicBezTo>
                                    <a:pt x="324" y="189"/>
                                    <a:pt x="324" y="189"/>
                                    <a:pt x="324" y="189"/>
                                  </a:cubicBezTo>
                                  <a:cubicBezTo>
                                    <a:pt x="324" y="189"/>
                                    <a:pt x="324" y="189"/>
                                    <a:pt x="324" y="189"/>
                                  </a:cubicBezTo>
                                  <a:cubicBezTo>
                                    <a:pt x="323" y="189"/>
                                    <a:pt x="323" y="189"/>
                                    <a:pt x="323" y="189"/>
                                  </a:cubicBezTo>
                                  <a:cubicBezTo>
                                    <a:pt x="323" y="190"/>
                                    <a:pt x="323" y="191"/>
                                    <a:pt x="323" y="191"/>
                                  </a:cubicBezTo>
                                  <a:cubicBezTo>
                                    <a:pt x="323" y="192"/>
                                    <a:pt x="323" y="192"/>
                                    <a:pt x="323" y="192"/>
                                  </a:cubicBezTo>
                                  <a:cubicBezTo>
                                    <a:pt x="323" y="192"/>
                                    <a:pt x="323" y="192"/>
                                    <a:pt x="323" y="193"/>
                                  </a:cubicBezTo>
                                  <a:cubicBezTo>
                                    <a:pt x="323" y="193"/>
                                    <a:pt x="323" y="193"/>
                                    <a:pt x="322" y="193"/>
                                  </a:cubicBezTo>
                                  <a:cubicBezTo>
                                    <a:pt x="323" y="192"/>
                                    <a:pt x="323" y="192"/>
                                    <a:pt x="323" y="192"/>
                                  </a:cubicBezTo>
                                  <a:cubicBezTo>
                                    <a:pt x="322" y="191"/>
                                    <a:pt x="322" y="191"/>
                                    <a:pt x="322" y="191"/>
                                  </a:cubicBezTo>
                                  <a:cubicBezTo>
                                    <a:pt x="322" y="191"/>
                                    <a:pt x="322" y="191"/>
                                    <a:pt x="322" y="191"/>
                                  </a:cubicBezTo>
                                  <a:cubicBezTo>
                                    <a:pt x="322" y="190"/>
                                    <a:pt x="322" y="190"/>
                                    <a:pt x="322" y="190"/>
                                  </a:cubicBezTo>
                                  <a:cubicBezTo>
                                    <a:pt x="322" y="189"/>
                                    <a:pt x="322" y="189"/>
                                    <a:pt x="322" y="189"/>
                                  </a:cubicBezTo>
                                  <a:cubicBezTo>
                                    <a:pt x="322" y="188"/>
                                    <a:pt x="322" y="188"/>
                                    <a:pt x="321" y="188"/>
                                  </a:cubicBezTo>
                                  <a:cubicBezTo>
                                    <a:pt x="321" y="188"/>
                                    <a:pt x="321" y="188"/>
                                    <a:pt x="321" y="189"/>
                                  </a:cubicBezTo>
                                  <a:cubicBezTo>
                                    <a:pt x="320" y="189"/>
                                    <a:pt x="320" y="189"/>
                                    <a:pt x="320" y="189"/>
                                  </a:cubicBezTo>
                                  <a:cubicBezTo>
                                    <a:pt x="320" y="189"/>
                                    <a:pt x="321" y="189"/>
                                    <a:pt x="321" y="190"/>
                                  </a:cubicBezTo>
                                  <a:cubicBezTo>
                                    <a:pt x="321" y="190"/>
                                    <a:pt x="321" y="190"/>
                                    <a:pt x="321" y="191"/>
                                  </a:cubicBezTo>
                                  <a:cubicBezTo>
                                    <a:pt x="321" y="191"/>
                                    <a:pt x="321" y="191"/>
                                    <a:pt x="321" y="191"/>
                                  </a:cubicBezTo>
                                  <a:cubicBezTo>
                                    <a:pt x="321" y="191"/>
                                    <a:pt x="321" y="191"/>
                                    <a:pt x="321" y="191"/>
                                  </a:cubicBezTo>
                                  <a:cubicBezTo>
                                    <a:pt x="321" y="192"/>
                                    <a:pt x="321" y="192"/>
                                    <a:pt x="321" y="192"/>
                                  </a:cubicBezTo>
                                  <a:cubicBezTo>
                                    <a:pt x="321" y="192"/>
                                    <a:pt x="321" y="192"/>
                                    <a:pt x="321" y="193"/>
                                  </a:cubicBezTo>
                                  <a:cubicBezTo>
                                    <a:pt x="320" y="193"/>
                                    <a:pt x="320" y="193"/>
                                    <a:pt x="320" y="193"/>
                                  </a:cubicBezTo>
                                  <a:cubicBezTo>
                                    <a:pt x="320" y="193"/>
                                    <a:pt x="320" y="193"/>
                                    <a:pt x="320" y="193"/>
                                  </a:cubicBezTo>
                                  <a:cubicBezTo>
                                    <a:pt x="320" y="193"/>
                                    <a:pt x="319" y="193"/>
                                    <a:pt x="319" y="193"/>
                                  </a:cubicBezTo>
                                  <a:cubicBezTo>
                                    <a:pt x="320" y="194"/>
                                    <a:pt x="321" y="194"/>
                                    <a:pt x="321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3" y="195"/>
                                    <a:pt x="324" y="195"/>
                                    <a:pt x="325" y="194"/>
                                  </a:cubicBezTo>
                                  <a:cubicBezTo>
                                    <a:pt x="325" y="194"/>
                                    <a:pt x="325" y="194"/>
                                    <a:pt x="325" y="194"/>
                                  </a:cubicBezTo>
                                  <a:cubicBezTo>
                                    <a:pt x="325" y="195"/>
                                    <a:pt x="325" y="195"/>
                                    <a:pt x="325" y="195"/>
                                  </a:cubicBezTo>
                                  <a:cubicBezTo>
                                    <a:pt x="325" y="195"/>
                                    <a:pt x="324" y="195"/>
                                    <a:pt x="324" y="195"/>
                                  </a:cubicBezTo>
                                  <a:cubicBezTo>
                                    <a:pt x="324" y="195"/>
                                    <a:pt x="324" y="196"/>
                                    <a:pt x="323" y="196"/>
                                  </a:cubicBezTo>
                                  <a:cubicBezTo>
                                    <a:pt x="323" y="196"/>
                                    <a:pt x="323" y="196"/>
                                    <a:pt x="323" y="196"/>
                                  </a:cubicBezTo>
                                  <a:cubicBezTo>
                                    <a:pt x="323" y="196"/>
                                    <a:pt x="323" y="196"/>
                                    <a:pt x="323" y="196"/>
                                  </a:cubicBezTo>
                                  <a:cubicBezTo>
                                    <a:pt x="324" y="196"/>
                                    <a:pt x="325" y="197"/>
                                    <a:pt x="326" y="198"/>
                                  </a:cubicBezTo>
                                  <a:cubicBezTo>
                                    <a:pt x="326" y="198"/>
                                    <a:pt x="326" y="198"/>
                                    <a:pt x="326" y="198"/>
                                  </a:cubicBezTo>
                                  <a:cubicBezTo>
                                    <a:pt x="327" y="198"/>
                                    <a:pt x="327" y="198"/>
                                    <a:pt x="327" y="198"/>
                                  </a:cubicBezTo>
                                  <a:cubicBezTo>
                                    <a:pt x="327" y="198"/>
                                    <a:pt x="328" y="198"/>
                                    <a:pt x="328" y="198"/>
                                  </a:cubicBezTo>
                                  <a:cubicBezTo>
                                    <a:pt x="328" y="198"/>
                                    <a:pt x="328" y="198"/>
                                    <a:pt x="329" y="198"/>
                                  </a:cubicBezTo>
                                  <a:cubicBezTo>
                                    <a:pt x="328" y="198"/>
                                    <a:pt x="328" y="198"/>
                                    <a:pt x="328" y="199"/>
                                  </a:cubicBezTo>
                                  <a:cubicBezTo>
                                    <a:pt x="328" y="199"/>
                                    <a:pt x="328" y="199"/>
                                    <a:pt x="328" y="199"/>
                                  </a:cubicBezTo>
                                  <a:cubicBezTo>
                                    <a:pt x="328" y="199"/>
                                    <a:pt x="328" y="199"/>
                                    <a:pt x="328" y="199"/>
                                  </a:cubicBezTo>
                                  <a:cubicBezTo>
                                    <a:pt x="328" y="200"/>
                                    <a:pt x="329" y="199"/>
                                    <a:pt x="330" y="200"/>
                                  </a:cubicBezTo>
                                  <a:cubicBezTo>
                                    <a:pt x="330" y="200"/>
                                    <a:pt x="331" y="201"/>
                                    <a:pt x="331" y="201"/>
                                  </a:cubicBezTo>
                                  <a:cubicBezTo>
                                    <a:pt x="331" y="202"/>
                                    <a:pt x="332" y="202"/>
                                    <a:pt x="332" y="202"/>
                                  </a:cubicBezTo>
                                  <a:cubicBezTo>
                                    <a:pt x="332" y="202"/>
                                    <a:pt x="332" y="203"/>
                                    <a:pt x="332" y="203"/>
                                  </a:cubicBezTo>
                                  <a:cubicBezTo>
                                    <a:pt x="332" y="204"/>
                                    <a:pt x="332" y="204"/>
                                    <a:pt x="333" y="204"/>
                                  </a:cubicBezTo>
                                  <a:cubicBezTo>
                                    <a:pt x="333" y="204"/>
                                    <a:pt x="333" y="204"/>
                                    <a:pt x="333" y="205"/>
                                  </a:cubicBezTo>
                                  <a:cubicBezTo>
                                    <a:pt x="333" y="205"/>
                                    <a:pt x="334" y="205"/>
                                    <a:pt x="334" y="205"/>
                                  </a:cubicBezTo>
                                  <a:cubicBezTo>
                                    <a:pt x="334" y="205"/>
                                    <a:pt x="334" y="205"/>
                                    <a:pt x="334" y="205"/>
                                  </a:cubicBezTo>
                                  <a:cubicBezTo>
                                    <a:pt x="334" y="205"/>
                                    <a:pt x="335" y="206"/>
                                    <a:pt x="335" y="206"/>
                                  </a:cubicBezTo>
                                  <a:cubicBezTo>
                                    <a:pt x="336" y="207"/>
                                    <a:pt x="337" y="208"/>
                                    <a:pt x="338" y="208"/>
                                  </a:cubicBezTo>
                                  <a:cubicBezTo>
                                    <a:pt x="338" y="208"/>
                                    <a:pt x="339" y="208"/>
                                    <a:pt x="339" y="209"/>
                                  </a:cubicBezTo>
                                  <a:cubicBezTo>
                                    <a:pt x="339" y="209"/>
                                    <a:pt x="339" y="209"/>
                                    <a:pt x="339" y="209"/>
                                  </a:cubicBezTo>
                                  <a:cubicBezTo>
                                    <a:pt x="339" y="209"/>
                                    <a:pt x="339" y="209"/>
                                    <a:pt x="339" y="209"/>
                                  </a:cubicBezTo>
                                  <a:cubicBezTo>
                                    <a:pt x="340" y="209"/>
                                    <a:pt x="339" y="209"/>
                                    <a:pt x="339" y="210"/>
                                  </a:cubicBezTo>
                                  <a:cubicBezTo>
                                    <a:pt x="340" y="210"/>
                                    <a:pt x="340" y="210"/>
                                    <a:pt x="340" y="210"/>
                                  </a:cubicBezTo>
                                  <a:cubicBezTo>
                                    <a:pt x="340" y="210"/>
                                    <a:pt x="340" y="210"/>
                                    <a:pt x="341" y="211"/>
                                  </a:cubicBezTo>
                                  <a:cubicBezTo>
                                    <a:pt x="341" y="211"/>
                                    <a:pt x="341" y="210"/>
                                    <a:pt x="341" y="210"/>
                                  </a:cubicBezTo>
                                  <a:cubicBezTo>
                                    <a:pt x="341" y="210"/>
                                    <a:pt x="341" y="210"/>
                                    <a:pt x="341" y="210"/>
                                  </a:cubicBezTo>
                                  <a:cubicBezTo>
                                    <a:pt x="341" y="209"/>
                                    <a:pt x="341" y="209"/>
                                    <a:pt x="341" y="209"/>
                                  </a:cubicBezTo>
                                  <a:cubicBezTo>
                                    <a:pt x="341" y="209"/>
                                    <a:pt x="342" y="209"/>
                                    <a:pt x="342" y="209"/>
                                  </a:cubicBezTo>
                                  <a:cubicBezTo>
                                    <a:pt x="342" y="209"/>
                                    <a:pt x="342" y="209"/>
                                    <a:pt x="342" y="209"/>
                                  </a:cubicBezTo>
                                  <a:cubicBezTo>
                                    <a:pt x="342" y="209"/>
                                    <a:pt x="341" y="209"/>
                                    <a:pt x="341" y="209"/>
                                  </a:cubicBezTo>
                                  <a:cubicBezTo>
                                    <a:pt x="341" y="208"/>
                                    <a:pt x="341" y="208"/>
                                    <a:pt x="342" y="208"/>
                                  </a:cubicBezTo>
                                  <a:cubicBezTo>
                                    <a:pt x="342" y="209"/>
                                    <a:pt x="342" y="209"/>
                                    <a:pt x="343" y="208"/>
                                  </a:cubicBezTo>
                                  <a:cubicBezTo>
                                    <a:pt x="343" y="209"/>
                                    <a:pt x="343" y="209"/>
                                    <a:pt x="343" y="209"/>
                                  </a:cubicBezTo>
                                  <a:cubicBezTo>
                                    <a:pt x="343" y="209"/>
                                    <a:pt x="344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09"/>
                                    <a:pt x="344" y="208"/>
                                  </a:cubicBezTo>
                                  <a:cubicBezTo>
                                    <a:pt x="344" y="208"/>
                                    <a:pt x="344" y="208"/>
                                    <a:pt x="344" y="207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4" y="206"/>
                                    <a:pt x="344" y="206"/>
                                    <a:pt x="344" y="206"/>
                                  </a:cubicBezTo>
                                  <a:cubicBezTo>
                                    <a:pt x="344" y="206"/>
                                    <a:pt x="343" y="205"/>
                                    <a:pt x="343" y="205"/>
                                  </a:cubicBezTo>
                                  <a:cubicBezTo>
                                    <a:pt x="342" y="205"/>
                                    <a:pt x="342" y="205"/>
                                    <a:pt x="341" y="206"/>
                                  </a:cubicBezTo>
                                  <a:cubicBezTo>
                                    <a:pt x="341" y="205"/>
                                    <a:pt x="341" y="205"/>
                                    <a:pt x="342" y="205"/>
                                  </a:cubicBezTo>
                                  <a:cubicBezTo>
                                    <a:pt x="342" y="205"/>
                                    <a:pt x="342" y="205"/>
                                    <a:pt x="342" y="204"/>
                                  </a:cubicBezTo>
                                  <a:cubicBezTo>
                                    <a:pt x="342" y="204"/>
                                    <a:pt x="342" y="204"/>
                                    <a:pt x="342" y="204"/>
                                  </a:cubicBezTo>
                                  <a:cubicBezTo>
                                    <a:pt x="342" y="204"/>
                                    <a:pt x="341" y="203"/>
                                    <a:pt x="341" y="203"/>
                                  </a:cubicBezTo>
                                  <a:cubicBezTo>
                                    <a:pt x="341" y="203"/>
                                    <a:pt x="341" y="203"/>
                                    <a:pt x="341" y="203"/>
                                  </a:cubicBezTo>
                                  <a:cubicBezTo>
                                    <a:pt x="341" y="203"/>
                                    <a:pt x="341" y="203"/>
                                    <a:pt x="341" y="203"/>
                                  </a:cubicBezTo>
                                  <a:cubicBezTo>
                                    <a:pt x="340" y="202"/>
                                    <a:pt x="339" y="202"/>
                                    <a:pt x="338" y="202"/>
                                  </a:cubicBezTo>
                                  <a:cubicBezTo>
                                    <a:pt x="338" y="202"/>
                                    <a:pt x="337" y="202"/>
                                    <a:pt x="337" y="202"/>
                                  </a:cubicBezTo>
                                  <a:cubicBezTo>
                                    <a:pt x="337" y="202"/>
                                    <a:pt x="338" y="202"/>
                                    <a:pt x="338" y="201"/>
                                  </a:cubicBezTo>
                                  <a:cubicBezTo>
                                    <a:pt x="338" y="201"/>
                                    <a:pt x="338" y="201"/>
                                    <a:pt x="338" y="201"/>
                                  </a:cubicBezTo>
                                  <a:cubicBezTo>
                                    <a:pt x="338" y="201"/>
                                    <a:pt x="338" y="200"/>
                                    <a:pt x="338" y="200"/>
                                  </a:cubicBezTo>
                                  <a:cubicBezTo>
                                    <a:pt x="338" y="200"/>
                                    <a:pt x="339" y="200"/>
                                    <a:pt x="339" y="201"/>
                                  </a:cubicBezTo>
                                  <a:cubicBezTo>
                                    <a:pt x="340" y="201"/>
                                    <a:pt x="340" y="201"/>
                                    <a:pt x="341" y="201"/>
                                  </a:cubicBezTo>
                                  <a:cubicBezTo>
                                    <a:pt x="341" y="201"/>
                                    <a:pt x="341" y="201"/>
                                    <a:pt x="341" y="201"/>
                                  </a:cubicBezTo>
                                  <a:cubicBezTo>
                                    <a:pt x="342" y="201"/>
                                    <a:pt x="341" y="201"/>
                                    <a:pt x="341" y="202"/>
                                  </a:cubicBezTo>
                                  <a:cubicBezTo>
                                    <a:pt x="341" y="202"/>
                                    <a:pt x="342" y="203"/>
                                    <a:pt x="343" y="203"/>
                                  </a:cubicBezTo>
                                  <a:cubicBezTo>
                                    <a:pt x="343" y="203"/>
                                    <a:pt x="343" y="204"/>
                                    <a:pt x="343" y="203"/>
                                  </a:cubicBezTo>
                                  <a:cubicBezTo>
                                    <a:pt x="344" y="203"/>
                                    <a:pt x="344" y="203"/>
                                    <a:pt x="344" y="203"/>
                                  </a:cubicBezTo>
                                  <a:cubicBezTo>
                                    <a:pt x="344" y="202"/>
                                    <a:pt x="343" y="201"/>
                                    <a:pt x="344" y="200"/>
                                  </a:cubicBezTo>
                                  <a:cubicBezTo>
                                    <a:pt x="344" y="201"/>
                                    <a:pt x="344" y="201"/>
                                    <a:pt x="344" y="202"/>
                                  </a:cubicBezTo>
                                  <a:cubicBezTo>
                                    <a:pt x="344" y="203"/>
                                    <a:pt x="344" y="204"/>
                                    <a:pt x="345" y="204"/>
                                  </a:cubicBezTo>
                                  <a:cubicBezTo>
                                    <a:pt x="345" y="205"/>
                                    <a:pt x="346" y="205"/>
                                    <a:pt x="346" y="206"/>
                                  </a:cubicBezTo>
                                  <a:cubicBezTo>
                                    <a:pt x="346" y="206"/>
                                    <a:pt x="345" y="207"/>
                                    <a:pt x="345" y="207"/>
                                  </a:cubicBezTo>
                                  <a:cubicBezTo>
                                    <a:pt x="345" y="207"/>
                                    <a:pt x="345" y="207"/>
                                    <a:pt x="345" y="207"/>
                                  </a:cubicBezTo>
                                  <a:cubicBezTo>
                                    <a:pt x="345" y="208"/>
                                    <a:pt x="345" y="208"/>
                                    <a:pt x="346" y="208"/>
                                  </a:cubicBezTo>
                                  <a:cubicBezTo>
                                    <a:pt x="346" y="208"/>
                                    <a:pt x="346" y="208"/>
                                    <a:pt x="346" y="208"/>
                                  </a:cubicBezTo>
                                  <a:cubicBezTo>
                                    <a:pt x="347" y="208"/>
                                    <a:pt x="347" y="208"/>
                                    <a:pt x="347" y="209"/>
                                  </a:cubicBezTo>
                                  <a:cubicBezTo>
                                    <a:pt x="347" y="208"/>
                                    <a:pt x="347" y="208"/>
                                    <a:pt x="347" y="208"/>
                                  </a:cubicBezTo>
                                  <a:cubicBezTo>
                                    <a:pt x="347" y="208"/>
                                    <a:pt x="348" y="208"/>
                                    <a:pt x="348" y="208"/>
                                  </a:cubicBezTo>
                                  <a:cubicBezTo>
                                    <a:pt x="348" y="208"/>
                                    <a:pt x="348" y="208"/>
                                    <a:pt x="348" y="207"/>
                                  </a:cubicBezTo>
                                  <a:cubicBezTo>
                                    <a:pt x="348" y="207"/>
                                    <a:pt x="348" y="207"/>
                                    <a:pt x="348" y="207"/>
                                  </a:cubicBezTo>
                                  <a:cubicBezTo>
                                    <a:pt x="348" y="208"/>
                                    <a:pt x="348" y="208"/>
                                    <a:pt x="348" y="208"/>
                                  </a:cubicBezTo>
                                  <a:cubicBezTo>
                                    <a:pt x="348" y="208"/>
                                    <a:pt x="349" y="209"/>
                                    <a:pt x="349" y="209"/>
                                  </a:cubicBezTo>
                                  <a:cubicBezTo>
                                    <a:pt x="349" y="209"/>
                                    <a:pt x="350" y="210"/>
                                    <a:pt x="350" y="210"/>
                                  </a:cubicBezTo>
                                  <a:cubicBezTo>
                                    <a:pt x="350" y="210"/>
                                    <a:pt x="350" y="211"/>
                                    <a:pt x="350" y="211"/>
                                  </a:cubicBezTo>
                                  <a:cubicBezTo>
                                    <a:pt x="351" y="211"/>
                                    <a:pt x="351" y="210"/>
                                    <a:pt x="351" y="210"/>
                                  </a:cubicBezTo>
                                  <a:cubicBezTo>
                                    <a:pt x="351" y="210"/>
                                    <a:pt x="351" y="209"/>
                                    <a:pt x="351" y="208"/>
                                  </a:cubicBezTo>
                                  <a:cubicBezTo>
                                    <a:pt x="351" y="208"/>
                                    <a:pt x="351" y="207"/>
                                    <a:pt x="350" y="207"/>
                                  </a:cubicBezTo>
                                  <a:cubicBezTo>
                                    <a:pt x="350" y="206"/>
                                    <a:pt x="350" y="206"/>
                                    <a:pt x="350" y="205"/>
                                  </a:cubicBezTo>
                                  <a:cubicBezTo>
                                    <a:pt x="350" y="205"/>
                                    <a:pt x="350" y="205"/>
                                    <a:pt x="351" y="205"/>
                                  </a:cubicBezTo>
                                  <a:cubicBezTo>
                                    <a:pt x="350" y="204"/>
                                    <a:pt x="349" y="203"/>
                                    <a:pt x="350" y="202"/>
                                  </a:cubicBezTo>
                                  <a:cubicBezTo>
                                    <a:pt x="350" y="201"/>
                                    <a:pt x="350" y="201"/>
                                    <a:pt x="349" y="201"/>
                                  </a:cubicBezTo>
                                  <a:cubicBezTo>
                                    <a:pt x="349" y="201"/>
                                    <a:pt x="349" y="201"/>
                                    <a:pt x="349" y="201"/>
                                  </a:cubicBezTo>
                                  <a:cubicBezTo>
                                    <a:pt x="348" y="201"/>
                                    <a:pt x="349" y="200"/>
                                    <a:pt x="349" y="200"/>
                                  </a:cubicBezTo>
                                  <a:cubicBezTo>
                                    <a:pt x="349" y="200"/>
                                    <a:pt x="349" y="199"/>
                                    <a:pt x="349" y="199"/>
                                  </a:cubicBezTo>
                                  <a:cubicBezTo>
                                    <a:pt x="349" y="199"/>
                                    <a:pt x="349" y="199"/>
                                    <a:pt x="349" y="199"/>
                                  </a:cubicBezTo>
                                  <a:cubicBezTo>
                                    <a:pt x="348" y="199"/>
                                    <a:pt x="348" y="199"/>
                                    <a:pt x="348" y="199"/>
                                  </a:cubicBezTo>
                                  <a:cubicBezTo>
                                    <a:pt x="348" y="198"/>
                                    <a:pt x="348" y="197"/>
                                    <a:pt x="347" y="197"/>
                                  </a:cubicBezTo>
                                  <a:cubicBezTo>
                                    <a:pt x="347" y="197"/>
                                    <a:pt x="347" y="196"/>
                                    <a:pt x="347" y="196"/>
                                  </a:cubicBezTo>
                                  <a:cubicBezTo>
                                    <a:pt x="348" y="197"/>
                                    <a:pt x="349" y="198"/>
                                    <a:pt x="349" y="198"/>
                                  </a:cubicBezTo>
                                  <a:cubicBezTo>
                                    <a:pt x="349" y="198"/>
                                    <a:pt x="349" y="197"/>
                                    <a:pt x="348" y="197"/>
                                  </a:cubicBezTo>
                                  <a:cubicBezTo>
                                    <a:pt x="348" y="196"/>
                                    <a:pt x="349" y="196"/>
                                    <a:pt x="349" y="196"/>
                                  </a:cubicBezTo>
                                  <a:cubicBezTo>
                                    <a:pt x="349" y="196"/>
                                    <a:pt x="349" y="196"/>
                                    <a:pt x="349" y="197"/>
                                  </a:cubicBezTo>
                                  <a:cubicBezTo>
                                    <a:pt x="349" y="197"/>
                                    <a:pt x="349" y="197"/>
                                    <a:pt x="350" y="198"/>
                                  </a:cubicBezTo>
                                  <a:cubicBezTo>
                                    <a:pt x="350" y="198"/>
                                    <a:pt x="350" y="198"/>
                                    <a:pt x="350" y="199"/>
                                  </a:cubicBezTo>
                                  <a:cubicBezTo>
                                    <a:pt x="350" y="199"/>
                                    <a:pt x="350" y="199"/>
                                    <a:pt x="350" y="199"/>
                                  </a:cubicBezTo>
                                  <a:cubicBezTo>
                                    <a:pt x="350" y="199"/>
                                    <a:pt x="350" y="200"/>
                                    <a:pt x="350" y="200"/>
                                  </a:cubicBezTo>
                                  <a:cubicBezTo>
                                    <a:pt x="350" y="200"/>
                                    <a:pt x="350" y="201"/>
                                    <a:pt x="350" y="201"/>
                                  </a:cubicBezTo>
                                  <a:cubicBezTo>
                                    <a:pt x="350" y="201"/>
                                    <a:pt x="350" y="201"/>
                                    <a:pt x="350" y="201"/>
                                  </a:cubicBezTo>
                                  <a:cubicBezTo>
                                    <a:pt x="350" y="202"/>
                                    <a:pt x="350" y="202"/>
                                    <a:pt x="350" y="202"/>
                                  </a:cubicBezTo>
                                  <a:cubicBezTo>
                                    <a:pt x="350" y="203"/>
                                    <a:pt x="351" y="203"/>
                                    <a:pt x="351" y="203"/>
                                  </a:cubicBezTo>
                                  <a:cubicBezTo>
                                    <a:pt x="351" y="203"/>
                                    <a:pt x="351" y="203"/>
                                    <a:pt x="351" y="203"/>
                                  </a:cubicBezTo>
                                  <a:cubicBezTo>
                                    <a:pt x="351" y="203"/>
                                    <a:pt x="351" y="203"/>
                                    <a:pt x="351" y="203"/>
                                  </a:cubicBezTo>
                                  <a:cubicBezTo>
                                    <a:pt x="352" y="203"/>
                                    <a:pt x="352" y="203"/>
                                    <a:pt x="352" y="203"/>
                                  </a:cubicBezTo>
                                  <a:cubicBezTo>
                                    <a:pt x="352" y="203"/>
                                    <a:pt x="352" y="204"/>
                                    <a:pt x="352" y="205"/>
                                  </a:cubicBezTo>
                                  <a:cubicBezTo>
                                    <a:pt x="352" y="205"/>
                                    <a:pt x="352" y="206"/>
                                    <a:pt x="353" y="206"/>
                                  </a:cubicBezTo>
                                  <a:cubicBezTo>
                                    <a:pt x="353" y="206"/>
                                    <a:pt x="353" y="207"/>
                                    <a:pt x="353" y="207"/>
                                  </a:cubicBezTo>
                                  <a:cubicBezTo>
                                    <a:pt x="353" y="208"/>
                                    <a:pt x="353" y="208"/>
                                    <a:pt x="353" y="208"/>
                                  </a:cubicBezTo>
                                  <a:cubicBezTo>
                                    <a:pt x="353" y="208"/>
                                    <a:pt x="354" y="208"/>
                                    <a:pt x="354" y="208"/>
                                  </a:cubicBezTo>
                                  <a:cubicBezTo>
                                    <a:pt x="354" y="209"/>
                                    <a:pt x="354" y="209"/>
                                    <a:pt x="354" y="209"/>
                                  </a:cubicBezTo>
                                  <a:cubicBezTo>
                                    <a:pt x="354" y="209"/>
                                    <a:pt x="354" y="209"/>
                                    <a:pt x="354" y="209"/>
                                  </a:cubicBezTo>
                                  <a:cubicBezTo>
                                    <a:pt x="354" y="210"/>
                                    <a:pt x="354" y="210"/>
                                    <a:pt x="354" y="210"/>
                                  </a:cubicBezTo>
                                  <a:cubicBezTo>
                                    <a:pt x="354" y="210"/>
                                    <a:pt x="355" y="210"/>
                                    <a:pt x="355" y="210"/>
                                  </a:cubicBezTo>
                                  <a:cubicBezTo>
                                    <a:pt x="355" y="210"/>
                                    <a:pt x="356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1"/>
                                    <a:pt x="356" y="211"/>
                                  </a:cubicBezTo>
                                  <a:cubicBezTo>
                                    <a:pt x="356" y="211"/>
                                    <a:pt x="357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0"/>
                                    <a:pt x="356" y="209"/>
                                  </a:cubicBezTo>
                                  <a:cubicBezTo>
                                    <a:pt x="356" y="209"/>
                                    <a:pt x="356" y="210"/>
                                    <a:pt x="356" y="210"/>
                                  </a:cubicBezTo>
                                  <a:cubicBezTo>
                                    <a:pt x="357" y="210"/>
                                    <a:pt x="357" y="210"/>
                                    <a:pt x="357" y="211"/>
                                  </a:cubicBezTo>
                                  <a:cubicBezTo>
                                    <a:pt x="357" y="211"/>
                                    <a:pt x="357" y="211"/>
                                    <a:pt x="357" y="211"/>
                                  </a:cubicBezTo>
                                  <a:cubicBezTo>
                                    <a:pt x="357" y="211"/>
                                    <a:pt x="357" y="210"/>
                                    <a:pt x="357" y="210"/>
                                  </a:cubicBezTo>
                                  <a:cubicBezTo>
                                    <a:pt x="358" y="210"/>
                                    <a:pt x="358" y="210"/>
                                    <a:pt x="358" y="209"/>
                                  </a:cubicBezTo>
                                  <a:cubicBezTo>
                                    <a:pt x="358" y="209"/>
                                    <a:pt x="358" y="209"/>
                                    <a:pt x="358" y="208"/>
                                  </a:cubicBezTo>
                                  <a:cubicBezTo>
                                    <a:pt x="358" y="208"/>
                                    <a:pt x="358" y="208"/>
                                    <a:pt x="358" y="208"/>
                                  </a:cubicBezTo>
                                  <a:cubicBezTo>
                                    <a:pt x="358" y="208"/>
                                    <a:pt x="358" y="208"/>
                                    <a:pt x="359" y="207"/>
                                  </a:cubicBezTo>
                                  <a:cubicBezTo>
                                    <a:pt x="359" y="207"/>
                                    <a:pt x="359" y="207"/>
                                    <a:pt x="359" y="207"/>
                                  </a:cubicBezTo>
                                  <a:cubicBezTo>
                                    <a:pt x="359" y="207"/>
                                    <a:pt x="359" y="207"/>
                                    <a:pt x="359" y="207"/>
                                  </a:cubicBezTo>
                                  <a:cubicBezTo>
                                    <a:pt x="359" y="208"/>
                                    <a:pt x="359" y="208"/>
                                    <a:pt x="359" y="208"/>
                                  </a:cubicBezTo>
                                  <a:cubicBezTo>
                                    <a:pt x="358" y="208"/>
                                    <a:pt x="358" y="209"/>
                                    <a:pt x="358" y="209"/>
                                  </a:cubicBezTo>
                                  <a:cubicBezTo>
                                    <a:pt x="358" y="209"/>
                                    <a:pt x="358" y="209"/>
                                    <a:pt x="358" y="209"/>
                                  </a:cubicBezTo>
                                  <a:cubicBezTo>
                                    <a:pt x="358" y="210"/>
                                    <a:pt x="358" y="210"/>
                                    <a:pt x="358" y="210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2"/>
                                    <a:pt x="358" y="212"/>
                                  </a:cubicBezTo>
                                  <a:cubicBezTo>
                                    <a:pt x="358" y="212"/>
                                    <a:pt x="358" y="212"/>
                                    <a:pt x="358" y="212"/>
                                  </a:cubicBezTo>
                                  <a:cubicBezTo>
                                    <a:pt x="358" y="213"/>
                                    <a:pt x="358" y="213"/>
                                    <a:pt x="359" y="213"/>
                                  </a:cubicBezTo>
                                  <a:cubicBezTo>
                                    <a:pt x="359" y="213"/>
                                    <a:pt x="359" y="213"/>
                                    <a:pt x="359" y="213"/>
                                  </a:cubicBezTo>
                                  <a:cubicBezTo>
                                    <a:pt x="359" y="214"/>
                                    <a:pt x="359" y="213"/>
                                    <a:pt x="359" y="213"/>
                                  </a:cubicBezTo>
                                  <a:cubicBezTo>
                                    <a:pt x="359" y="213"/>
                                    <a:pt x="360" y="213"/>
                                    <a:pt x="360" y="213"/>
                                  </a:cubicBezTo>
                                  <a:cubicBezTo>
                                    <a:pt x="360" y="213"/>
                                    <a:pt x="360" y="213"/>
                                    <a:pt x="360" y="213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3"/>
                                    <a:pt x="360" y="213"/>
                                    <a:pt x="361" y="213"/>
                                  </a:cubicBezTo>
                                  <a:cubicBezTo>
                                    <a:pt x="360" y="213"/>
                                    <a:pt x="360" y="214"/>
                                    <a:pt x="360" y="214"/>
                                  </a:cubicBezTo>
                                  <a:cubicBezTo>
                                    <a:pt x="360" y="214"/>
                                    <a:pt x="360" y="214"/>
                                    <a:pt x="360" y="214"/>
                                  </a:cubicBezTo>
                                  <a:cubicBezTo>
                                    <a:pt x="359" y="214"/>
                                    <a:pt x="359" y="214"/>
                                    <a:pt x="359" y="214"/>
                                  </a:cubicBezTo>
                                  <a:cubicBezTo>
                                    <a:pt x="359" y="215"/>
                                    <a:pt x="360" y="215"/>
                                    <a:pt x="360" y="215"/>
                                  </a:cubicBezTo>
                                  <a:cubicBezTo>
                                    <a:pt x="360" y="215"/>
                                    <a:pt x="360" y="215"/>
                                    <a:pt x="360" y="215"/>
                                  </a:cubicBezTo>
                                  <a:cubicBezTo>
                                    <a:pt x="360" y="215"/>
                                    <a:pt x="360" y="215"/>
                                    <a:pt x="360" y="216"/>
                                  </a:cubicBezTo>
                                  <a:cubicBezTo>
                                    <a:pt x="360" y="216"/>
                                    <a:pt x="360" y="216"/>
                                    <a:pt x="361" y="216"/>
                                  </a:cubicBezTo>
                                  <a:cubicBezTo>
                                    <a:pt x="361" y="216"/>
                                    <a:pt x="361" y="215"/>
                                    <a:pt x="361" y="215"/>
                                  </a:cubicBezTo>
                                  <a:cubicBezTo>
                                    <a:pt x="361" y="215"/>
                                    <a:pt x="361" y="214"/>
                                    <a:pt x="361" y="214"/>
                                  </a:cubicBezTo>
                                  <a:cubicBezTo>
                                    <a:pt x="361" y="214"/>
                                    <a:pt x="361" y="214"/>
                                    <a:pt x="361" y="214"/>
                                  </a:cubicBezTo>
                                  <a:cubicBezTo>
                                    <a:pt x="361" y="214"/>
                                    <a:pt x="361" y="214"/>
                                    <a:pt x="361" y="214"/>
                                  </a:cubicBezTo>
                                  <a:cubicBezTo>
                                    <a:pt x="362" y="214"/>
                                    <a:pt x="363" y="214"/>
                                    <a:pt x="364" y="215"/>
                                  </a:cubicBezTo>
                                  <a:cubicBezTo>
                                    <a:pt x="364" y="215"/>
                                    <a:pt x="364" y="215"/>
                                    <a:pt x="364" y="215"/>
                                  </a:cubicBezTo>
                                  <a:cubicBezTo>
                                    <a:pt x="364" y="215"/>
                                    <a:pt x="364" y="215"/>
                                    <a:pt x="364" y="215"/>
                                  </a:cubicBezTo>
                                  <a:cubicBezTo>
                                    <a:pt x="363" y="215"/>
                                    <a:pt x="363" y="215"/>
                                    <a:pt x="363" y="215"/>
                                  </a:cubicBezTo>
                                  <a:cubicBezTo>
                                    <a:pt x="362" y="214"/>
                                    <a:pt x="362" y="214"/>
                                    <a:pt x="362" y="214"/>
                                  </a:cubicBezTo>
                                  <a:cubicBezTo>
                                    <a:pt x="361" y="214"/>
                                    <a:pt x="361" y="215"/>
                                    <a:pt x="361" y="215"/>
                                  </a:cubicBezTo>
                                  <a:cubicBezTo>
                                    <a:pt x="361" y="216"/>
                                    <a:pt x="361" y="216"/>
                                    <a:pt x="361" y="216"/>
                                  </a:cubicBezTo>
                                  <a:cubicBezTo>
                                    <a:pt x="362" y="217"/>
                                    <a:pt x="363" y="217"/>
                                    <a:pt x="364" y="218"/>
                                  </a:cubicBezTo>
                                  <a:cubicBezTo>
                                    <a:pt x="364" y="218"/>
                                    <a:pt x="364" y="218"/>
                                    <a:pt x="364" y="218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5" y="219"/>
                                    <a:pt x="365" y="219"/>
                                    <a:pt x="365" y="219"/>
                                  </a:cubicBezTo>
                                  <a:cubicBezTo>
                                    <a:pt x="365" y="219"/>
                                    <a:pt x="365" y="219"/>
                                    <a:pt x="365" y="220"/>
                                  </a:cubicBezTo>
                                  <a:cubicBezTo>
                                    <a:pt x="365" y="220"/>
                                    <a:pt x="365" y="220"/>
                                    <a:pt x="365" y="219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3" y="218"/>
                                    <a:pt x="363" y="218"/>
                                    <a:pt x="362" y="217"/>
                                  </a:cubicBezTo>
                                  <a:cubicBezTo>
                                    <a:pt x="362" y="217"/>
                                    <a:pt x="362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9"/>
                                  </a:cubicBezTo>
                                  <a:cubicBezTo>
                                    <a:pt x="361" y="219"/>
                                    <a:pt x="361" y="219"/>
                                    <a:pt x="361" y="219"/>
                                  </a:cubicBezTo>
                                  <a:cubicBezTo>
                                    <a:pt x="362" y="219"/>
                                    <a:pt x="361" y="219"/>
                                    <a:pt x="361" y="219"/>
                                  </a:cubicBezTo>
                                  <a:cubicBezTo>
                                    <a:pt x="361" y="219"/>
                                    <a:pt x="361" y="219"/>
                                    <a:pt x="361" y="220"/>
                                  </a:cubicBezTo>
                                  <a:cubicBezTo>
                                    <a:pt x="361" y="220"/>
                                    <a:pt x="361" y="220"/>
                                    <a:pt x="361" y="220"/>
                                  </a:cubicBezTo>
                                  <a:cubicBezTo>
                                    <a:pt x="361" y="220"/>
                                    <a:pt x="362" y="220"/>
                                    <a:pt x="362" y="220"/>
                                  </a:cubicBezTo>
                                  <a:cubicBezTo>
                                    <a:pt x="362" y="220"/>
                                    <a:pt x="362" y="220"/>
                                    <a:pt x="363" y="220"/>
                                  </a:cubicBezTo>
                                  <a:cubicBezTo>
                                    <a:pt x="362" y="221"/>
                                    <a:pt x="362" y="221"/>
                                    <a:pt x="362" y="221"/>
                                  </a:cubicBezTo>
                                  <a:cubicBezTo>
                                    <a:pt x="362" y="221"/>
                                    <a:pt x="362" y="221"/>
                                    <a:pt x="362" y="221"/>
                                  </a:cubicBezTo>
                                  <a:cubicBezTo>
                                    <a:pt x="363" y="222"/>
                                    <a:pt x="363" y="222"/>
                                    <a:pt x="363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3" y="222"/>
                                    <a:pt x="363" y="222"/>
                                  </a:cubicBezTo>
                                  <a:cubicBezTo>
                                    <a:pt x="363" y="222"/>
                                    <a:pt x="362" y="222"/>
                                    <a:pt x="362" y="222"/>
                                  </a:cubicBezTo>
                                  <a:cubicBezTo>
                                    <a:pt x="362" y="222"/>
                                    <a:pt x="362" y="222"/>
                                    <a:pt x="362" y="222"/>
                                  </a:cubicBezTo>
                                  <a:cubicBezTo>
                                    <a:pt x="362" y="222"/>
                                    <a:pt x="362" y="222"/>
                                    <a:pt x="362" y="223"/>
                                  </a:cubicBezTo>
                                  <a:cubicBezTo>
                                    <a:pt x="362" y="223"/>
                                    <a:pt x="361" y="223"/>
                                    <a:pt x="361" y="223"/>
                                  </a:cubicBezTo>
                                  <a:cubicBezTo>
                                    <a:pt x="361" y="223"/>
                                    <a:pt x="361" y="223"/>
                                    <a:pt x="361" y="223"/>
                                  </a:cubicBezTo>
                                  <a:cubicBezTo>
                                    <a:pt x="361" y="223"/>
                                    <a:pt x="361" y="223"/>
                                    <a:pt x="361" y="223"/>
                                  </a:cubicBezTo>
                                  <a:cubicBezTo>
                                    <a:pt x="362" y="224"/>
                                    <a:pt x="362" y="224"/>
                                    <a:pt x="363" y="224"/>
                                  </a:cubicBezTo>
                                  <a:cubicBezTo>
                                    <a:pt x="363" y="224"/>
                                    <a:pt x="363" y="224"/>
                                    <a:pt x="363" y="224"/>
                                  </a:cubicBezTo>
                                  <a:cubicBezTo>
                                    <a:pt x="363" y="224"/>
                                    <a:pt x="363" y="224"/>
                                    <a:pt x="363" y="224"/>
                                  </a:cubicBezTo>
                                  <a:cubicBezTo>
                                    <a:pt x="363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5"/>
                                  </a:cubicBezTo>
                                  <a:cubicBezTo>
                                    <a:pt x="364" y="225"/>
                                    <a:pt x="364" y="225"/>
                                    <a:pt x="365" y="225"/>
                                  </a:cubicBezTo>
                                  <a:cubicBezTo>
                                    <a:pt x="365" y="225"/>
                                    <a:pt x="365" y="225"/>
                                    <a:pt x="365" y="225"/>
                                  </a:cubicBezTo>
                                  <a:cubicBezTo>
                                    <a:pt x="365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4"/>
                                    <a:pt x="366" y="224"/>
                                    <a:pt x="366" y="224"/>
                                  </a:cubicBezTo>
                                  <a:cubicBezTo>
                                    <a:pt x="366" y="224"/>
                                    <a:pt x="366" y="224"/>
                                    <a:pt x="366" y="224"/>
                                  </a:cubicBezTo>
                                  <a:cubicBezTo>
                                    <a:pt x="366" y="224"/>
                                    <a:pt x="366" y="224"/>
                                    <a:pt x="366" y="225"/>
                                  </a:cubicBezTo>
                                  <a:cubicBezTo>
                                    <a:pt x="366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5"/>
                                    <a:pt x="366" y="226"/>
                                    <a:pt x="366" y="226"/>
                                  </a:cubicBezTo>
                                  <a:cubicBezTo>
                                    <a:pt x="366" y="226"/>
                                    <a:pt x="366" y="226"/>
                                    <a:pt x="365" y="226"/>
                                  </a:cubicBezTo>
                                  <a:cubicBezTo>
                                    <a:pt x="365" y="226"/>
                                    <a:pt x="365" y="226"/>
                                    <a:pt x="365" y="226"/>
                                  </a:cubicBezTo>
                                  <a:cubicBezTo>
                                    <a:pt x="366" y="227"/>
                                    <a:pt x="366" y="227"/>
                                    <a:pt x="366" y="227"/>
                                  </a:cubicBezTo>
                                  <a:cubicBezTo>
                                    <a:pt x="366" y="227"/>
                                    <a:pt x="366" y="227"/>
                                    <a:pt x="366" y="228"/>
                                  </a:cubicBezTo>
                                  <a:cubicBezTo>
                                    <a:pt x="367" y="228"/>
                                    <a:pt x="367" y="228"/>
                                    <a:pt x="367" y="228"/>
                                  </a:cubicBezTo>
                                  <a:cubicBezTo>
                                    <a:pt x="367" y="228"/>
                                    <a:pt x="367" y="229"/>
                                    <a:pt x="367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30"/>
                                  </a:cubicBezTo>
                                  <a:cubicBezTo>
                                    <a:pt x="368" y="230"/>
                                    <a:pt x="368" y="230"/>
                                    <a:pt x="368" y="230"/>
                                  </a:cubicBezTo>
                                  <a:cubicBezTo>
                                    <a:pt x="368" y="230"/>
                                    <a:pt x="368" y="230"/>
                                    <a:pt x="368" y="230"/>
                                  </a:cubicBezTo>
                                  <a:cubicBezTo>
                                    <a:pt x="368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1"/>
                                    <a:pt x="369" y="231"/>
                                    <a:pt x="369" y="231"/>
                                  </a:cubicBezTo>
                                  <a:cubicBezTo>
                                    <a:pt x="369" y="232"/>
                                    <a:pt x="369" y="232"/>
                                    <a:pt x="370" y="232"/>
                                  </a:cubicBezTo>
                                  <a:cubicBezTo>
                                    <a:pt x="370" y="232"/>
                                    <a:pt x="370" y="232"/>
                                    <a:pt x="370" y="232"/>
                                  </a:cubicBezTo>
                                  <a:cubicBezTo>
                                    <a:pt x="370" y="232"/>
                                    <a:pt x="370" y="233"/>
                                    <a:pt x="370" y="233"/>
                                  </a:cubicBezTo>
                                  <a:cubicBezTo>
                                    <a:pt x="370" y="233"/>
                                    <a:pt x="371" y="233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0" y="234"/>
                                  </a:cubicBezTo>
                                  <a:cubicBezTo>
                                    <a:pt x="370" y="233"/>
                                    <a:pt x="370" y="233"/>
                                    <a:pt x="370" y="233"/>
                                  </a:cubicBezTo>
                                  <a:cubicBezTo>
                                    <a:pt x="369" y="232"/>
                                    <a:pt x="369" y="232"/>
                                    <a:pt x="369" y="232"/>
                                  </a:cubicBezTo>
                                  <a:cubicBezTo>
                                    <a:pt x="369" y="232"/>
                                    <a:pt x="369" y="232"/>
                                    <a:pt x="369" y="232"/>
                                  </a:cubicBezTo>
                                  <a:cubicBezTo>
                                    <a:pt x="369" y="233"/>
                                    <a:pt x="369" y="233"/>
                                    <a:pt x="369" y="233"/>
                                  </a:cubicBezTo>
                                  <a:cubicBezTo>
                                    <a:pt x="369" y="233"/>
                                    <a:pt x="369" y="233"/>
                                    <a:pt x="369" y="234"/>
                                  </a:cubicBezTo>
                                  <a:cubicBezTo>
                                    <a:pt x="369" y="234"/>
                                    <a:pt x="370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5"/>
                                    <a:pt x="369" y="235"/>
                                    <a:pt x="369" y="235"/>
                                  </a:cubicBezTo>
                                  <a:cubicBezTo>
                                    <a:pt x="370" y="235"/>
                                    <a:pt x="370" y="235"/>
                                    <a:pt x="370" y="235"/>
                                  </a:cubicBezTo>
                                  <a:cubicBezTo>
                                    <a:pt x="370" y="235"/>
                                    <a:pt x="369" y="235"/>
                                    <a:pt x="369" y="235"/>
                                  </a:cubicBezTo>
                                  <a:cubicBezTo>
                                    <a:pt x="369" y="235"/>
                                    <a:pt x="369" y="235"/>
                                    <a:pt x="369" y="236"/>
                                  </a:cubicBezTo>
                                  <a:cubicBezTo>
                                    <a:pt x="369" y="236"/>
                                    <a:pt x="368" y="236"/>
                                    <a:pt x="368" y="236"/>
                                  </a:cubicBezTo>
                                  <a:cubicBezTo>
                                    <a:pt x="368" y="235"/>
                                    <a:pt x="368" y="235"/>
                                    <a:pt x="368" y="235"/>
                                  </a:cubicBezTo>
                                  <a:cubicBezTo>
                                    <a:pt x="368" y="235"/>
                                    <a:pt x="369" y="235"/>
                                    <a:pt x="369" y="235"/>
                                  </a:cubicBezTo>
                                  <a:cubicBezTo>
                                    <a:pt x="369" y="235"/>
                                    <a:pt x="369" y="235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8" y="234"/>
                                    <a:pt x="368" y="233"/>
                                  </a:cubicBezTo>
                                  <a:cubicBezTo>
                                    <a:pt x="368" y="233"/>
                                    <a:pt x="369" y="233"/>
                                    <a:pt x="369" y="233"/>
                                  </a:cubicBezTo>
                                  <a:cubicBezTo>
                                    <a:pt x="369" y="233"/>
                                    <a:pt x="369" y="233"/>
                                    <a:pt x="368" y="233"/>
                                  </a:cubicBezTo>
                                  <a:cubicBezTo>
                                    <a:pt x="368" y="232"/>
                                    <a:pt x="368" y="233"/>
                                    <a:pt x="368" y="233"/>
                                  </a:cubicBezTo>
                                  <a:cubicBezTo>
                                    <a:pt x="368" y="233"/>
                                    <a:pt x="368" y="234"/>
                                    <a:pt x="368" y="234"/>
                                  </a:cubicBezTo>
                                  <a:cubicBezTo>
                                    <a:pt x="368" y="234"/>
                                    <a:pt x="368" y="234"/>
                                    <a:pt x="368" y="234"/>
                                  </a:cubicBezTo>
                                  <a:cubicBezTo>
                                    <a:pt x="367" y="235"/>
                                    <a:pt x="368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6"/>
                                    <a:pt x="367" y="236"/>
                                  </a:cubicBezTo>
                                  <a:cubicBezTo>
                                    <a:pt x="367" y="236"/>
                                    <a:pt x="367" y="237"/>
                                    <a:pt x="367" y="237"/>
                                  </a:cubicBezTo>
                                  <a:cubicBezTo>
                                    <a:pt x="367" y="237"/>
                                    <a:pt x="367" y="237"/>
                                    <a:pt x="367" y="237"/>
                                  </a:cubicBezTo>
                                  <a:cubicBezTo>
                                    <a:pt x="367" y="237"/>
                                    <a:pt x="367" y="237"/>
                                    <a:pt x="367" y="237"/>
                                  </a:cubicBezTo>
                                  <a:cubicBezTo>
                                    <a:pt x="368" y="237"/>
                                    <a:pt x="368" y="237"/>
                                    <a:pt x="368" y="237"/>
                                  </a:cubicBezTo>
                                  <a:cubicBezTo>
                                    <a:pt x="368" y="237"/>
                                    <a:pt x="368" y="237"/>
                                    <a:pt x="368" y="237"/>
                                  </a:cubicBezTo>
                                  <a:cubicBezTo>
                                    <a:pt x="368" y="237"/>
                                    <a:pt x="368" y="238"/>
                                    <a:pt x="369" y="238"/>
                                  </a:cubicBezTo>
                                  <a:cubicBezTo>
                                    <a:pt x="369" y="238"/>
                                    <a:pt x="369" y="238"/>
                                    <a:pt x="369" y="238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70" y="239"/>
                                    <a:pt x="370" y="238"/>
                                  </a:cubicBezTo>
                                  <a:cubicBezTo>
                                    <a:pt x="370" y="238"/>
                                    <a:pt x="370" y="238"/>
                                    <a:pt x="370" y="238"/>
                                  </a:cubicBezTo>
                                  <a:cubicBezTo>
                                    <a:pt x="370" y="238"/>
                                    <a:pt x="370" y="238"/>
                                    <a:pt x="370" y="238"/>
                                  </a:cubicBezTo>
                                  <a:cubicBezTo>
                                    <a:pt x="371" y="238"/>
                                    <a:pt x="371" y="237"/>
                                    <a:pt x="370" y="237"/>
                                  </a:cubicBezTo>
                                  <a:cubicBezTo>
                                    <a:pt x="370" y="237"/>
                                    <a:pt x="370" y="237"/>
                                    <a:pt x="370" y="237"/>
                                  </a:cubicBezTo>
                                  <a:cubicBezTo>
                                    <a:pt x="370" y="237"/>
                                    <a:pt x="370" y="237"/>
                                    <a:pt x="370" y="237"/>
                                  </a:cubicBezTo>
                                  <a:cubicBezTo>
                                    <a:pt x="371" y="237"/>
                                    <a:pt x="371" y="236"/>
                                    <a:pt x="371" y="236"/>
                                  </a:cubicBezTo>
                                  <a:cubicBezTo>
                                    <a:pt x="370" y="236"/>
                                    <a:pt x="370" y="236"/>
                                    <a:pt x="370" y="236"/>
                                  </a:cubicBezTo>
                                  <a:cubicBezTo>
                                    <a:pt x="370" y="236"/>
                                    <a:pt x="370" y="236"/>
                                    <a:pt x="370" y="236"/>
                                  </a:cubicBezTo>
                                  <a:cubicBezTo>
                                    <a:pt x="370" y="236"/>
                                    <a:pt x="370" y="236"/>
                                    <a:pt x="371" y="236"/>
                                  </a:cubicBezTo>
                                  <a:cubicBezTo>
                                    <a:pt x="371" y="236"/>
                                    <a:pt x="371" y="236"/>
                                    <a:pt x="371" y="236"/>
                                  </a:cubicBezTo>
                                  <a:cubicBezTo>
                                    <a:pt x="371" y="236"/>
                                    <a:pt x="371" y="235"/>
                                    <a:pt x="372" y="235"/>
                                  </a:cubicBezTo>
                                  <a:cubicBezTo>
                                    <a:pt x="372" y="235"/>
                                    <a:pt x="373" y="235"/>
                                    <a:pt x="373" y="235"/>
                                  </a:cubicBezTo>
                                  <a:cubicBezTo>
                                    <a:pt x="373" y="235"/>
                                    <a:pt x="374" y="235"/>
                                    <a:pt x="374" y="235"/>
                                  </a:cubicBezTo>
                                  <a:cubicBezTo>
                                    <a:pt x="374" y="235"/>
                                    <a:pt x="374" y="235"/>
                                    <a:pt x="374" y="235"/>
                                  </a:cubicBezTo>
                                  <a:cubicBezTo>
                                    <a:pt x="374" y="235"/>
                                    <a:pt x="375" y="235"/>
                                    <a:pt x="375" y="235"/>
                                  </a:cubicBezTo>
                                  <a:cubicBezTo>
                                    <a:pt x="375" y="236"/>
                                    <a:pt x="375" y="236"/>
                                    <a:pt x="374" y="236"/>
                                  </a:cubicBezTo>
                                  <a:cubicBezTo>
                                    <a:pt x="374" y="236"/>
                                    <a:pt x="374" y="236"/>
                                    <a:pt x="374" y="236"/>
                                  </a:cubicBezTo>
                                  <a:cubicBezTo>
                                    <a:pt x="374" y="236"/>
                                    <a:pt x="373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7"/>
                                    <a:pt x="371" y="237"/>
                                    <a:pt x="371" y="237"/>
                                  </a:cubicBezTo>
                                  <a:cubicBezTo>
                                    <a:pt x="371" y="237"/>
                                    <a:pt x="371" y="237"/>
                                    <a:pt x="371" y="237"/>
                                  </a:cubicBezTo>
                                  <a:cubicBezTo>
                                    <a:pt x="371" y="238"/>
                                    <a:pt x="372" y="238"/>
                                    <a:pt x="372" y="238"/>
                                  </a:cubicBezTo>
                                  <a:cubicBezTo>
                                    <a:pt x="372" y="238"/>
                                    <a:pt x="372" y="238"/>
                                    <a:pt x="372" y="238"/>
                                  </a:cubicBezTo>
                                  <a:cubicBezTo>
                                    <a:pt x="372" y="238"/>
                                    <a:pt x="372" y="238"/>
                                    <a:pt x="372" y="238"/>
                                  </a:cubicBezTo>
                                  <a:cubicBezTo>
                                    <a:pt x="371" y="238"/>
                                    <a:pt x="371" y="239"/>
                                    <a:pt x="371" y="239"/>
                                  </a:cubicBezTo>
                                  <a:cubicBezTo>
                                    <a:pt x="371" y="240"/>
                                    <a:pt x="371" y="240"/>
                                    <a:pt x="370" y="241"/>
                                  </a:cubicBezTo>
                                  <a:cubicBezTo>
                                    <a:pt x="370" y="241"/>
                                    <a:pt x="370" y="241"/>
                                    <a:pt x="370" y="241"/>
                                  </a:cubicBezTo>
                                  <a:cubicBezTo>
                                    <a:pt x="370" y="241"/>
                                    <a:pt x="370" y="241"/>
                                    <a:pt x="370" y="242"/>
                                  </a:cubicBezTo>
                                  <a:cubicBezTo>
                                    <a:pt x="370" y="242"/>
                                    <a:pt x="370" y="242"/>
                                    <a:pt x="370" y="242"/>
                                  </a:cubicBezTo>
                                  <a:cubicBezTo>
                                    <a:pt x="370" y="243"/>
                                    <a:pt x="371" y="243"/>
                                    <a:pt x="371" y="243"/>
                                  </a:cubicBezTo>
                                  <a:cubicBezTo>
                                    <a:pt x="371" y="244"/>
                                    <a:pt x="372" y="244"/>
                                    <a:pt x="372" y="244"/>
                                  </a:cubicBezTo>
                                  <a:cubicBezTo>
                                    <a:pt x="372" y="243"/>
                                    <a:pt x="372" y="243"/>
                                    <a:pt x="372" y="243"/>
                                  </a:cubicBezTo>
                                  <a:cubicBezTo>
                                    <a:pt x="372" y="242"/>
                                    <a:pt x="372" y="242"/>
                                    <a:pt x="373" y="241"/>
                                  </a:cubicBezTo>
                                  <a:cubicBezTo>
                                    <a:pt x="373" y="241"/>
                                    <a:pt x="373" y="240"/>
                                    <a:pt x="373" y="240"/>
                                  </a:cubicBezTo>
                                  <a:cubicBezTo>
                                    <a:pt x="373" y="240"/>
                                    <a:pt x="372" y="240"/>
                                    <a:pt x="372" y="240"/>
                                  </a:cubicBezTo>
                                  <a:cubicBezTo>
                                    <a:pt x="372" y="240"/>
                                    <a:pt x="373" y="240"/>
                                    <a:pt x="373" y="240"/>
                                  </a:cubicBezTo>
                                  <a:cubicBezTo>
                                    <a:pt x="373" y="239"/>
                                    <a:pt x="374" y="239"/>
                                    <a:pt x="374" y="238"/>
                                  </a:cubicBezTo>
                                  <a:cubicBezTo>
                                    <a:pt x="374" y="238"/>
                                    <a:pt x="374" y="238"/>
                                    <a:pt x="374" y="238"/>
                                  </a:cubicBezTo>
                                  <a:cubicBezTo>
                                    <a:pt x="374" y="239"/>
                                    <a:pt x="374" y="239"/>
                                    <a:pt x="374" y="239"/>
                                  </a:cubicBezTo>
                                  <a:cubicBezTo>
                                    <a:pt x="374" y="239"/>
                                    <a:pt x="374" y="239"/>
                                    <a:pt x="374" y="239"/>
                                  </a:cubicBezTo>
                                  <a:cubicBezTo>
                                    <a:pt x="374" y="239"/>
                                    <a:pt x="374" y="239"/>
                                    <a:pt x="374" y="240"/>
                                  </a:cubicBezTo>
                                  <a:cubicBezTo>
                                    <a:pt x="374" y="240"/>
                                    <a:pt x="374" y="240"/>
                                    <a:pt x="373" y="240"/>
                                  </a:cubicBezTo>
                                  <a:cubicBezTo>
                                    <a:pt x="374" y="240"/>
                                    <a:pt x="374" y="240"/>
                                    <a:pt x="374" y="240"/>
                                  </a:cubicBezTo>
                                  <a:cubicBezTo>
                                    <a:pt x="374" y="240"/>
                                    <a:pt x="374" y="241"/>
                                    <a:pt x="374" y="241"/>
                                  </a:cubicBezTo>
                                  <a:cubicBezTo>
                                    <a:pt x="374" y="241"/>
                                    <a:pt x="373" y="241"/>
                                    <a:pt x="373" y="241"/>
                                  </a:cubicBezTo>
                                  <a:cubicBezTo>
                                    <a:pt x="373" y="241"/>
                                    <a:pt x="374" y="241"/>
                                    <a:pt x="373" y="241"/>
                                  </a:cubicBezTo>
                                  <a:cubicBezTo>
                                    <a:pt x="373" y="242"/>
                                    <a:pt x="373" y="242"/>
                                    <a:pt x="373" y="242"/>
                                  </a:cubicBezTo>
                                  <a:cubicBezTo>
                                    <a:pt x="373" y="242"/>
                                    <a:pt x="373" y="242"/>
                                    <a:pt x="373" y="242"/>
                                  </a:cubicBezTo>
                                  <a:cubicBezTo>
                                    <a:pt x="374" y="242"/>
                                    <a:pt x="374" y="243"/>
                                    <a:pt x="374" y="243"/>
                                  </a:cubicBezTo>
                                  <a:cubicBezTo>
                                    <a:pt x="374" y="243"/>
                                    <a:pt x="374" y="243"/>
                                    <a:pt x="374" y="243"/>
                                  </a:cubicBezTo>
                                  <a:cubicBezTo>
                                    <a:pt x="374" y="243"/>
                                    <a:pt x="374" y="243"/>
                                    <a:pt x="373" y="244"/>
                                  </a:cubicBezTo>
                                  <a:cubicBezTo>
                                    <a:pt x="373" y="244"/>
                                    <a:pt x="373" y="244"/>
                                    <a:pt x="373" y="244"/>
                                  </a:cubicBezTo>
                                  <a:cubicBezTo>
                                    <a:pt x="373" y="244"/>
                                    <a:pt x="373" y="244"/>
                                    <a:pt x="373" y="244"/>
                                  </a:cubicBezTo>
                                  <a:cubicBezTo>
                                    <a:pt x="373" y="245"/>
                                    <a:pt x="373" y="245"/>
                                    <a:pt x="373" y="245"/>
                                  </a:cubicBezTo>
                                  <a:cubicBezTo>
                                    <a:pt x="373" y="245"/>
                                    <a:pt x="373" y="245"/>
                                    <a:pt x="372" y="245"/>
                                  </a:cubicBezTo>
                                  <a:cubicBezTo>
                                    <a:pt x="372" y="246"/>
                                    <a:pt x="372" y="246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8"/>
                                  </a:cubicBezTo>
                                  <a:cubicBezTo>
                                    <a:pt x="373" y="248"/>
                                    <a:pt x="373" y="248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4" y="247"/>
                                  </a:cubicBezTo>
                                  <a:cubicBezTo>
                                    <a:pt x="374" y="246"/>
                                    <a:pt x="374" y="246"/>
                                    <a:pt x="374" y="246"/>
                                  </a:cubicBezTo>
                                  <a:cubicBezTo>
                                    <a:pt x="374" y="246"/>
                                    <a:pt x="374" y="246"/>
                                    <a:pt x="374" y="246"/>
                                  </a:cubicBezTo>
                                  <a:cubicBezTo>
                                    <a:pt x="374" y="246"/>
                                    <a:pt x="374" y="245"/>
                                    <a:pt x="374" y="245"/>
                                  </a:cubicBezTo>
                                  <a:cubicBezTo>
                                    <a:pt x="374" y="245"/>
                                    <a:pt x="374" y="245"/>
                                    <a:pt x="375" y="244"/>
                                  </a:cubicBezTo>
                                  <a:cubicBezTo>
                                    <a:pt x="375" y="244"/>
                                    <a:pt x="375" y="244"/>
                                    <a:pt x="375" y="244"/>
                                  </a:cubicBezTo>
                                  <a:cubicBezTo>
                                    <a:pt x="375" y="244"/>
                                    <a:pt x="375" y="244"/>
                                    <a:pt x="375" y="245"/>
                                  </a:cubicBezTo>
                                  <a:cubicBezTo>
                                    <a:pt x="375" y="245"/>
                                    <a:pt x="375" y="245"/>
                                    <a:pt x="375" y="245"/>
                                  </a:cubicBezTo>
                                  <a:cubicBezTo>
                                    <a:pt x="375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5"/>
                                    <a:pt x="377" y="245"/>
                                    <a:pt x="377" y="245"/>
                                  </a:cubicBezTo>
                                  <a:cubicBezTo>
                                    <a:pt x="377" y="245"/>
                                    <a:pt x="377" y="246"/>
                                    <a:pt x="377" y="246"/>
                                  </a:cubicBezTo>
                                  <a:cubicBezTo>
                                    <a:pt x="377" y="246"/>
                                    <a:pt x="376" y="247"/>
                                    <a:pt x="377" y="247"/>
                                  </a:cubicBezTo>
                                  <a:cubicBezTo>
                                    <a:pt x="377" y="247"/>
                                    <a:pt x="377" y="247"/>
                                    <a:pt x="377" y="247"/>
                                  </a:cubicBezTo>
                                  <a:cubicBezTo>
                                    <a:pt x="377" y="247"/>
                                    <a:pt x="378" y="247"/>
                                    <a:pt x="378" y="246"/>
                                  </a:cubicBezTo>
                                  <a:cubicBezTo>
                                    <a:pt x="378" y="246"/>
                                    <a:pt x="378" y="245"/>
                                    <a:pt x="378" y="244"/>
                                  </a:cubicBezTo>
                                  <a:cubicBezTo>
                                    <a:pt x="378" y="242"/>
                                    <a:pt x="378" y="240"/>
                                    <a:pt x="377" y="239"/>
                                  </a:cubicBezTo>
                                  <a:cubicBezTo>
                                    <a:pt x="377" y="239"/>
                                    <a:pt x="376" y="238"/>
                                    <a:pt x="376" y="238"/>
                                  </a:cubicBezTo>
                                  <a:cubicBezTo>
                                    <a:pt x="376" y="238"/>
                                    <a:pt x="375" y="239"/>
                                    <a:pt x="375" y="239"/>
                                  </a:cubicBezTo>
                                  <a:cubicBezTo>
                                    <a:pt x="375" y="238"/>
                                    <a:pt x="375" y="238"/>
                                    <a:pt x="376" y="238"/>
                                  </a:cubicBezTo>
                                  <a:cubicBezTo>
                                    <a:pt x="376" y="238"/>
                                    <a:pt x="377" y="237"/>
                                    <a:pt x="377" y="237"/>
                                  </a:cubicBezTo>
                                  <a:cubicBezTo>
                                    <a:pt x="377" y="237"/>
                                    <a:pt x="378" y="237"/>
                                    <a:pt x="378" y="237"/>
                                  </a:cubicBezTo>
                                  <a:cubicBezTo>
                                    <a:pt x="378" y="237"/>
                                    <a:pt x="378" y="237"/>
                                    <a:pt x="378" y="237"/>
                                  </a:cubicBezTo>
                                  <a:cubicBezTo>
                                    <a:pt x="377" y="237"/>
                                    <a:pt x="377" y="238"/>
                                    <a:pt x="377" y="238"/>
                                  </a:cubicBezTo>
                                  <a:cubicBezTo>
                                    <a:pt x="377" y="238"/>
                                    <a:pt x="377" y="238"/>
                                    <a:pt x="377" y="239"/>
                                  </a:cubicBezTo>
                                  <a:cubicBezTo>
                                    <a:pt x="378" y="240"/>
                                    <a:pt x="379" y="241"/>
                                    <a:pt x="379" y="243"/>
                                  </a:cubicBezTo>
                                  <a:cubicBezTo>
                                    <a:pt x="379" y="243"/>
                                    <a:pt x="379" y="243"/>
                                    <a:pt x="379" y="243"/>
                                  </a:cubicBezTo>
                                  <a:cubicBezTo>
                                    <a:pt x="379" y="244"/>
                                    <a:pt x="379" y="244"/>
                                    <a:pt x="379" y="244"/>
                                  </a:cubicBezTo>
                                  <a:cubicBezTo>
                                    <a:pt x="379" y="245"/>
                                    <a:pt x="379" y="245"/>
                                    <a:pt x="379" y="245"/>
                                  </a:cubicBezTo>
                                  <a:cubicBezTo>
                                    <a:pt x="380" y="246"/>
                                    <a:pt x="380" y="246"/>
                                    <a:pt x="380" y="246"/>
                                  </a:cubicBezTo>
                                  <a:cubicBezTo>
                                    <a:pt x="381" y="246"/>
                                    <a:pt x="380" y="246"/>
                                    <a:pt x="380" y="246"/>
                                  </a:cubicBezTo>
                                  <a:cubicBezTo>
                                    <a:pt x="380" y="246"/>
                                    <a:pt x="379" y="246"/>
                                    <a:pt x="379" y="246"/>
                                  </a:cubicBezTo>
                                  <a:cubicBezTo>
                                    <a:pt x="379" y="247"/>
                                    <a:pt x="379" y="247"/>
                                    <a:pt x="378" y="247"/>
                                  </a:cubicBezTo>
                                  <a:cubicBezTo>
                                    <a:pt x="378" y="247"/>
                                    <a:pt x="378" y="247"/>
                                    <a:pt x="378" y="247"/>
                                  </a:cubicBezTo>
                                  <a:cubicBezTo>
                                    <a:pt x="378" y="248"/>
                                    <a:pt x="378" y="248"/>
                                    <a:pt x="378" y="248"/>
                                  </a:cubicBezTo>
                                  <a:cubicBezTo>
                                    <a:pt x="379" y="249"/>
                                    <a:pt x="379" y="251"/>
                                    <a:pt x="379" y="252"/>
                                  </a:cubicBezTo>
                                  <a:cubicBezTo>
                                    <a:pt x="379" y="252"/>
                                    <a:pt x="379" y="252"/>
                                    <a:pt x="379" y="252"/>
                                  </a:cubicBezTo>
                                  <a:cubicBezTo>
                                    <a:pt x="379" y="252"/>
                                    <a:pt x="379" y="252"/>
                                    <a:pt x="379" y="252"/>
                                  </a:cubicBezTo>
                                  <a:cubicBezTo>
                                    <a:pt x="380" y="252"/>
                                    <a:pt x="382" y="251"/>
                                    <a:pt x="382" y="250"/>
                                  </a:cubicBezTo>
                                  <a:cubicBezTo>
                                    <a:pt x="383" y="250"/>
                                    <a:pt x="384" y="248"/>
                                    <a:pt x="384" y="247"/>
                                  </a:cubicBezTo>
                                  <a:cubicBezTo>
                                    <a:pt x="384" y="246"/>
                                    <a:pt x="385" y="246"/>
                                    <a:pt x="384" y="245"/>
                                  </a:cubicBezTo>
                                  <a:cubicBezTo>
                                    <a:pt x="384" y="244"/>
                                    <a:pt x="384" y="243"/>
                                    <a:pt x="384" y="242"/>
                                  </a:cubicBezTo>
                                  <a:cubicBezTo>
                                    <a:pt x="384" y="241"/>
                                    <a:pt x="384" y="241"/>
                                    <a:pt x="384" y="240"/>
                                  </a:cubicBezTo>
                                  <a:cubicBezTo>
                                    <a:pt x="384" y="240"/>
                                    <a:pt x="384" y="240"/>
                                    <a:pt x="384" y="240"/>
                                  </a:cubicBezTo>
                                  <a:cubicBezTo>
                                    <a:pt x="384" y="240"/>
                                    <a:pt x="384" y="240"/>
                                    <a:pt x="384" y="240"/>
                                  </a:cubicBezTo>
                                  <a:cubicBezTo>
                                    <a:pt x="385" y="239"/>
                                    <a:pt x="385" y="239"/>
                                    <a:pt x="385" y="239"/>
                                  </a:cubicBezTo>
                                  <a:cubicBezTo>
                                    <a:pt x="385" y="239"/>
                                    <a:pt x="385" y="238"/>
                                    <a:pt x="385" y="23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5" name="Freeform 765">
                              <a:extLst>
                                <a:ext uri="{FF2B5EF4-FFF2-40B4-BE49-F238E27FC236}">
                                  <a16:creationId xmlns:a16="http://schemas.microsoft.com/office/drawing/2014/main" id="{E3B22561-1410-0E55-9F76-5A30C81DAA4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39788" y="4262438"/>
                              <a:ext cx="190500" cy="96838"/>
                            </a:xfrm>
                            <a:custGeom>
                              <a:avLst/>
                              <a:gdLst>
                                <a:gd name="T0" fmla="*/ 41 w 46"/>
                                <a:gd name="T1" fmla="*/ 20 h 23"/>
                                <a:gd name="T2" fmla="*/ 40 w 46"/>
                                <a:gd name="T3" fmla="*/ 18 h 23"/>
                                <a:gd name="T4" fmla="*/ 41 w 46"/>
                                <a:gd name="T5" fmla="*/ 17 h 23"/>
                                <a:gd name="T6" fmla="*/ 12 w 46"/>
                                <a:gd name="T7" fmla="*/ 1 h 23"/>
                                <a:gd name="T8" fmla="*/ 11 w 46"/>
                                <a:gd name="T9" fmla="*/ 3 h 23"/>
                                <a:gd name="T10" fmla="*/ 11 w 46"/>
                                <a:gd name="T11" fmla="*/ 4 h 23"/>
                                <a:gd name="T12" fmla="*/ 9 w 46"/>
                                <a:gd name="T13" fmla="*/ 4 h 23"/>
                                <a:gd name="T14" fmla="*/ 7 w 46"/>
                                <a:gd name="T15" fmla="*/ 3 h 23"/>
                                <a:gd name="T16" fmla="*/ 6 w 46"/>
                                <a:gd name="T17" fmla="*/ 1 h 23"/>
                                <a:gd name="T18" fmla="*/ 7 w 46"/>
                                <a:gd name="T19" fmla="*/ 1 h 23"/>
                                <a:gd name="T20" fmla="*/ 8 w 46"/>
                                <a:gd name="T21" fmla="*/ 0 h 23"/>
                                <a:gd name="T22" fmla="*/ 9 w 46"/>
                                <a:gd name="T23" fmla="*/ 0 h 23"/>
                                <a:gd name="T24" fmla="*/ 10 w 46"/>
                                <a:gd name="T25" fmla="*/ 0 h 23"/>
                                <a:gd name="T26" fmla="*/ 11 w 46"/>
                                <a:gd name="T27" fmla="*/ 0 h 23"/>
                                <a:gd name="T28" fmla="*/ 44 w 46"/>
                                <a:gd name="T29" fmla="*/ 14 h 23"/>
                                <a:gd name="T30" fmla="*/ 42 w 46"/>
                                <a:gd name="T31" fmla="*/ 15 h 23"/>
                                <a:gd name="T32" fmla="*/ 39 w 46"/>
                                <a:gd name="T33" fmla="*/ 15 h 23"/>
                                <a:gd name="T34" fmla="*/ 37 w 46"/>
                                <a:gd name="T35" fmla="*/ 14 h 23"/>
                                <a:gd name="T36" fmla="*/ 38 w 46"/>
                                <a:gd name="T37" fmla="*/ 13 h 23"/>
                                <a:gd name="T38" fmla="*/ 40 w 46"/>
                                <a:gd name="T39" fmla="*/ 14 h 23"/>
                                <a:gd name="T40" fmla="*/ 41 w 46"/>
                                <a:gd name="T41" fmla="*/ 14 h 23"/>
                                <a:gd name="T42" fmla="*/ 42 w 46"/>
                                <a:gd name="T43" fmla="*/ 14 h 23"/>
                                <a:gd name="T44" fmla="*/ 44 w 46"/>
                                <a:gd name="T45" fmla="*/ 14 h 23"/>
                                <a:gd name="T46" fmla="*/ 1 w 46"/>
                                <a:gd name="T47" fmla="*/ 3 h 23"/>
                                <a:gd name="T48" fmla="*/ 0 w 46"/>
                                <a:gd name="T49" fmla="*/ 6 h 23"/>
                                <a:gd name="T50" fmla="*/ 2 w 46"/>
                                <a:gd name="T51" fmla="*/ 4 h 23"/>
                                <a:gd name="T52" fmla="*/ 46 w 46"/>
                                <a:gd name="T53" fmla="*/ 22 h 23"/>
                                <a:gd name="T54" fmla="*/ 45 w 46"/>
                                <a:gd name="T55" fmla="*/ 23 h 23"/>
                                <a:gd name="T56" fmla="*/ 46 w 46"/>
                                <a:gd name="T57" fmla="*/ 23 h 23"/>
                                <a:gd name="T58" fmla="*/ 32 w 46"/>
                                <a:gd name="T59" fmla="*/ 12 h 23"/>
                                <a:gd name="T60" fmla="*/ 31 w 46"/>
                                <a:gd name="T61" fmla="*/ 12 h 23"/>
                                <a:gd name="T62" fmla="*/ 30 w 46"/>
                                <a:gd name="T63" fmla="*/ 13 h 23"/>
                                <a:gd name="T64" fmla="*/ 30 w 46"/>
                                <a:gd name="T65" fmla="*/ 12 h 23"/>
                                <a:gd name="T66" fmla="*/ 30 w 46"/>
                                <a:gd name="T67" fmla="*/ 12 h 23"/>
                                <a:gd name="T68" fmla="*/ 29 w 46"/>
                                <a:gd name="T69" fmla="*/ 12 h 23"/>
                                <a:gd name="T70" fmla="*/ 29 w 46"/>
                                <a:gd name="T71" fmla="*/ 12 h 23"/>
                                <a:gd name="T72" fmla="*/ 29 w 46"/>
                                <a:gd name="T73" fmla="*/ 11 h 23"/>
                                <a:gd name="T74" fmla="*/ 29 w 46"/>
                                <a:gd name="T75" fmla="*/ 11 h 23"/>
                                <a:gd name="T76" fmla="*/ 28 w 46"/>
                                <a:gd name="T77" fmla="*/ 11 h 23"/>
                                <a:gd name="T78" fmla="*/ 28 w 46"/>
                                <a:gd name="T79" fmla="*/ 11 h 23"/>
                                <a:gd name="T80" fmla="*/ 28 w 46"/>
                                <a:gd name="T81" fmla="*/ 12 h 23"/>
                                <a:gd name="T82" fmla="*/ 27 w 46"/>
                                <a:gd name="T83" fmla="*/ 12 h 23"/>
                                <a:gd name="T84" fmla="*/ 26 w 46"/>
                                <a:gd name="T85" fmla="*/ 11 h 23"/>
                                <a:gd name="T86" fmla="*/ 25 w 46"/>
                                <a:gd name="T87" fmla="*/ 10 h 23"/>
                                <a:gd name="T88" fmla="*/ 25 w 46"/>
                                <a:gd name="T89" fmla="*/ 8 h 23"/>
                                <a:gd name="T90" fmla="*/ 26 w 46"/>
                                <a:gd name="T91" fmla="*/ 8 h 23"/>
                                <a:gd name="T92" fmla="*/ 26 w 46"/>
                                <a:gd name="T93" fmla="*/ 8 h 23"/>
                                <a:gd name="T94" fmla="*/ 28 w 46"/>
                                <a:gd name="T95" fmla="*/ 7 h 23"/>
                                <a:gd name="T96" fmla="*/ 30 w 46"/>
                                <a:gd name="T97" fmla="*/ 9 h 23"/>
                                <a:gd name="T98" fmla="*/ 30 w 46"/>
                                <a:gd name="T99" fmla="*/ 10 h 23"/>
                                <a:gd name="T100" fmla="*/ 31 w 46"/>
                                <a:gd name="T101" fmla="*/ 10 h 23"/>
                                <a:gd name="T102" fmla="*/ 31 w 46"/>
                                <a:gd name="T103" fmla="*/ 11 h 23"/>
                                <a:gd name="T104" fmla="*/ 32 w 46"/>
                                <a:gd name="T105" fmla="*/ 11 h 23"/>
                                <a:gd name="T106" fmla="*/ 2 w 46"/>
                                <a:gd name="T107" fmla="*/ 2 h 23"/>
                                <a:gd name="T108" fmla="*/ 29 w 46"/>
                                <a:gd name="T109" fmla="*/ 11 h 2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46" h="23">
                                  <a:moveTo>
                                    <a:pt x="43" y="18"/>
                                  </a:move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2" y="19"/>
                                    <a:pt x="42" y="20"/>
                                    <a:pt x="42" y="20"/>
                                  </a:cubicBezTo>
                                  <a:cubicBezTo>
                                    <a:pt x="42" y="20"/>
                                    <a:pt x="42" y="20"/>
                                    <a:pt x="41" y="20"/>
                                  </a:cubicBezTo>
                                  <a:cubicBezTo>
                                    <a:pt x="41" y="20"/>
                                    <a:pt x="41" y="20"/>
                                    <a:pt x="41" y="20"/>
                                  </a:cubicBezTo>
                                  <a:cubicBezTo>
                                    <a:pt x="41" y="20"/>
                                    <a:pt x="41" y="20"/>
                                    <a:pt x="41" y="20"/>
                                  </a:cubicBezTo>
                                  <a:cubicBezTo>
                                    <a:pt x="41" y="20"/>
                                    <a:pt x="41" y="19"/>
                                    <a:pt x="41" y="19"/>
                                  </a:cubicBezTo>
                                  <a:cubicBezTo>
                                    <a:pt x="41" y="19"/>
                                    <a:pt x="41" y="19"/>
                                    <a:pt x="41" y="19"/>
                                  </a:cubicBezTo>
                                  <a:cubicBezTo>
                                    <a:pt x="41" y="19"/>
                                    <a:pt x="41" y="18"/>
                                    <a:pt x="40" y="18"/>
                                  </a:cubicBezTo>
                                  <a:cubicBezTo>
                                    <a:pt x="40" y="18"/>
                                    <a:pt x="40" y="18"/>
                                    <a:pt x="40" y="18"/>
                                  </a:cubicBezTo>
                                  <a:cubicBezTo>
                                    <a:pt x="40" y="18"/>
                                    <a:pt x="40" y="18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2" y="17"/>
                                  </a:cubicBezTo>
                                  <a:cubicBezTo>
                                    <a:pt x="42" y="17"/>
                                    <a:pt x="42" y="17"/>
                                    <a:pt x="42" y="18"/>
                                  </a:cubicBezTo>
                                  <a:cubicBezTo>
                                    <a:pt x="42" y="18"/>
                                    <a:pt x="43" y="18"/>
                                    <a:pt x="43" y="18"/>
                                  </a:cubicBezTo>
                                  <a:close/>
                                  <a:moveTo>
                                    <a:pt x="12" y="1"/>
                                  </a:move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2" y="0"/>
                                    <a:pt x="12" y="0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lose/>
                                  <a:moveTo>
                                    <a:pt x="44" y="14"/>
                                  </a:move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3" y="15"/>
                                    <a:pt x="43" y="15"/>
                                  </a:cubicBezTo>
                                  <a:cubicBezTo>
                                    <a:pt x="43" y="15"/>
                                    <a:pt x="43" y="16"/>
                                    <a:pt x="42" y="15"/>
                                  </a:cubicBez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6"/>
                                    <a:pt x="42" y="15"/>
                                    <a:pt x="42" y="15"/>
                                  </a:cubicBezTo>
                                  <a:cubicBezTo>
                                    <a:pt x="41" y="15"/>
                                    <a:pt x="41" y="15"/>
                                    <a:pt x="41" y="15"/>
                                  </a:cubicBezTo>
                                  <a:cubicBezTo>
                                    <a:pt x="41" y="15"/>
                                    <a:pt x="40" y="15"/>
                                    <a:pt x="40" y="15"/>
                                  </a:cubicBezTo>
                                  <a:cubicBezTo>
                                    <a:pt x="40" y="15"/>
                                    <a:pt x="40" y="15"/>
                                    <a:pt x="40" y="15"/>
                                  </a:cubicBezTo>
                                  <a:cubicBezTo>
                                    <a:pt x="40" y="15"/>
                                    <a:pt x="40" y="15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5"/>
                                  </a:cubicBezTo>
                                  <a:cubicBezTo>
                                    <a:pt x="39" y="15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8" y="15"/>
                                    <a:pt x="38" y="15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7" y="15"/>
                                    <a:pt x="37" y="14"/>
                                  </a:cubicBezTo>
                                  <a:cubicBezTo>
                                    <a:pt x="37" y="14"/>
                                    <a:pt x="37" y="14"/>
                                    <a:pt x="37" y="14"/>
                                  </a:cubicBezTo>
                                  <a:cubicBezTo>
                                    <a:pt x="37" y="14"/>
                                    <a:pt x="37" y="14"/>
                                    <a:pt x="37" y="14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8" y="13"/>
                                    <a:pt x="38" y="13"/>
                                    <a:pt x="38" y="13"/>
                                  </a:cubicBezTo>
                                  <a:cubicBezTo>
                                    <a:pt x="38" y="13"/>
                                    <a:pt x="38" y="13"/>
                                    <a:pt x="38" y="13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lose/>
                                  <a:moveTo>
                                    <a:pt x="2" y="3"/>
                                  </a:move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0" y="4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lose/>
                                  <a:moveTo>
                                    <a:pt x="46" y="22"/>
                                  </a:move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1"/>
                                    <a:pt x="46" y="22"/>
                                  </a:cubicBezTo>
                                  <a:cubicBezTo>
                                    <a:pt x="46" y="22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5" y="22"/>
                                    <a:pt x="45" y="22"/>
                                  </a:cubicBezTo>
                                  <a:cubicBezTo>
                                    <a:pt x="44" y="22"/>
                                    <a:pt x="44" y="22"/>
                                    <a:pt x="44" y="22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lose/>
                                  <a:moveTo>
                                    <a:pt x="29" y="11"/>
                                  </a:move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lose/>
                                  <a:moveTo>
                                    <a:pt x="32" y="12"/>
                                  </a:moveTo>
                                  <a:cubicBezTo>
                                    <a:pt x="32" y="12"/>
                                    <a:pt x="32" y="12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2"/>
                                  </a:cubicBezTo>
                                  <a:cubicBezTo>
                                    <a:pt x="32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29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8" y="12"/>
                                    <a:pt x="28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6" y="12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5" y="10"/>
                                  </a:cubicBezTo>
                                  <a:cubicBezTo>
                                    <a:pt x="25" y="10"/>
                                    <a:pt x="25" y="10"/>
                                    <a:pt x="25" y="10"/>
                                  </a:cubicBezTo>
                                  <a:cubicBezTo>
                                    <a:pt x="25" y="10"/>
                                    <a:pt x="25" y="10"/>
                                    <a:pt x="25" y="10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7" y="8"/>
                                    <a:pt x="27" y="8"/>
                                  </a:cubicBezTo>
                                  <a:cubicBezTo>
                                    <a:pt x="27" y="8"/>
                                    <a:pt x="27" y="8"/>
                                    <a:pt x="27" y="8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7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9" y="7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1" y="10"/>
                                    <a:pt x="31" y="10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lose/>
                                  <a:moveTo>
                                    <a:pt x="2" y="2"/>
                                  </a:move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lose/>
                                  <a:moveTo>
                                    <a:pt x="29" y="11"/>
                                  </a:move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6" name="Freeform 766">
                              <a:extLst>
                                <a:ext uri="{FF2B5EF4-FFF2-40B4-BE49-F238E27FC236}">
                                  <a16:creationId xmlns:a16="http://schemas.microsoft.com/office/drawing/2014/main" id="{03E40B88-24E0-01B7-BE60-9E7004972B6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062163" y="3887788"/>
                              <a:ext cx="846137" cy="558800"/>
                            </a:xfrm>
                            <a:custGeom>
                              <a:avLst/>
                              <a:gdLst>
                                <a:gd name="T0" fmla="*/ 26 w 203"/>
                                <a:gd name="T1" fmla="*/ 29 h 134"/>
                                <a:gd name="T2" fmla="*/ 33 w 203"/>
                                <a:gd name="T3" fmla="*/ 29 h 134"/>
                                <a:gd name="T4" fmla="*/ 132 w 203"/>
                                <a:gd name="T5" fmla="*/ 53 h 134"/>
                                <a:gd name="T6" fmla="*/ 120 w 203"/>
                                <a:gd name="T7" fmla="*/ 48 h 134"/>
                                <a:gd name="T8" fmla="*/ 113 w 203"/>
                                <a:gd name="T9" fmla="*/ 35 h 134"/>
                                <a:gd name="T10" fmla="*/ 99 w 203"/>
                                <a:gd name="T11" fmla="*/ 22 h 134"/>
                                <a:gd name="T12" fmla="*/ 88 w 203"/>
                                <a:gd name="T13" fmla="*/ 27 h 134"/>
                                <a:gd name="T14" fmla="*/ 60 w 203"/>
                                <a:gd name="T15" fmla="*/ 8 h 134"/>
                                <a:gd name="T16" fmla="*/ 1 w 203"/>
                                <a:gd name="T17" fmla="*/ 5 h 134"/>
                                <a:gd name="T18" fmla="*/ 5 w 203"/>
                                <a:gd name="T19" fmla="*/ 14 h 134"/>
                                <a:gd name="T20" fmla="*/ 10 w 203"/>
                                <a:gd name="T21" fmla="*/ 23 h 134"/>
                                <a:gd name="T22" fmla="*/ 19 w 203"/>
                                <a:gd name="T23" fmla="*/ 32 h 134"/>
                                <a:gd name="T24" fmla="*/ 20 w 203"/>
                                <a:gd name="T25" fmla="*/ 38 h 134"/>
                                <a:gd name="T26" fmla="*/ 17 w 203"/>
                                <a:gd name="T27" fmla="*/ 39 h 134"/>
                                <a:gd name="T28" fmla="*/ 19 w 203"/>
                                <a:gd name="T29" fmla="*/ 44 h 134"/>
                                <a:gd name="T30" fmla="*/ 25 w 203"/>
                                <a:gd name="T31" fmla="*/ 46 h 134"/>
                                <a:gd name="T32" fmla="*/ 27 w 203"/>
                                <a:gd name="T33" fmla="*/ 47 h 134"/>
                                <a:gd name="T34" fmla="*/ 33 w 203"/>
                                <a:gd name="T35" fmla="*/ 60 h 134"/>
                                <a:gd name="T36" fmla="*/ 42 w 203"/>
                                <a:gd name="T37" fmla="*/ 67 h 134"/>
                                <a:gd name="T38" fmla="*/ 52 w 203"/>
                                <a:gd name="T39" fmla="*/ 71 h 134"/>
                                <a:gd name="T40" fmla="*/ 46 w 203"/>
                                <a:gd name="T41" fmla="*/ 65 h 134"/>
                                <a:gd name="T42" fmla="*/ 42 w 203"/>
                                <a:gd name="T43" fmla="*/ 59 h 134"/>
                                <a:gd name="T44" fmla="*/ 36 w 203"/>
                                <a:gd name="T45" fmla="*/ 45 h 134"/>
                                <a:gd name="T46" fmla="*/ 34 w 203"/>
                                <a:gd name="T47" fmla="*/ 43 h 134"/>
                                <a:gd name="T48" fmla="*/ 28 w 203"/>
                                <a:gd name="T49" fmla="*/ 33 h 134"/>
                                <a:gd name="T50" fmla="*/ 24 w 203"/>
                                <a:gd name="T51" fmla="*/ 28 h 134"/>
                                <a:gd name="T52" fmla="*/ 17 w 203"/>
                                <a:gd name="T53" fmla="*/ 17 h 134"/>
                                <a:gd name="T54" fmla="*/ 20 w 203"/>
                                <a:gd name="T55" fmla="*/ 10 h 134"/>
                                <a:gd name="T56" fmla="*/ 27 w 203"/>
                                <a:gd name="T57" fmla="*/ 16 h 134"/>
                                <a:gd name="T58" fmla="*/ 33 w 203"/>
                                <a:gd name="T59" fmla="*/ 27 h 134"/>
                                <a:gd name="T60" fmla="*/ 38 w 203"/>
                                <a:gd name="T61" fmla="*/ 36 h 134"/>
                                <a:gd name="T62" fmla="*/ 49 w 203"/>
                                <a:gd name="T63" fmla="*/ 46 h 134"/>
                                <a:gd name="T64" fmla="*/ 52 w 203"/>
                                <a:gd name="T65" fmla="*/ 52 h 134"/>
                                <a:gd name="T66" fmla="*/ 54 w 203"/>
                                <a:gd name="T67" fmla="*/ 55 h 134"/>
                                <a:gd name="T68" fmla="*/ 61 w 203"/>
                                <a:gd name="T69" fmla="*/ 59 h 134"/>
                                <a:gd name="T70" fmla="*/ 64 w 203"/>
                                <a:gd name="T71" fmla="*/ 63 h 134"/>
                                <a:gd name="T72" fmla="*/ 74 w 203"/>
                                <a:gd name="T73" fmla="*/ 74 h 134"/>
                                <a:gd name="T74" fmla="*/ 80 w 203"/>
                                <a:gd name="T75" fmla="*/ 88 h 134"/>
                                <a:gd name="T76" fmla="*/ 80 w 203"/>
                                <a:gd name="T77" fmla="*/ 98 h 134"/>
                                <a:gd name="T78" fmla="*/ 94 w 203"/>
                                <a:gd name="T79" fmla="*/ 109 h 134"/>
                                <a:gd name="T80" fmla="*/ 116 w 203"/>
                                <a:gd name="T81" fmla="*/ 118 h 134"/>
                                <a:gd name="T82" fmla="*/ 130 w 203"/>
                                <a:gd name="T83" fmla="*/ 124 h 134"/>
                                <a:gd name="T84" fmla="*/ 148 w 203"/>
                                <a:gd name="T85" fmla="*/ 123 h 134"/>
                                <a:gd name="T86" fmla="*/ 154 w 203"/>
                                <a:gd name="T87" fmla="*/ 123 h 134"/>
                                <a:gd name="T88" fmla="*/ 165 w 203"/>
                                <a:gd name="T89" fmla="*/ 132 h 134"/>
                                <a:gd name="T90" fmla="*/ 179 w 203"/>
                                <a:gd name="T91" fmla="*/ 121 h 134"/>
                                <a:gd name="T92" fmla="*/ 175 w 203"/>
                                <a:gd name="T93" fmla="*/ 115 h 134"/>
                                <a:gd name="T94" fmla="*/ 195 w 203"/>
                                <a:gd name="T95" fmla="*/ 104 h 134"/>
                                <a:gd name="T96" fmla="*/ 196 w 203"/>
                                <a:gd name="T97" fmla="*/ 109 h 134"/>
                                <a:gd name="T98" fmla="*/ 199 w 203"/>
                                <a:gd name="T99" fmla="*/ 101 h 134"/>
                                <a:gd name="T100" fmla="*/ 198 w 203"/>
                                <a:gd name="T101" fmla="*/ 100 h 134"/>
                                <a:gd name="T102" fmla="*/ 199 w 203"/>
                                <a:gd name="T103" fmla="*/ 94 h 134"/>
                                <a:gd name="T104" fmla="*/ 199 w 203"/>
                                <a:gd name="T105" fmla="*/ 85 h 134"/>
                                <a:gd name="T106" fmla="*/ 178 w 203"/>
                                <a:gd name="T107" fmla="*/ 97 h 134"/>
                                <a:gd name="T108" fmla="*/ 167 w 203"/>
                                <a:gd name="T109" fmla="*/ 105 h 134"/>
                                <a:gd name="T110" fmla="*/ 144 w 203"/>
                                <a:gd name="T111" fmla="*/ 105 h 134"/>
                                <a:gd name="T112" fmla="*/ 132 w 203"/>
                                <a:gd name="T113" fmla="*/ 84 h 134"/>
                                <a:gd name="T114" fmla="*/ 130 w 203"/>
                                <a:gd name="T115" fmla="*/ 80 h 134"/>
                                <a:gd name="T116" fmla="*/ 129 w 203"/>
                                <a:gd name="T117" fmla="*/ 63 h 134"/>
                                <a:gd name="T118" fmla="*/ 131 w 203"/>
                                <a:gd name="T119" fmla="*/ 57 h 13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203" h="134">
                                  <a:moveTo>
                                    <a:pt x="25" y="27"/>
                                  </a:moveTo>
                                  <a:cubicBezTo>
                                    <a:pt x="25" y="27"/>
                                    <a:pt x="26" y="27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8"/>
                                    <a:pt x="25" y="28"/>
                                    <a:pt x="25" y="28"/>
                                  </a:cubicBezTo>
                                  <a:cubicBezTo>
                                    <a:pt x="25" y="28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5"/>
                                    <a:pt x="25" y="25"/>
                                  </a:cubicBezTo>
                                  <a:cubicBezTo>
                                    <a:pt x="25" y="25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7"/>
                                  </a:cubicBezTo>
                                  <a:close/>
                                  <a:moveTo>
                                    <a:pt x="32" y="31"/>
                                  </a:move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0"/>
                                    <a:pt x="33" y="30"/>
                                    <a:pt x="33" y="29"/>
                                  </a:cubicBezTo>
                                  <a:cubicBezTo>
                                    <a:pt x="33" y="29"/>
                                    <a:pt x="32" y="29"/>
                                    <a:pt x="32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1" y="28"/>
                                    <a:pt x="31" y="28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30"/>
                                  </a:cubicBezTo>
                                  <a:cubicBezTo>
                                    <a:pt x="30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lose/>
                                  <a:moveTo>
                                    <a:pt x="132" y="53"/>
                                  </a:moveTo>
                                  <a:cubicBezTo>
                                    <a:pt x="132" y="53"/>
                                    <a:pt x="131" y="53"/>
                                    <a:pt x="131" y="52"/>
                                  </a:cubicBezTo>
                                  <a:cubicBezTo>
                                    <a:pt x="131" y="52"/>
                                    <a:pt x="130" y="52"/>
                                    <a:pt x="130" y="52"/>
                                  </a:cubicBezTo>
                                  <a:cubicBezTo>
                                    <a:pt x="128" y="52"/>
                                    <a:pt x="128" y="52"/>
                                    <a:pt x="128" y="52"/>
                                  </a:cubicBezTo>
                                  <a:cubicBezTo>
                                    <a:pt x="127" y="52"/>
                                    <a:pt x="127" y="52"/>
                                    <a:pt x="127" y="52"/>
                                  </a:cubicBezTo>
                                  <a:cubicBezTo>
                                    <a:pt x="126" y="51"/>
                                    <a:pt x="126" y="51"/>
                                    <a:pt x="126" y="51"/>
                                  </a:cubicBezTo>
                                  <a:cubicBezTo>
                                    <a:pt x="125" y="50"/>
                                    <a:pt x="125" y="50"/>
                                    <a:pt x="125" y="50"/>
                                  </a:cubicBezTo>
                                  <a:cubicBezTo>
                                    <a:pt x="124" y="50"/>
                                    <a:pt x="124" y="50"/>
                                    <a:pt x="124" y="50"/>
                                  </a:cubicBezTo>
                                  <a:cubicBezTo>
                                    <a:pt x="122" y="49"/>
                                    <a:pt x="122" y="49"/>
                                    <a:pt x="122" y="49"/>
                                  </a:cubicBezTo>
                                  <a:cubicBezTo>
                                    <a:pt x="121" y="49"/>
                                    <a:pt x="121" y="49"/>
                                    <a:pt x="121" y="49"/>
                                  </a:cubicBezTo>
                                  <a:cubicBezTo>
                                    <a:pt x="120" y="48"/>
                                    <a:pt x="120" y="48"/>
                                    <a:pt x="120" y="48"/>
                                  </a:cubicBezTo>
                                  <a:cubicBezTo>
                                    <a:pt x="120" y="46"/>
                                    <a:pt x="120" y="46"/>
                                    <a:pt x="120" y="46"/>
                                  </a:cubicBezTo>
                                  <a:cubicBezTo>
                                    <a:pt x="119" y="44"/>
                                    <a:pt x="119" y="44"/>
                                    <a:pt x="119" y="44"/>
                                  </a:cubicBezTo>
                                  <a:cubicBezTo>
                                    <a:pt x="119" y="43"/>
                                    <a:pt x="119" y="43"/>
                                    <a:pt x="119" y="43"/>
                                  </a:cubicBezTo>
                                  <a:cubicBezTo>
                                    <a:pt x="119" y="43"/>
                                    <a:pt x="118" y="43"/>
                                    <a:pt x="118" y="42"/>
                                  </a:cubicBezTo>
                                  <a:cubicBezTo>
                                    <a:pt x="118" y="42"/>
                                    <a:pt x="118" y="42"/>
                                    <a:pt x="118" y="42"/>
                                  </a:cubicBezTo>
                                  <a:cubicBezTo>
                                    <a:pt x="118" y="42"/>
                                    <a:pt x="118" y="41"/>
                                    <a:pt x="118" y="41"/>
                                  </a:cubicBezTo>
                                  <a:cubicBezTo>
                                    <a:pt x="118" y="40"/>
                                    <a:pt x="118" y="40"/>
                                    <a:pt x="118" y="40"/>
                                  </a:cubicBezTo>
                                  <a:cubicBezTo>
                                    <a:pt x="116" y="39"/>
                                    <a:pt x="116" y="39"/>
                                    <a:pt x="116" y="39"/>
                                  </a:cubicBezTo>
                                  <a:cubicBezTo>
                                    <a:pt x="116" y="39"/>
                                    <a:pt x="115" y="37"/>
                                    <a:pt x="115" y="37"/>
                                  </a:cubicBezTo>
                                  <a:cubicBezTo>
                                    <a:pt x="115" y="37"/>
                                    <a:pt x="113" y="35"/>
                                    <a:pt x="113" y="35"/>
                                  </a:cubicBezTo>
                                  <a:cubicBezTo>
                                    <a:pt x="113" y="35"/>
                                    <a:pt x="113" y="33"/>
                                    <a:pt x="113" y="33"/>
                                  </a:cubicBezTo>
                                  <a:cubicBezTo>
                                    <a:pt x="113" y="33"/>
                                    <a:pt x="110" y="30"/>
                                    <a:pt x="110" y="30"/>
                                  </a:cubicBezTo>
                                  <a:cubicBezTo>
                                    <a:pt x="110" y="28"/>
                                    <a:pt x="110" y="28"/>
                                    <a:pt x="110" y="28"/>
                                  </a:cubicBezTo>
                                  <a:cubicBezTo>
                                    <a:pt x="108" y="26"/>
                                    <a:pt x="108" y="26"/>
                                    <a:pt x="108" y="26"/>
                                  </a:cubicBezTo>
                                  <a:cubicBezTo>
                                    <a:pt x="106" y="25"/>
                                    <a:pt x="106" y="25"/>
                                    <a:pt x="106" y="25"/>
                                  </a:cubicBezTo>
                                  <a:cubicBezTo>
                                    <a:pt x="106" y="25"/>
                                    <a:pt x="106" y="25"/>
                                    <a:pt x="106" y="25"/>
                                  </a:cubicBezTo>
                                  <a:cubicBezTo>
                                    <a:pt x="106" y="24"/>
                                    <a:pt x="106" y="24"/>
                                    <a:pt x="106" y="24"/>
                                  </a:cubicBezTo>
                                  <a:cubicBezTo>
                                    <a:pt x="105" y="23"/>
                                    <a:pt x="105" y="23"/>
                                    <a:pt x="105" y="23"/>
                                  </a:cubicBezTo>
                                  <a:cubicBezTo>
                                    <a:pt x="101" y="23"/>
                                    <a:pt x="101" y="23"/>
                                    <a:pt x="101" y="23"/>
                                  </a:cubicBezTo>
                                  <a:cubicBezTo>
                                    <a:pt x="99" y="22"/>
                                    <a:pt x="99" y="22"/>
                                    <a:pt x="99" y="22"/>
                                  </a:cubicBezTo>
                                  <a:cubicBezTo>
                                    <a:pt x="99" y="24"/>
                                    <a:pt x="99" y="24"/>
                                    <a:pt x="99" y="24"/>
                                  </a:cubicBezTo>
                                  <a:cubicBezTo>
                                    <a:pt x="97" y="24"/>
                                    <a:pt x="97" y="24"/>
                                    <a:pt x="97" y="24"/>
                                  </a:cubicBezTo>
                                  <a:cubicBezTo>
                                    <a:pt x="97" y="24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6"/>
                                    <a:pt x="96" y="26"/>
                                  </a:cubicBezTo>
                                  <a:cubicBezTo>
                                    <a:pt x="95" y="27"/>
                                    <a:pt x="95" y="27"/>
                                    <a:pt x="95" y="27"/>
                                  </a:cubicBezTo>
                                  <a:cubicBezTo>
                                    <a:pt x="95" y="28"/>
                                    <a:pt x="95" y="28"/>
                                    <a:pt x="95" y="28"/>
                                  </a:cubicBezTo>
                                  <a:cubicBezTo>
                                    <a:pt x="94" y="29"/>
                                    <a:pt x="94" y="29"/>
                                    <a:pt x="94" y="29"/>
                                  </a:cubicBezTo>
                                  <a:cubicBezTo>
                                    <a:pt x="93" y="29"/>
                                    <a:pt x="93" y="29"/>
                                    <a:pt x="93" y="29"/>
                                  </a:cubicBezTo>
                                  <a:cubicBezTo>
                                    <a:pt x="90" y="27"/>
                                    <a:pt x="90" y="27"/>
                                    <a:pt x="90" y="27"/>
                                  </a:cubicBezTo>
                                  <a:cubicBezTo>
                                    <a:pt x="88" y="27"/>
                                    <a:pt x="88" y="27"/>
                                    <a:pt x="88" y="27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5"/>
                                    <a:pt x="86" y="25"/>
                                    <a:pt x="86" y="25"/>
                                  </a:cubicBezTo>
                                  <a:cubicBezTo>
                                    <a:pt x="84" y="23"/>
                                    <a:pt x="84" y="23"/>
                                    <a:pt x="84" y="23"/>
                                  </a:cubicBezTo>
                                  <a:cubicBezTo>
                                    <a:pt x="83" y="20"/>
                                    <a:pt x="83" y="20"/>
                                    <a:pt x="83" y="20"/>
                                  </a:cubicBezTo>
                                  <a:cubicBezTo>
                                    <a:pt x="81" y="16"/>
                                    <a:pt x="81" y="16"/>
                                    <a:pt x="81" y="16"/>
                                  </a:cubicBezTo>
                                  <a:cubicBezTo>
                                    <a:pt x="79" y="15"/>
                                    <a:pt x="79" y="15"/>
                                    <a:pt x="79" y="15"/>
                                  </a:cubicBezTo>
                                  <a:cubicBezTo>
                                    <a:pt x="75" y="11"/>
                                    <a:pt x="75" y="11"/>
                                    <a:pt x="75" y="11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2" y="8"/>
                                    <a:pt x="72" y="8"/>
                                    <a:pt x="72" y="8"/>
                                  </a:cubicBezTo>
                                  <a:cubicBezTo>
                                    <a:pt x="60" y="8"/>
                                    <a:pt x="60" y="8"/>
                                    <a:pt x="60" y="8"/>
                                  </a:cubicBezTo>
                                  <a:cubicBezTo>
                                    <a:pt x="60" y="11"/>
                                    <a:pt x="60" y="11"/>
                                    <a:pt x="60" y="11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3" y="7"/>
                                    <a:pt x="3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5" y="11"/>
                                    <a:pt x="5" y="12"/>
                                  </a:cubicBezTo>
                                  <a:cubicBezTo>
                                    <a:pt x="5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7" y="15"/>
                                  </a:cubicBezTo>
                                  <a:cubicBezTo>
                                    <a:pt x="7" y="16"/>
                                    <a:pt x="7" y="16"/>
                                    <a:pt x="7" y="17"/>
                                  </a:cubicBezTo>
                                  <a:cubicBezTo>
                                    <a:pt x="7" y="17"/>
                                    <a:pt x="7" y="18"/>
                                    <a:pt x="7" y="18"/>
                                  </a:cubicBezTo>
                                  <a:cubicBezTo>
                                    <a:pt x="7" y="18"/>
                                    <a:pt x="8" y="18"/>
                                    <a:pt x="8" y="19"/>
                                  </a:cubicBezTo>
                                  <a:cubicBezTo>
                                    <a:pt x="8" y="19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1"/>
                                    <a:pt x="9" y="21"/>
                                  </a:cubicBezTo>
                                  <a:cubicBezTo>
                                    <a:pt x="9" y="21"/>
                                    <a:pt x="9" y="22"/>
                                    <a:pt x="9" y="22"/>
                                  </a:cubicBezTo>
                                  <a:cubicBezTo>
                                    <a:pt x="9" y="22"/>
                                    <a:pt x="9" y="22"/>
                                    <a:pt x="9" y="22"/>
                                  </a:cubicBezTo>
                                  <a:cubicBezTo>
                                    <a:pt x="10" y="22"/>
                                    <a:pt x="10" y="23"/>
                                    <a:pt x="10" y="23"/>
                                  </a:cubicBezTo>
                                  <a:cubicBezTo>
                                    <a:pt x="10" y="24"/>
                                    <a:pt x="10" y="24"/>
                                    <a:pt x="11" y="24"/>
                                  </a:cubicBezTo>
                                  <a:cubicBezTo>
                                    <a:pt x="11" y="25"/>
                                    <a:pt x="11" y="25"/>
                                    <a:pt x="12" y="25"/>
                                  </a:cubicBezTo>
                                  <a:cubicBezTo>
                                    <a:pt x="12" y="25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4" y="26"/>
                                    <a:pt x="14" y="27"/>
                                  </a:cubicBezTo>
                                  <a:cubicBezTo>
                                    <a:pt x="15" y="27"/>
                                    <a:pt x="16" y="28"/>
                                    <a:pt x="16" y="28"/>
                                  </a:cubicBezTo>
                                  <a:cubicBezTo>
                                    <a:pt x="16" y="28"/>
                                    <a:pt x="16" y="29"/>
                                    <a:pt x="16" y="29"/>
                                  </a:cubicBezTo>
                                  <a:cubicBezTo>
                                    <a:pt x="17" y="29"/>
                                    <a:pt x="17" y="29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8" y="30"/>
                                  </a:cubicBezTo>
                                  <a:cubicBezTo>
                                    <a:pt x="19" y="30"/>
                                    <a:pt x="18" y="31"/>
                                    <a:pt x="19" y="31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20" y="32"/>
                                    <a:pt x="20" y="33"/>
                                    <a:pt x="20" y="33"/>
                                  </a:cubicBezTo>
                                  <a:cubicBezTo>
                                    <a:pt x="21" y="33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1" y="35"/>
                                    <a:pt x="21" y="36"/>
                                  </a:cubicBezTo>
                                  <a:cubicBezTo>
                                    <a:pt x="21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20" y="37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19" y="37"/>
                                  </a:cubicBezTo>
                                  <a:cubicBezTo>
                                    <a:pt x="19" y="37"/>
                                    <a:pt x="19" y="38"/>
                                    <a:pt x="19" y="38"/>
                                  </a:cubicBezTo>
                                  <a:cubicBezTo>
                                    <a:pt x="19" y="38"/>
                                    <a:pt x="20" y="38"/>
                                    <a:pt x="20" y="38"/>
                                  </a:cubicBezTo>
                                  <a:cubicBezTo>
                                    <a:pt x="20" y="38"/>
                                    <a:pt x="20" y="38"/>
                                    <a:pt x="20" y="38"/>
                                  </a:cubicBezTo>
                                  <a:cubicBezTo>
                                    <a:pt x="20" y="38"/>
                                    <a:pt x="20" y="38"/>
                                    <a:pt x="20" y="39"/>
                                  </a:cubicBezTo>
                                  <a:cubicBezTo>
                                    <a:pt x="20" y="39"/>
                                    <a:pt x="20" y="39"/>
                                    <a:pt x="21" y="39"/>
                                  </a:cubicBezTo>
                                  <a:cubicBezTo>
                                    <a:pt x="21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1" y="39"/>
                                    <a:pt x="21" y="39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0" y="40"/>
                                    <a:pt x="20" y="40"/>
                                  </a:cubicBezTo>
                                  <a:cubicBezTo>
                                    <a:pt x="20" y="40"/>
                                    <a:pt x="20" y="39"/>
                                    <a:pt x="20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8"/>
                                    <a:pt x="19" y="39"/>
                                    <a:pt x="18" y="39"/>
                                  </a:cubicBezTo>
                                  <a:cubicBezTo>
                                    <a:pt x="18" y="39"/>
                                    <a:pt x="17" y="39"/>
                                    <a:pt x="17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8"/>
                                    <a:pt x="14" y="38"/>
                                    <a:pt x="14" y="39"/>
                                  </a:cubicBezTo>
                                  <a:cubicBezTo>
                                    <a:pt x="14" y="39"/>
                                    <a:pt x="14" y="39"/>
                                    <a:pt x="14" y="39"/>
                                  </a:cubicBezTo>
                                  <a:cubicBezTo>
                                    <a:pt x="14" y="39"/>
                                    <a:pt x="15" y="39"/>
                                    <a:pt x="15" y="40"/>
                                  </a:cubicBezTo>
                                  <a:cubicBezTo>
                                    <a:pt x="15" y="40"/>
                                    <a:pt x="16" y="40"/>
                                    <a:pt x="16" y="40"/>
                                  </a:cubicBezTo>
                                  <a:cubicBezTo>
                                    <a:pt x="16" y="40"/>
                                    <a:pt x="16" y="41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8" y="41"/>
                                  </a:cubicBezTo>
                                  <a:cubicBezTo>
                                    <a:pt x="18" y="42"/>
                                    <a:pt x="18" y="42"/>
                                    <a:pt x="18" y="43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9" y="44"/>
                                    <a:pt x="19" y="44"/>
                                    <a:pt x="19" y="44"/>
                                  </a:cubicBezTo>
                                  <a:cubicBezTo>
                                    <a:pt x="20" y="44"/>
                                    <a:pt x="20" y="44"/>
                                    <a:pt x="20" y="44"/>
                                  </a:cubicBezTo>
                                  <a:cubicBezTo>
                                    <a:pt x="20" y="44"/>
                                    <a:pt x="21" y="44"/>
                                    <a:pt x="21" y="45"/>
                                  </a:cubicBezTo>
                                  <a:cubicBezTo>
                                    <a:pt x="21" y="45"/>
                                    <a:pt x="21" y="45"/>
                                    <a:pt x="22" y="45"/>
                                  </a:cubicBezTo>
                                  <a:cubicBezTo>
                                    <a:pt x="22" y="45"/>
                                    <a:pt x="22" y="45"/>
                                    <a:pt x="23" y="45"/>
                                  </a:cubicBezTo>
                                  <a:cubicBezTo>
                                    <a:pt x="23" y="45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7"/>
                                  </a:cubicBezTo>
                                  <a:cubicBezTo>
                                    <a:pt x="23" y="47"/>
                                    <a:pt x="24" y="47"/>
                                    <a:pt x="24" y="47"/>
                                  </a:cubicBezTo>
                                  <a:cubicBezTo>
                                    <a:pt x="24" y="47"/>
                                    <a:pt x="24" y="46"/>
                                    <a:pt x="24" y="46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5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5"/>
                                    <a:pt x="27" y="45"/>
                                  </a:cubicBezTo>
                                  <a:cubicBezTo>
                                    <a:pt x="27" y="45"/>
                                    <a:pt x="26" y="45"/>
                                    <a:pt x="26" y="45"/>
                                  </a:cubicBezTo>
                                  <a:cubicBezTo>
                                    <a:pt x="26" y="45"/>
                                    <a:pt x="26" y="44"/>
                                    <a:pt x="26" y="44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27" y="44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7"/>
                                    <a:pt x="27" y="47"/>
                                  </a:cubicBezTo>
                                  <a:cubicBezTo>
                                    <a:pt x="27" y="47"/>
                                    <a:pt x="27" y="48"/>
                                    <a:pt x="28" y="48"/>
                                  </a:cubicBezTo>
                                  <a:cubicBezTo>
                                    <a:pt x="28" y="49"/>
                                    <a:pt x="29" y="49"/>
                                    <a:pt x="30" y="49"/>
                                  </a:cubicBezTo>
                                  <a:cubicBezTo>
                                    <a:pt x="30" y="50"/>
                                    <a:pt x="31" y="50"/>
                                    <a:pt x="31" y="50"/>
                                  </a:cubicBezTo>
                                  <a:cubicBezTo>
                                    <a:pt x="32" y="50"/>
                                    <a:pt x="32" y="51"/>
                                    <a:pt x="33" y="51"/>
                                  </a:cubicBezTo>
                                  <a:cubicBezTo>
                                    <a:pt x="33" y="51"/>
                                    <a:pt x="34" y="54"/>
                                    <a:pt x="34" y="54"/>
                                  </a:cubicBezTo>
                                  <a:cubicBezTo>
                                    <a:pt x="34" y="55"/>
                                    <a:pt x="34" y="56"/>
                                    <a:pt x="34" y="56"/>
                                  </a:cubicBezTo>
                                  <a:cubicBezTo>
                                    <a:pt x="34" y="56"/>
                                    <a:pt x="34" y="57"/>
                                    <a:pt x="34" y="57"/>
                                  </a:cubicBezTo>
                                  <a:cubicBezTo>
                                    <a:pt x="33" y="58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3" y="60"/>
                                    <a:pt x="33" y="60"/>
                                  </a:cubicBezTo>
                                  <a:cubicBezTo>
                                    <a:pt x="32" y="60"/>
                                    <a:pt x="33" y="60"/>
                                    <a:pt x="33" y="61"/>
                                  </a:cubicBezTo>
                                  <a:cubicBezTo>
                                    <a:pt x="32" y="61"/>
                                    <a:pt x="33" y="61"/>
                                    <a:pt x="33" y="61"/>
                                  </a:cubicBezTo>
                                  <a:cubicBezTo>
                                    <a:pt x="33" y="61"/>
                                    <a:pt x="33" y="60"/>
                                    <a:pt x="33" y="61"/>
                                  </a:cubicBezTo>
                                  <a:cubicBezTo>
                                    <a:pt x="34" y="61"/>
                                    <a:pt x="33" y="61"/>
                                    <a:pt x="34" y="61"/>
                                  </a:cubicBezTo>
                                  <a:cubicBezTo>
                                    <a:pt x="34" y="61"/>
                                    <a:pt x="34" y="61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6" y="62"/>
                                  </a:cubicBezTo>
                                  <a:cubicBezTo>
                                    <a:pt x="36" y="63"/>
                                    <a:pt x="36" y="63"/>
                                    <a:pt x="37" y="63"/>
                                  </a:cubicBezTo>
                                  <a:cubicBezTo>
                                    <a:pt x="37" y="64"/>
                                    <a:pt x="38" y="64"/>
                                    <a:pt x="38" y="64"/>
                                  </a:cubicBezTo>
                                  <a:cubicBezTo>
                                    <a:pt x="39" y="65"/>
                                    <a:pt x="39" y="65"/>
                                    <a:pt x="40" y="65"/>
                                  </a:cubicBezTo>
                                  <a:cubicBezTo>
                                    <a:pt x="40" y="66"/>
                                    <a:pt x="41" y="67"/>
                                    <a:pt x="42" y="67"/>
                                  </a:cubicBezTo>
                                  <a:cubicBezTo>
                                    <a:pt x="42" y="68"/>
                                    <a:pt x="43" y="69"/>
                                    <a:pt x="43" y="69"/>
                                  </a:cubicBezTo>
                                  <a:cubicBezTo>
                                    <a:pt x="44" y="69"/>
                                    <a:pt x="45" y="70"/>
                                    <a:pt x="45" y="70"/>
                                  </a:cubicBezTo>
                                  <a:cubicBezTo>
                                    <a:pt x="46" y="70"/>
                                    <a:pt x="46" y="71"/>
                                    <a:pt x="46" y="71"/>
                                  </a:cubicBezTo>
                                  <a:cubicBezTo>
                                    <a:pt x="47" y="72"/>
                                    <a:pt x="47" y="73"/>
                                    <a:pt x="47" y="74"/>
                                  </a:cubicBezTo>
                                  <a:cubicBezTo>
                                    <a:pt x="47" y="74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9" y="75"/>
                                    <a:pt x="49" y="75"/>
                                  </a:cubicBezTo>
                                  <a:cubicBezTo>
                                    <a:pt x="49" y="75"/>
                                    <a:pt x="50" y="74"/>
                                    <a:pt x="50" y="74"/>
                                  </a:cubicBezTo>
                                  <a:cubicBezTo>
                                    <a:pt x="50" y="74"/>
                                    <a:pt x="50" y="74"/>
                                    <a:pt x="51" y="74"/>
                                  </a:cubicBezTo>
                                  <a:cubicBezTo>
                                    <a:pt x="51" y="73"/>
                                    <a:pt x="52" y="73"/>
                                    <a:pt x="52" y="73"/>
                                  </a:cubicBezTo>
                                  <a:cubicBezTo>
                                    <a:pt x="52" y="73"/>
                                    <a:pt x="52" y="71"/>
                                    <a:pt x="52" y="71"/>
                                  </a:cubicBezTo>
                                  <a:cubicBezTo>
                                    <a:pt x="52" y="71"/>
                                    <a:pt x="51" y="70"/>
                                    <a:pt x="51" y="70"/>
                                  </a:cubicBezTo>
                                  <a:cubicBezTo>
                                    <a:pt x="51" y="70"/>
                                    <a:pt x="50" y="70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49" y="68"/>
                                    <a:pt x="49" y="68"/>
                                    <a:pt x="49" y="67"/>
                                  </a:cubicBezTo>
                                  <a:cubicBezTo>
                                    <a:pt x="49" y="67"/>
                                    <a:pt x="49" y="67"/>
                                    <a:pt x="49" y="67"/>
                                  </a:cubicBezTo>
                                  <a:cubicBezTo>
                                    <a:pt x="49" y="67"/>
                                    <a:pt x="48" y="67"/>
                                    <a:pt x="48" y="66"/>
                                  </a:cubicBezTo>
                                  <a:cubicBezTo>
                                    <a:pt x="48" y="66"/>
                                    <a:pt x="48" y="66"/>
                                    <a:pt x="48" y="66"/>
                                  </a:cubicBezTo>
                                  <a:cubicBezTo>
                                    <a:pt x="47" y="65"/>
                                    <a:pt x="47" y="65"/>
                                    <a:pt x="47" y="65"/>
                                  </a:cubicBezTo>
                                  <a:cubicBezTo>
                                    <a:pt x="46" y="64"/>
                                    <a:pt x="46" y="65"/>
                                    <a:pt x="46" y="65"/>
                                  </a:cubicBezTo>
                                  <a:cubicBezTo>
                                    <a:pt x="46" y="65"/>
                                    <a:pt x="46" y="66"/>
                                    <a:pt x="46" y="66"/>
                                  </a:cubicBezTo>
                                  <a:cubicBezTo>
                                    <a:pt x="45" y="66"/>
                                    <a:pt x="45" y="66"/>
                                    <a:pt x="45" y="66"/>
                                  </a:cubicBezTo>
                                  <a:cubicBezTo>
                                    <a:pt x="45" y="66"/>
                                    <a:pt x="44" y="66"/>
                                    <a:pt x="44" y="65"/>
                                  </a:cubicBezTo>
                                  <a:cubicBezTo>
                                    <a:pt x="44" y="65"/>
                                    <a:pt x="44" y="65"/>
                                    <a:pt x="44" y="65"/>
                                  </a:cubicBezTo>
                                  <a:cubicBezTo>
                                    <a:pt x="43" y="64"/>
                                    <a:pt x="43" y="64"/>
                                    <a:pt x="43" y="64"/>
                                  </a:cubicBezTo>
                                  <a:cubicBezTo>
                                    <a:pt x="43" y="63"/>
                                    <a:pt x="43" y="63"/>
                                    <a:pt x="43" y="63"/>
                                  </a:cubicBezTo>
                                  <a:cubicBezTo>
                                    <a:pt x="43" y="63"/>
                                    <a:pt x="43" y="62"/>
                                    <a:pt x="43" y="62"/>
                                  </a:cubicBezTo>
                                  <a:cubicBezTo>
                                    <a:pt x="43" y="62"/>
                                    <a:pt x="43" y="61"/>
                                    <a:pt x="43" y="60"/>
                                  </a:cubicBezTo>
                                  <a:cubicBezTo>
                                    <a:pt x="43" y="60"/>
                                    <a:pt x="43" y="60"/>
                                    <a:pt x="43" y="60"/>
                                  </a:cubicBezTo>
                                  <a:cubicBezTo>
                                    <a:pt x="42" y="59"/>
                                    <a:pt x="42" y="59"/>
                                    <a:pt x="42" y="59"/>
                                  </a:cubicBezTo>
                                  <a:cubicBezTo>
                                    <a:pt x="42" y="58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1" y="56"/>
                                    <a:pt x="41" y="56"/>
                                  </a:cubicBezTo>
                                  <a:cubicBezTo>
                                    <a:pt x="40" y="56"/>
                                    <a:pt x="40" y="55"/>
                                    <a:pt x="40" y="55"/>
                                  </a:cubicBezTo>
                                  <a:cubicBezTo>
                                    <a:pt x="40" y="55"/>
                                    <a:pt x="40" y="54"/>
                                    <a:pt x="40" y="54"/>
                                  </a:cubicBezTo>
                                  <a:cubicBezTo>
                                    <a:pt x="39" y="54"/>
                                    <a:pt x="39" y="54"/>
                                    <a:pt x="39" y="53"/>
                                  </a:cubicBezTo>
                                  <a:cubicBezTo>
                                    <a:pt x="39" y="53"/>
                                    <a:pt x="39" y="51"/>
                                    <a:pt x="39" y="51"/>
                                  </a:cubicBezTo>
                                  <a:cubicBezTo>
                                    <a:pt x="39" y="50"/>
                                    <a:pt x="39" y="50"/>
                                    <a:pt x="38" y="49"/>
                                  </a:cubicBezTo>
                                  <a:cubicBezTo>
                                    <a:pt x="38" y="49"/>
                                    <a:pt x="38" y="49"/>
                                    <a:pt x="38" y="48"/>
                                  </a:cubicBezTo>
                                  <a:cubicBezTo>
                                    <a:pt x="38" y="48"/>
                                    <a:pt x="37" y="47"/>
                                    <a:pt x="37" y="47"/>
                                  </a:cubicBezTo>
                                  <a:cubicBezTo>
                                    <a:pt x="37" y="46"/>
                                    <a:pt x="36" y="46"/>
                                    <a:pt x="36" y="45"/>
                                  </a:cubicBezTo>
                                  <a:cubicBezTo>
                                    <a:pt x="36" y="45"/>
                                    <a:pt x="36" y="46"/>
                                    <a:pt x="36" y="46"/>
                                  </a:cubicBezTo>
                                  <a:cubicBezTo>
                                    <a:pt x="36" y="46"/>
                                    <a:pt x="36" y="46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7"/>
                                    <a:pt x="35" y="47"/>
                                    <a:pt x="35" y="47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4" y="44"/>
                                    <a:pt x="34" y="44"/>
                                    <a:pt x="34" y="43"/>
                                  </a:cubicBezTo>
                                  <a:cubicBezTo>
                                    <a:pt x="33" y="43"/>
                                    <a:pt x="33" y="43"/>
                                    <a:pt x="33" y="42"/>
                                  </a:cubicBezTo>
                                  <a:cubicBezTo>
                                    <a:pt x="33" y="42"/>
                                    <a:pt x="32" y="41"/>
                                    <a:pt x="32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0" y="40"/>
                                    <a:pt x="30" y="39"/>
                                    <a:pt x="30" y="38"/>
                                  </a:cubicBezTo>
                                  <a:cubicBezTo>
                                    <a:pt x="29" y="38"/>
                                    <a:pt x="29" y="38"/>
                                    <a:pt x="29" y="37"/>
                                  </a:cubicBezTo>
                                  <a:cubicBezTo>
                                    <a:pt x="29" y="37"/>
                                    <a:pt x="29" y="36"/>
                                    <a:pt x="29" y="36"/>
                                  </a:cubicBezTo>
                                  <a:cubicBezTo>
                                    <a:pt x="29" y="36"/>
                                    <a:pt x="29" y="35"/>
                                    <a:pt x="29" y="35"/>
                                  </a:cubicBezTo>
                                  <a:cubicBezTo>
                                    <a:pt x="29" y="35"/>
                                    <a:pt x="29" y="34"/>
                                    <a:pt x="29" y="34"/>
                                  </a:cubicBezTo>
                                  <a:cubicBezTo>
                                    <a:pt x="29" y="34"/>
                                    <a:pt x="29" y="34"/>
                                    <a:pt x="29" y="33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28" y="34"/>
                                    <a:pt x="28" y="34"/>
                                    <a:pt x="27" y="34"/>
                                  </a:cubicBezTo>
                                  <a:cubicBezTo>
                                    <a:pt x="27" y="33"/>
                                    <a:pt x="27" y="33"/>
                                    <a:pt x="27" y="33"/>
                                  </a:cubicBezTo>
                                  <a:cubicBezTo>
                                    <a:pt x="27" y="33"/>
                                    <a:pt x="27" y="32"/>
                                    <a:pt x="27" y="31"/>
                                  </a:cubicBezTo>
                                  <a:cubicBezTo>
                                    <a:pt x="26" y="31"/>
                                    <a:pt x="26" y="31"/>
                                    <a:pt x="26" y="31"/>
                                  </a:cubicBezTo>
                                  <a:cubicBezTo>
                                    <a:pt x="25" y="31"/>
                                    <a:pt x="26" y="31"/>
                                    <a:pt x="26" y="31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4" y="29"/>
                                    <a:pt x="24" y="29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3" y="28"/>
                                    <a:pt x="24" y="28"/>
                                    <a:pt x="24" y="27"/>
                                  </a:cubicBezTo>
                                  <a:cubicBezTo>
                                    <a:pt x="24" y="27"/>
                                    <a:pt x="23" y="27"/>
                                    <a:pt x="23" y="26"/>
                                  </a:cubicBezTo>
                                  <a:cubicBezTo>
                                    <a:pt x="22" y="26"/>
                                    <a:pt x="21" y="25"/>
                                    <a:pt x="21" y="24"/>
                                  </a:cubicBezTo>
                                  <a:cubicBezTo>
                                    <a:pt x="20" y="24"/>
                                    <a:pt x="19" y="24"/>
                                    <a:pt x="19" y="24"/>
                                  </a:cubicBezTo>
                                  <a:cubicBezTo>
                                    <a:pt x="19" y="24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7" y="21"/>
                                    <a:pt x="17" y="21"/>
                                  </a:cubicBezTo>
                                  <a:cubicBezTo>
                                    <a:pt x="17" y="21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7" y="19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7" y="17"/>
                                    <a:pt x="17" y="17"/>
                                  </a:cubicBezTo>
                                  <a:cubicBezTo>
                                    <a:pt x="16" y="16"/>
                                    <a:pt x="16" y="15"/>
                                    <a:pt x="16" y="15"/>
                                  </a:cubicBezTo>
                                  <a:cubicBezTo>
                                    <a:pt x="16" y="15"/>
                                    <a:pt x="16" y="14"/>
                                    <a:pt x="15" y="14"/>
                                  </a:cubicBezTo>
                                  <a:cubicBezTo>
                                    <a:pt x="15" y="13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6" y="9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7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8" y="9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1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3" y="10"/>
                                    <a:pt x="23" y="10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2"/>
                                    <a:pt x="24" y="12"/>
                                    <a:pt x="24" y="12"/>
                                  </a:cubicBezTo>
                                  <a:cubicBezTo>
                                    <a:pt x="25" y="12"/>
                                    <a:pt x="25" y="12"/>
                                    <a:pt x="26" y="12"/>
                                  </a:cubicBezTo>
                                  <a:cubicBezTo>
                                    <a:pt x="26" y="12"/>
                                    <a:pt x="27" y="12"/>
                                    <a:pt x="27" y="12"/>
                                  </a:cubicBezTo>
                                  <a:cubicBezTo>
                                    <a:pt x="28" y="13"/>
                                    <a:pt x="28" y="13"/>
                                    <a:pt x="28" y="14"/>
                                  </a:cubicBezTo>
                                  <a:cubicBezTo>
                                    <a:pt x="28" y="14"/>
                                    <a:pt x="27" y="14"/>
                                    <a:pt x="27" y="14"/>
                                  </a:cubicBezTo>
                                  <a:cubicBezTo>
                                    <a:pt x="27" y="15"/>
                                    <a:pt x="27" y="15"/>
                                    <a:pt x="27" y="16"/>
                                  </a:cubicBezTo>
                                  <a:cubicBezTo>
                                    <a:pt x="27" y="16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8" y="18"/>
                                    <a:pt x="29" y="18"/>
                                  </a:cubicBezTo>
                                  <a:cubicBezTo>
                                    <a:pt x="29" y="19"/>
                                    <a:pt x="29" y="19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1"/>
                                  </a:cubicBezTo>
                                  <a:cubicBezTo>
                                    <a:pt x="29" y="21"/>
                                    <a:pt x="29" y="22"/>
                                    <a:pt x="29" y="22"/>
                                  </a:cubicBezTo>
                                  <a:cubicBezTo>
                                    <a:pt x="29" y="23"/>
                                    <a:pt x="30" y="23"/>
                                    <a:pt x="30" y="23"/>
                                  </a:cubicBezTo>
                                  <a:cubicBezTo>
                                    <a:pt x="31" y="23"/>
                                    <a:pt x="31" y="24"/>
                                    <a:pt x="31" y="25"/>
                                  </a:cubicBezTo>
                                  <a:cubicBezTo>
                                    <a:pt x="32" y="25"/>
                                    <a:pt x="32" y="26"/>
                                    <a:pt x="32" y="26"/>
                                  </a:cubicBezTo>
                                  <a:cubicBezTo>
                                    <a:pt x="32" y="26"/>
                                    <a:pt x="32" y="27"/>
                                    <a:pt x="32" y="27"/>
                                  </a:cubicBezTo>
                                  <a:cubicBezTo>
                                    <a:pt x="32" y="27"/>
                                    <a:pt x="33" y="27"/>
                                    <a:pt x="33" y="27"/>
                                  </a:cubicBezTo>
                                  <a:cubicBezTo>
                                    <a:pt x="33" y="27"/>
                                    <a:pt x="33" y="27"/>
                                    <a:pt x="33" y="27"/>
                                  </a:cubicBezTo>
                                  <a:cubicBezTo>
                                    <a:pt x="33" y="27"/>
                                    <a:pt x="33" y="28"/>
                                    <a:pt x="33" y="28"/>
                                  </a:cubicBezTo>
                                  <a:cubicBezTo>
                                    <a:pt x="33" y="28"/>
                                    <a:pt x="34" y="29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4" y="31"/>
                                    <a:pt x="35" y="31"/>
                                    <a:pt x="35" y="31"/>
                                  </a:cubicBezTo>
                                  <a:cubicBezTo>
                                    <a:pt x="36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2"/>
                                    <a:pt x="35" y="32"/>
                                  </a:cubicBezTo>
                                  <a:cubicBezTo>
                                    <a:pt x="36" y="32"/>
                                    <a:pt x="36" y="33"/>
                                    <a:pt x="36" y="33"/>
                                  </a:cubicBezTo>
                                  <a:cubicBezTo>
                                    <a:pt x="36" y="33"/>
                                    <a:pt x="37" y="34"/>
                                    <a:pt x="37" y="34"/>
                                  </a:cubicBezTo>
                                  <a:cubicBezTo>
                                    <a:pt x="38" y="35"/>
                                    <a:pt x="38" y="35"/>
                                    <a:pt x="38" y="36"/>
                                  </a:cubicBezTo>
                                  <a:cubicBezTo>
                                    <a:pt x="39" y="36"/>
                                    <a:pt x="40" y="37"/>
                                    <a:pt x="40" y="37"/>
                                  </a:cubicBezTo>
                                  <a:cubicBezTo>
                                    <a:pt x="40" y="38"/>
                                    <a:pt x="43" y="38"/>
                                    <a:pt x="44" y="38"/>
                                  </a:cubicBezTo>
                                  <a:cubicBezTo>
                                    <a:pt x="45" y="38"/>
                                    <a:pt x="44" y="39"/>
                                    <a:pt x="44" y="40"/>
                                  </a:cubicBezTo>
                                  <a:cubicBezTo>
                                    <a:pt x="44" y="40"/>
                                    <a:pt x="44" y="41"/>
                                    <a:pt x="44" y="41"/>
                                  </a:cubicBezTo>
                                  <a:cubicBezTo>
                                    <a:pt x="44" y="41"/>
                                    <a:pt x="44" y="42"/>
                                    <a:pt x="45" y="42"/>
                                  </a:cubicBezTo>
                                  <a:cubicBezTo>
                                    <a:pt x="45" y="42"/>
                                    <a:pt x="45" y="43"/>
                                    <a:pt x="45" y="43"/>
                                  </a:cubicBezTo>
                                  <a:cubicBezTo>
                                    <a:pt x="45" y="43"/>
                                    <a:pt x="46" y="44"/>
                                    <a:pt x="46" y="44"/>
                                  </a:cubicBezTo>
                                  <a:cubicBezTo>
                                    <a:pt x="47" y="44"/>
                                    <a:pt x="47" y="44"/>
                                    <a:pt x="48" y="44"/>
                                  </a:cubicBezTo>
                                  <a:cubicBezTo>
                                    <a:pt x="48" y="44"/>
                                    <a:pt x="49" y="44"/>
                                    <a:pt x="49" y="45"/>
                                  </a:cubicBezTo>
                                  <a:cubicBezTo>
                                    <a:pt x="49" y="45"/>
                                    <a:pt x="49" y="46"/>
                                    <a:pt x="49" y="46"/>
                                  </a:cubicBezTo>
                                  <a:cubicBezTo>
                                    <a:pt x="49" y="47"/>
                                    <a:pt x="49" y="47"/>
                                    <a:pt x="49" y="47"/>
                                  </a:cubicBezTo>
                                  <a:cubicBezTo>
                                    <a:pt x="50" y="47"/>
                                    <a:pt x="50" y="47"/>
                                    <a:pt x="50" y="47"/>
                                  </a:cubicBezTo>
                                  <a:cubicBezTo>
                                    <a:pt x="51" y="47"/>
                                    <a:pt x="51" y="47"/>
                                    <a:pt x="51" y="47"/>
                                  </a:cubicBezTo>
                                  <a:cubicBezTo>
                                    <a:pt x="51" y="46"/>
                                    <a:pt x="52" y="47"/>
                                    <a:pt x="52" y="47"/>
                                  </a:cubicBezTo>
                                  <a:cubicBezTo>
                                    <a:pt x="52" y="48"/>
                                    <a:pt x="53" y="48"/>
                                    <a:pt x="53" y="49"/>
                                  </a:cubicBezTo>
                                  <a:cubicBezTo>
                                    <a:pt x="53" y="49"/>
                                    <a:pt x="54" y="50"/>
                                    <a:pt x="54" y="50"/>
                                  </a:cubicBezTo>
                                  <a:cubicBezTo>
                                    <a:pt x="54" y="51"/>
                                    <a:pt x="53" y="50"/>
                                    <a:pt x="53" y="50"/>
                                  </a:cubicBezTo>
                                  <a:cubicBezTo>
                                    <a:pt x="53" y="50"/>
                                    <a:pt x="53" y="50"/>
                                    <a:pt x="53" y="50"/>
                                  </a:cubicBezTo>
                                  <a:cubicBezTo>
                                    <a:pt x="53" y="51"/>
                                    <a:pt x="52" y="51"/>
                                    <a:pt x="52" y="51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2" y="53"/>
                                    <a:pt x="52" y="53"/>
                                  </a:cubicBezTo>
                                  <a:cubicBezTo>
                                    <a:pt x="52" y="53"/>
                                    <a:pt x="52" y="54"/>
                                    <a:pt x="53" y="54"/>
                                  </a:cubicBezTo>
                                  <a:cubicBezTo>
                                    <a:pt x="53" y="54"/>
                                    <a:pt x="53" y="54"/>
                                    <a:pt x="52" y="54"/>
                                  </a:cubicBezTo>
                                  <a:cubicBezTo>
                                    <a:pt x="52" y="55"/>
                                    <a:pt x="52" y="55"/>
                                    <a:pt x="53" y="55"/>
                                  </a:cubicBezTo>
                                  <a:cubicBezTo>
                                    <a:pt x="53" y="55"/>
                                    <a:pt x="53" y="55"/>
                                    <a:pt x="53" y="54"/>
                                  </a:cubicBezTo>
                                  <a:cubicBezTo>
                                    <a:pt x="54" y="54"/>
                                    <a:pt x="53" y="55"/>
                                    <a:pt x="54" y="55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4" y="55"/>
                                    <a:pt x="55" y="54"/>
                                    <a:pt x="55" y="54"/>
                                  </a:cubicBezTo>
                                  <a:cubicBezTo>
                                    <a:pt x="55" y="54"/>
                                    <a:pt x="55" y="55"/>
                                    <a:pt x="55" y="55"/>
                                  </a:cubicBezTo>
                                  <a:cubicBezTo>
                                    <a:pt x="55" y="55"/>
                                    <a:pt x="55" y="55"/>
                                    <a:pt x="54" y="55"/>
                                  </a:cubicBezTo>
                                  <a:cubicBezTo>
                                    <a:pt x="54" y="55"/>
                                    <a:pt x="54" y="56"/>
                                    <a:pt x="54" y="56"/>
                                  </a:cubicBezTo>
                                  <a:cubicBezTo>
                                    <a:pt x="54" y="56"/>
                                    <a:pt x="55" y="56"/>
                                    <a:pt x="55" y="56"/>
                                  </a:cubicBezTo>
                                  <a:cubicBezTo>
                                    <a:pt x="55" y="56"/>
                                    <a:pt x="55" y="55"/>
                                    <a:pt x="56" y="55"/>
                                  </a:cubicBezTo>
                                  <a:cubicBezTo>
                                    <a:pt x="56" y="55"/>
                                    <a:pt x="56" y="56"/>
                                    <a:pt x="56" y="56"/>
                                  </a:cubicBezTo>
                                  <a:cubicBezTo>
                                    <a:pt x="56" y="56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7"/>
                                    <a:pt x="58" y="57"/>
                                  </a:cubicBezTo>
                                  <a:cubicBezTo>
                                    <a:pt x="58" y="57"/>
                                    <a:pt x="58" y="58"/>
                                    <a:pt x="59" y="58"/>
                                  </a:cubicBezTo>
                                  <a:cubicBezTo>
                                    <a:pt x="59" y="57"/>
                                    <a:pt x="59" y="57"/>
                                    <a:pt x="59" y="57"/>
                                  </a:cubicBezTo>
                                  <a:cubicBezTo>
                                    <a:pt x="59" y="57"/>
                                    <a:pt x="59" y="58"/>
                                    <a:pt x="60" y="58"/>
                                  </a:cubicBezTo>
                                  <a:cubicBezTo>
                                    <a:pt x="60" y="58"/>
                                    <a:pt x="61" y="59"/>
                                    <a:pt x="61" y="59"/>
                                  </a:cubicBezTo>
                                  <a:cubicBezTo>
                                    <a:pt x="61" y="59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1"/>
                                    <a:pt x="60" y="61"/>
                                    <a:pt x="60" y="61"/>
                                  </a:cubicBezTo>
                                  <a:cubicBezTo>
                                    <a:pt x="61" y="61"/>
                                    <a:pt x="61" y="60"/>
                                    <a:pt x="61" y="60"/>
                                  </a:cubicBezTo>
                                  <a:cubicBezTo>
                                    <a:pt x="62" y="60"/>
                                    <a:pt x="62" y="60"/>
                                    <a:pt x="62" y="60"/>
                                  </a:cubicBezTo>
                                  <a:cubicBezTo>
                                    <a:pt x="62" y="61"/>
                                    <a:pt x="62" y="61"/>
                                    <a:pt x="62" y="61"/>
                                  </a:cubicBezTo>
                                  <a:cubicBezTo>
                                    <a:pt x="62" y="62"/>
                                    <a:pt x="61" y="62"/>
                                    <a:pt x="61" y="62"/>
                                  </a:cubicBezTo>
                                  <a:cubicBezTo>
                                    <a:pt x="61" y="62"/>
                                    <a:pt x="62" y="62"/>
                                    <a:pt x="62" y="63"/>
                                  </a:cubicBezTo>
                                  <a:cubicBezTo>
                                    <a:pt x="63" y="63"/>
                                    <a:pt x="63" y="63"/>
                                    <a:pt x="63" y="63"/>
                                  </a:cubicBezTo>
                                  <a:cubicBezTo>
                                    <a:pt x="64" y="63"/>
                                    <a:pt x="64" y="63"/>
                                    <a:pt x="64" y="63"/>
                                  </a:cubicBezTo>
                                  <a:cubicBezTo>
                                    <a:pt x="64" y="63"/>
                                    <a:pt x="64" y="64"/>
                                    <a:pt x="64" y="64"/>
                                  </a:cubicBezTo>
                                  <a:cubicBezTo>
                                    <a:pt x="64" y="64"/>
                                    <a:pt x="64" y="64"/>
                                    <a:pt x="64" y="64"/>
                                  </a:cubicBezTo>
                                  <a:cubicBezTo>
                                    <a:pt x="64" y="64"/>
                                    <a:pt x="64" y="64"/>
                                    <a:pt x="64" y="65"/>
                                  </a:cubicBezTo>
                                  <a:cubicBezTo>
                                    <a:pt x="65" y="65"/>
                                    <a:pt x="66" y="65"/>
                                    <a:pt x="66" y="66"/>
                                  </a:cubicBezTo>
                                  <a:cubicBezTo>
                                    <a:pt x="67" y="66"/>
                                    <a:pt x="67" y="67"/>
                                    <a:pt x="68" y="67"/>
                                  </a:cubicBezTo>
                                  <a:cubicBezTo>
                                    <a:pt x="68" y="67"/>
                                    <a:pt x="69" y="69"/>
                                    <a:pt x="69" y="69"/>
                                  </a:cubicBezTo>
                                  <a:cubicBezTo>
                                    <a:pt x="69" y="70"/>
                                    <a:pt x="69" y="70"/>
                                    <a:pt x="70" y="70"/>
                                  </a:cubicBezTo>
                                  <a:cubicBezTo>
                                    <a:pt x="70" y="70"/>
                                    <a:pt x="71" y="71"/>
                                    <a:pt x="71" y="72"/>
                                  </a:cubicBezTo>
                                  <a:cubicBezTo>
                                    <a:pt x="71" y="72"/>
                                    <a:pt x="73" y="74"/>
                                    <a:pt x="73" y="74"/>
                                  </a:cubicBezTo>
                                  <a:cubicBezTo>
                                    <a:pt x="73" y="74"/>
                                    <a:pt x="74" y="75"/>
                                    <a:pt x="74" y="74"/>
                                  </a:cubicBezTo>
                                  <a:cubicBezTo>
                                    <a:pt x="74" y="74"/>
                                    <a:pt x="74" y="74"/>
                                    <a:pt x="74" y="75"/>
                                  </a:cubicBezTo>
                                  <a:cubicBezTo>
                                    <a:pt x="74" y="75"/>
                                    <a:pt x="74" y="75"/>
                                    <a:pt x="75" y="76"/>
                                  </a:cubicBezTo>
                                  <a:cubicBezTo>
                                    <a:pt x="75" y="76"/>
                                    <a:pt x="75" y="76"/>
                                    <a:pt x="76" y="77"/>
                                  </a:cubicBezTo>
                                  <a:cubicBezTo>
                                    <a:pt x="76" y="77"/>
                                    <a:pt x="77" y="78"/>
                                    <a:pt x="77" y="79"/>
                                  </a:cubicBezTo>
                                  <a:cubicBezTo>
                                    <a:pt x="77" y="79"/>
                                    <a:pt x="77" y="80"/>
                                    <a:pt x="77" y="80"/>
                                  </a:cubicBezTo>
                                  <a:cubicBezTo>
                                    <a:pt x="77" y="81"/>
                                    <a:pt x="77" y="81"/>
                                    <a:pt x="77" y="82"/>
                                  </a:cubicBezTo>
                                  <a:cubicBezTo>
                                    <a:pt x="77" y="82"/>
                                    <a:pt x="78" y="83"/>
                                    <a:pt x="78" y="83"/>
                                  </a:cubicBezTo>
                                  <a:cubicBezTo>
                                    <a:pt x="78" y="84"/>
                                    <a:pt x="79" y="84"/>
                                    <a:pt x="79" y="85"/>
                                  </a:cubicBezTo>
                                  <a:cubicBezTo>
                                    <a:pt x="79" y="85"/>
                                    <a:pt x="80" y="86"/>
                                    <a:pt x="80" y="86"/>
                                  </a:cubicBezTo>
                                  <a:cubicBezTo>
                                    <a:pt x="80" y="87"/>
                                    <a:pt x="80" y="88"/>
                                    <a:pt x="80" y="88"/>
                                  </a:cubicBezTo>
                                  <a:cubicBezTo>
                                    <a:pt x="79" y="89"/>
                                    <a:pt x="79" y="89"/>
                                    <a:pt x="78" y="89"/>
                                  </a:cubicBezTo>
                                  <a:cubicBezTo>
                                    <a:pt x="78" y="90"/>
                                    <a:pt x="78" y="90"/>
                                    <a:pt x="78" y="90"/>
                                  </a:cubicBezTo>
                                  <a:cubicBezTo>
                                    <a:pt x="78" y="91"/>
                                    <a:pt x="78" y="91"/>
                                    <a:pt x="79" y="91"/>
                                  </a:cubicBezTo>
                                  <a:cubicBezTo>
                                    <a:pt x="80" y="91"/>
                                    <a:pt x="80" y="92"/>
                                    <a:pt x="79" y="92"/>
                                  </a:cubicBezTo>
                                  <a:cubicBezTo>
                                    <a:pt x="79" y="92"/>
                                    <a:pt x="79" y="92"/>
                                    <a:pt x="78" y="92"/>
                                  </a:cubicBezTo>
                                  <a:cubicBezTo>
                                    <a:pt x="78" y="92"/>
                                    <a:pt x="77" y="92"/>
                                    <a:pt x="77" y="93"/>
                                  </a:cubicBezTo>
                                  <a:cubicBezTo>
                                    <a:pt x="77" y="93"/>
                                    <a:pt x="77" y="94"/>
                                    <a:pt x="77" y="94"/>
                                  </a:cubicBezTo>
                                  <a:cubicBezTo>
                                    <a:pt x="78" y="94"/>
                                    <a:pt x="78" y="95"/>
                                    <a:pt x="78" y="95"/>
                                  </a:cubicBezTo>
                                  <a:cubicBezTo>
                                    <a:pt x="78" y="95"/>
                                    <a:pt x="78" y="96"/>
                                    <a:pt x="78" y="96"/>
                                  </a:cubicBezTo>
                                  <a:cubicBezTo>
                                    <a:pt x="78" y="97"/>
                                    <a:pt x="80" y="98"/>
                                    <a:pt x="80" y="98"/>
                                  </a:cubicBezTo>
                                  <a:cubicBezTo>
                                    <a:pt x="80" y="98"/>
                                    <a:pt x="81" y="99"/>
                                    <a:pt x="81" y="100"/>
                                  </a:cubicBezTo>
                                  <a:cubicBezTo>
                                    <a:pt x="81" y="100"/>
                                    <a:pt x="82" y="101"/>
                                    <a:pt x="83" y="101"/>
                                  </a:cubicBezTo>
                                  <a:cubicBezTo>
                                    <a:pt x="83" y="102"/>
                                    <a:pt x="84" y="102"/>
                                    <a:pt x="85" y="102"/>
                                  </a:cubicBezTo>
                                  <a:cubicBezTo>
                                    <a:pt x="86" y="102"/>
                                    <a:pt x="86" y="103"/>
                                    <a:pt x="86" y="103"/>
                                  </a:cubicBezTo>
                                  <a:cubicBezTo>
                                    <a:pt x="86" y="103"/>
                                    <a:pt x="87" y="103"/>
                                    <a:pt x="87" y="103"/>
                                  </a:cubicBezTo>
                                  <a:cubicBezTo>
                                    <a:pt x="88" y="104"/>
                                    <a:pt x="89" y="104"/>
                                    <a:pt x="89" y="104"/>
                                  </a:cubicBezTo>
                                  <a:cubicBezTo>
                                    <a:pt x="89" y="104"/>
                                    <a:pt x="90" y="105"/>
                                    <a:pt x="90" y="105"/>
                                  </a:cubicBezTo>
                                  <a:cubicBezTo>
                                    <a:pt x="90" y="106"/>
                                    <a:pt x="91" y="107"/>
                                    <a:pt x="91" y="107"/>
                                  </a:cubicBezTo>
                                  <a:cubicBezTo>
                                    <a:pt x="91" y="107"/>
                                    <a:pt x="92" y="108"/>
                                    <a:pt x="92" y="108"/>
                                  </a:cubicBezTo>
                                  <a:cubicBezTo>
                                    <a:pt x="93" y="108"/>
                                    <a:pt x="94" y="109"/>
                                    <a:pt x="94" y="109"/>
                                  </a:cubicBezTo>
                                  <a:cubicBezTo>
                                    <a:pt x="95" y="109"/>
                                    <a:pt x="98" y="110"/>
                                    <a:pt x="99" y="110"/>
                                  </a:cubicBezTo>
                                  <a:cubicBezTo>
                                    <a:pt x="99" y="110"/>
                                    <a:pt x="100" y="110"/>
                                    <a:pt x="100" y="110"/>
                                  </a:cubicBezTo>
                                  <a:cubicBezTo>
                                    <a:pt x="101" y="110"/>
                                    <a:pt x="101" y="110"/>
                                    <a:pt x="102" y="110"/>
                                  </a:cubicBezTo>
                                  <a:cubicBezTo>
                                    <a:pt x="102" y="111"/>
                                    <a:pt x="103" y="111"/>
                                    <a:pt x="103" y="111"/>
                                  </a:cubicBezTo>
                                  <a:cubicBezTo>
                                    <a:pt x="103" y="112"/>
                                    <a:pt x="106" y="114"/>
                                    <a:pt x="106" y="114"/>
                                  </a:cubicBezTo>
                                  <a:cubicBezTo>
                                    <a:pt x="106" y="114"/>
                                    <a:pt x="107" y="115"/>
                                    <a:pt x="108" y="115"/>
                                  </a:cubicBezTo>
                                  <a:cubicBezTo>
                                    <a:pt x="109" y="116"/>
                                    <a:pt x="110" y="116"/>
                                    <a:pt x="111" y="116"/>
                                  </a:cubicBezTo>
                                  <a:cubicBezTo>
                                    <a:pt x="111" y="116"/>
                                    <a:pt x="112" y="117"/>
                                    <a:pt x="113" y="117"/>
                                  </a:cubicBezTo>
                                  <a:cubicBezTo>
                                    <a:pt x="113" y="117"/>
                                    <a:pt x="114" y="117"/>
                                    <a:pt x="114" y="117"/>
                                  </a:cubicBezTo>
                                  <a:cubicBezTo>
                                    <a:pt x="114" y="118"/>
                                    <a:pt x="115" y="118"/>
                                    <a:pt x="116" y="118"/>
                                  </a:cubicBezTo>
                                  <a:cubicBezTo>
                                    <a:pt x="116" y="119"/>
                                    <a:pt x="117" y="119"/>
                                    <a:pt x="117" y="119"/>
                                  </a:cubicBezTo>
                                  <a:cubicBezTo>
                                    <a:pt x="118" y="119"/>
                                    <a:pt x="119" y="119"/>
                                    <a:pt x="120" y="119"/>
                                  </a:cubicBezTo>
                                  <a:cubicBezTo>
                                    <a:pt x="120" y="120"/>
                                    <a:pt x="121" y="120"/>
                                    <a:pt x="121" y="120"/>
                                  </a:cubicBezTo>
                                  <a:cubicBezTo>
                                    <a:pt x="122" y="120"/>
                                    <a:pt x="123" y="120"/>
                                    <a:pt x="123" y="120"/>
                                  </a:cubicBezTo>
                                  <a:cubicBezTo>
                                    <a:pt x="123" y="120"/>
                                    <a:pt x="123" y="121"/>
                                    <a:pt x="123" y="121"/>
                                  </a:cubicBezTo>
                                  <a:cubicBezTo>
                                    <a:pt x="124" y="121"/>
                                    <a:pt x="124" y="122"/>
                                    <a:pt x="125" y="122"/>
                                  </a:cubicBezTo>
                                  <a:cubicBezTo>
                                    <a:pt x="125" y="122"/>
                                    <a:pt x="125" y="122"/>
                                    <a:pt x="126" y="122"/>
                                  </a:cubicBezTo>
                                  <a:cubicBezTo>
                                    <a:pt x="126" y="122"/>
                                    <a:pt x="127" y="123"/>
                                    <a:pt x="127" y="123"/>
                                  </a:cubicBezTo>
                                  <a:cubicBezTo>
                                    <a:pt x="128" y="123"/>
                                    <a:pt x="128" y="123"/>
                                    <a:pt x="128" y="123"/>
                                  </a:cubicBezTo>
                                  <a:cubicBezTo>
                                    <a:pt x="129" y="124"/>
                                    <a:pt x="130" y="124"/>
                                    <a:pt x="130" y="124"/>
                                  </a:cubicBezTo>
                                  <a:cubicBezTo>
                                    <a:pt x="131" y="124"/>
                                    <a:pt x="132" y="124"/>
                                    <a:pt x="132" y="124"/>
                                  </a:cubicBezTo>
                                  <a:cubicBezTo>
                                    <a:pt x="133" y="125"/>
                                    <a:pt x="134" y="125"/>
                                    <a:pt x="135" y="125"/>
                                  </a:cubicBezTo>
                                  <a:cubicBezTo>
                                    <a:pt x="135" y="126"/>
                                    <a:pt x="136" y="126"/>
                                    <a:pt x="136" y="126"/>
                                  </a:cubicBezTo>
                                  <a:cubicBezTo>
                                    <a:pt x="137" y="126"/>
                                    <a:pt x="138" y="126"/>
                                    <a:pt x="139" y="126"/>
                                  </a:cubicBezTo>
                                  <a:cubicBezTo>
                                    <a:pt x="139" y="126"/>
                                    <a:pt x="140" y="126"/>
                                    <a:pt x="140" y="126"/>
                                  </a:cubicBezTo>
                                  <a:cubicBezTo>
                                    <a:pt x="141" y="126"/>
                                    <a:pt x="141" y="125"/>
                                    <a:pt x="141" y="125"/>
                                  </a:cubicBezTo>
                                  <a:cubicBezTo>
                                    <a:pt x="142" y="125"/>
                                    <a:pt x="143" y="125"/>
                                    <a:pt x="143" y="125"/>
                                  </a:cubicBezTo>
                                  <a:cubicBezTo>
                                    <a:pt x="143" y="125"/>
                                    <a:pt x="145" y="124"/>
                                    <a:pt x="145" y="124"/>
                                  </a:cubicBezTo>
                                  <a:cubicBezTo>
                                    <a:pt x="145" y="124"/>
                                    <a:pt x="146" y="123"/>
                                    <a:pt x="146" y="123"/>
                                  </a:cubicBezTo>
                                  <a:cubicBezTo>
                                    <a:pt x="146" y="123"/>
                                    <a:pt x="147" y="123"/>
                                    <a:pt x="148" y="123"/>
                                  </a:cubicBezTo>
                                  <a:cubicBezTo>
                                    <a:pt x="148" y="123"/>
                                    <a:pt x="149" y="123"/>
                                    <a:pt x="150" y="123"/>
                                  </a:cubicBezTo>
                                  <a:cubicBezTo>
                                    <a:pt x="150" y="122"/>
                                    <a:pt x="149" y="122"/>
                                    <a:pt x="149" y="122"/>
                                  </a:cubicBezTo>
                                  <a:cubicBezTo>
                                    <a:pt x="149" y="122"/>
                                    <a:pt x="148" y="122"/>
                                    <a:pt x="148" y="122"/>
                                  </a:cubicBezTo>
                                  <a:cubicBezTo>
                                    <a:pt x="148" y="122"/>
                                    <a:pt x="149" y="121"/>
                                    <a:pt x="149" y="121"/>
                                  </a:cubicBezTo>
                                  <a:cubicBezTo>
                                    <a:pt x="149" y="121"/>
                                    <a:pt x="149" y="121"/>
                                    <a:pt x="150" y="121"/>
                                  </a:cubicBezTo>
                                  <a:cubicBezTo>
                                    <a:pt x="150" y="122"/>
                                    <a:pt x="150" y="121"/>
                                    <a:pt x="150" y="122"/>
                                  </a:cubicBezTo>
                                  <a:cubicBezTo>
                                    <a:pt x="151" y="122"/>
                                    <a:pt x="151" y="122"/>
                                    <a:pt x="151" y="122"/>
                                  </a:cubicBezTo>
                                  <a:cubicBezTo>
                                    <a:pt x="151" y="122"/>
                                    <a:pt x="152" y="123"/>
                                    <a:pt x="152" y="123"/>
                                  </a:cubicBezTo>
                                  <a:cubicBezTo>
                                    <a:pt x="152" y="122"/>
                                    <a:pt x="152" y="122"/>
                                    <a:pt x="153" y="122"/>
                                  </a:cubicBezTo>
                                  <a:cubicBezTo>
                                    <a:pt x="153" y="122"/>
                                    <a:pt x="154" y="123"/>
                                    <a:pt x="154" y="123"/>
                                  </a:cubicBezTo>
                                  <a:cubicBezTo>
                                    <a:pt x="154" y="123"/>
                                    <a:pt x="154" y="123"/>
                                    <a:pt x="154" y="123"/>
                                  </a:cubicBezTo>
                                  <a:cubicBezTo>
                                    <a:pt x="154" y="123"/>
                                    <a:pt x="155" y="123"/>
                                    <a:pt x="155" y="123"/>
                                  </a:cubicBezTo>
                                  <a:cubicBezTo>
                                    <a:pt x="155" y="123"/>
                                    <a:pt x="155" y="123"/>
                                    <a:pt x="155" y="123"/>
                                  </a:cubicBezTo>
                                  <a:cubicBezTo>
                                    <a:pt x="156" y="123"/>
                                    <a:pt x="156" y="124"/>
                                    <a:pt x="156" y="124"/>
                                  </a:cubicBezTo>
                                  <a:cubicBezTo>
                                    <a:pt x="156" y="124"/>
                                    <a:pt x="157" y="125"/>
                                    <a:pt x="157" y="125"/>
                                  </a:cubicBezTo>
                                  <a:cubicBezTo>
                                    <a:pt x="157" y="125"/>
                                    <a:pt x="157" y="125"/>
                                    <a:pt x="157" y="125"/>
                                  </a:cubicBezTo>
                                  <a:cubicBezTo>
                                    <a:pt x="157" y="125"/>
                                    <a:pt x="158" y="126"/>
                                    <a:pt x="158" y="126"/>
                                  </a:cubicBezTo>
                                  <a:cubicBezTo>
                                    <a:pt x="159" y="126"/>
                                    <a:pt x="161" y="128"/>
                                    <a:pt x="162" y="129"/>
                                  </a:cubicBezTo>
                                  <a:cubicBezTo>
                                    <a:pt x="162" y="129"/>
                                    <a:pt x="163" y="130"/>
                                    <a:pt x="163" y="130"/>
                                  </a:cubicBezTo>
                                  <a:cubicBezTo>
                                    <a:pt x="163" y="131"/>
                                    <a:pt x="164" y="132"/>
                                    <a:pt x="165" y="132"/>
                                  </a:cubicBezTo>
                                  <a:cubicBezTo>
                                    <a:pt x="165" y="133"/>
                                    <a:pt x="166" y="133"/>
                                    <a:pt x="167" y="134"/>
                                  </a:cubicBezTo>
                                  <a:cubicBezTo>
                                    <a:pt x="167" y="133"/>
                                    <a:pt x="167" y="133"/>
                                    <a:pt x="167" y="133"/>
                                  </a:cubicBezTo>
                                  <a:cubicBezTo>
                                    <a:pt x="167" y="131"/>
                                    <a:pt x="167" y="131"/>
                                    <a:pt x="167" y="131"/>
                                  </a:cubicBezTo>
                                  <a:cubicBezTo>
                                    <a:pt x="168" y="130"/>
                                    <a:pt x="168" y="130"/>
                                    <a:pt x="168" y="130"/>
                                  </a:cubicBezTo>
                                  <a:cubicBezTo>
                                    <a:pt x="167" y="129"/>
                                    <a:pt x="167" y="129"/>
                                    <a:pt x="167" y="129"/>
                                  </a:cubicBezTo>
                                  <a:cubicBezTo>
                                    <a:pt x="167" y="129"/>
                                    <a:pt x="167" y="129"/>
                                    <a:pt x="167" y="129"/>
                                  </a:cubicBezTo>
                                  <a:cubicBezTo>
                                    <a:pt x="170" y="123"/>
                                    <a:pt x="170" y="123"/>
                                    <a:pt x="170" y="123"/>
                                  </a:cubicBezTo>
                                  <a:cubicBezTo>
                                    <a:pt x="179" y="123"/>
                                    <a:pt x="179" y="123"/>
                                    <a:pt x="179" y="123"/>
                                  </a:cubicBezTo>
                                  <a:cubicBezTo>
                                    <a:pt x="179" y="122"/>
                                    <a:pt x="179" y="122"/>
                                    <a:pt x="179" y="122"/>
                                  </a:cubicBezTo>
                                  <a:cubicBezTo>
                                    <a:pt x="179" y="121"/>
                                    <a:pt x="179" y="121"/>
                                    <a:pt x="179" y="121"/>
                                  </a:cubicBezTo>
                                  <a:cubicBezTo>
                                    <a:pt x="179" y="121"/>
                                    <a:pt x="179" y="121"/>
                                    <a:pt x="179" y="121"/>
                                  </a:cubicBezTo>
                                  <a:cubicBezTo>
                                    <a:pt x="178" y="121"/>
                                    <a:pt x="178" y="121"/>
                                    <a:pt x="178" y="121"/>
                                  </a:cubicBezTo>
                                  <a:cubicBezTo>
                                    <a:pt x="177" y="120"/>
                                    <a:pt x="177" y="120"/>
                                    <a:pt x="177" y="120"/>
                                  </a:cubicBezTo>
                                  <a:cubicBezTo>
                                    <a:pt x="177" y="119"/>
                                    <a:pt x="177" y="119"/>
                                    <a:pt x="177" y="119"/>
                                  </a:cubicBezTo>
                                  <a:cubicBezTo>
                                    <a:pt x="175" y="118"/>
                                    <a:pt x="175" y="118"/>
                                    <a:pt x="175" y="118"/>
                                  </a:cubicBezTo>
                                  <a:cubicBezTo>
                                    <a:pt x="175" y="118"/>
                                    <a:pt x="175" y="117"/>
                                    <a:pt x="174" y="117"/>
                                  </a:cubicBezTo>
                                  <a:cubicBezTo>
                                    <a:pt x="174" y="117"/>
                                    <a:pt x="173" y="116"/>
                                    <a:pt x="173" y="116"/>
                                  </a:cubicBezTo>
                                  <a:cubicBezTo>
                                    <a:pt x="172" y="116"/>
                                    <a:pt x="172" y="116"/>
                                    <a:pt x="172" y="116"/>
                                  </a:cubicBezTo>
                                  <a:cubicBezTo>
                                    <a:pt x="172" y="115"/>
                                    <a:pt x="172" y="115"/>
                                    <a:pt x="172" y="115"/>
                                  </a:cubicBezTo>
                                  <a:cubicBezTo>
                                    <a:pt x="175" y="115"/>
                                    <a:pt x="175" y="115"/>
                                    <a:pt x="175" y="115"/>
                                  </a:cubicBezTo>
                                  <a:cubicBezTo>
                                    <a:pt x="175" y="111"/>
                                    <a:pt x="175" y="111"/>
                                    <a:pt x="175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0"/>
                                    <a:pt x="187" y="110"/>
                                    <a:pt x="187" y="110"/>
                                  </a:cubicBezTo>
                                  <a:cubicBezTo>
                                    <a:pt x="187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9" y="111"/>
                                    <a:pt x="189" y="111"/>
                                  </a:cubicBezTo>
                                  <a:cubicBezTo>
                                    <a:pt x="192" y="108"/>
                                    <a:pt x="192" y="108"/>
                                    <a:pt x="192" y="108"/>
                                  </a:cubicBezTo>
                                  <a:cubicBezTo>
                                    <a:pt x="192" y="106"/>
                                    <a:pt x="192" y="106"/>
                                    <a:pt x="192" y="106"/>
                                  </a:cubicBezTo>
                                  <a:cubicBezTo>
                                    <a:pt x="193" y="106"/>
                                    <a:pt x="193" y="106"/>
                                    <a:pt x="193" y="106"/>
                                  </a:cubicBezTo>
                                  <a:cubicBezTo>
                                    <a:pt x="194" y="106"/>
                                    <a:pt x="194" y="105"/>
                                    <a:pt x="194" y="105"/>
                                  </a:cubicBezTo>
                                  <a:cubicBezTo>
                                    <a:pt x="194" y="105"/>
                                    <a:pt x="194" y="104"/>
                                    <a:pt x="195" y="104"/>
                                  </a:cubicBezTo>
                                  <a:cubicBezTo>
                                    <a:pt x="195" y="104"/>
                                    <a:pt x="195" y="105"/>
                                    <a:pt x="195" y="105"/>
                                  </a:cubicBezTo>
                                  <a:cubicBezTo>
                                    <a:pt x="195" y="105"/>
                                    <a:pt x="195" y="105"/>
                                    <a:pt x="195" y="105"/>
                                  </a:cubicBezTo>
                                  <a:cubicBezTo>
                                    <a:pt x="195" y="106"/>
                                    <a:pt x="195" y="106"/>
                                    <a:pt x="195" y="106"/>
                                  </a:cubicBezTo>
                                  <a:cubicBezTo>
                                    <a:pt x="195" y="106"/>
                                    <a:pt x="195" y="107"/>
                                    <a:pt x="195" y="107"/>
                                  </a:cubicBezTo>
                                  <a:cubicBezTo>
                                    <a:pt x="196" y="107"/>
                                    <a:pt x="196" y="107"/>
                                    <a:pt x="196" y="107"/>
                                  </a:cubicBezTo>
                                  <a:cubicBezTo>
                                    <a:pt x="196" y="107"/>
                                    <a:pt x="196" y="107"/>
                                    <a:pt x="196" y="107"/>
                                  </a:cubicBezTo>
                                  <a:cubicBezTo>
                                    <a:pt x="196" y="108"/>
                                    <a:pt x="196" y="108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8"/>
                                    <a:pt x="197" y="107"/>
                                    <a:pt x="197" y="106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3"/>
                                    <a:pt x="198" y="103"/>
                                  </a:cubicBezTo>
                                  <a:cubicBezTo>
                                    <a:pt x="198" y="103"/>
                                    <a:pt x="198" y="103"/>
                                    <a:pt x="198" y="103"/>
                                  </a:cubicBezTo>
                                  <a:cubicBezTo>
                                    <a:pt x="198" y="103"/>
                                    <a:pt x="198" y="102"/>
                                    <a:pt x="198" y="102"/>
                                  </a:cubicBezTo>
                                  <a:cubicBezTo>
                                    <a:pt x="198" y="102"/>
                                    <a:pt x="198" y="102"/>
                                    <a:pt x="198" y="102"/>
                                  </a:cubicBezTo>
                                  <a:cubicBezTo>
                                    <a:pt x="198" y="101"/>
                                    <a:pt x="198" y="101"/>
                                    <a:pt x="199" y="101"/>
                                  </a:cubicBezTo>
                                  <a:cubicBezTo>
                                    <a:pt x="199" y="101"/>
                                    <a:pt x="199" y="101"/>
                                    <a:pt x="199" y="101"/>
                                  </a:cubicBezTo>
                                  <a:cubicBezTo>
                                    <a:pt x="199" y="101"/>
                                    <a:pt x="199" y="101"/>
                                    <a:pt x="199" y="101"/>
                                  </a:cubicBezTo>
                                  <a:cubicBezTo>
                                    <a:pt x="199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2"/>
                                  </a:cubicBezTo>
                                  <a:cubicBezTo>
                                    <a:pt x="198" y="102"/>
                                    <a:pt x="197" y="102"/>
                                    <a:pt x="197" y="101"/>
                                  </a:cubicBezTo>
                                  <a:cubicBezTo>
                                    <a:pt x="197" y="101"/>
                                    <a:pt x="197" y="101"/>
                                    <a:pt x="197" y="101"/>
                                  </a:cubicBezTo>
                                  <a:cubicBezTo>
                                    <a:pt x="197" y="101"/>
                                    <a:pt x="197" y="101"/>
                                    <a:pt x="197" y="101"/>
                                  </a:cubicBezTo>
                                  <a:cubicBezTo>
                                    <a:pt x="197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0"/>
                                    <a:pt x="198" y="100"/>
                                    <a:pt x="198" y="100"/>
                                  </a:cubicBezTo>
                                  <a:cubicBezTo>
                                    <a:pt x="198" y="100"/>
                                    <a:pt x="198" y="100"/>
                                    <a:pt x="199" y="100"/>
                                  </a:cubicBezTo>
                                  <a:cubicBezTo>
                                    <a:pt x="199" y="100"/>
                                    <a:pt x="199" y="100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8" y="99"/>
                                  </a:cubicBezTo>
                                  <a:cubicBezTo>
                                    <a:pt x="198" y="99"/>
                                    <a:pt x="198" y="99"/>
                                    <a:pt x="198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8" y="99"/>
                                  </a:cubicBezTo>
                                  <a:cubicBezTo>
                                    <a:pt x="198" y="98"/>
                                    <a:pt x="198" y="98"/>
                                    <a:pt x="199" y="97"/>
                                  </a:cubicBezTo>
                                  <a:cubicBezTo>
                                    <a:pt x="199" y="96"/>
                                    <a:pt x="199" y="95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3"/>
                                  </a:cubicBezTo>
                                  <a:cubicBezTo>
                                    <a:pt x="200" y="93"/>
                                    <a:pt x="200" y="93"/>
                                    <a:pt x="200" y="92"/>
                                  </a:cubicBezTo>
                                  <a:cubicBezTo>
                                    <a:pt x="201" y="92"/>
                                    <a:pt x="201" y="92"/>
                                    <a:pt x="202" y="91"/>
                                  </a:cubicBezTo>
                                  <a:cubicBezTo>
                                    <a:pt x="202" y="90"/>
                                    <a:pt x="203" y="89"/>
                                    <a:pt x="203" y="88"/>
                                  </a:cubicBezTo>
                                  <a:cubicBezTo>
                                    <a:pt x="203" y="88"/>
                                    <a:pt x="203" y="88"/>
                                    <a:pt x="203" y="88"/>
                                  </a:cubicBezTo>
                                  <a:cubicBezTo>
                                    <a:pt x="203" y="88"/>
                                    <a:pt x="203" y="87"/>
                                    <a:pt x="203" y="87"/>
                                  </a:cubicBezTo>
                                  <a:cubicBezTo>
                                    <a:pt x="203" y="87"/>
                                    <a:pt x="203" y="86"/>
                                    <a:pt x="202" y="85"/>
                                  </a:cubicBezTo>
                                  <a:cubicBezTo>
                                    <a:pt x="202" y="85"/>
                                    <a:pt x="202" y="85"/>
                                    <a:pt x="202" y="85"/>
                                  </a:cubicBezTo>
                                  <a:cubicBezTo>
                                    <a:pt x="201" y="85"/>
                                    <a:pt x="201" y="85"/>
                                    <a:pt x="201" y="85"/>
                                  </a:cubicBezTo>
                                  <a:cubicBezTo>
                                    <a:pt x="200" y="86"/>
                                    <a:pt x="199" y="85"/>
                                    <a:pt x="199" y="85"/>
                                  </a:cubicBezTo>
                                  <a:cubicBezTo>
                                    <a:pt x="198" y="85"/>
                                    <a:pt x="197" y="85"/>
                                    <a:pt x="196" y="85"/>
                                  </a:cubicBezTo>
                                  <a:cubicBezTo>
                                    <a:pt x="195" y="84"/>
                                    <a:pt x="194" y="84"/>
                                    <a:pt x="193" y="85"/>
                                  </a:cubicBezTo>
                                  <a:cubicBezTo>
                                    <a:pt x="192" y="85"/>
                                    <a:pt x="191" y="85"/>
                                    <a:pt x="189" y="86"/>
                                  </a:cubicBezTo>
                                  <a:cubicBezTo>
                                    <a:pt x="188" y="86"/>
                                    <a:pt x="187" y="86"/>
                                    <a:pt x="186" y="86"/>
                                  </a:cubicBezTo>
                                  <a:cubicBezTo>
                                    <a:pt x="185" y="87"/>
                                    <a:pt x="184" y="87"/>
                                    <a:pt x="182" y="87"/>
                                  </a:cubicBezTo>
                                  <a:cubicBezTo>
                                    <a:pt x="181" y="87"/>
                                    <a:pt x="180" y="88"/>
                                    <a:pt x="180" y="88"/>
                                  </a:cubicBezTo>
                                  <a:cubicBezTo>
                                    <a:pt x="179" y="89"/>
                                    <a:pt x="179" y="90"/>
                                    <a:pt x="179" y="90"/>
                                  </a:cubicBezTo>
                                  <a:cubicBezTo>
                                    <a:pt x="179" y="92"/>
                                    <a:pt x="178" y="94"/>
                                    <a:pt x="179" y="95"/>
                                  </a:cubicBezTo>
                                  <a:cubicBezTo>
                                    <a:pt x="179" y="96"/>
                                    <a:pt x="179" y="96"/>
                                    <a:pt x="179" y="96"/>
                                  </a:cubicBezTo>
                                  <a:cubicBezTo>
                                    <a:pt x="179" y="96"/>
                                    <a:pt x="178" y="97"/>
                                    <a:pt x="178" y="97"/>
                                  </a:cubicBezTo>
                                  <a:cubicBezTo>
                                    <a:pt x="177" y="98"/>
                                    <a:pt x="177" y="99"/>
                                    <a:pt x="177" y="100"/>
                                  </a:cubicBezTo>
                                  <a:cubicBezTo>
                                    <a:pt x="176" y="101"/>
                                    <a:pt x="175" y="102"/>
                                    <a:pt x="174" y="103"/>
                                  </a:cubicBezTo>
                                  <a:cubicBezTo>
                                    <a:pt x="174" y="103"/>
                                    <a:pt x="173" y="103"/>
                                    <a:pt x="173" y="103"/>
                                  </a:cubicBezTo>
                                  <a:cubicBezTo>
                                    <a:pt x="173" y="104"/>
                                    <a:pt x="173" y="104"/>
                                    <a:pt x="173" y="105"/>
                                  </a:cubicBezTo>
                                  <a:cubicBezTo>
                                    <a:pt x="173" y="105"/>
                                    <a:pt x="173" y="105"/>
                                    <a:pt x="173" y="105"/>
                                  </a:cubicBezTo>
                                  <a:cubicBezTo>
                                    <a:pt x="174" y="105"/>
                                    <a:pt x="173" y="106"/>
                                    <a:pt x="173" y="106"/>
                                  </a:cubicBezTo>
                                  <a:cubicBezTo>
                                    <a:pt x="172" y="107"/>
                                    <a:pt x="170" y="107"/>
                                    <a:pt x="169" y="106"/>
                                  </a:cubicBezTo>
                                  <a:cubicBezTo>
                                    <a:pt x="169" y="106"/>
                                    <a:pt x="169" y="105"/>
                                    <a:pt x="169" y="105"/>
                                  </a:cubicBezTo>
                                  <a:cubicBezTo>
                                    <a:pt x="169" y="105"/>
                                    <a:pt x="169" y="105"/>
                                    <a:pt x="169" y="105"/>
                                  </a:cubicBezTo>
                                  <a:cubicBezTo>
                                    <a:pt x="168" y="105"/>
                                    <a:pt x="167" y="106"/>
                                    <a:pt x="167" y="105"/>
                                  </a:cubicBezTo>
                                  <a:cubicBezTo>
                                    <a:pt x="165" y="105"/>
                                    <a:pt x="163" y="107"/>
                                    <a:pt x="162" y="107"/>
                                  </a:cubicBezTo>
                                  <a:cubicBezTo>
                                    <a:pt x="160" y="107"/>
                                    <a:pt x="159" y="107"/>
                                    <a:pt x="158" y="107"/>
                                  </a:cubicBezTo>
                                  <a:cubicBezTo>
                                    <a:pt x="158" y="108"/>
                                    <a:pt x="157" y="108"/>
                                    <a:pt x="157" y="108"/>
                                  </a:cubicBezTo>
                                  <a:cubicBezTo>
                                    <a:pt x="156" y="108"/>
                                    <a:pt x="156" y="108"/>
                                    <a:pt x="155" y="108"/>
                                  </a:cubicBezTo>
                                  <a:cubicBezTo>
                                    <a:pt x="155" y="108"/>
                                    <a:pt x="154" y="109"/>
                                    <a:pt x="153" y="109"/>
                                  </a:cubicBezTo>
                                  <a:cubicBezTo>
                                    <a:pt x="152" y="109"/>
                                    <a:pt x="151" y="109"/>
                                    <a:pt x="151" y="108"/>
                                  </a:cubicBezTo>
                                  <a:cubicBezTo>
                                    <a:pt x="151" y="108"/>
                                    <a:pt x="151" y="108"/>
                                    <a:pt x="150" y="107"/>
                                  </a:cubicBezTo>
                                  <a:cubicBezTo>
                                    <a:pt x="150" y="107"/>
                                    <a:pt x="149" y="106"/>
                                    <a:pt x="148" y="106"/>
                                  </a:cubicBezTo>
                                  <a:cubicBezTo>
                                    <a:pt x="148" y="106"/>
                                    <a:pt x="147" y="105"/>
                                    <a:pt x="147" y="105"/>
                                  </a:cubicBezTo>
                                  <a:cubicBezTo>
                                    <a:pt x="146" y="105"/>
                                    <a:pt x="145" y="105"/>
                                    <a:pt x="144" y="105"/>
                                  </a:cubicBezTo>
                                  <a:cubicBezTo>
                                    <a:pt x="143" y="105"/>
                                    <a:pt x="143" y="104"/>
                                    <a:pt x="143" y="104"/>
                                  </a:cubicBezTo>
                                  <a:cubicBezTo>
                                    <a:pt x="141" y="102"/>
                                    <a:pt x="140" y="101"/>
                                    <a:pt x="139" y="99"/>
                                  </a:cubicBezTo>
                                  <a:cubicBezTo>
                                    <a:pt x="139" y="98"/>
                                    <a:pt x="139" y="97"/>
                                    <a:pt x="138" y="96"/>
                                  </a:cubicBezTo>
                                  <a:cubicBezTo>
                                    <a:pt x="137" y="95"/>
                                    <a:pt x="136" y="94"/>
                                    <a:pt x="136" y="93"/>
                                  </a:cubicBezTo>
                                  <a:cubicBezTo>
                                    <a:pt x="135" y="93"/>
                                    <a:pt x="135" y="92"/>
                                    <a:pt x="134" y="92"/>
                                  </a:cubicBezTo>
                                  <a:cubicBezTo>
                                    <a:pt x="134" y="92"/>
                                    <a:pt x="134" y="91"/>
                                    <a:pt x="134" y="91"/>
                                  </a:cubicBezTo>
                                  <a:cubicBezTo>
                                    <a:pt x="133" y="90"/>
                                    <a:pt x="133" y="90"/>
                                    <a:pt x="133" y="89"/>
                                  </a:cubicBezTo>
                                  <a:cubicBezTo>
                                    <a:pt x="133" y="88"/>
                                    <a:pt x="132" y="87"/>
                                    <a:pt x="132" y="87"/>
                                  </a:cubicBezTo>
                                  <a:cubicBezTo>
                                    <a:pt x="132" y="86"/>
                                    <a:pt x="133" y="85"/>
                                    <a:pt x="133" y="85"/>
                                  </a:cubicBezTo>
                                  <a:cubicBezTo>
                                    <a:pt x="132" y="84"/>
                                    <a:pt x="132" y="84"/>
                                    <a:pt x="132" y="84"/>
                                  </a:cubicBezTo>
                                  <a:cubicBezTo>
                                    <a:pt x="132" y="84"/>
                                    <a:pt x="131" y="83"/>
                                    <a:pt x="131" y="83"/>
                                  </a:cubicBezTo>
                                  <a:cubicBezTo>
                                    <a:pt x="131" y="83"/>
                                    <a:pt x="131" y="84"/>
                                    <a:pt x="131" y="84"/>
                                  </a:cubicBezTo>
                                  <a:cubicBezTo>
                                    <a:pt x="131" y="84"/>
                                    <a:pt x="131" y="84"/>
                                    <a:pt x="132" y="84"/>
                                  </a:cubicBezTo>
                                  <a:cubicBezTo>
                                    <a:pt x="132" y="84"/>
                                    <a:pt x="132" y="85"/>
                                    <a:pt x="132" y="85"/>
                                  </a:cubicBezTo>
                                  <a:cubicBezTo>
                                    <a:pt x="132" y="85"/>
                                    <a:pt x="132" y="85"/>
                                    <a:pt x="132" y="86"/>
                                  </a:cubicBezTo>
                                  <a:cubicBezTo>
                                    <a:pt x="132" y="86"/>
                                    <a:pt x="131" y="85"/>
                                    <a:pt x="131" y="85"/>
                                  </a:cubicBezTo>
                                  <a:cubicBezTo>
                                    <a:pt x="131" y="85"/>
                                    <a:pt x="131" y="84"/>
                                    <a:pt x="131" y="84"/>
                                  </a:cubicBezTo>
                                  <a:cubicBezTo>
                                    <a:pt x="131" y="84"/>
                                    <a:pt x="130" y="84"/>
                                    <a:pt x="130" y="84"/>
                                  </a:cubicBezTo>
                                  <a:cubicBezTo>
                                    <a:pt x="130" y="83"/>
                                    <a:pt x="130" y="83"/>
                                    <a:pt x="130" y="83"/>
                                  </a:cubicBezTo>
                                  <a:cubicBezTo>
                                    <a:pt x="130" y="82"/>
                                    <a:pt x="130" y="81"/>
                                    <a:pt x="130" y="80"/>
                                  </a:cubicBezTo>
                                  <a:cubicBezTo>
                                    <a:pt x="130" y="80"/>
                                    <a:pt x="130" y="79"/>
                                    <a:pt x="130" y="79"/>
                                  </a:cubicBezTo>
                                  <a:cubicBezTo>
                                    <a:pt x="129" y="79"/>
                                    <a:pt x="129" y="79"/>
                                    <a:pt x="129" y="79"/>
                                  </a:cubicBezTo>
                                  <a:cubicBezTo>
                                    <a:pt x="129" y="78"/>
                                    <a:pt x="129" y="78"/>
                                    <a:pt x="129" y="77"/>
                                  </a:cubicBezTo>
                                  <a:cubicBezTo>
                                    <a:pt x="129" y="77"/>
                                    <a:pt x="129" y="77"/>
                                    <a:pt x="129" y="77"/>
                                  </a:cubicBezTo>
                                  <a:cubicBezTo>
                                    <a:pt x="129" y="77"/>
                                    <a:pt x="129" y="77"/>
                                    <a:pt x="129" y="77"/>
                                  </a:cubicBezTo>
                                  <a:cubicBezTo>
                                    <a:pt x="130" y="76"/>
                                    <a:pt x="130" y="75"/>
                                    <a:pt x="130" y="75"/>
                                  </a:cubicBezTo>
                                  <a:cubicBezTo>
                                    <a:pt x="130" y="74"/>
                                    <a:pt x="130" y="73"/>
                                    <a:pt x="130" y="72"/>
                                  </a:cubicBezTo>
                                  <a:cubicBezTo>
                                    <a:pt x="130" y="71"/>
                                    <a:pt x="130" y="69"/>
                                    <a:pt x="130" y="68"/>
                                  </a:cubicBezTo>
                                  <a:cubicBezTo>
                                    <a:pt x="130" y="67"/>
                                    <a:pt x="130" y="65"/>
                                    <a:pt x="130" y="64"/>
                                  </a:cubicBezTo>
                                  <a:cubicBezTo>
                                    <a:pt x="130" y="64"/>
                                    <a:pt x="129" y="64"/>
                                    <a:pt x="129" y="63"/>
                                  </a:cubicBezTo>
                                  <a:cubicBezTo>
                                    <a:pt x="129" y="63"/>
                                    <a:pt x="130" y="63"/>
                                    <a:pt x="130" y="63"/>
                                  </a:cubicBezTo>
                                  <a:cubicBezTo>
                                    <a:pt x="130" y="63"/>
                                    <a:pt x="130" y="62"/>
                                    <a:pt x="130" y="62"/>
                                  </a:cubicBezTo>
                                  <a:cubicBezTo>
                                    <a:pt x="130" y="62"/>
                                    <a:pt x="130" y="61"/>
                                    <a:pt x="131" y="61"/>
                                  </a:cubicBezTo>
                                  <a:cubicBezTo>
                                    <a:pt x="131" y="61"/>
                                    <a:pt x="131" y="60"/>
                                    <a:pt x="131" y="60"/>
                                  </a:cubicBezTo>
                                  <a:cubicBezTo>
                                    <a:pt x="131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59"/>
                                    <a:pt x="130" y="59"/>
                                    <a:pt x="130" y="58"/>
                                  </a:cubicBezTo>
                                  <a:cubicBezTo>
                                    <a:pt x="130" y="58"/>
                                    <a:pt x="130" y="57"/>
                                    <a:pt x="130" y="57"/>
                                  </a:cubicBezTo>
                                  <a:cubicBezTo>
                                    <a:pt x="131" y="57"/>
                                    <a:pt x="131" y="57"/>
                                    <a:pt x="131" y="57"/>
                                  </a:cubicBezTo>
                                  <a:cubicBezTo>
                                    <a:pt x="131" y="57"/>
                                    <a:pt x="131" y="57"/>
                                    <a:pt x="132" y="57"/>
                                  </a:cubicBezTo>
                                  <a:cubicBezTo>
                                    <a:pt x="131" y="57"/>
                                    <a:pt x="131" y="57"/>
                                    <a:pt x="131" y="57"/>
                                  </a:cubicBezTo>
                                  <a:cubicBezTo>
                                    <a:pt x="132" y="56"/>
                                    <a:pt x="132" y="56"/>
                                    <a:pt x="132" y="57"/>
                                  </a:cubicBezTo>
                                  <a:cubicBezTo>
                                    <a:pt x="132" y="57"/>
                                    <a:pt x="132" y="57"/>
                                    <a:pt x="132" y="57"/>
                                  </a:cubicBezTo>
                                  <a:cubicBezTo>
                                    <a:pt x="133" y="57"/>
                                    <a:pt x="133" y="56"/>
                                    <a:pt x="133" y="56"/>
                                  </a:cubicBezTo>
                                  <a:cubicBezTo>
                                    <a:pt x="133" y="56"/>
                                    <a:pt x="134" y="56"/>
                                    <a:pt x="134" y="55"/>
                                  </a:cubicBezTo>
                                  <a:cubicBezTo>
                                    <a:pt x="134" y="55"/>
                                    <a:pt x="133" y="55"/>
                                    <a:pt x="133" y="54"/>
                                  </a:cubicBezTo>
                                  <a:cubicBezTo>
                                    <a:pt x="133" y="54"/>
                                    <a:pt x="134" y="54"/>
                                    <a:pt x="134" y="53"/>
                                  </a:cubicBezTo>
                                  <a:cubicBezTo>
                                    <a:pt x="134" y="53"/>
                                    <a:pt x="134" y="52"/>
                                    <a:pt x="134" y="52"/>
                                  </a:cubicBezTo>
                                  <a:cubicBezTo>
                                    <a:pt x="133" y="52"/>
                                    <a:pt x="133" y="53"/>
                                    <a:pt x="132" y="53"/>
                                  </a:cubicBezTo>
                                  <a:cubicBezTo>
                                    <a:pt x="132" y="53"/>
                                    <a:pt x="132" y="53"/>
                                    <a:pt x="132" y="5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7" name="Freeform 767">
                              <a:extLst>
                                <a:ext uri="{FF2B5EF4-FFF2-40B4-BE49-F238E27FC236}">
                                  <a16:creationId xmlns:a16="http://schemas.microsoft.com/office/drawing/2014/main" id="{748EDFE6-AD63-7C80-5A23-479565375E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144838" y="4329113"/>
                              <a:ext cx="58737" cy="25400"/>
                            </a:xfrm>
                            <a:custGeom>
                              <a:avLst/>
                              <a:gdLst>
                                <a:gd name="T0" fmla="*/ 14 w 14"/>
                                <a:gd name="T1" fmla="*/ 4 h 6"/>
                                <a:gd name="T2" fmla="*/ 13 w 14"/>
                                <a:gd name="T3" fmla="*/ 3 h 6"/>
                                <a:gd name="T4" fmla="*/ 12 w 14"/>
                                <a:gd name="T5" fmla="*/ 3 h 6"/>
                                <a:gd name="T6" fmla="*/ 11 w 14"/>
                                <a:gd name="T7" fmla="*/ 2 h 6"/>
                                <a:gd name="T8" fmla="*/ 11 w 14"/>
                                <a:gd name="T9" fmla="*/ 2 h 6"/>
                                <a:gd name="T10" fmla="*/ 11 w 14"/>
                                <a:gd name="T11" fmla="*/ 2 h 6"/>
                                <a:gd name="T12" fmla="*/ 11 w 14"/>
                                <a:gd name="T13" fmla="*/ 2 h 6"/>
                                <a:gd name="T14" fmla="*/ 9 w 14"/>
                                <a:gd name="T15" fmla="*/ 1 h 6"/>
                                <a:gd name="T16" fmla="*/ 8 w 14"/>
                                <a:gd name="T17" fmla="*/ 1 h 6"/>
                                <a:gd name="T18" fmla="*/ 7 w 14"/>
                                <a:gd name="T19" fmla="*/ 1 h 6"/>
                                <a:gd name="T20" fmla="*/ 6 w 14"/>
                                <a:gd name="T21" fmla="*/ 1 h 6"/>
                                <a:gd name="T22" fmla="*/ 4 w 14"/>
                                <a:gd name="T23" fmla="*/ 0 h 6"/>
                                <a:gd name="T24" fmla="*/ 4 w 14"/>
                                <a:gd name="T25" fmla="*/ 0 h 6"/>
                                <a:gd name="T26" fmla="*/ 3 w 14"/>
                                <a:gd name="T27" fmla="*/ 0 h 6"/>
                                <a:gd name="T28" fmla="*/ 3 w 14"/>
                                <a:gd name="T29" fmla="*/ 0 h 6"/>
                                <a:gd name="T30" fmla="*/ 3 w 14"/>
                                <a:gd name="T31" fmla="*/ 1 h 6"/>
                                <a:gd name="T32" fmla="*/ 3 w 14"/>
                                <a:gd name="T33" fmla="*/ 1 h 6"/>
                                <a:gd name="T34" fmla="*/ 2 w 14"/>
                                <a:gd name="T35" fmla="*/ 1 h 6"/>
                                <a:gd name="T36" fmla="*/ 0 w 14"/>
                                <a:gd name="T37" fmla="*/ 2 h 6"/>
                                <a:gd name="T38" fmla="*/ 0 w 14"/>
                                <a:gd name="T39" fmla="*/ 3 h 6"/>
                                <a:gd name="T40" fmla="*/ 1 w 14"/>
                                <a:gd name="T41" fmla="*/ 3 h 6"/>
                                <a:gd name="T42" fmla="*/ 2 w 14"/>
                                <a:gd name="T43" fmla="*/ 3 h 6"/>
                                <a:gd name="T44" fmla="*/ 3 w 14"/>
                                <a:gd name="T45" fmla="*/ 4 h 6"/>
                                <a:gd name="T46" fmla="*/ 3 w 14"/>
                                <a:gd name="T47" fmla="*/ 4 h 6"/>
                                <a:gd name="T48" fmla="*/ 4 w 14"/>
                                <a:gd name="T49" fmla="*/ 4 h 6"/>
                                <a:gd name="T50" fmla="*/ 5 w 14"/>
                                <a:gd name="T51" fmla="*/ 5 h 6"/>
                                <a:gd name="T52" fmla="*/ 5 w 14"/>
                                <a:gd name="T53" fmla="*/ 5 h 6"/>
                                <a:gd name="T54" fmla="*/ 8 w 14"/>
                                <a:gd name="T55" fmla="*/ 6 h 6"/>
                                <a:gd name="T56" fmla="*/ 8 w 14"/>
                                <a:gd name="T57" fmla="*/ 6 h 6"/>
                                <a:gd name="T58" fmla="*/ 8 w 14"/>
                                <a:gd name="T59" fmla="*/ 6 h 6"/>
                                <a:gd name="T60" fmla="*/ 8 w 14"/>
                                <a:gd name="T61" fmla="*/ 5 h 6"/>
                                <a:gd name="T62" fmla="*/ 9 w 14"/>
                                <a:gd name="T63" fmla="*/ 5 h 6"/>
                                <a:gd name="T64" fmla="*/ 9 w 14"/>
                                <a:gd name="T65" fmla="*/ 5 h 6"/>
                                <a:gd name="T66" fmla="*/ 10 w 14"/>
                                <a:gd name="T67" fmla="*/ 5 h 6"/>
                                <a:gd name="T68" fmla="*/ 11 w 14"/>
                                <a:gd name="T69" fmla="*/ 4 h 6"/>
                                <a:gd name="T70" fmla="*/ 11 w 14"/>
                                <a:gd name="T71" fmla="*/ 4 h 6"/>
                                <a:gd name="T72" fmla="*/ 13 w 14"/>
                                <a:gd name="T73" fmla="*/ 5 h 6"/>
                                <a:gd name="T74" fmla="*/ 13 w 14"/>
                                <a:gd name="T75" fmla="*/ 5 h 6"/>
                                <a:gd name="T76" fmla="*/ 14 w 14"/>
                                <a:gd name="T77" fmla="*/ 5 h 6"/>
                                <a:gd name="T78" fmla="*/ 14 w 14"/>
                                <a:gd name="T79" fmla="*/ 5 h 6"/>
                                <a:gd name="T80" fmla="*/ 14 w 14"/>
                                <a:gd name="T81" fmla="*/ 5 h 6"/>
                                <a:gd name="T82" fmla="*/ 14 w 14"/>
                                <a:gd name="T83" fmla="*/ 4 h 6"/>
                                <a:gd name="T84" fmla="*/ 14 w 14"/>
                                <a:gd name="T85" fmla="*/ 4 h 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</a:cxnLst>
                              <a:rect l="0" t="0" r="r" b="b"/>
                              <a:pathLst>
                                <a:path w="14" h="6">
                                  <a:moveTo>
                                    <a:pt x="14" y="4"/>
                                  </a:moveTo>
                                  <a:cubicBezTo>
                                    <a:pt x="14" y="4"/>
                                    <a:pt x="14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2" y="3"/>
                                  </a:cubicBezTo>
                                  <a:cubicBezTo>
                                    <a:pt x="12" y="3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2"/>
                                    <a:pt x="10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3" y="3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4" y="4"/>
                                    <a:pt x="4" y="4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6" y="5"/>
                                    <a:pt x="7" y="5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10" y="5"/>
                                    <a:pt x="10" y="5"/>
                                  </a:cubicBez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8" name="Freeform 768">
                              <a:extLst>
                                <a:ext uri="{FF2B5EF4-FFF2-40B4-BE49-F238E27FC236}">
                                  <a16:creationId xmlns:a16="http://schemas.microsoft.com/office/drawing/2014/main" id="{F55C42EF-92CA-7C8B-A8DF-BA6A48419A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36863" y="4405313"/>
                              <a:ext cx="171450" cy="87313"/>
                            </a:xfrm>
                            <a:custGeom>
                              <a:avLst/>
                              <a:gdLst>
                                <a:gd name="T0" fmla="*/ 1 w 41"/>
                                <a:gd name="T1" fmla="*/ 7 h 21"/>
                                <a:gd name="T2" fmla="*/ 1 w 41"/>
                                <a:gd name="T3" fmla="*/ 8 h 21"/>
                                <a:gd name="T4" fmla="*/ 1 w 41"/>
                                <a:gd name="T5" fmla="*/ 10 h 21"/>
                                <a:gd name="T6" fmla="*/ 1 w 41"/>
                                <a:gd name="T7" fmla="*/ 11 h 21"/>
                                <a:gd name="T8" fmla="*/ 3 w 41"/>
                                <a:gd name="T9" fmla="*/ 13 h 21"/>
                                <a:gd name="T10" fmla="*/ 5 w 41"/>
                                <a:gd name="T11" fmla="*/ 14 h 21"/>
                                <a:gd name="T12" fmla="*/ 6 w 41"/>
                                <a:gd name="T13" fmla="*/ 15 h 21"/>
                                <a:gd name="T14" fmla="*/ 7 w 41"/>
                                <a:gd name="T15" fmla="*/ 14 h 21"/>
                                <a:gd name="T16" fmla="*/ 9 w 41"/>
                                <a:gd name="T17" fmla="*/ 14 h 21"/>
                                <a:gd name="T18" fmla="*/ 10 w 41"/>
                                <a:gd name="T19" fmla="*/ 14 h 21"/>
                                <a:gd name="T20" fmla="*/ 11 w 41"/>
                                <a:gd name="T21" fmla="*/ 15 h 21"/>
                                <a:gd name="T22" fmla="*/ 11 w 41"/>
                                <a:gd name="T23" fmla="*/ 16 h 21"/>
                                <a:gd name="T24" fmla="*/ 11 w 41"/>
                                <a:gd name="T25" fmla="*/ 17 h 21"/>
                                <a:gd name="T26" fmla="*/ 11 w 41"/>
                                <a:gd name="T27" fmla="*/ 17 h 21"/>
                                <a:gd name="T28" fmla="*/ 11 w 41"/>
                                <a:gd name="T29" fmla="*/ 18 h 21"/>
                                <a:gd name="T30" fmla="*/ 11 w 41"/>
                                <a:gd name="T31" fmla="*/ 18 h 21"/>
                                <a:gd name="T32" fmla="*/ 13 w 41"/>
                                <a:gd name="T33" fmla="*/ 19 h 21"/>
                                <a:gd name="T34" fmla="*/ 14 w 41"/>
                                <a:gd name="T35" fmla="*/ 20 h 21"/>
                                <a:gd name="T36" fmla="*/ 16 w 41"/>
                                <a:gd name="T37" fmla="*/ 20 h 21"/>
                                <a:gd name="T38" fmla="*/ 18 w 41"/>
                                <a:gd name="T39" fmla="*/ 19 h 21"/>
                                <a:gd name="T40" fmla="*/ 17 w 41"/>
                                <a:gd name="T41" fmla="*/ 16 h 21"/>
                                <a:gd name="T42" fmla="*/ 20 w 41"/>
                                <a:gd name="T43" fmla="*/ 15 h 21"/>
                                <a:gd name="T44" fmla="*/ 22 w 41"/>
                                <a:gd name="T45" fmla="*/ 13 h 21"/>
                                <a:gd name="T46" fmla="*/ 24 w 41"/>
                                <a:gd name="T47" fmla="*/ 15 h 21"/>
                                <a:gd name="T48" fmla="*/ 26 w 41"/>
                                <a:gd name="T49" fmla="*/ 13 h 21"/>
                                <a:gd name="T50" fmla="*/ 28 w 41"/>
                                <a:gd name="T51" fmla="*/ 12 h 21"/>
                                <a:gd name="T52" fmla="*/ 28 w 41"/>
                                <a:gd name="T53" fmla="*/ 11 h 21"/>
                                <a:gd name="T54" fmla="*/ 29 w 41"/>
                                <a:gd name="T55" fmla="*/ 10 h 21"/>
                                <a:gd name="T56" fmla="*/ 30 w 41"/>
                                <a:gd name="T57" fmla="*/ 8 h 21"/>
                                <a:gd name="T58" fmla="*/ 31 w 41"/>
                                <a:gd name="T59" fmla="*/ 9 h 21"/>
                                <a:gd name="T60" fmla="*/ 33 w 41"/>
                                <a:gd name="T61" fmla="*/ 10 h 21"/>
                                <a:gd name="T62" fmla="*/ 34 w 41"/>
                                <a:gd name="T63" fmla="*/ 9 h 21"/>
                                <a:gd name="T64" fmla="*/ 35 w 41"/>
                                <a:gd name="T65" fmla="*/ 9 h 21"/>
                                <a:gd name="T66" fmla="*/ 36 w 41"/>
                                <a:gd name="T67" fmla="*/ 9 h 21"/>
                                <a:gd name="T68" fmla="*/ 38 w 41"/>
                                <a:gd name="T69" fmla="*/ 8 h 21"/>
                                <a:gd name="T70" fmla="*/ 39 w 41"/>
                                <a:gd name="T71" fmla="*/ 7 h 21"/>
                                <a:gd name="T72" fmla="*/ 41 w 41"/>
                                <a:gd name="T73" fmla="*/ 7 h 21"/>
                                <a:gd name="T74" fmla="*/ 40 w 41"/>
                                <a:gd name="T75" fmla="*/ 6 h 21"/>
                                <a:gd name="T76" fmla="*/ 38 w 41"/>
                                <a:gd name="T77" fmla="*/ 4 h 21"/>
                                <a:gd name="T78" fmla="*/ 38 w 41"/>
                                <a:gd name="T79" fmla="*/ 5 h 21"/>
                                <a:gd name="T80" fmla="*/ 38 w 41"/>
                                <a:gd name="T81" fmla="*/ 5 h 21"/>
                                <a:gd name="T82" fmla="*/ 37 w 41"/>
                                <a:gd name="T83" fmla="*/ 4 h 21"/>
                                <a:gd name="T84" fmla="*/ 36 w 41"/>
                                <a:gd name="T85" fmla="*/ 5 h 21"/>
                                <a:gd name="T86" fmla="*/ 35 w 41"/>
                                <a:gd name="T87" fmla="*/ 4 h 21"/>
                                <a:gd name="T88" fmla="*/ 36 w 41"/>
                                <a:gd name="T89" fmla="*/ 3 h 21"/>
                                <a:gd name="T90" fmla="*/ 34 w 41"/>
                                <a:gd name="T91" fmla="*/ 1 h 21"/>
                                <a:gd name="T92" fmla="*/ 29 w 41"/>
                                <a:gd name="T93" fmla="*/ 0 h 21"/>
                                <a:gd name="T94" fmla="*/ 26 w 41"/>
                                <a:gd name="T95" fmla="*/ 1 h 21"/>
                                <a:gd name="T96" fmla="*/ 23 w 41"/>
                                <a:gd name="T97" fmla="*/ 0 h 21"/>
                                <a:gd name="T98" fmla="*/ 23 w 41"/>
                                <a:gd name="T99" fmla="*/ 0 h 21"/>
                                <a:gd name="T100" fmla="*/ 22 w 41"/>
                                <a:gd name="T101" fmla="*/ 1 h 21"/>
                                <a:gd name="T102" fmla="*/ 19 w 41"/>
                                <a:gd name="T103" fmla="*/ 1 h 21"/>
                                <a:gd name="T104" fmla="*/ 15 w 41"/>
                                <a:gd name="T105" fmla="*/ 1 h 21"/>
                                <a:gd name="T106" fmla="*/ 12 w 41"/>
                                <a:gd name="T107" fmla="*/ 2 h 21"/>
                                <a:gd name="T108" fmla="*/ 12 w 41"/>
                                <a:gd name="T109" fmla="*/ 1 h 21"/>
                                <a:gd name="T110" fmla="*/ 8 w 41"/>
                                <a:gd name="T111" fmla="*/ 2 h 21"/>
                                <a:gd name="T112" fmla="*/ 7 w 41"/>
                                <a:gd name="T113" fmla="*/ 2 h 21"/>
                                <a:gd name="T114" fmla="*/ 1 w 41"/>
                                <a:gd name="T115" fmla="*/ 6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41" h="21">
                                  <a:moveTo>
                                    <a:pt x="1" y="6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9"/>
                                  </a:cubicBezTo>
                                  <a:cubicBezTo>
                                    <a:pt x="1" y="9"/>
                                    <a:pt x="1" y="10"/>
                                    <a:pt x="1" y="10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2" y="11"/>
                                    <a:pt x="2" y="11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5"/>
                                    <a:pt x="6" y="15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10" y="14"/>
                                    <a:pt x="10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7"/>
                                    <a:pt x="11" y="17"/>
                                  </a:cubicBezTo>
                                  <a:cubicBezTo>
                                    <a:pt x="11" y="17"/>
                                    <a:pt x="10" y="17"/>
                                    <a:pt x="10" y="17"/>
                                  </a:cubicBezTo>
                                  <a:cubicBezTo>
                                    <a:pt x="10" y="17"/>
                                    <a:pt x="11" y="17"/>
                                    <a:pt x="11" y="17"/>
                                  </a:cubicBezTo>
                                  <a:cubicBezTo>
                                    <a:pt x="10" y="18"/>
                                    <a:pt x="10" y="18"/>
                                    <a:pt x="10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2" y="18"/>
                                    <a:pt x="12" y="18"/>
                                  </a:cubicBezTo>
                                  <a:cubicBezTo>
                                    <a:pt x="12" y="18"/>
                                    <a:pt x="13" y="19"/>
                                    <a:pt x="13" y="19"/>
                                  </a:cubicBezTo>
                                  <a:cubicBezTo>
                                    <a:pt x="13" y="19"/>
                                    <a:pt x="13" y="19"/>
                                    <a:pt x="13" y="20"/>
                                  </a:cubicBezTo>
                                  <a:cubicBezTo>
                                    <a:pt x="13" y="20"/>
                                    <a:pt x="13" y="20"/>
                                    <a:pt x="14" y="20"/>
                                  </a:cubicBezTo>
                                  <a:cubicBezTo>
                                    <a:pt x="14" y="20"/>
                                    <a:pt x="14" y="20"/>
                                    <a:pt x="14" y="21"/>
                                  </a:cubicBezTo>
                                  <a:cubicBezTo>
                                    <a:pt x="16" y="20"/>
                                    <a:pt x="16" y="20"/>
                                    <a:pt x="16" y="20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7" y="19"/>
                                    <a:pt x="18" y="19"/>
                                    <a:pt x="18" y="19"/>
                                  </a:cubicBezTo>
                                  <a:cubicBezTo>
                                    <a:pt x="18" y="19"/>
                                    <a:pt x="18" y="18"/>
                                    <a:pt x="18" y="17"/>
                                  </a:cubicBezTo>
                                  <a:cubicBezTo>
                                    <a:pt x="18" y="17"/>
                                    <a:pt x="17" y="16"/>
                                    <a:pt x="17" y="16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20" y="15"/>
                                    <a:pt x="20" y="15"/>
                                    <a:pt x="20" y="15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4"/>
                                    <a:pt x="24" y="14"/>
                                  </a:cubicBezTo>
                                  <a:cubicBezTo>
                                    <a:pt x="25" y="14"/>
                                    <a:pt x="26" y="13"/>
                                    <a:pt x="26" y="13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9"/>
                                    <a:pt x="29" y="9"/>
                                    <a:pt x="29" y="9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1" y="9"/>
                                    <a:pt x="31" y="9"/>
                                    <a:pt x="31" y="9"/>
                                  </a:cubicBezTo>
                                  <a:cubicBezTo>
                                    <a:pt x="32" y="9"/>
                                    <a:pt x="32" y="9"/>
                                    <a:pt x="32" y="9"/>
                                  </a:cubicBezTo>
                                  <a:cubicBezTo>
                                    <a:pt x="33" y="10"/>
                                    <a:pt x="33" y="10"/>
                                    <a:pt x="33" y="10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5" y="9"/>
                                    <a:pt x="35" y="9"/>
                                    <a:pt x="35" y="9"/>
                                  </a:cubicBezTo>
                                  <a:cubicBezTo>
                                    <a:pt x="35" y="8"/>
                                    <a:pt x="35" y="8"/>
                                    <a:pt x="35" y="8"/>
                                  </a:cubicBezTo>
                                  <a:cubicBezTo>
                                    <a:pt x="36" y="9"/>
                                    <a:pt x="36" y="9"/>
                                    <a:pt x="36" y="9"/>
                                  </a:cubicBezTo>
                                  <a:cubicBezTo>
                                    <a:pt x="36" y="9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8" y="8"/>
                                    <a:pt x="38" y="8"/>
                                  </a:cubicBezTo>
                                  <a:cubicBezTo>
                                    <a:pt x="39" y="8"/>
                                    <a:pt x="39" y="8"/>
                                    <a:pt x="39" y="8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1" y="7"/>
                                    <a:pt x="41" y="6"/>
                                    <a:pt x="41" y="6"/>
                                  </a:cubicBezTo>
                                  <a:cubicBezTo>
                                    <a:pt x="40" y="6"/>
                                    <a:pt x="40" y="6"/>
                                    <a:pt x="40" y="6"/>
                                  </a:cubicBezTo>
                                  <a:cubicBezTo>
                                    <a:pt x="40" y="5"/>
                                    <a:pt x="39" y="5"/>
                                    <a:pt x="39" y="4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8" y="4"/>
                                    <a:pt x="38" y="4"/>
                                    <a:pt x="38" y="5"/>
                                  </a:cubicBezTo>
                                  <a:cubicBezTo>
                                    <a:pt x="38" y="5"/>
                                    <a:pt x="38" y="5"/>
                                    <a:pt x="38" y="5"/>
                                  </a:cubicBezTo>
                                  <a:cubicBezTo>
                                    <a:pt x="38" y="5"/>
                                    <a:pt x="38" y="6"/>
                                    <a:pt x="38" y="5"/>
                                  </a:cubicBezTo>
                                  <a:cubicBezTo>
                                    <a:pt x="38" y="5"/>
                                    <a:pt x="37" y="5"/>
                                    <a:pt x="37" y="5"/>
                                  </a:cubicBezTo>
                                  <a:cubicBezTo>
                                    <a:pt x="37" y="5"/>
                                    <a:pt x="37" y="5"/>
                                    <a:pt x="37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6" y="4"/>
                                    <a:pt x="36" y="5"/>
                                  </a:cubicBezTo>
                                  <a:cubicBezTo>
                                    <a:pt x="35" y="5"/>
                                    <a:pt x="35" y="5"/>
                                    <a:pt x="35" y="5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6" y="4"/>
                                    <a:pt x="36" y="3"/>
                                  </a:cubicBezTo>
                                  <a:cubicBezTo>
                                    <a:pt x="36" y="3"/>
                                    <a:pt x="36" y="3"/>
                                    <a:pt x="36" y="3"/>
                                  </a:cubicBezTo>
                                  <a:cubicBezTo>
                                    <a:pt x="35" y="2"/>
                                    <a:pt x="35" y="1"/>
                                    <a:pt x="34" y="1"/>
                                  </a:cubicBezTo>
                                  <a:cubicBezTo>
                                    <a:pt x="33" y="1"/>
                                    <a:pt x="32" y="1"/>
                                    <a:pt x="31" y="1"/>
                                  </a:cubicBezTo>
                                  <a:cubicBezTo>
                                    <a:pt x="30" y="0"/>
                                    <a:pt x="30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8" y="1"/>
                                    <a:pt x="27" y="1"/>
                                    <a:pt x="26" y="1"/>
                                  </a:cubicBezTo>
                                  <a:cubicBezTo>
                                    <a:pt x="26" y="1"/>
                                    <a:pt x="25" y="1"/>
                                    <a:pt x="25" y="1"/>
                                  </a:cubicBezTo>
                                  <a:cubicBezTo>
                                    <a:pt x="24" y="0"/>
                                    <a:pt x="24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1"/>
                                    <a:pt x="23" y="1"/>
                                  </a:cubicBezTo>
                                  <a:cubicBezTo>
                                    <a:pt x="22" y="1"/>
                                    <a:pt x="22" y="1"/>
                                    <a:pt x="22" y="1"/>
                                  </a:cubicBezTo>
                                  <a:cubicBezTo>
                                    <a:pt x="21" y="1"/>
                                    <a:pt x="21" y="2"/>
                                    <a:pt x="20" y="2"/>
                                  </a:cubicBezTo>
                                  <a:cubicBezTo>
                                    <a:pt x="20" y="2"/>
                                    <a:pt x="19" y="1"/>
                                    <a:pt x="19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6" y="2"/>
                                    <a:pt x="15" y="1"/>
                                  </a:cubicBezTo>
                                  <a:cubicBezTo>
                                    <a:pt x="14" y="1"/>
                                    <a:pt x="13" y="1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0" y="1"/>
                                    <a:pt x="9" y="1"/>
                                    <a:pt x="9" y="2"/>
                                  </a:cubicBezTo>
                                  <a:cubicBezTo>
                                    <a:pt x="9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7" y="2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lnTo>
                                    <a:pt x="1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9" name="Freeform 769">
                              <a:extLst>
                                <a:ext uri="{FF2B5EF4-FFF2-40B4-BE49-F238E27FC236}">
                                  <a16:creationId xmlns:a16="http://schemas.microsoft.com/office/drawing/2014/main" id="{01FCA136-A0A4-64C9-0C36-105373D9B11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52788" y="4283075"/>
                              <a:ext cx="79375" cy="63500"/>
                            </a:xfrm>
                            <a:custGeom>
                              <a:avLst/>
                              <a:gdLst>
                                <a:gd name="T0" fmla="*/ 10 w 19"/>
                                <a:gd name="T1" fmla="*/ 9 h 15"/>
                                <a:gd name="T2" fmla="*/ 9 w 19"/>
                                <a:gd name="T3" fmla="*/ 9 h 15"/>
                                <a:gd name="T4" fmla="*/ 12 w 19"/>
                                <a:gd name="T5" fmla="*/ 1 h 15"/>
                                <a:gd name="T6" fmla="*/ 19 w 19"/>
                                <a:gd name="T7" fmla="*/ 14 h 15"/>
                                <a:gd name="T8" fmla="*/ 18 w 19"/>
                                <a:gd name="T9" fmla="*/ 14 h 15"/>
                                <a:gd name="T10" fmla="*/ 18 w 19"/>
                                <a:gd name="T11" fmla="*/ 14 h 15"/>
                                <a:gd name="T12" fmla="*/ 18 w 19"/>
                                <a:gd name="T13" fmla="*/ 12 h 15"/>
                                <a:gd name="T14" fmla="*/ 18 w 19"/>
                                <a:gd name="T15" fmla="*/ 12 h 15"/>
                                <a:gd name="T16" fmla="*/ 17 w 19"/>
                                <a:gd name="T17" fmla="*/ 11 h 15"/>
                                <a:gd name="T18" fmla="*/ 18 w 19"/>
                                <a:gd name="T19" fmla="*/ 11 h 15"/>
                                <a:gd name="T20" fmla="*/ 18 w 19"/>
                                <a:gd name="T21" fmla="*/ 10 h 15"/>
                                <a:gd name="T22" fmla="*/ 19 w 19"/>
                                <a:gd name="T23" fmla="*/ 10 h 15"/>
                                <a:gd name="T24" fmla="*/ 19 w 19"/>
                                <a:gd name="T25" fmla="*/ 9 h 15"/>
                                <a:gd name="T26" fmla="*/ 18 w 19"/>
                                <a:gd name="T27" fmla="*/ 8 h 15"/>
                                <a:gd name="T28" fmla="*/ 18 w 19"/>
                                <a:gd name="T29" fmla="*/ 8 h 15"/>
                                <a:gd name="T30" fmla="*/ 18 w 19"/>
                                <a:gd name="T31" fmla="*/ 8 h 15"/>
                                <a:gd name="T32" fmla="*/ 18 w 19"/>
                                <a:gd name="T33" fmla="*/ 8 h 15"/>
                                <a:gd name="T34" fmla="*/ 18 w 19"/>
                                <a:gd name="T35" fmla="*/ 8 h 15"/>
                                <a:gd name="T36" fmla="*/ 18 w 19"/>
                                <a:gd name="T37" fmla="*/ 8 h 15"/>
                                <a:gd name="T38" fmla="*/ 19 w 19"/>
                                <a:gd name="T39" fmla="*/ 8 h 15"/>
                                <a:gd name="T40" fmla="*/ 19 w 19"/>
                                <a:gd name="T41" fmla="*/ 7 h 15"/>
                                <a:gd name="T42" fmla="*/ 19 w 19"/>
                                <a:gd name="T43" fmla="*/ 7 h 15"/>
                                <a:gd name="T44" fmla="*/ 19 w 19"/>
                                <a:gd name="T45" fmla="*/ 7 h 15"/>
                                <a:gd name="T46" fmla="*/ 19 w 19"/>
                                <a:gd name="T47" fmla="*/ 7 h 15"/>
                                <a:gd name="T48" fmla="*/ 19 w 19"/>
                                <a:gd name="T49" fmla="*/ 6 h 15"/>
                                <a:gd name="T50" fmla="*/ 19 w 19"/>
                                <a:gd name="T51" fmla="*/ 6 h 15"/>
                                <a:gd name="T52" fmla="*/ 18 w 19"/>
                                <a:gd name="T53" fmla="*/ 6 h 15"/>
                                <a:gd name="T54" fmla="*/ 19 w 19"/>
                                <a:gd name="T55" fmla="*/ 5 h 15"/>
                                <a:gd name="T56" fmla="*/ 19 w 19"/>
                                <a:gd name="T57" fmla="*/ 5 h 15"/>
                                <a:gd name="T58" fmla="*/ 19 w 19"/>
                                <a:gd name="T59" fmla="*/ 4 h 15"/>
                                <a:gd name="T60" fmla="*/ 19 w 19"/>
                                <a:gd name="T61" fmla="*/ 4 h 15"/>
                                <a:gd name="T62" fmla="*/ 19 w 19"/>
                                <a:gd name="T63" fmla="*/ 3 h 15"/>
                                <a:gd name="T64" fmla="*/ 18 w 19"/>
                                <a:gd name="T65" fmla="*/ 3 h 15"/>
                                <a:gd name="T66" fmla="*/ 15 w 19"/>
                                <a:gd name="T67" fmla="*/ 3 h 15"/>
                                <a:gd name="T68" fmla="*/ 13 w 19"/>
                                <a:gd name="T69" fmla="*/ 2 h 15"/>
                                <a:gd name="T70" fmla="*/ 10 w 19"/>
                                <a:gd name="T71" fmla="*/ 1 h 15"/>
                                <a:gd name="T72" fmla="*/ 8 w 19"/>
                                <a:gd name="T73" fmla="*/ 2 h 15"/>
                                <a:gd name="T74" fmla="*/ 9 w 19"/>
                                <a:gd name="T75" fmla="*/ 3 h 15"/>
                                <a:gd name="T76" fmla="*/ 11 w 19"/>
                                <a:gd name="T77" fmla="*/ 4 h 15"/>
                                <a:gd name="T78" fmla="*/ 12 w 19"/>
                                <a:gd name="T79" fmla="*/ 6 h 15"/>
                                <a:gd name="T80" fmla="*/ 12 w 19"/>
                                <a:gd name="T81" fmla="*/ 7 h 15"/>
                                <a:gd name="T82" fmla="*/ 12 w 19"/>
                                <a:gd name="T83" fmla="*/ 8 h 15"/>
                                <a:gd name="T84" fmla="*/ 13 w 19"/>
                                <a:gd name="T85" fmla="*/ 9 h 15"/>
                                <a:gd name="T86" fmla="*/ 15 w 19"/>
                                <a:gd name="T87" fmla="*/ 11 h 15"/>
                                <a:gd name="T88" fmla="*/ 12 w 19"/>
                                <a:gd name="T89" fmla="*/ 12 h 15"/>
                                <a:gd name="T90" fmla="*/ 10 w 19"/>
                                <a:gd name="T91" fmla="*/ 12 h 15"/>
                                <a:gd name="T92" fmla="*/ 7 w 19"/>
                                <a:gd name="T93" fmla="*/ 11 h 15"/>
                                <a:gd name="T94" fmla="*/ 6 w 19"/>
                                <a:gd name="T95" fmla="*/ 11 h 15"/>
                                <a:gd name="T96" fmla="*/ 4 w 19"/>
                                <a:gd name="T97" fmla="*/ 11 h 15"/>
                                <a:gd name="T98" fmla="*/ 4 w 19"/>
                                <a:gd name="T99" fmla="*/ 11 h 15"/>
                                <a:gd name="T100" fmla="*/ 1 w 19"/>
                                <a:gd name="T101" fmla="*/ 11 h 15"/>
                                <a:gd name="T102" fmla="*/ 1 w 19"/>
                                <a:gd name="T103" fmla="*/ 13 h 15"/>
                                <a:gd name="T104" fmla="*/ 5 w 19"/>
                                <a:gd name="T105" fmla="*/ 15 h 15"/>
                                <a:gd name="T106" fmla="*/ 8 w 19"/>
                                <a:gd name="T107" fmla="*/ 13 h 15"/>
                                <a:gd name="T108" fmla="*/ 13 w 19"/>
                                <a:gd name="T109" fmla="*/ 14 h 15"/>
                                <a:gd name="T110" fmla="*/ 15 w 19"/>
                                <a:gd name="T111" fmla="*/ 14 h 15"/>
                                <a:gd name="T112" fmla="*/ 17 w 19"/>
                                <a:gd name="T113" fmla="*/ 14 h 15"/>
                                <a:gd name="T114" fmla="*/ 19 w 19"/>
                                <a:gd name="T115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19" h="15">
                                  <a:moveTo>
                                    <a:pt x="9" y="9"/>
                                  </a:move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8"/>
                                    <a:pt x="8" y="8"/>
                                    <a:pt x="9" y="8"/>
                                  </a:cubicBezTo>
                                  <a:cubicBezTo>
                                    <a:pt x="9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10"/>
                                    <a:pt x="12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0" y="10"/>
                                    <a:pt x="10" y="9"/>
                                    <a:pt x="9" y="9"/>
                                  </a:cubicBezTo>
                                  <a:close/>
                                  <a:moveTo>
                                    <a:pt x="11" y="0"/>
                                  </a:move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1"/>
                                    <a:pt x="11" y="1"/>
                                    <a:pt x="11" y="1"/>
                                  </a:cubicBezTo>
                                  <a:cubicBezTo>
                                    <a:pt x="11" y="1"/>
                                    <a:pt x="12" y="1"/>
                                    <a:pt x="12" y="1"/>
                                  </a:cubicBezTo>
                                  <a:cubicBezTo>
                                    <a:pt x="12" y="0"/>
                                    <a:pt x="11" y="0"/>
                                    <a:pt x="11" y="0"/>
                                  </a:cubicBezTo>
                                  <a:close/>
                                  <a:moveTo>
                                    <a:pt x="19" y="14"/>
                                  </a:move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5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3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1" y="1"/>
                                  </a:cubicBezTo>
                                  <a:cubicBezTo>
                                    <a:pt x="11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2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9" y="4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4" y="10"/>
                                    <a:pt x="14" y="10"/>
                                  </a:cubicBezTo>
                                  <a:cubicBezTo>
                                    <a:pt x="14" y="10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1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6" y="12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0"/>
                                    <a:pt x="2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2" y="13"/>
                                    <a:pt x="2" y="13"/>
                                    <a:pt x="3" y="13"/>
                                  </a:cubicBezTo>
                                  <a:cubicBezTo>
                                    <a:pt x="3" y="14"/>
                                    <a:pt x="4" y="14"/>
                                    <a:pt x="4" y="15"/>
                                  </a:cubicBezTo>
                                  <a:cubicBezTo>
                                    <a:pt x="4" y="15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5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6" y="14"/>
                                    <a:pt x="6" y="14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8" y="13"/>
                                  </a:cubicBezTo>
                                  <a:cubicBezTo>
                                    <a:pt x="8" y="14"/>
                                    <a:pt x="9" y="14"/>
                                    <a:pt x="9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1" y="14"/>
                                    <a:pt x="11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4" y="14"/>
                                    <a:pt x="15" y="14"/>
                                  </a:cubicBezTo>
                                  <a:cubicBezTo>
                                    <a:pt x="15" y="14"/>
                                    <a:pt x="15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4"/>
                                    <a:pt x="17" y="13"/>
                                    <a:pt x="17" y="14"/>
                                  </a:cubicBezTo>
                                  <a:cubicBezTo>
                                    <a:pt x="17" y="14"/>
                                    <a:pt x="18" y="14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lnTo>
                                    <a:pt x="19" y="1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0" name="Freeform 770">
                              <a:extLst>
                                <a:ext uri="{FF2B5EF4-FFF2-40B4-BE49-F238E27FC236}">
                                  <a16:creationId xmlns:a16="http://schemas.microsoft.com/office/drawing/2014/main" id="{5D983129-1443-1710-64CF-E1C5E08292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757488" y="4329113"/>
                              <a:ext cx="117475" cy="142875"/>
                            </a:xfrm>
                            <a:custGeom>
                              <a:avLst/>
                              <a:gdLst>
                                <a:gd name="T0" fmla="*/ 22 w 28"/>
                                <a:gd name="T1" fmla="*/ 5 h 34"/>
                                <a:gd name="T2" fmla="*/ 20 w 28"/>
                                <a:gd name="T3" fmla="*/ 4 h 34"/>
                                <a:gd name="T4" fmla="*/ 8 w 28"/>
                                <a:gd name="T5" fmla="*/ 5 h 34"/>
                                <a:gd name="T6" fmla="*/ 5 w 28"/>
                                <a:gd name="T7" fmla="*/ 9 h 34"/>
                                <a:gd name="T8" fmla="*/ 6 w 28"/>
                                <a:gd name="T9" fmla="*/ 10 h 34"/>
                                <a:gd name="T10" fmla="*/ 8 w 28"/>
                                <a:gd name="T11" fmla="*/ 12 h 34"/>
                                <a:gd name="T12" fmla="*/ 10 w 28"/>
                                <a:gd name="T13" fmla="*/ 14 h 34"/>
                                <a:gd name="T14" fmla="*/ 12 w 28"/>
                                <a:gd name="T15" fmla="*/ 15 h 34"/>
                                <a:gd name="T16" fmla="*/ 12 w 28"/>
                                <a:gd name="T17" fmla="*/ 16 h 34"/>
                                <a:gd name="T18" fmla="*/ 3 w 28"/>
                                <a:gd name="T19" fmla="*/ 17 h 34"/>
                                <a:gd name="T20" fmla="*/ 0 w 28"/>
                                <a:gd name="T21" fmla="*/ 23 h 34"/>
                                <a:gd name="T22" fmla="*/ 0 w 28"/>
                                <a:gd name="T23" fmla="*/ 25 h 34"/>
                                <a:gd name="T24" fmla="*/ 0 w 28"/>
                                <a:gd name="T25" fmla="*/ 28 h 34"/>
                                <a:gd name="T26" fmla="*/ 3 w 28"/>
                                <a:gd name="T27" fmla="*/ 30 h 34"/>
                                <a:gd name="T28" fmla="*/ 8 w 28"/>
                                <a:gd name="T29" fmla="*/ 33 h 34"/>
                                <a:gd name="T30" fmla="*/ 11 w 28"/>
                                <a:gd name="T31" fmla="*/ 33 h 34"/>
                                <a:gd name="T32" fmla="*/ 13 w 28"/>
                                <a:gd name="T33" fmla="*/ 33 h 34"/>
                                <a:gd name="T34" fmla="*/ 14 w 28"/>
                                <a:gd name="T35" fmla="*/ 33 h 34"/>
                                <a:gd name="T36" fmla="*/ 16 w 28"/>
                                <a:gd name="T37" fmla="*/ 32 h 34"/>
                                <a:gd name="T38" fmla="*/ 18 w 28"/>
                                <a:gd name="T39" fmla="*/ 30 h 34"/>
                                <a:gd name="T40" fmla="*/ 18 w 28"/>
                                <a:gd name="T41" fmla="*/ 29 h 34"/>
                                <a:gd name="T42" fmla="*/ 20 w 28"/>
                                <a:gd name="T43" fmla="*/ 28 h 34"/>
                                <a:gd name="T44" fmla="*/ 20 w 28"/>
                                <a:gd name="T45" fmla="*/ 26 h 34"/>
                                <a:gd name="T46" fmla="*/ 20 w 28"/>
                                <a:gd name="T47" fmla="*/ 25 h 34"/>
                                <a:gd name="T48" fmla="*/ 24 w 28"/>
                                <a:gd name="T49" fmla="*/ 22 h 34"/>
                                <a:gd name="T50" fmla="*/ 26 w 28"/>
                                <a:gd name="T51" fmla="*/ 19 h 34"/>
                                <a:gd name="T52" fmla="*/ 24 w 28"/>
                                <a:gd name="T53" fmla="*/ 19 h 34"/>
                                <a:gd name="T54" fmla="*/ 23 w 28"/>
                                <a:gd name="T55" fmla="*/ 19 h 34"/>
                                <a:gd name="T56" fmla="*/ 22 w 28"/>
                                <a:gd name="T57" fmla="*/ 18 h 34"/>
                                <a:gd name="T58" fmla="*/ 23 w 28"/>
                                <a:gd name="T59" fmla="*/ 17 h 34"/>
                                <a:gd name="T60" fmla="*/ 23 w 28"/>
                                <a:gd name="T61" fmla="*/ 17 h 34"/>
                                <a:gd name="T62" fmla="*/ 24 w 28"/>
                                <a:gd name="T63" fmla="*/ 16 h 34"/>
                                <a:gd name="T64" fmla="*/ 26 w 28"/>
                                <a:gd name="T65" fmla="*/ 13 h 34"/>
                                <a:gd name="T66" fmla="*/ 27 w 28"/>
                                <a:gd name="T67" fmla="*/ 11 h 34"/>
                                <a:gd name="T68" fmla="*/ 26 w 28"/>
                                <a:gd name="T69" fmla="*/ 10 h 34"/>
                                <a:gd name="T70" fmla="*/ 26 w 28"/>
                                <a:gd name="T71" fmla="*/ 8 h 34"/>
                                <a:gd name="T72" fmla="*/ 26 w 28"/>
                                <a:gd name="T73" fmla="*/ 8 h 34"/>
                                <a:gd name="T74" fmla="*/ 26 w 28"/>
                                <a:gd name="T75" fmla="*/ 8 h 34"/>
                                <a:gd name="T76" fmla="*/ 27 w 28"/>
                                <a:gd name="T77" fmla="*/ 7 h 34"/>
                                <a:gd name="T78" fmla="*/ 26 w 28"/>
                                <a:gd name="T79" fmla="*/ 7 h 34"/>
                                <a:gd name="T80" fmla="*/ 26 w 28"/>
                                <a:gd name="T81" fmla="*/ 6 h 34"/>
                                <a:gd name="T82" fmla="*/ 27 w 28"/>
                                <a:gd name="T83" fmla="*/ 4 h 34"/>
                                <a:gd name="T84" fmla="*/ 27 w 28"/>
                                <a:gd name="T85" fmla="*/ 2 h 34"/>
                                <a:gd name="T86" fmla="*/ 26 w 28"/>
                                <a:gd name="T87" fmla="*/ 2 h 34"/>
                                <a:gd name="T88" fmla="*/ 26 w 28"/>
                                <a:gd name="T89" fmla="*/ 1 h 34"/>
                                <a:gd name="T90" fmla="*/ 25 w 28"/>
                                <a:gd name="T91" fmla="*/ 0 h 3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28" h="34">
                                  <a:moveTo>
                                    <a:pt x="25" y="2"/>
                                  </a:moveTo>
                                  <a:cubicBezTo>
                                    <a:pt x="22" y="5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0" y="4"/>
                                    <a:pt x="20" y="4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7" y="11"/>
                                    <a:pt x="7" y="11"/>
                                  </a:cubicBezTo>
                                  <a:cubicBezTo>
                                    <a:pt x="8" y="11"/>
                                    <a:pt x="8" y="12"/>
                                    <a:pt x="8" y="12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9"/>
                                    <a:pt x="1" y="29"/>
                                  </a:cubicBezTo>
                                  <a:cubicBezTo>
                                    <a:pt x="1" y="29"/>
                                    <a:pt x="2" y="30"/>
                                    <a:pt x="3" y="30"/>
                                  </a:cubicBezTo>
                                  <a:cubicBezTo>
                                    <a:pt x="3" y="31"/>
                                    <a:pt x="5" y="32"/>
                                    <a:pt x="5" y="32"/>
                                  </a:cubicBezTo>
                                  <a:cubicBezTo>
                                    <a:pt x="6" y="32"/>
                                    <a:pt x="7" y="33"/>
                                    <a:pt x="8" y="33"/>
                                  </a:cubicBezTo>
                                  <a:cubicBezTo>
                                    <a:pt x="9" y="33"/>
                                    <a:pt x="9" y="33"/>
                                    <a:pt x="10" y="33"/>
                                  </a:cubicBezTo>
                                  <a:cubicBezTo>
                                    <a:pt x="10" y="33"/>
                                    <a:pt x="10" y="32"/>
                                    <a:pt x="11" y="33"/>
                                  </a:cubicBezTo>
                                  <a:cubicBezTo>
                                    <a:pt x="11" y="33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4" y="34"/>
                                  </a:cubicBezTo>
                                  <a:cubicBezTo>
                                    <a:pt x="14" y="33"/>
                                    <a:pt x="14" y="33"/>
                                    <a:pt x="14" y="33"/>
                                  </a:cubicBezTo>
                                  <a:cubicBezTo>
                                    <a:pt x="14" y="33"/>
                                    <a:pt x="15" y="32"/>
                                    <a:pt x="15" y="32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8" y="30"/>
                                    <a:pt x="18" y="30"/>
                                    <a:pt x="18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8" y="29"/>
                                    <a:pt x="18" y="29"/>
                                    <a:pt x="18" y="29"/>
                                  </a:cubicBezTo>
                                  <a:cubicBezTo>
                                    <a:pt x="19" y="29"/>
                                    <a:pt x="19" y="29"/>
                                    <a:pt x="19" y="29"/>
                                  </a:cubicBezTo>
                                  <a:cubicBezTo>
                                    <a:pt x="20" y="28"/>
                                    <a:pt x="20" y="28"/>
                                    <a:pt x="20" y="28"/>
                                  </a:cubicBezTo>
                                  <a:cubicBezTo>
                                    <a:pt x="20" y="28"/>
                                    <a:pt x="20" y="27"/>
                                    <a:pt x="20" y="27"/>
                                  </a:cubicBezTo>
                                  <a:cubicBezTo>
                                    <a:pt x="20" y="26"/>
                                    <a:pt x="20" y="26"/>
                                    <a:pt x="20" y="26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4" y="22"/>
                                    <a:pt x="24" y="22"/>
                                    <a:pt x="24" y="22"/>
                                  </a:cubicBezTo>
                                  <a:cubicBezTo>
                                    <a:pt x="26" y="20"/>
                                    <a:pt x="26" y="20"/>
                                    <a:pt x="26" y="20"/>
                                  </a:cubicBezTo>
                                  <a:cubicBezTo>
                                    <a:pt x="26" y="20"/>
                                    <a:pt x="26" y="19"/>
                                    <a:pt x="26" y="19"/>
                                  </a:cubicBezTo>
                                  <a:cubicBezTo>
                                    <a:pt x="25" y="19"/>
                                    <a:pt x="25" y="19"/>
                                    <a:pt x="25" y="19"/>
                                  </a:cubicBezTo>
                                  <a:cubicBezTo>
                                    <a:pt x="25" y="19"/>
                                    <a:pt x="25" y="19"/>
                                    <a:pt x="24" y="19"/>
                                  </a:cubicBezTo>
                                  <a:cubicBezTo>
                                    <a:pt x="24" y="19"/>
                                    <a:pt x="24" y="20"/>
                                    <a:pt x="24" y="20"/>
                                  </a:cubicBezTo>
                                  <a:cubicBezTo>
                                    <a:pt x="24" y="19"/>
                                    <a:pt x="24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2" y="19"/>
                                    <a:pt x="22" y="19"/>
                                    <a:pt x="22" y="18"/>
                                  </a:cubicBezTo>
                                  <a:cubicBezTo>
                                    <a:pt x="22" y="18"/>
                                    <a:pt x="22" y="18"/>
                                    <a:pt x="22" y="18"/>
                                  </a:cubicBezTo>
                                  <a:cubicBezTo>
                                    <a:pt x="22" y="18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6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5" y="16"/>
                                    <a:pt x="25" y="16"/>
                                    <a:pt x="25" y="15"/>
                                  </a:cubicBezTo>
                                  <a:cubicBezTo>
                                    <a:pt x="26" y="15"/>
                                    <a:pt x="26" y="14"/>
                                    <a:pt x="26" y="13"/>
                                  </a:cubicBezTo>
                                  <a:cubicBezTo>
                                    <a:pt x="27" y="12"/>
                                    <a:pt x="27" y="12"/>
                                    <a:pt x="27" y="11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7" y="11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8"/>
                                    <a:pt x="26" y="8"/>
                                  </a:cubicBezTo>
                                  <a:cubicBezTo>
                                    <a:pt x="25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9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6" y="7"/>
                                    <a:pt x="26" y="7"/>
                                    <a:pt x="26" y="7"/>
                                  </a:cubicBezTo>
                                  <a:cubicBezTo>
                                    <a:pt x="26" y="7"/>
                                    <a:pt x="26" y="7"/>
                                    <a:pt x="26" y="7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7" y="6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4"/>
                                    <a:pt x="27" y="4"/>
                                  </a:cubicBezTo>
                                  <a:cubicBezTo>
                                    <a:pt x="28" y="3"/>
                                    <a:pt x="28" y="3"/>
                                    <a:pt x="28" y="2"/>
                                  </a:cubicBezTo>
                                  <a:cubicBezTo>
                                    <a:pt x="28" y="2"/>
                                    <a:pt x="28" y="2"/>
                                    <a:pt x="27" y="2"/>
                                  </a:cubicBezTo>
                                  <a:cubicBezTo>
                                    <a:pt x="27" y="2"/>
                                    <a:pt x="27" y="2"/>
                                    <a:pt x="27" y="2"/>
                                  </a:cubicBezTo>
                                  <a:cubicBezTo>
                                    <a:pt x="27" y="2"/>
                                    <a:pt x="26" y="2"/>
                                    <a:pt x="26" y="2"/>
                                  </a:cubicBezTo>
                                  <a:cubicBezTo>
                                    <a:pt x="26" y="2"/>
                                    <a:pt x="26" y="2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6" y="0"/>
                                  </a:cubicBezTo>
                                  <a:cubicBezTo>
                                    <a:pt x="25" y="0"/>
                                    <a:pt x="25" y="0"/>
                                    <a:pt x="25" y="0"/>
                                  </a:cubicBezTo>
                                  <a:lnTo>
                                    <a:pt x="25" y="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1" name="Freeform 771">
                              <a:extLst>
                                <a:ext uri="{FF2B5EF4-FFF2-40B4-BE49-F238E27FC236}">
                                  <a16:creationId xmlns:a16="http://schemas.microsoft.com/office/drawing/2014/main" id="{770F94C0-A3DB-C9EC-1997-7E99758FB3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16226" y="4449763"/>
                              <a:ext cx="66675" cy="38100"/>
                            </a:xfrm>
                            <a:custGeom>
                              <a:avLst/>
                              <a:gdLst>
                                <a:gd name="T0" fmla="*/ 16 w 16"/>
                                <a:gd name="T1" fmla="*/ 6 h 9"/>
                                <a:gd name="T2" fmla="*/ 15 w 16"/>
                                <a:gd name="T3" fmla="*/ 6 h 9"/>
                                <a:gd name="T4" fmla="*/ 16 w 16"/>
                                <a:gd name="T5" fmla="*/ 6 h 9"/>
                                <a:gd name="T6" fmla="*/ 16 w 16"/>
                                <a:gd name="T7" fmla="*/ 5 h 9"/>
                                <a:gd name="T8" fmla="*/ 16 w 16"/>
                                <a:gd name="T9" fmla="*/ 5 h 9"/>
                                <a:gd name="T10" fmla="*/ 16 w 16"/>
                                <a:gd name="T11" fmla="*/ 4 h 9"/>
                                <a:gd name="T12" fmla="*/ 16 w 16"/>
                                <a:gd name="T13" fmla="*/ 4 h 9"/>
                                <a:gd name="T14" fmla="*/ 16 w 16"/>
                                <a:gd name="T15" fmla="*/ 3 h 9"/>
                                <a:gd name="T16" fmla="*/ 15 w 16"/>
                                <a:gd name="T17" fmla="*/ 3 h 9"/>
                                <a:gd name="T18" fmla="*/ 14 w 16"/>
                                <a:gd name="T19" fmla="*/ 3 h 9"/>
                                <a:gd name="T20" fmla="*/ 14 w 16"/>
                                <a:gd name="T21" fmla="*/ 3 h 9"/>
                                <a:gd name="T22" fmla="*/ 13 w 16"/>
                                <a:gd name="T23" fmla="*/ 3 h 9"/>
                                <a:gd name="T24" fmla="*/ 12 w 16"/>
                                <a:gd name="T25" fmla="*/ 3 h 9"/>
                                <a:gd name="T26" fmla="*/ 12 w 16"/>
                                <a:gd name="T27" fmla="*/ 3 h 9"/>
                                <a:gd name="T28" fmla="*/ 11 w 16"/>
                                <a:gd name="T29" fmla="*/ 4 h 9"/>
                                <a:gd name="T30" fmla="*/ 11 w 16"/>
                                <a:gd name="T31" fmla="*/ 3 h 9"/>
                                <a:gd name="T32" fmla="*/ 10 w 16"/>
                                <a:gd name="T33" fmla="*/ 3 h 9"/>
                                <a:gd name="T34" fmla="*/ 9 w 16"/>
                                <a:gd name="T35" fmla="*/ 2 h 9"/>
                                <a:gd name="T36" fmla="*/ 8 w 16"/>
                                <a:gd name="T37" fmla="*/ 2 h 9"/>
                                <a:gd name="T38" fmla="*/ 7 w 16"/>
                                <a:gd name="T39" fmla="*/ 0 h 9"/>
                                <a:gd name="T40" fmla="*/ 6 w 16"/>
                                <a:gd name="T41" fmla="*/ 0 h 9"/>
                                <a:gd name="T42" fmla="*/ 5 w 16"/>
                                <a:gd name="T43" fmla="*/ 0 h 9"/>
                                <a:gd name="T44" fmla="*/ 4 w 16"/>
                                <a:gd name="T45" fmla="*/ 0 h 9"/>
                                <a:gd name="T46" fmla="*/ 3 w 16"/>
                                <a:gd name="T47" fmla="*/ 1 h 9"/>
                                <a:gd name="T48" fmla="*/ 4 w 16"/>
                                <a:gd name="T49" fmla="*/ 1 h 9"/>
                                <a:gd name="T50" fmla="*/ 3 w 16"/>
                                <a:gd name="T51" fmla="*/ 2 h 9"/>
                                <a:gd name="T52" fmla="*/ 2 w 16"/>
                                <a:gd name="T53" fmla="*/ 3 h 9"/>
                                <a:gd name="T54" fmla="*/ 1 w 16"/>
                                <a:gd name="T55" fmla="*/ 3 h 9"/>
                                <a:gd name="T56" fmla="*/ 0 w 16"/>
                                <a:gd name="T57" fmla="*/ 4 h 9"/>
                                <a:gd name="T58" fmla="*/ 0 w 16"/>
                                <a:gd name="T59" fmla="*/ 5 h 9"/>
                                <a:gd name="T60" fmla="*/ 1 w 16"/>
                                <a:gd name="T61" fmla="*/ 5 h 9"/>
                                <a:gd name="T62" fmla="*/ 2 w 16"/>
                                <a:gd name="T63" fmla="*/ 6 h 9"/>
                                <a:gd name="T64" fmla="*/ 2 w 16"/>
                                <a:gd name="T65" fmla="*/ 6 h 9"/>
                                <a:gd name="T66" fmla="*/ 3 w 16"/>
                                <a:gd name="T67" fmla="*/ 6 h 9"/>
                                <a:gd name="T68" fmla="*/ 4 w 16"/>
                                <a:gd name="T69" fmla="*/ 6 h 9"/>
                                <a:gd name="T70" fmla="*/ 6 w 16"/>
                                <a:gd name="T71" fmla="*/ 7 h 9"/>
                                <a:gd name="T72" fmla="*/ 7 w 16"/>
                                <a:gd name="T73" fmla="*/ 7 h 9"/>
                                <a:gd name="T74" fmla="*/ 9 w 16"/>
                                <a:gd name="T75" fmla="*/ 8 h 9"/>
                                <a:gd name="T76" fmla="*/ 10 w 16"/>
                                <a:gd name="T77" fmla="*/ 8 h 9"/>
                                <a:gd name="T78" fmla="*/ 10 w 16"/>
                                <a:gd name="T79" fmla="*/ 8 h 9"/>
                                <a:gd name="T80" fmla="*/ 11 w 16"/>
                                <a:gd name="T81" fmla="*/ 8 h 9"/>
                                <a:gd name="T82" fmla="*/ 12 w 16"/>
                                <a:gd name="T83" fmla="*/ 9 h 9"/>
                                <a:gd name="T84" fmla="*/ 15 w 16"/>
                                <a:gd name="T85" fmla="*/ 9 h 9"/>
                                <a:gd name="T86" fmla="*/ 15 w 16"/>
                                <a:gd name="T87" fmla="*/ 8 h 9"/>
                                <a:gd name="T88" fmla="*/ 15 w 16"/>
                                <a:gd name="T89" fmla="*/ 7 h 9"/>
                                <a:gd name="T90" fmla="*/ 16 w 16"/>
                                <a:gd name="T91" fmla="*/ 7 h 9"/>
                                <a:gd name="T92" fmla="*/ 15 w 16"/>
                                <a:gd name="T93" fmla="*/ 7 h 9"/>
                                <a:gd name="T94" fmla="*/ 16 w 16"/>
                                <a:gd name="T95" fmla="*/ 6 h 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16" h="9">
                                  <a:moveTo>
                                    <a:pt x="16" y="6"/>
                                  </a:moveTo>
                                  <a:cubicBezTo>
                                    <a:pt x="16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0" y="3"/>
                                    <a:pt x="10" y="3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5" y="0"/>
                                    <a:pt x="5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1" y="5"/>
                                  </a:cubicBezTo>
                                  <a:cubicBezTo>
                                    <a:pt x="1" y="5"/>
                                    <a:pt x="1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4" y="6"/>
                                    <a:pt x="4" y="6"/>
                                  </a:cubicBezTo>
                                  <a:cubicBezTo>
                                    <a:pt x="5" y="6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8"/>
                                    <a:pt x="8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2" y="9"/>
                                  </a:cubicBezTo>
                                  <a:cubicBezTo>
                                    <a:pt x="12" y="9"/>
                                    <a:pt x="14" y="9"/>
                                    <a:pt x="15" y="9"/>
                                  </a:cubicBezTo>
                                  <a:cubicBezTo>
                                    <a:pt x="15" y="9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7"/>
                                  </a:cubicBezTo>
                                  <a:cubicBezTo>
                                    <a:pt x="15" y="7"/>
                                    <a:pt x="15" y="7"/>
                                    <a:pt x="16" y="7"/>
                                  </a:cubicBezTo>
                                  <a:cubicBezTo>
                                    <a:pt x="15" y="7"/>
                                    <a:pt x="15" y="7"/>
                                    <a:pt x="15" y="7"/>
                                  </a:cubicBezTo>
                                  <a:lnTo>
                                    <a:pt x="16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2" name="Freeform 772">
                              <a:extLst>
                                <a:ext uri="{FF2B5EF4-FFF2-40B4-BE49-F238E27FC236}">
                                  <a16:creationId xmlns:a16="http://schemas.microsoft.com/office/drawing/2014/main" id="{583E583A-B0BA-7A38-A4C6-F6F1951D8BE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324226" y="4287838"/>
                              <a:ext cx="112712" cy="71438"/>
                            </a:xfrm>
                            <a:custGeom>
                              <a:avLst/>
                              <a:gdLst>
                                <a:gd name="T0" fmla="*/ 26 w 27"/>
                                <a:gd name="T1" fmla="*/ 10 h 17"/>
                                <a:gd name="T2" fmla="*/ 26 w 27"/>
                                <a:gd name="T3" fmla="*/ 10 h 17"/>
                                <a:gd name="T4" fmla="*/ 23 w 27"/>
                                <a:gd name="T5" fmla="*/ 11 h 17"/>
                                <a:gd name="T6" fmla="*/ 22 w 27"/>
                                <a:gd name="T7" fmla="*/ 12 h 17"/>
                                <a:gd name="T8" fmla="*/ 18 w 27"/>
                                <a:gd name="T9" fmla="*/ 11 h 17"/>
                                <a:gd name="T10" fmla="*/ 15 w 27"/>
                                <a:gd name="T11" fmla="*/ 11 h 17"/>
                                <a:gd name="T12" fmla="*/ 12 w 27"/>
                                <a:gd name="T13" fmla="*/ 12 h 17"/>
                                <a:gd name="T14" fmla="*/ 9 w 27"/>
                                <a:gd name="T15" fmla="*/ 12 h 17"/>
                                <a:gd name="T16" fmla="*/ 7 w 27"/>
                                <a:gd name="T17" fmla="*/ 12 h 17"/>
                                <a:gd name="T18" fmla="*/ 6 w 27"/>
                                <a:gd name="T19" fmla="*/ 14 h 17"/>
                                <a:gd name="T20" fmla="*/ 3 w 27"/>
                                <a:gd name="T21" fmla="*/ 16 h 17"/>
                                <a:gd name="T22" fmla="*/ 2 w 27"/>
                                <a:gd name="T23" fmla="*/ 15 h 17"/>
                                <a:gd name="T24" fmla="*/ 1 w 27"/>
                                <a:gd name="T25" fmla="*/ 14 h 17"/>
                                <a:gd name="T26" fmla="*/ 2 w 27"/>
                                <a:gd name="T27" fmla="*/ 13 h 17"/>
                                <a:gd name="T28" fmla="*/ 1 w 27"/>
                                <a:gd name="T29" fmla="*/ 13 h 17"/>
                                <a:gd name="T30" fmla="*/ 1 w 27"/>
                                <a:gd name="T31" fmla="*/ 13 h 17"/>
                                <a:gd name="T32" fmla="*/ 1 w 27"/>
                                <a:gd name="T33" fmla="*/ 11 h 17"/>
                                <a:gd name="T34" fmla="*/ 1 w 27"/>
                                <a:gd name="T35" fmla="*/ 11 h 17"/>
                                <a:gd name="T36" fmla="*/ 0 w 27"/>
                                <a:gd name="T37" fmla="*/ 10 h 17"/>
                                <a:gd name="T38" fmla="*/ 1 w 27"/>
                                <a:gd name="T39" fmla="*/ 10 h 17"/>
                                <a:gd name="T40" fmla="*/ 1 w 27"/>
                                <a:gd name="T41" fmla="*/ 9 h 17"/>
                                <a:gd name="T42" fmla="*/ 2 w 27"/>
                                <a:gd name="T43" fmla="*/ 9 h 17"/>
                                <a:gd name="T44" fmla="*/ 2 w 27"/>
                                <a:gd name="T45" fmla="*/ 8 h 17"/>
                                <a:gd name="T46" fmla="*/ 1 w 27"/>
                                <a:gd name="T47" fmla="*/ 7 h 17"/>
                                <a:gd name="T48" fmla="*/ 1 w 27"/>
                                <a:gd name="T49" fmla="*/ 7 h 17"/>
                                <a:gd name="T50" fmla="*/ 1 w 27"/>
                                <a:gd name="T51" fmla="*/ 7 h 17"/>
                                <a:gd name="T52" fmla="*/ 1 w 27"/>
                                <a:gd name="T53" fmla="*/ 7 h 17"/>
                                <a:gd name="T54" fmla="*/ 1 w 27"/>
                                <a:gd name="T55" fmla="*/ 7 h 17"/>
                                <a:gd name="T56" fmla="*/ 1 w 27"/>
                                <a:gd name="T57" fmla="*/ 7 h 17"/>
                                <a:gd name="T58" fmla="*/ 2 w 27"/>
                                <a:gd name="T59" fmla="*/ 7 h 17"/>
                                <a:gd name="T60" fmla="*/ 2 w 27"/>
                                <a:gd name="T61" fmla="*/ 6 h 17"/>
                                <a:gd name="T62" fmla="*/ 2 w 27"/>
                                <a:gd name="T63" fmla="*/ 6 h 17"/>
                                <a:gd name="T64" fmla="*/ 2 w 27"/>
                                <a:gd name="T65" fmla="*/ 6 h 17"/>
                                <a:gd name="T66" fmla="*/ 2 w 27"/>
                                <a:gd name="T67" fmla="*/ 6 h 17"/>
                                <a:gd name="T68" fmla="*/ 2 w 27"/>
                                <a:gd name="T69" fmla="*/ 5 h 17"/>
                                <a:gd name="T70" fmla="*/ 2 w 27"/>
                                <a:gd name="T71" fmla="*/ 5 h 17"/>
                                <a:gd name="T72" fmla="*/ 1 w 27"/>
                                <a:gd name="T73" fmla="*/ 5 h 17"/>
                                <a:gd name="T74" fmla="*/ 2 w 27"/>
                                <a:gd name="T75" fmla="*/ 4 h 17"/>
                                <a:gd name="T76" fmla="*/ 2 w 27"/>
                                <a:gd name="T77" fmla="*/ 4 h 17"/>
                                <a:gd name="T78" fmla="*/ 2 w 27"/>
                                <a:gd name="T79" fmla="*/ 3 h 17"/>
                                <a:gd name="T80" fmla="*/ 2 w 27"/>
                                <a:gd name="T81" fmla="*/ 3 h 17"/>
                                <a:gd name="T82" fmla="*/ 2 w 27"/>
                                <a:gd name="T83" fmla="*/ 2 h 17"/>
                                <a:gd name="T84" fmla="*/ 2 w 27"/>
                                <a:gd name="T85" fmla="*/ 2 h 17"/>
                                <a:gd name="T86" fmla="*/ 4 w 27"/>
                                <a:gd name="T87" fmla="*/ 1 h 17"/>
                                <a:gd name="T88" fmla="*/ 7 w 27"/>
                                <a:gd name="T89" fmla="*/ 0 h 17"/>
                                <a:gd name="T90" fmla="*/ 10 w 27"/>
                                <a:gd name="T91" fmla="*/ 1 h 17"/>
                                <a:gd name="T92" fmla="*/ 13 w 27"/>
                                <a:gd name="T93" fmla="*/ 2 h 17"/>
                                <a:gd name="T94" fmla="*/ 15 w 27"/>
                                <a:gd name="T95" fmla="*/ 5 h 17"/>
                                <a:gd name="T96" fmla="*/ 18 w 27"/>
                                <a:gd name="T97" fmla="*/ 5 h 17"/>
                                <a:gd name="T98" fmla="*/ 16 w 27"/>
                                <a:gd name="T99" fmla="*/ 5 h 17"/>
                                <a:gd name="T100" fmla="*/ 18 w 27"/>
                                <a:gd name="T101" fmla="*/ 7 h 17"/>
                                <a:gd name="T102" fmla="*/ 22 w 27"/>
                                <a:gd name="T103" fmla="*/ 7 h 17"/>
                                <a:gd name="T104" fmla="*/ 25 w 27"/>
                                <a:gd name="T105" fmla="*/ 10 h 17"/>
                                <a:gd name="T106" fmla="*/ 10 w 27"/>
                                <a:gd name="T107" fmla="*/ 11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27" h="17">
                                  <a:moveTo>
                                    <a:pt x="23" y="13"/>
                                  </a:move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3" y="13"/>
                                  </a:cubicBezTo>
                                  <a:close/>
                                  <a:moveTo>
                                    <a:pt x="26" y="10"/>
                                  </a:move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7" y="10"/>
                                    <a:pt x="27" y="10"/>
                                    <a:pt x="27" y="10"/>
                                  </a:cubicBezTo>
                                  <a:cubicBezTo>
                                    <a:pt x="27" y="10"/>
                                    <a:pt x="26" y="10"/>
                                    <a:pt x="26" y="10"/>
                                  </a:cubicBezTo>
                                  <a:close/>
                                  <a:moveTo>
                                    <a:pt x="24" y="11"/>
                                  </a:move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2"/>
                                    <a:pt x="24" y="12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2" y="12"/>
                                  </a:cubicBezTo>
                                  <a:cubicBezTo>
                                    <a:pt x="22" y="12"/>
                                    <a:pt x="22" y="12"/>
                                    <a:pt x="21" y="12"/>
                                  </a:cubicBezTo>
                                  <a:cubicBezTo>
                                    <a:pt x="21" y="11"/>
                                    <a:pt x="21" y="11"/>
                                    <a:pt x="20" y="11"/>
                                  </a:cubicBezTo>
                                  <a:cubicBezTo>
                                    <a:pt x="20" y="12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3" y="11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8" y="12"/>
                                    <a:pt x="8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3"/>
                                  </a:cubicBezTo>
                                  <a:cubicBezTo>
                                    <a:pt x="6" y="13"/>
                                    <a:pt x="6" y="14"/>
                                    <a:pt x="6" y="14"/>
                                  </a:cubicBezTo>
                                  <a:cubicBezTo>
                                    <a:pt x="5" y="14"/>
                                    <a:pt x="5" y="15"/>
                                    <a:pt x="5" y="15"/>
                                  </a:cubicBezTo>
                                  <a:cubicBezTo>
                                    <a:pt x="5" y="16"/>
                                    <a:pt x="5" y="16"/>
                                    <a:pt x="4" y="16"/>
                                  </a:cubicBezTo>
                                  <a:cubicBezTo>
                                    <a:pt x="4" y="17"/>
                                    <a:pt x="4" y="17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2" y="16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6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4"/>
                                    <a:pt x="1" y="14"/>
                                    <a:pt x="1" y="14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3" y="0"/>
                                    <a:pt x="3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5" y="1"/>
                                    <a:pt x="5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0"/>
                                    <a:pt x="7" y="0"/>
                                    <a:pt x="7" y="0"/>
                                  </a:cubicBezTo>
                                  <a:cubicBezTo>
                                    <a:pt x="7" y="1"/>
                                    <a:pt x="7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9" y="1"/>
                                    <a:pt x="9" y="1"/>
                                    <a:pt x="9" y="2"/>
                                  </a:cubicBezTo>
                                  <a:cubicBezTo>
                                    <a:pt x="9" y="2"/>
                                    <a:pt x="10" y="2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2" y="2"/>
                                    <a:pt x="12" y="2"/>
                                    <a:pt x="12" y="3"/>
                                  </a:cubicBezTo>
                                  <a:cubicBezTo>
                                    <a:pt x="12" y="3"/>
                                    <a:pt x="13" y="3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4" y="2"/>
                                  </a:cubicBezTo>
                                  <a:cubicBezTo>
                                    <a:pt x="14" y="2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4"/>
                                  </a:cubicBezTo>
                                  <a:cubicBezTo>
                                    <a:pt x="14" y="4"/>
                                    <a:pt x="14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6" y="5"/>
                                    <a:pt x="16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8" y="5"/>
                                    <a:pt x="18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6"/>
                                  </a:cubicBezTo>
                                  <a:cubicBezTo>
                                    <a:pt x="19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7" y="6"/>
                                    <a:pt x="16" y="5"/>
                                  </a:cubicBezTo>
                                  <a:cubicBezTo>
                                    <a:pt x="16" y="5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7" y="6"/>
                                    <a:pt x="17" y="6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9" y="7"/>
                                    <a:pt x="19" y="7"/>
                                    <a:pt x="20" y="7"/>
                                  </a:cubicBezTo>
                                  <a:cubicBezTo>
                                    <a:pt x="20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8"/>
                                    <a:pt x="23" y="8"/>
                                    <a:pt x="23" y="9"/>
                                  </a:cubicBezTo>
                                  <a:cubicBezTo>
                                    <a:pt x="23" y="9"/>
                                    <a:pt x="23" y="9"/>
                                    <a:pt x="23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4" y="9"/>
                                    <a:pt x="25" y="10"/>
                                  </a:cubicBezTo>
                                  <a:cubicBezTo>
                                    <a:pt x="25" y="10"/>
                                    <a:pt x="24" y="10"/>
                                    <a:pt x="24" y="11"/>
                                  </a:cubicBezTo>
                                  <a:close/>
                                  <a:moveTo>
                                    <a:pt x="10" y="11"/>
                                  </a:move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lose/>
                                  <a:moveTo>
                                    <a:pt x="24" y="9"/>
                                  </a:move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3" name="Freeform 773">
                              <a:extLst>
                                <a:ext uri="{FF2B5EF4-FFF2-40B4-BE49-F238E27FC236}">
                                  <a16:creationId xmlns:a16="http://schemas.microsoft.com/office/drawing/2014/main" id="{5AAD24F6-E63C-6916-0E8A-FBA273933EC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962276" y="4187825"/>
                              <a:ext cx="303212" cy="104775"/>
                            </a:xfrm>
                            <a:custGeom>
                              <a:avLst/>
                              <a:gdLst>
                                <a:gd name="T0" fmla="*/ 13 w 73"/>
                                <a:gd name="T1" fmla="*/ 13 h 25"/>
                                <a:gd name="T2" fmla="*/ 13 w 73"/>
                                <a:gd name="T3" fmla="*/ 12 h 25"/>
                                <a:gd name="T4" fmla="*/ 15 w 73"/>
                                <a:gd name="T5" fmla="*/ 10 h 25"/>
                                <a:gd name="T6" fmla="*/ 30 w 73"/>
                                <a:gd name="T7" fmla="*/ 1 h 25"/>
                                <a:gd name="T8" fmla="*/ 36 w 73"/>
                                <a:gd name="T9" fmla="*/ 4 h 25"/>
                                <a:gd name="T10" fmla="*/ 44 w 73"/>
                                <a:gd name="T11" fmla="*/ 20 h 25"/>
                                <a:gd name="T12" fmla="*/ 70 w 73"/>
                                <a:gd name="T13" fmla="*/ 24 h 25"/>
                                <a:gd name="T14" fmla="*/ 66 w 73"/>
                                <a:gd name="T15" fmla="*/ 24 h 25"/>
                                <a:gd name="T16" fmla="*/ 64 w 73"/>
                                <a:gd name="T17" fmla="*/ 25 h 25"/>
                                <a:gd name="T18" fmla="*/ 62 w 73"/>
                                <a:gd name="T19" fmla="*/ 24 h 25"/>
                                <a:gd name="T20" fmla="*/ 56 w 73"/>
                                <a:gd name="T21" fmla="*/ 24 h 25"/>
                                <a:gd name="T22" fmla="*/ 52 w 73"/>
                                <a:gd name="T23" fmla="*/ 25 h 25"/>
                                <a:gd name="T24" fmla="*/ 49 w 73"/>
                                <a:gd name="T25" fmla="*/ 25 h 25"/>
                                <a:gd name="T26" fmla="*/ 49 w 73"/>
                                <a:gd name="T27" fmla="*/ 24 h 25"/>
                                <a:gd name="T28" fmla="*/ 51 w 73"/>
                                <a:gd name="T29" fmla="*/ 22 h 25"/>
                                <a:gd name="T30" fmla="*/ 51 w 73"/>
                                <a:gd name="T31" fmla="*/ 19 h 25"/>
                                <a:gd name="T32" fmla="*/ 44 w 73"/>
                                <a:gd name="T33" fmla="*/ 17 h 25"/>
                                <a:gd name="T34" fmla="*/ 42 w 73"/>
                                <a:gd name="T35" fmla="*/ 12 h 25"/>
                                <a:gd name="T36" fmla="*/ 36 w 73"/>
                                <a:gd name="T37" fmla="*/ 12 h 25"/>
                                <a:gd name="T38" fmla="*/ 32 w 73"/>
                                <a:gd name="T39" fmla="*/ 11 h 25"/>
                                <a:gd name="T40" fmla="*/ 30 w 73"/>
                                <a:gd name="T41" fmla="*/ 9 h 25"/>
                                <a:gd name="T42" fmla="*/ 25 w 73"/>
                                <a:gd name="T43" fmla="*/ 8 h 25"/>
                                <a:gd name="T44" fmla="*/ 23 w 73"/>
                                <a:gd name="T45" fmla="*/ 8 h 25"/>
                                <a:gd name="T46" fmla="*/ 19 w 73"/>
                                <a:gd name="T47" fmla="*/ 7 h 25"/>
                                <a:gd name="T48" fmla="*/ 22 w 73"/>
                                <a:gd name="T49" fmla="*/ 6 h 25"/>
                                <a:gd name="T50" fmla="*/ 18 w 73"/>
                                <a:gd name="T51" fmla="*/ 5 h 25"/>
                                <a:gd name="T52" fmla="*/ 13 w 73"/>
                                <a:gd name="T53" fmla="*/ 6 h 25"/>
                                <a:gd name="T54" fmla="*/ 10 w 73"/>
                                <a:gd name="T55" fmla="*/ 8 h 25"/>
                                <a:gd name="T56" fmla="*/ 5 w 73"/>
                                <a:gd name="T57" fmla="*/ 10 h 25"/>
                                <a:gd name="T58" fmla="*/ 3 w 73"/>
                                <a:gd name="T59" fmla="*/ 10 h 25"/>
                                <a:gd name="T60" fmla="*/ 0 w 73"/>
                                <a:gd name="T61" fmla="*/ 10 h 25"/>
                                <a:gd name="T62" fmla="*/ 4 w 73"/>
                                <a:gd name="T63" fmla="*/ 9 h 25"/>
                                <a:gd name="T64" fmla="*/ 5 w 73"/>
                                <a:gd name="T65" fmla="*/ 6 h 25"/>
                                <a:gd name="T66" fmla="*/ 10 w 73"/>
                                <a:gd name="T67" fmla="*/ 3 h 25"/>
                                <a:gd name="T68" fmla="*/ 16 w 73"/>
                                <a:gd name="T69" fmla="*/ 2 h 25"/>
                                <a:gd name="T70" fmla="*/ 23 w 73"/>
                                <a:gd name="T71" fmla="*/ 1 h 25"/>
                                <a:gd name="T72" fmla="*/ 26 w 73"/>
                                <a:gd name="T73" fmla="*/ 2 h 25"/>
                                <a:gd name="T74" fmla="*/ 30 w 73"/>
                                <a:gd name="T75" fmla="*/ 2 h 25"/>
                                <a:gd name="T76" fmla="*/ 31 w 73"/>
                                <a:gd name="T77" fmla="*/ 3 h 25"/>
                                <a:gd name="T78" fmla="*/ 35 w 73"/>
                                <a:gd name="T79" fmla="*/ 4 h 25"/>
                                <a:gd name="T80" fmla="*/ 39 w 73"/>
                                <a:gd name="T81" fmla="*/ 5 h 25"/>
                                <a:gd name="T82" fmla="*/ 41 w 73"/>
                                <a:gd name="T83" fmla="*/ 7 h 25"/>
                                <a:gd name="T84" fmla="*/ 43 w 73"/>
                                <a:gd name="T85" fmla="*/ 7 h 25"/>
                                <a:gd name="T86" fmla="*/ 43 w 73"/>
                                <a:gd name="T87" fmla="*/ 6 h 25"/>
                                <a:gd name="T88" fmla="*/ 44 w 73"/>
                                <a:gd name="T89" fmla="*/ 6 h 25"/>
                                <a:gd name="T90" fmla="*/ 48 w 73"/>
                                <a:gd name="T91" fmla="*/ 9 h 25"/>
                                <a:gd name="T92" fmla="*/ 50 w 73"/>
                                <a:gd name="T93" fmla="*/ 11 h 25"/>
                                <a:gd name="T94" fmla="*/ 48 w 73"/>
                                <a:gd name="T95" fmla="*/ 11 h 25"/>
                                <a:gd name="T96" fmla="*/ 52 w 73"/>
                                <a:gd name="T97" fmla="*/ 13 h 25"/>
                                <a:gd name="T98" fmla="*/ 51 w 73"/>
                                <a:gd name="T99" fmla="*/ 11 h 25"/>
                                <a:gd name="T100" fmla="*/ 54 w 73"/>
                                <a:gd name="T101" fmla="*/ 14 h 25"/>
                                <a:gd name="T102" fmla="*/ 59 w 73"/>
                                <a:gd name="T103" fmla="*/ 16 h 25"/>
                                <a:gd name="T104" fmla="*/ 61 w 73"/>
                                <a:gd name="T105" fmla="*/ 16 h 25"/>
                                <a:gd name="T106" fmla="*/ 63 w 73"/>
                                <a:gd name="T107" fmla="*/ 18 h 25"/>
                                <a:gd name="T108" fmla="*/ 62 w 73"/>
                                <a:gd name="T109" fmla="*/ 18 h 25"/>
                                <a:gd name="T110" fmla="*/ 63 w 73"/>
                                <a:gd name="T111" fmla="*/ 18 h 25"/>
                                <a:gd name="T112" fmla="*/ 68 w 73"/>
                                <a:gd name="T113" fmla="*/ 19 h 25"/>
                                <a:gd name="T114" fmla="*/ 70 w 73"/>
                                <a:gd name="T115" fmla="*/ 21 h 25"/>
                                <a:gd name="T116" fmla="*/ 72 w 73"/>
                                <a:gd name="T117" fmla="*/ 23 h 25"/>
                                <a:gd name="T118" fmla="*/ 60 w 73"/>
                                <a:gd name="T119" fmla="*/ 16 h 25"/>
                                <a:gd name="T120" fmla="*/ 63 w 73"/>
                                <a:gd name="T121" fmla="*/ 18 h 25"/>
                                <a:gd name="T122" fmla="*/ 48 w 73"/>
                                <a:gd name="T123" fmla="*/ 8 h 25"/>
                                <a:gd name="T124" fmla="*/ 20 w 73"/>
                                <a:gd name="T125" fmla="*/ 12 h 2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73" h="25">
                                  <a:moveTo>
                                    <a:pt x="16" y="12"/>
                                  </a:moveTo>
                                  <a:cubicBezTo>
                                    <a:pt x="16" y="12"/>
                                    <a:pt x="16" y="12"/>
                                    <a:pt x="16" y="13"/>
                                  </a:cubicBezTo>
                                  <a:cubicBezTo>
                                    <a:pt x="16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3" y="14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2"/>
                                  </a:cubicBezTo>
                                  <a:cubicBezTo>
                                    <a:pt x="12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2" y="11"/>
                                    <a:pt x="13" y="10"/>
                                    <a:pt x="13" y="10"/>
                                  </a:cubicBezTo>
                                  <a:cubicBezTo>
                                    <a:pt x="14" y="10"/>
                                    <a:pt x="14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6" y="11"/>
                                    <a:pt x="16" y="12"/>
                                    <a:pt x="16" y="12"/>
                                  </a:cubicBezTo>
                                  <a:cubicBezTo>
                                    <a:pt x="15" y="12"/>
                                    <a:pt x="16" y="12"/>
                                    <a:pt x="16" y="12"/>
                                  </a:cubicBezTo>
                                  <a:close/>
                                  <a:moveTo>
                                    <a:pt x="30" y="1"/>
                                  </a:moveTo>
                                  <a:cubicBezTo>
                                    <a:pt x="29" y="1"/>
                                    <a:pt x="29" y="0"/>
                                    <a:pt x="28" y="1"/>
                                  </a:cubicBezTo>
                                  <a:cubicBezTo>
                                    <a:pt x="29" y="1"/>
                                    <a:pt x="29" y="1"/>
                                    <a:pt x="30" y="1"/>
                                  </a:cubicBezTo>
                                  <a:close/>
                                  <a:moveTo>
                                    <a:pt x="37" y="4"/>
                                  </a:moveTo>
                                  <a:cubicBezTo>
                                    <a:pt x="37" y="4"/>
                                    <a:pt x="37" y="4"/>
                                    <a:pt x="37" y="4"/>
                                  </a:cubicBezTo>
                                  <a:cubicBezTo>
                                    <a:pt x="37" y="4"/>
                                    <a:pt x="37" y="4"/>
                                    <a:pt x="36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7" y="4"/>
                                    <a:pt x="37" y="4"/>
                                  </a:cubicBezTo>
                                  <a:close/>
                                  <a:moveTo>
                                    <a:pt x="44" y="19"/>
                                  </a:moveTo>
                                  <a:cubicBezTo>
                                    <a:pt x="44" y="19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20"/>
                                    <a:pt x="44" y="20"/>
                                  </a:cubicBezTo>
                                  <a:cubicBezTo>
                                    <a:pt x="44" y="19"/>
                                    <a:pt x="44" y="19"/>
                                    <a:pt x="44" y="19"/>
                                  </a:cubicBezTo>
                                  <a:close/>
                                  <a:moveTo>
                                    <a:pt x="71" y="23"/>
                                  </a:moveTo>
                                  <a:cubicBezTo>
                                    <a:pt x="71" y="23"/>
                                    <a:pt x="70" y="23"/>
                                    <a:pt x="70" y="23"/>
                                  </a:cubicBezTo>
                                  <a:cubicBezTo>
                                    <a:pt x="70" y="23"/>
                                    <a:pt x="70" y="23"/>
                                    <a:pt x="70" y="24"/>
                                  </a:cubicBezTo>
                                  <a:cubicBezTo>
                                    <a:pt x="70" y="24"/>
                                    <a:pt x="69" y="24"/>
                                    <a:pt x="69" y="24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7" y="24"/>
                                    <a:pt x="67" y="24"/>
                                    <a:pt x="67" y="24"/>
                                  </a:cubicBezTo>
                                  <a:cubicBezTo>
                                    <a:pt x="67" y="24"/>
                                    <a:pt x="66" y="25"/>
                                    <a:pt x="66" y="25"/>
                                  </a:cubicBezTo>
                                  <a:cubicBezTo>
                                    <a:pt x="66" y="25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5" y="25"/>
                                    <a:pt x="65" y="25"/>
                                  </a:cubicBezTo>
                                  <a:cubicBezTo>
                                    <a:pt x="64" y="25"/>
                                    <a:pt x="64" y="25"/>
                                    <a:pt x="64" y="25"/>
                                  </a:cubicBezTo>
                                  <a:cubicBezTo>
                                    <a:pt x="64" y="25"/>
                                    <a:pt x="64" y="25"/>
                                    <a:pt x="63" y="25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63" y="25"/>
                                    <a:pt x="62" y="25"/>
                                    <a:pt x="62" y="24"/>
                                  </a:cubicBezTo>
                                  <a:cubicBezTo>
                                    <a:pt x="62" y="24"/>
                                    <a:pt x="62" y="24"/>
                                    <a:pt x="62" y="24"/>
                                  </a:cubicBezTo>
                                  <a:cubicBezTo>
                                    <a:pt x="61" y="24"/>
                                    <a:pt x="61" y="24"/>
                                    <a:pt x="60" y="24"/>
                                  </a:cubicBezTo>
                                  <a:cubicBezTo>
                                    <a:pt x="60" y="24"/>
                                    <a:pt x="60" y="24"/>
                                    <a:pt x="59" y="24"/>
                                  </a:cubicBezTo>
                                  <a:cubicBezTo>
                                    <a:pt x="58" y="24"/>
                                    <a:pt x="58" y="24"/>
                                    <a:pt x="57" y="24"/>
                                  </a:cubicBezTo>
                                  <a:cubicBezTo>
                                    <a:pt x="57" y="24"/>
                                    <a:pt x="57" y="24"/>
                                    <a:pt x="57" y="24"/>
                                  </a:cubicBezTo>
                                  <a:cubicBezTo>
                                    <a:pt x="56" y="24"/>
                                    <a:pt x="56" y="24"/>
                                    <a:pt x="56" y="24"/>
                                  </a:cubicBezTo>
                                  <a:cubicBezTo>
                                    <a:pt x="56" y="24"/>
                                    <a:pt x="56" y="24"/>
                                    <a:pt x="56" y="24"/>
                                  </a:cubicBezTo>
                                  <a:cubicBezTo>
                                    <a:pt x="55" y="24"/>
                                    <a:pt x="55" y="24"/>
                                    <a:pt x="55" y="24"/>
                                  </a:cubicBezTo>
                                  <a:cubicBezTo>
                                    <a:pt x="55" y="24"/>
                                    <a:pt x="55" y="24"/>
                                    <a:pt x="54" y="24"/>
                                  </a:cubicBezTo>
                                  <a:cubicBezTo>
                                    <a:pt x="54" y="24"/>
                                    <a:pt x="54" y="24"/>
                                    <a:pt x="54" y="24"/>
                                  </a:cubicBezTo>
                                  <a:cubicBezTo>
                                    <a:pt x="54" y="25"/>
                                    <a:pt x="53" y="25"/>
                                    <a:pt x="52" y="25"/>
                                  </a:cubicBezTo>
                                  <a:cubicBezTo>
                                    <a:pt x="52" y="25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5"/>
                                    <a:pt x="50" y="25"/>
                                  </a:cubicBezTo>
                                  <a:cubicBezTo>
                                    <a:pt x="50" y="25"/>
                                    <a:pt x="50" y="25"/>
                                    <a:pt x="49" y="25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48" y="25"/>
                                    <a:pt x="48" y="25"/>
                                  </a:cubicBezTo>
                                  <a:cubicBezTo>
                                    <a:pt x="48" y="25"/>
                                    <a:pt x="48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50" y="23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50" y="23"/>
                                    <a:pt x="51" y="22"/>
                                  </a:cubicBezTo>
                                  <a:cubicBezTo>
                                    <a:pt x="51" y="22"/>
                                    <a:pt x="51" y="22"/>
                                    <a:pt x="51" y="22"/>
                                  </a:cubicBezTo>
                                  <a:cubicBezTo>
                                    <a:pt x="51" y="22"/>
                                    <a:pt x="51" y="22"/>
                                    <a:pt x="51" y="22"/>
                                  </a:cubicBezTo>
                                  <a:cubicBezTo>
                                    <a:pt x="51" y="22"/>
                                    <a:pt x="52" y="22"/>
                                    <a:pt x="51" y="22"/>
                                  </a:cubicBezTo>
                                  <a:cubicBezTo>
                                    <a:pt x="52" y="22"/>
                                    <a:pt x="52" y="22"/>
                                    <a:pt x="53" y="21"/>
                                  </a:cubicBezTo>
                                  <a:cubicBezTo>
                                    <a:pt x="53" y="21"/>
                                    <a:pt x="53" y="21"/>
                                    <a:pt x="53" y="21"/>
                                  </a:cubicBezTo>
                                  <a:cubicBezTo>
                                    <a:pt x="53" y="20"/>
                                    <a:pt x="53" y="20"/>
                                    <a:pt x="52" y="20"/>
                                  </a:cubicBezTo>
                                  <a:cubicBezTo>
                                    <a:pt x="52" y="20"/>
                                    <a:pt x="52" y="20"/>
                                    <a:pt x="52" y="20"/>
                                  </a:cubicBezTo>
                                  <a:cubicBezTo>
                                    <a:pt x="52" y="19"/>
                                    <a:pt x="51" y="19"/>
                                    <a:pt x="51" y="19"/>
                                  </a:cubicBezTo>
                                  <a:cubicBezTo>
                                    <a:pt x="50" y="19"/>
                                    <a:pt x="50" y="19"/>
                                    <a:pt x="50" y="19"/>
                                  </a:cubicBezTo>
                                  <a:cubicBezTo>
                                    <a:pt x="49" y="19"/>
                                    <a:pt x="49" y="19"/>
                                    <a:pt x="49" y="19"/>
                                  </a:cubicBezTo>
                                  <a:cubicBezTo>
                                    <a:pt x="48" y="19"/>
                                    <a:pt x="47" y="19"/>
                                    <a:pt x="47" y="19"/>
                                  </a:cubicBezTo>
                                  <a:cubicBezTo>
                                    <a:pt x="46" y="19"/>
                                    <a:pt x="46" y="19"/>
                                    <a:pt x="46" y="19"/>
                                  </a:cubicBezTo>
                                  <a:cubicBezTo>
                                    <a:pt x="46" y="18"/>
                                    <a:pt x="45" y="18"/>
                                    <a:pt x="44" y="17"/>
                                  </a:cubicBezTo>
                                  <a:cubicBezTo>
                                    <a:pt x="44" y="17"/>
                                    <a:pt x="44" y="17"/>
                                    <a:pt x="44" y="17"/>
                                  </a:cubicBezTo>
                                  <a:cubicBezTo>
                                    <a:pt x="43" y="17"/>
                                    <a:pt x="43" y="16"/>
                                    <a:pt x="43" y="16"/>
                                  </a:cubicBezTo>
                                  <a:cubicBezTo>
                                    <a:pt x="43" y="15"/>
                                    <a:pt x="43" y="15"/>
                                    <a:pt x="43" y="14"/>
                                  </a:cubicBezTo>
                                  <a:cubicBezTo>
                                    <a:pt x="43" y="13"/>
                                    <a:pt x="42" y="13"/>
                                    <a:pt x="42" y="13"/>
                                  </a:cubicBezTo>
                                  <a:cubicBezTo>
                                    <a:pt x="41" y="12"/>
                                    <a:pt x="42" y="13"/>
                                    <a:pt x="42" y="12"/>
                                  </a:cubicBezTo>
                                  <a:cubicBezTo>
                                    <a:pt x="42" y="12"/>
                                    <a:pt x="41" y="12"/>
                                    <a:pt x="41" y="12"/>
                                  </a:cubicBezTo>
                                  <a:cubicBezTo>
                                    <a:pt x="41" y="13"/>
                                    <a:pt x="40" y="12"/>
                                    <a:pt x="40" y="13"/>
                                  </a:cubicBezTo>
                                  <a:cubicBezTo>
                                    <a:pt x="39" y="13"/>
                                    <a:pt x="39" y="13"/>
                                    <a:pt x="38" y="13"/>
                                  </a:cubicBezTo>
                                  <a:cubicBezTo>
                                    <a:pt x="38" y="13"/>
                                    <a:pt x="37" y="13"/>
                                    <a:pt x="37" y="12"/>
                                  </a:cubicBezTo>
                                  <a:cubicBezTo>
                                    <a:pt x="37" y="12"/>
                                    <a:pt x="36" y="12"/>
                                    <a:pt x="36" y="12"/>
                                  </a:cubicBezTo>
                                  <a:cubicBezTo>
                                    <a:pt x="36" y="12"/>
                                    <a:pt x="36" y="12"/>
                                    <a:pt x="36" y="12"/>
                                  </a:cubicBezTo>
                                  <a:cubicBezTo>
                                    <a:pt x="35" y="12"/>
                                    <a:pt x="35" y="12"/>
                                    <a:pt x="34" y="12"/>
                                  </a:cubicBezTo>
                                  <a:cubicBezTo>
                                    <a:pt x="34" y="12"/>
                                    <a:pt x="33" y="11"/>
                                    <a:pt x="33" y="11"/>
                                  </a:cubicBezTo>
                                  <a:cubicBezTo>
                                    <a:pt x="33" y="11"/>
                                    <a:pt x="33" y="11"/>
                                    <a:pt x="33" y="11"/>
                                  </a:cubicBezTo>
                                  <a:cubicBezTo>
                                    <a:pt x="33" y="11"/>
                                    <a:pt x="33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29" y="9"/>
                                    <a:pt x="28" y="9"/>
                                    <a:pt x="27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5" y="9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9"/>
                                  </a:cubicBezTo>
                                  <a:cubicBezTo>
                                    <a:pt x="25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8"/>
                                    <a:pt x="23" y="8"/>
                                    <a:pt x="23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1" y="8"/>
                                    <a:pt x="21" y="8"/>
                                  </a:cubicBezTo>
                                  <a:cubicBezTo>
                                    <a:pt x="21" y="8"/>
                                    <a:pt x="21" y="8"/>
                                    <a:pt x="20" y="8"/>
                                  </a:cubicBezTo>
                                  <a:cubicBezTo>
                                    <a:pt x="20" y="7"/>
                                    <a:pt x="20" y="8"/>
                                    <a:pt x="20" y="7"/>
                                  </a:cubicBezTo>
                                  <a:cubicBezTo>
                                    <a:pt x="20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20" y="6"/>
                                  </a:cubicBezTo>
                                  <a:cubicBezTo>
                                    <a:pt x="20" y="7"/>
                                    <a:pt x="21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1" y="5"/>
                                    <a:pt x="21" y="5"/>
                                  </a:cubicBezTo>
                                  <a:cubicBezTo>
                                    <a:pt x="20" y="5"/>
                                    <a:pt x="20" y="5"/>
                                    <a:pt x="19" y="5"/>
                                  </a:cubicBezTo>
                                  <a:cubicBezTo>
                                    <a:pt x="19" y="5"/>
                                    <a:pt x="18" y="4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7" y="5"/>
                                    <a:pt x="16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4"/>
                                  </a:cubicBezTo>
                                  <a:cubicBezTo>
                                    <a:pt x="15" y="4"/>
                                    <a:pt x="14" y="4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3" y="6"/>
                                  </a:cubicBezTo>
                                  <a:cubicBezTo>
                                    <a:pt x="13" y="6"/>
                                    <a:pt x="12" y="6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1" y="7"/>
                                    <a:pt x="11" y="7"/>
                                  </a:cubicBezTo>
                                  <a:cubicBezTo>
                                    <a:pt x="11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9" y="8"/>
                                    <a:pt x="8" y="8"/>
                                    <a:pt x="7" y="8"/>
                                  </a:cubicBezTo>
                                  <a:cubicBezTo>
                                    <a:pt x="7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1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1" y="10"/>
                                    <a:pt x="1" y="10"/>
                                    <a:pt x="2" y="10"/>
                                  </a:cubicBezTo>
                                  <a:cubicBezTo>
                                    <a:pt x="2" y="10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3" y="8"/>
                                    <a:pt x="3" y="8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6"/>
                                    <a:pt x="5" y="6"/>
                                    <a:pt x="5" y="6"/>
                                  </a:cubicBezTo>
                                  <a:cubicBezTo>
                                    <a:pt x="5" y="5"/>
                                    <a:pt x="5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7" y="4"/>
                                  </a:cubicBezTo>
                                  <a:cubicBezTo>
                                    <a:pt x="7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9" y="3"/>
                                    <a:pt x="9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1" y="3"/>
                                    <a:pt x="11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5" y="2"/>
                                    <a:pt x="15" y="2"/>
                                    <a:pt x="16" y="2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6" y="1"/>
                                    <a:pt x="17" y="1"/>
                                    <a:pt x="17" y="1"/>
                                  </a:cubicBezTo>
                                  <a:cubicBezTo>
                                    <a:pt x="18" y="1"/>
                                    <a:pt x="19" y="1"/>
                                    <a:pt x="19" y="1"/>
                                  </a:cubicBezTo>
                                  <a:cubicBezTo>
                                    <a:pt x="20" y="1"/>
                                    <a:pt x="20" y="1"/>
                                    <a:pt x="20" y="1"/>
                                  </a:cubicBezTo>
                                  <a:cubicBezTo>
                                    <a:pt x="21" y="1"/>
                                    <a:pt x="21" y="1"/>
                                    <a:pt x="22" y="1"/>
                                  </a:cubicBezTo>
                                  <a:cubicBezTo>
                                    <a:pt x="22" y="1"/>
                                    <a:pt x="22" y="1"/>
                                    <a:pt x="23" y="1"/>
                                  </a:cubicBezTo>
                                  <a:cubicBezTo>
                                    <a:pt x="23" y="1"/>
                                    <a:pt x="23" y="2"/>
                                    <a:pt x="23" y="2"/>
                                  </a:cubicBezTo>
                                  <a:cubicBezTo>
                                    <a:pt x="23" y="1"/>
                                    <a:pt x="24" y="1"/>
                                    <a:pt x="24" y="1"/>
                                  </a:cubicBezTo>
                                  <a:cubicBezTo>
                                    <a:pt x="24" y="1"/>
                                    <a:pt x="24" y="1"/>
                                    <a:pt x="24" y="1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5" y="2"/>
                                    <a:pt x="26" y="2"/>
                                    <a:pt x="26" y="2"/>
                                  </a:cubicBezTo>
                                  <a:cubicBezTo>
                                    <a:pt x="26" y="2"/>
                                    <a:pt x="26" y="2"/>
                                    <a:pt x="26" y="2"/>
                                  </a:cubicBezTo>
                                  <a:cubicBezTo>
                                    <a:pt x="27" y="2"/>
                                    <a:pt x="27" y="2"/>
                                    <a:pt x="28" y="2"/>
                                  </a:cubicBezTo>
                                  <a:cubicBezTo>
                                    <a:pt x="28" y="2"/>
                                    <a:pt x="28" y="2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2"/>
                                  </a:cubicBezTo>
                                  <a:cubicBezTo>
                                    <a:pt x="29" y="2"/>
                                    <a:pt x="29" y="2"/>
                                    <a:pt x="30" y="2"/>
                                  </a:cubicBezTo>
                                  <a:cubicBezTo>
                                    <a:pt x="30" y="2"/>
                                    <a:pt x="30" y="2"/>
                                    <a:pt x="30" y="2"/>
                                  </a:cubicBezTo>
                                  <a:cubicBezTo>
                                    <a:pt x="30" y="2"/>
                                    <a:pt x="30" y="3"/>
                                    <a:pt x="30" y="3"/>
                                  </a:cubicBezTo>
                                  <a:cubicBezTo>
                                    <a:pt x="30" y="3"/>
                                    <a:pt x="31" y="3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1" y="2"/>
                                  </a:cubicBezTo>
                                  <a:cubicBezTo>
                                    <a:pt x="31" y="3"/>
                                    <a:pt x="31" y="3"/>
                                    <a:pt x="31" y="3"/>
                                  </a:cubicBezTo>
                                  <a:cubicBezTo>
                                    <a:pt x="32" y="3"/>
                                    <a:pt x="32" y="3"/>
                                    <a:pt x="33" y="3"/>
                                  </a:cubicBezTo>
                                  <a:cubicBezTo>
                                    <a:pt x="33" y="3"/>
                                    <a:pt x="33" y="3"/>
                                    <a:pt x="33" y="3"/>
                                  </a:cubicBezTo>
                                  <a:cubicBezTo>
                                    <a:pt x="33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6" y="4"/>
                                  </a:cubicBezTo>
                                  <a:cubicBezTo>
                                    <a:pt x="36" y="5"/>
                                    <a:pt x="36" y="5"/>
                                    <a:pt x="36" y="6"/>
                                  </a:cubicBezTo>
                                  <a:cubicBezTo>
                                    <a:pt x="37" y="6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8" y="5"/>
                                    <a:pt x="38" y="5"/>
                                  </a:cubicBezTo>
                                  <a:cubicBezTo>
                                    <a:pt x="38" y="5"/>
                                    <a:pt x="38" y="5"/>
                                    <a:pt x="39" y="5"/>
                                  </a:cubicBezTo>
                                  <a:cubicBezTo>
                                    <a:pt x="38" y="5"/>
                                    <a:pt x="38" y="6"/>
                                    <a:pt x="38" y="6"/>
                                  </a:cubicBezTo>
                                  <a:cubicBezTo>
                                    <a:pt x="37" y="5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8" y="7"/>
                                    <a:pt x="38" y="7"/>
                                  </a:cubicBezTo>
                                  <a:cubicBezTo>
                                    <a:pt x="39" y="7"/>
                                    <a:pt x="40" y="7"/>
                                    <a:pt x="41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4" y="6"/>
                                    <a:pt x="44" y="6"/>
                                  </a:cubicBezTo>
                                  <a:cubicBezTo>
                                    <a:pt x="44" y="6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3" y="7"/>
                                    <a:pt x="43" y="6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6"/>
                                    <a:pt x="42" y="5"/>
                                    <a:pt x="42" y="6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6" y="6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7" y="7"/>
                                  </a:cubicBezTo>
                                  <a:cubicBezTo>
                                    <a:pt x="47" y="8"/>
                                    <a:pt x="48" y="8"/>
                                    <a:pt x="48" y="9"/>
                                  </a:cubicBezTo>
                                  <a:cubicBezTo>
                                    <a:pt x="48" y="9"/>
                                    <a:pt x="48" y="9"/>
                                    <a:pt x="49" y="9"/>
                                  </a:cubicBezTo>
                                  <a:cubicBezTo>
                                    <a:pt x="49" y="9"/>
                                    <a:pt x="49" y="9"/>
                                    <a:pt x="49" y="9"/>
                                  </a:cubicBezTo>
                                  <a:cubicBezTo>
                                    <a:pt x="49" y="10"/>
                                    <a:pt x="50" y="10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50" y="11"/>
                                  </a:cubicBezTo>
                                  <a:cubicBezTo>
                                    <a:pt x="49" y="10"/>
                                    <a:pt x="49" y="10"/>
                                    <a:pt x="48" y="10"/>
                                  </a:cubicBezTo>
                                  <a:cubicBezTo>
                                    <a:pt x="48" y="10"/>
                                    <a:pt x="48" y="10"/>
                                    <a:pt x="48" y="10"/>
                                  </a:cubicBezTo>
                                  <a:cubicBezTo>
                                    <a:pt x="48" y="10"/>
                                    <a:pt x="47" y="9"/>
                                    <a:pt x="47" y="9"/>
                                  </a:cubicBezTo>
                                  <a:cubicBezTo>
                                    <a:pt x="47" y="10"/>
                                    <a:pt x="47" y="10"/>
                                    <a:pt x="47" y="10"/>
                                  </a:cubicBezTo>
                                  <a:cubicBezTo>
                                    <a:pt x="48" y="10"/>
                                    <a:pt x="48" y="10"/>
                                    <a:pt x="48" y="11"/>
                                  </a:cubicBezTo>
                                  <a:cubicBezTo>
                                    <a:pt x="48" y="11"/>
                                    <a:pt x="48" y="11"/>
                                    <a:pt x="49" y="11"/>
                                  </a:cubicBezTo>
                                  <a:cubicBezTo>
                                    <a:pt x="49" y="11"/>
                                    <a:pt x="49" y="11"/>
                                    <a:pt x="50" y="11"/>
                                  </a:cubicBezTo>
                                  <a:cubicBezTo>
                                    <a:pt x="50" y="12"/>
                                    <a:pt x="50" y="12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3"/>
                                  </a:cubicBezTo>
                                  <a:cubicBezTo>
                                    <a:pt x="51" y="13"/>
                                    <a:pt x="52" y="13"/>
                                    <a:pt x="52" y="13"/>
                                  </a:cubicBezTo>
                                  <a:cubicBezTo>
                                    <a:pt x="52" y="13"/>
                                    <a:pt x="52" y="13"/>
                                    <a:pt x="52" y="14"/>
                                  </a:cubicBezTo>
                                  <a:cubicBezTo>
                                    <a:pt x="52" y="14"/>
                                    <a:pt x="52" y="14"/>
                                    <a:pt x="52" y="14"/>
                                  </a:cubicBezTo>
                                  <a:cubicBezTo>
                                    <a:pt x="52" y="14"/>
                                    <a:pt x="52" y="13"/>
                                    <a:pt x="53" y="13"/>
                                  </a:cubicBezTo>
                                  <a:cubicBezTo>
                                    <a:pt x="52" y="13"/>
                                    <a:pt x="52" y="13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1"/>
                                  </a:cubicBezTo>
                                  <a:cubicBezTo>
                                    <a:pt x="52" y="12"/>
                                    <a:pt x="52" y="12"/>
                                    <a:pt x="53" y="13"/>
                                  </a:cubicBezTo>
                                  <a:cubicBezTo>
                                    <a:pt x="53" y="12"/>
                                    <a:pt x="53" y="13"/>
                                    <a:pt x="53" y="13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4" y="13"/>
                                    <a:pt x="54" y="14"/>
                                    <a:pt x="54" y="14"/>
                                  </a:cubicBezTo>
                                  <a:cubicBezTo>
                                    <a:pt x="55" y="14"/>
                                    <a:pt x="55" y="14"/>
                                    <a:pt x="55" y="14"/>
                                  </a:cubicBezTo>
                                  <a:cubicBezTo>
                                    <a:pt x="55" y="14"/>
                                    <a:pt x="55" y="14"/>
                                    <a:pt x="55" y="14"/>
                                  </a:cubicBezTo>
                                  <a:cubicBezTo>
                                    <a:pt x="56" y="14"/>
                                    <a:pt x="56" y="14"/>
                                    <a:pt x="56" y="14"/>
                                  </a:cubicBezTo>
                                  <a:cubicBezTo>
                                    <a:pt x="56" y="15"/>
                                    <a:pt x="56" y="15"/>
                                    <a:pt x="57" y="15"/>
                                  </a:cubicBezTo>
                                  <a:cubicBezTo>
                                    <a:pt x="58" y="15"/>
                                    <a:pt x="58" y="15"/>
                                    <a:pt x="59" y="16"/>
                                  </a:cubicBezTo>
                                  <a:cubicBezTo>
                                    <a:pt x="59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2" y="16"/>
                                  </a:cubicBezTo>
                                  <a:cubicBezTo>
                                    <a:pt x="62" y="16"/>
                                    <a:pt x="63" y="16"/>
                                    <a:pt x="63" y="17"/>
                                  </a:cubicBezTo>
                                  <a:cubicBezTo>
                                    <a:pt x="63" y="17"/>
                                    <a:pt x="63" y="17"/>
                                    <a:pt x="63" y="17"/>
                                  </a:cubicBezTo>
                                  <a:cubicBezTo>
                                    <a:pt x="63" y="17"/>
                                    <a:pt x="62" y="18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2" y="18"/>
                                    <a:pt x="62" y="18"/>
                                  </a:cubicBezTo>
                                  <a:cubicBezTo>
                                    <a:pt x="62" y="18"/>
                                    <a:pt x="62" y="18"/>
                                    <a:pt x="62" y="18"/>
                                  </a:cubicBezTo>
                                  <a:cubicBezTo>
                                    <a:pt x="62" y="18"/>
                                    <a:pt x="61" y="19"/>
                                    <a:pt x="62" y="19"/>
                                  </a:cubicBezTo>
                                  <a:cubicBezTo>
                                    <a:pt x="62" y="19"/>
                                    <a:pt x="62" y="19"/>
                                    <a:pt x="62" y="18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4" y="19"/>
                                    <a:pt x="65" y="19"/>
                                    <a:pt x="65" y="19"/>
                                  </a:cubicBezTo>
                                  <a:cubicBezTo>
                                    <a:pt x="66" y="19"/>
                                    <a:pt x="66" y="19"/>
                                    <a:pt x="67" y="19"/>
                                  </a:cubicBezTo>
                                  <a:cubicBezTo>
                                    <a:pt x="67" y="19"/>
                                    <a:pt x="67" y="19"/>
                                    <a:pt x="67" y="19"/>
                                  </a:cubicBezTo>
                                  <a:cubicBezTo>
                                    <a:pt x="67" y="19"/>
                                    <a:pt x="67" y="19"/>
                                    <a:pt x="67" y="19"/>
                                  </a:cubicBezTo>
                                  <a:cubicBezTo>
                                    <a:pt x="67" y="19"/>
                                    <a:pt x="68" y="19"/>
                                    <a:pt x="68" y="19"/>
                                  </a:cubicBezTo>
                                  <a:cubicBezTo>
                                    <a:pt x="68" y="19"/>
                                    <a:pt x="68" y="19"/>
                                    <a:pt x="68" y="19"/>
                                  </a:cubicBezTo>
                                  <a:cubicBezTo>
                                    <a:pt x="68" y="20"/>
                                    <a:pt x="68" y="19"/>
                                    <a:pt x="68" y="20"/>
                                  </a:cubicBezTo>
                                  <a:cubicBezTo>
                                    <a:pt x="69" y="20"/>
                                    <a:pt x="69" y="20"/>
                                    <a:pt x="69" y="20"/>
                                  </a:cubicBezTo>
                                  <a:cubicBezTo>
                                    <a:pt x="69" y="20"/>
                                    <a:pt x="70" y="21"/>
                                    <a:pt x="70" y="21"/>
                                  </a:cubicBezTo>
                                  <a:cubicBezTo>
                                    <a:pt x="70" y="21"/>
                                    <a:pt x="70" y="21"/>
                                    <a:pt x="70" y="21"/>
                                  </a:cubicBezTo>
                                  <a:cubicBezTo>
                                    <a:pt x="70" y="21"/>
                                    <a:pt x="70" y="21"/>
                                    <a:pt x="70" y="21"/>
                                  </a:cubicBezTo>
                                  <a:cubicBezTo>
                                    <a:pt x="70" y="22"/>
                                    <a:pt x="71" y="22"/>
                                    <a:pt x="71" y="22"/>
                                  </a:cubicBezTo>
                                  <a:cubicBezTo>
                                    <a:pt x="71" y="22"/>
                                    <a:pt x="71" y="22"/>
                                    <a:pt x="71" y="22"/>
                                  </a:cubicBezTo>
                                  <a:cubicBezTo>
                                    <a:pt x="72" y="22"/>
                                    <a:pt x="72" y="22"/>
                                    <a:pt x="72" y="22"/>
                                  </a:cubicBezTo>
                                  <a:cubicBezTo>
                                    <a:pt x="73" y="22"/>
                                    <a:pt x="73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1" y="23"/>
                                    <a:pt x="71" y="23"/>
                                    <a:pt x="71" y="23"/>
                                  </a:cubicBezTo>
                                  <a:close/>
                                  <a:moveTo>
                                    <a:pt x="60" y="16"/>
                                  </a:move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lose/>
                                  <a:moveTo>
                                    <a:pt x="39" y="5"/>
                                  </a:moveTo>
                                  <a:cubicBezTo>
                                    <a:pt x="39" y="5"/>
                                    <a:pt x="39" y="5"/>
                                    <a:pt x="40" y="5"/>
                                  </a:cubicBezTo>
                                  <a:cubicBezTo>
                                    <a:pt x="39" y="5"/>
                                    <a:pt x="39" y="5"/>
                                    <a:pt x="39" y="5"/>
                                  </a:cubicBezTo>
                                  <a:close/>
                                  <a:moveTo>
                                    <a:pt x="63" y="18"/>
                                  </a:move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lose/>
                                  <a:moveTo>
                                    <a:pt x="48" y="8"/>
                                  </a:moveTo>
                                  <a:cubicBezTo>
                                    <a:pt x="48" y="7"/>
                                    <a:pt x="48" y="7"/>
                                    <a:pt x="47" y="7"/>
                                  </a:cubicBezTo>
                                  <a:cubicBezTo>
                                    <a:pt x="47" y="7"/>
                                    <a:pt x="47" y="7"/>
                                    <a:pt x="48" y="8"/>
                                  </a:cubicBezTo>
                                  <a:close/>
                                  <a:moveTo>
                                    <a:pt x="19" y="12"/>
                                  </a:move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20" y="13"/>
                                    <a:pt x="20" y="12"/>
                                    <a:pt x="20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lose/>
                                  <a:moveTo>
                                    <a:pt x="20" y="12"/>
                                  </a:move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4" name="Freeform 774">
                              <a:extLst>
                                <a:ext uri="{FF2B5EF4-FFF2-40B4-BE49-F238E27FC236}">
                                  <a16:creationId xmlns:a16="http://schemas.microsoft.com/office/drawing/2014/main" id="{BF702389-4DA2-10D8-4897-79D593DC55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932113" y="4541838"/>
                              <a:ext cx="96837" cy="84138"/>
                            </a:xfrm>
                            <a:custGeom>
                              <a:avLst/>
                              <a:gdLst>
                                <a:gd name="T0" fmla="*/ 22 w 23"/>
                                <a:gd name="T1" fmla="*/ 11 h 20"/>
                                <a:gd name="T2" fmla="*/ 18 w 23"/>
                                <a:gd name="T3" fmla="*/ 7 h 20"/>
                                <a:gd name="T4" fmla="*/ 17 w 23"/>
                                <a:gd name="T5" fmla="*/ 6 h 20"/>
                                <a:gd name="T6" fmla="*/ 16 w 23"/>
                                <a:gd name="T7" fmla="*/ 2 h 20"/>
                                <a:gd name="T8" fmla="*/ 15 w 23"/>
                                <a:gd name="T9" fmla="*/ 2 h 20"/>
                                <a:gd name="T10" fmla="*/ 14 w 23"/>
                                <a:gd name="T11" fmla="*/ 3 h 20"/>
                                <a:gd name="T12" fmla="*/ 11 w 23"/>
                                <a:gd name="T13" fmla="*/ 2 h 20"/>
                                <a:gd name="T14" fmla="*/ 10 w 23"/>
                                <a:gd name="T15" fmla="*/ 2 h 20"/>
                                <a:gd name="T16" fmla="*/ 7 w 23"/>
                                <a:gd name="T17" fmla="*/ 2 h 20"/>
                                <a:gd name="T18" fmla="*/ 2 w 23"/>
                                <a:gd name="T19" fmla="*/ 0 h 20"/>
                                <a:gd name="T20" fmla="*/ 1 w 23"/>
                                <a:gd name="T21" fmla="*/ 1 h 20"/>
                                <a:gd name="T22" fmla="*/ 1 w 23"/>
                                <a:gd name="T23" fmla="*/ 2 h 20"/>
                                <a:gd name="T24" fmla="*/ 1 w 23"/>
                                <a:gd name="T25" fmla="*/ 3 h 20"/>
                                <a:gd name="T26" fmla="*/ 2 w 23"/>
                                <a:gd name="T27" fmla="*/ 4 h 20"/>
                                <a:gd name="T28" fmla="*/ 1 w 23"/>
                                <a:gd name="T29" fmla="*/ 6 h 20"/>
                                <a:gd name="T30" fmla="*/ 3 w 23"/>
                                <a:gd name="T31" fmla="*/ 9 h 20"/>
                                <a:gd name="T32" fmla="*/ 5 w 23"/>
                                <a:gd name="T33" fmla="*/ 10 h 20"/>
                                <a:gd name="T34" fmla="*/ 6 w 23"/>
                                <a:gd name="T35" fmla="*/ 10 h 20"/>
                                <a:gd name="T36" fmla="*/ 7 w 23"/>
                                <a:gd name="T37" fmla="*/ 9 h 20"/>
                                <a:gd name="T38" fmla="*/ 5 w 23"/>
                                <a:gd name="T39" fmla="*/ 7 h 20"/>
                                <a:gd name="T40" fmla="*/ 7 w 23"/>
                                <a:gd name="T41" fmla="*/ 8 h 20"/>
                                <a:gd name="T42" fmla="*/ 8 w 23"/>
                                <a:gd name="T43" fmla="*/ 11 h 20"/>
                                <a:gd name="T44" fmla="*/ 11 w 23"/>
                                <a:gd name="T45" fmla="*/ 12 h 20"/>
                                <a:gd name="T46" fmla="*/ 15 w 23"/>
                                <a:gd name="T47" fmla="*/ 14 h 20"/>
                                <a:gd name="T48" fmla="*/ 15 w 23"/>
                                <a:gd name="T49" fmla="*/ 17 h 20"/>
                                <a:gd name="T50" fmla="*/ 15 w 23"/>
                                <a:gd name="T51" fmla="*/ 18 h 20"/>
                                <a:gd name="T52" fmla="*/ 17 w 23"/>
                                <a:gd name="T53" fmla="*/ 19 h 20"/>
                                <a:gd name="T54" fmla="*/ 18 w 23"/>
                                <a:gd name="T55" fmla="*/ 18 h 20"/>
                                <a:gd name="T56" fmla="*/ 16 w 23"/>
                                <a:gd name="T57" fmla="*/ 17 h 20"/>
                                <a:gd name="T58" fmla="*/ 19 w 23"/>
                                <a:gd name="T59" fmla="*/ 18 h 20"/>
                                <a:gd name="T60" fmla="*/ 19 w 23"/>
                                <a:gd name="T61" fmla="*/ 20 h 20"/>
                                <a:gd name="T62" fmla="*/ 21 w 23"/>
                                <a:gd name="T63" fmla="*/ 17 h 20"/>
                                <a:gd name="T64" fmla="*/ 21 w 23"/>
                                <a:gd name="T65" fmla="*/ 16 h 20"/>
                                <a:gd name="T66" fmla="*/ 20 w 23"/>
                                <a:gd name="T67" fmla="*/ 14 h 20"/>
                                <a:gd name="T68" fmla="*/ 21 w 23"/>
                                <a:gd name="T69" fmla="*/ 12 h 20"/>
                                <a:gd name="T70" fmla="*/ 22 w 23"/>
                                <a:gd name="T71" fmla="*/ 12 h 20"/>
                                <a:gd name="T72" fmla="*/ 23 w 23"/>
                                <a:gd name="T73" fmla="*/ 11 h 2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3" h="20">
                                  <a:moveTo>
                                    <a:pt x="23" y="11"/>
                                  </a:move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1" y="10"/>
                                    <a:pt x="21" y="10"/>
                                    <a:pt x="20" y="9"/>
                                  </a:cubicBezTo>
                                  <a:cubicBezTo>
                                    <a:pt x="20" y="9"/>
                                    <a:pt x="19" y="8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7" y="6"/>
                                    <a:pt x="17" y="6"/>
                                  </a:cubicBezTo>
                                  <a:cubicBezTo>
                                    <a:pt x="17" y="6"/>
                                    <a:pt x="17" y="5"/>
                                    <a:pt x="16" y="5"/>
                                  </a:cubicBezTo>
                                  <a:cubicBezTo>
                                    <a:pt x="16" y="4"/>
                                    <a:pt x="16" y="3"/>
                                    <a:pt x="16" y="2"/>
                                  </a:cubicBezTo>
                                  <a:cubicBezTo>
                                    <a:pt x="16" y="2"/>
                                    <a:pt x="16" y="2"/>
                                    <a:pt x="15" y="2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3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2"/>
                                    <a:pt x="1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2" y="9"/>
                                    <a:pt x="3" y="9"/>
                                  </a:cubicBezTo>
                                  <a:cubicBezTo>
                                    <a:pt x="3" y="9"/>
                                    <a:pt x="4" y="9"/>
                                    <a:pt x="4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1"/>
                                    <a:pt x="5" y="11"/>
                                    <a:pt x="6" y="11"/>
                                  </a:cubicBezTo>
                                  <a:cubicBezTo>
                                    <a:pt x="6" y="11"/>
                                    <a:pt x="6" y="10"/>
                                    <a:pt x="6" y="10"/>
                                  </a:cubicBezTo>
                                  <a:cubicBezTo>
                                    <a:pt x="7" y="10"/>
                                    <a:pt x="7" y="10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6" y="9"/>
                                    <a:pt x="6" y="8"/>
                                    <a:pt x="5" y="8"/>
                                  </a:cubicBezTo>
                                  <a:cubicBezTo>
                                    <a:pt x="5" y="8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6" y="7"/>
                                  </a:cubicBezTo>
                                  <a:cubicBezTo>
                                    <a:pt x="6" y="7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8" y="10"/>
                                    <a:pt x="8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10" y="12"/>
                                    <a:pt x="10" y="12"/>
                                    <a:pt x="11" y="12"/>
                                  </a:cubicBezTo>
                                  <a:cubicBezTo>
                                    <a:pt x="12" y="12"/>
                                    <a:pt x="12" y="12"/>
                                    <a:pt x="12" y="13"/>
                                  </a:cubicBezTo>
                                  <a:cubicBezTo>
                                    <a:pt x="13" y="13"/>
                                    <a:pt x="15" y="14"/>
                                    <a:pt x="15" y="14"/>
                                  </a:cubicBezTo>
                                  <a:cubicBezTo>
                                    <a:pt x="15" y="15"/>
                                    <a:pt x="16" y="15"/>
                                    <a:pt x="16" y="16"/>
                                  </a:cubicBezTo>
                                  <a:cubicBezTo>
                                    <a:pt x="16" y="16"/>
                                    <a:pt x="15" y="16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5" y="19"/>
                                    <a:pt x="16" y="19"/>
                                  </a:cubicBezTo>
                                  <a:cubicBezTo>
                                    <a:pt x="16" y="19"/>
                                    <a:pt x="16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19"/>
                                  </a:cubicBezTo>
                                  <a:cubicBezTo>
                                    <a:pt x="18" y="19"/>
                                    <a:pt x="18" y="19"/>
                                    <a:pt x="18" y="18"/>
                                  </a:cubicBezTo>
                                  <a:cubicBezTo>
                                    <a:pt x="18" y="18"/>
                                    <a:pt x="17" y="18"/>
                                    <a:pt x="17" y="18"/>
                                  </a:cubicBezTo>
                                  <a:cubicBezTo>
                                    <a:pt x="17" y="18"/>
                                    <a:pt x="17" y="17"/>
                                    <a:pt x="16" y="17"/>
                                  </a:cubicBezTo>
                                  <a:cubicBezTo>
                                    <a:pt x="16" y="17"/>
                                    <a:pt x="17" y="17"/>
                                    <a:pt x="17" y="17"/>
                                  </a:cubicBezTo>
                                  <a:cubicBezTo>
                                    <a:pt x="18" y="17"/>
                                    <a:pt x="18" y="18"/>
                                    <a:pt x="19" y="18"/>
                                  </a:cubicBezTo>
                                  <a:cubicBezTo>
                                    <a:pt x="19" y="18"/>
                                    <a:pt x="19" y="18"/>
                                    <a:pt x="19" y="19"/>
                                  </a:cubicBezTo>
                                  <a:cubicBezTo>
                                    <a:pt x="19" y="19"/>
                                    <a:pt x="19" y="19"/>
                                    <a:pt x="19" y="20"/>
                                  </a:cubicBezTo>
                                  <a:cubicBezTo>
                                    <a:pt x="21" y="19"/>
                                    <a:pt x="21" y="19"/>
                                    <a:pt x="21" y="19"/>
                                  </a:cubicBezTo>
                                  <a:cubicBezTo>
                                    <a:pt x="21" y="19"/>
                                    <a:pt x="21" y="18"/>
                                    <a:pt x="21" y="17"/>
                                  </a:cubicBezTo>
                                  <a:cubicBezTo>
                                    <a:pt x="21" y="17"/>
                                    <a:pt x="20" y="17"/>
                                    <a:pt x="20" y="17"/>
                                  </a:cubicBezTo>
                                  <a:cubicBezTo>
                                    <a:pt x="20" y="16"/>
                                    <a:pt x="21" y="16"/>
                                    <a:pt x="21" y="16"/>
                                  </a:cubicBezTo>
                                  <a:cubicBezTo>
                                    <a:pt x="21" y="16"/>
                                    <a:pt x="21" y="15"/>
                                    <a:pt x="21" y="15"/>
                                  </a:cubicBezTo>
                                  <a:cubicBezTo>
                                    <a:pt x="21" y="15"/>
                                    <a:pt x="20" y="14"/>
                                    <a:pt x="20" y="14"/>
                                  </a:cubicBezTo>
                                  <a:cubicBezTo>
                                    <a:pt x="20" y="14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1" y="12"/>
                                    <a:pt x="21" y="12"/>
                                  </a:cubicBezTo>
                                  <a:cubicBezTo>
                                    <a:pt x="21" y="12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2" y="12"/>
                                    <a:pt x="22" y="12"/>
                                  </a:cubicBezTo>
                                  <a:cubicBezTo>
                                    <a:pt x="22" y="12"/>
                                    <a:pt x="22" y="11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5" name="Freeform 775">
                              <a:extLst>
                                <a:ext uri="{FF2B5EF4-FFF2-40B4-BE49-F238E27FC236}">
                                  <a16:creationId xmlns:a16="http://schemas.microsoft.com/office/drawing/2014/main" id="{D6840963-C6B2-09C7-B7EA-473F3DE8DCC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1397001" y="373063"/>
                              <a:ext cx="2463800" cy="3201988"/>
                            </a:xfrm>
                            <a:custGeom>
                              <a:avLst/>
                              <a:gdLst>
                                <a:gd name="T0" fmla="*/ 509 w 592"/>
                                <a:gd name="T1" fmla="*/ 454 h 769"/>
                                <a:gd name="T2" fmla="*/ 468 w 592"/>
                                <a:gd name="T3" fmla="*/ 404 h 769"/>
                                <a:gd name="T4" fmla="*/ 402 w 592"/>
                                <a:gd name="T5" fmla="*/ 368 h 769"/>
                                <a:gd name="T6" fmla="*/ 370 w 592"/>
                                <a:gd name="T7" fmla="*/ 409 h 769"/>
                                <a:gd name="T8" fmla="*/ 452 w 592"/>
                                <a:gd name="T9" fmla="*/ 509 h 769"/>
                                <a:gd name="T10" fmla="*/ 495 w 592"/>
                                <a:gd name="T11" fmla="*/ 475 h 769"/>
                                <a:gd name="T12" fmla="*/ 379 w 592"/>
                                <a:gd name="T13" fmla="*/ 481 h 769"/>
                                <a:gd name="T14" fmla="*/ 524 w 592"/>
                                <a:gd name="T15" fmla="*/ 466 h 769"/>
                                <a:gd name="T16" fmla="*/ 273 w 592"/>
                                <a:gd name="T17" fmla="*/ 348 h 769"/>
                                <a:gd name="T18" fmla="*/ 244 w 592"/>
                                <a:gd name="T19" fmla="*/ 374 h 769"/>
                                <a:gd name="T20" fmla="*/ 187 w 592"/>
                                <a:gd name="T21" fmla="*/ 439 h 769"/>
                                <a:gd name="T22" fmla="*/ 252 w 592"/>
                                <a:gd name="T23" fmla="*/ 397 h 769"/>
                                <a:gd name="T24" fmla="*/ 311 w 592"/>
                                <a:gd name="T25" fmla="*/ 167 h 769"/>
                                <a:gd name="T26" fmla="*/ 360 w 592"/>
                                <a:gd name="T27" fmla="*/ 140 h 769"/>
                                <a:gd name="T28" fmla="*/ 143 w 592"/>
                                <a:gd name="T29" fmla="*/ 241 h 769"/>
                                <a:gd name="T30" fmla="*/ 499 w 592"/>
                                <a:gd name="T31" fmla="*/ 14 h 769"/>
                                <a:gd name="T32" fmla="*/ 391 w 592"/>
                                <a:gd name="T33" fmla="*/ 37 h 769"/>
                                <a:gd name="T34" fmla="*/ 340 w 592"/>
                                <a:gd name="T35" fmla="*/ 96 h 769"/>
                                <a:gd name="T36" fmla="*/ 399 w 592"/>
                                <a:gd name="T37" fmla="*/ 156 h 769"/>
                                <a:gd name="T38" fmla="*/ 378 w 592"/>
                                <a:gd name="T39" fmla="*/ 235 h 769"/>
                                <a:gd name="T40" fmla="*/ 404 w 592"/>
                                <a:gd name="T41" fmla="*/ 237 h 769"/>
                                <a:gd name="T42" fmla="*/ 453 w 592"/>
                                <a:gd name="T43" fmla="*/ 153 h 769"/>
                                <a:gd name="T44" fmla="*/ 501 w 592"/>
                                <a:gd name="T45" fmla="*/ 89 h 769"/>
                                <a:gd name="T46" fmla="*/ 343 w 592"/>
                                <a:gd name="T47" fmla="*/ 236 h 769"/>
                                <a:gd name="T48" fmla="*/ 218 w 592"/>
                                <a:gd name="T49" fmla="*/ 254 h 769"/>
                                <a:gd name="T50" fmla="*/ 210 w 592"/>
                                <a:gd name="T51" fmla="*/ 302 h 769"/>
                                <a:gd name="T52" fmla="*/ 340 w 592"/>
                                <a:gd name="T53" fmla="*/ 274 h 769"/>
                                <a:gd name="T54" fmla="*/ 376 w 592"/>
                                <a:gd name="T55" fmla="*/ 311 h 769"/>
                                <a:gd name="T56" fmla="*/ 306 w 592"/>
                                <a:gd name="T57" fmla="*/ 239 h 769"/>
                                <a:gd name="T58" fmla="*/ 295 w 592"/>
                                <a:gd name="T59" fmla="*/ 249 h 769"/>
                                <a:gd name="T60" fmla="*/ 584 w 592"/>
                                <a:gd name="T61" fmla="*/ 707 h 769"/>
                                <a:gd name="T62" fmla="*/ 563 w 592"/>
                                <a:gd name="T63" fmla="*/ 679 h 769"/>
                                <a:gd name="T64" fmla="*/ 582 w 592"/>
                                <a:gd name="T65" fmla="*/ 713 h 769"/>
                                <a:gd name="T66" fmla="*/ 411 w 592"/>
                                <a:gd name="T67" fmla="*/ 667 h 769"/>
                                <a:gd name="T68" fmla="*/ 365 w 592"/>
                                <a:gd name="T69" fmla="*/ 443 h 769"/>
                                <a:gd name="T70" fmla="*/ 410 w 592"/>
                                <a:gd name="T71" fmla="*/ 624 h 769"/>
                                <a:gd name="T72" fmla="*/ 65 w 592"/>
                                <a:gd name="T73" fmla="*/ 663 h 769"/>
                                <a:gd name="T74" fmla="*/ 63 w 592"/>
                                <a:gd name="T75" fmla="*/ 660 h 769"/>
                                <a:gd name="T76" fmla="*/ 77 w 592"/>
                                <a:gd name="T77" fmla="*/ 655 h 769"/>
                                <a:gd name="T78" fmla="*/ 111 w 592"/>
                                <a:gd name="T79" fmla="*/ 691 h 769"/>
                                <a:gd name="T80" fmla="*/ 511 w 592"/>
                                <a:gd name="T81" fmla="*/ 722 h 769"/>
                                <a:gd name="T82" fmla="*/ 504 w 592"/>
                                <a:gd name="T83" fmla="*/ 752 h 769"/>
                                <a:gd name="T84" fmla="*/ 330 w 592"/>
                                <a:gd name="T85" fmla="*/ 708 h 769"/>
                                <a:gd name="T86" fmla="*/ 90 w 592"/>
                                <a:gd name="T87" fmla="*/ 675 h 769"/>
                                <a:gd name="T88" fmla="*/ 78 w 592"/>
                                <a:gd name="T89" fmla="*/ 653 h 769"/>
                                <a:gd name="T90" fmla="*/ 21 w 592"/>
                                <a:gd name="T91" fmla="*/ 428 h 769"/>
                                <a:gd name="T92" fmla="*/ 68 w 592"/>
                                <a:gd name="T93" fmla="*/ 421 h 769"/>
                                <a:gd name="T94" fmla="*/ 173 w 592"/>
                                <a:gd name="T95" fmla="*/ 432 h 769"/>
                                <a:gd name="T96" fmla="*/ 225 w 592"/>
                                <a:gd name="T97" fmla="*/ 447 h 769"/>
                                <a:gd name="T98" fmla="*/ 242 w 592"/>
                                <a:gd name="T99" fmla="*/ 443 h 769"/>
                                <a:gd name="T100" fmla="*/ 295 w 592"/>
                                <a:gd name="T101" fmla="*/ 441 h 769"/>
                                <a:gd name="T102" fmla="*/ 299 w 592"/>
                                <a:gd name="T103" fmla="*/ 408 h 769"/>
                                <a:gd name="T104" fmla="*/ 318 w 592"/>
                                <a:gd name="T105" fmla="*/ 362 h 769"/>
                                <a:gd name="T106" fmla="*/ 338 w 592"/>
                                <a:gd name="T107" fmla="*/ 436 h 769"/>
                                <a:gd name="T108" fmla="*/ 385 w 592"/>
                                <a:gd name="T109" fmla="*/ 417 h 769"/>
                                <a:gd name="T110" fmla="*/ 383 w 592"/>
                                <a:gd name="T111" fmla="*/ 468 h 769"/>
                                <a:gd name="T112" fmla="*/ 360 w 592"/>
                                <a:gd name="T113" fmla="*/ 503 h 769"/>
                                <a:gd name="T114" fmla="*/ 319 w 592"/>
                                <a:gd name="T115" fmla="*/ 547 h 769"/>
                                <a:gd name="T116" fmla="*/ 416 w 592"/>
                                <a:gd name="T117" fmla="*/ 650 h 769"/>
                                <a:gd name="T118" fmla="*/ 449 w 592"/>
                                <a:gd name="T119" fmla="*/ 538 h 769"/>
                                <a:gd name="T120" fmla="*/ 487 w 592"/>
                                <a:gd name="T121" fmla="*/ 587 h 769"/>
                                <a:gd name="T122" fmla="*/ 520 w 592"/>
                                <a:gd name="T123" fmla="*/ 582 h 769"/>
                                <a:gd name="T124" fmla="*/ 534 w 592"/>
                                <a:gd name="T125" fmla="*/ 621 h 76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592" h="769">
                                  <a:moveTo>
                                    <a:pt x="408" y="518"/>
                                  </a:moveTo>
                                  <a:cubicBezTo>
                                    <a:pt x="408" y="518"/>
                                    <a:pt x="408" y="518"/>
                                    <a:pt x="407" y="517"/>
                                  </a:cubicBezTo>
                                  <a:cubicBezTo>
                                    <a:pt x="406" y="517"/>
                                    <a:pt x="406" y="517"/>
                                    <a:pt x="405" y="516"/>
                                  </a:cubicBezTo>
                                  <a:cubicBezTo>
                                    <a:pt x="406" y="516"/>
                                    <a:pt x="406" y="515"/>
                                    <a:pt x="405" y="515"/>
                                  </a:cubicBezTo>
                                  <a:cubicBezTo>
                                    <a:pt x="404" y="514"/>
                                    <a:pt x="404" y="514"/>
                                    <a:pt x="404" y="514"/>
                                  </a:cubicBezTo>
                                  <a:cubicBezTo>
                                    <a:pt x="404" y="513"/>
                                    <a:pt x="403" y="513"/>
                                    <a:pt x="403" y="513"/>
                                  </a:cubicBezTo>
                                  <a:cubicBezTo>
                                    <a:pt x="402" y="513"/>
                                    <a:pt x="402" y="514"/>
                                    <a:pt x="403" y="515"/>
                                  </a:cubicBezTo>
                                  <a:cubicBezTo>
                                    <a:pt x="403" y="515"/>
                                    <a:pt x="403" y="515"/>
                                    <a:pt x="403" y="515"/>
                                  </a:cubicBezTo>
                                  <a:cubicBezTo>
                                    <a:pt x="400" y="513"/>
                                    <a:pt x="399" y="513"/>
                                    <a:pt x="397" y="515"/>
                                  </a:cubicBezTo>
                                  <a:cubicBezTo>
                                    <a:pt x="397" y="514"/>
                                    <a:pt x="396" y="515"/>
                                    <a:pt x="396" y="515"/>
                                  </a:cubicBezTo>
                                  <a:cubicBezTo>
                                    <a:pt x="396" y="514"/>
                                    <a:pt x="396" y="513"/>
                                    <a:pt x="397" y="513"/>
                                  </a:cubicBezTo>
                                  <a:cubicBezTo>
                                    <a:pt x="398" y="513"/>
                                    <a:pt x="398" y="513"/>
                                    <a:pt x="398" y="512"/>
                                  </a:cubicBezTo>
                                  <a:cubicBezTo>
                                    <a:pt x="398" y="512"/>
                                    <a:pt x="398" y="512"/>
                                    <a:pt x="398" y="512"/>
                                  </a:cubicBezTo>
                                  <a:cubicBezTo>
                                    <a:pt x="398" y="512"/>
                                    <a:pt x="398" y="512"/>
                                    <a:pt x="398" y="512"/>
                                  </a:cubicBezTo>
                                  <a:cubicBezTo>
                                    <a:pt x="398" y="511"/>
                                    <a:pt x="397" y="510"/>
                                    <a:pt x="397" y="509"/>
                                  </a:cubicBezTo>
                                  <a:cubicBezTo>
                                    <a:pt x="398" y="506"/>
                                    <a:pt x="396" y="505"/>
                                    <a:pt x="394" y="503"/>
                                  </a:cubicBezTo>
                                  <a:cubicBezTo>
                                    <a:pt x="394" y="503"/>
                                    <a:pt x="393" y="503"/>
                                    <a:pt x="393" y="503"/>
                                  </a:cubicBezTo>
                                  <a:cubicBezTo>
                                    <a:pt x="392" y="503"/>
                                    <a:pt x="391" y="502"/>
                                    <a:pt x="390" y="502"/>
                                  </a:cubicBezTo>
                                  <a:cubicBezTo>
                                    <a:pt x="390" y="501"/>
                                    <a:pt x="389" y="501"/>
                                    <a:pt x="389" y="501"/>
                                  </a:cubicBezTo>
                                  <a:cubicBezTo>
                                    <a:pt x="388" y="500"/>
                                    <a:pt x="387" y="499"/>
                                    <a:pt x="387" y="498"/>
                                  </a:cubicBezTo>
                                  <a:cubicBezTo>
                                    <a:pt x="386" y="497"/>
                                    <a:pt x="386" y="496"/>
                                    <a:pt x="385" y="496"/>
                                  </a:cubicBezTo>
                                  <a:cubicBezTo>
                                    <a:pt x="384" y="496"/>
                                    <a:pt x="383" y="496"/>
                                    <a:pt x="382" y="496"/>
                                  </a:cubicBezTo>
                                  <a:cubicBezTo>
                                    <a:pt x="381" y="495"/>
                                    <a:pt x="381" y="495"/>
                                    <a:pt x="381" y="494"/>
                                  </a:cubicBezTo>
                                  <a:cubicBezTo>
                                    <a:pt x="381" y="493"/>
                                    <a:pt x="381" y="493"/>
                                    <a:pt x="380" y="493"/>
                                  </a:cubicBezTo>
                                  <a:cubicBezTo>
                                    <a:pt x="380" y="493"/>
                                    <a:pt x="380" y="493"/>
                                    <a:pt x="380" y="492"/>
                                  </a:cubicBezTo>
                                  <a:cubicBezTo>
                                    <a:pt x="379" y="490"/>
                                    <a:pt x="378" y="492"/>
                                    <a:pt x="378" y="493"/>
                                  </a:cubicBezTo>
                                  <a:cubicBezTo>
                                    <a:pt x="377" y="493"/>
                                    <a:pt x="377" y="494"/>
                                    <a:pt x="377" y="494"/>
                                  </a:cubicBezTo>
                                  <a:cubicBezTo>
                                    <a:pt x="377" y="495"/>
                                    <a:pt x="377" y="495"/>
                                    <a:pt x="377" y="495"/>
                                  </a:cubicBezTo>
                                  <a:cubicBezTo>
                                    <a:pt x="376" y="495"/>
                                    <a:pt x="376" y="495"/>
                                    <a:pt x="376" y="494"/>
                                  </a:cubicBezTo>
                                  <a:cubicBezTo>
                                    <a:pt x="375" y="493"/>
                                    <a:pt x="376" y="492"/>
                                    <a:pt x="375" y="491"/>
                                  </a:cubicBezTo>
                                  <a:cubicBezTo>
                                    <a:pt x="374" y="491"/>
                                    <a:pt x="373" y="490"/>
                                    <a:pt x="375" y="490"/>
                                  </a:cubicBezTo>
                                  <a:cubicBezTo>
                                    <a:pt x="375" y="489"/>
                                    <a:pt x="375" y="489"/>
                                    <a:pt x="375" y="489"/>
                                  </a:cubicBezTo>
                                  <a:cubicBezTo>
                                    <a:pt x="375" y="488"/>
                                    <a:pt x="374" y="487"/>
                                    <a:pt x="374" y="487"/>
                                  </a:cubicBezTo>
                                  <a:cubicBezTo>
                                    <a:pt x="374" y="486"/>
                                    <a:pt x="374" y="485"/>
                                    <a:pt x="373" y="486"/>
                                  </a:cubicBezTo>
                                  <a:cubicBezTo>
                                    <a:pt x="372" y="486"/>
                                    <a:pt x="372" y="485"/>
                                    <a:pt x="372" y="485"/>
                                  </a:cubicBezTo>
                                  <a:cubicBezTo>
                                    <a:pt x="372" y="484"/>
                                    <a:pt x="372" y="484"/>
                                    <a:pt x="371" y="484"/>
                                  </a:cubicBezTo>
                                  <a:cubicBezTo>
                                    <a:pt x="370" y="485"/>
                                    <a:pt x="369" y="486"/>
                                    <a:pt x="369" y="488"/>
                                  </a:cubicBezTo>
                                  <a:cubicBezTo>
                                    <a:pt x="368" y="492"/>
                                    <a:pt x="368" y="495"/>
                                    <a:pt x="367" y="499"/>
                                  </a:cubicBezTo>
                                  <a:cubicBezTo>
                                    <a:pt x="367" y="499"/>
                                    <a:pt x="367" y="499"/>
                                    <a:pt x="367" y="499"/>
                                  </a:cubicBezTo>
                                  <a:cubicBezTo>
                                    <a:pt x="368" y="501"/>
                                    <a:pt x="367" y="502"/>
                                    <a:pt x="367" y="503"/>
                                  </a:cubicBezTo>
                                  <a:cubicBezTo>
                                    <a:pt x="366" y="506"/>
                                    <a:pt x="366" y="509"/>
                                    <a:pt x="367" y="511"/>
                                  </a:cubicBezTo>
                                  <a:cubicBezTo>
                                    <a:pt x="368" y="513"/>
                                    <a:pt x="368" y="513"/>
                                    <a:pt x="366" y="514"/>
                                  </a:cubicBezTo>
                                  <a:cubicBezTo>
                                    <a:pt x="364" y="515"/>
                                    <a:pt x="362" y="516"/>
                                    <a:pt x="361" y="518"/>
                                  </a:cubicBezTo>
                                  <a:cubicBezTo>
                                    <a:pt x="360" y="519"/>
                                    <a:pt x="360" y="520"/>
                                    <a:pt x="361" y="521"/>
                                  </a:cubicBezTo>
                                  <a:cubicBezTo>
                                    <a:pt x="362" y="522"/>
                                    <a:pt x="363" y="521"/>
                                    <a:pt x="364" y="520"/>
                                  </a:cubicBezTo>
                                  <a:cubicBezTo>
                                    <a:pt x="364" y="520"/>
                                    <a:pt x="365" y="519"/>
                                    <a:pt x="365" y="520"/>
                                  </a:cubicBezTo>
                                  <a:cubicBezTo>
                                    <a:pt x="367" y="520"/>
                                    <a:pt x="368" y="520"/>
                                    <a:pt x="369" y="519"/>
                                  </a:cubicBezTo>
                                  <a:cubicBezTo>
                                    <a:pt x="370" y="519"/>
                                    <a:pt x="370" y="518"/>
                                    <a:pt x="371" y="517"/>
                                  </a:cubicBezTo>
                                  <a:cubicBezTo>
                                    <a:pt x="371" y="518"/>
                                    <a:pt x="370" y="519"/>
                                    <a:pt x="371" y="519"/>
                                  </a:cubicBezTo>
                                  <a:cubicBezTo>
                                    <a:pt x="371" y="520"/>
                                    <a:pt x="371" y="521"/>
                                    <a:pt x="371" y="521"/>
                                  </a:cubicBezTo>
                                  <a:cubicBezTo>
                                    <a:pt x="371" y="521"/>
                                    <a:pt x="371" y="521"/>
                                    <a:pt x="371" y="521"/>
                                  </a:cubicBezTo>
                                  <a:cubicBezTo>
                                    <a:pt x="371" y="521"/>
                                    <a:pt x="371" y="521"/>
                                    <a:pt x="371" y="521"/>
                                  </a:cubicBezTo>
                                  <a:cubicBezTo>
                                    <a:pt x="371" y="523"/>
                                    <a:pt x="371" y="525"/>
                                    <a:pt x="371" y="526"/>
                                  </a:cubicBezTo>
                                  <a:cubicBezTo>
                                    <a:pt x="372" y="528"/>
                                    <a:pt x="372" y="528"/>
                                    <a:pt x="374" y="528"/>
                                  </a:cubicBezTo>
                                  <a:cubicBezTo>
                                    <a:pt x="376" y="527"/>
                                    <a:pt x="379" y="526"/>
                                    <a:pt x="379" y="522"/>
                                  </a:cubicBezTo>
                                  <a:cubicBezTo>
                                    <a:pt x="379" y="521"/>
                                    <a:pt x="380" y="520"/>
                                    <a:pt x="381" y="521"/>
                                  </a:cubicBezTo>
                                  <a:cubicBezTo>
                                    <a:pt x="382" y="521"/>
                                    <a:pt x="382" y="520"/>
                                    <a:pt x="382" y="520"/>
                                  </a:cubicBezTo>
                                  <a:cubicBezTo>
                                    <a:pt x="382" y="520"/>
                                    <a:pt x="383" y="519"/>
                                    <a:pt x="383" y="519"/>
                                  </a:cubicBezTo>
                                  <a:cubicBezTo>
                                    <a:pt x="385" y="518"/>
                                    <a:pt x="385" y="517"/>
                                    <a:pt x="385" y="515"/>
                                  </a:cubicBezTo>
                                  <a:cubicBezTo>
                                    <a:pt x="385" y="514"/>
                                    <a:pt x="385" y="513"/>
                                    <a:pt x="387" y="513"/>
                                  </a:cubicBezTo>
                                  <a:cubicBezTo>
                                    <a:pt x="387" y="513"/>
                                    <a:pt x="388" y="513"/>
                                    <a:pt x="388" y="512"/>
                                  </a:cubicBezTo>
                                  <a:cubicBezTo>
                                    <a:pt x="388" y="512"/>
                                    <a:pt x="389" y="512"/>
                                    <a:pt x="389" y="512"/>
                                  </a:cubicBezTo>
                                  <a:cubicBezTo>
                                    <a:pt x="389" y="512"/>
                                    <a:pt x="389" y="513"/>
                                    <a:pt x="389" y="513"/>
                                  </a:cubicBezTo>
                                  <a:cubicBezTo>
                                    <a:pt x="389" y="513"/>
                                    <a:pt x="388" y="514"/>
                                    <a:pt x="388" y="514"/>
                                  </a:cubicBezTo>
                                  <a:cubicBezTo>
                                    <a:pt x="388" y="515"/>
                                    <a:pt x="388" y="515"/>
                                    <a:pt x="388" y="515"/>
                                  </a:cubicBezTo>
                                  <a:cubicBezTo>
                                    <a:pt x="388" y="515"/>
                                    <a:pt x="389" y="515"/>
                                    <a:pt x="389" y="515"/>
                                  </a:cubicBezTo>
                                  <a:cubicBezTo>
                                    <a:pt x="390" y="515"/>
                                    <a:pt x="391" y="515"/>
                                    <a:pt x="392" y="515"/>
                                  </a:cubicBezTo>
                                  <a:cubicBezTo>
                                    <a:pt x="393" y="516"/>
                                    <a:pt x="393" y="517"/>
                                    <a:pt x="392" y="518"/>
                                  </a:cubicBezTo>
                                  <a:cubicBezTo>
                                    <a:pt x="392" y="518"/>
                                    <a:pt x="392" y="519"/>
                                    <a:pt x="392" y="519"/>
                                  </a:cubicBezTo>
                                  <a:cubicBezTo>
                                    <a:pt x="393" y="520"/>
                                    <a:pt x="393" y="520"/>
                                    <a:pt x="394" y="520"/>
                                  </a:cubicBezTo>
                                  <a:cubicBezTo>
                                    <a:pt x="394" y="519"/>
                                    <a:pt x="395" y="520"/>
                                    <a:pt x="396" y="520"/>
                                  </a:cubicBezTo>
                                  <a:cubicBezTo>
                                    <a:pt x="397" y="521"/>
                                    <a:pt x="399" y="522"/>
                                    <a:pt x="401" y="523"/>
                                  </a:cubicBezTo>
                                  <a:cubicBezTo>
                                    <a:pt x="401" y="523"/>
                                    <a:pt x="402" y="523"/>
                                    <a:pt x="402" y="523"/>
                                  </a:cubicBezTo>
                                  <a:cubicBezTo>
                                    <a:pt x="403" y="521"/>
                                    <a:pt x="405" y="521"/>
                                    <a:pt x="406" y="520"/>
                                  </a:cubicBezTo>
                                  <a:cubicBezTo>
                                    <a:pt x="406" y="519"/>
                                    <a:pt x="406" y="518"/>
                                    <a:pt x="407" y="518"/>
                                  </a:cubicBezTo>
                                  <a:cubicBezTo>
                                    <a:pt x="407" y="518"/>
                                    <a:pt x="408" y="518"/>
                                    <a:pt x="408" y="518"/>
                                  </a:cubicBezTo>
                                  <a:close/>
                                  <a:moveTo>
                                    <a:pt x="371" y="516"/>
                                  </a:move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lose/>
                                  <a:moveTo>
                                    <a:pt x="371" y="516"/>
                                  </a:move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lose/>
                                  <a:moveTo>
                                    <a:pt x="396" y="532"/>
                                  </a:moveTo>
                                  <a:cubicBezTo>
                                    <a:pt x="396" y="534"/>
                                    <a:pt x="395" y="535"/>
                                    <a:pt x="394" y="536"/>
                                  </a:cubicBezTo>
                                  <a:cubicBezTo>
                                    <a:pt x="392" y="537"/>
                                    <a:pt x="392" y="538"/>
                                    <a:pt x="391" y="540"/>
                                  </a:cubicBezTo>
                                  <a:cubicBezTo>
                                    <a:pt x="390" y="541"/>
                                    <a:pt x="389" y="541"/>
                                    <a:pt x="388" y="542"/>
                                  </a:cubicBezTo>
                                  <a:cubicBezTo>
                                    <a:pt x="388" y="542"/>
                                    <a:pt x="388" y="542"/>
                                    <a:pt x="388" y="542"/>
                                  </a:cubicBezTo>
                                  <a:cubicBezTo>
                                    <a:pt x="387" y="540"/>
                                    <a:pt x="386" y="541"/>
                                    <a:pt x="385" y="542"/>
                                  </a:cubicBezTo>
                                  <a:cubicBezTo>
                                    <a:pt x="384" y="542"/>
                                    <a:pt x="384" y="542"/>
                                    <a:pt x="384" y="541"/>
                                  </a:cubicBezTo>
                                  <a:cubicBezTo>
                                    <a:pt x="384" y="541"/>
                                    <a:pt x="384" y="540"/>
                                    <a:pt x="383" y="539"/>
                                  </a:cubicBezTo>
                                  <a:cubicBezTo>
                                    <a:pt x="382" y="538"/>
                                    <a:pt x="382" y="537"/>
                                    <a:pt x="383" y="536"/>
                                  </a:cubicBezTo>
                                  <a:cubicBezTo>
                                    <a:pt x="384" y="536"/>
                                    <a:pt x="385" y="534"/>
                                    <a:pt x="385" y="533"/>
                                  </a:cubicBezTo>
                                  <a:cubicBezTo>
                                    <a:pt x="385" y="532"/>
                                    <a:pt x="386" y="531"/>
                                    <a:pt x="386" y="531"/>
                                  </a:cubicBezTo>
                                  <a:cubicBezTo>
                                    <a:pt x="387" y="530"/>
                                    <a:pt x="387" y="531"/>
                                    <a:pt x="388" y="532"/>
                                  </a:cubicBezTo>
                                  <a:cubicBezTo>
                                    <a:pt x="388" y="532"/>
                                    <a:pt x="389" y="532"/>
                                    <a:pt x="389" y="531"/>
                                  </a:cubicBezTo>
                                  <a:cubicBezTo>
                                    <a:pt x="390" y="531"/>
                                    <a:pt x="391" y="530"/>
                                    <a:pt x="392" y="531"/>
                                  </a:cubicBezTo>
                                  <a:cubicBezTo>
                                    <a:pt x="392" y="531"/>
                                    <a:pt x="393" y="531"/>
                                    <a:pt x="393" y="530"/>
                                  </a:cubicBezTo>
                                  <a:cubicBezTo>
                                    <a:pt x="394" y="529"/>
                                    <a:pt x="395" y="530"/>
                                    <a:pt x="396" y="531"/>
                                  </a:cubicBezTo>
                                  <a:cubicBezTo>
                                    <a:pt x="396" y="531"/>
                                    <a:pt x="396" y="532"/>
                                    <a:pt x="396" y="532"/>
                                  </a:cubicBezTo>
                                  <a:close/>
                                  <a:moveTo>
                                    <a:pt x="438" y="442"/>
                                  </a:moveTo>
                                  <a:cubicBezTo>
                                    <a:pt x="439" y="443"/>
                                    <a:pt x="440" y="443"/>
                                    <a:pt x="441" y="443"/>
                                  </a:cubicBezTo>
                                  <a:cubicBezTo>
                                    <a:pt x="442" y="444"/>
                                    <a:pt x="443" y="445"/>
                                    <a:pt x="443" y="447"/>
                                  </a:cubicBezTo>
                                  <a:cubicBezTo>
                                    <a:pt x="442" y="448"/>
                                    <a:pt x="442" y="449"/>
                                    <a:pt x="442" y="450"/>
                                  </a:cubicBezTo>
                                  <a:cubicBezTo>
                                    <a:pt x="443" y="452"/>
                                    <a:pt x="443" y="454"/>
                                    <a:pt x="442" y="456"/>
                                  </a:cubicBezTo>
                                  <a:cubicBezTo>
                                    <a:pt x="442" y="456"/>
                                    <a:pt x="442" y="456"/>
                                    <a:pt x="442" y="456"/>
                                  </a:cubicBezTo>
                                  <a:cubicBezTo>
                                    <a:pt x="442" y="457"/>
                                    <a:pt x="441" y="458"/>
                                    <a:pt x="441" y="459"/>
                                  </a:cubicBezTo>
                                  <a:cubicBezTo>
                                    <a:pt x="439" y="460"/>
                                    <a:pt x="437" y="462"/>
                                    <a:pt x="435" y="461"/>
                                  </a:cubicBezTo>
                                  <a:cubicBezTo>
                                    <a:pt x="434" y="461"/>
                                    <a:pt x="434" y="461"/>
                                    <a:pt x="433" y="461"/>
                                  </a:cubicBezTo>
                                  <a:cubicBezTo>
                                    <a:pt x="429" y="463"/>
                                    <a:pt x="428" y="461"/>
                                    <a:pt x="428" y="458"/>
                                  </a:cubicBezTo>
                                  <a:cubicBezTo>
                                    <a:pt x="428" y="457"/>
                                    <a:pt x="428" y="457"/>
                                    <a:pt x="428" y="456"/>
                                  </a:cubicBezTo>
                                  <a:cubicBezTo>
                                    <a:pt x="428" y="456"/>
                                    <a:pt x="428" y="456"/>
                                    <a:pt x="428" y="456"/>
                                  </a:cubicBezTo>
                                  <a:cubicBezTo>
                                    <a:pt x="427" y="454"/>
                                    <a:pt x="428" y="451"/>
                                    <a:pt x="429" y="449"/>
                                  </a:cubicBezTo>
                                  <a:cubicBezTo>
                                    <a:pt x="429" y="449"/>
                                    <a:pt x="429" y="448"/>
                                    <a:pt x="429" y="448"/>
                                  </a:cubicBezTo>
                                  <a:cubicBezTo>
                                    <a:pt x="429" y="448"/>
                                    <a:pt x="429" y="448"/>
                                    <a:pt x="429" y="448"/>
                                  </a:cubicBezTo>
                                  <a:cubicBezTo>
                                    <a:pt x="430" y="447"/>
                                    <a:pt x="430" y="446"/>
                                    <a:pt x="431" y="444"/>
                                  </a:cubicBezTo>
                                  <a:cubicBezTo>
                                    <a:pt x="432" y="443"/>
                                    <a:pt x="433" y="442"/>
                                    <a:pt x="435" y="443"/>
                                  </a:cubicBezTo>
                                  <a:cubicBezTo>
                                    <a:pt x="435" y="443"/>
                                    <a:pt x="436" y="443"/>
                                    <a:pt x="436" y="442"/>
                                  </a:cubicBezTo>
                                  <a:cubicBezTo>
                                    <a:pt x="437" y="442"/>
                                    <a:pt x="437" y="442"/>
                                    <a:pt x="438" y="442"/>
                                  </a:cubicBezTo>
                                  <a:close/>
                                  <a:moveTo>
                                    <a:pt x="413" y="539"/>
                                  </a:moveTo>
                                  <a:cubicBezTo>
                                    <a:pt x="414" y="541"/>
                                    <a:pt x="414" y="542"/>
                                    <a:pt x="413" y="544"/>
                                  </a:cubicBezTo>
                                  <a:cubicBezTo>
                                    <a:pt x="412" y="546"/>
                                    <a:pt x="412" y="548"/>
                                    <a:pt x="411" y="549"/>
                                  </a:cubicBezTo>
                                  <a:cubicBezTo>
                                    <a:pt x="411" y="550"/>
                                    <a:pt x="411" y="550"/>
                                    <a:pt x="410" y="550"/>
                                  </a:cubicBezTo>
                                  <a:cubicBezTo>
                                    <a:pt x="410" y="550"/>
                                    <a:pt x="410" y="550"/>
                                    <a:pt x="410" y="549"/>
                                  </a:cubicBezTo>
                                  <a:cubicBezTo>
                                    <a:pt x="409" y="549"/>
                                    <a:pt x="409" y="548"/>
                                    <a:pt x="408" y="547"/>
                                  </a:cubicBezTo>
                                  <a:cubicBezTo>
                                    <a:pt x="407" y="547"/>
                                    <a:pt x="407" y="546"/>
                                    <a:pt x="407" y="545"/>
                                  </a:cubicBezTo>
                                  <a:cubicBezTo>
                                    <a:pt x="407" y="543"/>
                                    <a:pt x="408" y="541"/>
                                    <a:pt x="409" y="539"/>
                                  </a:cubicBezTo>
                                  <a:cubicBezTo>
                                    <a:pt x="410" y="538"/>
                                    <a:pt x="412" y="538"/>
                                    <a:pt x="413" y="539"/>
                                  </a:cubicBezTo>
                                  <a:close/>
                                  <a:moveTo>
                                    <a:pt x="447" y="445"/>
                                  </a:moveTo>
                                  <a:cubicBezTo>
                                    <a:pt x="447" y="445"/>
                                    <a:pt x="448" y="446"/>
                                    <a:pt x="448" y="446"/>
                                  </a:cubicBezTo>
                                  <a:cubicBezTo>
                                    <a:pt x="447" y="448"/>
                                    <a:pt x="449" y="447"/>
                                    <a:pt x="450" y="448"/>
                                  </a:cubicBezTo>
                                  <a:cubicBezTo>
                                    <a:pt x="450" y="448"/>
                                    <a:pt x="451" y="448"/>
                                    <a:pt x="451" y="448"/>
                                  </a:cubicBezTo>
                                  <a:cubicBezTo>
                                    <a:pt x="452" y="448"/>
                                    <a:pt x="453" y="448"/>
                                    <a:pt x="453" y="449"/>
                                  </a:cubicBezTo>
                                  <a:cubicBezTo>
                                    <a:pt x="454" y="450"/>
                                    <a:pt x="454" y="450"/>
                                    <a:pt x="454" y="451"/>
                                  </a:cubicBezTo>
                                  <a:cubicBezTo>
                                    <a:pt x="454" y="452"/>
                                    <a:pt x="453" y="453"/>
                                    <a:pt x="452" y="452"/>
                                  </a:cubicBezTo>
                                  <a:cubicBezTo>
                                    <a:pt x="451" y="452"/>
                                    <a:pt x="450" y="452"/>
                                    <a:pt x="448" y="452"/>
                                  </a:cubicBezTo>
                                  <a:cubicBezTo>
                                    <a:pt x="446" y="453"/>
                                    <a:pt x="444" y="450"/>
                                    <a:pt x="444" y="448"/>
                                  </a:cubicBezTo>
                                  <a:cubicBezTo>
                                    <a:pt x="444" y="447"/>
                                    <a:pt x="445" y="447"/>
                                    <a:pt x="445" y="447"/>
                                  </a:cubicBezTo>
                                  <a:cubicBezTo>
                                    <a:pt x="446" y="447"/>
                                    <a:pt x="447" y="446"/>
                                    <a:pt x="447" y="445"/>
                                  </a:cubicBezTo>
                                  <a:close/>
                                  <a:moveTo>
                                    <a:pt x="535" y="472"/>
                                  </a:moveTo>
                                  <a:cubicBezTo>
                                    <a:pt x="534" y="471"/>
                                    <a:pt x="534" y="470"/>
                                    <a:pt x="533" y="469"/>
                                  </a:cubicBezTo>
                                  <a:cubicBezTo>
                                    <a:pt x="533" y="469"/>
                                    <a:pt x="533" y="469"/>
                                    <a:pt x="533" y="469"/>
                                  </a:cubicBezTo>
                                  <a:cubicBezTo>
                                    <a:pt x="533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8"/>
                                    <a:pt x="532" y="468"/>
                                  </a:cubicBezTo>
                                  <a:cubicBezTo>
                                    <a:pt x="532" y="468"/>
                                    <a:pt x="532" y="467"/>
                                    <a:pt x="532" y="467"/>
                                  </a:cubicBezTo>
                                  <a:cubicBezTo>
                                    <a:pt x="531" y="467"/>
                                    <a:pt x="531" y="466"/>
                                    <a:pt x="530" y="466"/>
                                  </a:cubicBezTo>
                                  <a:cubicBezTo>
                                    <a:pt x="530" y="466"/>
                                    <a:pt x="530" y="466"/>
                                    <a:pt x="530" y="466"/>
                                  </a:cubicBezTo>
                                  <a:cubicBezTo>
                                    <a:pt x="530" y="466"/>
                                    <a:pt x="530" y="465"/>
                                    <a:pt x="529" y="465"/>
                                  </a:cubicBezTo>
                                  <a:cubicBezTo>
                                    <a:pt x="529" y="465"/>
                                    <a:pt x="529" y="465"/>
                                    <a:pt x="529" y="466"/>
                                  </a:cubicBezTo>
                                  <a:cubicBezTo>
                                    <a:pt x="529" y="466"/>
                                    <a:pt x="529" y="467"/>
                                    <a:pt x="528" y="467"/>
                                  </a:cubicBezTo>
                                  <a:cubicBezTo>
                                    <a:pt x="527" y="466"/>
                                    <a:pt x="527" y="467"/>
                                    <a:pt x="527" y="467"/>
                                  </a:cubicBezTo>
                                  <a:cubicBezTo>
                                    <a:pt x="527" y="468"/>
                                    <a:pt x="527" y="468"/>
                                    <a:pt x="527" y="468"/>
                                  </a:cubicBezTo>
                                  <a:cubicBezTo>
                                    <a:pt x="527" y="468"/>
                                    <a:pt x="527" y="468"/>
                                    <a:pt x="527" y="468"/>
                                  </a:cubicBezTo>
                                  <a:cubicBezTo>
                                    <a:pt x="526" y="468"/>
                                    <a:pt x="527" y="467"/>
                                    <a:pt x="526" y="467"/>
                                  </a:cubicBezTo>
                                  <a:cubicBezTo>
                                    <a:pt x="526" y="467"/>
                                    <a:pt x="526" y="467"/>
                                    <a:pt x="526" y="467"/>
                                  </a:cubicBezTo>
                                  <a:cubicBezTo>
                                    <a:pt x="525" y="467"/>
                                    <a:pt x="525" y="467"/>
                                    <a:pt x="525" y="468"/>
                                  </a:cubicBezTo>
                                  <a:cubicBezTo>
                                    <a:pt x="526" y="469"/>
                                    <a:pt x="525" y="470"/>
                                    <a:pt x="524" y="471"/>
                                  </a:cubicBezTo>
                                  <a:cubicBezTo>
                                    <a:pt x="524" y="471"/>
                                    <a:pt x="524" y="471"/>
                                    <a:pt x="524" y="471"/>
                                  </a:cubicBezTo>
                                  <a:cubicBezTo>
                                    <a:pt x="524" y="471"/>
                                    <a:pt x="525" y="470"/>
                                    <a:pt x="525" y="469"/>
                                  </a:cubicBezTo>
                                  <a:cubicBezTo>
                                    <a:pt x="525" y="468"/>
                                    <a:pt x="525" y="467"/>
                                    <a:pt x="524" y="466"/>
                                  </a:cubicBezTo>
                                  <a:cubicBezTo>
                                    <a:pt x="524" y="466"/>
                                    <a:pt x="524" y="467"/>
                                    <a:pt x="523" y="467"/>
                                  </a:cubicBezTo>
                                  <a:cubicBezTo>
                                    <a:pt x="523" y="467"/>
                                    <a:pt x="523" y="467"/>
                                    <a:pt x="523" y="467"/>
                                  </a:cubicBezTo>
                                  <a:cubicBezTo>
                                    <a:pt x="522" y="467"/>
                                    <a:pt x="521" y="467"/>
                                    <a:pt x="521" y="468"/>
                                  </a:cubicBezTo>
                                  <a:cubicBezTo>
                                    <a:pt x="521" y="469"/>
                                    <a:pt x="521" y="470"/>
                                    <a:pt x="521" y="471"/>
                                  </a:cubicBezTo>
                                  <a:cubicBezTo>
                                    <a:pt x="520" y="470"/>
                                    <a:pt x="521" y="469"/>
                                    <a:pt x="521" y="468"/>
                                  </a:cubicBezTo>
                                  <a:cubicBezTo>
                                    <a:pt x="520" y="468"/>
                                    <a:pt x="520" y="469"/>
                                    <a:pt x="520" y="469"/>
                                  </a:cubicBezTo>
                                  <a:cubicBezTo>
                                    <a:pt x="520" y="468"/>
                                    <a:pt x="520" y="467"/>
                                    <a:pt x="521" y="467"/>
                                  </a:cubicBezTo>
                                  <a:cubicBezTo>
                                    <a:pt x="522" y="466"/>
                                    <a:pt x="522" y="466"/>
                                    <a:pt x="522" y="465"/>
                                  </a:cubicBezTo>
                                  <a:cubicBezTo>
                                    <a:pt x="522" y="464"/>
                                    <a:pt x="522" y="463"/>
                                    <a:pt x="523" y="463"/>
                                  </a:cubicBezTo>
                                  <a:cubicBezTo>
                                    <a:pt x="524" y="463"/>
                                    <a:pt x="523" y="462"/>
                                    <a:pt x="524" y="461"/>
                                  </a:cubicBezTo>
                                  <a:cubicBezTo>
                                    <a:pt x="524" y="461"/>
                                    <a:pt x="523" y="460"/>
                                    <a:pt x="523" y="460"/>
                                  </a:cubicBezTo>
                                  <a:cubicBezTo>
                                    <a:pt x="522" y="460"/>
                                    <a:pt x="522" y="461"/>
                                    <a:pt x="521" y="461"/>
                                  </a:cubicBezTo>
                                  <a:cubicBezTo>
                                    <a:pt x="521" y="461"/>
                                    <a:pt x="521" y="462"/>
                                    <a:pt x="521" y="462"/>
                                  </a:cubicBezTo>
                                  <a:cubicBezTo>
                                    <a:pt x="521" y="463"/>
                                    <a:pt x="521" y="464"/>
                                    <a:pt x="520" y="464"/>
                                  </a:cubicBezTo>
                                  <a:cubicBezTo>
                                    <a:pt x="520" y="462"/>
                                    <a:pt x="520" y="462"/>
                                    <a:pt x="518" y="462"/>
                                  </a:cubicBezTo>
                                  <a:cubicBezTo>
                                    <a:pt x="518" y="462"/>
                                    <a:pt x="517" y="462"/>
                                    <a:pt x="517" y="462"/>
                                  </a:cubicBezTo>
                                  <a:cubicBezTo>
                                    <a:pt x="517" y="462"/>
                                    <a:pt x="517" y="462"/>
                                    <a:pt x="517" y="462"/>
                                  </a:cubicBezTo>
                                  <a:cubicBezTo>
                                    <a:pt x="517" y="462"/>
                                    <a:pt x="517" y="460"/>
                                    <a:pt x="516" y="461"/>
                                  </a:cubicBezTo>
                                  <a:cubicBezTo>
                                    <a:pt x="516" y="461"/>
                                    <a:pt x="516" y="461"/>
                                    <a:pt x="516" y="461"/>
                                  </a:cubicBezTo>
                                  <a:cubicBezTo>
                                    <a:pt x="516" y="461"/>
                                    <a:pt x="515" y="461"/>
                                    <a:pt x="515" y="461"/>
                                  </a:cubicBezTo>
                                  <a:cubicBezTo>
                                    <a:pt x="515" y="460"/>
                                    <a:pt x="515" y="461"/>
                                    <a:pt x="516" y="461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7" y="459"/>
                                    <a:pt x="517" y="458"/>
                                    <a:pt x="516" y="458"/>
                                  </a:cubicBezTo>
                                  <a:cubicBezTo>
                                    <a:pt x="516" y="457"/>
                                    <a:pt x="516" y="457"/>
                                    <a:pt x="516" y="457"/>
                                  </a:cubicBezTo>
                                  <a:cubicBezTo>
                                    <a:pt x="516" y="456"/>
                                    <a:pt x="516" y="455"/>
                                    <a:pt x="515" y="455"/>
                                  </a:cubicBezTo>
                                  <a:cubicBezTo>
                                    <a:pt x="516" y="454"/>
                                    <a:pt x="515" y="453"/>
                                    <a:pt x="514" y="453"/>
                                  </a:cubicBezTo>
                                  <a:cubicBezTo>
                                    <a:pt x="514" y="453"/>
                                    <a:pt x="514" y="453"/>
                                    <a:pt x="513" y="452"/>
                                  </a:cubicBezTo>
                                  <a:cubicBezTo>
                                    <a:pt x="512" y="451"/>
                                    <a:pt x="512" y="451"/>
                                    <a:pt x="511" y="452"/>
                                  </a:cubicBezTo>
                                  <a:cubicBezTo>
                                    <a:pt x="511" y="452"/>
                                    <a:pt x="511" y="452"/>
                                    <a:pt x="511" y="452"/>
                                  </a:cubicBezTo>
                                  <a:cubicBezTo>
                                    <a:pt x="510" y="452"/>
                                    <a:pt x="510" y="453"/>
                                    <a:pt x="510" y="453"/>
                                  </a:cubicBezTo>
                                  <a:cubicBezTo>
                                    <a:pt x="510" y="453"/>
                                    <a:pt x="510" y="453"/>
                                    <a:pt x="510" y="453"/>
                                  </a:cubicBezTo>
                                  <a:cubicBezTo>
                                    <a:pt x="510" y="453"/>
                                    <a:pt x="510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4"/>
                                    <a:pt x="509" y="454"/>
                                  </a:cubicBezTo>
                                  <a:cubicBezTo>
                                    <a:pt x="508" y="453"/>
                                    <a:pt x="509" y="453"/>
                                    <a:pt x="509" y="453"/>
                                  </a:cubicBezTo>
                                  <a:cubicBezTo>
                                    <a:pt x="510" y="452"/>
                                    <a:pt x="510" y="452"/>
                                    <a:pt x="509" y="451"/>
                                  </a:cubicBezTo>
                                  <a:cubicBezTo>
                                    <a:pt x="510" y="451"/>
                                    <a:pt x="510" y="450"/>
                                    <a:pt x="511" y="449"/>
                                  </a:cubicBezTo>
                                  <a:cubicBezTo>
                                    <a:pt x="512" y="449"/>
                                    <a:pt x="512" y="449"/>
                                    <a:pt x="511" y="448"/>
                                  </a:cubicBezTo>
                                  <a:cubicBezTo>
                                    <a:pt x="510" y="447"/>
                                    <a:pt x="509" y="447"/>
                                    <a:pt x="509" y="448"/>
                                  </a:cubicBezTo>
                                  <a:cubicBezTo>
                                    <a:pt x="509" y="449"/>
                                    <a:pt x="509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49"/>
                                    <a:pt x="507" y="448"/>
                                    <a:pt x="506" y="448"/>
                                  </a:cubicBezTo>
                                  <a:cubicBezTo>
                                    <a:pt x="505" y="448"/>
                                    <a:pt x="505" y="449"/>
                                    <a:pt x="505" y="449"/>
                                  </a:cubicBezTo>
                                  <a:cubicBezTo>
                                    <a:pt x="505" y="450"/>
                                    <a:pt x="505" y="450"/>
                                    <a:pt x="505" y="450"/>
                                  </a:cubicBezTo>
                                  <a:cubicBezTo>
                                    <a:pt x="505" y="450"/>
                                    <a:pt x="505" y="450"/>
                                    <a:pt x="505" y="450"/>
                                  </a:cubicBezTo>
                                  <a:cubicBezTo>
                                    <a:pt x="504" y="451"/>
                                    <a:pt x="504" y="451"/>
                                    <a:pt x="504" y="452"/>
                                  </a:cubicBezTo>
                                  <a:cubicBezTo>
                                    <a:pt x="504" y="452"/>
                                    <a:pt x="503" y="452"/>
                                    <a:pt x="503" y="452"/>
                                  </a:cubicBezTo>
                                  <a:cubicBezTo>
                                    <a:pt x="503" y="452"/>
                                    <a:pt x="503" y="452"/>
                                    <a:pt x="503" y="452"/>
                                  </a:cubicBezTo>
                                  <a:cubicBezTo>
                                    <a:pt x="504" y="451"/>
                                    <a:pt x="504" y="449"/>
                                    <a:pt x="503" y="448"/>
                                  </a:cubicBezTo>
                                  <a:cubicBezTo>
                                    <a:pt x="502" y="449"/>
                                    <a:pt x="501" y="449"/>
                                    <a:pt x="501" y="450"/>
                                  </a:cubicBezTo>
                                  <a:cubicBezTo>
                                    <a:pt x="501" y="450"/>
                                    <a:pt x="501" y="449"/>
                                    <a:pt x="501" y="449"/>
                                  </a:cubicBezTo>
                                  <a:cubicBezTo>
                                    <a:pt x="501" y="449"/>
                                    <a:pt x="501" y="449"/>
                                    <a:pt x="501" y="449"/>
                                  </a:cubicBezTo>
                                  <a:cubicBezTo>
                                    <a:pt x="501" y="449"/>
                                    <a:pt x="501" y="449"/>
                                    <a:pt x="501" y="449"/>
                                  </a:cubicBezTo>
                                  <a:cubicBezTo>
                                    <a:pt x="501" y="448"/>
                                    <a:pt x="502" y="448"/>
                                    <a:pt x="501" y="447"/>
                                  </a:cubicBezTo>
                                  <a:cubicBezTo>
                                    <a:pt x="501" y="446"/>
                                    <a:pt x="501" y="446"/>
                                    <a:pt x="500" y="445"/>
                                  </a:cubicBezTo>
                                  <a:cubicBezTo>
                                    <a:pt x="499" y="445"/>
                                    <a:pt x="499" y="446"/>
                                    <a:pt x="498" y="446"/>
                                  </a:cubicBezTo>
                                  <a:cubicBezTo>
                                    <a:pt x="498" y="446"/>
                                    <a:pt x="498" y="446"/>
                                    <a:pt x="498" y="446"/>
                                  </a:cubicBezTo>
                                  <a:cubicBezTo>
                                    <a:pt x="498" y="446"/>
                                    <a:pt x="498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5"/>
                                  </a:cubicBezTo>
                                  <a:cubicBezTo>
                                    <a:pt x="498" y="445"/>
                                    <a:pt x="498" y="444"/>
                                    <a:pt x="497" y="444"/>
                                  </a:cubicBezTo>
                                  <a:cubicBezTo>
                                    <a:pt x="496" y="443"/>
                                    <a:pt x="495" y="443"/>
                                    <a:pt x="495" y="445"/>
                                  </a:cubicBezTo>
                                  <a:cubicBezTo>
                                    <a:pt x="495" y="445"/>
                                    <a:pt x="495" y="445"/>
                                    <a:pt x="495" y="445"/>
                                  </a:cubicBezTo>
                                  <a:cubicBezTo>
                                    <a:pt x="494" y="444"/>
                                    <a:pt x="494" y="444"/>
                                    <a:pt x="494" y="444"/>
                                  </a:cubicBezTo>
                                  <a:cubicBezTo>
                                    <a:pt x="494" y="444"/>
                                    <a:pt x="494" y="444"/>
                                    <a:pt x="494" y="444"/>
                                  </a:cubicBezTo>
                                  <a:cubicBezTo>
                                    <a:pt x="495" y="443"/>
                                    <a:pt x="495" y="443"/>
                                    <a:pt x="495" y="442"/>
                                  </a:cubicBezTo>
                                  <a:cubicBezTo>
                                    <a:pt x="496" y="442"/>
                                    <a:pt x="495" y="442"/>
                                    <a:pt x="495" y="442"/>
                                  </a:cubicBezTo>
                                  <a:cubicBezTo>
                                    <a:pt x="495" y="442"/>
                                    <a:pt x="495" y="442"/>
                                    <a:pt x="495" y="442"/>
                                  </a:cubicBezTo>
                                  <a:cubicBezTo>
                                    <a:pt x="495" y="442"/>
                                    <a:pt x="495" y="442"/>
                                    <a:pt x="495" y="442"/>
                                  </a:cubicBezTo>
                                  <a:cubicBezTo>
                                    <a:pt x="494" y="441"/>
                                    <a:pt x="494" y="442"/>
                                    <a:pt x="493" y="442"/>
                                  </a:cubicBezTo>
                                  <a:cubicBezTo>
                                    <a:pt x="493" y="442"/>
                                    <a:pt x="493" y="442"/>
                                    <a:pt x="493" y="442"/>
                                  </a:cubicBezTo>
                                  <a:cubicBezTo>
                                    <a:pt x="493" y="443"/>
                                    <a:pt x="493" y="443"/>
                                    <a:pt x="493" y="443"/>
                                  </a:cubicBezTo>
                                  <a:cubicBezTo>
                                    <a:pt x="492" y="442"/>
                                    <a:pt x="492" y="442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2"/>
                                    <a:pt x="492" y="442"/>
                                    <a:pt x="493" y="442"/>
                                  </a:cubicBezTo>
                                  <a:cubicBezTo>
                                    <a:pt x="493" y="441"/>
                                    <a:pt x="494" y="441"/>
                                    <a:pt x="494" y="441"/>
                                  </a:cubicBezTo>
                                  <a:cubicBezTo>
                                    <a:pt x="495" y="441"/>
                                    <a:pt x="496" y="441"/>
                                    <a:pt x="497" y="441"/>
                                  </a:cubicBezTo>
                                  <a:cubicBezTo>
                                    <a:pt x="497" y="441"/>
                                    <a:pt x="498" y="441"/>
                                    <a:pt x="498" y="440"/>
                                  </a:cubicBezTo>
                                  <a:cubicBezTo>
                                    <a:pt x="497" y="440"/>
                                    <a:pt x="496" y="439"/>
                                    <a:pt x="496" y="440"/>
                                  </a:cubicBezTo>
                                  <a:cubicBezTo>
                                    <a:pt x="494" y="442"/>
                                    <a:pt x="495" y="439"/>
                                    <a:pt x="494" y="439"/>
                                  </a:cubicBezTo>
                                  <a:cubicBezTo>
                                    <a:pt x="494" y="439"/>
                                    <a:pt x="493" y="439"/>
                                    <a:pt x="493" y="439"/>
                                  </a:cubicBezTo>
                                  <a:cubicBezTo>
                                    <a:pt x="493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39"/>
                                    <a:pt x="492" y="439"/>
                                    <a:pt x="492" y="439"/>
                                  </a:cubicBezTo>
                                  <a:cubicBezTo>
                                    <a:pt x="493" y="439"/>
                                    <a:pt x="493" y="439"/>
                                    <a:pt x="493" y="438"/>
                                  </a:cubicBezTo>
                                  <a:cubicBezTo>
                                    <a:pt x="493" y="438"/>
                                    <a:pt x="492" y="438"/>
                                    <a:pt x="492" y="438"/>
                                  </a:cubicBezTo>
                                  <a:cubicBezTo>
                                    <a:pt x="491" y="438"/>
                                    <a:pt x="491" y="439"/>
                                    <a:pt x="490" y="438"/>
                                  </a:cubicBezTo>
                                  <a:cubicBezTo>
                                    <a:pt x="490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8" y="438"/>
                                    <a:pt x="488" y="438"/>
                                  </a:cubicBezTo>
                                  <a:cubicBezTo>
                                    <a:pt x="487" y="437"/>
                                    <a:pt x="486" y="438"/>
                                    <a:pt x="485" y="438"/>
                                  </a:cubicBezTo>
                                  <a:cubicBezTo>
                                    <a:pt x="486" y="437"/>
                                    <a:pt x="486" y="438"/>
                                    <a:pt x="486" y="437"/>
                                  </a:cubicBezTo>
                                  <a:cubicBezTo>
                                    <a:pt x="486" y="436"/>
                                    <a:pt x="485" y="436"/>
                                    <a:pt x="485" y="437"/>
                                  </a:cubicBezTo>
                                  <a:cubicBezTo>
                                    <a:pt x="485" y="437"/>
                                    <a:pt x="485" y="437"/>
                                    <a:pt x="484" y="437"/>
                                  </a:cubicBezTo>
                                  <a:cubicBezTo>
                                    <a:pt x="484" y="437"/>
                                    <a:pt x="485" y="436"/>
                                    <a:pt x="485" y="436"/>
                                  </a:cubicBezTo>
                                  <a:cubicBezTo>
                                    <a:pt x="485" y="436"/>
                                    <a:pt x="486" y="436"/>
                                    <a:pt x="486" y="436"/>
                                  </a:cubicBezTo>
                                  <a:cubicBezTo>
                                    <a:pt x="487" y="437"/>
                                    <a:pt x="488" y="436"/>
                                    <a:pt x="489" y="436"/>
                                  </a:cubicBezTo>
                                  <a:cubicBezTo>
                                    <a:pt x="488" y="434"/>
                                    <a:pt x="486" y="435"/>
                                    <a:pt x="485" y="435"/>
                                  </a:cubicBezTo>
                                  <a:cubicBezTo>
                                    <a:pt x="485" y="435"/>
                                    <a:pt x="485" y="435"/>
                                    <a:pt x="485" y="435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4" y="434"/>
                                    <a:pt x="484" y="434"/>
                                  </a:cubicBezTo>
                                  <a:cubicBezTo>
                                    <a:pt x="484" y="433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6" y="434"/>
                                    <a:pt x="486" y="433"/>
                                    <a:pt x="486" y="433"/>
                                  </a:cubicBezTo>
                                  <a:cubicBezTo>
                                    <a:pt x="488" y="433"/>
                                    <a:pt x="489" y="433"/>
                                    <a:pt x="490" y="434"/>
                                  </a:cubicBezTo>
                                  <a:cubicBezTo>
                                    <a:pt x="490" y="434"/>
                                    <a:pt x="491" y="434"/>
                                    <a:pt x="491" y="434"/>
                                  </a:cubicBezTo>
                                  <a:cubicBezTo>
                                    <a:pt x="489" y="433"/>
                                    <a:pt x="488" y="432"/>
                                    <a:pt x="487" y="432"/>
                                  </a:cubicBezTo>
                                  <a:cubicBezTo>
                                    <a:pt x="487" y="431"/>
                                    <a:pt x="488" y="432"/>
                                    <a:pt x="488" y="432"/>
                                  </a:cubicBezTo>
                                  <a:cubicBezTo>
                                    <a:pt x="489" y="432"/>
                                    <a:pt x="489" y="432"/>
                                    <a:pt x="490" y="432"/>
                                  </a:cubicBezTo>
                                  <a:cubicBezTo>
                                    <a:pt x="490" y="431"/>
                                    <a:pt x="489" y="431"/>
                                    <a:pt x="489" y="431"/>
                                  </a:cubicBezTo>
                                  <a:cubicBezTo>
                                    <a:pt x="489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1" y="430"/>
                                    <a:pt x="491" y="429"/>
                                  </a:cubicBezTo>
                                  <a:cubicBezTo>
                                    <a:pt x="490" y="428"/>
                                    <a:pt x="489" y="427"/>
                                    <a:pt x="488" y="427"/>
                                  </a:cubicBezTo>
                                  <a:cubicBezTo>
                                    <a:pt x="487" y="427"/>
                                    <a:pt x="487" y="427"/>
                                    <a:pt x="487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7" y="426"/>
                                    <a:pt x="487" y="426"/>
                                  </a:cubicBezTo>
                                  <a:cubicBezTo>
                                    <a:pt x="487" y="426"/>
                                    <a:pt x="487" y="426"/>
                                    <a:pt x="487" y="426"/>
                                  </a:cubicBezTo>
                                  <a:cubicBezTo>
                                    <a:pt x="487" y="426"/>
                                    <a:pt x="487" y="426"/>
                                    <a:pt x="487" y="426"/>
                                  </a:cubicBezTo>
                                  <a:cubicBezTo>
                                    <a:pt x="488" y="425"/>
                                    <a:pt x="489" y="426"/>
                                    <a:pt x="489" y="425"/>
                                  </a:cubicBezTo>
                                  <a:cubicBezTo>
                                    <a:pt x="489" y="425"/>
                                    <a:pt x="489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1" y="426"/>
                                  </a:cubicBezTo>
                                  <a:cubicBezTo>
                                    <a:pt x="492" y="426"/>
                                    <a:pt x="493" y="427"/>
                                    <a:pt x="494" y="426"/>
                                  </a:cubicBezTo>
                                  <a:cubicBezTo>
                                    <a:pt x="495" y="426"/>
                                    <a:pt x="496" y="426"/>
                                    <a:pt x="497" y="427"/>
                                  </a:cubicBezTo>
                                  <a:cubicBezTo>
                                    <a:pt x="498" y="427"/>
                                    <a:pt x="498" y="427"/>
                                    <a:pt x="499" y="426"/>
                                  </a:cubicBezTo>
                                  <a:cubicBezTo>
                                    <a:pt x="499" y="425"/>
                                    <a:pt x="499" y="425"/>
                                    <a:pt x="498" y="424"/>
                                  </a:cubicBezTo>
                                  <a:cubicBezTo>
                                    <a:pt x="497" y="422"/>
                                    <a:pt x="495" y="420"/>
                                    <a:pt x="492" y="421"/>
                                  </a:cubicBezTo>
                                  <a:cubicBezTo>
                                    <a:pt x="490" y="421"/>
                                    <a:pt x="489" y="420"/>
                                    <a:pt x="487" y="419"/>
                                  </a:cubicBezTo>
                                  <a:cubicBezTo>
                                    <a:pt x="486" y="418"/>
                                    <a:pt x="485" y="418"/>
                                    <a:pt x="484" y="419"/>
                                  </a:cubicBezTo>
                                  <a:cubicBezTo>
                                    <a:pt x="482" y="420"/>
                                    <a:pt x="481" y="421"/>
                                    <a:pt x="479" y="420"/>
                                  </a:cubicBezTo>
                                  <a:cubicBezTo>
                                    <a:pt x="479" y="420"/>
                                    <a:pt x="479" y="420"/>
                                    <a:pt x="479" y="420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2" y="420"/>
                                    <a:pt x="483" y="419"/>
                                    <a:pt x="484" y="418"/>
                                  </a:cubicBezTo>
                                  <a:cubicBezTo>
                                    <a:pt x="484" y="418"/>
                                    <a:pt x="485" y="417"/>
                                    <a:pt x="486" y="417"/>
                                  </a:cubicBezTo>
                                  <a:cubicBezTo>
                                    <a:pt x="487" y="418"/>
                                    <a:pt x="488" y="417"/>
                                    <a:pt x="489" y="416"/>
                                  </a:cubicBezTo>
                                  <a:cubicBezTo>
                                    <a:pt x="490" y="415"/>
                                    <a:pt x="491" y="414"/>
                                    <a:pt x="492" y="415"/>
                                  </a:cubicBezTo>
                                  <a:cubicBezTo>
                                    <a:pt x="493" y="416"/>
                                    <a:pt x="494" y="416"/>
                                    <a:pt x="495" y="416"/>
                                  </a:cubicBezTo>
                                  <a:cubicBezTo>
                                    <a:pt x="495" y="416"/>
                                    <a:pt x="496" y="416"/>
                                    <a:pt x="495" y="415"/>
                                  </a:cubicBezTo>
                                  <a:cubicBezTo>
                                    <a:pt x="495" y="414"/>
                                    <a:pt x="495" y="412"/>
                                    <a:pt x="495" y="411"/>
                                  </a:cubicBezTo>
                                  <a:cubicBezTo>
                                    <a:pt x="494" y="409"/>
                                    <a:pt x="492" y="407"/>
                                    <a:pt x="491" y="406"/>
                                  </a:cubicBezTo>
                                  <a:cubicBezTo>
                                    <a:pt x="490" y="404"/>
                                    <a:pt x="489" y="404"/>
                                    <a:pt x="488" y="406"/>
                                  </a:cubicBezTo>
                                  <a:cubicBezTo>
                                    <a:pt x="488" y="406"/>
                                    <a:pt x="487" y="407"/>
                                    <a:pt x="488" y="408"/>
                                  </a:cubicBezTo>
                                  <a:cubicBezTo>
                                    <a:pt x="489" y="408"/>
                                    <a:pt x="488" y="409"/>
                                    <a:pt x="488" y="409"/>
                                  </a:cubicBezTo>
                                  <a:cubicBezTo>
                                    <a:pt x="487" y="409"/>
                                    <a:pt x="487" y="409"/>
                                    <a:pt x="486" y="410"/>
                                  </a:cubicBezTo>
                                  <a:cubicBezTo>
                                    <a:pt x="486" y="411"/>
                                    <a:pt x="485" y="412"/>
                                    <a:pt x="483" y="412"/>
                                  </a:cubicBezTo>
                                  <a:cubicBezTo>
                                    <a:pt x="483" y="412"/>
                                    <a:pt x="483" y="412"/>
                                    <a:pt x="483" y="412"/>
                                  </a:cubicBezTo>
                                  <a:cubicBezTo>
                                    <a:pt x="482" y="412"/>
                                    <a:pt x="482" y="413"/>
                                    <a:pt x="481" y="414"/>
                                  </a:cubicBezTo>
                                  <a:cubicBezTo>
                                    <a:pt x="481" y="415"/>
                                    <a:pt x="480" y="415"/>
                                    <a:pt x="479" y="414"/>
                                  </a:cubicBezTo>
                                  <a:cubicBezTo>
                                    <a:pt x="479" y="414"/>
                                    <a:pt x="478" y="414"/>
                                    <a:pt x="478" y="415"/>
                                  </a:cubicBezTo>
                                  <a:cubicBezTo>
                                    <a:pt x="478" y="415"/>
                                    <a:pt x="478" y="415"/>
                                    <a:pt x="478" y="415"/>
                                  </a:cubicBezTo>
                                  <a:cubicBezTo>
                                    <a:pt x="477" y="416"/>
                                    <a:pt x="477" y="417"/>
                                    <a:pt x="476" y="418"/>
                                  </a:cubicBezTo>
                                  <a:cubicBezTo>
                                    <a:pt x="476" y="418"/>
                                    <a:pt x="476" y="418"/>
                                    <a:pt x="476" y="418"/>
                                  </a:cubicBezTo>
                                  <a:cubicBezTo>
                                    <a:pt x="477" y="416"/>
                                    <a:pt x="477" y="415"/>
                                    <a:pt x="478" y="413"/>
                                  </a:cubicBezTo>
                                  <a:cubicBezTo>
                                    <a:pt x="478" y="413"/>
                                    <a:pt x="478" y="413"/>
                                    <a:pt x="478" y="413"/>
                                  </a:cubicBezTo>
                                  <a:cubicBezTo>
                                    <a:pt x="479" y="413"/>
                                    <a:pt x="479" y="413"/>
                                    <a:pt x="479" y="413"/>
                                  </a:cubicBezTo>
                                  <a:cubicBezTo>
                                    <a:pt x="479" y="413"/>
                                    <a:pt x="479" y="413"/>
                                    <a:pt x="479" y="413"/>
                                  </a:cubicBezTo>
                                  <a:cubicBezTo>
                                    <a:pt x="480" y="414"/>
                                    <a:pt x="480" y="414"/>
                                    <a:pt x="480" y="413"/>
                                  </a:cubicBezTo>
                                  <a:cubicBezTo>
                                    <a:pt x="481" y="412"/>
                                    <a:pt x="482" y="411"/>
                                    <a:pt x="484" y="410"/>
                                  </a:cubicBezTo>
                                  <a:cubicBezTo>
                                    <a:pt x="484" y="410"/>
                                    <a:pt x="485" y="409"/>
                                    <a:pt x="484" y="409"/>
                                  </a:cubicBezTo>
                                  <a:cubicBezTo>
                                    <a:pt x="484" y="409"/>
                                    <a:pt x="484" y="409"/>
                                    <a:pt x="484" y="409"/>
                                  </a:cubicBezTo>
                                  <a:cubicBezTo>
                                    <a:pt x="484" y="409"/>
                                    <a:pt x="484" y="409"/>
                                    <a:pt x="484" y="409"/>
                                  </a:cubicBezTo>
                                  <a:cubicBezTo>
                                    <a:pt x="485" y="409"/>
                                    <a:pt x="485" y="408"/>
                                    <a:pt x="485" y="408"/>
                                  </a:cubicBezTo>
                                  <a:cubicBezTo>
                                    <a:pt x="485" y="408"/>
                                    <a:pt x="486" y="407"/>
                                    <a:pt x="485" y="407"/>
                                  </a:cubicBezTo>
                                  <a:cubicBezTo>
                                    <a:pt x="485" y="406"/>
                                    <a:pt x="484" y="406"/>
                                    <a:pt x="484" y="406"/>
                                  </a:cubicBezTo>
                                  <a:cubicBezTo>
                                    <a:pt x="483" y="407"/>
                                    <a:pt x="482" y="407"/>
                                    <a:pt x="481" y="407"/>
                                  </a:cubicBezTo>
                                  <a:cubicBezTo>
                                    <a:pt x="480" y="407"/>
                                    <a:pt x="479" y="407"/>
                                    <a:pt x="478" y="408"/>
                                  </a:cubicBezTo>
                                  <a:cubicBezTo>
                                    <a:pt x="478" y="408"/>
                                    <a:pt x="478" y="408"/>
                                    <a:pt x="478" y="408"/>
                                  </a:cubicBezTo>
                                  <a:cubicBezTo>
                                    <a:pt x="478" y="409"/>
                                    <a:pt x="478" y="409"/>
                                    <a:pt x="478" y="410"/>
                                  </a:cubicBezTo>
                                  <a:cubicBezTo>
                                    <a:pt x="478" y="411"/>
                                    <a:pt x="478" y="411"/>
                                    <a:pt x="477" y="411"/>
                                  </a:cubicBezTo>
                                  <a:cubicBezTo>
                                    <a:pt x="476" y="411"/>
                                    <a:pt x="476" y="412"/>
                                    <a:pt x="475" y="413"/>
                                  </a:cubicBezTo>
                                  <a:cubicBezTo>
                                    <a:pt x="475" y="413"/>
                                    <a:pt x="475" y="413"/>
                                    <a:pt x="475" y="413"/>
                                  </a:cubicBezTo>
                                  <a:cubicBezTo>
                                    <a:pt x="475" y="413"/>
                                    <a:pt x="474" y="413"/>
                                    <a:pt x="474" y="414"/>
                                  </a:cubicBezTo>
                                  <a:cubicBezTo>
                                    <a:pt x="474" y="414"/>
                                    <a:pt x="474" y="414"/>
                                    <a:pt x="474" y="414"/>
                                  </a:cubicBezTo>
                                  <a:cubicBezTo>
                                    <a:pt x="474" y="414"/>
                                    <a:pt x="474" y="414"/>
                                    <a:pt x="474" y="414"/>
                                  </a:cubicBezTo>
                                  <a:cubicBezTo>
                                    <a:pt x="474" y="413"/>
                                    <a:pt x="474" y="413"/>
                                    <a:pt x="474" y="413"/>
                                  </a:cubicBezTo>
                                  <a:cubicBezTo>
                                    <a:pt x="475" y="412"/>
                                    <a:pt x="475" y="410"/>
                                    <a:pt x="477" y="411"/>
                                  </a:cubicBezTo>
                                  <a:cubicBezTo>
                                    <a:pt x="477" y="411"/>
                                    <a:pt x="477" y="410"/>
                                    <a:pt x="477" y="410"/>
                                  </a:cubicBezTo>
                                  <a:cubicBezTo>
                                    <a:pt x="477" y="410"/>
                                    <a:pt x="477" y="409"/>
                                    <a:pt x="476" y="409"/>
                                  </a:cubicBezTo>
                                  <a:cubicBezTo>
                                    <a:pt x="476" y="409"/>
                                    <a:pt x="478" y="409"/>
                                    <a:pt x="477" y="407"/>
                                  </a:cubicBezTo>
                                  <a:cubicBezTo>
                                    <a:pt x="478" y="407"/>
                                    <a:pt x="479" y="406"/>
                                    <a:pt x="480" y="406"/>
                                  </a:cubicBezTo>
                                  <a:cubicBezTo>
                                    <a:pt x="480" y="406"/>
                                    <a:pt x="480" y="406"/>
                                    <a:pt x="480" y="406"/>
                                  </a:cubicBezTo>
                                  <a:cubicBezTo>
                                    <a:pt x="481" y="405"/>
                                    <a:pt x="482" y="405"/>
                                    <a:pt x="482" y="405"/>
                                  </a:cubicBezTo>
                                  <a:cubicBezTo>
                                    <a:pt x="484" y="405"/>
                                    <a:pt x="486" y="404"/>
                                    <a:pt x="486" y="402"/>
                                  </a:cubicBezTo>
                                  <a:cubicBezTo>
                                    <a:pt x="486" y="402"/>
                                    <a:pt x="486" y="402"/>
                                    <a:pt x="486" y="402"/>
                                  </a:cubicBezTo>
                                  <a:cubicBezTo>
                                    <a:pt x="486" y="402"/>
                                    <a:pt x="486" y="402"/>
                                    <a:pt x="486" y="402"/>
                                  </a:cubicBezTo>
                                  <a:cubicBezTo>
                                    <a:pt x="486" y="403"/>
                                    <a:pt x="486" y="403"/>
                                    <a:pt x="487" y="403"/>
                                  </a:cubicBezTo>
                                  <a:cubicBezTo>
                                    <a:pt x="488" y="401"/>
                                    <a:pt x="488" y="399"/>
                                    <a:pt x="486" y="398"/>
                                  </a:cubicBezTo>
                                  <a:cubicBezTo>
                                    <a:pt x="484" y="397"/>
                                    <a:pt x="483" y="397"/>
                                    <a:pt x="482" y="395"/>
                                  </a:cubicBezTo>
                                  <a:cubicBezTo>
                                    <a:pt x="481" y="395"/>
                                    <a:pt x="480" y="395"/>
                                    <a:pt x="479" y="395"/>
                                  </a:cubicBezTo>
                                  <a:cubicBezTo>
                                    <a:pt x="479" y="397"/>
                                    <a:pt x="477" y="397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5" y="398"/>
                                    <a:pt x="475" y="398"/>
                                    <a:pt x="474" y="398"/>
                                  </a:cubicBezTo>
                                  <a:cubicBezTo>
                                    <a:pt x="474" y="398"/>
                                    <a:pt x="474" y="398"/>
                                    <a:pt x="474" y="398"/>
                                  </a:cubicBezTo>
                                  <a:cubicBezTo>
                                    <a:pt x="474" y="398"/>
                                    <a:pt x="474" y="398"/>
                                    <a:pt x="474" y="398"/>
                                  </a:cubicBezTo>
                                  <a:cubicBezTo>
                                    <a:pt x="473" y="399"/>
                                    <a:pt x="474" y="399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1"/>
                                    <a:pt x="474" y="401"/>
                                    <a:pt x="473" y="401"/>
                                  </a:cubicBezTo>
                                  <a:cubicBezTo>
                                    <a:pt x="473" y="401"/>
                                    <a:pt x="473" y="401"/>
                                    <a:pt x="473" y="401"/>
                                  </a:cubicBezTo>
                                  <a:cubicBezTo>
                                    <a:pt x="474" y="400"/>
                                    <a:pt x="473" y="400"/>
                                    <a:pt x="473" y="399"/>
                                  </a:cubicBezTo>
                                  <a:cubicBezTo>
                                    <a:pt x="473" y="399"/>
                                    <a:pt x="473" y="398"/>
                                    <a:pt x="474" y="398"/>
                                  </a:cubicBezTo>
                                  <a:cubicBezTo>
                                    <a:pt x="476" y="397"/>
                                    <a:pt x="477" y="396"/>
                                    <a:pt x="477" y="394"/>
                                  </a:cubicBezTo>
                                  <a:cubicBezTo>
                                    <a:pt x="478" y="394"/>
                                    <a:pt x="478" y="394"/>
                                    <a:pt x="478" y="393"/>
                                  </a:cubicBezTo>
                                  <a:cubicBezTo>
                                    <a:pt x="477" y="393"/>
                                    <a:pt x="476" y="393"/>
                                    <a:pt x="476" y="394"/>
                                  </a:cubicBezTo>
                                  <a:cubicBezTo>
                                    <a:pt x="476" y="394"/>
                                    <a:pt x="476" y="394"/>
                                    <a:pt x="476" y="394"/>
                                  </a:cubicBezTo>
                                  <a:cubicBezTo>
                                    <a:pt x="476" y="394"/>
                                    <a:pt x="475" y="394"/>
                                    <a:pt x="474" y="395"/>
                                  </a:cubicBezTo>
                                  <a:cubicBezTo>
                                    <a:pt x="473" y="395"/>
                                    <a:pt x="471" y="397"/>
                                    <a:pt x="470" y="398"/>
                                  </a:cubicBezTo>
                                  <a:cubicBezTo>
                                    <a:pt x="469" y="400"/>
                                    <a:pt x="468" y="402"/>
                                    <a:pt x="469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7" y="405"/>
                                    <a:pt x="467" y="405"/>
                                    <a:pt x="467" y="404"/>
                                  </a:cubicBezTo>
                                  <a:cubicBezTo>
                                    <a:pt x="467" y="404"/>
                                    <a:pt x="467" y="404"/>
                                    <a:pt x="467" y="404"/>
                                  </a:cubicBezTo>
                                  <a:cubicBezTo>
                                    <a:pt x="468" y="403"/>
                                    <a:pt x="468" y="402"/>
                                    <a:pt x="468" y="401"/>
                                  </a:cubicBezTo>
                                  <a:cubicBezTo>
                                    <a:pt x="469" y="400"/>
                                    <a:pt x="468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6" y="399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399"/>
                                    <a:pt x="466" y="399"/>
                                    <a:pt x="466" y="398"/>
                                  </a:cubicBez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ubicBezTo>
                                    <a:pt x="466" y="398"/>
                                    <a:pt x="467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8" y="399"/>
                                    <a:pt x="468" y="399"/>
                                    <a:pt x="469" y="398"/>
                                  </a:cubicBezTo>
                                  <a:cubicBezTo>
                                    <a:pt x="470" y="396"/>
                                    <a:pt x="471" y="395"/>
                                    <a:pt x="472" y="393"/>
                                  </a:cubicBezTo>
                                  <a:cubicBezTo>
                                    <a:pt x="473" y="392"/>
                                    <a:pt x="473" y="390"/>
                                    <a:pt x="472" y="389"/>
                                  </a:cubicBezTo>
                                  <a:cubicBezTo>
                                    <a:pt x="471" y="388"/>
                                    <a:pt x="471" y="388"/>
                                    <a:pt x="470" y="389"/>
                                  </a:cubicBezTo>
                                  <a:cubicBezTo>
                                    <a:pt x="470" y="389"/>
                                    <a:pt x="469" y="389"/>
                                    <a:pt x="469" y="390"/>
                                  </a:cubicBezTo>
                                  <a:cubicBezTo>
                                    <a:pt x="468" y="390"/>
                                    <a:pt x="468" y="392"/>
                                    <a:pt x="469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7" y="392"/>
                                    <a:pt x="466" y="393"/>
                                    <a:pt x="466" y="393"/>
                                  </a:cubicBezTo>
                                  <a:cubicBezTo>
                                    <a:pt x="465" y="393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3"/>
                                    <a:pt x="465" y="392"/>
                                    <a:pt x="466" y="392"/>
                                  </a:cubicBezTo>
                                  <a:cubicBezTo>
                                    <a:pt x="467" y="392"/>
                                    <a:pt x="467" y="391"/>
                                    <a:pt x="467" y="391"/>
                                  </a:cubicBezTo>
                                  <a:cubicBezTo>
                                    <a:pt x="467" y="390"/>
                                    <a:pt x="467" y="390"/>
                                    <a:pt x="466" y="390"/>
                                  </a:cubicBezTo>
                                  <a:cubicBezTo>
                                    <a:pt x="466" y="390"/>
                                    <a:pt x="465" y="390"/>
                                    <a:pt x="465" y="390"/>
                                  </a:cubicBezTo>
                                  <a:cubicBezTo>
                                    <a:pt x="465" y="390"/>
                                    <a:pt x="465" y="390"/>
                                    <a:pt x="465" y="390"/>
                                  </a:cubicBezTo>
                                  <a:cubicBezTo>
                                    <a:pt x="463" y="389"/>
                                    <a:pt x="462" y="389"/>
                                    <a:pt x="463" y="391"/>
                                  </a:cubicBezTo>
                                  <a:cubicBezTo>
                                    <a:pt x="463" y="391"/>
                                    <a:pt x="462" y="391"/>
                                    <a:pt x="462" y="392"/>
                                  </a:cubicBezTo>
                                  <a:cubicBezTo>
                                    <a:pt x="462" y="392"/>
                                    <a:pt x="462" y="392"/>
                                    <a:pt x="462" y="392"/>
                                  </a:cubicBezTo>
                                  <a:cubicBezTo>
                                    <a:pt x="462" y="392"/>
                                    <a:pt x="462" y="392"/>
                                    <a:pt x="462" y="392"/>
                                  </a:cubicBezTo>
                                  <a:cubicBezTo>
                                    <a:pt x="461" y="392"/>
                                    <a:pt x="461" y="392"/>
                                    <a:pt x="461" y="392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2"/>
                                    <a:pt x="462" y="391"/>
                                    <a:pt x="462" y="390"/>
                                  </a:cubicBezTo>
                                  <a:cubicBezTo>
                                    <a:pt x="463" y="388"/>
                                    <a:pt x="463" y="388"/>
                                    <a:pt x="465" y="388"/>
                                  </a:cubicBezTo>
                                  <a:cubicBezTo>
                                    <a:pt x="465" y="388"/>
                                    <a:pt x="465" y="388"/>
                                    <a:pt x="465" y="388"/>
                                  </a:cubicBezTo>
                                  <a:cubicBezTo>
                                    <a:pt x="465" y="388"/>
                                    <a:pt x="465" y="388"/>
                                    <a:pt x="465" y="388"/>
                                  </a:cubicBezTo>
                                  <a:cubicBezTo>
                                    <a:pt x="466" y="389"/>
                                    <a:pt x="466" y="389"/>
                                    <a:pt x="467" y="387"/>
                                  </a:cubicBezTo>
                                  <a:cubicBezTo>
                                    <a:pt x="467" y="387"/>
                                    <a:pt x="467" y="387"/>
                                    <a:pt x="467" y="387"/>
                                  </a:cubicBezTo>
                                  <a:cubicBezTo>
                                    <a:pt x="468" y="386"/>
                                    <a:pt x="469" y="386"/>
                                    <a:pt x="468" y="385"/>
                                  </a:cubicBezTo>
                                  <a:cubicBezTo>
                                    <a:pt x="468" y="383"/>
                                    <a:pt x="467" y="380"/>
                                    <a:pt x="464" y="379"/>
                                  </a:cubicBezTo>
                                  <a:cubicBezTo>
                                    <a:pt x="463" y="379"/>
                                    <a:pt x="461" y="378"/>
                                    <a:pt x="460" y="377"/>
                                  </a:cubicBezTo>
                                  <a:cubicBezTo>
                                    <a:pt x="459" y="376"/>
                                    <a:pt x="459" y="377"/>
                                    <a:pt x="459" y="378"/>
                                  </a:cubicBezTo>
                                  <a:cubicBezTo>
                                    <a:pt x="459" y="379"/>
                                    <a:pt x="458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6" y="379"/>
                                    <a:pt x="456" y="380"/>
                                  </a:cubicBezTo>
                                  <a:cubicBezTo>
                                    <a:pt x="456" y="380"/>
                                    <a:pt x="456" y="381"/>
                                    <a:pt x="455" y="381"/>
                                  </a:cubicBezTo>
                                  <a:cubicBezTo>
                                    <a:pt x="455" y="381"/>
                                    <a:pt x="455" y="380"/>
                                    <a:pt x="455" y="380"/>
                                  </a:cubicBezTo>
                                  <a:cubicBezTo>
                                    <a:pt x="456" y="380"/>
                                    <a:pt x="456" y="379"/>
                                    <a:pt x="455" y="379"/>
                                  </a:cubicBezTo>
                                  <a:cubicBezTo>
                                    <a:pt x="454" y="379"/>
                                    <a:pt x="454" y="379"/>
                                    <a:pt x="454" y="380"/>
                                  </a:cubicBezTo>
                                  <a:cubicBezTo>
                                    <a:pt x="454" y="380"/>
                                    <a:pt x="454" y="381"/>
                                    <a:pt x="454" y="381"/>
                                  </a:cubicBezTo>
                                  <a:cubicBezTo>
                                    <a:pt x="454" y="382"/>
                                    <a:pt x="454" y="382"/>
                                    <a:pt x="454" y="382"/>
                                  </a:cubicBezTo>
                                  <a:cubicBezTo>
                                    <a:pt x="454" y="383"/>
                                    <a:pt x="453" y="383"/>
                                    <a:pt x="453" y="384"/>
                                  </a:cubicBezTo>
                                  <a:cubicBezTo>
                                    <a:pt x="452" y="385"/>
                                    <a:pt x="452" y="386"/>
                                    <a:pt x="452" y="387"/>
                                  </a:cubicBezTo>
                                  <a:cubicBezTo>
                                    <a:pt x="452" y="387"/>
                                    <a:pt x="452" y="387"/>
                                    <a:pt x="452" y="387"/>
                                  </a:cubicBezTo>
                                  <a:cubicBezTo>
                                    <a:pt x="452" y="388"/>
                                    <a:pt x="452" y="388"/>
                                    <a:pt x="452" y="389"/>
                                  </a:cubicBezTo>
                                  <a:cubicBezTo>
                                    <a:pt x="452" y="389"/>
                                    <a:pt x="452" y="389"/>
                                    <a:pt x="452" y="389"/>
                                  </a:cubicBezTo>
                                  <a:cubicBezTo>
                                    <a:pt x="452" y="389"/>
                                    <a:pt x="452" y="389"/>
                                    <a:pt x="452" y="389"/>
                                  </a:cubicBezTo>
                                  <a:cubicBezTo>
                                    <a:pt x="451" y="389"/>
                                    <a:pt x="451" y="389"/>
                                    <a:pt x="451" y="389"/>
                                  </a:cubicBezTo>
                                  <a:cubicBezTo>
                                    <a:pt x="451" y="388"/>
                                    <a:pt x="451" y="388"/>
                                    <a:pt x="451" y="387"/>
                                  </a:cubicBezTo>
                                  <a:cubicBezTo>
                                    <a:pt x="452" y="386"/>
                                    <a:pt x="451" y="385"/>
                                    <a:pt x="452" y="384"/>
                                  </a:cubicBezTo>
                                  <a:cubicBezTo>
                                    <a:pt x="453" y="383"/>
                                    <a:pt x="453" y="383"/>
                                    <a:pt x="452" y="382"/>
                                  </a:cubicBezTo>
                                  <a:cubicBezTo>
                                    <a:pt x="452" y="381"/>
                                    <a:pt x="452" y="380"/>
                                    <a:pt x="452" y="379"/>
                                  </a:cubicBezTo>
                                  <a:cubicBezTo>
                                    <a:pt x="452" y="379"/>
                                    <a:pt x="452" y="378"/>
                                    <a:pt x="452" y="378"/>
                                  </a:cubicBezTo>
                                  <a:cubicBezTo>
                                    <a:pt x="451" y="378"/>
                                    <a:pt x="451" y="378"/>
                                    <a:pt x="451" y="379"/>
                                  </a:cubicBezTo>
                                  <a:cubicBezTo>
                                    <a:pt x="450" y="379"/>
                                    <a:pt x="450" y="380"/>
                                    <a:pt x="450" y="381"/>
                                  </a:cubicBezTo>
                                  <a:cubicBezTo>
                                    <a:pt x="449" y="380"/>
                                    <a:pt x="450" y="380"/>
                                    <a:pt x="450" y="379"/>
                                  </a:cubicBezTo>
                                  <a:cubicBezTo>
                                    <a:pt x="450" y="379"/>
                                    <a:pt x="450" y="379"/>
                                    <a:pt x="450" y="379"/>
                                  </a:cubicBezTo>
                                  <a:cubicBezTo>
                                    <a:pt x="450" y="379"/>
                                    <a:pt x="450" y="379"/>
                                    <a:pt x="450" y="379"/>
                                  </a:cubicBezTo>
                                  <a:cubicBezTo>
                                    <a:pt x="450" y="377"/>
                                    <a:pt x="451" y="376"/>
                                    <a:pt x="452" y="375"/>
                                  </a:cubicBezTo>
                                  <a:cubicBezTo>
                                    <a:pt x="451" y="374"/>
                                    <a:pt x="449" y="374"/>
                                    <a:pt x="449" y="376"/>
                                  </a:cubicBezTo>
                                  <a:cubicBezTo>
                                    <a:pt x="448" y="374"/>
                                    <a:pt x="448" y="375"/>
                                    <a:pt x="447" y="376"/>
                                  </a:cubicBezTo>
                                  <a:cubicBezTo>
                                    <a:pt x="447" y="376"/>
                                    <a:pt x="447" y="376"/>
                                    <a:pt x="446" y="377"/>
                                  </a:cubicBezTo>
                                  <a:cubicBezTo>
                                    <a:pt x="445" y="377"/>
                                    <a:pt x="446" y="378"/>
                                    <a:pt x="445" y="379"/>
                                  </a:cubicBezTo>
                                  <a:cubicBezTo>
                                    <a:pt x="444" y="379"/>
                                    <a:pt x="444" y="381"/>
                                    <a:pt x="445" y="382"/>
                                  </a:cubicBezTo>
                                  <a:cubicBezTo>
                                    <a:pt x="445" y="382"/>
                                    <a:pt x="445" y="382"/>
                                    <a:pt x="445" y="382"/>
                                  </a:cubicBezTo>
                                  <a:cubicBezTo>
                                    <a:pt x="445" y="382"/>
                                    <a:pt x="445" y="382"/>
                                    <a:pt x="445" y="383"/>
                                  </a:cubicBezTo>
                                  <a:cubicBezTo>
                                    <a:pt x="445" y="383"/>
                                    <a:pt x="445" y="383"/>
                                    <a:pt x="445" y="383"/>
                                  </a:cubicBezTo>
                                  <a:cubicBezTo>
                                    <a:pt x="445" y="383"/>
                                    <a:pt x="445" y="383"/>
                                    <a:pt x="445" y="383"/>
                                  </a:cubicBezTo>
                                  <a:cubicBezTo>
                                    <a:pt x="444" y="384"/>
                                    <a:pt x="444" y="385"/>
                                    <a:pt x="443" y="386"/>
                                  </a:cubicBezTo>
                                  <a:cubicBezTo>
                                    <a:pt x="443" y="386"/>
                                    <a:pt x="442" y="386"/>
                                    <a:pt x="443" y="386"/>
                                  </a:cubicBezTo>
                                  <a:cubicBezTo>
                                    <a:pt x="443" y="385"/>
                                    <a:pt x="444" y="384"/>
                                    <a:pt x="444" y="383"/>
                                  </a:cubicBezTo>
                                  <a:cubicBezTo>
                                    <a:pt x="445" y="382"/>
                                    <a:pt x="445" y="382"/>
                                    <a:pt x="444" y="381"/>
                                  </a:cubicBezTo>
                                  <a:cubicBezTo>
                                    <a:pt x="444" y="381"/>
                                    <a:pt x="444" y="381"/>
                                    <a:pt x="444" y="381"/>
                                  </a:cubicBezTo>
                                  <a:cubicBezTo>
                                    <a:pt x="444" y="381"/>
                                    <a:pt x="443" y="381"/>
                                    <a:pt x="443" y="381"/>
                                  </a:cubicBezTo>
                                  <a:cubicBezTo>
                                    <a:pt x="444" y="380"/>
                                    <a:pt x="445" y="379"/>
                                    <a:pt x="443" y="379"/>
                                  </a:cubicBezTo>
                                  <a:cubicBezTo>
                                    <a:pt x="443" y="379"/>
                                    <a:pt x="443" y="379"/>
                                    <a:pt x="444" y="379"/>
                                  </a:cubicBezTo>
                                  <a:cubicBezTo>
                                    <a:pt x="444" y="378"/>
                                    <a:pt x="445" y="378"/>
                                    <a:pt x="445" y="377"/>
                                  </a:cubicBezTo>
                                  <a:cubicBezTo>
                                    <a:pt x="445" y="377"/>
                                    <a:pt x="445" y="376"/>
                                    <a:pt x="445" y="376"/>
                                  </a:cubicBezTo>
                                  <a:cubicBezTo>
                                    <a:pt x="444" y="376"/>
                                    <a:pt x="444" y="376"/>
                                    <a:pt x="444" y="376"/>
                                  </a:cubicBezTo>
                                  <a:cubicBezTo>
                                    <a:pt x="443" y="378"/>
                                    <a:pt x="442" y="378"/>
                                    <a:pt x="441" y="379"/>
                                  </a:cubicBezTo>
                                  <a:cubicBezTo>
                                    <a:pt x="441" y="379"/>
                                    <a:pt x="441" y="379"/>
                                    <a:pt x="441" y="379"/>
                                  </a:cubicBezTo>
                                  <a:cubicBezTo>
                                    <a:pt x="441" y="379"/>
                                    <a:pt x="441" y="379"/>
                                    <a:pt x="440" y="379"/>
                                  </a:cubicBezTo>
                                  <a:cubicBezTo>
                                    <a:pt x="440" y="379"/>
                                    <a:pt x="440" y="379"/>
                                    <a:pt x="440" y="379"/>
                                  </a:cubicBezTo>
                                  <a:cubicBezTo>
                                    <a:pt x="440" y="379"/>
                                    <a:pt x="441" y="379"/>
                                    <a:pt x="441" y="378"/>
                                  </a:cubicBezTo>
                                  <a:cubicBezTo>
                                    <a:pt x="441" y="378"/>
                                    <a:pt x="441" y="378"/>
                                    <a:pt x="441" y="378"/>
                                  </a:cubicBezTo>
                                  <a:cubicBezTo>
                                    <a:pt x="442" y="378"/>
                                    <a:pt x="442" y="377"/>
                                    <a:pt x="443" y="377"/>
                                  </a:cubicBezTo>
                                  <a:cubicBezTo>
                                    <a:pt x="444" y="376"/>
                                    <a:pt x="443" y="376"/>
                                    <a:pt x="443" y="376"/>
                                  </a:cubicBezTo>
                                  <a:cubicBezTo>
                                    <a:pt x="442" y="375"/>
                                    <a:pt x="441" y="376"/>
                                    <a:pt x="441" y="376"/>
                                  </a:cubicBezTo>
                                  <a:cubicBezTo>
                                    <a:pt x="441" y="376"/>
                                    <a:pt x="442" y="375"/>
                                    <a:pt x="442" y="375"/>
                                  </a:cubicBezTo>
                                  <a:cubicBezTo>
                                    <a:pt x="443" y="375"/>
                                    <a:pt x="443" y="376"/>
                                    <a:pt x="443" y="375"/>
                                  </a:cubicBezTo>
                                  <a:cubicBezTo>
                                    <a:pt x="445" y="374"/>
                                    <a:pt x="446" y="373"/>
                                    <a:pt x="448" y="373"/>
                                  </a:cubicBezTo>
                                  <a:cubicBezTo>
                                    <a:pt x="448" y="373"/>
                                    <a:pt x="448" y="372"/>
                                    <a:pt x="448" y="372"/>
                                  </a:cubicBezTo>
                                  <a:cubicBezTo>
                                    <a:pt x="448" y="371"/>
                                    <a:pt x="449" y="370"/>
                                    <a:pt x="448" y="369"/>
                                  </a:cubicBezTo>
                                  <a:cubicBezTo>
                                    <a:pt x="448" y="369"/>
                                    <a:pt x="448" y="369"/>
                                    <a:pt x="448" y="369"/>
                                  </a:cubicBezTo>
                                  <a:cubicBezTo>
                                    <a:pt x="448" y="368"/>
                                    <a:pt x="448" y="367"/>
                                    <a:pt x="447" y="367"/>
                                  </a:cubicBezTo>
                                  <a:cubicBezTo>
                                    <a:pt x="446" y="367"/>
                                    <a:pt x="445" y="367"/>
                                    <a:pt x="444" y="367"/>
                                  </a:cubicBezTo>
                                  <a:cubicBezTo>
                                    <a:pt x="443" y="366"/>
                                    <a:pt x="442" y="367"/>
                                    <a:pt x="442" y="368"/>
                                  </a:cubicBezTo>
                                  <a:cubicBezTo>
                                    <a:pt x="442" y="368"/>
                                    <a:pt x="442" y="368"/>
                                    <a:pt x="442" y="368"/>
                                  </a:cubicBezTo>
                                  <a:cubicBezTo>
                                    <a:pt x="442" y="368"/>
                                    <a:pt x="442" y="368"/>
                                    <a:pt x="442" y="368"/>
                                  </a:cubicBezTo>
                                  <a:cubicBezTo>
                                    <a:pt x="441" y="368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0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2" y="366"/>
                                    <a:pt x="442" y="366"/>
                                    <a:pt x="442" y="365"/>
                                  </a:cubicBezTo>
                                  <a:cubicBezTo>
                                    <a:pt x="443" y="364"/>
                                    <a:pt x="444" y="364"/>
                                    <a:pt x="443" y="363"/>
                                  </a:cubicBezTo>
                                  <a:cubicBezTo>
                                    <a:pt x="443" y="363"/>
                                    <a:pt x="443" y="363"/>
                                    <a:pt x="443" y="363"/>
                                  </a:cubicBezTo>
                                  <a:cubicBezTo>
                                    <a:pt x="442" y="362"/>
                                    <a:pt x="442" y="362"/>
                                    <a:pt x="442" y="362"/>
                                  </a:cubicBezTo>
                                  <a:cubicBezTo>
                                    <a:pt x="442" y="359"/>
                                    <a:pt x="441" y="358"/>
                                    <a:pt x="438" y="357"/>
                                  </a:cubicBezTo>
                                  <a:cubicBezTo>
                                    <a:pt x="436" y="356"/>
                                    <a:pt x="436" y="356"/>
                                    <a:pt x="436" y="358"/>
                                  </a:cubicBezTo>
                                  <a:cubicBezTo>
                                    <a:pt x="436" y="359"/>
                                    <a:pt x="436" y="359"/>
                                    <a:pt x="436" y="360"/>
                                  </a:cubicBezTo>
                                  <a:cubicBezTo>
                                    <a:pt x="436" y="360"/>
                                    <a:pt x="436" y="360"/>
                                    <a:pt x="436" y="360"/>
                                  </a:cubicBezTo>
                                  <a:cubicBezTo>
                                    <a:pt x="436" y="360"/>
                                    <a:pt x="436" y="360"/>
                                    <a:pt x="435" y="360"/>
                                  </a:cubicBezTo>
                                  <a:cubicBezTo>
                                    <a:pt x="435" y="358"/>
                                    <a:pt x="434" y="360"/>
                                    <a:pt x="433" y="360"/>
                                  </a:cubicBezTo>
                                  <a:cubicBezTo>
                                    <a:pt x="434" y="360"/>
                                    <a:pt x="434" y="359"/>
                                    <a:pt x="434" y="359"/>
                                  </a:cubicBezTo>
                                  <a:cubicBezTo>
                                    <a:pt x="435" y="359"/>
                                    <a:pt x="436" y="359"/>
                                    <a:pt x="435" y="358"/>
                                  </a:cubicBezTo>
                                  <a:cubicBezTo>
                                    <a:pt x="435" y="357"/>
                                    <a:pt x="435" y="356"/>
                                    <a:pt x="434" y="356"/>
                                  </a:cubicBezTo>
                                  <a:cubicBezTo>
                                    <a:pt x="433" y="355"/>
                                    <a:pt x="432" y="355"/>
                                    <a:pt x="431" y="353"/>
                                  </a:cubicBezTo>
                                  <a:cubicBezTo>
                                    <a:pt x="430" y="353"/>
                                    <a:pt x="429" y="352"/>
                                    <a:pt x="428" y="352"/>
                                  </a:cubicBezTo>
                                  <a:cubicBezTo>
                                    <a:pt x="428" y="352"/>
                                    <a:pt x="427" y="352"/>
                                    <a:pt x="427" y="352"/>
                                  </a:cubicBezTo>
                                  <a:cubicBezTo>
                                    <a:pt x="427" y="352"/>
                                    <a:pt x="427" y="352"/>
                                    <a:pt x="427" y="352"/>
                                  </a:cubicBezTo>
                                  <a:cubicBezTo>
                                    <a:pt x="426" y="352"/>
                                    <a:pt x="425" y="353"/>
                                    <a:pt x="424" y="353"/>
                                  </a:cubicBezTo>
                                  <a:cubicBezTo>
                                    <a:pt x="422" y="354"/>
                                    <a:pt x="421" y="355"/>
                                    <a:pt x="420" y="356"/>
                                  </a:cubicBezTo>
                                  <a:cubicBezTo>
                                    <a:pt x="418" y="358"/>
                                    <a:pt x="418" y="360"/>
                                    <a:pt x="420" y="361"/>
                                  </a:cubicBezTo>
                                  <a:cubicBezTo>
                                    <a:pt x="420" y="361"/>
                                    <a:pt x="420" y="361"/>
                                    <a:pt x="420" y="361"/>
                                  </a:cubicBezTo>
                                  <a:cubicBezTo>
                                    <a:pt x="422" y="362"/>
                                    <a:pt x="424" y="364"/>
                                    <a:pt x="427" y="365"/>
                                  </a:cubicBezTo>
                                  <a:cubicBezTo>
                                    <a:pt x="426" y="365"/>
                                    <a:pt x="425" y="365"/>
                                    <a:pt x="425" y="365"/>
                                  </a:cubicBezTo>
                                  <a:cubicBezTo>
                                    <a:pt x="424" y="364"/>
                                    <a:pt x="423" y="363"/>
                                    <a:pt x="422" y="363"/>
                                  </a:cubicBezTo>
                                  <a:cubicBezTo>
                                    <a:pt x="421" y="363"/>
                                    <a:pt x="421" y="363"/>
                                    <a:pt x="420" y="362"/>
                                  </a:cubicBezTo>
                                  <a:cubicBezTo>
                                    <a:pt x="420" y="362"/>
                                    <a:pt x="419" y="362"/>
                                    <a:pt x="419" y="361"/>
                                  </a:cubicBezTo>
                                  <a:cubicBezTo>
                                    <a:pt x="419" y="361"/>
                                    <a:pt x="419" y="361"/>
                                    <a:pt x="419" y="361"/>
                                  </a:cubicBezTo>
                                  <a:cubicBezTo>
                                    <a:pt x="419" y="361"/>
                                    <a:pt x="419" y="361"/>
                                    <a:pt x="419" y="361"/>
                                  </a:cubicBezTo>
                                  <a:cubicBezTo>
                                    <a:pt x="418" y="362"/>
                                    <a:pt x="417" y="363"/>
                                    <a:pt x="417" y="365"/>
                                  </a:cubicBezTo>
                                  <a:cubicBezTo>
                                    <a:pt x="416" y="366"/>
                                    <a:pt x="417" y="367"/>
                                    <a:pt x="416" y="368"/>
                                  </a:cubicBezTo>
                                  <a:cubicBezTo>
                                    <a:pt x="416" y="368"/>
                                    <a:pt x="416" y="368"/>
                                    <a:pt x="416" y="368"/>
                                  </a:cubicBezTo>
                                  <a:cubicBezTo>
                                    <a:pt x="416" y="368"/>
                                    <a:pt x="416" y="368"/>
                                    <a:pt x="416" y="368"/>
                                  </a:cubicBezTo>
                                  <a:cubicBezTo>
                                    <a:pt x="416" y="369"/>
                                    <a:pt x="417" y="370"/>
                                    <a:pt x="418" y="370"/>
                                  </a:cubicBezTo>
                                  <a:cubicBezTo>
                                    <a:pt x="419" y="371"/>
                                    <a:pt x="419" y="371"/>
                                    <a:pt x="418" y="372"/>
                                  </a:cubicBezTo>
                                  <a:cubicBezTo>
                                    <a:pt x="418" y="371"/>
                                    <a:pt x="417" y="370"/>
                                    <a:pt x="416" y="370"/>
                                  </a:cubicBezTo>
                                  <a:cubicBezTo>
                                    <a:pt x="415" y="370"/>
                                    <a:pt x="415" y="369"/>
                                    <a:pt x="415" y="368"/>
                                  </a:cubicBezTo>
                                  <a:cubicBezTo>
                                    <a:pt x="416" y="367"/>
                                    <a:pt x="416" y="365"/>
                                    <a:pt x="416" y="363"/>
                                  </a:cubicBezTo>
                                  <a:cubicBezTo>
                                    <a:pt x="416" y="362"/>
                                    <a:pt x="415" y="361"/>
                                    <a:pt x="414" y="361"/>
                                  </a:cubicBezTo>
                                  <a:cubicBezTo>
                                    <a:pt x="414" y="361"/>
                                    <a:pt x="413" y="362"/>
                                    <a:pt x="413" y="362"/>
                                  </a:cubicBezTo>
                                  <a:cubicBezTo>
                                    <a:pt x="413" y="363"/>
                                    <a:pt x="412" y="363"/>
                                    <a:pt x="411" y="364"/>
                                  </a:cubicBezTo>
                                  <a:cubicBezTo>
                                    <a:pt x="411" y="364"/>
                                    <a:pt x="411" y="363"/>
                                    <a:pt x="411" y="363"/>
                                  </a:cubicBezTo>
                                  <a:cubicBezTo>
                                    <a:pt x="411" y="363"/>
                                    <a:pt x="411" y="363"/>
                                    <a:pt x="411" y="363"/>
                                  </a:cubicBezTo>
                                  <a:cubicBezTo>
                                    <a:pt x="412" y="363"/>
                                    <a:pt x="412" y="362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0"/>
                                    <a:pt x="411" y="359"/>
                                    <a:pt x="411" y="358"/>
                                  </a:cubicBezTo>
                                  <a:cubicBezTo>
                                    <a:pt x="411" y="358"/>
                                    <a:pt x="411" y="358"/>
                                    <a:pt x="411" y="358"/>
                                  </a:cubicBezTo>
                                  <a:cubicBezTo>
                                    <a:pt x="411" y="358"/>
                                    <a:pt x="411" y="358"/>
                                    <a:pt x="411" y="358"/>
                                  </a:cubicBezTo>
                                  <a:cubicBezTo>
                                    <a:pt x="410" y="359"/>
                                    <a:pt x="410" y="359"/>
                                    <a:pt x="410" y="360"/>
                                  </a:cubicBezTo>
                                  <a:cubicBezTo>
                                    <a:pt x="409" y="360"/>
                                    <a:pt x="410" y="359"/>
                                    <a:pt x="409" y="359"/>
                                  </a:cubicBezTo>
                                  <a:cubicBezTo>
                                    <a:pt x="409" y="359"/>
                                    <a:pt x="409" y="360"/>
                                    <a:pt x="409" y="361"/>
                                  </a:cubicBezTo>
                                  <a:cubicBezTo>
                                    <a:pt x="409" y="361"/>
                                    <a:pt x="409" y="361"/>
                                    <a:pt x="409" y="361"/>
                                  </a:cubicBezTo>
                                  <a:cubicBezTo>
                                    <a:pt x="408" y="361"/>
                                    <a:pt x="408" y="362"/>
                                    <a:pt x="408" y="362"/>
                                  </a:cubicBezTo>
                                  <a:cubicBezTo>
                                    <a:pt x="409" y="364"/>
                                    <a:pt x="409" y="365"/>
                                    <a:pt x="411" y="366"/>
                                  </a:cubicBezTo>
                                  <a:cubicBezTo>
                                    <a:pt x="409" y="366"/>
                                    <a:pt x="409" y="364"/>
                                    <a:pt x="408" y="363"/>
                                  </a:cubicBezTo>
                                  <a:cubicBezTo>
                                    <a:pt x="407" y="363"/>
                                    <a:pt x="407" y="364"/>
                                    <a:pt x="407" y="364"/>
                                  </a:cubicBezTo>
                                  <a:cubicBezTo>
                                    <a:pt x="407" y="365"/>
                                    <a:pt x="407" y="365"/>
                                    <a:pt x="407" y="365"/>
                                  </a:cubicBezTo>
                                  <a:cubicBezTo>
                                    <a:pt x="405" y="365"/>
                                    <a:pt x="406" y="366"/>
                                    <a:pt x="406" y="366"/>
                                  </a:cubicBezTo>
                                  <a:cubicBezTo>
                                    <a:pt x="407" y="367"/>
                                    <a:pt x="407" y="368"/>
                                    <a:pt x="407" y="368"/>
                                  </a:cubicBezTo>
                                  <a:cubicBezTo>
                                    <a:pt x="406" y="368"/>
                                    <a:pt x="405" y="369"/>
                                    <a:pt x="405" y="369"/>
                                  </a:cubicBezTo>
                                  <a:cubicBezTo>
                                    <a:pt x="404" y="370"/>
                                    <a:pt x="404" y="371"/>
                                    <a:pt x="403" y="371"/>
                                  </a:cubicBezTo>
                                  <a:cubicBezTo>
                                    <a:pt x="404" y="368"/>
                                    <a:pt x="404" y="368"/>
                                    <a:pt x="402" y="368"/>
                                  </a:cubicBezTo>
                                  <a:cubicBezTo>
                                    <a:pt x="403" y="366"/>
                                    <a:pt x="404" y="367"/>
                                    <a:pt x="405" y="368"/>
                                  </a:cubicBezTo>
                                  <a:cubicBezTo>
                                    <a:pt x="405" y="367"/>
                                    <a:pt x="404" y="366"/>
                                    <a:pt x="404" y="366"/>
                                  </a:cubicBezTo>
                                  <a:cubicBezTo>
                                    <a:pt x="403" y="366"/>
                                    <a:pt x="403" y="365"/>
                                    <a:pt x="403" y="365"/>
                                  </a:cubicBezTo>
                                  <a:cubicBezTo>
                                    <a:pt x="404" y="364"/>
                                    <a:pt x="404" y="362"/>
                                    <a:pt x="405" y="361"/>
                                  </a:cubicBezTo>
                                  <a:cubicBezTo>
                                    <a:pt x="406" y="360"/>
                                    <a:pt x="406" y="359"/>
                                    <a:pt x="406" y="358"/>
                                  </a:cubicBezTo>
                                  <a:cubicBezTo>
                                    <a:pt x="406" y="358"/>
                                    <a:pt x="405" y="358"/>
                                    <a:pt x="405" y="358"/>
                                  </a:cubicBezTo>
                                  <a:cubicBezTo>
                                    <a:pt x="404" y="359"/>
                                    <a:pt x="403" y="360"/>
                                    <a:pt x="403" y="361"/>
                                  </a:cubicBezTo>
                                  <a:cubicBezTo>
                                    <a:pt x="402" y="361"/>
                                    <a:pt x="402" y="362"/>
                                    <a:pt x="401" y="363"/>
                                  </a:cubicBezTo>
                                  <a:cubicBezTo>
                                    <a:pt x="401" y="364"/>
                                    <a:pt x="401" y="364"/>
                                    <a:pt x="400" y="363"/>
                                  </a:cubicBezTo>
                                  <a:cubicBezTo>
                                    <a:pt x="401" y="363"/>
                                    <a:pt x="401" y="362"/>
                                    <a:pt x="401" y="362"/>
                                  </a:cubicBezTo>
                                  <a:cubicBezTo>
                                    <a:pt x="402" y="361"/>
                                    <a:pt x="403" y="359"/>
                                    <a:pt x="403" y="358"/>
                                  </a:cubicBezTo>
                                  <a:cubicBezTo>
                                    <a:pt x="404" y="358"/>
                                    <a:pt x="405" y="357"/>
                                    <a:pt x="405" y="356"/>
                                  </a:cubicBezTo>
                                  <a:cubicBezTo>
                                    <a:pt x="406" y="355"/>
                                    <a:pt x="406" y="354"/>
                                    <a:pt x="407" y="353"/>
                                  </a:cubicBezTo>
                                  <a:cubicBezTo>
                                    <a:pt x="407" y="352"/>
                                    <a:pt x="407" y="352"/>
                                    <a:pt x="407" y="351"/>
                                  </a:cubicBezTo>
                                  <a:cubicBezTo>
                                    <a:pt x="406" y="351"/>
                                    <a:pt x="406" y="350"/>
                                    <a:pt x="405" y="349"/>
                                  </a:cubicBezTo>
                                  <a:cubicBezTo>
                                    <a:pt x="405" y="349"/>
                                    <a:pt x="405" y="349"/>
                                    <a:pt x="405" y="349"/>
                                  </a:cubicBezTo>
                                  <a:cubicBezTo>
                                    <a:pt x="405" y="349"/>
                                    <a:pt x="405" y="348"/>
                                    <a:pt x="404" y="348"/>
                                  </a:cubicBezTo>
                                  <a:cubicBezTo>
                                    <a:pt x="404" y="347"/>
                                    <a:pt x="405" y="347"/>
                                    <a:pt x="405" y="347"/>
                                  </a:cubicBezTo>
                                  <a:cubicBezTo>
                                    <a:pt x="406" y="345"/>
                                    <a:pt x="406" y="344"/>
                                    <a:pt x="404" y="343"/>
                                  </a:cubicBezTo>
                                  <a:cubicBezTo>
                                    <a:pt x="404" y="343"/>
                                    <a:pt x="404" y="343"/>
                                    <a:pt x="404" y="343"/>
                                  </a:cubicBezTo>
                                  <a:cubicBezTo>
                                    <a:pt x="404" y="343"/>
                                    <a:pt x="404" y="343"/>
                                    <a:pt x="404" y="343"/>
                                  </a:cubicBezTo>
                                  <a:cubicBezTo>
                                    <a:pt x="403" y="342"/>
                                    <a:pt x="401" y="341"/>
                                    <a:pt x="400" y="340"/>
                                  </a:cubicBezTo>
                                  <a:cubicBezTo>
                                    <a:pt x="400" y="340"/>
                                    <a:pt x="400" y="340"/>
                                    <a:pt x="400" y="340"/>
                                  </a:cubicBezTo>
                                  <a:cubicBezTo>
                                    <a:pt x="401" y="340"/>
                                    <a:pt x="401" y="340"/>
                                    <a:pt x="401" y="339"/>
                                  </a:cubicBezTo>
                                  <a:cubicBezTo>
                                    <a:pt x="401" y="338"/>
                                    <a:pt x="401" y="336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4"/>
                                    <a:pt x="401" y="334"/>
                                    <a:pt x="401" y="334"/>
                                  </a:cubicBezTo>
                                  <a:cubicBezTo>
                                    <a:pt x="400" y="332"/>
                                    <a:pt x="400" y="331"/>
                                    <a:pt x="398" y="330"/>
                                  </a:cubicBezTo>
                                  <a:cubicBezTo>
                                    <a:pt x="398" y="330"/>
                                    <a:pt x="398" y="330"/>
                                    <a:pt x="398" y="330"/>
                                  </a:cubicBezTo>
                                  <a:cubicBezTo>
                                    <a:pt x="398" y="330"/>
                                    <a:pt x="398" y="330"/>
                                    <a:pt x="398" y="330"/>
                                  </a:cubicBezTo>
                                  <a:cubicBezTo>
                                    <a:pt x="396" y="329"/>
                                    <a:pt x="394" y="330"/>
                                    <a:pt x="392" y="330"/>
                                  </a:cubicBezTo>
                                  <a:cubicBezTo>
                                    <a:pt x="391" y="329"/>
                                    <a:pt x="390" y="330"/>
                                    <a:pt x="389" y="331"/>
                                  </a:cubicBezTo>
                                  <a:cubicBezTo>
                                    <a:pt x="388" y="331"/>
                                    <a:pt x="388" y="331"/>
                                    <a:pt x="387" y="332"/>
                                  </a:cubicBezTo>
                                  <a:cubicBezTo>
                                    <a:pt x="387" y="332"/>
                                    <a:pt x="387" y="332"/>
                                    <a:pt x="387" y="332"/>
                                  </a:cubicBezTo>
                                  <a:cubicBezTo>
                                    <a:pt x="386" y="332"/>
                                    <a:pt x="384" y="333"/>
                                    <a:pt x="383" y="334"/>
                                  </a:cubicBezTo>
                                  <a:cubicBezTo>
                                    <a:pt x="382" y="335"/>
                                    <a:pt x="382" y="335"/>
                                    <a:pt x="383" y="335"/>
                                  </a:cubicBezTo>
                                  <a:cubicBezTo>
                                    <a:pt x="384" y="336"/>
                                    <a:pt x="385" y="337"/>
                                    <a:pt x="385" y="339"/>
                                  </a:cubicBezTo>
                                  <a:cubicBezTo>
                                    <a:pt x="385" y="339"/>
                                    <a:pt x="385" y="339"/>
                                    <a:pt x="384" y="340"/>
                                  </a:cubicBezTo>
                                  <a:cubicBezTo>
                                    <a:pt x="384" y="339"/>
                                    <a:pt x="384" y="339"/>
                                    <a:pt x="384" y="338"/>
                                  </a:cubicBezTo>
                                  <a:cubicBezTo>
                                    <a:pt x="384" y="337"/>
                                    <a:pt x="382" y="335"/>
                                    <a:pt x="380" y="336"/>
                                  </a:cubicBezTo>
                                  <a:cubicBezTo>
                                    <a:pt x="380" y="336"/>
                                    <a:pt x="380" y="336"/>
                                    <a:pt x="380" y="336"/>
                                  </a:cubicBezTo>
                                  <a:cubicBezTo>
                                    <a:pt x="380" y="337"/>
                                    <a:pt x="379" y="337"/>
                                    <a:pt x="378" y="337"/>
                                  </a:cubicBezTo>
                                  <a:cubicBezTo>
                                    <a:pt x="378" y="337"/>
                                    <a:pt x="378" y="337"/>
                                    <a:pt x="378" y="337"/>
                                  </a:cubicBezTo>
                                  <a:cubicBezTo>
                                    <a:pt x="378" y="337"/>
                                    <a:pt x="378" y="337"/>
                                    <a:pt x="378" y="337"/>
                                  </a:cubicBezTo>
                                  <a:cubicBezTo>
                                    <a:pt x="378" y="339"/>
                                    <a:pt x="379" y="340"/>
                                    <a:pt x="380" y="341"/>
                                  </a:cubicBezTo>
                                  <a:cubicBezTo>
                                    <a:pt x="380" y="341"/>
                                    <a:pt x="380" y="341"/>
                                    <a:pt x="380" y="341"/>
                                  </a:cubicBezTo>
                                  <a:cubicBezTo>
                                    <a:pt x="380" y="341"/>
                                    <a:pt x="380" y="341"/>
                                    <a:pt x="380" y="341"/>
                                  </a:cubicBezTo>
                                  <a:cubicBezTo>
                                    <a:pt x="379" y="341"/>
                                    <a:pt x="379" y="341"/>
                                    <a:pt x="379" y="341"/>
                                  </a:cubicBezTo>
                                  <a:cubicBezTo>
                                    <a:pt x="379" y="341"/>
                                    <a:pt x="379" y="341"/>
                                    <a:pt x="379" y="341"/>
                                  </a:cubicBezTo>
                                  <a:cubicBezTo>
                                    <a:pt x="378" y="340"/>
                                    <a:pt x="377" y="340"/>
                                    <a:pt x="377" y="339"/>
                                  </a:cubicBezTo>
                                  <a:cubicBezTo>
                                    <a:pt x="377" y="338"/>
                                    <a:pt x="377" y="338"/>
                                    <a:pt x="377" y="338"/>
                                  </a:cubicBezTo>
                                  <a:cubicBezTo>
                                    <a:pt x="376" y="338"/>
                                    <a:pt x="375" y="339"/>
                                    <a:pt x="375" y="340"/>
                                  </a:cubicBezTo>
                                  <a:cubicBezTo>
                                    <a:pt x="374" y="341"/>
                                    <a:pt x="374" y="342"/>
                                    <a:pt x="375" y="342"/>
                                  </a:cubicBezTo>
                                  <a:cubicBezTo>
                                    <a:pt x="376" y="343"/>
                                    <a:pt x="378" y="344"/>
                                    <a:pt x="379" y="344"/>
                                  </a:cubicBezTo>
                                  <a:cubicBezTo>
                                    <a:pt x="380" y="344"/>
                                    <a:pt x="381" y="345"/>
                                    <a:pt x="381" y="345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79" y="345"/>
                                    <a:pt x="377" y="345"/>
                                    <a:pt x="375" y="344"/>
                                  </a:cubicBezTo>
                                  <a:cubicBezTo>
                                    <a:pt x="375" y="344"/>
                                    <a:pt x="375" y="343"/>
                                    <a:pt x="374" y="344"/>
                                  </a:cubicBezTo>
                                  <a:cubicBezTo>
                                    <a:pt x="374" y="344"/>
                                    <a:pt x="374" y="344"/>
                                    <a:pt x="374" y="344"/>
                                  </a:cubicBezTo>
                                  <a:cubicBezTo>
                                    <a:pt x="374" y="345"/>
                                    <a:pt x="374" y="345"/>
                                    <a:pt x="374" y="345"/>
                                  </a:cubicBezTo>
                                  <a:cubicBezTo>
                                    <a:pt x="374" y="346"/>
                                    <a:pt x="373" y="345"/>
                                    <a:pt x="373" y="344"/>
                                  </a:cubicBezTo>
                                  <a:cubicBezTo>
                                    <a:pt x="373" y="344"/>
                                    <a:pt x="373" y="344"/>
                                    <a:pt x="373" y="344"/>
                                  </a:cubicBezTo>
                                  <a:cubicBezTo>
                                    <a:pt x="372" y="344"/>
                                    <a:pt x="372" y="344"/>
                                    <a:pt x="372" y="345"/>
                                  </a:cubicBezTo>
                                  <a:cubicBezTo>
                                    <a:pt x="372" y="345"/>
                                    <a:pt x="372" y="346"/>
                                    <a:pt x="372" y="346"/>
                                  </a:cubicBezTo>
                                  <a:cubicBezTo>
                                    <a:pt x="373" y="346"/>
                                    <a:pt x="374" y="347"/>
                                    <a:pt x="375" y="346"/>
                                  </a:cubicBezTo>
                                  <a:cubicBezTo>
                                    <a:pt x="375" y="346"/>
                                    <a:pt x="375" y="346"/>
                                    <a:pt x="375" y="346"/>
                                  </a:cubicBezTo>
                                  <a:cubicBezTo>
                                    <a:pt x="375" y="348"/>
                                    <a:pt x="377" y="348"/>
                                    <a:pt x="378" y="349"/>
                                  </a:cubicBezTo>
                                  <a:cubicBezTo>
                                    <a:pt x="378" y="350"/>
                                    <a:pt x="378" y="350"/>
                                    <a:pt x="377" y="350"/>
                                  </a:cubicBezTo>
                                  <a:cubicBezTo>
                                    <a:pt x="377" y="350"/>
                                    <a:pt x="377" y="350"/>
                                    <a:pt x="377" y="350"/>
                                  </a:cubicBezTo>
                                  <a:cubicBezTo>
                                    <a:pt x="377" y="350"/>
                                    <a:pt x="377" y="350"/>
                                    <a:pt x="377" y="350"/>
                                  </a:cubicBezTo>
                                  <a:cubicBezTo>
                                    <a:pt x="376" y="349"/>
                                    <a:pt x="375" y="348"/>
                                    <a:pt x="374" y="348"/>
                                  </a:cubicBezTo>
                                  <a:cubicBezTo>
                                    <a:pt x="372" y="347"/>
                                    <a:pt x="371" y="347"/>
                                    <a:pt x="371" y="350"/>
                                  </a:cubicBezTo>
                                  <a:cubicBezTo>
                                    <a:pt x="371" y="351"/>
                                    <a:pt x="371" y="352"/>
                                    <a:pt x="371" y="353"/>
                                  </a:cubicBezTo>
                                  <a:cubicBezTo>
                                    <a:pt x="371" y="353"/>
                                    <a:pt x="371" y="354"/>
                                    <a:pt x="371" y="354"/>
                                  </a:cubicBezTo>
                                  <a:cubicBezTo>
                                    <a:pt x="371" y="354"/>
                                    <a:pt x="371" y="354"/>
                                    <a:pt x="371" y="354"/>
                                  </a:cubicBezTo>
                                  <a:cubicBezTo>
                                    <a:pt x="371" y="355"/>
                                    <a:pt x="370" y="356"/>
                                    <a:pt x="372" y="356"/>
                                  </a:cubicBezTo>
                                  <a:cubicBezTo>
                                    <a:pt x="372" y="356"/>
                                    <a:pt x="372" y="356"/>
                                    <a:pt x="372" y="356"/>
                                  </a:cubicBezTo>
                                  <a:cubicBezTo>
                                    <a:pt x="372" y="356"/>
                                    <a:pt x="372" y="356"/>
                                    <a:pt x="372" y="357"/>
                                  </a:cubicBezTo>
                                  <a:cubicBezTo>
                                    <a:pt x="372" y="357"/>
                                    <a:pt x="371" y="357"/>
                                    <a:pt x="371" y="358"/>
                                  </a:cubicBezTo>
                                  <a:cubicBezTo>
                                    <a:pt x="372" y="360"/>
                                    <a:pt x="373" y="360"/>
                                    <a:pt x="375" y="361"/>
                                  </a:cubicBezTo>
                                  <a:cubicBezTo>
                                    <a:pt x="375" y="361"/>
                                    <a:pt x="375" y="361"/>
                                    <a:pt x="375" y="361"/>
                                  </a:cubicBezTo>
                                  <a:cubicBezTo>
                                    <a:pt x="375" y="361"/>
                                    <a:pt x="375" y="361"/>
                                    <a:pt x="375" y="361"/>
                                  </a:cubicBezTo>
                                  <a:cubicBezTo>
                                    <a:pt x="375" y="362"/>
                                    <a:pt x="376" y="362"/>
                                    <a:pt x="376" y="362"/>
                                  </a:cubicBezTo>
                                  <a:cubicBezTo>
                                    <a:pt x="376" y="362"/>
                                    <a:pt x="376" y="362"/>
                                    <a:pt x="376" y="362"/>
                                  </a:cubicBezTo>
                                  <a:cubicBezTo>
                                    <a:pt x="376" y="362"/>
                                    <a:pt x="376" y="362"/>
                                    <a:pt x="376" y="362"/>
                                  </a:cubicBezTo>
                                  <a:cubicBezTo>
                                    <a:pt x="377" y="364"/>
                                    <a:pt x="378" y="365"/>
                                    <a:pt x="379" y="366"/>
                                  </a:cubicBezTo>
                                  <a:cubicBezTo>
                                    <a:pt x="379" y="366"/>
                                    <a:pt x="379" y="366"/>
                                    <a:pt x="378" y="366"/>
                                  </a:cubicBezTo>
                                  <a:cubicBezTo>
                                    <a:pt x="378" y="366"/>
                                    <a:pt x="378" y="366"/>
                                    <a:pt x="378" y="366"/>
                                  </a:cubicBezTo>
                                  <a:cubicBezTo>
                                    <a:pt x="378" y="366"/>
                                    <a:pt x="377" y="366"/>
                                    <a:pt x="377" y="365"/>
                                  </a:cubicBezTo>
                                  <a:cubicBezTo>
                                    <a:pt x="376" y="364"/>
                                    <a:pt x="375" y="363"/>
                                    <a:pt x="374" y="364"/>
                                  </a:cubicBezTo>
                                  <a:cubicBezTo>
                                    <a:pt x="372" y="364"/>
                                    <a:pt x="372" y="364"/>
                                    <a:pt x="372" y="365"/>
                                  </a:cubicBezTo>
                                  <a:cubicBezTo>
                                    <a:pt x="372" y="366"/>
                                    <a:pt x="372" y="367"/>
                                    <a:pt x="371" y="368"/>
                                  </a:cubicBezTo>
                                  <a:cubicBezTo>
                                    <a:pt x="369" y="369"/>
                                    <a:pt x="369" y="369"/>
                                    <a:pt x="371" y="371"/>
                                  </a:cubicBezTo>
                                  <a:cubicBezTo>
                                    <a:pt x="372" y="372"/>
                                    <a:pt x="373" y="372"/>
                                    <a:pt x="372" y="374"/>
                                  </a:cubicBezTo>
                                  <a:cubicBezTo>
                                    <a:pt x="372" y="374"/>
                                    <a:pt x="372" y="374"/>
                                    <a:pt x="372" y="374"/>
                                  </a:cubicBezTo>
                                  <a:cubicBezTo>
                                    <a:pt x="372" y="375"/>
                                    <a:pt x="373" y="375"/>
                                    <a:pt x="373" y="376"/>
                                  </a:cubicBezTo>
                                  <a:cubicBezTo>
                                    <a:pt x="374" y="376"/>
                                    <a:pt x="375" y="376"/>
                                    <a:pt x="376" y="377"/>
                                  </a:cubicBezTo>
                                  <a:cubicBezTo>
                                    <a:pt x="376" y="377"/>
                                    <a:pt x="376" y="376"/>
                                    <a:pt x="377" y="376"/>
                                  </a:cubicBezTo>
                                  <a:cubicBezTo>
                                    <a:pt x="377" y="376"/>
                                    <a:pt x="379" y="376"/>
                                    <a:pt x="378" y="377"/>
                                  </a:cubicBezTo>
                                  <a:cubicBezTo>
                                    <a:pt x="378" y="378"/>
                                    <a:pt x="379" y="379"/>
                                    <a:pt x="379" y="380"/>
                                  </a:cubicBezTo>
                                  <a:cubicBezTo>
                                    <a:pt x="379" y="380"/>
                                    <a:pt x="379" y="381"/>
                                    <a:pt x="378" y="381"/>
                                  </a:cubicBezTo>
                                  <a:cubicBezTo>
                                    <a:pt x="377" y="381"/>
                                    <a:pt x="377" y="382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6" y="383"/>
                                    <a:pt x="376" y="381"/>
                                    <a:pt x="375" y="381"/>
                                  </a:cubicBezTo>
                                  <a:cubicBezTo>
                                    <a:pt x="374" y="381"/>
                                    <a:pt x="373" y="380"/>
                                    <a:pt x="372" y="379"/>
                                  </a:cubicBezTo>
                                  <a:cubicBezTo>
                                    <a:pt x="370" y="376"/>
                                    <a:pt x="367" y="373"/>
                                    <a:pt x="366" y="370"/>
                                  </a:cubicBezTo>
                                  <a:cubicBezTo>
                                    <a:pt x="366" y="367"/>
                                    <a:pt x="365" y="364"/>
                                    <a:pt x="367" y="361"/>
                                  </a:cubicBezTo>
                                  <a:cubicBezTo>
                                    <a:pt x="367" y="361"/>
                                    <a:pt x="367" y="360"/>
                                    <a:pt x="367" y="359"/>
                                  </a:cubicBezTo>
                                  <a:cubicBezTo>
                                    <a:pt x="366" y="358"/>
                                    <a:pt x="366" y="357"/>
                                    <a:pt x="365" y="356"/>
                                  </a:cubicBezTo>
                                  <a:cubicBezTo>
                                    <a:pt x="364" y="355"/>
                                    <a:pt x="364" y="354"/>
                                    <a:pt x="364" y="352"/>
                                  </a:cubicBezTo>
                                  <a:cubicBezTo>
                                    <a:pt x="364" y="351"/>
                                    <a:pt x="364" y="350"/>
                                    <a:pt x="364" y="350"/>
                                  </a:cubicBezTo>
                                  <a:cubicBezTo>
                                    <a:pt x="365" y="348"/>
                                    <a:pt x="366" y="347"/>
                                    <a:pt x="367" y="345"/>
                                  </a:cubicBezTo>
                                  <a:cubicBezTo>
                                    <a:pt x="367" y="343"/>
                                    <a:pt x="368" y="340"/>
                                    <a:pt x="369" y="338"/>
                                  </a:cubicBezTo>
                                  <a:cubicBezTo>
                                    <a:pt x="369" y="338"/>
                                    <a:pt x="369" y="338"/>
                                    <a:pt x="369" y="338"/>
                                  </a:cubicBezTo>
                                  <a:cubicBezTo>
                                    <a:pt x="369" y="338"/>
                                    <a:pt x="369" y="338"/>
                                    <a:pt x="370" y="337"/>
                                  </a:cubicBezTo>
                                  <a:cubicBezTo>
                                    <a:pt x="371" y="336"/>
                                    <a:pt x="373" y="334"/>
                                    <a:pt x="375" y="332"/>
                                  </a:cubicBezTo>
                                  <a:cubicBezTo>
                                    <a:pt x="375" y="332"/>
                                    <a:pt x="375" y="332"/>
                                    <a:pt x="375" y="332"/>
                                  </a:cubicBezTo>
                                  <a:cubicBezTo>
                                    <a:pt x="375" y="332"/>
                                    <a:pt x="376" y="331"/>
                                    <a:pt x="376" y="331"/>
                                  </a:cubicBezTo>
                                  <a:cubicBezTo>
                                    <a:pt x="377" y="330"/>
                                    <a:pt x="377" y="329"/>
                                    <a:pt x="376" y="329"/>
                                  </a:cubicBezTo>
                                  <a:cubicBezTo>
                                    <a:pt x="376" y="329"/>
                                    <a:pt x="376" y="329"/>
                                    <a:pt x="376" y="329"/>
                                  </a:cubicBezTo>
                                  <a:cubicBezTo>
                                    <a:pt x="375" y="327"/>
                                    <a:pt x="373" y="327"/>
                                    <a:pt x="372" y="327"/>
                                  </a:cubicBezTo>
                                  <a:cubicBezTo>
                                    <a:pt x="371" y="327"/>
                                    <a:pt x="370" y="327"/>
                                    <a:pt x="369" y="327"/>
                                  </a:cubicBezTo>
                                  <a:cubicBezTo>
                                    <a:pt x="369" y="327"/>
                                    <a:pt x="369" y="327"/>
                                    <a:pt x="369" y="327"/>
                                  </a:cubicBezTo>
                                  <a:cubicBezTo>
                                    <a:pt x="369" y="327"/>
                                    <a:pt x="369" y="327"/>
                                    <a:pt x="369" y="327"/>
                                  </a:cubicBezTo>
                                  <a:cubicBezTo>
                                    <a:pt x="366" y="326"/>
                                    <a:pt x="364" y="326"/>
                                    <a:pt x="362" y="328"/>
                                  </a:cubicBezTo>
                                  <a:cubicBezTo>
                                    <a:pt x="362" y="328"/>
                                    <a:pt x="362" y="328"/>
                                    <a:pt x="362" y="328"/>
                                  </a:cubicBezTo>
                                  <a:cubicBezTo>
                                    <a:pt x="361" y="328"/>
                                    <a:pt x="360" y="328"/>
                                    <a:pt x="359" y="329"/>
                                  </a:cubicBezTo>
                                  <a:cubicBezTo>
                                    <a:pt x="357" y="330"/>
                                    <a:pt x="355" y="331"/>
                                    <a:pt x="354" y="333"/>
                                  </a:cubicBezTo>
                                  <a:cubicBezTo>
                                    <a:pt x="353" y="334"/>
                                    <a:pt x="352" y="335"/>
                                    <a:pt x="352" y="336"/>
                                  </a:cubicBezTo>
                                  <a:cubicBezTo>
                                    <a:pt x="350" y="338"/>
                                    <a:pt x="349" y="339"/>
                                    <a:pt x="349" y="342"/>
                                  </a:cubicBezTo>
                                  <a:cubicBezTo>
                                    <a:pt x="349" y="342"/>
                                    <a:pt x="349" y="342"/>
                                    <a:pt x="348" y="342"/>
                                  </a:cubicBezTo>
                                  <a:cubicBezTo>
                                    <a:pt x="348" y="342"/>
                                    <a:pt x="347" y="343"/>
                                    <a:pt x="347" y="344"/>
                                  </a:cubicBezTo>
                                  <a:cubicBezTo>
                                    <a:pt x="347" y="345"/>
                                    <a:pt x="346" y="347"/>
                                    <a:pt x="346" y="349"/>
                                  </a:cubicBezTo>
                                  <a:cubicBezTo>
                                    <a:pt x="347" y="349"/>
                                    <a:pt x="346" y="350"/>
                                    <a:pt x="346" y="350"/>
                                  </a:cubicBezTo>
                                  <a:cubicBezTo>
                                    <a:pt x="346" y="351"/>
                                    <a:pt x="347" y="351"/>
                                    <a:pt x="347" y="352"/>
                                  </a:cubicBezTo>
                                  <a:cubicBezTo>
                                    <a:pt x="345" y="352"/>
                                    <a:pt x="345" y="352"/>
                                    <a:pt x="345" y="354"/>
                                  </a:cubicBezTo>
                                  <a:cubicBezTo>
                                    <a:pt x="345" y="354"/>
                                    <a:pt x="345" y="355"/>
                                    <a:pt x="344" y="355"/>
                                  </a:cubicBezTo>
                                  <a:cubicBezTo>
                                    <a:pt x="344" y="355"/>
                                    <a:pt x="343" y="356"/>
                                    <a:pt x="343" y="356"/>
                                  </a:cubicBezTo>
                                  <a:cubicBezTo>
                                    <a:pt x="344" y="358"/>
                                    <a:pt x="342" y="360"/>
                                    <a:pt x="342" y="362"/>
                                  </a:cubicBezTo>
                                  <a:cubicBezTo>
                                    <a:pt x="342" y="363"/>
                                    <a:pt x="342" y="364"/>
                                    <a:pt x="343" y="365"/>
                                  </a:cubicBezTo>
                                  <a:cubicBezTo>
                                    <a:pt x="343" y="365"/>
                                    <a:pt x="343" y="365"/>
                                    <a:pt x="344" y="365"/>
                                  </a:cubicBezTo>
                                  <a:cubicBezTo>
                                    <a:pt x="344" y="365"/>
                                    <a:pt x="345" y="365"/>
                                    <a:pt x="345" y="366"/>
                                  </a:cubicBezTo>
                                  <a:cubicBezTo>
                                    <a:pt x="345" y="366"/>
                                    <a:pt x="344" y="366"/>
                                    <a:pt x="344" y="366"/>
                                  </a:cubicBezTo>
                                  <a:cubicBezTo>
                                    <a:pt x="344" y="367"/>
                                    <a:pt x="343" y="366"/>
                                    <a:pt x="343" y="367"/>
                                  </a:cubicBezTo>
                                  <a:cubicBezTo>
                                    <a:pt x="342" y="367"/>
                                    <a:pt x="342" y="368"/>
                                    <a:pt x="342" y="369"/>
                                  </a:cubicBezTo>
                                  <a:cubicBezTo>
                                    <a:pt x="342" y="369"/>
                                    <a:pt x="342" y="369"/>
                                    <a:pt x="342" y="369"/>
                                  </a:cubicBezTo>
                                  <a:cubicBezTo>
                                    <a:pt x="342" y="370"/>
                                    <a:pt x="341" y="371"/>
                                    <a:pt x="341" y="371"/>
                                  </a:cubicBezTo>
                                  <a:cubicBezTo>
                                    <a:pt x="342" y="372"/>
                                    <a:pt x="342" y="373"/>
                                    <a:pt x="343" y="373"/>
                                  </a:cubicBezTo>
                                  <a:cubicBezTo>
                                    <a:pt x="344" y="375"/>
                                    <a:pt x="343" y="375"/>
                                    <a:pt x="342" y="376"/>
                                  </a:cubicBezTo>
                                  <a:cubicBezTo>
                                    <a:pt x="342" y="377"/>
                                    <a:pt x="342" y="377"/>
                                    <a:pt x="342" y="378"/>
                                  </a:cubicBezTo>
                                  <a:cubicBezTo>
                                    <a:pt x="342" y="379"/>
                                    <a:pt x="342" y="380"/>
                                    <a:pt x="342" y="381"/>
                                  </a:cubicBezTo>
                                  <a:cubicBezTo>
                                    <a:pt x="342" y="383"/>
                                    <a:pt x="343" y="384"/>
                                    <a:pt x="345" y="384"/>
                                  </a:cubicBezTo>
                                  <a:cubicBezTo>
                                    <a:pt x="347" y="384"/>
                                    <a:pt x="350" y="385"/>
                                    <a:pt x="352" y="385"/>
                                  </a:cubicBezTo>
                                  <a:cubicBezTo>
                                    <a:pt x="353" y="385"/>
                                    <a:pt x="354" y="386"/>
                                    <a:pt x="355" y="385"/>
                                  </a:cubicBezTo>
                                  <a:cubicBezTo>
                                    <a:pt x="356" y="384"/>
                                    <a:pt x="356" y="385"/>
                                    <a:pt x="356" y="386"/>
                                  </a:cubicBezTo>
                                  <a:cubicBezTo>
                                    <a:pt x="356" y="386"/>
                                    <a:pt x="356" y="386"/>
                                    <a:pt x="356" y="386"/>
                                  </a:cubicBezTo>
                                  <a:cubicBezTo>
                                    <a:pt x="356" y="387"/>
                                    <a:pt x="357" y="388"/>
                                    <a:pt x="358" y="388"/>
                                  </a:cubicBezTo>
                                  <a:cubicBezTo>
                                    <a:pt x="359" y="389"/>
                                    <a:pt x="360" y="389"/>
                                    <a:pt x="360" y="390"/>
                                  </a:cubicBezTo>
                                  <a:cubicBezTo>
                                    <a:pt x="360" y="390"/>
                                    <a:pt x="360" y="390"/>
                                    <a:pt x="360" y="390"/>
                                  </a:cubicBezTo>
                                  <a:cubicBezTo>
                                    <a:pt x="360" y="391"/>
                                    <a:pt x="360" y="391"/>
                                    <a:pt x="359" y="391"/>
                                  </a:cubicBezTo>
                                  <a:cubicBezTo>
                                    <a:pt x="357" y="391"/>
                                    <a:pt x="355" y="392"/>
                                    <a:pt x="353" y="391"/>
                                  </a:cubicBezTo>
                                  <a:cubicBezTo>
                                    <a:pt x="353" y="390"/>
                                    <a:pt x="352" y="390"/>
                                    <a:pt x="351" y="390"/>
                                  </a:cubicBezTo>
                                  <a:cubicBezTo>
                                    <a:pt x="349" y="390"/>
                                    <a:pt x="348" y="390"/>
                                    <a:pt x="347" y="389"/>
                                  </a:cubicBezTo>
                                  <a:cubicBezTo>
                                    <a:pt x="346" y="389"/>
                                    <a:pt x="346" y="388"/>
                                    <a:pt x="346" y="389"/>
                                  </a:cubicBezTo>
                                  <a:cubicBezTo>
                                    <a:pt x="345" y="389"/>
                                    <a:pt x="346" y="390"/>
                                    <a:pt x="346" y="390"/>
                                  </a:cubicBezTo>
                                  <a:cubicBezTo>
                                    <a:pt x="346" y="391"/>
                                    <a:pt x="347" y="391"/>
                                    <a:pt x="347" y="392"/>
                                  </a:cubicBezTo>
                                  <a:cubicBezTo>
                                    <a:pt x="347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4"/>
                                    <a:pt x="346" y="395"/>
                                    <a:pt x="347" y="396"/>
                                  </a:cubicBezTo>
                                  <a:cubicBezTo>
                                    <a:pt x="348" y="397"/>
                                    <a:pt x="349" y="397"/>
                                    <a:pt x="349" y="398"/>
                                  </a:cubicBezTo>
                                  <a:cubicBezTo>
                                    <a:pt x="349" y="400"/>
                                    <a:pt x="350" y="401"/>
                                    <a:pt x="351" y="401"/>
                                  </a:cubicBezTo>
                                  <a:cubicBezTo>
                                    <a:pt x="353" y="402"/>
                                    <a:pt x="354" y="403"/>
                                    <a:pt x="356" y="404"/>
                                  </a:cubicBezTo>
                                  <a:cubicBezTo>
                                    <a:pt x="356" y="404"/>
                                    <a:pt x="356" y="404"/>
                                    <a:pt x="356" y="404"/>
                                  </a:cubicBezTo>
                                  <a:cubicBezTo>
                                    <a:pt x="355" y="405"/>
                                    <a:pt x="355" y="404"/>
                                    <a:pt x="354" y="404"/>
                                  </a:cubicBezTo>
                                  <a:cubicBezTo>
                                    <a:pt x="354" y="405"/>
                                    <a:pt x="355" y="405"/>
                                    <a:pt x="355" y="405"/>
                                  </a:cubicBezTo>
                                  <a:cubicBezTo>
                                    <a:pt x="355" y="405"/>
                                    <a:pt x="355" y="405"/>
                                    <a:pt x="355" y="405"/>
                                  </a:cubicBezTo>
                                  <a:cubicBezTo>
                                    <a:pt x="356" y="406"/>
                                    <a:pt x="356" y="406"/>
                                    <a:pt x="357" y="405"/>
                                  </a:cubicBezTo>
                                  <a:cubicBezTo>
                                    <a:pt x="357" y="405"/>
                                    <a:pt x="358" y="405"/>
                                    <a:pt x="357" y="405"/>
                                  </a:cubicBezTo>
                                  <a:cubicBezTo>
                                    <a:pt x="357" y="405"/>
                                    <a:pt x="357" y="405"/>
                                    <a:pt x="357" y="405"/>
                                  </a:cubicBezTo>
                                  <a:cubicBezTo>
                                    <a:pt x="357" y="405"/>
                                    <a:pt x="357" y="405"/>
                                    <a:pt x="357" y="405"/>
                                  </a:cubicBezTo>
                                  <a:cubicBezTo>
                                    <a:pt x="357" y="404"/>
                                    <a:pt x="358" y="404"/>
                                    <a:pt x="358" y="404"/>
                                  </a:cubicBezTo>
                                  <a:cubicBezTo>
                                    <a:pt x="358" y="404"/>
                                    <a:pt x="359" y="404"/>
                                    <a:pt x="359" y="403"/>
                                  </a:cubicBezTo>
                                  <a:cubicBezTo>
                                    <a:pt x="359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1" y="403"/>
                                    <a:pt x="361" y="402"/>
                                    <a:pt x="361" y="402"/>
                                  </a:cubicBezTo>
                                  <a:cubicBezTo>
                                    <a:pt x="361" y="402"/>
                                    <a:pt x="361" y="401"/>
                                    <a:pt x="362" y="402"/>
                                  </a:cubicBezTo>
                                  <a:cubicBezTo>
                                    <a:pt x="363" y="402"/>
                                    <a:pt x="363" y="403"/>
                                    <a:pt x="363" y="403"/>
                                  </a:cubicBezTo>
                                  <a:cubicBezTo>
                                    <a:pt x="363" y="403"/>
                                    <a:pt x="362" y="404"/>
                                    <a:pt x="363" y="404"/>
                                  </a:cubicBezTo>
                                  <a:cubicBezTo>
                                    <a:pt x="364" y="404"/>
                                    <a:pt x="364" y="404"/>
                                    <a:pt x="364" y="403"/>
                                  </a:cubicBezTo>
                                  <a:cubicBezTo>
                                    <a:pt x="364" y="402"/>
                                    <a:pt x="365" y="402"/>
                                    <a:pt x="366" y="401"/>
                                  </a:cubicBezTo>
                                  <a:cubicBezTo>
                                    <a:pt x="364" y="404"/>
                                    <a:pt x="364" y="406"/>
                                    <a:pt x="366" y="408"/>
                                  </a:cubicBezTo>
                                  <a:cubicBezTo>
                                    <a:pt x="367" y="409"/>
                                    <a:pt x="369" y="409"/>
                                    <a:pt x="370" y="410"/>
                                  </a:cubicBezTo>
                                  <a:cubicBezTo>
                                    <a:pt x="371" y="411"/>
                                    <a:pt x="372" y="410"/>
                                    <a:pt x="373" y="411"/>
                                  </a:cubicBezTo>
                                  <a:cubicBezTo>
                                    <a:pt x="372" y="409"/>
                                    <a:pt x="371" y="409"/>
                                    <a:pt x="370" y="409"/>
                                  </a:cubicBezTo>
                                  <a:cubicBezTo>
                                    <a:pt x="372" y="408"/>
                                    <a:pt x="374" y="410"/>
                                    <a:pt x="377" y="409"/>
                                  </a:cubicBezTo>
                                  <a:cubicBezTo>
                                    <a:pt x="376" y="410"/>
                                    <a:pt x="377" y="410"/>
                                    <a:pt x="378" y="410"/>
                                  </a:cubicBezTo>
                                  <a:cubicBezTo>
                                    <a:pt x="379" y="410"/>
                                    <a:pt x="379" y="410"/>
                                    <a:pt x="380" y="411"/>
                                  </a:cubicBezTo>
                                  <a:cubicBezTo>
                                    <a:pt x="382" y="411"/>
                                    <a:pt x="384" y="412"/>
                                    <a:pt x="386" y="411"/>
                                  </a:cubicBezTo>
                                  <a:cubicBezTo>
                                    <a:pt x="388" y="410"/>
                                    <a:pt x="390" y="411"/>
                                    <a:pt x="391" y="413"/>
                                  </a:cubicBezTo>
                                  <a:cubicBezTo>
                                    <a:pt x="391" y="414"/>
                                    <a:pt x="392" y="415"/>
                                    <a:pt x="393" y="414"/>
                                  </a:cubicBezTo>
                                  <a:cubicBezTo>
                                    <a:pt x="393" y="413"/>
                                    <a:pt x="393" y="413"/>
                                    <a:pt x="394" y="414"/>
                                  </a:cubicBezTo>
                                  <a:cubicBezTo>
                                    <a:pt x="394" y="414"/>
                                    <a:pt x="394" y="414"/>
                                    <a:pt x="394" y="414"/>
                                  </a:cubicBezTo>
                                  <a:cubicBezTo>
                                    <a:pt x="394" y="415"/>
                                    <a:pt x="395" y="415"/>
                                    <a:pt x="395" y="414"/>
                                  </a:cubicBezTo>
                                  <a:cubicBezTo>
                                    <a:pt x="395" y="413"/>
                                    <a:pt x="395" y="413"/>
                                    <a:pt x="396" y="413"/>
                                  </a:cubicBezTo>
                                  <a:cubicBezTo>
                                    <a:pt x="397" y="413"/>
                                    <a:pt x="397" y="412"/>
                                    <a:pt x="397" y="411"/>
                                  </a:cubicBezTo>
                                  <a:cubicBezTo>
                                    <a:pt x="397" y="411"/>
                                    <a:pt x="397" y="411"/>
                                    <a:pt x="397" y="411"/>
                                  </a:cubicBezTo>
                                  <a:cubicBezTo>
                                    <a:pt x="397" y="411"/>
                                    <a:pt x="397" y="411"/>
                                    <a:pt x="397" y="411"/>
                                  </a:cubicBezTo>
                                  <a:cubicBezTo>
                                    <a:pt x="397" y="411"/>
                                    <a:pt x="398" y="411"/>
                                    <a:pt x="398" y="411"/>
                                  </a:cubicBezTo>
                                  <a:cubicBezTo>
                                    <a:pt x="399" y="411"/>
                                    <a:pt x="399" y="412"/>
                                    <a:pt x="399" y="412"/>
                                  </a:cubicBezTo>
                                  <a:cubicBezTo>
                                    <a:pt x="400" y="413"/>
                                    <a:pt x="401" y="413"/>
                                    <a:pt x="402" y="415"/>
                                  </a:cubicBezTo>
                                  <a:cubicBezTo>
                                    <a:pt x="402" y="416"/>
                                    <a:pt x="403" y="416"/>
                                    <a:pt x="404" y="416"/>
                                  </a:cubicBezTo>
                                  <a:cubicBezTo>
                                    <a:pt x="404" y="416"/>
                                    <a:pt x="404" y="417"/>
                                    <a:pt x="404" y="417"/>
                                  </a:cubicBezTo>
                                  <a:cubicBezTo>
                                    <a:pt x="406" y="417"/>
                                    <a:pt x="406" y="417"/>
                                    <a:pt x="406" y="418"/>
                                  </a:cubicBezTo>
                                  <a:cubicBezTo>
                                    <a:pt x="407" y="419"/>
                                    <a:pt x="408" y="418"/>
                                    <a:pt x="408" y="419"/>
                                  </a:cubicBezTo>
                                  <a:cubicBezTo>
                                    <a:pt x="408" y="420"/>
                                    <a:pt x="408" y="420"/>
                                    <a:pt x="409" y="420"/>
                                  </a:cubicBezTo>
                                  <a:cubicBezTo>
                                    <a:pt x="410" y="420"/>
                                    <a:pt x="409" y="419"/>
                                    <a:pt x="409" y="419"/>
                                  </a:cubicBezTo>
                                  <a:cubicBezTo>
                                    <a:pt x="409" y="419"/>
                                    <a:pt x="409" y="418"/>
                                    <a:pt x="409" y="418"/>
                                  </a:cubicBezTo>
                                  <a:cubicBezTo>
                                    <a:pt x="410" y="418"/>
                                    <a:pt x="411" y="418"/>
                                    <a:pt x="412" y="418"/>
                                  </a:cubicBezTo>
                                  <a:cubicBezTo>
                                    <a:pt x="413" y="417"/>
                                    <a:pt x="414" y="416"/>
                                    <a:pt x="413" y="415"/>
                                  </a:cubicBezTo>
                                  <a:cubicBezTo>
                                    <a:pt x="412" y="414"/>
                                    <a:pt x="412" y="414"/>
                                    <a:pt x="411" y="415"/>
                                  </a:cubicBezTo>
                                  <a:cubicBezTo>
                                    <a:pt x="410" y="415"/>
                                    <a:pt x="409" y="416"/>
                                    <a:pt x="408" y="415"/>
                                  </a:cubicBezTo>
                                  <a:cubicBezTo>
                                    <a:pt x="408" y="414"/>
                                    <a:pt x="407" y="414"/>
                                    <a:pt x="406" y="415"/>
                                  </a:cubicBezTo>
                                  <a:cubicBezTo>
                                    <a:pt x="405" y="415"/>
                                    <a:pt x="406" y="416"/>
                                    <a:pt x="406" y="416"/>
                                  </a:cubicBezTo>
                                  <a:cubicBezTo>
                                    <a:pt x="405" y="416"/>
                                    <a:pt x="405" y="415"/>
                                    <a:pt x="404" y="415"/>
                                  </a:cubicBezTo>
                                  <a:cubicBezTo>
                                    <a:pt x="404" y="415"/>
                                    <a:pt x="404" y="415"/>
                                    <a:pt x="404" y="415"/>
                                  </a:cubicBezTo>
                                  <a:cubicBezTo>
                                    <a:pt x="404" y="415"/>
                                    <a:pt x="404" y="415"/>
                                    <a:pt x="404" y="415"/>
                                  </a:cubicBezTo>
                                  <a:cubicBezTo>
                                    <a:pt x="403" y="413"/>
                                    <a:pt x="401" y="412"/>
                                    <a:pt x="401" y="410"/>
                                  </a:cubicBezTo>
                                  <a:cubicBezTo>
                                    <a:pt x="401" y="410"/>
                                    <a:pt x="400" y="410"/>
                                    <a:pt x="400" y="410"/>
                                  </a:cubicBezTo>
                                  <a:cubicBezTo>
                                    <a:pt x="399" y="410"/>
                                    <a:pt x="399" y="409"/>
                                    <a:pt x="398" y="409"/>
                                  </a:cubicBezTo>
                                  <a:cubicBezTo>
                                    <a:pt x="397" y="409"/>
                                    <a:pt x="397" y="409"/>
                                    <a:pt x="397" y="408"/>
                                  </a:cubicBezTo>
                                  <a:cubicBezTo>
                                    <a:pt x="397" y="408"/>
                                    <a:pt x="398" y="408"/>
                                    <a:pt x="398" y="408"/>
                                  </a:cubicBezTo>
                                  <a:cubicBezTo>
                                    <a:pt x="399" y="409"/>
                                    <a:pt x="401" y="408"/>
                                    <a:pt x="402" y="409"/>
                                  </a:cubicBezTo>
                                  <a:cubicBezTo>
                                    <a:pt x="404" y="409"/>
                                    <a:pt x="405" y="410"/>
                                    <a:pt x="407" y="410"/>
                                  </a:cubicBezTo>
                                  <a:cubicBezTo>
                                    <a:pt x="408" y="411"/>
                                    <a:pt x="410" y="411"/>
                                    <a:pt x="411" y="413"/>
                                  </a:cubicBezTo>
                                  <a:cubicBezTo>
                                    <a:pt x="411" y="413"/>
                                    <a:pt x="411" y="413"/>
                                    <a:pt x="412" y="413"/>
                                  </a:cubicBezTo>
                                  <a:cubicBezTo>
                                    <a:pt x="413" y="412"/>
                                    <a:pt x="415" y="413"/>
                                    <a:pt x="416" y="413"/>
                                  </a:cubicBezTo>
                                  <a:cubicBezTo>
                                    <a:pt x="417" y="413"/>
                                    <a:pt x="417" y="412"/>
                                    <a:pt x="418" y="412"/>
                                  </a:cubicBezTo>
                                  <a:cubicBezTo>
                                    <a:pt x="418" y="411"/>
                                    <a:pt x="418" y="410"/>
                                    <a:pt x="418" y="409"/>
                                  </a:cubicBezTo>
                                  <a:cubicBezTo>
                                    <a:pt x="418" y="407"/>
                                    <a:pt x="417" y="406"/>
                                    <a:pt x="416" y="404"/>
                                  </a:cubicBezTo>
                                  <a:cubicBezTo>
                                    <a:pt x="416" y="403"/>
                                    <a:pt x="415" y="404"/>
                                    <a:pt x="414" y="404"/>
                                  </a:cubicBezTo>
                                  <a:cubicBezTo>
                                    <a:pt x="414" y="404"/>
                                    <a:pt x="414" y="404"/>
                                    <a:pt x="414" y="404"/>
                                  </a:cubicBezTo>
                                  <a:cubicBezTo>
                                    <a:pt x="414" y="403"/>
                                    <a:pt x="414" y="403"/>
                                    <a:pt x="413" y="403"/>
                                  </a:cubicBezTo>
                                  <a:cubicBezTo>
                                    <a:pt x="412" y="403"/>
                                    <a:pt x="412" y="403"/>
                                    <a:pt x="412" y="402"/>
                                  </a:cubicBezTo>
                                  <a:cubicBezTo>
                                    <a:pt x="412" y="402"/>
                                    <a:pt x="412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1"/>
                                    <a:pt x="414" y="401"/>
                                  </a:cubicBezTo>
                                  <a:cubicBezTo>
                                    <a:pt x="414" y="401"/>
                                    <a:pt x="414" y="401"/>
                                    <a:pt x="414" y="401"/>
                                  </a:cubicBezTo>
                                  <a:cubicBezTo>
                                    <a:pt x="414" y="401"/>
                                    <a:pt x="414" y="401"/>
                                    <a:pt x="414" y="401"/>
                                  </a:cubicBezTo>
                                  <a:cubicBezTo>
                                    <a:pt x="414" y="402"/>
                                    <a:pt x="414" y="402"/>
                                    <a:pt x="414" y="402"/>
                                  </a:cubicBezTo>
                                  <a:cubicBezTo>
                                    <a:pt x="415" y="402"/>
                                    <a:pt x="415" y="402"/>
                                    <a:pt x="415" y="401"/>
                                  </a:cubicBezTo>
                                  <a:cubicBezTo>
                                    <a:pt x="415" y="401"/>
                                    <a:pt x="415" y="400"/>
                                    <a:pt x="415" y="400"/>
                                  </a:cubicBezTo>
                                  <a:cubicBezTo>
                                    <a:pt x="416" y="399"/>
                                    <a:pt x="416" y="398"/>
                                    <a:pt x="415" y="398"/>
                                  </a:cubicBezTo>
                                  <a:cubicBezTo>
                                    <a:pt x="415" y="398"/>
                                    <a:pt x="415" y="398"/>
                                    <a:pt x="415" y="398"/>
                                  </a:cubicBezTo>
                                  <a:cubicBezTo>
                                    <a:pt x="415" y="398"/>
                                    <a:pt x="415" y="397"/>
                                    <a:pt x="415" y="397"/>
                                  </a:cubicBezTo>
                                  <a:cubicBezTo>
                                    <a:pt x="415" y="397"/>
                                    <a:pt x="415" y="397"/>
                                    <a:pt x="415" y="397"/>
                                  </a:cubicBezTo>
                                  <a:cubicBezTo>
                                    <a:pt x="416" y="397"/>
                                    <a:pt x="416" y="398"/>
                                    <a:pt x="416" y="398"/>
                                  </a:cubicBezTo>
                                  <a:cubicBezTo>
                                    <a:pt x="416" y="398"/>
                                    <a:pt x="416" y="398"/>
                                    <a:pt x="417" y="398"/>
                                  </a:cubicBezTo>
                                  <a:cubicBezTo>
                                    <a:pt x="417" y="398"/>
                                    <a:pt x="417" y="398"/>
                                    <a:pt x="417" y="398"/>
                                  </a:cubicBezTo>
                                  <a:cubicBezTo>
                                    <a:pt x="417" y="399"/>
                                    <a:pt x="416" y="399"/>
                                    <a:pt x="416" y="400"/>
                                  </a:cubicBezTo>
                                  <a:cubicBezTo>
                                    <a:pt x="415" y="401"/>
                                    <a:pt x="415" y="402"/>
                                    <a:pt x="417" y="402"/>
                                  </a:cubicBezTo>
                                  <a:cubicBezTo>
                                    <a:pt x="417" y="402"/>
                                    <a:pt x="418" y="402"/>
                                    <a:pt x="418" y="403"/>
                                  </a:cubicBezTo>
                                  <a:cubicBezTo>
                                    <a:pt x="418" y="403"/>
                                    <a:pt x="418" y="403"/>
                                    <a:pt x="418" y="403"/>
                                  </a:cubicBezTo>
                                  <a:cubicBezTo>
                                    <a:pt x="420" y="403"/>
                                    <a:pt x="419" y="404"/>
                                    <a:pt x="419" y="405"/>
                                  </a:cubicBezTo>
                                  <a:cubicBezTo>
                                    <a:pt x="419" y="406"/>
                                    <a:pt x="420" y="406"/>
                                    <a:pt x="422" y="406"/>
                                  </a:cubicBezTo>
                                  <a:cubicBezTo>
                                    <a:pt x="422" y="406"/>
                                    <a:pt x="423" y="405"/>
                                    <a:pt x="424" y="406"/>
                                  </a:cubicBezTo>
                                  <a:cubicBezTo>
                                    <a:pt x="425" y="407"/>
                                    <a:pt x="425" y="408"/>
                                    <a:pt x="425" y="409"/>
                                  </a:cubicBezTo>
                                  <a:cubicBezTo>
                                    <a:pt x="425" y="410"/>
                                    <a:pt x="425" y="412"/>
                                    <a:pt x="425" y="414"/>
                                  </a:cubicBezTo>
                                  <a:cubicBezTo>
                                    <a:pt x="425" y="414"/>
                                    <a:pt x="425" y="415"/>
                                    <a:pt x="425" y="415"/>
                                  </a:cubicBezTo>
                                  <a:cubicBezTo>
                                    <a:pt x="425" y="415"/>
                                    <a:pt x="425" y="415"/>
                                    <a:pt x="426" y="415"/>
                                  </a:cubicBezTo>
                                  <a:cubicBezTo>
                                    <a:pt x="426" y="415"/>
                                    <a:pt x="426" y="415"/>
                                    <a:pt x="426" y="415"/>
                                  </a:cubicBezTo>
                                  <a:cubicBezTo>
                                    <a:pt x="425" y="413"/>
                                    <a:pt x="427" y="414"/>
                                    <a:pt x="427" y="413"/>
                                  </a:cubicBezTo>
                                  <a:cubicBezTo>
                                    <a:pt x="428" y="413"/>
                                    <a:pt x="427" y="414"/>
                                    <a:pt x="428" y="414"/>
                                  </a:cubicBezTo>
                                  <a:cubicBezTo>
                                    <a:pt x="429" y="413"/>
                                    <a:pt x="430" y="414"/>
                                    <a:pt x="431" y="414"/>
                                  </a:cubicBezTo>
                                  <a:cubicBezTo>
                                    <a:pt x="430" y="415"/>
                                    <a:pt x="429" y="415"/>
                                    <a:pt x="430" y="415"/>
                                  </a:cubicBezTo>
                                  <a:cubicBezTo>
                                    <a:pt x="431" y="416"/>
                                    <a:pt x="431" y="416"/>
                                    <a:pt x="430" y="416"/>
                                  </a:cubicBezTo>
                                  <a:cubicBezTo>
                                    <a:pt x="430" y="417"/>
                                    <a:pt x="430" y="416"/>
                                    <a:pt x="430" y="416"/>
                                  </a:cubicBezTo>
                                  <a:cubicBezTo>
                                    <a:pt x="429" y="416"/>
                                    <a:pt x="428" y="417"/>
                                    <a:pt x="428" y="417"/>
                                  </a:cubicBezTo>
                                  <a:cubicBezTo>
                                    <a:pt x="428" y="418"/>
                                    <a:pt x="429" y="418"/>
                                    <a:pt x="429" y="418"/>
                                  </a:cubicBezTo>
                                  <a:cubicBezTo>
                                    <a:pt x="430" y="418"/>
                                    <a:pt x="430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20"/>
                                    <a:pt x="432" y="420"/>
                                  </a:cubicBezTo>
                                  <a:cubicBezTo>
                                    <a:pt x="432" y="420"/>
                                    <a:pt x="432" y="420"/>
                                    <a:pt x="432" y="420"/>
                                  </a:cubicBezTo>
                                  <a:cubicBezTo>
                                    <a:pt x="432" y="420"/>
                                    <a:pt x="432" y="420"/>
                                    <a:pt x="432" y="420"/>
                                  </a:cubicBezTo>
                                  <a:cubicBezTo>
                                    <a:pt x="432" y="420"/>
                                    <a:pt x="433" y="421"/>
                                    <a:pt x="434" y="422"/>
                                  </a:cubicBezTo>
                                  <a:cubicBezTo>
                                    <a:pt x="435" y="422"/>
                                    <a:pt x="436" y="423"/>
                                    <a:pt x="438" y="424"/>
                                  </a:cubicBezTo>
                                  <a:cubicBezTo>
                                    <a:pt x="439" y="425"/>
                                    <a:pt x="439" y="427"/>
                                    <a:pt x="439" y="428"/>
                                  </a:cubicBezTo>
                                  <a:cubicBezTo>
                                    <a:pt x="438" y="428"/>
                                    <a:pt x="437" y="428"/>
                                    <a:pt x="437" y="429"/>
                                  </a:cubicBezTo>
                                  <a:cubicBezTo>
                                    <a:pt x="436" y="430"/>
                                    <a:pt x="435" y="430"/>
                                    <a:pt x="435" y="429"/>
                                  </a:cubicBezTo>
                                  <a:cubicBezTo>
                                    <a:pt x="434" y="428"/>
                                    <a:pt x="433" y="429"/>
                                    <a:pt x="432" y="429"/>
                                  </a:cubicBezTo>
                                  <a:cubicBezTo>
                                    <a:pt x="432" y="430"/>
                                    <a:pt x="431" y="431"/>
                                    <a:pt x="432" y="432"/>
                                  </a:cubicBezTo>
                                  <a:cubicBezTo>
                                    <a:pt x="433" y="432"/>
                                    <a:pt x="432" y="433"/>
                                    <a:pt x="432" y="433"/>
                                  </a:cubicBezTo>
                                  <a:cubicBezTo>
                                    <a:pt x="432" y="433"/>
                                    <a:pt x="432" y="433"/>
                                    <a:pt x="432" y="433"/>
                                  </a:cubicBezTo>
                                  <a:cubicBezTo>
                                    <a:pt x="432" y="433"/>
                                    <a:pt x="432" y="433"/>
                                    <a:pt x="432" y="434"/>
                                  </a:cubicBezTo>
                                  <a:cubicBezTo>
                                    <a:pt x="431" y="434"/>
                                    <a:pt x="431" y="435"/>
                                    <a:pt x="432" y="435"/>
                                  </a:cubicBezTo>
                                  <a:cubicBezTo>
                                    <a:pt x="432" y="436"/>
                                    <a:pt x="433" y="436"/>
                                    <a:pt x="434" y="435"/>
                                  </a:cubicBezTo>
                                  <a:cubicBezTo>
                                    <a:pt x="434" y="435"/>
                                    <a:pt x="434" y="435"/>
                                    <a:pt x="434" y="435"/>
                                  </a:cubicBezTo>
                                  <a:cubicBezTo>
                                    <a:pt x="435" y="434"/>
                                    <a:pt x="437" y="433"/>
                                    <a:pt x="438" y="432"/>
                                  </a:cubicBezTo>
                                  <a:cubicBezTo>
                                    <a:pt x="439" y="432"/>
                                    <a:pt x="439" y="431"/>
                                    <a:pt x="439" y="431"/>
                                  </a:cubicBezTo>
                                  <a:cubicBezTo>
                                    <a:pt x="439" y="430"/>
                                    <a:pt x="438" y="430"/>
                                    <a:pt x="439" y="430"/>
                                  </a:cubicBezTo>
                                  <a:cubicBezTo>
                                    <a:pt x="440" y="429"/>
                                    <a:pt x="440" y="430"/>
                                    <a:pt x="440" y="430"/>
                                  </a:cubicBezTo>
                                  <a:cubicBezTo>
                                    <a:pt x="441" y="431"/>
                                    <a:pt x="441" y="432"/>
                                    <a:pt x="442" y="432"/>
                                  </a:cubicBezTo>
                                  <a:cubicBezTo>
                                    <a:pt x="442" y="430"/>
                                    <a:pt x="444" y="432"/>
                                    <a:pt x="444" y="431"/>
                                  </a:cubicBezTo>
                                  <a:cubicBezTo>
                                    <a:pt x="444" y="431"/>
                                    <a:pt x="445" y="431"/>
                                    <a:pt x="445" y="432"/>
                                  </a:cubicBezTo>
                                  <a:cubicBezTo>
                                    <a:pt x="445" y="433"/>
                                    <a:pt x="444" y="433"/>
                                    <a:pt x="443" y="433"/>
                                  </a:cubicBezTo>
                                  <a:cubicBezTo>
                                    <a:pt x="444" y="434"/>
                                    <a:pt x="444" y="434"/>
                                    <a:pt x="445" y="435"/>
                                  </a:cubicBezTo>
                                  <a:cubicBezTo>
                                    <a:pt x="446" y="436"/>
                                    <a:pt x="446" y="439"/>
                                    <a:pt x="449" y="439"/>
                                  </a:cubicBezTo>
                                  <a:cubicBezTo>
                                    <a:pt x="450" y="439"/>
                                    <a:pt x="450" y="439"/>
                                    <a:pt x="450" y="439"/>
                                  </a:cubicBezTo>
                                  <a:cubicBezTo>
                                    <a:pt x="450" y="438"/>
                                    <a:pt x="450" y="438"/>
                                    <a:pt x="450" y="438"/>
                                  </a:cubicBezTo>
                                  <a:cubicBezTo>
                                    <a:pt x="449" y="437"/>
                                    <a:pt x="449" y="436"/>
                                    <a:pt x="448" y="436"/>
                                  </a:cubicBezTo>
                                  <a:cubicBezTo>
                                    <a:pt x="448" y="435"/>
                                    <a:pt x="448" y="435"/>
                                    <a:pt x="449" y="435"/>
                                  </a:cubicBezTo>
                                  <a:cubicBezTo>
                                    <a:pt x="450" y="434"/>
                                    <a:pt x="451" y="436"/>
                                    <a:pt x="451" y="437"/>
                                  </a:cubicBezTo>
                                  <a:cubicBezTo>
                                    <a:pt x="451" y="438"/>
                                    <a:pt x="451" y="439"/>
                                    <a:pt x="450" y="439"/>
                                  </a:cubicBezTo>
                                  <a:cubicBezTo>
                                    <a:pt x="450" y="440"/>
                                    <a:pt x="450" y="440"/>
                                    <a:pt x="450" y="441"/>
                                  </a:cubicBezTo>
                                  <a:cubicBezTo>
                                    <a:pt x="451" y="442"/>
                                    <a:pt x="452" y="443"/>
                                    <a:pt x="454" y="443"/>
                                  </a:cubicBezTo>
                                  <a:cubicBezTo>
                                    <a:pt x="455" y="443"/>
                                    <a:pt x="456" y="444"/>
                                    <a:pt x="456" y="445"/>
                                  </a:cubicBezTo>
                                  <a:cubicBezTo>
                                    <a:pt x="457" y="446"/>
                                    <a:pt x="457" y="447"/>
                                    <a:pt x="457" y="448"/>
                                  </a:cubicBezTo>
                                  <a:cubicBezTo>
                                    <a:pt x="457" y="448"/>
                                    <a:pt x="457" y="448"/>
                                    <a:pt x="457" y="448"/>
                                  </a:cubicBezTo>
                                  <a:cubicBezTo>
                                    <a:pt x="457" y="449"/>
                                    <a:pt x="457" y="450"/>
                                    <a:pt x="457" y="451"/>
                                  </a:cubicBezTo>
                                  <a:cubicBezTo>
                                    <a:pt x="458" y="451"/>
                                    <a:pt x="459" y="452"/>
                                    <a:pt x="459" y="454"/>
                                  </a:cubicBezTo>
                                  <a:cubicBezTo>
                                    <a:pt x="458" y="454"/>
                                    <a:pt x="459" y="454"/>
                                    <a:pt x="459" y="454"/>
                                  </a:cubicBezTo>
                                  <a:cubicBezTo>
                                    <a:pt x="460" y="455"/>
                                    <a:pt x="460" y="457"/>
                                    <a:pt x="460" y="458"/>
                                  </a:cubicBezTo>
                                  <a:cubicBezTo>
                                    <a:pt x="460" y="459"/>
                                    <a:pt x="461" y="460"/>
                                    <a:pt x="461" y="461"/>
                                  </a:cubicBezTo>
                                  <a:cubicBezTo>
                                    <a:pt x="462" y="462"/>
                                    <a:pt x="461" y="464"/>
                                    <a:pt x="459" y="464"/>
                                  </a:cubicBezTo>
                                  <a:cubicBezTo>
                                    <a:pt x="458" y="464"/>
                                    <a:pt x="458" y="465"/>
                                    <a:pt x="457" y="465"/>
                                  </a:cubicBezTo>
                                  <a:cubicBezTo>
                                    <a:pt x="457" y="467"/>
                                    <a:pt x="457" y="468"/>
                                    <a:pt x="456" y="469"/>
                                  </a:cubicBezTo>
                                  <a:cubicBezTo>
                                    <a:pt x="456" y="469"/>
                                    <a:pt x="456" y="470"/>
                                    <a:pt x="456" y="470"/>
                                  </a:cubicBezTo>
                                  <a:cubicBezTo>
                                    <a:pt x="456" y="470"/>
                                    <a:pt x="456" y="470"/>
                                    <a:pt x="456" y="470"/>
                                  </a:cubicBezTo>
                                  <a:cubicBezTo>
                                    <a:pt x="456" y="470"/>
                                    <a:pt x="456" y="470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5" y="471"/>
                                    <a:pt x="454" y="472"/>
                                    <a:pt x="454" y="473"/>
                                  </a:cubicBezTo>
                                  <a:cubicBezTo>
                                    <a:pt x="453" y="473"/>
                                    <a:pt x="453" y="473"/>
                                    <a:pt x="453" y="474"/>
                                  </a:cubicBezTo>
                                  <a:cubicBezTo>
                                    <a:pt x="451" y="475"/>
                                    <a:pt x="450" y="477"/>
                                    <a:pt x="447" y="479"/>
                                  </a:cubicBezTo>
                                  <a:cubicBezTo>
                                    <a:pt x="447" y="479"/>
                                    <a:pt x="446" y="480"/>
                                    <a:pt x="446" y="481"/>
                                  </a:cubicBezTo>
                                  <a:cubicBezTo>
                                    <a:pt x="447" y="483"/>
                                    <a:pt x="448" y="484"/>
                                    <a:pt x="450" y="485"/>
                                  </a:cubicBezTo>
                                  <a:cubicBezTo>
                                    <a:pt x="452" y="487"/>
                                    <a:pt x="452" y="489"/>
                                    <a:pt x="453" y="492"/>
                                  </a:cubicBezTo>
                                  <a:cubicBezTo>
                                    <a:pt x="453" y="492"/>
                                    <a:pt x="453" y="492"/>
                                    <a:pt x="453" y="492"/>
                                  </a:cubicBezTo>
                                  <a:cubicBezTo>
                                    <a:pt x="453" y="492"/>
                                    <a:pt x="453" y="492"/>
                                    <a:pt x="453" y="492"/>
                                  </a:cubicBezTo>
                                  <a:cubicBezTo>
                                    <a:pt x="452" y="492"/>
                                    <a:pt x="451" y="492"/>
                                    <a:pt x="451" y="491"/>
                                  </a:cubicBezTo>
                                  <a:cubicBezTo>
                                    <a:pt x="451" y="490"/>
                                    <a:pt x="449" y="490"/>
                                    <a:pt x="448" y="491"/>
                                  </a:cubicBezTo>
                                  <a:cubicBezTo>
                                    <a:pt x="447" y="491"/>
                                    <a:pt x="447" y="492"/>
                                    <a:pt x="447" y="493"/>
                                  </a:cubicBezTo>
                                  <a:cubicBezTo>
                                    <a:pt x="446" y="493"/>
                                    <a:pt x="445" y="494"/>
                                    <a:pt x="445" y="493"/>
                                  </a:cubicBezTo>
                                  <a:cubicBezTo>
                                    <a:pt x="444" y="492"/>
                                    <a:pt x="444" y="493"/>
                                    <a:pt x="443" y="493"/>
                                  </a:cubicBezTo>
                                  <a:cubicBezTo>
                                    <a:pt x="442" y="493"/>
                                    <a:pt x="442" y="493"/>
                                    <a:pt x="442" y="493"/>
                                  </a:cubicBezTo>
                                  <a:cubicBezTo>
                                    <a:pt x="442" y="494"/>
                                    <a:pt x="442" y="495"/>
                                    <a:pt x="441" y="495"/>
                                  </a:cubicBezTo>
                                  <a:cubicBezTo>
                                    <a:pt x="440" y="495"/>
                                    <a:pt x="439" y="495"/>
                                    <a:pt x="439" y="494"/>
                                  </a:cubicBezTo>
                                  <a:cubicBezTo>
                                    <a:pt x="438" y="494"/>
                                    <a:pt x="437" y="494"/>
                                    <a:pt x="437" y="494"/>
                                  </a:cubicBezTo>
                                  <a:cubicBezTo>
                                    <a:pt x="436" y="495"/>
                                    <a:pt x="436" y="495"/>
                                    <a:pt x="436" y="495"/>
                                  </a:cubicBezTo>
                                  <a:cubicBezTo>
                                    <a:pt x="433" y="493"/>
                                    <a:pt x="431" y="492"/>
                                    <a:pt x="428" y="492"/>
                                  </a:cubicBezTo>
                                  <a:cubicBezTo>
                                    <a:pt x="427" y="492"/>
                                    <a:pt x="427" y="491"/>
                                    <a:pt x="427" y="492"/>
                                  </a:cubicBezTo>
                                  <a:cubicBezTo>
                                    <a:pt x="427" y="492"/>
                                    <a:pt x="427" y="493"/>
                                    <a:pt x="426" y="493"/>
                                  </a:cubicBezTo>
                                  <a:cubicBezTo>
                                    <a:pt x="426" y="494"/>
                                    <a:pt x="426" y="495"/>
                                    <a:pt x="427" y="495"/>
                                  </a:cubicBezTo>
                                  <a:cubicBezTo>
                                    <a:pt x="427" y="496"/>
                                    <a:pt x="427" y="496"/>
                                    <a:pt x="426" y="496"/>
                                  </a:cubicBezTo>
                                  <a:cubicBezTo>
                                    <a:pt x="425" y="497"/>
                                    <a:pt x="424" y="497"/>
                                    <a:pt x="423" y="498"/>
                                  </a:cubicBezTo>
                                  <a:cubicBezTo>
                                    <a:pt x="422" y="499"/>
                                    <a:pt x="421" y="500"/>
                                    <a:pt x="422" y="501"/>
                                  </a:cubicBezTo>
                                  <a:cubicBezTo>
                                    <a:pt x="422" y="502"/>
                                    <a:pt x="422" y="502"/>
                                    <a:pt x="422" y="502"/>
                                  </a:cubicBezTo>
                                  <a:cubicBezTo>
                                    <a:pt x="421" y="504"/>
                                    <a:pt x="421" y="506"/>
                                    <a:pt x="423" y="507"/>
                                  </a:cubicBezTo>
                                  <a:cubicBezTo>
                                    <a:pt x="423" y="508"/>
                                    <a:pt x="423" y="510"/>
                                    <a:pt x="425" y="509"/>
                                  </a:cubicBezTo>
                                  <a:cubicBezTo>
                                    <a:pt x="426" y="509"/>
                                    <a:pt x="426" y="509"/>
                                    <a:pt x="427" y="510"/>
                                  </a:cubicBezTo>
                                  <a:cubicBezTo>
                                    <a:pt x="427" y="510"/>
                                    <a:pt x="427" y="511"/>
                                    <a:pt x="428" y="510"/>
                                  </a:cubicBezTo>
                                  <a:cubicBezTo>
                                    <a:pt x="428" y="510"/>
                                    <a:pt x="430" y="510"/>
                                    <a:pt x="430" y="511"/>
                                  </a:cubicBezTo>
                                  <a:cubicBezTo>
                                    <a:pt x="431" y="512"/>
                                    <a:pt x="432" y="511"/>
                                    <a:pt x="432" y="511"/>
                                  </a:cubicBezTo>
                                  <a:cubicBezTo>
                                    <a:pt x="432" y="510"/>
                                    <a:pt x="431" y="511"/>
                                    <a:pt x="431" y="510"/>
                                  </a:cubicBezTo>
                                  <a:cubicBezTo>
                                    <a:pt x="431" y="510"/>
                                    <a:pt x="432" y="510"/>
                                    <a:pt x="432" y="510"/>
                                  </a:cubicBezTo>
                                  <a:cubicBezTo>
                                    <a:pt x="433" y="510"/>
                                    <a:pt x="433" y="510"/>
                                    <a:pt x="434" y="510"/>
                                  </a:cubicBezTo>
                                  <a:cubicBezTo>
                                    <a:pt x="434" y="510"/>
                                    <a:pt x="434" y="510"/>
                                    <a:pt x="434" y="510"/>
                                  </a:cubicBezTo>
                                  <a:cubicBezTo>
                                    <a:pt x="433" y="509"/>
                                    <a:pt x="434" y="509"/>
                                    <a:pt x="435" y="509"/>
                                  </a:cubicBezTo>
                                  <a:cubicBezTo>
                                    <a:pt x="436" y="508"/>
                                    <a:pt x="437" y="508"/>
                                    <a:pt x="438" y="509"/>
                                  </a:cubicBezTo>
                                  <a:cubicBezTo>
                                    <a:pt x="437" y="508"/>
                                    <a:pt x="437" y="507"/>
                                    <a:pt x="438" y="507"/>
                                  </a:cubicBezTo>
                                  <a:cubicBezTo>
                                    <a:pt x="438" y="507"/>
                                    <a:pt x="438" y="507"/>
                                    <a:pt x="438" y="507"/>
                                  </a:cubicBezTo>
                                  <a:cubicBezTo>
                                    <a:pt x="437" y="506"/>
                                    <a:pt x="437" y="506"/>
                                    <a:pt x="438" y="506"/>
                                  </a:cubicBezTo>
                                  <a:cubicBezTo>
                                    <a:pt x="438" y="505"/>
                                    <a:pt x="438" y="506"/>
                                    <a:pt x="438" y="506"/>
                                  </a:cubicBezTo>
                                  <a:cubicBezTo>
                                    <a:pt x="439" y="506"/>
                                    <a:pt x="440" y="507"/>
                                    <a:pt x="441" y="507"/>
                                  </a:cubicBezTo>
                                  <a:cubicBezTo>
                                    <a:pt x="442" y="508"/>
                                    <a:pt x="443" y="508"/>
                                    <a:pt x="444" y="508"/>
                                  </a:cubicBezTo>
                                  <a:cubicBezTo>
                                    <a:pt x="445" y="509"/>
                                    <a:pt x="445" y="509"/>
                                    <a:pt x="446" y="508"/>
                                  </a:cubicBezTo>
                                  <a:cubicBezTo>
                                    <a:pt x="446" y="508"/>
                                    <a:pt x="446" y="507"/>
                                    <a:pt x="446" y="507"/>
                                  </a:cubicBezTo>
                                  <a:cubicBezTo>
                                    <a:pt x="445" y="506"/>
                                    <a:pt x="446" y="506"/>
                                    <a:pt x="446" y="506"/>
                                  </a:cubicBezTo>
                                  <a:cubicBezTo>
                                    <a:pt x="448" y="506"/>
                                    <a:pt x="447" y="507"/>
                                    <a:pt x="447" y="507"/>
                                  </a:cubicBezTo>
                                  <a:cubicBezTo>
                                    <a:pt x="446" y="508"/>
                                    <a:pt x="447" y="508"/>
                                    <a:pt x="447" y="508"/>
                                  </a:cubicBezTo>
                                  <a:cubicBezTo>
                                    <a:pt x="448" y="508"/>
                                    <a:pt x="448" y="508"/>
                                    <a:pt x="449" y="508"/>
                                  </a:cubicBezTo>
                                  <a:cubicBezTo>
                                    <a:pt x="449" y="508"/>
                                    <a:pt x="449" y="508"/>
                                    <a:pt x="449" y="508"/>
                                  </a:cubicBezTo>
                                  <a:cubicBezTo>
                                    <a:pt x="449" y="508"/>
                                    <a:pt x="448" y="509"/>
                                    <a:pt x="449" y="509"/>
                                  </a:cubicBezTo>
                                  <a:cubicBezTo>
                                    <a:pt x="450" y="509"/>
                                    <a:pt x="450" y="508"/>
                                    <a:pt x="450" y="508"/>
                                  </a:cubicBezTo>
                                  <a:cubicBezTo>
                                    <a:pt x="450" y="507"/>
                                    <a:pt x="450" y="507"/>
                                    <a:pt x="450" y="507"/>
                                  </a:cubicBezTo>
                                  <a:cubicBezTo>
                                    <a:pt x="450" y="507"/>
                                    <a:pt x="450" y="507"/>
                                    <a:pt x="450" y="507"/>
                                  </a:cubicBezTo>
                                  <a:cubicBezTo>
                                    <a:pt x="451" y="507"/>
                                    <a:pt x="451" y="508"/>
                                    <a:pt x="452" y="509"/>
                                  </a:cubicBezTo>
                                  <a:cubicBezTo>
                                    <a:pt x="451" y="509"/>
                                    <a:pt x="451" y="508"/>
                                    <a:pt x="451" y="509"/>
                                  </a:cubicBezTo>
                                  <a:cubicBezTo>
                                    <a:pt x="450" y="510"/>
                                    <a:pt x="451" y="510"/>
                                    <a:pt x="451" y="510"/>
                                  </a:cubicBezTo>
                                  <a:cubicBezTo>
                                    <a:pt x="451" y="510"/>
                                    <a:pt x="451" y="510"/>
                                    <a:pt x="451" y="510"/>
                                  </a:cubicBezTo>
                                  <a:cubicBezTo>
                                    <a:pt x="452" y="510"/>
                                    <a:pt x="452" y="510"/>
                                    <a:pt x="452" y="509"/>
                                  </a:cubicBezTo>
                                  <a:cubicBezTo>
                                    <a:pt x="452" y="509"/>
                                    <a:pt x="452" y="509"/>
                                    <a:pt x="452" y="509"/>
                                  </a:cubicBezTo>
                                  <a:cubicBezTo>
                                    <a:pt x="453" y="509"/>
                                    <a:pt x="452" y="507"/>
                                    <a:pt x="454" y="506"/>
                                  </a:cubicBezTo>
                                  <a:cubicBezTo>
                                    <a:pt x="453" y="507"/>
                                    <a:pt x="453" y="508"/>
                                    <a:pt x="453" y="508"/>
                                  </a:cubicBezTo>
                                  <a:cubicBezTo>
                                    <a:pt x="453" y="508"/>
                                    <a:pt x="454" y="510"/>
                                    <a:pt x="454" y="510"/>
                                  </a:cubicBezTo>
                                  <a:cubicBezTo>
                                    <a:pt x="455" y="509"/>
                                    <a:pt x="455" y="510"/>
                                    <a:pt x="456" y="511"/>
                                  </a:cubicBezTo>
                                  <a:cubicBezTo>
                                    <a:pt x="456" y="511"/>
                                    <a:pt x="457" y="512"/>
                                    <a:pt x="457" y="513"/>
                                  </a:cubicBezTo>
                                  <a:cubicBezTo>
                                    <a:pt x="456" y="514"/>
                                    <a:pt x="457" y="514"/>
                                    <a:pt x="458" y="515"/>
                                  </a:cubicBezTo>
                                  <a:cubicBezTo>
                                    <a:pt x="459" y="515"/>
                                    <a:pt x="459" y="515"/>
                                    <a:pt x="459" y="516"/>
                                  </a:cubicBezTo>
                                  <a:cubicBezTo>
                                    <a:pt x="459" y="517"/>
                                    <a:pt x="459" y="517"/>
                                    <a:pt x="460" y="518"/>
                                  </a:cubicBezTo>
                                  <a:cubicBezTo>
                                    <a:pt x="460" y="518"/>
                                    <a:pt x="460" y="517"/>
                                    <a:pt x="461" y="517"/>
                                  </a:cubicBezTo>
                                  <a:cubicBezTo>
                                    <a:pt x="461" y="517"/>
                                    <a:pt x="461" y="516"/>
                                    <a:pt x="461" y="517"/>
                                  </a:cubicBezTo>
                                  <a:cubicBezTo>
                                    <a:pt x="462" y="517"/>
                                    <a:pt x="462" y="517"/>
                                    <a:pt x="461" y="517"/>
                                  </a:cubicBezTo>
                                  <a:cubicBezTo>
                                    <a:pt x="461" y="518"/>
                                    <a:pt x="461" y="518"/>
                                    <a:pt x="461" y="518"/>
                                  </a:cubicBezTo>
                                  <a:cubicBezTo>
                                    <a:pt x="461" y="520"/>
                                    <a:pt x="462" y="519"/>
                                    <a:pt x="463" y="519"/>
                                  </a:cubicBezTo>
                                  <a:cubicBezTo>
                                    <a:pt x="464" y="520"/>
                                    <a:pt x="464" y="518"/>
                                    <a:pt x="464" y="518"/>
                                  </a:cubicBezTo>
                                  <a:cubicBezTo>
                                    <a:pt x="464" y="518"/>
                                    <a:pt x="464" y="518"/>
                                    <a:pt x="464" y="518"/>
                                  </a:cubicBezTo>
                                  <a:cubicBezTo>
                                    <a:pt x="464" y="518"/>
                                    <a:pt x="464" y="518"/>
                                    <a:pt x="464" y="518"/>
                                  </a:cubicBezTo>
                                  <a:cubicBezTo>
                                    <a:pt x="465" y="519"/>
                                    <a:pt x="465" y="519"/>
                                    <a:pt x="466" y="519"/>
                                  </a:cubicBezTo>
                                  <a:cubicBezTo>
                                    <a:pt x="466" y="520"/>
                                    <a:pt x="466" y="521"/>
                                    <a:pt x="467" y="521"/>
                                  </a:cubicBezTo>
                                  <a:cubicBezTo>
                                    <a:pt x="468" y="521"/>
                                    <a:pt x="468" y="521"/>
                                    <a:pt x="468" y="522"/>
                                  </a:cubicBezTo>
                                  <a:cubicBezTo>
                                    <a:pt x="466" y="522"/>
                                    <a:pt x="466" y="524"/>
                                    <a:pt x="464" y="523"/>
                                  </a:cubicBezTo>
                                  <a:cubicBezTo>
                                    <a:pt x="463" y="523"/>
                                    <a:pt x="463" y="523"/>
                                    <a:pt x="462" y="523"/>
                                  </a:cubicBezTo>
                                  <a:cubicBezTo>
                                    <a:pt x="465" y="523"/>
                                    <a:pt x="465" y="525"/>
                                    <a:pt x="465" y="527"/>
                                  </a:cubicBezTo>
                                  <a:cubicBezTo>
                                    <a:pt x="465" y="527"/>
                                    <a:pt x="465" y="527"/>
                                    <a:pt x="466" y="528"/>
                                  </a:cubicBezTo>
                                  <a:cubicBezTo>
                                    <a:pt x="467" y="528"/>
                                    <a:pt x="467" y="529"/>
                                    <a:pt x="468" y="529"/>
                                  </a:cubicBezTo>
                                  <a:cubicBezTo>
                                    <a:pt x="468" y="530"/>
                                    <a:pt x="469" y="530"/>
                                    <a:pt x="469" y="530"/>
                                  </a:cubicBezTo>
                                  <a:cubicBezTo>
                                    <a:pt x="469" y="530"/>
                                    <a:pt x="469" y="530"/>
                                    <a:pt x="469" y="530"/>
                                  </a:cubicBezTo>
                                  <a:cubicBezTo>
                                    <a:pt x="469" y="530"/>
                                    <a:pt x="469" y="530"/>
                                    <a:pt x="469" y="530"/>
                                  </a:cubicBezTo>
                                  <a:cubicBezTo>
                                    <a:pt x="470" y="530"/>
                                    <a:pt x="470" y="530"/>
                                    <a:pt x="471" y="531"/>
                                  </a:cubicBezTo>
                                  <a:cubicBezTo>
                                    <a:pt x="471" y="531"/>
                                    <a:pt x="471" y="531"/>
                                    <a:pt x="472" y="531"/>
                                  </a:cubicBezTo>
                                  <a:cubicBezTo>
                                    <a:pt x="473" y="531"/>
                                    <a:pt x="473" y="531"/>
                                    <a:pt x="474" y="532"/>
                                  </a:cubicBezTo>
                                  <a:cubicBezTo>
                                    <a:pt x="474" y="533"/>
                                    <a:pt x="475" y="534"/>
                                    <a:pt x="476" y="532"/>
                                  </a:cubicBezTo>
                                  <a:cubicBezTo>
                                    <a:pt x="477" y="532"/>
                                    <a:pt x="477" y="532"/>
                                    <a:pt x="477" y="532"/>
                                  </a:cubicBezTo>
                                  <a:cubicBezTo>
                                    <a:pt x="478" y="533"/>
                                    <a:pt x="479" y="533"/>
                                    <a:pt x="480" y="533"/>
                                  </a:cubicBezTo>
                                  <a:cubicBezTo>
                                    <a:pt x="479" y="535"/>
                                    <a:pt x="481" y="536"/>
                                    <a:pt x="482" y="538"/>
                                  </a:cubicBezTo>
                                  <a:cubicBezTo>
                                    <a:pt x="482" y="538"/>
                                    <a:pt x="483" y="539"/>
                                    <a:pt x="483" y="539"/>
                                  </a:cubicBezTo>
                                  <a:cubicBezTo>
                                    <a:pt x="484" y="539"/>
                                    <a:pt x="484" y="539"/>
                                    <a:pt x="485" y="540"/>
                                  </a:cubicBezTo>
                                  <a:cubicBezTo>
                                    <a:pt x="485" y="540"/>
                                    <a:pt x="486" y="540"/>
                                    <a:pt x="487" y="541"/>
                                  </a:cubicBezTo>
                                  <a:cubicBezTo>
                                    <a:pt x="489" y="541"/>
                                    <a:pt x="492" y="541"/>
                                    <a:pt x="494" y="542"/>
                                  </a:cubicBezTo>
                                  <a:cubicBezTo>
                                    <a:pt x="495" y="543"/>
                                    <a:pt x="496" y="543"/>
                                    <a:pt x="497" y="544"/>
                                  </a:cubicBezTo>
                                  <a:cubicBezTo>
                                    <a:pt x="498" y="544"/>
                                    <a:pt x="499" y="544"/>
                                    <a:pt x="499" y="545"/>
                                  </a:cubicBezTo>
                                  <a:cubicBezTo>
                                    <a:pt x="500" y="546"/>
                                    <a:pt x="501" y="546"/>
                                    <a:pt x="503" y="546"/>
                                  </a:cubicBezTo>
                                  <a:cubicBezTo>
                                    <a:pt x="503" y="546"/>
                                    <a:pt x="504" y="545"/>
                                    <a:pt x="503" y="545"/>
                                  </a:cubicBezTo>
                                  <a:cubicBezTo>
                                    <a:pt x="503" y="544"/>
                                    <a:pt x="503" y="543"/>
                                    <a:pt x="503" y="542"/>
                                  </a:cubicBezTo>
                                  <a:cubicBezTo>
                                    <a:pt x="503" y="541"/>
                                    <a:pt x="504" y="541"/>
                                    <a:pt x="503" y="541"/>
                                  </a:cubicBezTo>
                                  <a:cubicBezTo>
                                    <a:pt x="502" y="541"/>
                                    <a:pt x="502" y="539"/>
                                    <a:pt x="501" y="540"/>
                                  </a:cubicBezTo>
                                  <a:cubicBezTo>
                                    <a:pt x="501" y="540"/>
                                    <a:pt x="501" y="539"/>
                                    <a:pt x="501" y="539"/>
                                  </a:cubicBezTo>
                                  <a:cubicBezTo>
                                    <a:pt x="501" y="538"/>
                                    <a:pt x="500" y="537"/>
                                    <a:pt x="500" y="536"/>
                                  </a:cubicBezTo>
                                  <a:cubicBezTo>
                                    <a:pt x="499" y="536"/>
                                    <a:pt x="499" y="535"/>
                                    <a:pt x="498" y="535"/>
                                  </a:cubicBezTo>
                                  <a:cubicBezTo>
                                    <a:pt x="497" y="535"/>
                                    <a:pt x="497" y="534"/>
                                    <a:pt x="496" y="533"/>
                                  </a:cubicBezTo>
                                  <a:cubicBezTo>
                                    <a:pt x="496" y="533"/>
                                    <a:pt x="495" y="532"/>
                                    <a:pt x="494" y="531"/>
                                  </a:cubicBezTo>
                                  <a:cubicBezTo>
                                    <a:pt x="494" y="530"/>
                                    <a:pt x="493" y="530"/>
                                    <a:pt x="492" y="530"/>
                                  </a:cubicBezTo>
                                  <a:cubicBezTo>
                                    <a:pt x="492" y="530"/>
                                    <a:pt x="493" y="530"/>
                                    <a:pt x="493" y="529"/>
                                  </a:cubicBezTo>
                                  <a:cubicBezTo>
                                    <a:pt x="492" y="529"/>
                                    <a:pt x="492" y="530"/>
                                    <a:pt x="491" y="530"/>
                                  </a:cubicBezTo>
                                  <a:cubicBezTo>
                                    <a:pt x="491" y="529"/>
                                    <a:pt x="492" y="529"/>
                                    <a:pt x="492" y="529"/>
                                  </a:cubicBezTo>
                                  <a:cubicBezTo>
                                    <a:pt x="491" y="527"/>
                                    <a:pt x="489" y="528"/>
                                    <a:pt x="489" y="526"/>
                                  </a:cubicBezTo>
                                  <a:cubicBezTo>
                                    <a:pt x="488" y="524"/>
                                    <a:pt x="486" y="523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4" y="520"/>
                                    <a:pt x="484" y="519"/>
                                    <a:pt x="483" y="518"/>
                                  </a:cubicBezTo>
                                  <a:cubicBezTo>
                                    <a:pt x="485" y="519"/>
                                    <a:pt x="486" y="518"/>
                                    <a:pt x="487" y="519"/>
                                  </a:cubicBezTo>
                                  <a:cubicBezTo>
                                    <a:pt x="487" y="520"/>
                                    <a:pt x="488" y="520"/>
                                    <a:pt x="489" y="521"/>
                                  </a:cubicBezTo>
                                  <a:cubicBezTo>
                                    <a:pt x="490" y="522"/>
                                    <a:pt x="491" y="523"/>
                                    <a:pt x="492" y="524"/>
                                  </a:cubicBezTo>
                                  <a:cubicBezTo>
                                    <a:pt x="492" y="523"/>
                                    <a:pt x="491" y="522"/>
                                    <a:pt x="491" y="522"/>
                                  </a:cubicBezTo>
                                  <a:cubicBezTo>
                                    <a:pt x="492" y="521"/>
                                    <a:pt x="491" y="520"/>
                                    <a:pt x="491" y="519"/>
                                  </a:cubicBezTo>
                                  <a:cubicBezTo>
                                    <a:pt x="491" y="519"/>
                                    <a:pt x="491" y="519"/>
                                    <a:pt x="491" y="519"/>
                                  </a:cubicBezTo>
                                  <a:cubicBezTo>
                                    <a:pt x="491" y="519"/>
                                    <a:pt x="491" y="519"/>
                                    <a:pt x="492" y="520"/>
                                  </a:cubicBezTo>
                                  <a:cubicBezTo>
                                    <a:pt x="493" y="521"/>
                                    <a:pt x="494" y="523"/>
                                    <a:pt x="495" y="524"/>
                                  </a:cubicBezTo>
                                  <a:cubicBezTo>
                                    <a:pt x="495" y="525"/>
                                    <a:pt x="497" y="525"/>
                                    <a:pt x="497" y="527"/>
                                  </a:cubicBezTo>
                                  <a:cubicBezTo>
                                    <a:pt x="497" y="527"/>
                                    <a:pt x="498" y="527"/>
                                    <a:pt x="498" y="527"/>
                                  </a:cubicBezTo>
                                  <a:cubicBezTo>
                                    <a:pt x="498" y="526"/>
                                    <a:pt x="498" y="527"/>
                                    <a:pt x="498" y="527"/>
                                  </a:cubicBezTo>
                                  <a:cubicBezTo>
                                    <a:pt x="498" y="528"/>
                                    <a:pt x="498" y="528"/>
                                    <a:pt x="498" y="529"/>
                                  </a:cubicBezTo>
                                  <a:cubicBezTo>
                                    <a:pt x="499" y="529"/>
                                    <a:pt x="499" y="529"/>
                                    <a:pt x="499" y="529"/>
                                  </a:cubicBezTo>
                                  <a:cubicBezTo>
                                    <a:pt x="499" y="529"/>
                                    <a:pt x="499" y="528"/>
                                    <a:pt x="499" y="528"/>
                                  </a:cubicBezTo>
                                  <a:cubicBezTo>
                                    <a:pt x="499" y="528"/>
                                    <a:pt x="500" y="528"/>
                                    <a:pt x="500" y="527"/>
                                  </a:cubicBezTo>
                                  <a:cubicBezTo>
                                    <a:pt x="500" y="527"/>
                                    <a:pt x="500" y="527"/>
                                    <a:pt x="500" y="527"/>
                                  </a:cubicBezTo>
                                  <a:cubicBezTo>
                                    <a:pt x="500" y="529"/>
                                    <a:pt x="501" y="529"/>
                                    <a:pt x="502" y="530"/>
                                  </a:cubicBezTo>
                                  <a:cubicBezTo>
                                    <a:pt x="502" y="530"/>
                                    <a:pt x="502" y="530"/>
                                    <a:pt x="503" y="530"/>
                                  </a:cubicBezTo>
                                  <a:cubicBezTo>
                                    <a:pt x="503" y="530"/>
                                    <a:pt x="503" y="530"/>
                                    <a:pt x="503" y="530"/>
                                  </a:cubicBezTo>
                                  <a:cubicBezTo>
                                    <a:pt x="502" y="529"/>
                                    <a:pt x="502" y="529"/>
                                    <a:pt x="502" y="529"/>
                                  </a:cubicBezTo>
                                  <a:cubicBezTo>
                                    <a:pt x="503" y="530"/>
                                    <a:pt x="504" y="529"/>
                                    <a:pt x="504" y="530"/>
                                  </a:cubicBezTo>
                                  <a:cubicBezTo>
                                    <a:pt x="504" y="531"/>
                                    <a:pt x="505" y="531"/>
                                    <a:pt x="505" y="530"/>
                                  </a:cubicBezTo>
                                  <a:cubicBezTo>
                                    <a:pt x="505" y="530"/>
                                    <a:pt x="505" y="530"/>
                                    <a:pt x="505" y="530"/>
                                  </a:cubicBezTo>
                                  <a:cubicBezTo>
                                    <a:pt x="505" y="531"/>
                                    <a:pt x="506" y="532"/>
                                    <a:pt x="506" y="532"/>
                                  </a:cubicBezTo>
                                  <a:cubicBezTo>
                                    <a:pt x="508" y="532"/>
                                    <a:pt x="508" y="533"/>
                                    <a:pt x="508" y="534"/>
                                  </a:cubicBezTo>
                                  <a:cubicBezTo>
                                    <a:pt x="508" y="535"/>
                                    <a:pt x="508" y="536"/>
                                    <a:pt x="510" y="536"/>
                                  </a:cubicBezTo>
                                  <a:cubicBezTo>
                                    <a:pt x="510" y="537"/>
                                    <a:pt x="511" y="536"/>
                                    <a:pt x="511" y="536"/>
                                  </a:cubicBezTo>
                                  <a:cubicBezTo>
                                    <a:pt x="510" y="535"/>
                                    <a:pt x="510" y="533"/>
                                    <a:pt x="509" y="532"/>
                                  </a:cubicBezTo>
                                  <a:cubicBezTo>
                                    <a:pt x="508" y="531"/>
                                    <a:pt x="509" y="531"/>
                                    <a:pt x="509" y="530"/>
                                  </a:cubicBezTo>
                                  <a:cubicBezTo>
                                    <a:pt x="510" y="530"/>
                                    <a:pt x="510" y="531"/>
                                    <a:pt x="511" y="531"/>
                                  </a:cubicBezTo>
                                  <a:cubicBezTo>
                                    <a:pt x="512" y="531"/>
                                    <a:pt x="512" y="531"/>
                                    <a:pt x="512" y="531"/>
                                  </a:cubicBezTo>
                                  <a:cubicBezTo>
                                    <a:pt x="513" y="530"/>
                                    <a:pt x="512" y="530"/>
                                    <a:pt x="512" y="530"/>
                                  </a:cubicBezTo>
                                  <a:cubicBezTo>
                                    <a:pt x="511" y="530"/>
                                    <a:pt x="512" y="530"/>
                                    <a:pt x="512" y="529"/>
                                  </a:cubicBezTo>
                                  <a:cubicBezTo>
                                    <a:pt x="512" y="529"/>
                                    <a:pt x="511" y="528"/>
                                    <a:pt x="511" y="527"/>
                                  </a:cubicBezTo>
                                  <a:cubicBezTo>
                                    <a:pt x="510" y="526"/>
                                    <a:pt x="510" y="527"/>
                                    <a:pt x="511" y="526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0" y="524"/>
                                    <a:pt x="511" y="524"/>
                                    <a:pt x="511" y="524"/>
                                  </a:cubicBezTo>
                                  <a:cubicBezTo>
                                    <a:pt x="511" y="524"/>
                                    <a:pt x="511" y="524"/>
                                    <a:pt x="511" y="524"/>
                                  </a:cubicBezTo>
                                  <a:cubicBezTo>
                                    <a:pt x="511" y="524"/>
                                    <a:pt x="511" y="524"/>
                                    <a:pt x="511" y="524"/>
                                  </a:cubicBezTo>
                                  <a:cubicBezTo>
                                    <a:pt x="512" y="524"/>
                                    <a:pt x="512" y="525"/>
                                    <a:pt x="512" y="525"/>
                                  </a:cubicBezTo>
                                  <a:cubicBezTo>
                                    <a:pt x="512" y="526"/>
                                    <a:pt x="513" y="526"/>
                                    <a:pt x="513" y="526"/>
                                  </a:cubicBezTo>
                                  <a:cubicBezTo>
                                    <a:pt x="513" y="526"/>
                                    <a:pt x="513" y="525"/>
                                    <a:pt x="513" y="525"/>
                                  </a:cubicBezTo>
                                  <a:cubicBezTo>
                                    <a:pt x="514" y="525"/>
                                    <a:pt x="513" y="524"/>
                                    <a:pt x="513" y="523"/>
                                  </a:cubicBezTo>
                                  <a:cubicBezTo>
                                    <a:pt x="514" y="523"/>
                                    <a:pt x="513" y="522"/>
                                    <a:pt x="514" y="521"/>
                                  </a:cubicBezTo>
                                  <a:cubicBezTo>
                                    <a:pt x="514" y="522"/>
                                    <a:pt x="514" y="522"/>
                                    <a:pt x="514" y="523"/>
                                  </a:cubicBezTo>
                                  <a:cubicBezTo>
                                    <a:pt x="515" y="524"/>
                                    <a:pt x="515" y="525"/>
                                    <a:pt x="516" y="525"/>
                                  </a:cubicBezTo>
                                  <a:cubicBezTo>
                                    <a:pt x="515" y="524"/>
                                    <a:pt x="515" y="522"/>
                                    <a:pt x="515" y="521"/>
                                  </a:cubicBezTo>
                                  <a:cubicBezTo>
                                    <a:pt x="515" y="521"/>
                                    <a:pt x="515" y="521"/>
                                    <a:pt x="515" y="521"/>
                                  </a:cubicBezTo>
                                  <a:cubicBezTo>
                                    <a:pt x="515" y="520"/>
                                    <a:pt x="515" y="520"/>
                                    <a:pt x="514" y="519"/>
                                  </a:cubicBezTo>
                                  <a:cubicBezTo>
                                    <a:pt x="514" y="519"/>
                                    <a:pt x="515" y="519"/>
                                    <a:pt x="515" y="518"/>
                                  </a:cubicBezTo>
                                  <a:cubicBezTo>
                                    <a:pt x="515" y="518"/>
                                    <a:pt x="516" y="518"/>
                                    <a:pt x="515" y="517"/>
                                  </a:cubicBezTo>
                                  <a:cubicBezTo>
                                    <a:pt x="515" y="517"/>
                                    <a:pt x="515" y="517"/>
                                    <a:pt x="515" y="518"/>
                                  </a:cubicBezTo>
                                  <a:cubicBezTo>
                                    <a:pt x="514" y="518"/>
                                    <a:pt x="514" y="518"/>
                                    <a:pt x="513" y="518"/>
                                  </a:cubicBezTo>
                                  <a:cubicBezTo>
                                    <a:pt x="513" y="518"/>
                                    <a:pt x="513" y="518"/>
                                    <a:pt x="513" y="517"/>
                                  </a:cubicBezTo>
                                  <a:cubicBezTo>
                                    <a:pt x="513" y="517"/>
                                    <a:pt x="513" y="516"/>
                                    <a:pt x="512" y="516"/>
                                  </a:cubicBezTo>
                                  <a:cubicBezTo>
                                    <a:pt x="511" y="516"/>
                                    <a:pt x="511" y="516"/>
                                    <a:pt x="511" y="516"/>
                                  </a:cubicBezTo>
                                  <a:cubicBezTo>
                                    <a:pt x="511" y="515"/>
                                    <a:pt x="512" y="515"/>
                                    <a:pt x="512" y="515"/>
                                  </a:cubicBezTo>
                                  <a:cubicBezTo>
                                    <a:pt x="512" y="514"/>
                                    <a:pt x="511" y="515"/>
                                    <a:pt x="511" y="515"/>
                                  </a:cubicBezTo>
                                  <a:cubicBezTo>
                                    <a:pt x="510" y="514"/>
                                    <a:pt x="509" y="515"/>
                                    <a:pt x="509" y="514"/>
                                  </a:cubicBezTo>
                                  <a:cubicBezTo>
                                    <a:pt x="509" y="513"/>
                                    <a:pt x="508" y="512"/>
                                    <a:pt x="508" y="511"/>
                                  </a:cubicBezTo>
                                  <a:cubicBezTo>
                                    <a:pt x="507" y="511"/>
                                    <a:pt x="507" y="511"/>
                                    <a:pt x="507" y="511"/>
                                  </a:cubicBezTo>
                                  <a:cubicBezTo>
                                    <a:pt x="507" y="511"/>
                                    <a:pt x="507" y="510"/>
                                    <a:pt x="506" y="510"/>
                                  </a:cubicBezTo>
                                  <a:cubicBezTo>
                                    <a:pt x="506" y="510"/>
                                    <a:pt x="507" y="510"/>
                                    <a:pt x="507" y="510"/>
                                  </a:cubicBezTo>
                                  <a:cubicBezTo>
                                    <a:pt x="507" y="509"/>
                                    <a:pt x="509" y="511"/>
                                    <a:pt x="509" y="509"/>
                                  </a:cubicBezTo>
                                  <a:cubicBezTo>
                                    <a:pt x="509" y="508"/>
                                    <a:pt x="509" y="508"/>
                                    <a:pt x="509" y="508"/>
                                  </a:cubicBezTo>
                                  <a:cubicBezTo>
                                    <a:pt x="509" y="508"/>
                                    <a:pt x="510" y="508"/>
                                    <a:pt x="509" y="507"/>
                                  </a:cubicBezTo>
                                  <a:cubicBezTo>
                                    <a:pt x="509" y="507"/>
                                    <a:pt x="509" y="507"/>
                                    <a:pt x="508" y="507"/>
                                  </a:cubicBezTo>
                                  <a:cubicBezTo>
                                    <a:pt x="508" y="507"/>
                                    <a:pt x="508" y="507"/>
                                    <a:pt x="507" y="507"/>
                                  </a:cubicBezTo>
                                  <a:cubicBezTo>
                                    <a:pt x="507" y="507"/>
                                    <a:pt x="506" y="507"/>
                                    <a:pt x="506" y="506"/>
                                  </a:cubicBezTo>
                                  <a:cubicBezTo>
                                    <a:pt x="505" y="506"/>
                                    <a:pt x="506" y="505"/>
                                    <a:pt x="506" y="505"/>
                                  </a:cubicBezTo>
                                  <a:cubicBezTo>
                                    <a:pt x="506" y="504"/>
                                    <a:pt x="506" y="504"/>
                                    <a:pt x="506" y="504"/>
                                  </a:cubicBezTo>
                                  <a:cubicBezTo>
                                    <a:pt x="506" y="503"/>
                                    <a:pt x="506" y="503"/>
                                    <a:pt x="506" y="503"/>
                                  </a:cubicBezTo>
                                  <a:cubicBezTo>
                                    <a:pt x="505" y="502"/>
                                    <a:pt x="506" y="503"/>
                                    <a:pt x="505" y="503"/>
                                  </a:cubicBezTo>
                                  <a:cubicBezTo>
                                    <a:pt x="505" y="502"/>
                                    <a:pt x="505" y="502"/>
                                    <a:pt x="504" y="501"/>
                                  </a:cubicBezTo>
                                  <a:cubicBezTo>
                                    <a:pt x="504" y="502"/>
                                    <a:pt x="505" y="503"/>
                                    <a:pt x="504" y="503"/>
                                  </a:cubicBezTo>
                                  <a:cubicBezTo>
                                    <a:pt x="503" y="503"/>
                                    <a:pt x="504" y="502"/>
                                    <a:pt x="503" y="501"/>
                                  </a:cubicBezTo>
                                  <a:cubicBezTo>
                                    <a:pt x="503" y="502"/>
                                    <a:pt x="503" y="503"/>
                                    <a:pt x="503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1" y="502"/>
                                    <a:pt x="502" y="502"/>
                                  </a:cubicBezTo>
                                  <a:cubicBezTo>
                                    <a:pt x="503" y="502"/>
                                    <a:pt x="502" y="501"/>
                                    <a:pt x="502" y="501"/>
                                  </a:cubicBezTo>
                                  <a:cubicBezTo>
                                    <a:pt x="501" y="500"/>
                                    <a:pt x="501" y="500"/>
                                    <a:pt x="500" y="500"/>
                                  </a:cubicBezTo>
                                  <a:cubicBezTo>
                                    <a:pt x="500" y="500"/>
                                    <a:pt x="500" y="500"/>
                                    <a:pt x="500" y="500"/>
                                  </a:cubicBezTo>
                                  <a:cubicBezTo>
                                    <a:pt x="500" y="500"/>
                                    <a:pt x="500" y="499"/>
                                    <a:pt x="499" y="499"/>
                                  </a:cubicBezTo>
                                  <a:cubicBezTo>
                                    <a:pt x="499" y="500"/>
                                    <a:pt x="499" y="501"/>
                                    <a:pt x="499" y="501"/>
                                  </a:cubicBezTo>
                                  <a:cubicBezTo>
                                    <a:pt x="498" y="500"/>
                                    <a:pt x="498" y="500"/>
                                    <a:pt x="497" y="498"/>
                                  </a:cubicBezTo>
                                  <a:cubicBezTo>
                                    <a:pt x="497" y="498"/>
                                    <a:pt x="497" y="497"/>
                                    <a:pt x="497" y="497"/>
                                  </a:cubicBezTo>
                                  <a:cubicBezTo>
                                    <a:pt x="497" y="496"/>
                                    <a:pt x="497" y="496"/>
                                    <a:pt x="497" y="496"/>
                                  </a:cubicBezTo>
                                  <a:cubicBezTo>
                                    <a:pt x="495" y="495"/>
                                    <a:pt x="496" y="494"/>
                                    <a:pt x="496" y="493"/>
                                  </a:cubicBezTo>
                                  <a:cubicBezTo>
                                    <a:pt x="496" y="493"/>
                                    <a:pt x="496" y="493"/>
                                    <a:pt x="496" y="493"/>
                                  </a:cubicBezTo>
                                  <a:cubicBezTo>
                                    <a:pt x="496" y="492"/>
                                    <a:pt x="496" y="492"/>
                                    <a:pt x="497" y="492"/>
                                  </a:cubicBezTo>
                                  <a:cubicBezTo>
                                    <a:pt x="496" y="491"/>
                                    <a:pt x="495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0"/>
                                    <a:pt x="494" y="490"/>
                                  </a:cubicBezTo>
                                  <a:cubicBezTo>
                                    <a:pt x="494" y="490"/>
                                    <a:pt x="494" y="490"/>
                                    <a:pt x="494" y="490"/>
                                  </a:cubicBezTo>
                                  <a:cubicBezTo>
                                    <a:pt x="494" y="490"/>
                                    <a:pt x="494" y="490"/>
                                    <a:pt x="494" y="490"/>
                                  </a:cubicBezTo>
                                  <a:cubicBezTo>
                                    <a:pt x="496" y="490"/>
                                    <a:pt x="495" y="489"/>
                                    <a:pt x="495" y="489"/>
                                  </a:cubicBezTo>
                                  <a:cubicBezTo>
                                    <a:pt x="495" y="489"/>
                                    <a:pt x="495" y="489"/>
                                    <a:pt x="495" y="489"/>
                                  </a:cubicBezTo>
                                  <a:cubicBezTo>
                                    <a:pt x="494" y="489"/>
                                    <a:pt x="494" y="488"/>
                                    <a:pt x="494" y="488"/>
                                  </a:cubicBezTo>
                                  <a:cubicBezTo>
                                    <a:pt x="493" y="488"/>
                                    <a:pt x="492" y="488"/>
                                    <a:pt x="492" y="489"/>
                                  </a:cubicBezTo>
                                  <a:cubicBezTo>
                                    <a:pt x="492" y="489"/>
                                    <a:pt x="492" y="489"/>
                                    <a:pt x="492" y="489"/>
                                  </a:cubicBezTo>
                                  <a:cubicBezTo>
                                    <a:pt x="491" y="489"/>
                                    <a:pt x="491" y="490"/>
                                    <a:pt x="490" y="490"/>
                                  </a:cubicBezTo>
                                  <a:cubicBezTo>
                                    <a:pt x="490" y="490"/>
                                    <a:pt x="490" y="490"/>
                                    <a:pt x="490" y="489"/>
                                  </a:cubicBezTo>
                                  <a:cubicBezTo>
                                    <a:pt x="490" y="489"/>
                                    <a:pt x="490" y="489"/>
                                    <a:pt x="490" y="489"/>
                                  </a:cubicBezTo>
                                  <a:cubicBezTo>
                                    <a:pt x="490" y="489"/>
                                    <a:pt x="490" y="489"/>
                                    <a:pt x="490" y="489"/>
                                  </a:cubicBezTo>
                                  <a:cubicBezTo>
                                    <a:pt x="490" y="489"/>
                                    <a:pt x="491" y="488"/>
                                    <a:pt x="490" y="488"/>
                                  </a:cubicBezTo>
                                  <a:cubicBezTo>
                                    <a:pt x="490" y="487"/>
                                    <a:pt x="490" y="487"/>
                                    <a:pt x="490" y="487"/>
                                  </a:cubicBezTo>
                                  <a:cubicBezTo>
                                    <a:pt x="490" y="487"/>
                                    <a:pt x="490" y="487"/>
                                    <a:pt x="490" y="487"/>
                                  </a:cubicBezTo>
                                  <a:cubicBezTo>
                                    <a:pt x="492" y="486"/>
                                    <a:pt x="490" y="485"/>
                                    <a:pt x="490" y="485"/>
                                  </a:cubicBezTo>
                                  <a:cubicBezTo>
                                    <a:pt x="490" y="485"/>
                                    <a:pt x="490" y="485"/>
                                    <a:pt x="490" y="485"/>
                                  </a:cubicBezTo>
                                  <a:cubicBezTo>
                                    <a:pt x="490" y="484"/>
                                    <a:pt x="491" y="485"/>
                                    <a:pt x="491" y="484"/>
                                  </a:cubicBezTo>
                                  <a:cubicBezTo>
                                    <a:pt x="491" y="484"/>
                                    <a:pt x="491" y="484"/>
                                    <a:pt x="491" y="484"/>
                                  </a:cubicBezTo>
                                  <a:cubicBezTo>
                                    <a:pt x="491" y="484"/>
                                    <a:pt x="491" y="484"/>
                                    <a:pt x="491" y="484"/>
                                  </a:cubicBezTo>
                                  <a:cubicBezTo>
                                    <a:pt x="492" y="484"/>
                                    <a:pt x="492" y="484"/>
                                    <a:pt x="492" y="484"/>
                                  </a:cubicBezTo>
                                  <a:cubicBezTo>
                                    <a:pt x="492" y="484"/>
                                    <a:pt x="492" y="484"/>
                                    <a:pt x="492" y="484"/>
                                  </a:cubicBezTo>
                                  <a:cubicBezTo>
                                    <a:pt x="493" y="485"/>
                                    <a:pt x="494" y="484"/>
                                    <a:pt x="495" y="484"/>
                                  </a:cubicBezTo>
                                  <a:cubicBezTo>
                                    <a:pt x="496" y="484"/>
                                    <a:pt x="495" y="483"/>
                                    <a:pt x="495" y="483"/>
                                  </a:cubicBezTo>
                                  <a:cubicBezTo>
                                    <a:pt x="495" y="483"/>
                                    <a:pt x="495" y="482"/>
                                    <a:pt x="495" y="482"/>
                                  </a:cubicBezTo>
                                  <a:cubicBezTo>
                                    <a:pt x="495" y="482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4" y="481"/>
                                    <a:pt x="493" y="480"/>
                                    <a:pt x="493" y="480"/>
                                  </a:cubicBezTo>
                                  <a:cubicBezTo>
                                    <a:pt x="493" y="480"/>
                                    <a:pt x="493" y="480"/>
                                    <a:pt x="493" y="480"/>
                                  </a:cubicBezTo>
                                  <a:cubicBezTo>
                                    <a:pt x="493" y="479"/>
                                    <a:pt x="491" y="479"/>
                                    <a:pt x="492" y="478"/>
                                  </a:cubicBezTo>
                                  <a:cubicBezTo>
                                    <a:pt x="492" y="477"/>
                                    <a:pt x="491" y="476"/>
                                    <a:pt x="490" y="475"/>
                                  </a:cubicBezTo>
                                  <a:cubicBezTo>
                                    <a:pt x="490" y="475"/>
                                    <a:pt x="490" y="475"/>
                                    <a:pt x="490" y="475"/>
                                  </a:cubicBezTo>
                                  <a:cubicBezTo>
                                    <a:pt x="490" y="475"/>
                                    <a:pt x="490" y="474"/>
                                    <a:pt x="490" y="474"/>
                                  </a:cubicBezTo>
                                  <a:cubicBezTo>
                                    <a:pt x="491" y="475"/>
                                    <a:pt x="493" y="476"/>
                                    <a:pt x="493" y="477"/>
                                  </a:cubicBezTo>
                                  <a:cubicBezTo>
                                    <a:pt x="494" y="478"/>
                                    <a:pt x="495" y="478"/>
                                    <a:pt x="495" y="478"/>
                                  </a:cubicBezTo>
                                  <a:cubicBezTo>
                                    <a:pt x="496" y="477"/>
                                    <a:pt x="495" y="477"/>
                                    <a:pt x="495" y="477"/>
                                  </a:cubicBezTo>
                                  <a:cubicBezTo>
                                    <a:pt x="495" y="476"/>
                                    <a:pt x="495" y="476"/>
                                    <a:pt x="495" y="476"/>
                                  </a:cubicBezTo>
                                  <a:cubicBezTo>
                                    <a:pt x="496" y="477"/>
                                    <a:pt x="496" y="476"/>
                                    <a:pt x="495" y="475"/>
                                  </a:cubicBezTo>
                                  <a:cubicBezTo>
                                    <a:pt x="496" y="475"/>
                                    <a:pt x="497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9" y="477"/>
                                    <a:pt x="497" y="475"/>
                                    <a:pt x="497" y="476"/>
                                  </a:cubicBezTo>
                                  <a:cubicBezTo>
                                    <a:pt x="497" y="476"/>
                                    <a:pt x="498" y="476"/>
                                    <a:pt x="497" y="477"/>
                                  </a:cubicBezTo>
                                  <a:cubicBezTo>
                                    <a:pt x="497" y="477"/>
                                    <a:pt x="497" y="476"/>
                                    <a:pt x="496" y="476"/>
                                  </a:cubicBezTo>
                                  <a:cubicBezTo>
                                    <a:pt x="496" y="477"/>
                                    <a:pt x="497" y="477"/>
                                    <a:pt x="498" y="477"/>
                                  </a:cubicBezTo>
                                  <a:cubicBezTo>
                                    <a:pt x="499" y="478"/>
                                    <a:pt x="499" y="477"/>
                                    <a:pt x="499" y="476"/>
                                  </a:cubicBezTo>
                                  <a:cubicBezTo>
                                    <a:pt x="499" y="476"/>
                                    <a:pt x="500" y="475"/>
                                    <a:pt x="500" y="477"/>
                                  </a:cubicBezTo>
                                  <a:cubicBezTo>
                                    <a:pt x="500" y="477"/>
                                    <a:pt x="500" y="478"/>
                                    <a:pt x="500" y="478"/>
                                  </a:cubicBezTo>
                                  <a:cubicBezTo>
                                    <a:pt x="500" y="479"/>
                                    <a:pt x="500" y="479"/>
                                    <a:pt x="500" y="479"/>
                                  </a:cubicBezTo>
                                  <a:cubicBezTo>
                                    <a:pt x="501" y="479"/>
                                    <a:pt x="501" y="479"/>
                                    <a:pt x="502" y="480"/>
                                  </a:cubicBezTo>
                                  <a:cubicBezTo>
                                    <a:pt x="502" y="480"/>
                                    <a:pt x="503" y="481"/>
                                    <a:pt x="503" y="481"/>
                                  </a:cubicBezTo>
                                  <a:cubicBezTo>
                                    <a:pt x="503" y="481"/>
                                    <a:pt x="503" y="481"/>
                                    <a:pt x="503" y="481"/>
                                  </a:cubicBezTo>
                                  <a:cubicBezTo>
                                    <a:pt x="503" y="481"/>
                                    <a:pt x="503" y="481"/>
                                    <a:pt x="503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3" y="483"/>
                                    <a:pt x="504" y="483"/>
                                    <a:pt x="505" y="483"/>
                                  </a:cubicBezTo>
                                  <a:cubicBezTo>
                                    <a:pt x="505" y="483"/>
                                    <a:pt x="505" y="483"/>
                                    <a:pt x="505" y="483"/>
                                  </a:cubicBezTo>
                                  <a:cubicBezTo>
                                    <a:pt x="505" y="483"/>
                                    <a:pt x="505" y="483"/>
                                    <a:pt x="505" y="483"/>
                                  </a:cubicBezTo>
                                  <a:cubicBezTo>
                                    <a:pt x="507" y="483"/>
                                    <a:pt x="508" y="483"/>
                                    <a:pt x="510" y="482"/>
                                  </a:cubicBezTo>
                                  <a:cubicBezTo>
                                    <a:pt x="510" y="481"/>
                                    <a:pt x="510" y="482"/>
                                    <a:pt x="511" y="481"/>
                                  </a:cubicBezTo>
                                  <a:cubicBezTo>
                                    <a:pt x="511" y="481"/>
                                    <a:pt x="511" y="481"/>
                                    <a:pt x="511" y="481"/>
                                  </a:cubicBezTo>
                                  <a:cubicBezTo>
                                    <a:pt x="511" y="481"/>
                                    <a:pt x="511" y="481"/>
                                    <a:pt x="511" y="481"/>
                                  </a:cubicBezTo>
                                  <a:cubicBezTo>
                                    <a:pt x="511" y="482"/>
                                    <a:pt x="511" y="482"/>
                                    <a:pt x="511" y="483"/>
                                  </a:cubicBezTo>
                                  <a:cubicBezTo>
                                    <a:pt x="511" y="483"/>
                                    <a:pt x="510" y="483"/>
                                    <a:pt x="510" y="483"/>
                                  </a:cubicBezTo>
                                  <a:cubicBezTo>
                                    <a:pt x="510" y="483"/>
                                    <a:pt x="510" y="483"/>
                                    <a:pt x="510" y="483"/>
                                  </a:cubicBezTo>
                                  <a:cubicBezTo>
                                    <a:pt x="510" y="483"/>
                                    <a:pt x="510" y="483"/>
                                    <a:pt x="510" y="483"/>
                                  </a:cubicBezTo>
                                  <a:cubicBezTo>
                                    <a:pt x="507" y="484"/>
                                    <a:pt x="507" y="485"/>
                                    <a:pt x="507" y="487"/>
                                  </a:cubicBezTo>
                                  <a:cubicBezTo>
                                    <a:pt x="507" y="488"/>
                                    <a:pt x="507" y="488"/>
                                    <a:pt x="507" y="488"/>
                                  </a:cubicBezTo>
                                  <a:cubicBezTo>
                                    <a:pt x="508" y="488"/>
                                    <a:pt x="509" y="488"/>
                                    <a:pt x="510" y="488"/>
                                  </a:cubicBezTo>
                                  <a:cubicBezTo>
                                    <a:pt x="509" y="488"/>
                                    <a:pt x="509" y="489"/>
                                    <a:pt x="508" y="489"/>
                                  </a:cubicBezTo>
                                  <a:cubicBezTo>
                                    <a:pt x="508" y="489"/>
                                    <a:pt x="508" y="489"/>
                                    <a:pt x="508" y="490"/>
                                  </a:cubicBezTo>
                                  <a:cubicBezTo>
                                    <a:pt x="508" y="490"/>
                                    <a:pt x="508" y="490"/>
                                    <a:pt x="509" y="490"/>
                                  </a:cubicBezTo>
                                  <a:cubicBezTo>
                                    <a:pt x="510" y="490"/>
                                    <a:pt x="510" y="489"/>
                                    <a:pt x="511" y="489"/>
                                  </a:cubicBezTo>
                                  <a:cubicBezTo>
                                    <a:pt x="511" y="490"/>
                                    <a:pt x="510" y="490"/>
                                    <a:pt x="510" y="490"/>
                                  </a:cubicBezTo>
                                  <a:cubicBezTo>
                                    <a:pt x="509" y="491"/>
                                    <a:pt x="509" y="492"/>
                                    <a:pt x="510" y="493"/>
                                  </a:cubicBezTo>
                                  <a:cubicBezTo>
                                    <a:pt x="511" y="493"/>
                                    <a:pt x="511" y="494"/>
                                    <a:pt x="511" y="494"/>
                                  </a:cubicBezTo>
                                  <a:cubicBezTo>
                                    <a:pt x="511" y="494"/>
                                    <a:pt x="511" y="494"/>
                                    <a:pt x="511" y="494"/>
                                  </a:cubicBezTo>
                                  <a:cubicBezTo>
                                    <a:pt x="511" y="494"/>
                                    <a:pt x="511" y="494"/>
                                    <a:pt x="511" y="494"/>
                                  </a:cubicBezTo>
                                  <a:cubicBezTo>
                                    <a:pt x="512" y="495"/>
                                    <a:pt x="512" y="496"/>
                                    <a:pt x="513" y="497"/>
                                  </a:cubicBezTo>
                                  <a:cubicBezTo>
                                    <a:pt x="513" y="497"/>
                                    <a:pt x="514" y="496"/>
                                    <a:pt x="514" y="495"/>
                                  </a:cubicBezTo>
                                  <a:cubicBezTo>
                                    <a:pt x="514" y="495"/>
                                    <a:pt x="513" y="494"/>
                                    <a:pt x="514" y="494"/>
                                  </a:cubicBezTo>
                                  <a:cubicBezTo>
                                    <a:pt x="514" y="494"/>
                                    <a:pt x="514" y="494"/>
                                    <a:pt x="514" y="495"/>
                                  </a:cubicBezTo>
                                  <a:cubicBezTo>
                                    <a:pt x="514" y="494"/>
                                    <a:pt x="514" y="494"/>
                                    <a:pt x="514" y="494"/>
                                  </a:cubicBezTo>
                                  <a:cubicBezTo>
                                    <a:pt x="514" y="494"/>
                                    <a:pt x="514" y="494"/>
                                    <a:pt x="514" y="495"/>
                                  </a:cubicBezTo>
                                  <a:cubicBezTo>
                                    <a:pt x="514" y="495"/>
                                    <a:pt x="514" y="496"/>
                                    <a:pt x="515" y="496"/>
                                  </a:cubicBezTo>
                                  <a:cubicBezTo>
                                    <a:pt x="515" y="496"/>
                                    <a:pt x="515" y="496"/>
                                    <a:pt x="515" y="497"/>
                                  </a:cubicBezTo>
                                  <a:cubicBezTo>
                                    <a:pt x="515" y="497"/>
                                    <a:pt x="516" y="498"/>
                                    <a:pt x="516" y="498"/>
                                  </a:cubicBezTo>
                                  <a:cubicBezTo>
                                    <a:pt x="516" y="497"/>
                                    <a:pt x="517" y="497"/>
                                    <a:pt x="518" y="497"/>
                                  </a:cubicBezTo>
                                  <a:cubicBezTo>
                                    <a:pt x="517" y="498"/>
                                    <a:pt x="518" y="498"/>
                                    <a:pt x="518" y="499"/>
                                  </a:cubicBezTo>
                                  <a:cubicBezTo>
                                    <a:pt x="519" y="499"/>
                                    <a:pt x="519" y="500"/>
                                    <a:pt x="520" y="500"/>
                                  </a:cubicBezTo>
                                  <a:cubicBezTo>
                                    <a:pt x="519" y="499"/>
                                    <a:pt x="521" y="499"/>
                                    <a:pt x="520" y="498"/>
                                  </a:cubicBezTo>
                                  <a:cubicBezTo>
                                    <a:pt x="520" y="497"/>
                                    <a:pt x="521" y="495"/>
                                    <a:pt x="521" y="494"/>
                                  </a:cubicBezTo>
                                  <a:cubicBezTo>
                                    <a:pt x="521" y="494"/>
                                    <a:pt x="521" y="496"/>
                                    <a:pt x="522" y="495"/>
                                  </a:cubicBezTo>
                                  <a:cubicBezTo>
                                    <a:pt x="522" y="494"/>
                                    <a:pt x="521" y="494"/>
                                    <a:pt x="521" y="493"/>
                                  </a:cubicBezTo>
                                  <a:cubicBezTo>
                                    <a:pt x="521" y="493"/>
                                    <a:pt x="521" y="493"/>
                                    <a:pt x="521" y="493"/>
                                  </a:cubicBezTo>
                                  <a:cubicBezTo>
                                    <a:pt x="521" y="493"/>
                                    <a:pt x="521" y="493"/>
                                    <a:pt x="521" y="493"/>
                                  </a:cubicBezTo>
                                  <a:cubicBezTo>
                                    <a:pt x="520" y="493"/>
                                    <a:pt x="520" y="492"/>
                                    <a:pt x="519" y="492"/>
                                  </a:cubicBezTo>
                                  <a:cubicBezTo>
                                    <a:pt x="520" y="491"/>
                                    <a:pt x="520" y="492"/>
                                    <a:pt x="521" y="492"/>
                                  </a:cubicBezTo>
                                  <a:cubicBezTo>
                                    <a:pt x="521" y="491"/>
                                    <a:pt x="519" y="491"/>
                                    <a:pt x="520" y="490"/>
                                  </a:cubicBezTo>
                                  <a:cubicBezTo>
                                    <a:pt x="520" y="490"/>
                                    <a:pt x="520" y="491"/>
                                    <a:pt x="521" y="490"/>
                                  </a:cubicBezTo>
                                  <a:cubicBezTo>
                                    <a:pt x="521" y="490"/>
                                    <a:pt x="521" y="490"/>
                                    <a:pt x="521" y="489"/>
                                  </a:cubicBezTo>
                                  <a:cubicBezTo>
                                    <a:pt x="521" y="489"/>
                                    <a:pt x="521" y="489"/>
                                    <a:pt x="521" y="489"/>
                                  </a:cubicBezTo>
                                  <a:cubicBezTo>
                                    <a:pt x="520" y="489"/>
                                    <a:pt x="520" y="489"/>
                                    <a:pt x="520" y="489"/>
                                  </a:cubicBezTo>
                                  <a:cubicBezTo>
                                    <a:pt x="520" y="489"/>
                                    <a:pt x="520" y="489"/>
                                    <a:pt x="520" y="489"/>
                                  </a:cubicBezTo>
                                  <a:cubicBezTo>
                                    <a:pt x="520" y="488"/>
                                    <a:pt x="520" y="488"/>
                                    <a:pt x="520" y="488"/>
                                  </a:cubicBezTo>
                                  <a:cubicBezTo>
                                    <a:pt x="521" y="488"/>
                                    <a:pt x="521" y="488"/>
                                    <a:pt x="521" y="488"/>
                                  </a:cubicBezTo>
                                  <a:cubicBezTo>
                                    <a:pt x="521" y="488"/>
                                    <a:pt x="521" y="488"/>
                                    <a:pt x="521" y="488"/>
                                  </a:cubicBezTo>
                                  <a:cubicBezTo>
                                    <a:pt x="521" y="488"/>
                                    <a:pt x="521" y="487"/>
                                    <a:pt x="521" y="487"/>
                                  </a:cubicBezTo>
                                  <a:cubicBezTo>
                                    <a:pt x="521" y="487"/>
                                    <a:pt x="521" y="487"/>
                                    <a:pt x="521" y="487"/>
                                  </a:cubicBezTo>
                                  <a:cubicBezTo>
                                    <a:pt x="521" y="487"/>
                                    <a:pt x="521" y="487"/>
                                    <a:pt x="521" y="487"/>
                                  </a:cubicBezTo>
                                  <a:cubicBezTo>
                                    <a:pt x="522" y="488"/>
                                    <a:pt x="522" y="489"/>
                                    <a:pt x="523" y="489"/>
                                  </a:cubicBezTo>
                                  <a:cubicBezTo>
                                    <a:pt x="524" y="489"/>
                                    <a:pt x="525" y="490"/>
                                    <a:pt x="526" y="489"/>
                                  </a:cubicBezTo>
                                  <a:cubicBezTo>
                                    <a:pt x="526" y="488"/>
                                    <a:pt x="527" y="486"/>
                                    <a:pt x="525" y="486"/>
                                  </a:cubicBezTo>
                                  <a:cubicBezTo>
                                    <a:pt x="525" y="486"/>
                                    <a:pt x="525" y="486"/>
                                    <a:pt x="525" y="485"/>
                                  </a:cubicBezTo>
                                  <a:cubicBezTo>
                                    <a:pt x="525" y="485"/>
                                    <a:pt x="525" y="485"/>
                                    <a:pt x="525" y="485"/>
                                  </a:cubicBezTo>
                                  <a:cubicBezTo>
                                    <a:pt x="526" y="485"/>
                                    <a:pt x="527" y="487"/>
                                    <a:pt x="528" y="486"/>
                                  </a:cubicBezTo>
                                  <a:cubicBezTo>
                                    <a:pt x="528" y="485"/>
                                    <a:pt x="527" y="484"/>
                                    <a:pt x="527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30" y="482"/>
                                    <a:pt x="530" y="482"/>
                                    <a:pt x="529" y="481"/>
                                  </a:cubicBezTo>
                                  <a:cubicBezTo>
                                    <a:pt x="528" y="480"/>
                                    <a:pt x="527" y="479"/>
                                    <a:pt x="526" y="479"/>
                                  </a:cubicBezTo>
                                  <a:cubicBezTo>
                                    <a:pt x="525" y="479"/>
                                    <a:pt x="525" y="479"/>
                                    <a:pt x="525" y="478"/>
                                  </a:cubicBezTo>
                                  <a:cubicBezTo>
                                    <a:pt x="525" y="480"/>
                                    <a:pt x="526" y="479"/>
                                    <a:pt x="527" y="478"/>
                                  </a:cubicBezTo>
                                  <a:cubicBezTo>
                                    <a:pt x="528" y="478"/>
                                    <a:pt x="528" y="477"/>
                                    <a:pt x="527" y="477"/>
                                  </a:cubicBezTo>
                                  <a:cubicBezTo>
                                    <a:pt x="527" y="476"/>
                                    <a:pt x="526" y="476"/>
                                    <a:pt x="527" y="476"/>
                                  </a:cubicBezTo>
                                  <a:cubicBezTo>
                                    <a:pt x="527" y="475"/>
                                    <a:pt x="528" y="476"/>
                                    <a:pt x="528" y="476"/>
                                  </a:cubicBezTo>
                                  <a:cubicBezTo>
                                    <a:pt x="529" y="476"/>
                                    <a:pt x="529" y="477"/>
                                    <a:pt x="529" y="477"/>
                                  </a:cubicBezTo>
                                  <a:cubicBezTo>
                                    <a:pt x="531" y="478"/>
                                    <a:pt x="532" y="477"/>
                                    <a:pt x="533" y="477"/>
                                  </a:cubicBezTo>
                                  <a:cubicBezTo>
                                    <a:pt x="533" y="477"/>
                                    <a:pt x="534" y="477"/>
                                    <a:pt x="534" y="477"/>
                                  </a:cubicBezTo>
                                  <a:cubicBezTo>
                                    <a:pt x="534" y="476"/>
                                    <a:pt x="533" y="476"/>
                                    <a:pt x="533" y="476"/>
                                  </a:cubicBezTo>
                                  <a:cubicBezTo>
                                    <a:pt x="533" y="476"/>
                                    <a:pt x="532" y="476"/>
                                    <a:pt x="532" y="476"/>
                                  </a:cubicBezTo>
                                  <a:cubicBezTo>
                                    <a:pt x="532" y="475"/>
                                    <a:pt x="533" y="475"/>
                                    <a:pt x="533" y="474"/>
                                  </a:cubicBezTo>
                                  <a:cubicBezTo>
                                    <a:pt x="533" y="474"/>
                                    <a:pt x="534" y="474"/>
                                    <a:pt x="534" y="473"/>
                                  </a:cubicBezTo>
                                  <a:cubicBezTo>
                                    <a:pt x="534" y="473"/>
                                    <a:pt x="534" y="473"/>
                                    <a:pt x="534" y="473"/>
                                  </a:cubicBezTo>
                                  <a:cubicBezTo>
                                    <a:pt x="534" y="473"/>
                                    <a:pt x="534" y="473"/>
                                    <a:pt x="534" y="473"/>
                                  </a:cubicBezTo>
                                  <a:cubicBezTo>
                                    <a:pt x="534" y="473"/>
                                    <a:pt x="535" y="473"/>
                                    <a:pt x="535" y="472"/>
                                  </a:cubicBezTo>
                                  <a:close/>
                                  <a:moveTo>
                                    <a:pt x="401" y="335"/>
                                  </a:move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lose/>
                                  <a:moveTo>
                                    <a:pt x="458" y="471"/>
                                  </a:moveTo>
                                  <a:cubicBezTo>
                                    <a:pt x="458" y="471"/>
                                    <a:pt x="458" y="471"/>
                                    <a:pt x="458" y="471"/>
                                  </a:cubicBezTo>
                                  <a:cubicBezTo>
                                    <a:pt x="458" y="471"/>
                                    <a:pt x="458" y="471"/>
                                    <a:pt x="459" y="471"/>
                                  </a:cubicBezTo>
                                  <a:cubicBezTo>
                                    <a:pt x="458" y="471"/>
                                    <a:pt x="458" y="471"/>
                                    <a:pt x="458" y="471"/>
                                  </a:cubicBezTo>
                                  <a:close/>
                                  <a:moveTo>
                                    <a:pt x="466" y="398"/>
                                  </a:move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lose/>
                                  <a:moveTo>
                                    <a:pt x="477" y="419"/>
                                  </a:moveTo>
                                  <a:cubicBezTo>
                                    <a:pt x="477" y="419"/>
                                    <a:pt x="477" y="419"/>
                                    <a:pt x="477" y="419"/>
                                  </a:cubicBezTo>
                                  <a:cubicBezTo>
                                    <a:pt x="477" y="419"/>
                                    <a:pt x="477" y="419"/>
                                    <a:pt x="477" y="419"/>
                                  </a:cubicBezTo>
                                  <a:close/>
                                  <a:moveTo>
                                    <a:pt x="515" y="455"/>
                                  </a:moveTo>
                                  <a:cubicBezTo>
                                    <a:pt x="515" y="455"/>
                                    <a:pt x="515" y="455"/>
                                    <a:pt x="515" y="455"/>
                                  </a:cubicBezTo>
                                  <a:cubicBezTo>
                                    <a:pt x="515" y="455"/>
                                    <a:pt x="515" y="455"/>
                                    <a:pt x="515" y="455"/>
                                  </a:cubicBezTo>
                                  <a:close/>
                                  <a:moveTo>
                                    <a:pt x="414" y="433"/>
                                  </a:moveTo>
                                  <a:cubicBezTo>
                                    <a:pt x="413" y="433"/>
                                    <a:pt x="413" y="432"/>
                                    <a:pt x="413" y="431"/>
                                  </a:cubicBezTo>
                                  <a:cubicBezTo>
                                    <a:pt x="414" y="430"/>
                                    <a:pt x="414" y="428"/>
                                    <a:pt x="416" y="427"/>
                                  </a:cubicBezTo>
                                  <a:cubicBezTo>
                                    <a:pt x="416" y="427"/>
                                    <a:pt x="417" y="427"/>
                                    <a:pt x="417" y="427"/>
                                  </a:cubicBezTo>
                                  <a:cubicBezTo>
                                    <a:pt x="417" y="425"/>
                                    <a:pt x="418" y="425"/>
                                    <a:pt x="418" y="423"/>
                                  </a:cubicBezTo>
                                  <a:cubicBezTo>
                                    <a:pt x="418" y="423"/>
                                    <a:pt x="419" y="422"/>
                                    <a:pt x="420" y="422"/>
                                  </a:cubicBezTo>
                                  <a:cubicBezTo>
                                    <a:pt x="421" y="423"/>
                                    <a:pt x="421" y="423"/>
                                    <a:pt x="421" y="424"/>
                                  </a:cubicBezTo>
                                  <a:cubicBezTo>
                                    <a:pt x="421" y="425"/>
                                    <a:pt x="420" y="426"/>
                                    <a:pt x="419" y="426"/>
                                  </a:cubicBezTo>
                                  <a:cubicBezTo>
                                    <a:pt x="419" y="427"/>
                                    <a:pt x="418" y="428"/>
                                    <a:pt x="418" y="430"/>
                                  </a:cubicBezTo>
                                  <a:cubicBezTo>
                                    <a:pt x="417" y="432"/>
                                    <a:pt x="415" y="432"/>
                                    <a:pt x="414" y="433"/>
                                  </a:cubicBezTo>
                                  <a:close/>
                                  <a:moveTo>
                                    <a:pt x="405" y="340"/>
                                  </a:moveTo>
                                  <a:cubicBezTo>
                                    <a:pt x="405" y="341"/>
                                    <a:pt x="406" y="341"/>
                                    <a:pt x="407" y="341"/>
                                  </a:cubicBezTo>
                                  <a:cubicBezTo>
                                    <a:pt x="408" y="341"/>
                                    <a:pt x="408" y="341"/>
                                    <a:pt x="408" y="342"/>
                                  </a:cubicBezTo>
                                  <a:cubicBezTo>
                                    <a:pt x="408" y="342"/>
                                    <a:pt x="408" y="342"/>
                                    <a:pt x="408" y="342"/>
                                  </a:cubicBezTo>
                                  <a:cubicBezTo>
                                    <a:pt x="408" y="342"/>
                                    <a:pt x="408" y="342"/>
                                    <a:pt x="408" y="342"/>
                                  </a:cubicBezTo>
                                  <a:cubicBezTo>
                                    <a:pt x="408" y="343"/>
                                    <a:pt x="409" y="343"/>
                                    <a:pt x="408" y="343"/>
                                  </a:cubicBezTo>
                                  <a:cubicBezTo>
                                    <a:pt x="408" y="346"/>
                                    <a:pt x="408" y="349"/>
                                    <a:pt x="411" y="351"/>
                                  </a:cubicBezTo>
                                  <a:cubicBezTo>
                                    <a:pt x="412" y="353"/>
                                    <a:pt x="414" y="353"/>
                                    <a:pt x="416" y="352"/>
                                  </a:cubicBezTo>
                                  <a:cubicBezTo>
                                    <a:pt x="418" y="351"/>
                                    <a:pt x="419" y="349"/>
                                    <a:pt x="421" y="349"/>
                                  </a:cubicBezTo>
                                  <a:cubicBezTo>
                                    <a:pt x="421" y="349"/>
                                    <a:pt x="421" y="349"/>
                                    <a:pt x="421" y="349"/>
                                  </a:cubicBezTo>
                                  <a:cubicBezTo>
                                    <a:pt x="421" y="349"/>
                                    <a:pt x="421" y="349"/>
                                    <a:pt x="421" y="349"/>
                                  </a:cubicBezTo>
                                  <a:cubicBezTo>
                                    <a:pt x="421" y="349"/>
                                    <a:pt x="422" y="349"/>
                                    <a:pt x="422" y="349"/>
                                  </a:cubicBezTo>
                                  <a:cubicBezTo>
                                    <a:pt x="422" y="349"/>
                                    <a:pt x="422" y="349"/>
                                    <a:pt x="422" y="349"/>
                                  </a:cubicBezTo>
                                  <a:cubicBezTo>
                                    <a:pt x="425" y="349"/>
                                    <a:pt x="427" y="350"/>
                                    <a:pt x="429" y="350"/>
                                  </a:cubicBezTo>
                                  <a:cubicBezTo>
                                    <a:pt x="429" y="350"/>
                                    <a:pt x="429" y="350"/>
                                    <a:pt x="429" y="350"/>
                                  </a:cubicBezTo>
                                  <a:cubicBezTo>
                                    <a:pt x="429" y="350"/>
                                    <a:pt x="429" y="350"/>
                                    <a:pt x="429" y="350"/>
                                  </a:cubicBezTo>
                                  <a:cubicBezTo>
                                    <a:pt x="430" y="350"/>
                                    <a:pt x="430" y="350"/>
                                    <a:pt x="431" y="350"/>
                                  </a:cubicBezTo>
                                  <a:cubicBezTo>
                                    <a:pt x="431" y="350"/>
                                    <a:pt x="431" y="350"/>
                                    <a:pt x="431" y="350"/>
                                  </a:cubicBezTo>
                                  <a:cubicBezTo>
                                    <a:pt x="432" y="351"/>
                                    <a:pt x="433" y="351"/>
                                    <a:pt x="434" y="351"/>
                                  </a:cubicBezTo>
                                  <a:cubicBezTo>
                                    <a:pt x="435" y="351"/>
                                    <a:pt x="435" y="350"/>
                                    <a:pt x="435" y="349"/>
                                  </a:cubicBezTo>
                                  <a:cubicBezTo>
                                    <a:pt x="436" y="348"/>
                                    <a:pt x="435" y="348"/>
                                    <a:pt x="435" y="348"/>
                                  </a:cubicBezTo>
                                  <a:cubicBezTo>
                                    <a:pt x="434" y="348"/>
                                    <a:pt x="434" y="347"/>
                                    <a:pt x="434" y="347"/>
                                  </a:cubicBezTo>
                                  <a:cubicBezTo>
                                    <a:pt x="434" y="344"/>
                                    <a:pt x="434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1" y="343"/>
                                    <a:pt x="432" y="342"/>
                                    <a:pt x="432" y="341"/>
                                  </a:cubicBezTo>
                                  <a:cubicBezTo>
                                    <a:pt x="431" y="341"/>
                                    <a:pt x="431" y="341"/>
                                    <a:pt x="431" y="340"/>
                                  </a:cubicBezTo>
                                  <a:cubicBezTo>
                                    <a:pt x="431" y="340"/>
                                    <a:pt x="431" y="340"/>
                                    <a:pt x="431" y="340"/>
                                  </a:cubicBezTo>
                                  <a:cubicBezTo>
                                    <a:pt x="431" y="339"/>
                                    <a:pt x="431" y="339"/>
                                    <a:pt x="430" y="339"/>
                                  </a:cubicBezTo>
                                  <a:cubicBezTo>
                                    <a:pt x="429" y="339"/>
                                    <a:pt x="429" y="339"/>
                                    <a:pt x="428" y="339"/>
                                  </a:cubicBezTo>
                                  <a:cubicBezTo>
                                    <a:pt x="429" y="338"/>
                                    <a:pt x="429" y="337"/>
                                    <a:pt x="428" y="335"/>
                                  </a:cubicBezTo>
                                  <a:cubicBezTo>
                                    <a:pt x="428" y="335"/>
                                    <a:pt x="428" y="335"/>
                                    <a:pt x="427" y="335"/>
                                  </a:cubicBezTo>
                                  <a:cubicBezTo>
                                    <a:pt x="427" y="335"/>
                                    <a:pt x="427" y="335"/>
                                    <a:pt x="427" y="335"/>
                                  </a:cubicBezTo>
                                  <a:cubicBezTo>
                                    <a:pt x="427" y="334"/>
                                    <a:pt x="427" y="335"/>
                                    <a:pt x="427" y="335"/>
                                  </a:cubicBezTo>
                                  <a:cubicBezTo>
                                    <a:pt x="426" y="334"/>
                                    <a:pt x="426" y="334"/>
                                    <a:pt x="425" y="334"/>
                                  </a:cubicBezTo>
                                  <a:cubicBezTo>
                                    <a:pt x="424" y="333"/>
                                    <a:pt x="423" y="332"/>
                                    <a:pt x="422" y="332"/>
                                  </a:cubicBezTo>
                                  <a:cubicBezTo>
                                    <a:pt x="422" y="331"/>
                                    <a:pt x="421" y="331"/>
                                    <a:pt x="421" y="331"/>
                                  </a:cubicBezTo>
                                  <a:cubicBezTo>
                                    <a:pt x="419" y="331"/>
                                    <a:pt x="418" y="331"/>
                                    <a:pt x="417" y="331"/>
                                  </a:cubicBezTo>
                                  <a:cubicBezTo>
                                    <a:pt x="417" y="331"/>
                                    <a:pt x="416" y="331"/>
                                    <a:pt x="416" y="332"/>
                                  </a:cubicBezTo>
                                  <a:cubicBezTo>
                                    <a:pt x="414" y="332"/>
                                    <a:pt x="412" y="331"/>
                                    <a:pt x="410" y="330"/>
                                  </a:cubicBezTo>
                                  <a:cubicBezTo>
                                    <a:pt x="409" y="330"/>
                                    <a:pt x="407" y="330"/>
                                    <a:pt x="406" y="329"/>
                                  </a:cubicBezTo>
                                  <a:cubicBezTo>
                                    <a:pt x="406" y="328"/>
                                    <a:pt x="405" y="329"/>
                                    <a:pt x="404" y="329"/>
                                  </a:cubicBezTo>
                                  <a:cubicBezTo>
                                    <a:pt x="403" y="329"/>
                                    <a:pt x="404" y="330"/>
                                    <a:pt x="404" y="330"/>
                                  </a:cubicBezTo>
                                  <a:cubicBezTo>
                                    <a:pt x="404" y="331"/>
                                    <a:pt x="404" y="332"/>
                                    <a:pt x="403" y="332"/>
                                  </a:cubicBezTo>
                                  <a:cubicBezTo>
                                    <a:pt x="403" y="333"/>
                                    <a:pt x="403" y="333"/>
                                    <a:pt x="403" y="334"/>
                                  </a:cubicBezTo>
                                  <a:cubicBezTo>
                                    <a:pt x="403" y="334"/>
                                    <a:pt x="403" y="334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2" y="335"/>
                                    <a:pt x="403" y="337"/>
                                    <a:pt x="403" y="337"/>
                                  </a:cubicBezTo>
                                  <a:cubicBezTo>
                                    <a:pt x="403" y="339"/>
                                    <a:pt x="403" y="340"/>
                                    <a:pt x="405" y="340"/>
                                  </a:cubicBezTo>
                                  <a:close/>
                                  <a:moveTo>
                                    <a:pt x="425" y="525"/>
                                  </a:moveTo>
                                  <a:cubicBezTo>
                                    <a:pt x="426" y="526"/>
                                    <a:pt x="426" y="527"/>
                                    <a:pt x="424" y="527"/>
                                  </a:cubicBezTo>
                                  <a:cubicBezTo>
                                    <a:pt x="422" y="528"/>
                                    <a:pt x="422" y="528"/>
                                    <a:pt x="421" y="527"/>
                                  </a:cubicBezTo>
                                  <a:cubicBezTo>
                                    <a:pt x="421" y="526"/>
                                    <a:pt x="420" y="525"/>
                                    <a:pt x="420" y="525"/>
                                  </a:cubicBezTo>
                                  <a:cubicBezTo>
                                    <a:pt x="419" y="524"/>
                                    <a:pt x="419" y="524"/>
                                    <a:pt x="419" y="523"/>
                                  </a:cubicBezTo>
                                  <a:cubicBezTo>
                                    <a:pt x="419" y="522"/>
                                    <a:pt x="420" y="523"/>
                                    <a:pt x="421" y="522"/>
                                  </a:cubicBezTo>
                                  <a:cubicBezTo>
                                    <a:pt x="423" y="522"/>
                                    <a:pt x="425" y="523"/>
                                    <a:pt x="425" y="525"/>
                                  </a:cubicBezTo>
                                  <a:close/>
                                  <a:moveTo>
                                    <a:pt x="384" y="485"/>
                                  </a:moveTo>
                                  <a:cubicBezTo>
                                    <a:pt x="384" y="486"/>
                                    <a:pt x="385" y="487"/>
                                    <a:pt x="386" y="487"/>
                                  </a:cubicBezTo>
                                  <a:cubicBezTo>
                                    <a:pt x="387" y="487"/>
                                    <a:pt x="387" y="487"/>
                                    <a:pt x="387" y="488"/>
                                  </a:cubicBezTo>
                                  <a:cubicBezTo>
                                    <a:pt x="387" y="488"/>
                                    <a:pt x="387" y="489"/>
                                    <a:pt x="386" y="488"/>
                                  </a:cubicBezTo>
                                  <a:cubicBezTo>
                                    <a:pt x="385" y="488"/>
                                    <a:pt x="385" y="488"/>
                                    <a:pt x="385" y="488"/>
                                  </a:cubicBezTo>
                                  <a:cubicBezTo>
                                    <a:pt x="384" y="488"/>
                                    <a:pt x="383" y="488"/>
                                    <a:pt x="384" y="487"/>
                                  </a:cubicBezTo>
                                  <a:cubicBezTo>
                                    <a:pt x="384" y="486"/>
                                    <a:pt x="384" y="486"/>
                                    <a:pt x="383" y="487"/>
                                  </a:cubicBezTo>
                                  <a:cubicBezTo>
                                    <a:pt x="382" y="487"/>
                                    <a:pt x="381" y="487"/>
                                    <a:pt x="382" y="486"/>
                                  </a:cubicBezTo>
                                  <a:cubicBezTo>
                                    <a:pt x="382" y="484"/>
                                    <a:pt x="381" y="483"/>
                                    <a:pt x="380" y="483"/>
                                  </a:cubicBezTo>
                                  <a:cubicBezTo>
                                    <a:pt x="379" y="482"/>
                                    <a:pt x="379" y="481"/>
                                    <a:pt x="379" y="481"/>
                                  </a:cubicBezTo>
                                  <a:cubicBezTo>
                                    <a:pt x="381" y="481"/>
                                    <a:pt x="383" y="482"/>
                                    <a:pt x="384" y="484"/>
                                  </a:cubicBezTo>
                                  <a:cubicBezTo>
                                    <a:pt x="384" y="484"/>
                                    <a:pt x="385" y="484"/>
                                    <a:pt x="384" y="485"/>
                                  </a:cubicBezTo>
                                  <a:close/>
                                  <a:moveTo>
                                    <a:pt x="427" y="424"/>
                                  </a:moveTo>
                                  <a:cubicBezTo>
                                    <a:pt x="427" y="424"/>
                                    <a:pt x="427" y="423"/>
                                    <a:pt x="427" y="423"/>
                                  </a:cubicBezTo>
                                  <a:cubicBezTo>
                                    <a:pt x="427" y="422"/>
                                    <a:pt x="427" y="422"/>
                                    <a:pt x="427" y="422"/>
                                  </a:cubicBezTo>
                                  <a:cubicBezTo>
                                    <a:pt x="428" y="421"/>
                                    <a:pt x="428" y="421"/>
                                    <a:pt x="429" y="422"/>
                                  </a:cubicBezTo>
                                  <a:cubicBezTo>
                                    <a:pt x="429" y="422"/>
                                    <a:pt x="430" y="422"/>
                                    <a:pt x="430" y="422"/>
                                  </a:cubicBezTo>
                                  <a:cubicBezTo>
                                    <a:pt x="431" y="422"/>
                                    <a:pt x="431" y="422"/>
                                    <a:pt x="431" y="422"/>
                                  </a:cubicBezTo>
                                  <a:cubicBezTo>
                                    <a:pt x="432" y="423"/>
                                    <a:pt x="432" y="423"/>
                                    <a:pt x="431" y="424"/>
                                  </a:cubicBezTo>
                                  <a:cubicBezTo>
                                    <a:pt x="431" y="425"/>
                                    <a:pt x="430" y="425"/>
                                    <a:pt x="430" y="427"/>
                                  </a:cubicBezTo>
                                  <a:cubicBezTo>
                                    <a:pt x="430" y="427"/>
                                    <a:pt x="429" y="427"/>
                                    <a:pt x="429" y="427"/>
                                  </a:cubicBezTo>
                                  <a:cubicBezTo>
                                    <a:pt x="427" y="427"/>
                                    <a:pt x="427" y="426"/>
                                    <a:pt x="427" y="424"/>
                                  </a:cubicBezTo>
                                  <a:close/>
                                  <a:moveTo>
                                    <a:pt x="512" y="551"/>
                                  </a:moveTo>
                                  <a:cubicBezTo>
                                    <a:pt x="513" y="552"/>
                                    <a:pt x="511" y="552"/>
                                    <a:pt x="511" y="553"/>
                                  </a:cubicBezTo>
                                  <a:cubicBezTo>
                                    <a:pt x="511" y="554"/>
                                    <a:pt x="511" y="554"/>
                                    <a:pt x="510" y="553"/>
                                  </a:cubicBezTo>
                                  <a:cubicBezTo>
                                    <a:pt x="509" y="552"/>
                                    <a:pt x="509" y="551"/>
                                    <a:pt x="507" y="550"/>
                                  </a:cubicBezTo>
                                  <a:cubicBezTo>
                                    <a:pt x="507" y="550"/>
                                    <a:pt x="507" y="549"/>
                                    <a:pt x="507" y="549"/>
                                  </a:cubicBezTo>
                                  <a:cubicBezTo>
                                    <a:pt x="508" y="548"/>
                                    <a:pt x="511" y="549"/>
                                    <a:pt x="512" y="549"/>
                                  </a:cubicBezTo>
                                  <a:cubicBezTo>
                                    <a:pt x="512" y="550"/>
                                    <a:pt x="512" y="550"/>
                                    <a:pt x="512" y="551"/>
                                  </a:cubicBezTo>
                                  <a:close/>
                                  <a:moveTo>
                                    <a:pt x="443" y="437"/>
                                  </a:moveTo>
                                  <a:cubicBezTo>
                                    <a:pt x="443" y="438"/>
                                    <a:pt x="444" y="438"/>
                                    <a:pt x="444" y="439"/>
                                  </a:cubicBezTo>
                                  <a:cubicBezTo>
                                    <a:pt x="444" y="440"/>
                                    <a:pt x="444" y="441"/>
                                    <a:pt x="444" y="442"/>
                                  </a:cubicBezTo>
                                  <a:cubicBezTo>
                                    <a:pt x="444" y="442"/>
                                    <a:pt x="443" y="442"/>
                                    <a:pt x="443" y="442"/>
                                  </a:cubicBezTo>
                                  <a:cubicBezTo>
                                    <a:pt x="442" y="441"/>
                                    <a:pt x="442" y="441"/>
                                    <a:pt x="441" y="440"/>
                                  </a:cubicBezTo>
                                  <a:cubicBezTo>
                                    <a:pt x="440" y="439"/>
                                    <a:pt x="440" y="436"/>
                                    <a:pt x="441" y="435"/>
                                  </a:cubicBezTo>
                                  <a:cubicBezTo>
                                    <a:pt x="441" y="435"/>
                                    <a:pt x="441" y="435"/>
                                    <a:pt x="441" y="435"/>
                                  </a:cubicBezTo>
                                  <a:cubicBezTo>
                                    <a:pt x="442" y="436"/>
                                    <a:pt x="443" y="436"/>
                                    <a:pt x="443" y="437"/>
                                  </a:cubicBezTo>
                                  <a:close/>
                                  <a:moveTo>
                                    <a:pt x="376" y="483"/>
                                  </a:moveTo>
                                  <a:cubicBezTo>
                                    <a:pt x="377" y="485"/>
                                    <a:pt x="378" y="486"/>
                                    <a:pt x="378" y="488"/>
                                  </a:cubicBezTo>
                                  <a:cubicBezTo>
                                    <a:pt x="378" y="488"/>
                                    <a:pt x="378" y="489"/>
                                    <a:pt x="378" y="489"/>
                                  </a:cubicBezTo>
                                  <a:cubicBezTo>
                                    <a:pt x="378" y="490"/>
                                    <a:pt x="377" y="490"/>
                                    <a:pt x="377" y="490"/>
                                  </a:cubicBezTo>
                                  <a:cubicBezTo>
                                    <a:pt x="377" y="490"/>
                                    <a:pt x="377" y="489"/>
                                    <a:pt x="377" y="489"/>
                                  </a:cubicBezTo>
                                  <a:cubicBezTo>
                                    <a:pt x="377" y="489"/>
                                    <a:pt x="377" y="488"/>
                                    <a:pt x="376" y="488"/>
                                  </a:cubicBezTo>
                                  <a:cubicBezTo>
                                    <a:pt x="374" y="487"/>
                                    <a:pt x="375" y="485"/>
                                    <a:pt x="375" y="483"/>
                                  </a:cubicBezTo>
                                  <a:cubicBezTo>
                                    <a:pt x="374" y="483"/>
                                    <a:pt x="374" y="482"/>
                                    <a:pt x="375" y="482"/>
                                  </a:cubicBezTo>
                                  <a:cubicBezTo>
                                    <a:pt x="375" y="483"/>
                                    <a:pt x="376" y="483"/>
                                    <a:pt x="376" y="483"/>
                                  </a:cubicBezTo>
                                  <a:close/>
                                  <a:moveTo>
                                    <a:pt x="432" y="523"/>
                                  </a:moveTo>
                                  <a:cubicBezTo>
                                    <a:pt x="432" y="523"/>
                                    <a:pt x="432" y="524"/>
                                    <a:pt x="431" y="524"/>
                                  </a:cubicBezTo>
                                  <a:cubicBezTo>
                                    <a:pt x="430" y="524"/>
                                    <a:pt x="429" y="524"/>
                                    <a:pt x="429" y="523"/>
                                  </a:cubicBezTo>
                                  <a:cubicBezTo>
                                    <a:pt x="428" y="522"/>
                                    <a:pt x="428" y="522"/>
                                    <a:pt x="427" y="521"/>
                                  </a:cubicBezTo>
                                  <a:cubicBezTo>
                                    <a:pt x="426" y="521"/>
                                    <a:pt x="426" y="520"/>
                                    <a:pt x="427" y="520"/>
                                  </a:cubicBezTo>
                                  <a:cubicBezTo>
                                    <a:pt x="427" y="519"/>
                                    <a:pt x="427" y="519"/>
                                    <a:pt x="428" y="519"/>
                                  </a:cubicBezTo>
                                  <a:cubicBezTo>
                                    <a:pt x="430" y="519"/>
                                    <a:pt x="432" y="521"/>
                                    <a:pt x="432" y="523"/>
                                  </a:cubicBezTo>
                                  <a:close/>
                                  <a:moveTo>
                                    <a:pt x="475" y="535"/>
                                  </a:moveTo>
                                  <a:cubicBezTo>
                                    <a:pt x="475" y="536"/>
                                    <a:pt x="475" y="536"/>
                                    <a:pt x="474" y="536"/>
                                  </a:cubicBezTo>
                                  <a:cubicBezTo>
                                    <a:pt x="472" y="537"/>
                                    <a:pt x="471" y="536"/>
                                    <a:pt x="471" y="534"/>
                                  </a:cubicBezTo>
                                  <a:cubicBezTo>
                                    <a:pt x="471" y="533"/>
                                    <a:pt x="470" y="533"/>
                                    <a:pt x="470" y="532"/>
                                  </a:cubicBezTo>
                                  <a:cubicBezTo>
                                    <a:pt x="469" y="532"/>
                                    <a:pt x="469" y="532"/>
                                    <a:pt x="468" y="531"/>
                                  </a:cubicBezTo>
                                  <a:cubicBezTo>
                                    <a:pt x="469" y="531"/>
                                    <a:pt x="470" y="531"/>
                                    <a:pt x="470" y="532"/>
                                  </a:cubicBezTo>
                                  <a:cubicBezTo>
                                    <a:pt x="471" y="532"/>
                                    <a:pt x="471" y="532"/>
                                    <a:pt x="472" y="532"/>
                                  </a:cubicBezTo>
                                  <a:cubicBezTo>
                                    <a:pt x="473" y="533"/>
                                    <a:pt x="474" y="534"/>
                                    <a:pt x="475" y="535"/>
                                  </a:cubicBezTo>
                                  <a:close/>
                                  <a:moveTo>
                                    <a:pt x="422" y="416"/>
                                  </a:moveTo>
                                  <a:cubicBezTo>
                                    <a:pt x="422" y="416"/>
                                    <a:pt x="423" y="417"/>
                                    <a:pt x="423" y="417"/>
                                  </a:cubicBezTo>
                                  <a:cubicBezTo>
                                    <a:pt x="423" y="418"/>
                                    <a:pt x="423" y="418"/>
                                    <a:pt x="422" y="418"/>
                                  </a:cubicBezTo>
                                  <a:cubicBezTo>
                                    <a:pt x="421" y="419"/>
                                    <a:pt x="419" y="420"/>
                                    <a:pt x="417" y="421"/>
                                  </a:cubicBezTo>
                                  <a:cubicBezTo>
                                    <a:pt x="417" y="421"/>
                                    <a:pt x="417" y="420"/>
                                    <a:pt x="417" y="420"/>
                                  </a:cubicBezTo>
                                  <a:cubicBezTo>
                                    <a:pt x="418" y="419"/>
                                    <a:pt x="419" y="417"/>
                                    <a:pt x="421" y="417"/>
                                  </a:cubicBezTo>
                                  <a:cubicBezTo>
                                    <a:pt x="421" y="417"/>
                                    <a:pt x="421" y="417"/>
                                    <a:pt x="421" y="417"/>
                                  </a:cubicBezTo>
                                  <a:cubicBezTo>
                                    <a:pt x="421" y="416"/>
                                    <a:pt x="421" y="415"/>
                                    <a:pt x="422" y="416"/>
                                  </a:cubicBezTo>
                                  <a:close/>
                                  <a:moveTo>
                                    <a:pt x="360" y="409"/>
                                  </a:moveTo>
                                  <a:cubicBezTo>
                                    <a:pt x="360" y="409"/>
                                    <a:pt x="360" y="408"/>
                                    <a:pt x="360" y="408"/>
                                  </a:cubicBezTo>
                                  <a:cubicBezTo>
                                    <a:pt x="361" y="408"/>
                                    <a:pt x="361" y="407"/>
                                    <a:pt x="362" y="408"/>
                                  </a:cubicBezTo>
                                  <a:cubicBezTo>
                                    <a:pt x="362" y="409"/>
                                    <a:pt x="363" y="409"/>
                                    <a:pt x="364" y="409"/>
                                  </a:cubicBezTo>
                                  <a:cubicBezTo>
                                    <a:pt x="364" y="408"/>
                                    <a:pt x="365" y="408"/>
                                    <a:pt x="365" y="409"/>
                                  </a:cubicBezTo>
                                  <a:cubicBezTo>
                                    <a:pt x="366" y="410"/>
                                    <a:pt x="366" y="411"/>
                                    <a:pt x="363" y="411"/>
                                  </a:cubicBezTo>
                                  <a:cubicBezTo>
                                    <a:pt x="363" y="411"/>
                                    <a:pt x="362" y="411"/>
                                    <a:pt x="361" y="410"/>
                                  </a:cubicBezTo>
                                  <a:cubicBezTo>
                                    <a:pt x="360" y="410"/>
                                    <a:pt x="360" y="409"/>
                                    <a:pt x="360" y="409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lose/>
                                  <a:moveTo>
                                    <a:pt x="514" y="537"/>
                                  </a:moveTo>
                                  <a:cubicBezTo>
                                    <a:pt x="514" y="538"/>
                                    <a:pt x="514" y="539"/>
                                    <a:pt x="512" y="539"/>
                                  </a:cubicBezTo>
                                  <a:cubicBezTo>
                                    <a:pt x="512" y="539"/>
                                    <a:pt x="511" y="539"/>
                                    <a:pt x="511" y="538"/>
                                  </a:cubicBezTo>
                                  <a:cubicBezTo>
                                    <a:pt x="511" y="537"/>
                                    <a:pt x="512" y="536"/>
                                    <a:pt x="513" y="536"/>
                                  </a:cubicBezTo>
                                  <a:cubicBezTo>
                                    <a:pt x="513" y="536"/>
                                    <a:pt x="514" y="536"/>
                                    <a:pt x="514" y="537"/>
                                  </a:cubicBezTo>
                                  <a:close/>
                                  <a:moveTo>
                                    <a:pt x="490" y="416"/>
                                  </a:moveTo>
                                  <a:cubicBezTo>
                                    <a:pt x="491" y="417"/>
                                    <a:pt x="491" y="417"/>
                                    <a:pt x="491" y="418"/>
                                  </a:cubicBezTo>
                                  <a:cubicBezTo>
                                    <a:pt x="490" y="418"/>
                                    <a:pt x="491" y="420"/>
                                    <a:pt x="490" y="420"/>
                                  </a:cubicBezTo>
                                  <a:cubicBezTo>
                                    <a:pt x="489" y="420"/>
                                    <a:pt x="488" y="419"/>
                                    <a:pt x="488" y="418"/>
                                  </a:cubicBezTo>
                                  <a:cubicBezTo>
                                    <a:pt x="488" y="418"/>
                                    <a:pt x="490" y="416"/>
                                    <a:pt x="490" y="416"/>
                                  </a:cubicBezTo>
                                  <a:close/>
                                  <a:moveTo>
                                    <a:pt x="417" y="443"/>
                                  </a:moveTo>
                                  <a:cubicBezTo>
                                    <a:pt x="417" y="444"/>
                                    <a:pt x="416" y="445"/>
                                    <a:pt x="415" y="445"/>
                                  </a:cubicBezTo>
                                  <a:cubicBezTo>
                                    <a:pt x="414" y="445"/>
                                    <a:pt x="415" y="444"/>
                                    <a:pt x="415" y="443"/>
                                  </a:cubicBezTo>
                                  <a:cubicBezTo>
                                    <a:pt x="415" y="443"/>
                                    <a:pt x="414" y="442"/>
                                    <a:pt x="416" y="442"/>
                                  </a:cubicBezTo>
                                  <a:cubicBezTo>
                                    <a:pt x="417" y="442"/>
                                    <a:pt x="417" y="443"/>
                                    <a:pt x="417" y="443"/>
                                  </a:cubicBezTo>
                                  <a:close/>
                                  <a:moveTo>
                                    <a:pt x="456" y="378"/>
                                  </a:moveTo>
                                  <a:cubicBezTo>
                                    <a:pt x="456" y="377"/>
                                    <a:pt x="456" y="377"/>
                                    <a:pt x="457" y="377"/>
                                  </a:cubicBezTo>
                                  <a:cubicBezTo>
                                    <a:pt x="458" y="376"/>
                                    <a:pt x="458" y="377"/>
                                    <a:pt x="458" y="378"/>
                                  </a:cubicBezTo>
                                  <a:cubicBezTo>
                                    <a:pt x="458" y="378"/>
                                    <a:pt x="458" y="379"/>
                                    <a:pt x="457" y="379"/>
                                  </a:cubicBezTo>
                                  <a:cubicBezTo>
                                    <a:pt x="457" y="379"/>
                                    <a:pt x="456" y="379"/>
                                    <a:pt x="456" y="378"/>
                                  </a:cubicBezTo>
                                  <a:close/>
                                  <a:moveTo>
                                    <a:pt x="525" y="465"/>
                                  </a:moveTo>
                                  <a:cubicBezTo>
                                    <a:pt x="525" y="464"/>
                                    <a:pt x="526" y="463"/>
                                    <a:pt x="526" y="462"/>
                                  </a:cubicBezTo>
                                  <a:cubicBezTo>
                                    <a:pt x="526" y="462"/>
                                    <a:pt x="526" y="462"/>
                                    <a:pt x="527" y="462"/>
                                  </a:cubicBezTo>
                                  <a:cubicBezTo>
                                    <a:pt x="527" y="462"/>
                                    <a:pt x="528" y="463"/>
                                    <a:pt x="527" y="463"/>
                                  </a:cubicBezTo>
                                  <a:cubicBezTo>
                                    <a:pt x="527" y="464"/>
                                    <a:pt x="526" y="465"/>
                                    <a:pt x="525" y="465"/>
                                  </a:cubicBezTo>
                                  <a:cubicBezTo>
                                    <a:pt x="525" y="465"/>
                                    <a:pt x="525" y="465"/>
                                    <a:pt x="525" y="465"/>
                                  </a:cubicBezTo>
                                  <a:close/>
                                  <a:moveTo>
                                    <a:pt x="448" y="443"/>
                                  </a:moveTo>
                                  <a:cubicBezTo>
                                    <a:pt x="447" y="442"/>
                                    <a:pt x="447" y="441"/>
                                    <a:pt x="447" y="439"/>
                                  </a:cubicBezTo>
                                  <a:cubicBezTo>
                                    <a:pt x="448" y="441"/>
                                    <a:pt x="449" y="441"/>
                                    <a:pt x="449" y="443"/>
                                  </a:cubicBezTo>
                                  <a:cubicBezTo>
                                    <a:pt x="448" y="443"/>
                                    <a:pt x="448" y="443"/>
                                    <a:pt x="448" y="443"/>
                                  </a:cubicBezTo>
                                  <a:close/>
                                  <a:moveTo>
                                    <a:pt x="509" y="545"/>
                                  </a:moveTo>
                                  <a:cubicBezTo>
                                    <a:pt x="510" y="546"/>
                                    <a:pt x="510" y="547"/>
                                    <a:pt x="511" y="547"/>
                                  </a:cubicBezTo>
                                  <a:cubicBezTo>
                                    <a:pt x="511" y="547"/>
                                    <a:pt x="511" y="547"/>
                                    <a:pt x="511" y="548"/>
                                  </a:cubicBezTo>
                                  <a:cubicBezTo>
                                    <a:pt x="511" y="548"/>
                                    <a:pt x="510" y="548"/>
                                    <a:pt x="510" y="548"/>
                                  </a:cubicBezTo>
                                  <a:cubicBezTo>
                                    <a:pt x="509" y="547"/>
                                    <a:pt x="508" y="547"/>
                                    <a:pt x="509" y="545"/>
                                  </a:cubicBezTo>
                                  <a:close/>
                                  <a:moveTo>
                                    <a:pt x="426" y="515"/>
                                  </a:moveTo>
                                  <a:cubicBezTo>
                                    <a:pt x="426" y="515"/>
                                    <a:pt x="425" y="515"/>
                                    <a:pt x="424" y="515"/>
                                  </a:cubicBezTo>
                                  <a:cubicBezTo>
                                    <a:pt x="424" y="516"/>
                                    <a:pt x="423" y="515"/>
                                    <a:pt x="423" y="515"/>
                                  </a:cubicBezTo>
                                  <a:cubicBezTo>
                                    <a:pt x="423" y="514"/>
                                    <a:pt x="424" y="514"/>
                                    <a:pt x="424" y="514"/>
                                  </a:cubicBezTo>
                                  <a:cubicBezTo>
                                    <a:pt x="425" y="514"/>
                                    <a:pt x="426" y="515"/>
                                    <a:pt x="426" y="515"/>
                                  </a:cubicBezTo>
                                  <a:close/>
                                  <a:moveTo>
                                    <a:pt x="418" y="438"/>
                                  </a:move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lose/>
                                  <a:moveTo>
                                    <a:pt x="418" y="438"/>
                                  </a:moveTo>
                                  <a:cubicBezTo>
                                    <a:pt x="418" y="437"/>
                                    <a:pt x="417" y="437"/>
                                    <a:pt x="417" y="437"/>
                                  </a:cubicBezTo>
                                  <a:cubicBezTo>
                                    <a:pt x="417" y="436"/>
                                    <a:pt x="417" y="436"/>
                                    <a:pt x="417" y="436"/>
                                  </a:cubicBezTo>
                                  <a:cubicBezTo>
                                    <a:pt x="417" y="436"/>
                                    <a:pt x="417" y="436"/>
                                    <a:pt x="418" y="436"/>
                                  </a:cubicBezTo>
                                  <a:cubicBezTo>
                                    <a:pt x="418" y="436"/>
                                    <a:pt x="418" y="436"/>
                                    <a:pt x="418" y="436"/>
                                  </a:cubicBezTo>
                                  <a:cubicBezTo>
                                    <a:pt x="419" y="436"/>
                                    <a:pt x="419" y="437"/>
                                    <a:pt x="419" y="437"/>
                                  </a:cubicBezTo>
                                  <a:cubicBezTo>
                                    <a:pt x="419" y="438"/>
                                    <a:pt x="418" y="438"/>
                                    <a:pt x="418" y="438"/>
                                  </a:cubicBezTo>
                                  <a:close/>
                                  <a:moveTo>
                                    <a:pt x="492" y="486"/>
                                  </a:moveTo>
                                  <a:cubicBezTo>
                                    <a:pt x="493" y="487"/>
                                    <a:pt x="493" y="488"/>
                                    <a:pt x="494" y="486"/>
                                  </a:cubicBezTo>
                                  <a:cubicBezTo>
                                    <a:pt x="494" y="486"/>
                                    <a:pt x="494" y="486"/>
                                    <a:pt x="494" y="486"/>
                                  </a:cubicBezTo>
                                  <a:cubicBezTo>
                                    <a:pt x="494" y="486"/>
                                    <a:pt x="494" y="486"/>
                                    <a:pt x="494" y="486"/>
                                  </a:cubicBezTo>
                                  <a:cubicBezTo>
                                    <a:pt x="494" y="487"/>
                                    <a:pt x="493" y="488"/>
                                    <a:pt x="492" y="488"/>
                                  </a:cubicBezTo>
                                  <a:cubicBezTo>
                                    <a:pt x="491" y="487"/>
                                    <a:pt x="492" y="487"/>
                                    <a:pt x="492" y="486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499" y="445"/>
                                    <a:pt x="499" y="445"/>
                                  </a:cubicBezTo>
                                  <a:cubicBezTo>
                                    <a:pt x="500" y="444"/>
                                    <a:pt x="500" y="444"/>
                                    <a:pt x="502" y="444"/>
                                  </a:cubicBezTo>
                                  <a:cubicBezTo>
                                    <a:pt x="501" y="444"/>
                                    <a:pt x="502" y="446"/>
                                    <a:pt x="500" y="445"/>
                                  </a:cubicBezTo>
                                  <a:close/>
                                  <a:moveTo>
                                    <a:pt x="417" y="440"/>
                                  </a:moveTo>
                                  <a:cubicBezTo>
                                    <a:pt x="417" y="440"/>
                                    <a:pt x="417" y="440"/>
                                    <a:pt x="416" y="439"/>
                                  </a:cubicBezTo>
                                  <a:cubicBezTo>
                                    <a:pt x="416" y="439"/>
                                    <a:pt x="417" y="439"/>
                                    <a:pt x="417" y="438"/>
                                  </a:cubicBezTo>
                                  <a:cubicBezTo>
                                    <a:pt x="417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9"/>
                                  </a:cubicBezTo>
                                  <a:cubicBezTo>
                                    <a:pt x="418" y="439"/>
                                    <a:pt x="418" y="440"/>
                                    <a:pt x="417" y="440"/>
                                  </a:cubicBezTo>
                                  <a:close/>
                                  <a:moveTo>
                                    <a:pt x="416" y="360"/>
                                  </a:moveTo>
                                  <a:cubicBezTo>
                                    <a:pt x="416" y="360"/>
                                    <a:pt x="417" y="360"/>
                                    <a:pt x="417" y="361"/>
                                  </a:cubicBezTo>
                                  <a:cubicBezTo>
                                    <a:pt x="417" y="361"/>
                                    <a:pt x="416" y="361"/>
                                    <a:pt x="416" y="361"/>
                                  </a:cubicBezTo>
                                  <a:cubicBezTo>
                                    <a:pt x="415" y="362"/>
                                    <a:pt x="415" y="361"/>
                                    <a:pt x="415" y="360"/>
                                  </a:cubicBezTo>
                                  <a:cubicBezTo>
                                    <a:pt x="415" y="360"/>
                                    <a:pt x="415" y="359"/>
                                    <a:pt x="416" y="360"/>
                                  </a:cubicBezTo>
                                  <a:close/>
                                  <a:moveTo>
                                    <a:pt x="360" y="403"/>
                                  </a:moveTo>
                                  <a:cubicBezTo>
                                    <a:pt x="361" y="403"/>
                                    <a:pt x="362" y="403"/>
                                    <a:pt x="362" y="404"/>
                                  </a:cubicBezTo>
                                  <a:cubicBezTo>
                                    <a:pt x="362" y="404"/>
                                    <a:pt x="362" y="405"/>
                                    <a:pt x="362" y="405"/>
                                  </a:cubicBezTo>
                                  <a:cubicBezTo>
                                    <a:pt x="360" y="405"/>
                                    <a:pt x="360" y="404"/>
                                    <a:pt x="360" y="403"/>
                                  </a:cubicBezTo>
                                  <a:close/>
                                  <a:moveTo>
                                    <a:pt x="360" y="403"/>
                                  </a:move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lose/>
                                  <a:moveTo>
                                    <a:pt x="446" y="438"/>
                                  </a:moveTo>
                                  <a:cubicBezTo>
                                    <a:pt x="445" y="438"/>
                                    <a:pt x="444" y="438"/>
                                    <a:pt x="444" y="437"/>
                                  </a:cubicBezTo>
                                  <a:cubicBezTo>
                                    <a:pt x="443" y="437"/>
                                    <a:pt x="444" y="436"/>
                                    <a:pt x="444" y="436"/>
                                  </a:cubicBezTo>
                                  <a:cubicBezTo>
                                    <a:pt x="445" y="436"/>
                                    <a:pt x="445" y="437"/>
                                    <a:pt x="446" y="438"/>
                                  </a:cubicBezTo>
                                  <a:close/>
                                  <a:moveTo>
                                    <a:pt x="529" y="488"/>
                                  </a:moveTo>
                                  <a:cubicBezTo>
                                    <a:pt x="529" y="489"/>
                                    <a:pt x="529" y="489"/>
                                    <a:pt x="528" y="489"/>
                                  </a:cubicBezTo>
                                  <a:cubicBezTo>
                                    <a:pt x="528" y="489"/>
                                    <a:pt x="527" y="488"/>
                                    <a:pt x="527" y="488"/>
                                  </a:cubicBezTo>
                                  <a:cubicBezTo>
                                    <a:pt x="527" y="487"/>
                                    <a:pt x="527" y="487"/>
                                    <a:pt x="528" y="487"/>
                                  </a:cubicBezTo>
                                  <a:cubicBezTo>
                                    <a:pt x="528" y="487"/>
                                    <a:pt x="529" y="487"/>
                                    <a:pt x="529" y="488"/>
                                  </a:cubicBezTo>
                                  <a:close/>
                                  <a:moveTo>
                                    <a:pt x="390" y="415"/>
                                  </a:moveTo>
                                  <a:cubicBezTo>
                                    <a:pt x="390" y="415"/>
                                    <a:pt x="390" y="414"/>
                                    <a:pt x="390" y="414"/>
                                  </a:cubicBezTo>
                                  <a:cubicBezTo>
                                    <a:pt x="391" y="414"/>
                                    <a:pt x="392" y="415"/>
                                    <a:pt x="392" y="415"/>
                                  </a:cubicBezTo>
                                  <a:cubicBezTo>
                                    <a:pt x="392" y="416"/>
                                    <a:pt x="392" y="416"/>
                                    <a:pt x="392" y="416"/>
                                  </a:cubicBezTo>
                                  <a:cubicBezTo>
                                    <a:pt x="391" y="416"/>
                                    <a:pt x="391" y="415"/>
                                    <a:pt x="390" y="415"/>
                                  </a:cubicBezTo>
                                  <a:close/>
                                  <a:moveTo>
                                    <a:pt x="519" y="460"/>
                                  </a:moveTo>
                                  <a:cubicBezTo>
                                    <a:pt x="520" y="460"/>
                                    <a:pt x="521" y="460"/>
                                    <a:pt x="521" y="461"/>
                                  </a:cubicBezTo>
                                  <a:cubicBezTo>
                                    <a:pt x="521" y="461"/>
                                    <a:pt x="520" y="461"/>
                                    <a:pt x="520" y="461"/>
                                  </a:cubicBezTo>
                                  <a:cubicBezTo>
                                    <a:pt x="519" y="461"/>
                                    <a:pt x="519" y="461"/>
                                    <a:pt x="518" y="460"/>
                                  </a:cubicBezTo>
                                  <a:cubicBezTo>
                                    <a:pt x="518" y="460"/>
                                    <a:pt x="519" y="459"/>
                                    <a:pt x="519" y="460"/>
                                  </a:cubicBezTo>
                                  <a:close/>
                                  <a:moveTo>
                                    <a:pt x="453" y="378"/>
                                  </a:moveTo>
                                  <a:cubicBezTo>
                                    <a:pt x="453" y="378"/>
                                    <a:pt x="453" y="378"/>
                                    <a:pt x="453" y="377"/>
                                  </a:cubicBezTo>
                                  <a:cubicBezTo>
                                    <a:pt x="454" y="377"/>
                                    <a:pt x="454" y="376"/>
                                    <a:pt x="455" y="376"/>
                                  </a:cubicBezTo>
                                  <a:cubicBezTo>
                                    <a:pt x="455" y="376"/>
                                    <a:pt x="455" y="376"/>
                                    <a:pt x="455" y="376"/>
                                  </a:cubicBezTo>
                                  <a:cubicBezTo>
                                    <a:pt x="454" y="377"/>
                                    <a:pt x="455" y="378"/>
                                    <a:pt x="454" y="378"/>
                                  </a:cubicBezTo>
                                  <a:cubicBezTo>
                                    <a:pt x="454" y="378"/>
                                    <a:pt x="454" y="378"/>
                                    <a:pt x="454" y="378"/>
                                  </a:cubicBezTo>
                                  <a:cubicBezTo>
                                    <a:pt x="453" y="378"/>
                                    <a:pt x="453" y="378"/>
                                    <a:pt x="453" y="378"/>
                                  </a:cubicBezTo>
                                  <a:close/>
                                  <a:moveTo>
                                    <a:pt x="487" y="434"/>
                                  </a:moveTo>
                                  <a:cubicBezTo>
                                    <a:pt x="489" y="433"/>
                                    <a:pt x="490" y="435"/>
                                    <a:pt x="491" y="435"/>
                                  </a:cubicBezTo>
                                  <a:cubicBezTo>
                                    <a:pt x="490" y="435"/>
                                    <a:pt x="489" y="434"/>
                                    <a:pt x="487" y="434"/>
                                  </a:cubicBezTo>
                                  <a:close/>
                                  <a:moveTo>
                                    <a:pt x="413" y="360"/>
                                  </a:moveTo>
                                  <a:cubicBezTo>
                                    <a:pt x="413" y="361"/>
                                    <a:pt x="413" y="361"/>
                                    <a:pt x="412" y="361"/>
                                  </a:cubicBezTo>
                                  <a:cubicBezTo>
                                    <a:pt x="412" y="361"/>
                                    <a:pt x="412" y="361"/>
                                    <a:pt x="411" y="360"/>
                                  </a:cubicBezTo>
                                  <a:cubicBezTo>
                                    <a:pt x="411" y="360"/>
                                    <a:pt x="411" y="359"/>
                                    <a:pt x="412" y="359"/>
                                  </a:cubicBezTo>
                                  <a:cubicBezTo>
                                    <a:pt x="412" y="360"/>
                                    <a:pt x="413" y="360"/>
                                    <a:pt x="413" y="360"/>
                                  </a:cubicBezTo>
                                  <a:close/>
                                  <a:moveTo>
                                    <a:pt x="370" y="364"/>
                                  </a:moveTo>
                                  <a:cubicBezTo>
                                    <a:pt x="370" y="364"/>
                                    <a:pt x="370" y="364"/>
                                    <a:pt x="369" y="364"/>
                                  </a:cubicBezTo>
                                  <a:cubicBezTo>
                                    <a:pt x="369" y="364"/>
                                    <a:pt x="368" y="364"/>
                                    <a:pt x="368" y="363"/>
                                  </a:cubicBezTo>
                                  <a:cubicBezTo>
                                    <a:pt x="368" y="363"/>
                                    <a:pt x="369" y="363"/>
                                    <a:pt x="369" y="363"/>
                                  </a:cubicBezTo>
                                  <a:cubicBezTo>
                                    <a:pt x="369" y="363"/>
                                    <a:pt x="370" y="363"/>
                                    <a:pt x="370" y="364"/>
                                  </a:cubicBezTo>
                                  <a:close/>
                                  <a:moveTo>
                                    <a:pt x="493" y="419"/>
                                  </a:moveTo>
                                  <a:cubicBezTo>
                                    <a:pt x="494" y="419"/>
                                    <a:pt x="494" y="419"/>
                                    <a:pt x="494" y="419"/>
                                  </a:cubicBezTo>
                                  <a:cubicBezTo>
                                    <a:pt x="493" y="419"/>
                                    <a:pt x="493" y="420"/>
                                    <a:pt x="492" y="420"/>
                                  </a:cubicBezTo>
                                  <a:cubicBezTo>
                                    <a:pt x="492" y="420"/>
                                    <a:pt x="492" y="420"/>
                                    <a:pt x="492" y="420"/>
                                  </a:cubicBezTo>
                                  <a:cubicBezTo>
                                    <a:pt x="492" y="419"/>
                                    <a:pt x="493" y="419"/>
                                    <a:pt x="493" y="419"/>
                                  </a:cubicBezTo>
                                  <a:close/>
                                  <a:moveTo>
                                    <a:pt x="524" y="466"/>
                                  </a:move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lose/>
                                  <a:moveTo>
                                    <a:pt x="524" y="466"/>
                                  </a:move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3" y="466"/>
                                    <a:pt x="523" y="467"/>
                                    <a:pt x="523" y="466"/>
                                  </a:cubicBezTo>
                                  <a:cubicBezTo>
                                    <a:pt x="523" y="465"/>
                                    <a:pt x="522" y="465"/>
                                    <a:pt x="523" y="465"/>
                                  </a:cubicBezTo>
                                  <a:cubicBezTo>
                                    <a:pt x="524" y="465"/>
                                    <a:pt x="524" y="465"/>
                                    <a:pt x="524" y="466"/>
                                  </a:cubicBezTo>
                                  <a:close/>
                                  <a:moveTo>
                                    <a:pt x="386" y="486"/>
                                  </a:moveTo>
                                  <a:cubicBezTo>
                                    <a:pt x="385" y="486"/>
                                    <a:pt x="385" y="486"/>
                                    <a:pt x="385" y="485"/>
                                  </a:cubicBezTo>
                                  <a:cubicBezTo>
                                    <a:pt x="385" y="485"/>
                                    <a:pt x="386" y="485"/>
                                    <a:pt x="386" y="485"/>
                                  </a:cubicBezTo>
                                  <a:cubicBezTo>
                                    <a:pt x="387" y="485"/>
                                    <a:pt x="387" y="485"/>
                                    <a:pt x="387" y="485"/>
                                  </a:cubicBezTo>
                                  <a:cubicBezTo>
                                    <a:pt x="387" y="486"/>
                                    <a:pt x="386" y="486"/>
                                    <a:pt x="386" y="486"/>
                                  </a:cubicBezTo>
                                  <a:close/>
                                  <a:moveTo>
                                    <a:pt x="443" y="365"/>
                                  </a:moveTo>
                                  <a:cubicBezTo>
                                    <a:pt x="443" y="365"/>
                                    <a:pt x="444" y="364"/>
                                    <a:pt x="444" y="364"/>
                                  </a:cubicBezTo>
                                  <a:cubicBezTo>
                                    <a:pt x="444" y="364"/>
                                    <a:pt x="445" y="364"/>
                                    <a:pt x="445" y="365"/>
                                  </a:cubicBezTo>
                                  <a:cubicBezTo>
                                    <a:pt x="444" y="365"/>
                                    <a:pt x="444" y="365"/>
                                    <a:pt x="444" y="366"/>
                                  </a:cubicBezTo>
                                  <a:cubicBezTo>
                                    <a:pt x="443" y="366"/>
                                    <a:pt x="443" y="365"/>
                                    <a:pt x="443" y="365"/>
                                  </a:cubicBezTo>
                                  <a:close/>
                                  <a:moveTo>
                                    <a:pt x="490" y="437"/>
                                  </a:moveTo>
                                  <a:cubicBezTo>
                                    <a:pt x="490" y="437"/>
                                    <a:pt x="491" y="436"/>
                                    <a:pt x="492" y="437"/>
                                  </a:cubicBezTo>
                                  <a:cubicBezTo>
                                    <a:pt x="492" y="437"/>
                                    <a:pt x="491" y="437"/>
                                    <a:pt x="491" y="437"/>
                                  </a:cubicBezTo>
                                  <a:cubicBezTo>
                                    <a:pt x="491" y="438"/>
                                    <a:pt x="490" y="437"/>
                                    <a:pt x="490" y="437"/>
                                  </a:cubicBezTo>
                                  <a:close/>
                                  <a:moveTo>
                                    <a:pt x="459" y="519"/>
                                  </a:moveTo>
                                  <a:cubicBezTo>
                                    <a:pt x="459" y="520"/>
                                    <a:pt x="459" y="520"/>
                                    <a:pt x="459" y="520"/>
                                  </a:cubicBezTo>
                                  <a:cubicBezTo>
                                    <a:pt x="458" y="520"/>
                                    <a:pt x="458" y="519"/>
                                    <a:pt x="458" y="519"/>
                                  </a:cubicBezTo>
                                  <a:cubicBezTo>
                                    <a:pt x="458" y="519"/>
                                    <a:pt x="458" y="519"/>
                                    <a:pt x="458" y="518"/>
                                  </a:cubicBezTo>
                                  <a:cubicBezTo>
                                    <a:pt x="459" y="518"/>
                                    <a:pt x="459" y="519"/>
                                    <a:pt x="459" y="519"/>
                                  </a:cubicBezTo>
                                  <a:close/>
                                  <a:moveTo>
                                    <a:pt x="469" y="387"/>
                                  </a:moveTo>
                                  <a:cubicBezTo>
                                    <a:pt x="469" y="388"/>
                                    <a:pt x="469" y="389"/>
                                    <a:pt x="468" y="389"/>
                                  </a:cubicBezTo>
                                  <a:cubicBezTo>
                                    <a:pt x="468" y="388"/>
                                    <a:pt x="468" y="388"/>
                                    <a:pt x="469" y="387"/>
                                  </a:cubicBezTo>
                                  <a:close/>
                                  <a:moveTo>
                                    <a:pt x="498" y="496"/>
                                  </a:moveTo>
                                  <a:cubicBezTo>
                                    <a:pt x="498" y="497"/>
                                    <a:pt x="498" y="497"/>
                                    <a:pt x="497" y="498"/>
                                  </a:cubicBezTo>
                                  <a:cubicBezTo>
                                    <a:pt x="497" y="497"/>
                                    <a:pt x="497" y="497"/>
                                    <a:pt x="498" y="496"/>
                                  </a:cubicBezTo>
                                  <a:close/>
                                  <a:moveTo>
                                    <a:pt x="529" y="485"/>
                                  </a:moveTo>
                                  <a:cubicBezTo>
                                    <a:pt x="529" y="485"/>
                                    <a:pt x="529" y="485"/>
                                    <a:pt x="529" y="485"/>
                                  </a:cubicBezTo>
                                  <a:cubicBezTo>
                                    <a:pt x="529" y="485"/>
                                    <a:pt x="528" y="485"/>
                                    <a:pt x="528" y="484"/>
                                  </a:cubicBezTo>
                                  <a:cubicBezTo>
                                    <a:pt x="528" y="484"/>
                                    <a:pt x="529" y="484"/>
                                    <a:pt x="529" y="484"/>
                                  </a:cubicBezTo>
                                  <a:cubicBezTo>
                                    <a:pt x="529" y="484"/>
                                    <a:pt x="529" y="484"/>
                                    <a:pt x="529" y="485"/>
                                  </a:cubicBezTo>
                                  <a:close/>
                                  <a:moveTo>
                                    <a:pt x="529" y="479"/>
                                  </a:moveTo>
                                  <a:cubicBezTo>
                                    <a:pt x="528" y="479"/>
                                    <a:pt x="528" y="479"/>
                                    <a:pt x="527" y="479"/>
                                  </a:cubicBezTo>
                                  <a:cubicBezTo>
                                    <a:pt x="528" y="478"/>
                                    <a:pt x="528" y="478"/>
                                    <a:pt x="529" y="478"/>
                                  </a:cubicBezTo>
                                  <a:cubicBezTo>
                                    <a:pt x="529" y="479"/>
                                    <a:pt x="529" y="479"/>
                                    <a:pt x="529" y="479"/>
                                  </a:cubicBezTo>
                                  <a:close/>
                                  <a:moveTo>
                                    <a:pt x="517" y="457"/>
                                  </a:moveTo>
                                  <a:cubicBezTo>
                                    <a:pt x="517" y="456"/>
                                    <a:pt x="517" y="456"/>
                                    <a:pt x="517" y="455"/>
                                  </a:cubicBezTo>
                                  <a:cubicBezTo>
                                    <a:pt x="518" y="455"/>
                                    <a:pt x="518" y="456"/>
                                    <a:pt x="518" y="456"/>
                                  </a:cubicBezTo>
                                  <a:cubicBezTo>
                                    <a:pt x="518" y="456"/>
                                    <a:pt x="518" y="456"/>
                                    <a:pt x="518" y="456"/>
                                  </a:cubicBezTo>
                                  <a:cubicBezTo>
                                    <a:pt x="519" y="457"/>
                                    <a:pt x="518" y="457"/>
                                    <a:pt x="518" y="457"/>
                                  </a:cubicBezTo>
                                  <a:cubicBezTo>
                                    <a:pt x="517" y="457"/>
                                    <a:pt x="517" y="457"/>
                                    <a:pt x="517" y="457"/>
                                  </a:cubicBezTo>
                                  <a:close/>
                                  <a:moveTo>
                                    <a:pt x="455" y="512"/>
                                  </a:moveTo>
                                  <a:cubicBezTo>
                                    <a:pt x="454" y="512"/>
                                    <a:pt x="454" y="512"/>
                                    <a:pt x="454" y="512"/>
                                  </a:cubicBezTo>
                                  <a:cubicBezTo>
                                    <a:pt x="454" y="512"/>
                                    <a:pt x="453" y="512"/>
                                    <a:pt x="454" y="512"/>
                                  </a:cubicBezTo>
                                  <a:cubicBezTo>
                                    <a:pt x="454" y="512"/>
                                    <a:pt x="454" y="511"/>
                                    <a:pt x="454" y="511"/>
                                  </a:cubicBezTo>
                                  <a:cubicBezTo>
                                    <a:pt x="454" y="511"/>
                                    <a:pt x="455" y="511"/>
                                    <a:pt x="455" y="512"/>
                                  </a:cubicBezTo>
                                  <a:close/>
                                  <a:moveTo>
                                    <a:pt x="504" y="446"/>
                                  </a:moveTo>
                                  <a:cubicBezTo>
                                    <a:pt x="504" y="447"/>
                                    <a:pt x="504" y="447"/>
                                    <a:pt x="504" y="447"/>
                                  </a:cubicBezTo>
                                  <a:cubicBezTo>
                                    <a:pt x="503" y="447"/>
                                    <a:pt x="503" y="447"/>
                                    <a:pt x="504" y="446"/>
                                  </a:cubicBezTo>
                                  <a:close/>
                                  <a:moveTo>
                                    <a:pt x="419" y="444"/>
                                  </a:moveTo>
                                  <a:cubicBezTo>
                                    <a:pt x="419" y="444"/>
                                    <a:pt x="419" y="444"/>
                                    <a:pt x="419" y="444"/>
                                  </a:cubicBezTo>
                                  <a:cubicBezTo>
                                    <a:pt x="418" y="444"/>
                                    <a:pt x="418" y="444"/>
                                    <a:pt x="418" y="444"/>
                                  </a:cubicBezTo>
                                  <a:cubicBezTo>
                                    <a:pt x="418" y="443"/>
                                    <a:pt x="418" y="443"/>
                                    <a:pt x="418" y="443"/>
                                  </a:cubicBezTo>
                                  <a:cubicBezTo>
                                    <a:pt x="419" y="443"/>
                                    <a:pt x="419" y="444"/>
                                    <a:pt x="419" y="444"/>
                                  </a:cubicBezTo>
                                  <a:close/>
                                  <a:moveTo>
                                    <a:pt x="505" y="446"/>
                                  </a:moveTo>
                                  <a:cubicBezTo>
                                    <a:pt x="505" y="446"/>
                                    <a:pt x="505" y="445"/>
                                    <a:pt x="506" y="445"/>
                                  </a:cubicBezTo>
                                  <a:cubicBezTo>
                                    <a:pt x="506" y="445"/>
                                    <a:pt x="506" y="446"/>
                                    <a:pt x="506" y="446"/>
                                  </a:cubicBezTo>
                                  <a:cubicBezTo>
                                    <a:pt x="506" y="446"/>
                                    <a:pt x="506" y="446"/>
                                    <a:pt x="506" y="446"/>
                                  </a:cubicBezTo>
                                  <a:cubicBezTo>
                                    <a:pt x="506" y="446"/>
                                    <a:pt x="505" y="446"/>
                                    <a:pt x="505" y="446"/>
                                  </a:cubicBezTo>
                                  <a:close/>
                                  <a:moveTo>
                                    <a:pt x="422" y="414"/>
                                  </a:moveTo>
                                  <a:cubicBezTo>
                                    <a:pt x="421" y="413"/>
                                    <a:pt x="421" y="413"/>
                                    <a:pt x="422" y="412"/>
                                  </a:cubicBezTo>
                                  <a:cubicBezTo>
                                    <a:pt x="422" y="413"/>
                                    <a:pt x="422" y="413"/>
                                    <a:pt x="422" y="414"/>
                                  </a:cubicBezTo>
                                  <a:close/>
                                  <a:moveTo>
                                    <a:pt x="497" y="441"/>
                                  </a:moveTo>
                                  <a:cubicBezTo>
                                    <a:pt x="497" y="441"/>
                                    <a:pt x="498" y="441"/>
                                    <a:pt x="498" y="442"/>
                                  </a:cubicBezTo>
                                  <a:cubicBezTo>
                                    <a:pt x="498" y="442"/>
                                    <a:pt x="498" y="442"/>
                                    <a:pt x="498" y="442"/>
                                  </a:cubicBezTo>
                                  <a:cubicBezTo>
                                    <a:pt x="497" y="442"/>
                                    <a:pt x="497" y="442"/>
                                    <a:pt x="497" y="441"/>
                                  </a:cubicBezTo>
                                  <a:close/>
                                  <a:moveTo>
                                    <a:pt x="497" y="441"/>
                                  </a:move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lose/>
                                  <a:moveTo>
                                    <a:pt x="506" y="484"/>
                                  </a:moveTo>
                                  <a:cubicBezTo>
                                    <a:pt x="506" y="484"/>
                                    <a:pt x="507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4"/>
                                  </a:cubicBezTo>
                                  <a:close/>
                                  <a:moveTo>
                                    <a:pt x="497" y="493"/>
                                  </a:moveTo>
                                  <a:cubicBezTo>
                                    <a:pt x="497" y="494"/>
                                    <a:pt x="497" y="494"/>
                                    <a:pt x="497" y="494"/>
                                  </a:cubicBezTo>
                                  <a:cubicBezTo>
                                    <a:pt x="497" y="494"/>
                                    <a:pt x="497" y="494"/>
                                    <a:pt x="497" y="494"/>
                                  </a:cubicBezTo>
                                  <a:cubicBezTo>
                                    <a:pt x="497" y="494"/>
                                    <a:pt x="496" y="494"/>
                                    <a:pt x="496" y="494"/>
                                  </a:cubicBezTo>
                                  <a:cubicBezTo>
                                    <a:pt x="496" y="494"/>
                                    <a:pt x="497" y="494"/>
                                    <a:pt x="497" y="493"/>
                                  </a:cubicBezTo>
                                  <a:close/>
                                  <a:moveTo>
                                    <a:pt x="507" y="447"/>
                                  </a:moveTo>
                                  <a:cubicBezTo>
                                    <a:pt x="506" y="447"/>
                                    <a:pt x="507" y="447"/>
                                    <a:pt x="507" y="447"/>
                                  </a:cubicBezTo>
                                  <a:cubicBezTo>
                                    <a:pt x="507" y="447"/>
                                    <a:pt x="507" y="447"/>
                                    <a:pt x="507" y="447"/>
                                  </a:cubicBezTo>
                                  <a:cubicBezTo>
                                    <a:pt x="507" y="447"/>
                                    <a:pt x="507" y="448"/>
                                    <a:pt x="507" y="448"/>
                                  </a:cubicBezTo>
                                  <a:cubicBezTo>
                                    <a:pt x="507" y="448"/>
                                    <a:pt x="507" y="447"/>
                                    <a:pt x="507" y="447"/>
                                  </a:cubicBezTo>
                                  <a:close/>
                                  <a:moveTo>
                                    <a:pt x="370" y="365"/>
                                  </a:moveTo>
                                  <a:cubicBezTo>
                                    <a:pt x="370" y="365"/>
                                    <a:pt x="371" y="364"/>
                                    <a:pt x="371" y="364"/>
                                  </a:cubicBezTo>
                                  <a:cubicBezTo>
                                    <a:pt x="371" y="364"/>
                                    <a:pt x="371" y="364"/>
                                    <a:pt x="371" y="364"/>
                                  </a:cubicBezTo>
                                  <a:cubicBezTo>
                                    <a:pt x="371" y="365"/>
                                    <a:pt x="371" y="365"/>
                                    <a:pt x="371" y="365"/>
                                  </a:cubicBezTo>
                                  <a:cubicBezTo>
                                    <a:pt x="371" y="365"/>
                                    <a:pt x="370" y="365"/>
                                    <a:pt x="370" y="365"/>
                                  </a:cubicBezTo>
                                  <a:close/>
                                  <a:moveTo>
                                    <a:pt x="508" y="449"/>
                                  </a:move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lose/>
                                  <a:moveTo>
                                    <a:pt x="508" y="449"/>
                                  </a:moveTo>
                                  <a:cubicBezTo>
                                    <a:pt x="508" y="449"/>
                                    <a:pt x="507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8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lose/>
                                  <a:moveTo>
                                    <a:pt x="504" y="547"/>
                                  </a:moveTo>
                                  <a:cubicBezTo>
                                    <a:pt x="504" y="547"/>
                                    <a:pt x="504" y="548"/>
                                    <a:pt x="504" y="548"/>
                                  </a:cubicBezTo>
                                  <a:cubicBezTo>
                                    <a:pt x="504" y="547"/>
                                    <a:pt x="504" y="547"/>
                                    <a:pt x="504" y="547"/>
                                  </a:cubicBezTo>
                                  <a:cubicBezTo>
                                    <a:pt x="504" y="547"/>
                                    <a:pt x="504" y="547"/>
                                    <a:pt x="504" y="547"/>
                                  </a:cubicBezTo>
                                  <a:cubicBezTo>
                                    <a:pt x="504" y="547"/>
                                    <a:pt x="505" y="547"/>
                                    <a:pt x="504" y="547"/>
                                  </a:cubicBezTo>
                                  <a:close/>
                                  <a:moveTo>
                                    <a:pt x="504" y="543"/>
                                  </a:moveTo>
                                  <a:cubicBezTo>
                                    <a:pt x="504" y="543"/>
                                    <a:pt x="504" y="543"/>
                                    <a:pt x="504" y="543"/>
                                  </a:cubicBezTo>
                                  <a:cubicBezTo>
                                    <a:pt x="504" y="542"/>
                                    <a:pt x="504" y="542"/>
                                    <a:pt x="504" y="542"/>
                                  </a:cubicBezTo>
                                  <a:cubicBezTo>
                                    <a:pt x="504" y="542"/>
                                    <a:pt x="504" y="542"/>
                                    <a:pt x="504" y="543"/>
                                  </a:cubicBezTo>
                                  <a:cubicBezTo>
                                    <a:pt x="504" y="543"/>
                                    <a:pt x="504" y="543"/>
                                    <a:pt x="504" y="543"/>
                                  </a:cubicBezTo>
                                  <a:close/>
                                  <a:moveTo>
                                    <a:pt x="453" y="510"/>
                                  </a:moveTo>
                                  <a:cubicBezTo>
                                    <a:pt x="453" y="510"/>
                                    <a:pt x="453" y="510"/>
                                    <a:pt x="453" y="510"/>
                                  </a:cubicBezTo>
                                  <a:cubicBezTo>
                                    <a:pt x="453" y="510"/>
                                    <a:pt x="453" y="511"/>
                                    <a:pt x="453" y="511"/>
                                  </a:cubicBezTo>
                                  <a:cubicBezTo>
                                    <a:pt x="453" y="511"/>
                                    <a:pt x="453" y="510"/>
                                    <a:pt x="452" y="510"/>
                                  </a:cubicBezTo>
                                  <a:cubicBezTo>
                                    <a:pt x="453" y="510"/>
                                    <a:pt x="453" y="510"/>
                                    <a:pt x="453" y="510"/>
                                  </a:cubicBezTo>
                                  <a:close/>
                                  <a:moveTo>
                                    <a:pt x="517" y="520"/>
                                  </a:moveTo>
                                  <a:cubicBezTo>
                                    <a:pt x="517" y="520"/>
                                    <a:pt x="517" y="520"/>
                                    <a:pt x="517" y="520"/>
                                  </a:cubicBezTo>
                                  <a:cubicBezTo>
                                    <a:pt x="517" y="520"/>
                                    <a:pt x="517" y="521"/>
                                    <a:pt x="517" y="521"/>
                                  </a:cubicBezTo>
                                  <a:cubicBezTo>
                                    <a:pt x="516" y="521"/>
                                    <a:pt x="516" y="521"/>
                                    <a:pt x="516" y="520"/>
                                  </a:cubicBezTo>
                                  <a:cubicBezTo>
                                    <a:pt x="516" y="520"/>
                                    <a:pt x="516" y="520"/>
                                    <a:pt x="517" y="520"/>
                                  </a:cubicBezTo>
                                  <a:close/>
                                  <a:moveTo>
                                    <a:pt x="527" y="489"/>
                                  </a:moveTo>
                                  <a:cubicBezTo>
                                    <a:pt x="527" y="490"/>
                                    <a:pt x="527" y="490"/>
                                    <a:pt x="527" y="490"/>
                                  </a:cubicBezTo>
                                  <a:cubicBezTo>
                                    <a:pt x="527" y="490"/>
                                    <a:pt x="527" y="489"/>
                                    <a:pt x="527" y="489"/>
                                  </a:cubicBezTo>
                                  <a:cubicBezTo>
                                    <a:pt x="527" y="489"/>
                                    <a:pt x="527" y="489"/>
                                    <a:pt x="527" y="489"/>
                                  </a:cubicBezTo>
                                  <a:cubicBezTo>
                                    <a:pt x="527" y="489"/>
                                    <a:pt x="527" y="489"/>
                                    <a:pt x="527" y="489"/>
                                  </a:cubicBezTo>
                                  <a:close/>
                                  <a:moveTo>
                                    <a:pt x="518" y="458"/>
                                  </a:move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lose/>
                                  <a:moveTo>
                                    <a:pt x="300" y="358"/>
                                  </a:moveTo>
                                  <a:cubicBezTo>
                                    <a:pt x="299" y="357"/>
                                    <a:pt x="299" y="355"/>
                                    <a:pt x="298" y="353"/>
                                  </a:cubicBezTo>
                                  <a:cubicBezTo>
                                    <a:pt x="297" y="354"/>
                                    <a:pt x="295" y="354"/>
                                    <a:pt x="295" y="355"/>
                                  </a:cubicBezTo>
                                  <a:cubicBezTo>
                                    <a:pt x="295" y="356"/>
                                    <a:pt x="294" y="356"/>
                                    <a:pt x="294" y="355"/>
                                  </a:cubicBezTo>
                                  <a:cubicBezTo>
                                    <a:pt x="294" y="355"/>
                                    <a:pt x="294" y="354"/>
                                    <a:pt x="295" y="354"/>
                                  </a:cubicBezTo>
                                  <a:cubicBezTo>
                                    <a:pt x="295" y="354"/>
                                    <a:pt x="295" y="353"/>
                                    <a:pt x="295" y="353"/>
                                  </a:cubicBezTo>
                                  <a:cubicBezTo>
                                    <a:pt x="294" y="352"/>
                                    <a:pt x="294" y="350"/>
                                    <a:pt x="292" y="350"/>
                                  </a:cubicBezTo>
                                  <a:cubicBezTo>
                                    <a:pt x="293" y="350"/>
                                    <a:pt x="294" y="349"/>
                                    <a:pt x="294" y="348"/>
                                  </a:cubicBezTo>
                                  <a:cubicBezTo>
                                    <a:pt x="293" y="347"/>
                                    <a:pt x="290" y="346"/>
                                    <a:pt x="289" y="346"/>
                                  </a:cubicBezTo>
                                  <a:cubicBezTo>
                                    <a:pt x="287" y="347"/>
                                    <a:pt x="287" y="348"/>
                                    <a:pt x="286" y="350"/>
                                  </a:cubicBezTo>
                                  <a:cubicBezTo>
                                    <a:pt x="286" y="348"/>
                                    <a:pt x="285" y="346"/>
                                    <a:pt x="287" y="345"/>
                                  </a:cubicBezTo>
                                  <a:cubicBezTo>
                                    <a:pt x="287" y="345"/>
                                    <a:pt x="287" y="344"/>
                                    <a:pt x="288" y="344"/>
                                  </a:cubicBezTo>
                                  <a:cubicBezTo>
                                    <a:pt x="289" y="342"/>
                                    <a:pt x="290" y="339"/>
                                    <a:pt x="294" y="338"/>
                                  </a:cubicBezTo>
                                  <a:cubicBezTo>
                                    <a:pt x="294" y="338"/>
                                    <a:pt x="294" y="338"/>
                                    <a:pt x="294" y="338"/>
                                  </a:cubicBezTo>
                                  <a:cubicBezTo>
                                    <a:pt x="295" y="336"/>
                                    <a:pt x="293" y="335"/>
                                    <a:pt x="292" y="336"/>
                                  </a:cubicBezTo>
                                  <a:cubicBezTo>
                                    <a:pt x="291" y="336"/>
                                    <a:pt x="291" y="336"/>
                                    <a:pt x="291" y="335"/>
                                  </a:cubicBezTo>
                                  <a:cubicBezTo>
                                    <a:pt x="291" y="335"/>
                                    <a:pt x="291" y="334"/>
                                    <a:pt x="291" y="334"/>
                                  </a:cubicBezTo>
                                  <a:cubicBezTo>
                                    <a:pt x="292" y="334"/>
                                    <a:pt x="292" y="335"/>
                                    <a:pt x="292" y="335"/>
                                  </a:cubicBezTo>
                                  <a:cubicBezTo>
                                    <a:pt x="292" y="334"/>
                                    <a:pt x="292" y="333"/>
                                    <a:pt x="293" y="334"/>
                                  </a:cubicBezTo>
                                  <a:cubicBezTo>
                                    <a:pt x="294" y="334"/>
                                    <a:pt x="295" y="333"/>
                                    <a:pt x="295" y="332"/>
                                  </a:cubicBezTo>
                                  <a:cubicBezTo>
                                    <a:pt x="296" y="331"/>
                                    <a:pt x="296" y="330"/>
                                    <a:pt x="296" y="330"/>
                                  </a:cubicBezTo>
                                  <a:cubicBezTo>
                                    <a:pt x="294" y="329"/>
                                    <a:pt x="294" y="326"/>
                                    <a:pt x="292" y="326"/>
                                  </a:cubicBezTo>
                                  <a:cubicBezTo>
                                    <a:pt x="291" y="326"/>
                                    <a:pt x="289" y="325"/>
                                    <a:pt x="289" y="327"/>
                                  </a:cubicBezTo>
                                  <a:cubicBezTo>
                                    <a:pt x="288" y="327"/>
                                    <a:pt x="288" y="327"/>
                                    <a:pt x="288" y="328"/>
                                  </a:cubicBezTo>
                                  <a:cubicBezTo>
                                    <a:pt x="286" y="328"/>
                                    <a:pt x="284" y="328"/>
                                    <a:pt x="283" y="329"/>
                                  </a:cubicBezTo>
                                  <a:cubicBezTo>
                                    <a:pt x="282" y="329"/>
                                    <a:pt x="281" y="329"/>
                                    <a:pt x="281" y="331"/>
                                  </a:cubicBezTo>
                                  <a:cubicBezTo>
                                    <a:pt x="280" y="329"/>
                                    <a:pt x="279" y="328"/>
                                    <a:pt x="277" y="327"/>
                                  </a:cubicBezTo>
                                  <a:cubicBezTo>
                                    <a:pt x="277" y="326"/>
                                    <a:pt x="276" y="326"/>
                                    <a:pt x="276" y="325"/>
                                  </a:cubicBezTo>
                                  <a:cubicBezTo>
                                    <a:pt x="277" y="325"/>
                                    <a:pt x="277" y="325"/>
                                    <a:pt x="276" y="325"/>
                                  </a:cubicBezTo>
                                  <a:cubicBezTo>
                                    <a:pt x="275" y="324"/>
                                    <a:pt x="274" y="325"/>
                                    <a:pt x="273" y="326"/>
                                  </a:cubicBezTo>
                                  <a:cubicBezTo>
                                    <a:pt x="273" y="327"/>
                                    <a:pt x="273" y="327"/>
                                    <a:pt x="274" y="327"/>
                                  </a:cubicBezTo>
                                  <a:cubicBezTo>
                                    <a:pt x="275" y="327"/>
                                    <a:pt x="275" y="327"/>
                                    <a:pt x="276" y="326"/>
                                  </a:cubicBezTo>
                                  <a:cubicBezTo>
                                    <a:pt x="276" y="327"/>
                                    <a:pt x="275" y="328"/>
                                    <a:pt x="275" y="328"/>
                                  </a:cubicBezTo>
                                  <a:cubicBezTo>
                                    <a:pt x="274" y="329"/>
                                    <a:pt x="274" y="328"/>
                                    <a:pt x="274" y="328"/>
                                  </a:cubicBezTo>
                                  <a:cubicBezTo>
                                    <a:pt x="272" y="327"/>
                                    <a:pt x="271" y="326"/>
                                    <a:pt x="270" y="328"/>
                                  </a:cubicBezTo>
                                  <a:cubicBezTo>
                                    <a:pt x="270" y="328"/>
                                    <a:pt x="269" y="328"/>
                                    <a:pt x="269" y="328"/>
                                  </a:cubicBezTo>
                                  <a:cubicBezTo>
                                    <a:pt x="268" y="328"/>
                                    <a:pt x="269" y="329"/>
                                    <a:pt x="268" y="330"/>
                                  </a:cubicBezTo>
                                  <a:cubicBezTo>
                                    <a:pt x="268" y="330"/>
                                    <a:pt x="268" y="331"/>
                                    <a:pt x="269" y="331"/>
                                  </a:cubicBezTo>
                                  <a:cubicBezTo>
                                    <a:pt x="269" y="332"/>
                                    <a:pt x="270" y="333"/>
                                    <a:pt x="271" y="333"/>
                                  </a:cubicBezTo>
                                  <a:cubicBezTo>
                                    <a:pt x="272" y="333"/>
                                    <a:pt x="271" y="334"/>
                                    <a:pt x="271" y="334"/>
                                  </a:cubicBezTo>
                                  <a:cubicBezTo>
                                    <a:pt x="271" y="335"/>
                                    <a:pt x="271" y="335"/>
                                    <a:pt x="271" y="336"/>
                                  </a:cubicBezTo>
                                  <a:cubicBezTo>
                                    <a:pt x="270" y="337"/>
                                    <a:pt x="271" y="336"/>
                                    <a:pt x="270" y="335"/>
                                  </a:cubicBezTo>
                                  <a:cubicBezTo>
                                    <a:pt x="270" y="334"/>
                                    <a:pt x="270" y="334"/>
                                    <a:pt x="269" y="333"/>
                                  </a:cubicBezTo>
                                  <a:cubicBezTo>
                                    <a:pt x="267" y="333"/>
                                    <a:pt x="266" y="333"/>
                                    <a:pt x="265" y="335"/>
                                  </a:cubicBezTo>
                                  <a:cubicBezTo>
                                    <a:pt x="265" y="336"/>
                                    <a:pt x="264" y="337"/>
                                    <a:pt x="266" y="337"/>
                                  </a:cubicBezTo>
                                  <a:cubicBezTo>
                                    <a:pt x="266" y="337"/>
                                    <a:pt x="266" y="338"/>
                                    <a:pt x="267" y="338"/>
                                  </a:cubicBezTo>
                                  <a:cubicBezTo>
                                    <a:pt x="268" y="341"/>
                                    <a:pt x="271" y="341"/>
                                    <a:pt x="273" y="339"/>
                                  </a:cubicBezTo>
                                  <a:cubicBezTo>
                                    <a:pt x="273" y="338"/>
                                    <a:pt x="273" y="338"/>
                                    <a:pt x="273" y="338"/>
                                  </a:cubicBezTo>
                                  <a:cubicBezTo>
                                    <a:pt x="273" y="338"/>
                                    <a:pt x="273" y="338"/>
                                    <a:pt x="273" y="338"/>
                                  </a:cubicBezTo>
                                  <a:cubicBezTo>
                                    <a:pt x="274" y="340"/>
                                    <a:pt x="274" y="342"/>
                                    <a:pt x="276" y="342"/>
                                  </a:cubicBezTo>
                                  <a:cubicBezTo>
                                    <a:pt x="275" y="343"/>
                                    <a:pt x="274" y="341"/>
                                    <a:pt x="274" y="341"/>
                                  </a:cubicBezTo>
                                  <a:cubicBezTo>
                                    <a:pt x="273" y="341"/>
                                    <a:pt x="273" y="340"/>
                                    <a:pt x="272" y="341"/>
                                  </a:cubicBezTo>
                                  <a:cubicBezTo>
                                    <a:pt x="272" y="342"/>
                                    <a:pt x="271" y="343"/>
                                    <a:pt x="272" y="344"/>
                                  </a:cubicBezTo>
                                  <a:cubicBezTo>
                                    <a:pt x="272" y="344"/>
                                    <a:pt x="272" y="345"/>
                                    <a:pt x="272" y="345"/>
                                  </a:cubicBezTo>
                                  <a:cubicBezTo>
                                    <a:pt x="273" y="344"/>
                                    <a:pt x="273" y="345"/>
                                    <a:pt x="274" y="345"/>
                                  </a:cubicBezTo>
                                  <a:cubicBezTo>
                                    <a:pt x="274" y="346"/>
                                    <a:pt x="274" y="347"/>
                                    <a:pt x="274" y="347"/>
                                  </a:cubicBezTo>
                                  <a:cubicBezTo>
                                    <a:pt x="275" y="349"/>
                                    <a:pt x="275" y="349"/>
                                    <a:pt x="273" y="350"/>
                                  </a:cubicBezTo>
                                  <a:cubicBezTo>
                                    <a:pt x="273" y="349"/>
                                    <a:pt x="274" y="348"/>
                                    <a:pt x="273" y="348"/>
                                  </a:cubicBezTo>
                                  <a:cubicBezTo>
                                    <a:pt x="273" y="347"/>
                                    <a:pt x="273" y="347"/>
                                    <a:pt x="273" y="347"/>
                                  </a:cubicBezTo>
                                  <a:cubicBezTo>
                                    <a:pt x="273" y="347"/>
                                    <a:pt x="273" y="346"/>
                                    <a:pt x="273" y="346"/>
                                  </a:cubicBezTo>
                                  <a:cubicBezTo>
                                    <a:pt x="272" y="346"/>
                                    <a:pt x="272" y="346"/>
                                    <a:pt x="272" y="347"/>
                                  </a:cubicBezTo>
                                  <a:cubicBezTo>
                                    <a:pt x="272" y="348"/>
                                    <a:pt x="272" y="349"/>
                                    <a:pt x="273" y="351"/>
                                  </a:cubicBezTo>
                                  <a:cubicBezTo>
                                    <a:pt x="273" y="351"/>
                                    <a:pt x="273" y="352"/>
                                    <a:pt x="272" y="352"/>
                                  </a:cubicBezTo>
                                  <a:cubicBezTo>
                                    <a:pt x="272" y="353"/>
                                    <a:pt x="271" y="353"/>
                                    <a:pt x="271" y="353"/>
                                  </a:cubicBezTo>
                                  <a:cubicBezTo>
                                    <a:pt x="270" y="352"/>
                                    <a:pt x="270" y="352"/>
                                    <a:pt x="270" y="353"/>
                                  </a:cubicBezTo>
                                  <a:cubicBezTo>
                                    <a:pt x="270" y="354"/>
                                    <a:pt x="270" y="354"/>
                                    <a:pt x="269" y="354"/>
                                  </a:cubicBezTo>
                                  <a:cubicBezTo>
                                    <a:pt x="268" y="354"/>
                                    <a:pt x="267" y="354"/>
                                    <a:pt x="266" y="353"/>
                                  </a:cubicBezTo>
                                  <a:cubicBezTo>
                                    <a:pt x="266" y="353"/>
                                    <a:pt x="267" y="352"/>
                                    <a:pt x="267" y="352"/>
                                  </a:cubicBezTo>
                                  <a:cubicBezTo>
                                    <a:pt x="267" y="352"/>
                                    <a:pt x="266" y="352"/>
                                    <a:pt x="266" y="351"/>
                                  </a:cubicBezTo>
                                  <a:cubicBezTo>
                                    <a:pt x="266" y="351"/>
                                    <a:pt x="265" y="352"/>
                                    <a:pt x="265" y="351"/>
                                  </a:cubicBezTo>
                                  <a:cubicBezTo>
                                    <a:pt x="266" y="350"/>
                                    <a:pt x="265" y="350"/>
                                    <a:pt x="264" y="349"/>
                                  </a:cubicBezTo>
                                  <a:cubicBezTo>
                                    <a:pt x="264" y="349"/>
                                    <a:pt x="263" y="348"/>
                                    <a:pt x="263" y="347"/>
                                  </a:cubicBezTo>
                                  <a:cubicBezTo>
                                    <a:pt x="263" y="346"/>
                                    <a:pt x="262" y="346"/>
                                    <a:pt x="261" y="345"/>
                                  </a:cubicBezTo>
                                  <a:cubicBezTo>
                                    <a:pt x="261" y="345"/>
                                    <a:pt x="260" y="345"/>
                                    <a:pt x="259" y="346"/>
                                  </a:cubicBezTo>
                                  <a:cubicBezTo>
                                    <a:pt x="259" y="346"/>
                                    <a:pt x="259" y="347"/>
                                    <a:pt x="258" y="347"/>
                                  </a:cubicBezTo>
                                  <a:cubicBezTo>
                                    <a:pt x="258" y="348"/>
                                    <a:pt x="258" y="349"/>
                                    <a:pt x="258" y="350"/>
                                  </a:cubicBezTo>
                                  <a:cubicBezTo>
                                    <a:pt x="257" y="352"/>
                                    <a:pt x="257" y="354"/>
                                    <a:pt x="259" y="355"/>
                                  </a:cubicBezTo>
                                  <a:cubicBezTo>
                                    <a:pt x="259" y="356"/>
                                    <a:pt x="260" y="357"/>
                                    <a:pt x="260" y="357"/>
                                  </a:cubicBezTo>
                                  <a:cubicBezTo>
                                    <a:pt x="260" y="357"/>
                                    <a:pt x="260" y="357"/>
                                    <a:pt x="260" y="357"/>
                                  </a:cubicBezTo>
                                  <a:cubicBezTo>
                                    <a:pt x="260" y="357"/>
                                    <a:pt x="260" y="357"/>
                                    <a:pt x="260" y="357"/>
                                  </a:cubicBezTo>
                                  <a:cubicBezTo>
                                    <a:pt x="261" y="357"/>
                                    <a:pt x="261" y="358"/>
                                    <a:pt x="261" y="358"/>
                                  </a:cubicBezTo>
                                  <a:cubicBezTo>
                                    <a:pt x="262" y="359"/>
                                    <a:pt x="263" y="360"/>
                                    <a:pt x="263" y="360"/>
                                  </a:cubicBezTo>
                                  <a:cubicBezTo>
                                    <a:pt x="263" y="362"/>
                                    <a:pt x="263" y="362"/>
                                    <a:pt x="264" y="363"/>
                                  </a:cubicBezTo>
                                  <a:cubicBezTo>
                                    <a:pt x="265" y="363"/>
                                    <a:pt x="265" y="363"/>
                                    <a:pt x="266" y="363"/>
                                  </a:cubicBezTo>
                                  <a:cubicBezTo>
                                    <a:pt x="266" y="363"/>
                                    <a:pt x="266" y="362"/>
                                    <a:pt x="267" y="362"/>
                                  </a:cubicBezTo>
                                  <a:cubicBezTo>
                                    <a:pt x="267" y="362"/>
                                    <a:pt x="268" y="363"/>
                                    <a:pt x="268" y="363"/>
                                  </a:cubicBezTo>
                                  <a:cubicBezTo>
                                    <a:pt x="268" y="365"/>
                                    <a:pt x="269" y="365"/>
                                    <a:pt x="271" y="365"/>
                                  </a:cubicBezTo>
                                  <a:cubicBezTo>
                                    <a:pt x="271" y="365"/>
                                    <a:pt x="271" y="365"/>
                                    <a:pt x="271" y="365"/>
                                  </a:cubicBezTo>
                                  <a:cubicBezTo>
                                    <a:pt x="271" y="365"/>
                                    <a:pt x="271" y="365"/>
                                    <a:pt x="271" y="365"/>
                                  </a:cubicBezTo>
                                  <a:cubicBezTo>
                                    <a:pt x="271" y="366"/>
                                    <a:pt x="272" y="367"/>
                                    <a:pt x="272" y="368"/>
                                  </a:cubicBezTo>
                                  <a:cubicBezTo>
                                    <a:pt x="273" y="369"/>
                                    <a:pt x="274" y="371"/>
                                    <a:pt x="275" y="372"/>
                                  </a:cubicBezTo>
                                  <a:cubicBezTo>
                                    <a:pt x="276" y="373"/>
                                    <a:pt x="277" y="374"/>
                                    <a:pt x="277" y="374"/>
                                  </a:cubicBezTo>
                                  <a:cubicBezTo>
                                    <a:pt x="278" y="377"/>
                                    <a:pt x="280" y="379"/>
                                    <a:pt x="280" y="381"/>
                                  </a:cubicBezTo>
                                  <a:cubicBezTo>
                                    <a:pt x="280" y="382"/>
                                    <a:pt x="280" y="382"/>
                                    <a:pt x="280" y="382"/>
                                  </a:cubicBezTo>
                                  <a:cubicBezTo>
                                    <a:pt x="280" y="383"/>
                                    <a:pt x="281" y="383"/>
                                    <a:pt x="281" y="382"/>
                                  </a:cubicBezTo>
                                  <a:cubicBezTo>
                                    <a:pt x="282" y="382"/>
                                    <a:pt x="282" y="382"/>
                                    <a:pt x="282" y="382"/>
                                  </a:cubicBezTo>
                                  <a:cubicBezTo>
                                    <a:pt x="282" y="383"/>
                                    <a:pt x="282" y="383"/>
                                    <a:pt x="282" y="383"/>
                                  </a:cubicBezTo>
                                  <a:cubicBezTo>
                                    <a:pt x="282" y="383"/>
                                    <a:pt x="282" y="383"/>
                                    <a:pt x="282" y="384"/>
                                  </a:cubicBezTo>
                                  <a:cubicBezTo>
                                    <a:pt x="282" y="384"/>
                                    <a:pt x="282" y="384"/>
                                    <a:pt x="282" y="384"/>
                                  </a:cubicBezTo>
                                  <a:cubicBezTo>
                                    <a:pt x="283" y="383"/>
                                    <a:pt x="283" y="384"/>
                                    <a:pt x="283" y="384"/>
                                  </a:cubicBezTo>
                                  <a:cubicBezTo>
                                    <a:pt x="284" y="384"/>
                                    <a:pt x="285" y="384"/>
                                    <a:pt x="285" y="384"/>
                                  </a:cubicBezTo>
                                  <a:cubicBezTo>
                                    <a:pt x="286" y="382"/>
                                    <a:pt x="287" y="381"/>
                                    <a:pt x="288" y="380"/>
                                  </a:cubicBezTo>
                                  <a:cubicBezTo>
                                    <a:pt x="288" y="380"/>
                                    <a:pt x="288" y="379"/>
                                    <a:pt x="288" y="379"/>
                                  </a:cubicBezTo>
                                  <a:cubicBezTo>
                                    <a:pt x="287" y="378"/>
                                    <a:pt x="286" y="377"/>
                                    <a:pt x="286" y="375"/>
                                  </a:cubicBezTo>
                                  <a:cubicBezTo>
                                    <a:pt x="285" y="374"/>
                                    <a:pt x="285" y="373"/>
                                    <a:pt x="287" y="372"/>
                                  </a:cubicBezTo>
                                  <a:cubicBezTo>
                                    <a:pt x="287" y="373"/>
                                    <a:pt x="286" y="373"/>
                                    <a:pt x="286" y="374"/>
                                  </a:cubicBezTo>
                                  <a:cubicBezTo>
                                    <a:pt x="286" y="375"/>
                                    <a:pt x="287" y="377"/>
                                    <a:pt x="288" y="377"/>
                                  </a:cubicBezTo>
                                  <a:cubicBezTo>
                                    <a:pt x="289" y="376"/>
                                    <a:pt x="290" y="376"/>
                                    <a:pt x="290" y="377"/>
                                  </a:cubicBezTo>
                                  <a:cubicBezTo>
                                    <a:pt x="291" y="377"/>
                                    <a:pt x="292" y="377"/>
                                    <a:pt x="293" y="377"/>
                                  </a:cubicBezTo>
                                  <a:cubicBezTo>
                                    <a:pt x="294" y="376"/>
                                    <a:pt x="294" y="375"/>
                                    <a:pt x="295" y="375"/>
                                  </a:cubicBezTo>
                                  <a:cubicBezTo>
                                    <a:pt x="296" y="375"/>
                                    <a:pt x="296" y="375"/>
                                    <a:pt x="295" y="374"/>
                                  </a:cubicBezTo>
                                  <a:cubicBezTo>
                                    <a:pt x="295" y="374"/>
                                    <a:pt x="295" y="373"/>
                                    <a:pt x="296" y="373"/>
                                  </a:cubicBezTo>
                                  <a:cubicBezTo>
                                    <a:pt x="296" y="373"/>
                                    <a:pt x="297" y="373"/>
                                    <a:pt x="297" y="372"/>
                                  </a:cubicBezTo>
                                  <a:cubicBezTo>
                                    <a:pt x="298" y="373"/>
                                    <a:pt x="297" y="373"/>
                                    <a:pt x="297" y="373"/>
                                  </a:cubicBezTo>
                                  <a:cubicBezTo>
                                    <a:pt x="298" y="373"/>
                                    <a:pt x="298" y="373"/>
                                    <a:pt x="298" y="373"/>
                                  </a:cubicBezTo>
                                  <a:cubicBezTo>
                                    <a:pt x="298" y="372"/>
                                    <a:pt x="299" y="372"/>
                                    <a:pt x="299" y="371"/>
                                  </a:cubicBezTo>
                                  <a:cubicBezTo>
                                    <a:pt x="298" y="370"/>
                                    <a:pt x="298" y="371"/>
                                    <a:pt x="297" y="371"/>
                                  </a:cubicBezTo>
                                  <a:cubicBezTo>
                                    <a:pt x="297" y="370"/>
                                    <a:pt x="298" y="370"/>
                                    <a:pt x="298" y="370"/>
                                  </a:cubicBezTo>
                                  <a:cubicBezTo>
                                    <a:pt x="299" y="370"/>
                                    <a:pt x="299" y="369"/>
                                    <a:pt x="299" y="369"/>
                                  </a:cubicBezTo>
                                  <a:cubicBezTo>
                                    <a:pt x="299" y="368"/>
                                    <a:pt x="298" y="368"/>
                                    <a:pt x="298" y="369"/>
                                  </a:cubicBezTo>
                                  <a:cubicBezTo>
                                    <a:pt x="297" y="369"/>
                                    <a:pt x="297" y="369"/>
                                    <a:pt x="296" y="368"/>
                                  </a:cubicBezTo>
                                  <a:cubicBezTo>
                                    <a:pt x="297" y="368"/>
                                    <a:pt x="299" y="368"/>
                                    <a:pt x="299" y="366"/>
                                  </a:cubicBezTo>
                                  <a:cubicBezTo>
                                    <a:pt x="298" y="364"/>
                                    <a:pt x="298" y="363"/>
                                    <a:pt x="297" y="362"/>
                                  </a:cubicBezTo>
                                  <a:cubicBezTo>
                                    <a:pt x="299" y="362"/>
                                    <a:pt x="300" y="360"/>
                                    <a:pt x="300" y="358"/>
                                  </a:cubicBezTo>
                                  <a:close/>
                                  <a:moveTo>
                                    <a:pt x="147" y="355"/>
                                  </a:moveTo>
                                  <a:cubicBezTo>
                                    <a:pt x="147" y="355"/>
                                    <a:pt x="148" y="355"/>
                                    <a:pt x="148" y="355"/>
                                  </a:cubicBezTo>
                                  <a:cubicBezTo>
                                    <a:pt x="149" y="353"/>
                                    <a:pt x="151" y="352"/>
                                    <a:pt x="153" y="351"/>
                                  </a:cubicBezTo>
                                  <a:cubicBezTo>
                                    <a:pt x="156" y="349"/>
                                    <a:pt x="158" y="346"/>
                                    <a:pt x="161" y="344"/>
                                  </a:cubicBezTo>
                                  <a:cubicBezTo>
                                    <a:pt x="163" y="343"/>
                                    <a:pt x="165" y="341"/>
                                    <a:pt x="167" y="340"/>
                                  </a:cubicBezTo>
                                  <a:cubicBezTo>
                                    <a:pt x="170" y="339"/>
                                    <a:pt x="171" y="338"/>
                                    <a:pt x="172" y="336"/>
                                  </a:cubicBezTo>
                                  <a:cubicBezTo>
                                    <a:pt x="173" y="335"/>
                                    <a:pt x="173" y="335"/>
                                    <a:pt x="172" y="334"/>
                                  </a:cubicBezTo>
                                  <a:cubicBezTo>
                                    <a:pt x="171" y="332"/>
                                    <a:pt x="169" y="330"/>
                                    <a:pt x="168" y="329"/>
                                  </a:cubicBezTo>
                                  <a:cubicBezTo>
                                    <a:pt x="167" y="328"/>
                                    <a:pt x="167" y="327"/>
                                    <a:pt x="166" y="326"/>
                                  </a:cubicBezTo>
                                  <a:cubicBezTo>
                                    <a:pt x="166" y="326"/>
                                    <a:pt x="166" y="326"/>
                                    <a:pt x="166" y="326"/>
                                  </a:cubicBezTo>
                                  <a:cubicBezTo>
                                    <a:pt x="166" y="326"/>
                                    <a:pt x="166" y="326"/>
                                    <a:pt x="165" y="325"/>
                                  </a:cubicBezTo>
                                  <a:cubicBezTo>
                                    <a:pt x="165" y="325"/>
                                    <a:pt x="165" y="325"/>
                                    <a:pt x="165" y="325"/>
                                  </a:cubicBezTo>
                                  <a:cubicBezTo>
                                    <a:pt x="165" y="324"/>
                                    <a:pt x="164" y="323"/>
                                    <a:pt x="163" y="322"/>
                                  </a:cubicBezTo>
                                  <a:cubicBezTo>
                                    <a:pt x="161" y="320"/>
                                    <a:pt x="159" y="317"/>
                                    <a:pt x="155" y="317"/>
                                  </a:cubicBezTo>
                                  <a:cubicBezTo>
                                    <a:pt x="155" y="317"/>
                                    <a:pt x="155" y="317"/>
                                    <a:pt x="155" y="317"/>
                                  </a:cubicBezTo>
                                  <a:cubicBezTo>
                                    <a:pt x="155" y="317"/>
                                    <a:pt x="155" y="317"/>
                                    <a:pt x="155" y="317"/>
                                  </a:cubicBezTo>
                                  <a:cubicBezTo>
                                    <a:pt x="153" y="317"/>
                                    <a:pt x="152" y="318"/>
                                    <a:pt x="151" y="318"/>
                                  </a:cubicBezTo>
                                  <a:cubicBezTo>
                                    <a:pt x="150" y="318"/>
                                    <a:pt x="150" y="319"/>
                                    <a:pt x="150" y="320"/>
                                  </a:cubicBezTo>
                                  <a:cubicBezTo>
                                    <a:pt x="150" y="321"/>
                                    <a:pt x="149" y="322"/>
                                    <a:pt x="149" y="323"/>
                                  </a:cubicBezTo>
                                  <a:cubicBezTo>
                                    <a:pt x="148" y="324"/>
                                    <a:pt x="148" y="324"/>
                                    <a:pt x="148" y="324"/>
                                  </a:cubicBezTo>
                                  <a:cubicBezTo>
                                    <a:pt x="147" y="323"/>
                                    <a:pt x="147" y="323"/>
                                    <a:pt x="147" y="323"/>
                                  </a:cubicBezTo>
                                  <a:cubicBezTo>
                                    <a:pt x="148" y="321"/>
                                    <a:pt x="148" y="320"/>
                                    <a:pt x="148" y="319"/>
                                  </a:cubicBezTo>
                                  <a:cubicBezTo>
                                    <a:pt x="148" y="319"/>
                                    <a:pt x="148" y="318"/>
                                    <a:pt x="147" y="318"/>
                                  </a:cubicBezTo>
                                  <a:cubicBezTo>
                                    <a:pt x="146" y="318"/>
                                    <a:pt x="145" y="318"/>
                                    <a:pt x="145" y="319"/>
                                  </a:cubicBezTo>
                                  <a:cubicBezTo>
                                    <a:pt x="145" y="320"/>
                                    <a:pt x="143" y="321"/>
                                    <a:pt x="144" y="323"/>
                                  </a:cubicBezTo>
                                  <a:cubicBezTo>
                                    <a:pt x="142" y="322"/>
                                    <a:pt x="142" y="321"/>
                                    <a:pt x="143" y="319"/>
                                  </a:cubicBezTo>
                                  <a:cubicBezTo>
                                    <a:pt x="144" y="318"/>
                                    <a:pt x="144" y="318"/>
                                    <a:pt x="143" y="318"/>
                                  </a:cubicBezTo>
                                  <a:cubicBezTo>
                                    <a:pt x="143" y="317"/>
                                    <a:pt x="142" y="317"/>
                                    <a:pt x="142" y="317"/>
                                  </a:cubicBezTo>
                                  <a:cubicBezTo>
                                    <a:pt x="142" y="317"/>
                                    <a:pt x="142" y="317"/>
                                    <a:pt x="142" y="317"/>
                                  </a:cubicBezTo>
                                  <a:cubicBezTo>
                                    <a:pt x="142" y="317"/>
                                    <a:pt x="142" y="317"/>
                                    <a:pt x="142" y="317"/>
                                  </a:cubicBezTo>
                                  <a:cubicBezTo>
                                    <a:pt x="140" y="316"/>
                                    <a:pt x="139" y="316"/>
                                    <a:pt x="138" y="315"/>
                                  </a:cubicBezTo>
                                  <a:cubicBezTo>
                                    <a:pt x="137" y="314"/>
                                    <a:pt x="136" y="313"/>
                                    <a:pt x="135" y="312"/>
                                  </a:cubicBezTo>
                                  <a:cubicBezTo>
                                    <a:pt x="135" y="312"/>
                                    <a:pt x="135" y="312"/>
                                    <a:pt x="135" y="312"/>
                                  </a:cubicBezTo>
                                  <a:cubicBezTo>
                                    <a:pt x="134" y="310"/>
                                    <a:pt x="131" y="309"/>
                                    <a:pt x="130" y="310"/>
                                  </a:cubicBezTo>
                                  <a:cubicBezTo>
                                    <a:pt x="128" y="311"/>
                                    <a:pt x="127" y="312"/>
                                    <a:pt x="125" y="312"/>
                                  </a:cubicBezTo>
                                  <a:cubicBezTo>
                                    <a:pt x="124" y="312"/>
                                    <a:pt x="123" y="313"/>
                                    <a:pt x="121" y="312"/>
                                  </a:cubicBezTo>
                                  <a:cubicBezTo>
                                    <a:pt x="121" y="312"/>
                                    <a:pt x="121" y="313"/>
                                    <a:pt x="121" y="313"/>
                                  </a:cubicBezTo>
                                  <a:cubicBezTo>
                                    <a:pt x="121" y="314"/>
                                    <a:pt x="121" y="315"/>
                                    <a:pt x="121" y="316"/>
                                  </a:cubicBezTo>
                                  <a:cubicBezTo>
                                    <a:pt x="121" y="316"/>
                                    <a:pt x="121" y="316"/>
                                    <a:pt x="121" y="316"/>
                                  </a:cubicBezTo>
                                  <a:cubicBezTo>
                                    <a:pt x="121" y="315"/>
                                    <a:pt x="121" y="315"/>
                                    <a:pt x="120" y="315"/>
                                  </a:cubicBezTo>
                                  <a:cubicBezTo>
                                    <a:pt x="120" y="315"/>
                                    <a:pt x="120" y="315"/>
                                    <a:pt x="120" y="315"/>
                                  </a:cubicBezTo>
                                  <a:cubicBezTo>
                                    <a:pt x="120" y="313"/>
                                    <a:pt x="120" y="313"/>
                                    <a:pt x="118" y="313"/>
                                  </a:cubicBezTo>
                                  <a:cubicBezTo>
                                    <a:pt x="118" y="313"/>
                                    <a:pt x="118" y="313"/>
                                    <a:pt x="117" y="313"/>
                                  </a:cubicBezTo>
                                  <a:cubicBezTo>
                                    <a:pt x="115" y="313"/>
                                    <a:pt x="113" y="314"/>
                                    <a:pt x="111" y="315"/>
                                  </a:cubicBezTo>
                                  <a:cubicBezTo>
                                    <a:pt x="110" y="315"/>
                                    <a:pt x="110" y="315"/>
                                    <a:pt x="111" y="316"/>
                                  </a:cubicBezTo>
                                  <a:cubicBezTo>
                                    <a:pt x="111" y="317"/>
                                    <a:pt x="112" y="319"/>
                                    <a:pt x="112" y="320"/>
                                  </a:cubicBezTo>
                                  <a:cubicBezTo>
                                    <a:pt x="112" y="321"/>
                                    <a:pt x="113" y="321"/>
                                    <a:pt x="114" y="321"/>
                                  </a:cubicBezTo>
                                  <a:cubicBezTo>
                                    <a:pt x="113" y="322"/>
                                    <a:pt x="112" y="321"/>
                                    <a:pt x="113" y="322"/>
                                  </a:cubicBezTo>
                                  <a:cubicBezTo>
                                    <a:pt x="113" y="323"/>
                                    <a:pt x="114" y="322"/>
                                    <a:pt x="114" y="323"/>
                                  </a:cubicBezTo>
                                  <a:cubicBezTo>
                                    <a:pt x="114" y="323"/>
                                    <a:pt x="113" y="323"/>
                                    <a:pt x="113" y="323"/>
                                  </a:cubicBezTo>
                                  <a:cubicBezTo>
                                    <a:pt x="113" y="325"/>
                                    <a:pt x="114" y="325"/>
                                    <a:pt x="114" y="327"/>
                                  </a:cubicBezTo>
                                  <a:cubicBezTo>
                                    <a:pt x="114" y="327"/>
                                    <a:pt x="114" y="327"/>
                                    <a:pt x="115" y="327"/>
                                  </a:cubicBezTo>
                                  <a:cubicBezTo>
                                    <a:pt x="116" y="327"/>
                                    <a:pt x="116" y="328"/>
                                    <a:pt x="116" y="329"/>
                                  </a:cubicBezTo>
                                  <a:cubicBezTo>
                                    <a:pt x="116" y="330"/>
                                    <a:pt x="116" y="330"/>
                                    <a:pt x="115" y="331"/>
                                  </a:cubicBezTo>
                                  <a:cubicBezTo>
                                    <a:pt x="114" y="332"/>
                                    <a:pt x="115" y="333"/>
                                    <a:pt x="115" y="334"/>
                                  </a:cubicBezTo>
                                  <a:cubicBezTo>
                                    <a:pt x="117" y="335"/>
                                    <a:pt x="118" y="334"/>
                                    <a:pt x="119" y="335"/>
                                  </a:cubicBezTo>
                                  <a:cubicBezTo>
                                    <a:pt x="119" y="335"/>
                                    <a:pt x="119" y="335"/>
                                    <a:pt x="119" y="335"/>
                                  </a:cubicBezTo>
                                  <a:cubicBezTo>
                                    <a:pt x="119" y="335"/>
                                    <a:pt x="119" y="335"/>
                                    <a:pt x="119" y="335"/>
                                  </a:cubicBezTo>
                                  <a:cubicBezTo>
                                    <a:pt x="118" y="335"/>
                                    <a:pt x="117" y="335"/>
                                    <a:pt x="116" y="335"/>
                                  </a:cubicBezTo>
                                  <a:cubicBezTo>
                                    <a:pt x="115" y="334"/>
                                    <a:pt x="115" y="334"/>
                                    <a:pt x="114" y="335"/>
                                  </a:cubicBezTo>
                                  <a:cubicBezTo>
                                    <a:pt x="113" y="336"/>
                                    <a:pt x="112" y="338"/>
                                    <a:pt x="111" y="340"/>
                                  </a:cubicBezTo>
                                  <a:cubicBezTo>
                                    <a:pt x="111" y="341"/>
                                    <a:pt x="111" y="342"/>
                                    <a:pt x="110" y="343"/>
                                  </a:cubicBezTo>
                                  <a:cubicBezTo>
                                    <a:pt x="109" y="345"/>
                                    <a:pt x="109" y="345"/>
                                    <a:pt x="111" y="347"/>
                                  </a:cubicBezTo>
                                  <a:cubicBezTo>
                                    <a:pt x="111" y="347"/>
                                    <a:pt x="111" y="347"/>
                                    <a:pt x="112" y="348"/>
                                  </a:cubicBezTo>
                                  <a:cubicBezTo>
                                    <a:pt x="112" y="349"/>
                                    <a:pt x="112" y="349"/>
                                    <a:pt x="111" y="349"/>
                                  </a:cubicBezTo>
                                  <a:cubicBezTo>
                                    <a:pt x="110" y="350"/>
                                    <a:pt x="109" y="350"/>
                                    <a:pt x="108" y="350"/>
                                  </a:cubicBezTo>
                                  <a:cubicBezTo>
                                    <a:pt x="108" y="351"/>
                                    <a:pt x="109" y="352"/>
                                    <a:pt x="109" y="353"/>
                                  </a:cubicBezTo>
                                  <a:cubicBezTo>
                                    <a:pt x="109" y="354"/>
                                    <a:pt x="108" y="355"/>
                                    <a:pt x="108" y="357"/>
                                  </a:cubicBezTo>
                                  <a:cubicBezTo>
                                    <a:pt x="109" y="357"/>
                                    <a:pt x="108" y="357"/>
                                    <a:pt x="108" y="357"/>
                                  </a:cubicBezTo>
                                  <a:cubicBezTo>
                                    <a:pt x="108" y="357"/>
                                    <a:pt x="107" y="358"/>
                                    <a:pt x="108" y="358"/>
                                  </a:cubicBezTo>
                                  <a:cubicBezTo>
                                    <a:pt x="108" y="358"/>
                                    <a:pt x="108" y="358"/>
                                    <a:pt x="108" y="358"/>
                                  </a:cubicBezTo>
                                  <a:cubicBezTo>
                                    <a:pt x="108" y="358"/>
                                    <a:pt x="108" y="358"/>
                                    <a:pt x="108" y="358"/>
                                  </a:cubicBezTo>
                                  <a:cubicBezTo>
                                    <a:pt x="108" y="359"/>
                                    <a:pt x="108" y="359"/>
                                    <a:pt x="108" y="359"/>
                                  </a:cubicBezTo>
                                  <a:cubicBezTo>
                                    <a:pt x="107" y="359"/>
                                    <a:pt x="107" y="358"/>
                                    <a:pt x="107" y="359"/>
                                  </a:cubicBezTo>
                                  <a:cubicBezTo>
                                    <a:pt x="106" y="361"/>
                                    <a:pt x="105" y="363"/>
                                    <a:pt x="104" y="365"/>
                                  </a:cubicBezTo>
                                  <a:cubicBezTo>
                                    <a:pt x="103" y="366"/>
                                    <a:pt x="104" y="368"/>
                                    <a:pt x="103" y="369"/>
                                  </a:cubicBezTo>
                                  <a:cubicBezTo>
                                    <a:pt x="103" y="370"/>
                                    <a:pt x="103" y="370"/>
                                    <a:pt x="104" y="370"/>
                                  </a:cubicBezTo>
                                  <a:cubicBezTo>
                                    <a:pt x="104" y="370"/>
                                    <a:pt x="105" y="370"/>
                                    <a:pt x="105" y="370"/>
                                  </a:cubicBezTo>
                                  <a:cubicBezTo>
                                    <a:pt x="107" y="369"/>
                                    <a:pt x="107" y="369"/>
                                    <a:pt x="107" y="371"/>
                                  </a:cubicBezTo>
                                  <a:cubicBezTo>
                                    <a:pt x="107" y="371"/>
                                    <a:pt x="107" y="371"/>
                                    <a:pt x="107" y="371"/>
                                  </a:cubicBezTo>
                                  <a:cubicBezTo>
                                    <a:pt x="107" y="371"/>
                                    <a:pt x="107" y="371"/>
                                    <a:pt x="107" y="371"/>
                                  </a:cubicBezTo>
                                  <a:cubicBezTo>
                                    <a:pt x="108" y="371"/>
                                    <a:pt x="108" y="372"/>
                                    <a:pt x="109" y="372"/>
                                  </a:cubicBezTo>
                                  <a:cubicBezTo>
                                    <a:pt x="109" y="373"/>
                                    <a:pt x="111" y="372"/>
                                    <a:pt x="111" y="374"/>
                                  </a:cubicBezTo>
                                  <a:cubicBezTo>
                                    <a:pt x="113" y="374"/>
                                    <a:pt x="114" y="375"/>
                                    <a:pt x="115" y="376"/>
                                  </a:cubicBezTo>
                                  <a:cubicBezTo>
                                    <a:pt x="115" y="376"/>
                                    <a:pt x="115" y="376"/>
                                    <a:pt x="115" y="376"/>
                                  </a:cubicBezTo>
                                  <a:cubicBezTo>
                                    <a:pt x="116" y="377"/>
                                    <a:pt x="116" y="379"/>
                                    <a:pt x="117" y="379"/>
                                  </a:cubicBezTo>
                                  <a:cubicBezTo>
                                    <a:pt x="118" y="380"/>
                                    <a:pt x="118" y="382"/>
                                    <a:pt x="118" y="383"/>
                                  </a:cubicBezTo>
                                  <a:cubicBezTo>
                                    <a:pt x="119" y="385"/>
                                    <a:pt x="119" y="386"/>
                                    <a:pt x="120" y="388"/>
                                  </a:cubicBezTo>
                                  <a:cubicBezTo>
                                    <a:pt x="121" y="389"/>
                                    <a:pt x="123" y="389"/>
                                    <a:pt x="123" y="388"/>
                                  </a:cubicBezTo>
                                  <a:cubicBezTo>
                                    <a:pt x="124" y="387"/>
                                    <a:pt x="124" y="386"/>
                                    <a:pt x="125" y="386"/>
                                  </a:cubicBezTo>
                                  <a:cubicBezTo>
                                    <a:pt x="128" y="385"/>
                                    <a:pt x="129" y="383"/>
                                    <a:pt x="129" y="381"/>
                                  </a:cubicBezTo>
                                  <a:cubicBezTo>
                                    <a:pt x="130" y="380"/>
                                    <a:pt x="130" y="380"/>
                                    <a:pt x="131" y="380"/>
                                  </a:cubicBezTo>
                                  <a:cubicBezTo>
                                    <a:pt x="131" y="381"/>
                                    <a:pt x="131" y="381"/>
                                    <a:pt x="132" y="381"/>
                                  </a:cubicBezTo>
                                  <a:cubicBezTo>
                                    <a:pt x="132" y="382"/>
                                    <a:pt x="133" y="382"/>
                                    <a:pt x="134" y="382"/>
                                  </a:cubicBezTo>
                                  <a:cubicBezTo>
                                    <a:pt x="134" y="382"/>
                                    <a:pt x="135" y="381"/>
                                    <a:pt x="136" y="381"/>
                                  </a:cubicBezTo>
                                  <a:cubicBezTo>
                                    <a:pt x="137" y="380"/>
                                    <a:pt x="139" y="379"/>
                                    <a:pt x="139" y="377"/>
                                  </a:cubicBezTo>
                                  <a:cubicBezTo>
                                    <a:pt x="139" y="375"/>
                                    <a:pt x="139" y="372"/>
                                    <a:pt x="139" y="370"/>
                                  </a:cubicBezTo>
                                  <a:cubicBezTo>
                                    <a:pt x="139" y="370"/>
                                    <a:pt x="139" y="370"/>
                                    <a:pt x="139" y="369"/>
                                  </a:cubicBezTo>
                                  <a:cubicBezTo>
                                    <a:pt x="140" y="368"/>
                                    <a:pt x="141" y="366"/>
                                    <a:pt x="140" y="364"/>
                                  </a:cubicBezTo>
                                  <a:cubicBezTo>
                                    <a:pt x="140" y="364"/>
                                    <a:pt x="140" y="363"/>
                                    <a:pt x="140" y="363"/>
                                  </a:cubicBezTo>
                                  <a:cubicBezTo>
                                    <a:pt x="141" y="363"/>
                                    <a:pt x="141" y="364"/>
                                    <a:pt x="141" y="364"/>
                                  </a:cubicBezTo>
                                  <a:cubicBezTo>
                                    <a:pt x="141" y="364"/>
                                    <a:pt x="141" y="364"/>
                                    <a:pt x="142" y="364"/>
                                  </a:cubicBezTo>
                                  <a:cubicBezTo>
                                    <a:pt x="143" y="364"/>
                                    <a:pt x="146" y="362"/>
                                    <a:pt x="146" y="361"/>
                                  </a:cubicBezTo>
                                  <a:cubicBezTo>
                                    <a:pt x="146" y="361"/>
                                    <a:pt x="147" y="361"/>
                                    <a:pt x="146" y="361"/>
                                  </a:cubicBezTo>
                                  <a:cubicBezTo>
                                    <a:pt x="146" y="359"/>
                                    <a:pt x="148" y="357"/>
                                    <a:pt x="147" y="355"/>
                                  </a:cubicBezTo>
                                  <a:close/>
                                  <a:moveTo>
                                    <a:pt x="165" y="325"/>
                                  </a:moveTo>
                                  <a:cubicBezTo>
                                    <a:pt x="165" y="326"/>
                                    <a:pt x="165" y="326"/>
                                    <a:pt x="165" y="326"/>
                                  </a:cubicBezTo>
                                  <a:cubicBezTo>
                                    <a:pt x="165" y="326"/>
                                    <a:pt x="165" y="326"/>
                                    <a:pt x="165" y="325"/>
                                  </a:cubicBezTo>
                                  <a:close/>
                                  <a:moveTo>
                                    <a:pt x="269" y="407"/>
                                  </a:moveTo>
                                  <a:cubicBezTo>
                                    <a:pt x="269" y="407"/>
                                    <a:pt x="269" y="407"/>
                                    <a:pt x="268" y="406"/>
                                  </a:cubicBezTo>
                                  <a:cubicBezTo>
                                    <a:pt x="268" y="406"/>
                                    <a:pt x="268" y="407"/>
                                    <a:pt x="268" y="407"/>
                                  </a:cubicBezTo>
                                  <a:cubicBezTo>
                                    <a:pt x="267" y="407"/>
                                    <a:pt x="266" y="408"/>
                                    <a:pt x="265" y="407"/>
                                  </a:cubicBezTo>
                                  <a:cubicBezTo>
                                    <a:pt x="264" y="407"/>
                                    <a:pt x="265" y="406"/>
                                    <a:pt x="264" y="405"/>
                                  </a:cubicBezTo>
                                  <a:cubicBezTo>
                                    <a:pt x="264" y="404"/>
                                    <a:pt x="264" y="404"/>
                                    <a:pt x="263" y="404"/>
                                  </a:cubicBezTo>
                                  <a:cubicBezTo>
                                    <a:pt x="263" y="405"/>
                                    <a:pt x="262" y="405"/>
                                    <a:pt x="262" y="404"/>
                                  </a:cubicBezTo>
                                  <a:cubicBezTo>
                                    <a:pt x="261" y="404"/>
                                    <a:pt x="260" y="403"/>
                                    <a:pt x="260" y="402"/>
                                  </a:cubicBezTo>
                                  <a:cubicBezTo>
                                    <a:pt x="258" y="402"/>
                                    <a:pt x="258" y="400"/>
                                    <a:pt x="257" y="400"/>
                                  </a:cubicBezTo>
                                  <a:cubicBezTo>
                                    <a:pt x="256" y="400"/>
                                    <a:pt x="256" y="400"/>
                                    <a:pt x="256" y="399"/>
                                  </a:cubicBezTo>
                                  <a:cubicBezTo>
                                    <a:pt x="257" y="398"/>
                                    <a:pt x="255" y="398"/>
                                    <a:pt x="255" y="396"/>
                                  </a:cubicBezTo>
                                  <a:cubicBezTo>
                                    <a:pt x="254" y="398"/>
                                    <a:pt x="255" y="399"/>
                                    <a:pt x="256" y="400"/>
                                  </a:cubicBezTo>
                                  <a:cubicBezTo>
                                    <a:pt x="255" y="400"/>
                                    <a:pt x="254" y="400"/>
                                    <a:pt x="254" y="399"/>
                                  </a:cubicBezTo>
                                  <a:cubicBezTo>
                                    <a:pt x="253" y="399"/>
                                    <a:pt x="253" y="398"/>
                                    <a:pt x="252" y="398"/>
                                  </a:cubicBezTo>
                                  <a:cubicBezTo>
                                    <a:pt x="251" y="399"/>
                                    <a:pt x="251" y="398"/>
                                    <a:pt x="251" y="397"/>
                                  </a:cubicBezTo>
                                  <a:cubicBezTo>
                                    <a:pt x="251" y="397"/>
                                    <a:pt x="252" y="396"/>
                                    <a:pt x="252" y="396"/>
                                  </a:cubicBezTo>
                                  <a:cubicBezTo>
                                    <a:pt x="252" y="396"/>
                                    <a:pt x="251" y="395"/>
                                    <a:pt x="251" y="395"/>
                                  </a:cubicBezTo>
                                  <a:cubicBezTo>
                                    <a:pt x="251" y="396"/>
                                    <a:pt x="251" y="396"/>
                                    <a:pt x="251" y="396"/>
                                  </a:cubicBezTo>
                                  <a:cubicBezTo>
                                    <a:pt x="250" y="395"/>
                                    <a:pt x="248" y="395"/>
                                    <a:pt x="248" y="393"/>
                                  </a:cubicBezTo>
                                  <a:cubicBezTo>
                                    <a:pt x="248" y="392"/>
                                    <a:pt x="248" y="391"/>
                                    <a:pt x="246" y="391"/>
                                  </a:cubicBezTo>
                                  <a:cubicBezTo>
                                    <a:pt x="245" y="390"/>
                                    <a:pt x="244" y="388"/>
                                    <a:pt x="245" y="387"/>
                                  </a:cubicBezTo>
                                  <a:cubicBezTo>
                                    <a:pt x="245" y="386"/>
                                    <a:pt x="246" y="385"/>
                                    <a:pt x="245" y="384"/>
                                  </a:cubicBezTo>
                                  <a:cubicBezTo>
                                    <a:pt x="245" y="384"/>
                                    <a:pt x="245" y="383"/>
                                    <a:pt x="246" y="383"/>
                                  </a:cubicBezTo>
                                  <a:cubicBezTo>
                                    <a:pt x="247" y="383"/>
                                    <a:pt x="246" y="382"/>
                                    <a:pt x="246" y="381"/>
                                  </a:cubicBezTo>
                                  <a:cubicBezTo>
                                    <a:pt x="246" y="380"/>
                                    <a:pt x="246" y="380"/>
                                    <a:pt x="246" y="379"/>
                                  </a:cubicBezTo>
                                  <a:cubicBezTo>
                                    <a:pt x="247" y="377"/>
                                    <a:pt x="246" y="376"/>
                                    <a:pt x="244" y="374"/>
                                  </a:cubicBezTo>
                                  <a:cubicBezTo>
                                    <a:pt x="243" y="372"/>
                                    <a:pt x="243" y="369"/>
                                    <a:pt x="242" y="367"/>
                                  </a:cubicBezTo>
                                  <a:cubicBezTo>
                                    <a:pt x="242" y="366"/>
                                    <a:pt x="242" y="366"/>
                                    <a:pt x="242" y="366"/>
                                  </a:cubicBezTo>
                                  <a:cubicBezTo>
                                    <a:pt x="242" y="364"/>
                                    <a:pt x="241" y="363"/>
                                    <a:pt x="241" y="361"/>
                                  </a:cubicBezTo>
                                  <a:cubicBezTo>
                                    <a:pt x="241" y="361"/>
                                    <a:pt x="240" y="360"/>
                                    <a:pt x="240" y="360"/>
                                  </a:cubicBezTo>
                                  <a:cubicBezTo>
                                    <a:pt x="241" y="359"/>
                                    <a:pt x="240" y="358"/>
                                    <a:pt x="240" y="357"/>
                                  </a:cubicBezTo>
                                  <a:cubicBezTo>
                                    <a:pt x="240" y="356"/>
                                    <a:pt x="240" y="354"/>
                                    <a:pt x="239" y="353"/>
                                  </a:cubicBezTo>
                                  <a:cubicBezTo>
                                    <a:pt x="239" y="352"/>
                                    <a:pt x="240" y="352"/>
                                    <a:pt x="240" y="352"/>
                                  </a:cubicBezTo>
                                  <a:cubicBezTo>
                                    <a:pt x="238" y="351"/>
                                    <a:pt x="239" y="350"/>
                                    <a:pt x="238" y="349"/>
                                  </a:cubicBezTo>
                                  <a:cubicBezTo>
                                    <a:pt x="237" y="349"/>
                                    <a:pt x="236" y="348"/>
                                    <a:pt x="236" y="348"/>
                                  </a:cubicBezTo>
                                  <a:cubicBezTo>
                                    <a:pt x="237" y="346"/>
                                    <a:pt x="236" y="346"/>
                                    <a:pt x="235" y="346"/>
                                  </a:cubicBezTo>
                                  <a:cubicBezTo>
                                    <a:pt x="235" y="346"/>
                                    <a:pt x="234" y="346"/>
                                    <a:pt x="234" y="345"/>
                                  </a:cubicBezTo>
                                  <a:cubicBezTo>
                                    <a:pt x="233" y="344"/>
                                    <a:pt x="232" y="342"/>
                                    <a:pt x="230" y="341"/>
                                  </a:cubicBezTo>
                                  <a:cubicBezTo>
                                    <a:pt x="230" y="340"/>
                                    <a:pt x="230" y="340"/>
                                    <a:pt x="229" y="340"/>
                                  </a:cubicBezTo>
                                  <a:cubicBezTo>
                                    <a:pt x="228" y="340"/>
                                    <a:pt x="228" y="340"/>
                                    <a:pt x="228" y="341"/>
                                  </a:cubicBezTo>
                                  <a:cubicBezTo>
                                    <a:pt x="228" y="341"/>
                                    <a:pt x="228" y="342"/>
                                    <a:pt x="228" y="342"/>
                                  </a:cubicBezTo>
                                  <a:cubicBezTo>
                                    <a:pt x="228" y="343"/>
                                    <a:pt x="228" y="343"/>
                                    <a:pt x="228" y="343"/>
                                  </a:cubicBezTo>
                                  <a:cubicBezTo>
                                    <a:pt x="228" y="343"/>
                                    <a:pt x="228" y="343"/>
                                    <a:pt x="228" y="343"/>
                                  </a:cubicBezTo>
                                  <a:cubicBezTo>
                                    <a:pt x="227" y="343"/>
                                    <a:pt x="227" y="342"/>
                                    <a:pt x="227" y="342"/>
                                  </a:cubicBezTo>
                                  <a:cubicBezTo>
                                    <a:pt x="226" y="341"/>
                                    <a:pt x="225" y="340"/>
                                    <a:pt x="223" y="339"/>
                                  </a:cubicBezTo>
                                  <a:cubicBezTo>
                                    <a:pt x="223" y="339"/>
                                    <a:pt x="222" y="339"/>
                                    <a:pt x="222" y="339"/>
                                  </a:cubicBezTo>
                                  <a:cubicBezTo>
                                    <a:pt x="222" y="340"/>
                                    <a:pt x="221" y="340"/>
                                    <a:pt x="221" y="341"/>
                                  </a:cubicBezTo>
                                  <a:cubicBezTo>
                                    <a:pt x="222" y="342"/>
                                    <a:pt x="222" y="342"/>
                                    <a:pt x="223" y="342"/>
                                  </a:cubicBezTo>
                                  <a:cubicBezTo>
                                    <a:pt x="220" y="342"/>
                                    <a:pt x="220" y="343"/>
                                    <a:pt x="221" y="345"/>
                                  </a:cubicBezTo>
                                  <a:cubicBezTo>
                                    <a:pt x="221" y="346"/>
                                    <a:pt x="221" y="347"/>
                                    <a:pt x="221" y="348"/>
                                  </a:cubicBezTo>
                                  <a:cubicBezTo>
                                    <a:pt x="221" y="350"/>
                                    <a:pt x="222" y="352"/>
                                    <a:pt x="222" y="354"/>
                                  </a:cubicBezTo>
                                  <a:cubicBezTo>
                                    <a:pt x="222" y="356"/>
                                    <a:pt x="224" y="357"/>
                                    <a:pt x="222" y="358"/>
                                  </a:cubicBezTo>
                                  <a:cubicBezTo>
                                    <a:pt x="222" y="358"/>
                                    <a:pt x="222" y="359"/>
                                    <a:pt x="222" y="359"/>
                                  </a:cubicBezTo>
                                  <a:cubicBezTo>
                                    <a:pt x="224" y="360"/>
                                    <a:pt x="223" y="361"/>
                                    <a:pt x="223" y="363"/>
                                  </a:cubicBezTo>
                                  <a:cubicBezTo>
                                    <a:pt x="224" y="364"/>
                                    <a:pt x="223" y="365"/>
                                    <a:pt x="224" y="367"/>
                                  </a:cubicBezTo>
                                  <a:cubicBezTo>
                                    <a:pt x="224" y="367"/>
                                    <a:pt x="224" y="367"/>
                                    <a:pt x="224" y="367"/>
                                  </a:cubicBezTo>
                                  <a:cubicBezTo>
                                    <a:pt x="224" y="368"/>
                                    <a:pt x="225" y="369"/>
                                    <a:pt x="226" y="370"/>
                                  </a:cubicBezTo>
                                  <a:cubicBezTo>
                                    <a:pt x="226" y="370"/>
                                    <a:pt x="227" y="371"/>
                                    <a:pt x="226" y="372"/>
                                  </a:cubicBezTo>
                                  <a:cubicBezTo>
                                    <a:pt x="226" y="372"/>
                                    <a:pt x="225" y="372"/>
                                    <a:pt x="226" y="373"/>
                                  </a:cubicBezTo>
                                  <a:cubicBezTo>
                                    <a:pt x="226" y="373"/>
                                    <a:pt x="227" y="373"/>
                                    <a:pt x="227" y="373"/>
                                  </a:cubicBezTo>
                                  <a:cubicBezTo>
                                    <a:pt x="227" y="373"/>
                                    <a:pt x="226" y="374"/>
                                    <a:pt x="226" y="374"/>
                                  </a:cubicBezTo>
                                  <a:cubicBezTo>
                                    <a:pt x="225" y="373"/>
                                    <a:pt x="225" y="374"/>
                                    <a:pt x="224" y="375"/>
                                  </a:cubicBezTo>
                                  <a:cubicBezTo>
                                    <a:pt x="224" y="375"/>
                                    <a:pt x="224" y="375"/>
                                    <a:pt x="224" y="375"/>
                                  </a:cubicBezTo>
                                  <a:cubicBezTo>
                                    <a:pt x="222" y="375"/>
                                    <a:pt x="224" y="376"/>
                                    <a:pt x="223" y="377"/>
                                  </a:cubicBezTo>
                                  <a:cubicBezTo>
                                    <a:pt x="222" y="377"/>
                                    <a:pt x="222" y="376"/>
                                    <a:pt x="222" y="376"/>
                                  </a:cubicBezTo>
                                  <a:cubicBezTo>
                                    <a:pt x="222" y="376"/>
                                    <a:pt x="222" y="376"/>
                                    <a:pt x="222" y="376"/>
                                  </a:cubicBezTo>
                                  <a:cubicBezTo>
                                    <a:pt x="222" y="376"/>
                                    <a:pt x="222" y="375"/>
                                    <a:pt x="221" y="375"/>
                                  </a:cubicBezTo>
                                  <a:cubicBezTo>
                                    <a:pt x="221" y="375"/>
                                    <a:pt x="221" y="375"/>
                                    <a:pt x="220" y="374"/>
                                  </a:cubicBezTo>
                                  <a:cubicBezTo>
                                    <a:pt x="219" y="372"/>
                                    <a:pt x="221" y="370"/>
                                    <a:pt x="219" y="368"/>
                                  </a:cubicBezTo>
                                  <a:cubicBezTo>
                                    <a:pt x="219" y="366"/>
                                    <a:pt x="218" y="364"/>
                                    <a:pt x="218" y="362"/>
                                  </a:cubicBezTo>
                                  <a:cubicBezTo>
                                    <a:pt x="217" y="361"/>
                                    <a:pt x="217" y="360"/>
                                    <a:pt x="218" y="360"/>
                                  </a:cubicBezTo>
                                  <a:cubicBezTo>
                                    <a:pt x="218" y="359"/>
                                    <a:pt x="218" y="358"/>
                                    <a:pt x="217" y="357"/>
                                  </a:cubicBezTo>
                                  <a:cubicBezTo>
                                    <a:pt x="217" y="356"/>
                                    <a:pt x="217" y="356"/>
                                    <a:pt x="216" y="356"/>
                                  </a:cubicBezTo>
                                  <a:cubicBezTo>
                                    <a:pt x="216" y="357"/>
                                    <a:pt x="215" y="357"/>
                                    <a:pt x="215" y="356"/>
                                  </a:cubicBezTo>
                                  <a:cubicBezTo>
                                    <a:pt x="215" y="355"/>
                                    <a:pt x="216" y="354"/>
                                    <a:pt x="215" y="354"/>
                                  </a:cubicBezTo>
                                  <a:cubicBezTo>
                                    <a:pt x="215" y="352"/>
                                    <a:pt x="214" y="353"/>
                                    <a:pt x="214" y="353"/>
                                  </a:cubicBezTo>
                                  <a:cubicBezTo>
                                    <a:pt x="213" y="353"/>
                                    <a:pt x="213" y="352"/>
                                    <a:pt x="213" y="352"/>
                                  </a:cubicBezTo>
                                  <a:cubicBezTo>
                                    <a:pt x="212" y="351"/>
                                    <a:pt x="212" y="351"/>
                                    <a:pt x="211" y="351"/>
                                  </a:cubicBezTo>
                                  <a:cubicBezTo>
                                    <a:pt x="210" y="350"/>
                                    <a:pt x="210" y="350"/>
                                    <a:pt x="211" y="349"/>
                                  </a:cubicBezTo>
                                  <a:cubicBezTo>
                                    <a:pt x="210" y="348"/>
                                    <a:pt x="210" y="349"/>
                                    <a:pt x="209" y="349"/>
                                  </a:cubicBezTo>
                                  <a:cubicBezTo>
                                    <a:pt x="209" y="347"/>
                                    <a:pt x="207" y="347"/>
                                    <a:pt x="205" y="347"/>
                                  </a:cubicBezTo>
                                  <a:cubicBezTo>
                                    <a:pt x="204" y="346"/>
                                    <a:pt x="204" y="347"/>
                                    <a:pt x="204" y="348"/>
                                  </a:cubicBezTo>
                                  <a:cubicBezTo>
                                    <a:pt x="204" y="349"/>
                                    <a:pt x="205" y="350"/>
                                    <a:pt x="206" y="351"/>
                                  </a:cubicBezTo>
                                  <a:cubicBezTo>
                                    <a:pt x="207" y="351"/>
                                    <a:pt x="207" y="351"/>
                                    <a:pt x="207" y="351"/>
                                  </a:cubicBezTo>
                                  <a:cubicBezTo>
                                    <a:pt x="207" y="353"/>
                                    <a:pt x="208" y="353"/>
                                    <a:pt x="209" y="353"/>
                                  </a:cubicBezTo>
                                  <a:cubicBezTo>
                                    <a:pt x="209" y="353"/>
                                    <a:pt x="209" y="353"/>
                                    <a:pt x="209" y="353"/>
                                  </a:cubicBezTo>
                                  <a:cubicBezTo>
                                    <a:pt x="210" y="353"/>
                                    <a:pt x="210" y="354"/>
                                    <a:pt x="209" y="355"/>
                                  </a:cubicBezTo>
                                  <a:cubicBezTo>
                                    <a:pt x="209" y="354"/>
                                    <a:pt x="209" y="354"/>
                                    <a:pt x="208" y="354"/>
                                  </a:cubicBezTo>
                                  <a:cubicBezTo>
                                    <a:pt x="208" y="354"/>
                                    <a:pt x="208" y="353"/>
                                    <a:pt x="207" y="353"/>
                                  </a:cubicBezTo>
                                  <a:cubicBezTo>
                                    <a:pt x="207" y="354"/>
                                    <a:pt x="207" y="355"/>
                                    <a:pt x="208" y="355"/>
                                  </a:cubicBezTo>
                                  <a:cubicBezTo>
                                    <a:pt x="208" y="355"/>
                                    <a:pt x="209" y="356"/>
                                    <a:pt x="209" y="357"/>
                                  </a:cubicBezTo>
                                  <a:cubicBezTo>
                                    <a:pt x="209" y="357"/>
                                    <a:pt x="209" y="357"/>
                                    <a:pt x="210" y="357"/>
                                  </a:cubicBezTo>
                                  <a:cubicBezTo>
                                    <a:pt x="210" y="357"/>
                                    <a:pt x="210" y="357"/>
                                    <a:pt x="210" y="357"/>
                                  </a:cubicBezTo>
                                  <a:cubicBezTo>
                                    <a:pt x="210" y="359"/>
                                    <a:pt x="209" y="358"/>
                                    <a:pt x="208" y="359"/>
                                  </a:cubicBezTo>
                                  <a:cubicBezTo>
                                    <a:pt x="208" y="359"/>
                                    <a:pt x="208" y="359"/>
                                    <a:pt x="207" y="358"/>
                                  </a:cubicBezTo>
                                  <a:cubicBezTo>
                                    <a:pt x="207" y="358"/>
                                    <a:pt x="207" y="357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7"/>
                                    <a:pt x="204" y="356"/>
                                    <a:pt x="204" y="357"/>
                                  </a:cubicBezTo>
                                  <a:cubicBezTo>
                                    <a:pt x="203" y="358"/>
                                    <a:pt x="202" y="359"/>
                                    <a:pt x="201" y="361"/>
                                  </a:cubicBezTo>
                                  <a:cubicBezTo>
                                    <a:pt x="201" y="361"/>
                                    <a:pt x="201" y="362"/>
                                    <a:pt x="200" y="362"/>
                                  </a:cubicBezTo>
                                  <a:cubicBezTo>
                                    <a:pt x="200" y="361"/>
                                    <a:pt x="200" y="361"/>
                                    <a:pt x="200" y="360"/>
                                  </a:cubicBezTo>
                                  <a:cubicBezTo>
                                    <a:pt x="200" y="360"/>
                                    <a:pt x="200" y="360"/>
                                    <a:pt x="200" y="359"/>
                                  </a:cubicBezTo>
                                  <a:cubicBezTo>
                                    <a:pt x="200" y="359"/>
                                    <a:pt x="199" y="360"/>
                                    <a:pt x="199" y="360"/>
                                  </a:cubicBezTo>
                                  <a:cubicBezTo>
                                    <a:pt x="198" y="361"/>
                                    <a:pt x="197" y="362"/>
                                    <a:pt x="196" y="362"/>
                                  </a:cubicBezTo>
                                  <a:cubicBezTo>
                                    <a:pt x="196" y="362"/>
                                    <a:pt x="195" y="362"/>
                                    <a:pt x="195" y="362"/>
                                  </a:cubicBezTo>
                                  <a:cubicBezTo>
                                    <a:pt x="195" y="362"/>
                                    <a:pt x="195" y="361"/>
                                    <a:pt x="196" y="361"/>
                                  </a:cubicBezTo>
                                  <a:cubicBezTo>
                                    <a:pt x="196" y="361"/>
                                    <a:pt x="196" y="361"/>
                                    <a:pt x="197" y="360"/>
                                  </a:cubicBezTo>
                                  <a:cubicBezTo>
                                    <a:pt x="198" y="360"/>
                                    <a:pt x="199" y="360"/>
                                    <a:pt x="199" y="358"/>
                                  </a:cubicBezTo>
                                  <a:cubicBezTo>
                                    <a:pt x="199" y="358"/>
                                    <a:pt x="199" y="357"/>
                                    <a:pt x="200" y="357"/>
                                  </a:cubicBezTo>
                                  <a:cubicBezTo>
                                    <a:pt x="201" y="356"/>
                                    <a:pt x="201" y="354"/>
                                    <a:pt x="199" y="353"/>
                                  </a:cubicBezTo>
                                  <a:cubicBezTo>
                                    <a:pt x="198" y="352"/>
                                    <a:pt x="197" y="352"/>
                                    <a:pt x="196" y="351"/>
                                  </a:cubicBezTo>
                                  <a:cubicBezTo>
                                    <a:pt x="195" y="349"/>
                                    <a:pt x="192" y="349"/>
                                    <a:pt x="190" y="347"/>
                                  </a:cubicBezTo>
                                  <a:cubicBezTo>
                                    <a:pt x="190" y="347"/>
                                    <a:pt x="190" y="347"/>
                                    <a:pt x="190" y="347"/>
                                  </a:cubicBezTo>
                                  <a:cubicBezTo>
                                    <a:pt x="188" y="346"/>
                                    <a:pt x="187" y="347"/>
                                    <a:pt x="186" y="348"/>
                                  </a:cubicBezTo>
                                  <a:cubicBezTo>
                                    <a:pt x="186" y="349"/>
                                    <a:pt x="186" y="351"/>
                                    <a:pt x="185" y="352"/>
                                  </a:cubicBezTo>
                                  <a:cubicBezTo>
                                    <a:pt x="185" y="352"/>
                                    <a:pt x="185" y="352"/>
                                    <a:pt x="185" y="352"/>
                                  </a:cubicBezTo>
                                  <a:cubicBezTo>
                                    <a:pt x="186" y="354"/>
                                    <a:pt x="186" y="354"/>
                                    <a:pt x="184" y="355"/>
                                  </a:cubicBezTo>
                                  <a:cubicBezTo>
                                    <a:pt x="184" y="355"/>
                                    <a:pt x="184" y="355"/>
                                    <a:pt x="184" y="354"/>
                                  </a:cubicBezTo>
                                  <a:cubicBezTo>
                                    <a:pt x="183" y="356"/>
                                    <a:pt x="182" y="354"/>
                                    <a:pt x="181" y="355"/>
                                  </a:cubicBezTo>
                                  <a:cubicBezTo>
                                    <a:pt x="180" y="356"/>
                                    <a:pt x="179" y="357"/>
                                    <a:pt x="178" y="357"/>
                                  </a:cubicBezTo>
                                  <a:cubicBezTo>
                                    <a:pt x="178" y="357"/>
                                    <a:pt x="178" y="358"/>
                                    <a:pt x="177" y="357"/>
                                  </a:cubicBezTo>
                                  <a:cubicBezTo>
                                    <a:pt x="177" y="357"/>
                                    <a:pt x="177" y="357"/>
                                    <a:pt x="177" y="357"/>
                                  </a:cubicBezTo>
                                  <a:cubicBezTo>
                                    <a:pt x="177" y="357"/>
                                    <a:pt x="177" y="356"/>
                                    <a:pt x="178" y="356"/>
                                  </a:cubicBezTo>
                                  <a:cubicBezTo>
                                    <a:pt x="178" y="355"/>
                                    <a:pt x="179" y="355"/>
                                    <a:pt x="180" y="354"/>
                                  </a:cubicBezTo>
                                  <a:cubicBezTo>
                                    <a:pt x="180" y="354"/>
                                    <a:pt x="180" y="354"/>
                                    <a:pt x="180" y="354"/>
                                  </a:cubicBezTo>
                                  <a:cubicBezTo>
                                    <a:pt x="180" y="352"/>
                                    <a:pt x="180" y="352"/>
                                    <a:pt x="181" y="351"/>
                                  </a:cubicBezTo>
                                  <a:cubicBezTo>
                                    <a:pt x="182" y="351"/>
                                    <a:pt x="182" y="351"/>
                                    <a:pt x="182" y="350"/>
                                  </a:cubicBezTo>
                                  <a:cubicBezTo>
                                    <a:pt x="182" y="349"/>
                                    <a:pt x="182" y="348"/>
                                    <a:pt x="182" y="347"/>
                                  </a:cubicBezTo>
                                  <a:cubicBezTo>
                                    <a:pt x="183" y="345"/>
                                    <a:pt x="182" y="343"/>
                                    <a:pt x="181" y="341"/>
                                  </a:cubicBezTo>
                                  <a:cubicBezTo>
                                    <a:pt x="181" y="340"/>
                                    <a:pt x="180" y="339"/>
                                    <a:pt x="179" y="339"/>
                                  </a:cubicBezTo>
                                  <a:cubicBezTo>
                                    <a:pt x="178" y="338"/>
                                    <a:pt x="177" y="339"/>
                                    <a:pt x="176" y="340"/>
                                  </a:cubicBezTo>
                                  <a:cubicBezTo>
                                    <a:pt x="173" y="342"/>
                                    <a:pt x="169" y="343"/>
                                    <a:pt x="165" y="346"/>
                                  </a:cubicBezTo>
                                  <a:cubicBezTo>
                                    <a:pt x="163" y="348"/>
                                    <a:pt x="159" y="348"/>
                                    <a:pt x="158" y="352"/>
                                  </a:cubicBezTo>
                                  <a:cubicBezTo>
                                    <a:pt x="158" y="352"/>
                                    <a:pt x="157" y="352"/>
                                    <a:pt x="157" y="352"/>
                                  </a:cubicBezTo>
                                  <a:cubicBezTo>
                                    <a:pt x="156" y="354"/>
                                    <a:pt x="154" y="355"/>
                                    <a:pt x="152" y="357"/>
                                  </a:cubicBezTo>
                                  <a:cubicBezTo>
                                    <a:pt x="152" y="358"/>
                                    <a:pt x="151" y="359"/>
                                    <a:pt x="151" y="360"/>
                                  </a:cubicBezTo>
                                  <a:cubicBezTo>
                                    <a:pt x="151" y="361"/>
                                    <a:pt x="152" y="362"/>
                                    <a:pt x="153" y="362"/>
                                  </a:cubicBezTo>
                                  <a:cubicBezTo>
                                    <a:pt x="154" y="361"/>
                                    <a:pt x="154" y="362"/>
                                    <a:pt x="154" y="363"/>
                                  </a:cubicBezTo>
                                  <a:cubicBezTo>
                                    <a:pt x="154" y="364"/>
                                    <a:pt x="154" y="364"/>
                                    <a:pt x="153" y="365"/>
                                  </a:cubicBezTo>
                                  <a:cubicBezTo>
                                    <a:pt x="152" y="365"/>
                                    <a:pt x="151" y="365"/>
                                    <a:pt x="151" y="367"/>
                                  </a:cubicBezTo>
                                  <a:cubicBezTo>
                                    <a:pt x="151" y="368"/>
                                    <a:pt x="150" y="368"/>
                                    <a:pt x="149" y="369"/>
                                  </a:cubicBezTo>
                                  <a:cubicBezTo>
                                    <a:pt x="148" y="371"/>
                                    <a:pt x="147" y="374"/>
                                    <a:pt x="148" y="377"/>
                                  </a:cubicBezTo>
                                  <a:cubicBezTo>
                                    <a:pt x="148" y="377"/>
                                    <a:pt x="149" y="378"/>
                                    <a:pt x="149" y="377"/>
                                  </a:cubicBezTo>
                                  <a:cubicBezTo>
                                    <a:pt x="150" y="376"/>
                                    <a:pt x="152" y="376"/>
                                    <a:pt x="152" y="377"/>
                                  </a:cubicBezTo>
                                  <a:cubicBezTo>
                                    <a:pt x="153" y="379"/>
                                    <a:pt x="154" y="378"/>
                                    <a:pt x="154" y="377"/>
                                  </a:cubicBezTo>
                                  <a:cubicBezTo>
                                    <a:pt x="155" y="376"/>
                                    <a:pt x="155" y="376"/>
                                    <a:pt x="156" y="376"/>
                                  </a:cubicBezTo>
                                  <a:cubicBezTo>
                                    <a:pt x="156" y="377"/>
                                    <a:pt x="156" y="377"/>
                                    <a:pt x="156" y="378"/>
                                  </a:cubicBezTo>
                                  <a:cubicBezTo>
                                    <a:pt x="157" y="378"/>
                                    <a:pt x="157" y="378"/>
                                    <a:pt x="157" y="378"/>
                                  </a:cubicBezTo>
                                  <a:cubicBezTo>
                                    <a:pt x="157" y="379"/>
                                    <a:pt x="157" y="379"/>
                                    <a:pt x="156" y="379"/>
                                  </a:cubicBezTo>
                                  <a:cubicBezTo>
                                    <a:pt x="156" y="379"/>
                                    <a:pt x="155" y="379"/>
                                    <a:pt x="155" y="379"/>
                                  </a:cubicBezTo>
                                  <a:cubicBezTo>
                                    <a:pt x="154" y="379"/>
                                    <a:pt x="153" y="380"/>
                                    <a:pt x="153" y="381"/>
                                  </a:cubicBezTo>
                                  <a:cubicBezTo>
                                    <a:pt x="153" y="382"/>
                                    <a:pt x="154" y="382"/>
                                    <a:pt x="155" y="382"/>
                                  </a:cubicBezTo>
                                  <a:cubicBezTo>
                                    <a:pt x="156" y="382"/>
                                    <a:pt x="157" y="382"/>
                                    <a:pt x="158" y="382"/>
                                  </a:cubicBezTo>
                                  <a:cubicBezTo>
                                    <a:pt x="159" y="382"/>
                                    <a:pt x="158" y="381"/>
                                    <a:pt x="159" y="381"/>
                                  </a:cubicBezTo>
                                  <a:cubicBezTo>
                                    <a:pt x="159" y="381"/>
                                    <a:pt x="159" y="381"/>
                                    <a:pt x="159" y="381"/>
                                  </a:cubicBezTo>
                                  <a:cubicBezTo>
                                    <a:pt x="159" y="381"/>
                                    <a:pt x="159" y="381"/>
                                    <a:pt x="159" y="381"/>
                                  </a:cubicBezTo>
                                  <a:cubicBezTo>
                                    <a:pt x="159" y="382"/>
                                    <a:pt x="160" y="382"/>
                                    <a:pt x="161" y="382"/>
                                  </a:cubicBezTo>
                                  <a:cubicBezTo>
                                    <a:pt x="162" y="381"/>
                                    <a:pt x="163" y="381"/>
                                    <a:pt x="165" y="380"/>
                                  </a:cubicBezTo>
                                  <a:cubicBezTo>
                                    <a:pt x="166" y="380"/>
                                    <a:pt x="168" y="380"/>
                                    <a:pt x="170" y="379"/>
                                  </a:cubicBezTo>
                                  <a:cubicBezTo>
                                    <a:pt x="170" y="378"/>
                                    <a:pt x="171" y="378"/>
                                    <a:pt x="171" y="379"/>
                                  </a:cubicBezTo>
                                  <a:cubicBezTo>
                                    <a:pt x="172" y="380"/>
                                    <a:pt x="173" y="380"/>
                                    <a:pt x="174" y="380"/>
                                  </a:cubicBezTo>
                                  <a:cubicBezTo>
                                    <a:pt x="173" y="381"/>
                                    <a:pt x="172" y="381"/>
                                    <a:pt x="171" y="380"/>
                                  </a:cubicBezTo>
                                  <a:cubicBezTo>
                                    <a:pt x="171" y="380"/>
                                    <a:pt x="170" y="380"/>
                                    <a:pt x="170" y="380"/>
                                  </a:cubicBezTo>
                                  <a:cubicBezTo>
                                    <a:pt x="169" y="381"/>
                                    <a:pt x="168" y="381"/>
                                    <a:pt x="168" y="381"/>
                                  </a:cubicBezTo>
                                  <a:cubicBezTo>
                                    <a:pt x="168" y="382"/>
                                    <a:pt x="169" y="382"/>
                                    <a:pt x="170" y="382"/>
                                  </a:cubicBezTo>
                                  <a:cubicBezTo>
                                    <a:pt x="170" y="382"/>
                                    <a:pt x="170" y="382"/>
                                    <a:pt x="170" y="382"/>
                                  </a:cubicBezTo>
                                  <a:cubicBezTo>
                                    <a:pt x="170" y="383"/>
                                    <a:pt x="169" y="383"/>
                                    <a:pt x="169" y="383"/>
                                  </a:cubicBezTo>
                                  <a:cubicBezTo>
                                    <a:pt x="167" y="382"/>
                                    <a:pt x="165" y="383"/>
                                    <a:pt x="164" y="384"/>
                                  </a:cubicBezTo>
                                  <a:cubicBezTo>
                                    <a:pt x="162" y="385"/>
                                    <a:pt x="161" y="386"/>
                                    <a:pt x="159" y="386"/>
                                  </a:cubicBezTo>
                                  <a:cubicBezTo>
                                    <a:pt x="157" y="387"/>
                                    <a:pt x="155" y="388"/>
                                    <a:pt x="153" y="389"/>
                                  </a:cubicBezTo>
                                  <a:cubicBezTo>
                                    <a:pt x="152" y="390"/>
                                    <a:pt x="152" y="390"/>
                                    <a:pt x="153" y="391"/>
                                  </a:cubicBezTo>
                                  <a:cubicBezTo>
                                    <a:pt x="153" y="392"/>
                                    <a:pt x="153" y="393"/>
                                    <a:pt x="154" y="393"/>
                                  </a:cubicBezTo>
                                  <a:cubicBezTo>
                                    <a:pt x="155" y="395"/>
                                    <a:pt x="156" y="395"/>
                                    <a:pt x="157" y="396"/>
                                  </a:cubicBezTo>
                                  <a:cubicBezTo>
                                    <a:pt x="157" y="396"/>
                                    <a:pt x="157" y="396"/>
                                    <a:pt x="157" y="396"/>
                                  </a:cubicBezTo>
                                  <a:cubicBezTo>
                                    <a:pt x="157" y="397"/>
                                    <a:pt x="157" y="398"/>
                                    <a:pt x="158" y="398"/>
                                  </a:cubicBezTo>
                                  <a:cubicBezTo>
                                    <a:pt x="159" y="398"/>
                                    <a:pt x="160" y="398"/>
                                    <a:pt x="161" y="398"/>
                                  </a:cubicBezTo>
                                  <a:cubicBezTo>
                                    <a:pt x="161" y="398"/>
                                    <a:pt x="161" y="398"/>
                                    <a:pt x="161" y="398"/>
                                  </a:cubicBezTo>
                                  <a:cubicBezTo>
                                    <a:pt x="163" y="398"/>
                                    <a:pt x="164" y="398"/>
                                    <a:pt x="165" y="398"/>
                                  </a:cubicBezTo>
                                  <a:cubicBezTo>
                                    <a:pt x="166" y="397"/>
                                    <a:pt x="167" y="397"/>
                                    <a:pt x="167" y="398"/>
                                  </a:cubicBezTo>
                                  <a:cubicBezTo>
                                    <a:pt x="168" y="399"/>
                                    <a:pt x="168" y="400"/>
                                    <a:pt x="169" y="399"/>
                                  </a:cubicBezTo>
                                  <a:cubicBezTo>
                                    <a:pt x="170" y="398"/>
                                    <a:pt x="171" y="399"/>
                                    <a:pt x="171" y="398"/>
                                  </a:cubicBezTo>
                                  <a:cubicBezTo>
                                    <a:pt x="171" y="398"/>
                                    <a:pt x="171" y="398"/>
                                    <a:pt x="171" y="398"/>
                                  </a:cubicBezTo>
                                  <a:cubicBezTo>
                                    <a:pt x="172" y="398"/>
                                    <a:pt x="173" y="398"/>
                                    <a:pt x="174" y="398"/>
                                  </a:cubicBezTo>
                                  <a:cubicBezTo>
                                    <a:pt x="175" y="398"/>
                                    <a:pt x="177" y="398"/>
                                    <a:pt x="178" y="398"/>
                                  </a:cubicBezTo>
                                  <a:cubicBezTo>
                                    <a:pt x="179" y="397"/>
                                    <a:pt x="179" y="397"/>
                                    <a:pt x="180" y="397"/>
                                  </a:cubicBezTo>
                                  <a:cubicBezTo>
                                    <a:pt x="182" y="396"/>
                                    <a:pt x="183" y="395"/>
                                    <a:pt x="184" y="397"/>
                                  </a:cubicBezTo>
                                  <a:cubicBezTo>
                                    <a:pt x="186" y="397"/>
                                    <a:pt x="187" y="397"/>
                                    <a:pt x="188" y="399"/>
                                  </a:cubicBezTo>
                                  <a:cubicBezTo>
                                    <a:pt x="189" y="399"/>
                                    <a:pt x="189" y="399"/>
                                    <a:pt x="190" y="399"/>
                                  </a:cubicBezTo>
                                  <a:cubicBezTo>
                                    <a:pt x="190" y="399"/>
                                    <a:pt x="191" y="399"/>
                                    <a:pt x="191" y="400"/>
                                  </a:cubicBezTo>
                                  <a:cubicBezTo>
                                    <a:pt x="193" y="400"/>
                                    <a:pt x="195" y="400"/>
                                    <a:pt x="195" y="402"/>
                                  </a:cubicBezTo>
                                  <a:cubicBezTo>
                                    <a:pt x="195" y="403"/>
                                    <a:pt x="196" y="403"/>
                                    <a:pt x="196" y="403"/>
                                  </a:cubicBezTo>
                                  <a:cubicBezTo>
                                    <a:pt x="197" y="403"/>
                                    <a:pt x="198" y="403"/>
                                    <a:pt x="198" y="403"/>
                                  </a:cubicBezTo>
                                  <a:cubicBezTo>
                                    <a:pt x="199" y="404"/>
                                    <a:pt x="198" y="404"/>
                                    <a:pt x="198" y="404"/>
                                  </a:cubicBezTo>
                                  <a:cubicBezTo>
                                    <a:pt x="198" y="404"/>
                                    <a:pt x="197" y="404"/>
                                    <a:pt x="198" y="404"/>
                                  </a:cubicBezTo>
                                  <a:cubicBezTo>
                                    <a:pt x="198" y="404"/>
                                    <a:pt x="198" y="404"/>
                                    <a:pt x="198" y="404"/>
                                  </a:cubicBezTo>
                                  <a:cubicBezTo>
                                    <a:pt x="198" y="404"/>
                                    <a:pt x="198" y="404"/>
                                    <a:pt x="198" y="404"/>
                                  </a:cubicBezTo>
                                  <a:cubicBezTo>
                                    <a:pt x="197" y="405"/>
                                    <a:pt x="196" y="404"/>
                                    <a:pt x="195" y="405"/>
                                  </a:cubicBezTo>
                                  <a:cubicBezTo>
                                    <a:pt x="195" y="405"/>
                                    <a:pt x="195" y="405"/>
                                    <a:pt x="195" y="405"/>
                                  </a:cubicBezTo>
                                  <a:cubicBezTo>
                                    <a:pt x="194" y="405"/>
                                    <a:pt x="194" y="405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2" y="406"/>
                                  </a:cubicBezTo>
                                  <a:cubicBezTo>
                                    <a:pt x="191" y="406"/>
                                    <a:pt x="190" y="406"/>
                                    <a:pt x="189" y="405"/>
                                  </a:cubicBezTo>
                                  <a:cubicBezTo>
                                    <a:pt x="187" y="405"/>
                                    <a:pt x="186" y="405"/>
                                    <a:pt x="184" y="405"/>
                                  </a:cubicBezTo>
                                  <a:cubicBezTo>
                                    <a:pt x="183" y="405"/>
                                    <a:pt x="182" y="405"/>
                                    <a:pt x="181" y="404"/>
                                  </a:cubicBezTo>
                                  <a:cubicBezTo>
                                    <a:pt x="180" y="404"/>
                                    <a:pt x="179" y="404"/>
                                    <a:pt x="178" y="404"/>
                                  </a:cubicBezTo>
                                  <a:cubicBezTo>
                                    <a:pt x="175" y="405"/>
                                    <a:pt x="173" y="405"/>
                                    <a:pt x="170" y="406"/>
                                  </a:cubicBezTo>
                                  <a:cubicBezTo>
                                    <a:pt x="167" y="406"/>
                                    <a:pt x="163" y="407"/>
                                    <a:pt x="160" y="409"/>
                                  </a:cubicBezTo>
                                  <a:cubicBezTo>
                                    <a:pt x="159" y="409"/>
                                    <a:pt x="159" y="410"/>
                                    <a:pt x="159" y="411"/>
                                  </a:cubicBezTo>
                                  <a:cubicBezTo>
                                    <a:pt x="160" y="412"/>
                                    <a:pt x="160" y="413"/>
                                    <a:pt x="160" y="414"/>
                                  </a:cubicBezTo>
                                  <a:cubicBezTo>
                                    <a:pt x="160" y="415"/>
                                    <a:pt x="161" y="415"/>
                                    <a:pt x="161" y="416"/>
                                  </a:cubicBezTo>
                                  <a:cubicBezTo>
                                    <a:pt x="162" y="416"/>
                                    <a:pt x="163" y="417"/>
                                    <a:pt x="163" y="418"/>
                                  </a:cubicBezTo>
                                  <a:cubicBezTo>
                                    <a:pt x="163" y="418"/>
                                    <a:pt x="163" y="419"/>
                                    <a:pt x="163" y="419"/>
                                  </a:cubicBezTo>
                                  <a:cubicBezTo>
                                    <a:pt x="165" y="419"/>
                                    <a:pt x="165" y="419"/>
                                    <a:pt x="165" y="420"/>
                                  </a:cubicBezTo>
                                  <a:cubicBezTo>
                                    <a:pt x="164" y="421"/>
                                    <a:pt x="164" y="421"/>
                                    <a:pt x="165" y="421"/>
                                  </a:cubicBezTo>
                                  <a:cubicBezTo>
                                    <a:pt x="166" y="422"/>
                                    <a:pt x="167" y="423"/>
                                    <a:pt x="169" y="424"/>
                                  </a:cubicBezTo>
                                  <a:cubicBezTo>
                                    <a:pt x="172" y="425"/>
                                    <a:pt x="175" y="424"/>
                                    <a:pt x="178" y="424"/>
                                  </a:cubicBezTo>
                                  <a:cubicBezTo>
                                    <a:pt x="180" y="424"/>
                                    <a:pt x="182" y="425"/>
                                    <a:pt x="184" y="425"/>
                                  </a:cubicBezTo>
                                  <a:cubicBezTo>
                                    <a:pt x="184" y="425"/>
                                    <a:pt x="184" y="425"/>
                                    <a:pt x="184" y="426"/>
                                  </a:cubicBezTo>
                                  <a:cubicBezTo>
                                    <a:pt x="184" y="427"/>
                                    <a:pt x="185" y="429"/>
                                    <a:pt x="185" y="430"/>
                                  </a:cubicBezTo>
                                  <a:cubicBezTo>
                                    <a:pt x="184" y="432"/>
                                    <a:pt x="185" y="436"/>
                                    <a:pt x="187" y="437"/>
                                  </a:cubicBezTo>
                                  <a:cubicBezTo>
                                    <a:pt x="187" y="438"/>
                                    <a:pt x="188" y="438"/>
                                    <a:pt x="188" y="438"/>
                                  </a:cubicBezTo>
                                  <a:cubicBezTo>
                                    <a:pt x="188" y="439"/>
                                    <a:pt x="187" y="438"/>
                                    <a:pt x="187" y="439"/>
                                  </a:cubicBezTo>
                                  <a:cubicBezTo>
                                    <a:pt x="187" y="439"/>
                                    <a:pt x="188" y="439"/>
                                    <a:pt x="188" y="439"/>
                                  </a:cubicBezTo>
                                  <a:cubicBezTo>
                                    <a:pt x="188" y="439"/>
                                    <a:pt x="188" y="439"/>
                                    <a:pt x="188" y="439"/>
                                  </a:cubicBezTo>
                                  <a:cubicBezTo>
                                    <a:pt x="189" y="439"/>
                                    <a:pt x="190" y="439"/>
                                    <a:pt x="191" y="438"/>
                                  </a:cubicBezTo>
                                  <a:cubicBezTo>
                                    <a:pt x="191" y="438"/>
                                    <a:pt x="191" y="438"/>
                                    <a:pt x="191" y="438"/>
                                  </a:cubicBezTo>
                                  <a:cubicBezTo>
                                    <a:pt x="194" y="438"/>
                                    <a:pt x="197" y="437"/>
                                    <a:pt x="200" y="438"/>
                                  </a:cubicBezTo>
                                  <a:cubicBezTo>
                                    <a:pt x="200" y="437"/>
                                    <a:pt x="199" y="437"/>
                                    <a:pt x="199" y="437"/>
                                  </a:cubicBezTo>
                                  <a:cubicBezTo>
                                    <a:pt x="200" y="437"/>
                                    <a:pt x="200" y="437"/>
                                    <a:pt x="201" y="437"/>
                                  </a:cubicBezTo>
                                  <a:cubicBezTo>
                                    <a:pt x="201" y="436"/>
                                    <a:pt x="201" y="437"/>
                                    <a:pt x="202" y="437"/>
                                  </a:cubicBezTo>
                                  <a:cubicBezTo>
                                    <a:pt x="202" y="437"/>
                                    <a:pt x="202" y="437"/>
                                    <a:pt x="202" y="437"/>
                                  </a:cubicBezTo>
                                  <a:cubicBezTo>
                                    <a:pt x="202" y="437"/>
                                    <a:pt x="202" y="437"/>
                                    <a:pt x="202" y="437"/>
                                  </a:cubicBezTo>
                                  <a:cubicBezTo>
                                    <a:pt x="201" y="437"/>
                                    <a:pt x="201" y="438"/>
                                    <a:pt x="202" y="438"/>
                                  </a:cubicBezTo>
                                  <a:cubicBezTo>
                                    <a:pt x="202" y="438"/>
                                    <a:pt x="202" y="438"/>
                                    <a:pt x="202" y="438"/>
                                  </a:cubicBezTo>
                                  <a:cubicBezTo>
                                    <a:pt x="202" y="438"/>
                                    <a:pt x="202" y="438"/>
                                    <a:pt x="202" y="438"/>
                                  </a:cubicBezTo>
                                  <a:cubicBezTo>
                                    <a:pt x="201" y="439"/>
                                    <a:pt x="201" y="439"/>
                                    <a:pt x="202" y="439"/>
                                  </a:cubicBezTo>
                                  <a:cubicBezTo>
                                    <a:pt x="204" y="439"/>
                                    <a:pt x="205" y="438"/>
                                    <a:pt x="205" y="437"/>
                                  </a:cubicBezTo>
                                  <a:cubicBezTo>
                                    <a:pt x="206" y="437"/>
                                    <a:pt x="206" y="437"/>
                                    <a:pt x="206" y="437"/>
                                  </a:cubicBezTo>
                                  <a:cubicBezTo>
                                    <a:pt x="207" y="437"/>
                                    <a:pt x="208" y="436"/>
                                    <a:pt x="209" y="436"/>
                                  </a:cubicBezTo>
                                  <a:cubicBezTo>
                                    <a:pt x="211" y="436"/>
                                    <a:pt x="213" y="435"/>
                                    <a:pt x="215" y="434"/>
                                  </a:cubicBezTo>
                                  <a:cubicBezTo>
                                    <a:pt x="216" y="434"/>
                                    <a:pt x="218" y="433"/>
                                    <a:pt x="218" y="431"/>
                                  </a:cubicBezTo>
                                  <a:cubicBezTo>
                                    <a:pt x="219" y="430"/>
                                    <a:pt x="219" y="430"/>
                                    <a:pt x="220" y="430"/>
                                  </a:cubicBezTo>
                                  <a:cubicBezTo>
                                    <a:pt x="220" y="430"/>
                                    <a:pt x="221" y="430"/>
                                    <a:pt x="222" y="430"/>
                                  </a:cubicBezTo>
                                  <a:cubicBezTo>
                                    <a:pt x="223" y="430"/>
                                    <a:pt x="225" y="430"/>
                                    <a:pt x="226" y="429"/>
                                  </a:cubicBezTo>
                                  <a:cubicBezTo>
                                    <a:pt x="227" y="427"/>
                                    <a:pt x="229" y="426"/>
                                    <a:pt x="229" y="423"/>
                                  </a:cubicBezTo>
                                  <a:cubicBezTo>
                                    <a:pt x="229" y="423"/>
                                    <a:pt x="229" y="422"/>
                                    <a:pt x="229" y="422"/>
                                  </a:cubicBezTo>
                                  <a:cubicBezTo>
                                    <a:pt x="230" y="422"/>
                                    <a:pt x="230" y="421"/>
                                    <a:pt x="230" y="421"/>
                                  </a:cubicBezTo>
                                  <a:cubicBezTo>
                                    <a:pt x="231" y="420"/>
                                    <a:pt x="231" y="420"/>
                                    <a:pt x="232" y="420"/>
                                  </a:cubicBezTo>
                                  <a:cubicBezTo>
                                    <a:pt x="233" y="421"/>
                                    <a:pt x="234" y="423"/>
                                    <a:pt x="233" y="424"/>
                                  </a:cubicBezTo>
                                  <a:cubicBezTo>
                                    <a:pt x="233" y="425"/>
                                    <a:pt x="233" y="425"/>
                                    <a:pt x="233" y="426"/>
                                  </a:cubicBezTo>
                                  <a:cubicBezTo>
                                    <a:pt x="234" y="427"/>
                                    <a:pt x="235" y="426"/>
                                    <a:pt x="236" y="426"/>
                                  </a:cubicBezTo>
                                  <a:cubicBezTo>
                                    <a:pt x="236" y="426"/>
                                    <a:pt x="236" y="426"/>
                                    <a:pt x="236" y="426"/>
                                  </a:cubicBezTo>
                                  <a:cubicBezTo>
                                    <a:pt x="236" y="426"/>
                                    <a:pt x="236" y="426"/>
                                    <a:pt x="236" y="426"/>
                                  </a:cubicBezTo>
                                  <a:cubicBezTo>
                                    <a:pt x="237" y="426"/>
                                    <a:pt x="237" y="426"/>
                                    <a:pt x="238" y="426"/>
                                  </a:cubicBezTo>
                                  <a:cubicBezTo>
                                    <a:pt x="238" y="426"/>
                                    <a:pt x="238" y="426"/>
                                    <a:pt x="238" y="426"/>
                                  </a:cubicBezTo>
                                  <a:cubicBezTo>
                                    <a:pt x="238" y="426"/>
                                    <a:pt x="238" y="426"/>
                                    <a:pt x="238" y="426"/>
                                  </a:cubicBezTo>
                                  <a:cubicBezTo>
                                    <a:pt x="239" y="427"/>
                                    <a:pt x="240" y="428"/>
                                    <a:pt x="241" y="428"/>
                                  </a:cubicBezTo>
                                  <a:cubicBezTo>
                                    <a:pt x="242" y="428"/>
                                    <a:pt x="242" y="428"/>
                                    <a:pt x="242" y="428"/>
                                  </a:cubicBezTo>
                                  <a:cubicBezTo>
                                    <a:pt x="242" y="428"/>
                                    <a:pt x="242" y="429"/>
                                    <a:pt x="242" y="429"/>
                                  </a:cubicBezTo>
                                  <a:cubicBezTo>
                                    <a:pt x="242" y="429"/>
                                    <a:pt x="241" y="429"/>
                                    <a:pt x="241" y="429"/>
                                  </a:cubicBezTo>
                                  <a:cubicBezTo>
                                    <a:pt x="241" y="430"/>
                                    <a:pt x="241" y="430"/>
                                    <a:pt x="241" y="431"/>
                                  </a:cubicBezTo>
                                  <a:cubicBezTo>
                                    <a:pt x="241" y="431"/>
                                    <a:pt x="241" y="431"/>
                                    <a:pt x="242" y="431"/>
                                  </a:cubicBezTo>
                                  <a:cubicBezTo>
                                    <a:pt x="242" y="431"/>
                                    <a:pt x="242" y="432"/>
                                    <a:pt x="243" y="432"/>
                                  </a:cubicBezTo>
                                  <a:cubicBezTo>
                                    <a:pt x="244" y="432"/>
                                    <a:pt x="245" y="432"/>
                                    <a:pt x="246" y="431"/>
                                  </a:cubicBezTo>
                                  <a:cubicBezTo>
                                    <a:pt x="246" y="430"/>
                                    <a:pt x="247" y="431"/>
                                    <a:pt x="247" y="430"/>
                                  </a:cubicBezTo>
                                  <a:cubicBezTo>
                                    <a:pt x="247" y="432"/>
                                    <a:pt x="248" y="431"/>
                                    <a:pt x="249" y="432"/>
                                  </a:cubicBezTo>
                                  <a:cubicBezTo>
                                    <a:pt x="251" y="433"/>
                                    <a:pt x="252" y="433"/>
                                    <a:pt x="254" y="432"/>
                                  </a:cubicBezTo>
                                  <a:cubicBezTo>
                                    <a:pt x="254" y="432"/>
                                    <a:pt x="254" y="432"/>
                                    <a:pt x="254" y="432"/>
                                  </a:cubicBezTo>
                                  <a:cubicBezTo>
                                    <a:pt x="255" y="433"/>
                                    <a:pt x="255" y="433"/>
                                    <a:pt x="255" y="433"/>
                                  </a:cubicBezTo>
                                  <a:cubicBezTo>
                                    <a:pt x="256" y="433"/>
                                    <a:pt x="257" y="432"/>
                                    <a:pt x="257" y="432"/>
                                  </a:cubicBezTo>
                                  <a:cubicBezTo>
                                    <a:pt x="257" y="431"/>
                                    <a:pt x="259" y="432"/>
                                    <a:pt x="259" y="431"/>
                                  </a:cubicBezTo>
                                  <a:cubicBezTo>
                                    <a:pt x="259" y="430"/>
                                    <a:pt x="260" y="430"/>
                                    <a:pt x="260" y="430"/>
                                  </a:cubicBezTo>
                                  <a:cubicBezTo>
                                    <a:pt x="261" y="430"/>
                                    <a:pt x="262" y="429"/>
                                    <a:pt x="263" y="429"/>
                                  </a:cubicBezTo>
                                  <a:cubicBezTo>
                                    <a:pt x="263" y="430"/>
                                    <a:pt x="263" y="429"/>
                                    <a:pt x="263" y="429"/>
                                  </a:cubicBezTo>
                                  <a:cubicBezTo>
                                    <a:pt x="263" y="428"/>
                                    <a:pt x="263" y="428"/>
                                    <a:pt x="263" y="428"/>
                                  </a:cubicBezTo>
                                  <a:cubicBezTo>
                                    <a:pt x="264" y="426"/>
                                    <a:pt x="263" y="425"/>
                                    <a:pt x="262" y="424"/>
                                  </a:cubicBezTo>
                                  <a:cubicBezTo>
                                    <a:pt x="262" y="424"/>
                                    <a:pt x="262" y="423"/>
                                    <a:pt x="261" y="423"/>
                                  </a:cubicBezTo>
                                  <a:cubicBezTo>
                                    <a:pt x="261" y="423"/>
                                    <a:pt x="261" y="423"/>
                                    <a:pt x="261" y="423"/>
                                  </a:cubicBezTo>
                                  <a:cubicBezTo>
                                    <a:pt x="261" y="423"/>
                                    <a:pt x="261" y="423"/>
                                    <a:pt x="261" y="423"/>
                                  </a:cubicBezTo>
                                  <a:cubicBezTo>
                                    <a:pt x="260" y="423"/>
                                    <a:pt x="261" y="423"/>
                                    <a:pt x="262" y="422"/>
                                  </a:cubicBezTo>
                                  <a:cubicBezTo>
                                    <a:pt x="262" y="422"/>
                                    <a:pt x="262" y="422"/>
                                    <a:pt x="262" y="421"/>
                                  </a:cubicBezTo>
                                  <a:cubicBezTo>
                                    <a:pt x="262" y="420"/>
                                    <a:pt x="261" y="420"/>
                                    <a:pt x="260" y="420"/>
                                  </a:cubicBezTo>
                                  <a:cubicBezTo>
                                    <a:pt x="260" y="420"/>
                                    <a:pt x="259" y="420"/>
                                    <a:pt x="259" y="420"/>
                                  </a:cubicBezTo>
                                  <a:cubicBezTo>
                                    <a:pt x="259" y="421"/>
                                    <a:pt x="258" y="421"/>
                                    <a:pt x="257" y="422"/>
                                  </a:cubicBezTo>
                                  <a:cubicBezTo>
                                    <a:pt x="257" y="422"/>
                                    <a:pt x="256" y="422"/>
                                    <a:pt x="256" y="423"/>
                                  </a:cubicBezTo>
                                  <a:cubicBezTo>
                                    <a:pt x="255" y="424"/>
                                    <a:pt x="255" y="426"/>
                                    <a:pt x="254" y="426"/>
                                  </a:cubicBezTo>
                                  <a:cubicBezTo>
                                    <a:pt x="254" y="426"/>
                                    <a:pt x="254" y="426"/>
                                    <a:pt x="254" y="425"/>
                                  </a:cubicBezTo>
                                  <a:cubicBezTo>
                                    <a:pt x="255" y="424"/>
                                    <a:pt x="255" y="422"/>
                                    <a:pt x="255" y="421"/>
                                  </a:cubicBezTo>
                                  <a:cubicBezTo>
                                    <a:pt x="255" y="420"/>
                                    <a:pt x="254" y="420"/>
                                    <a:pt x="254" y="419"/>
                                  </a:cubicBezTo>
                                  <a:cubicBezTo>
                                    <a:pt x="254" y="419"/>
                                    <a:pt x="254" y="419"/>
                                    <a:pt x="254" y="419"/>
                                  </a:cubicBezTo>
                                  <a:cubicBezTo>
                                    <a:pt x="253" y="418"/>
                                    <a:pt x="253" y="418"/>
                                    <a:pt x="252" y="418"/>
                                  </a:cubicBezTo>
                                  <a:cubicBezTo>
                                    <a:pt x="252" y="418"/>
                                    <a:pt x="252" y="418"/>
                                    <a:pt x="252" y="418"/>
                                  </a:cubicBezTo>
                                  <a:cubicBezTo>
                                    <a:pt x="252" y="417"/>
                                    <a:pt x="252" y="416"/>
                                    <a:pt x="252" y="416"/>
                                  </a:cubicBezTo>
                                  <a:cubicBezTo>
                                    <a:pt x="253" y="416"/>
                                    <a:pt x="253" y="416"/>
                                    <a:pt x="254" y="417"/>
                                  </a:cubicBezTo>
                                  <a:cubicBezTo>
                                    <a:pt x="254" y="418"/>
                                    <a:pt x="255" y="418"/>
                                    <a:pt x="256" y="419"/>
                                  </a:cubicBezTo>
                                  <a:cubicBezTo>
                                    <a:pt x="256" y="419"/>
                                    <a:pt x="258" y="419"/>
                                    <a:pt x="258" y="419"/>
                                  </a:cubicBezTo>
                                  <a:cubicBezTo>
                                    <a:pt x="259" y="418"/>
                                    <a:pt x="259" y="417"/>
                                    <a:pt x="258" y="417"/>
                                  </a:cubicBezTo>
                                  <a:cubicBezTo>
                                    <a:pt x="257" y="415"/>
                                    <a:pt x="258" y="415"/>
                                    <a:pt x="259" y="414"/>
                                  </a:cubicBezTo>
                                  <a:cubicBezTo>
                                    <a:pt x="259" y="414"/>
                                    <a:pt x="259" y="414"/>
                                    <a:pt x="259" y="414"/>
                                  </a:cubicBezTo>
                                  <a:cubicBezTo>
                                    <a:pt x="260" y="414"/>
                                    <a:pt x="259" y="415"/>
                                    <a:pt x="260" y="415"/>
                                  </a:cubicBezTo>
                                  <a:cubicBezTo>
                                    <a:pt x="260" y="414"/>
                                    <a:pt x="260" y="414"/>
                                    <a:pt x="260" y="413"/>
                                  </a:cubicBezTo>
                                  <a:cubicBezTo>
                                    <a:pt x="260" y="413"/>
                                    <a:pt x="260" y="412"/>
                                    <a:pt x="261" y="412"/>
                                  </a:cubicBezTo>
                                  <a:cubicBezTo>
                                    <a:pt x="261" y="413"/>
                                    <a:pt x="262" y="414"/>
                                    <a:pt x="264" y="416"/>
                                  </a:cubicBezTo>
                                  <a:cubicBezTo>
                                    <a:pt x="264" y="416"/>
                                    <a:pt x="264" y="417"/>
                                    <a:pt x="264" y="417"/>
                                  </a:cubicBezTo>
                                  <a:cubicBezTo>
                                    <a:pt x="265" y="417"/>
                                    <a:pt x="264" y="416"/>
                                    <a:pt x="264" y="416"/>
                                  </a:cubicBezTo>
                                  <a:cubicBezTo>
                                    <a:pt x="264" y="416"/>
                                    <a:pt x="264" y="416"/>
                                    <a:pt x="264" y="416"/>
                                  </a:cubicBezTo>
                                  <a:cubicBezTo>
                                    <a:pt x="264" y="416"/>
                                    <a:pt x="264" y="416"/>
                                    <a:pt x="264" y="416"/>
                                  </a:cubicBezTo>
                                  <a:cubicBezTo>
                                    <a:pt x="265" y="415"/>
                                    <a:pt x="265" y="413"/>
                                    <a:pt x="266" y="412"/>
                                  </a:cubicBezTo>
                                  <a:cubicBezTo>
                                    <a:pt x="265" y="414"/>
                                    <a:pt x="266" y="415"/>
                                    <a:pt x="266" y="416"/>
                                  </a:cubicBezTo>
                                  <a:cubicBezTo>
                                    <a:pt x="267" y="417"/>
                                    <a:pt x="269" y="417"/>
                                    <a:pt x="269" y="416"/>
                                  </a:cubicBezTo>
                                  <a:cubicBezTo>
                                    <a:pt x="269" y="414"/>
                                    <a:pt x="270" y="412"/>
                                    <a:pt x="269" y="409"/>
                                  </a:cubicBezTo>
                                  <a:cubicBezTo>
                                    <a:pt x="269" y="409"/>
                                    <a:pt x="268" y="408"/>
                                    <a:pt x="269" y="407"/>
                                  </a:cubicBezTo>
                                  <a:close/>
                                  <a:moveTo>
                                    <a:pt x="229" y="334"/>
                                  </a:moveTo>
                                  <a:cubicBezTo>
                                    <a:pt x="230" y="334"/>
                                    <a:pt x="230" y="333"/>
                                    <a:pt x="231" y="332"/>
                                  </a:cubicBezTo>
                                  <a:cubicBezTo>
                                    <a:pt x="231" y="330"/>
                                    <a:pt x="232" y="330"/>
                                    <a:pt x="234" y="330"/>
                                  </a:cubicBezTo>
                                  <a:cubicBezTo>
                                    <a:pt x="235" y="330"/>
                                    <a:pt x="237" y="330"/>
                                    <a:pt x="238" y="329"/>
                                  </a:cubicBezTo>
                                  <a:cubicBezTo>
                                    <a:pt x="239" y="329"/>
                                    <a:pt x="240" y="329"/>
                                    <a:pt x="241" y="330"/>
                                  </a:cubicBezTo>
                                  <a:cubicBezTo>
                                    <a:pt x="242" y="331"/>
                                    <a:pt x="243" y="332"/>
                                    <a:pt x="244" y="333"/>
                                  </a:cubicBezTo>
                                  <a:cubicBezTo>
                                    <a:pt x="245" y="333"/>
                                    <a:pt x="245" y="334"/>
                                    <a:pt x="245" y="335"/>
                                  </a:cubicBezTo>
                                  <a:cubicBezTo>
                                    <a:pt x="245" y="338"/>
                                    <a:pt x="245" y="341"/>
                                    <a:pt x="243" y="344"/>
                                  </a:cubicBezTo>
                                  <a:cubicBezTo>
                                    <a:pt x="242" y="346"/>
                                    <a:pt x="242" y="347"/>
                                    <a:pt x="240" y="348"/>
                                  </a:cubicBezTo>
                                  <a:cubicBezTo>
                                    <a:pt x="240" y="348"/>
                                    <a:pt x="240" y="349"/>
                                    <a:pt x="240" y="349"/>
                                  </a:cubicBezTo>
                                  <a:cubicBezTo>
                                    <a:pt x="240" y="349"/>
                                    <a:pt x="241" y="349"/>
                                    <a:pt x="240" y="350"/>
                                  </a:cubicBezTo>
                                  <a:cubicBezTo>
                                    <a:pt x="239" y="350"/>
                                    <a:pt x="239" y="349"/>
                                    <a:pt x="239" y="349"/>
                                  </a:cubicBezTo>
                                  <a:cubicBezTo>
                                    <a:pt x="237" y="347"/>
                                    <a:pt x="236" y="345"/>
                                    <a:pt x="235" y="343"/>
                                  </a:cubicBezTo>
                                  <a:cubicBezTo>
                                    <a:pt x="234" y="341"/>
                                    <a:pt x="234" y="340"/>
                                    <a:pt x="232" y="339"/>
                                  </a:cubicBezTo>
                                  <a:cubicBezTo>
                                    <a:pt x="232" y="338"/>
                                    <a:pt x="231" y="337"/>
                                    <a:pt x="230" y="336"/>
                                  </a:cubicBezTo>
                                  <a:cubicBezTo>
                                    <a:pt x="228" y="336"/>
                                    <a:pt x="228" y="335"/>
                                    <a:pt x="229" y="334"/>
                                  </a:cubicBezTo>
                                  <a:close/>
                                  <a:moveTo>
                                    <a:pt x="279" y="326"/>
                                  </a:moveTo>
                                  <a:cubicBezTo>
                                    <a:pt x="279" y="325"/>
                                    <a:pt x="279" y="325"/>
                                    <a:pt x="280" y="325"/>
                                  </a:cubicBezTo>
                                  <a:cubicBezTo>
                                    <a:pt x="281" y="325"/>
                                    <a:pt x="282" y="324"/>
                                    <a:pt x="283" y="323"/>
                                  </a:cubicBezTo>
                                  <a:cubicBezTo>
                                    <a:pt x="284" y="322"/>
                                    <a:pt x="285" y="322"/>
                                    <a:pt x="286" y="322"/>
                                  </a:cubicBezTo>
                                  <a:cubicBezTo>
                                    <a:pt x="287" y="321"/>
                                    <a:pt x="288" y="321"/>
                                    <a:pt x="289" y="320"/>
                                  </a:cubicBezTo>
                                  <a:cubicBezTo>
                                    <a:pt x="290" y="320"/>
                                    <a:pt x="291" y="321"/>
                                    <a:pt x="291" y="322"/>
                                  </a:cubicBezTo>
                                  <a:cubicBezTo>
                                    <a:pt x="291" y="323"/>
                                    <a:pt x="287" y="327"/>
                                    <a:pt x="285" y="327"/>
                                  </a:cubicBezTo>
                                  <a:cubicBezTo>
                                    <a:pt x="283" y="327"/>
                                    <a:pt x="282" y="327"/>
                                    <a:pt x="280" y="327"/>
                                  </a:cubicBezTo>
                                  <a:cubicBezTo>
                                    <a:pt x="279" y="327"/>
                                    <a:pt x="279" y="326"/>
                                    <a:pt x="279" y="326"/>
                                  </a:cubicBezTo>
                                  <a:close/>
                                  <a:moveTo>
                                    <a:pt x="296" y="343"/>
                                  </a:moveTo>
                                  <a:cubicBezTo>
                                    <a:pt x="297" y="342"/>
                                    <a:pt x="297" y="343"/>
                                    <a:pt x="298" y="344"/>
                                  </a:cubicBezTo>
                                  <a:cubicBezTo>
                                    <a:pt x="299" y="346"/>
                                    <a:pt x="298" y="348"/>
                                    <a:pt x="296" y="348"/>
                                  </a:cubicBezTo>
                                  <a:cubicBezTo>
                                    <a:pt x="296" y="349"/>
                                    <a:pt x="295" y="348"/>
                                    <a:pt x="295" y="348"/>
                                  </a:cubicBezTo>
                                  <a:cubicBezTo>
                                    <a:pt x="295" y="347"/>
                                    <a:pt x="295" y="346"/>
                                    <a:pt x="295" y="346"/>
                                  </a:cubicBezTo>
                                  <a:cubicBezTo>
                                    <a:pt x="295" y="345"/>
                                    <a:pt x="295" y="345"/>
                                    <a:pt x="295" y="345"/>
                                  </a:cubicBezTo>
                                  <a:cubicBezTo>
                                    <a:pt x="295" y="344"/>
                                    <a:pt x="295" y="343"/>
                                    <a:pt x="296" y="343"/>
                                  </a:cubicBezTo>
                                  <a:close/>
                                  <a:moveTo>
                                    <a:pt x="274" y="399"/>
                                  </a:moveTo>
                                  <a:cubicBezTo>
                                    <a:pt x="273" y="399"/>
                                    <a:pt x="273" y="399"/>
                                    <a:pt x="273" y="401"/>
                                  </a:cubicBezTo>
                                  <a:cubicBezTo>
                                    <a:pt x="271" y="400"/>
                                    <a:pt x="271" y="400"/>
                                    <a:pt x="271" y="398"/>
                                  </a:cubicBezTo>
                                  <a:cubicBezTo>
                                    <a:pt x="271" y="397"/>
                                    <a:pt x="272" y="397"/>
                                    <a:pt x="272" y="397"/>
                                  </a:cubicBezTo>
                                  <a:cubicBezTo>
                                    <a:pt x="273" y="398"/>
                                    <a:pt x="273" y="398"/>
                                    <a:pt x="274" y="399"/>
                                  </a:cubicBezTo>
                                  <a:close/>
                                  <a:moveTo>
                                    <a:pt x="268" y="419"/>
                                  </a:moveTo>
                                  <a:cubicBezTo>
                                    <a:pt x="268" y="420"/>
                                    <a:pt x="269" y="420"/>
                                    <a:pt x="269" y="421"/>
                                  </a:cubicBezTo>
                                  <a:cubicBezTo>
                                    <a:pt x="268" y="421"/>
                                    <a:pt x="268" y="421"/>
                                    <a:pt x="268" y="421"/>
                                  </a:cubicBezTo>
                                  <a:cubicBezTo>
                                    <a:pt x="268" y="422"/>
                                    <a:pt x="267" y="422"/>
                                    <a:pt x="267" y="422"/>
                                  </a:cubicBezTo>
                                  <a:cubicBezTo>
                                    <a:pt x="266" y="422"/>
                                    <a:pt x="267" y="422"/>
                                    <a:pt x="267" y="421"/>
                                  </a:cubicBezTo>
                                  <a:cubicBezTo>
                                    <a:pt x="266" y="421"/>
                                    <a:pt x="266" y="420"/>
                                    <a:pt x="266" y="420"/>
                                  </a:cubicBezTo>
                                  <a:cubicBezTo>
                                    <a:pt x="266" y="419"/>
                                    <a:pt x="266" y="418"/>
                                    <a:pt x="267" y="418"/>
                                  </a:cubicBezTo>
                                  <a:cubicBezTo>
                                    <a:pt x="267" y="418"/>
                                    <a:pt x="268" y="419"/>
                                    <a:pt x="268" y="419"/>
                                  </a:cubicBezTo>
                                  <a:close/>
                                  <a:moveTo>
                                    <a:pt x="297" y="350"/>
                                  </a:moveTo>
                                  <a:cubicBezTo>
                                    <a:pt x="297" y="351"/>
                                    <a:pt x="298" y="351"/>
                                    <a:pt x="298" y="352"/>
                                  </a:cubicBezTo>
                                  <a:cubicBezTo>
                                    <a:pt x="298" y="352"/>
                                    <a:pt x="298" y="352"/>
                                    <a:pt x="297" y="353"/>
                                  </a:cubicBezTo>
                                  <a:cubicBezTo>
                                    <a:pt x="297" y="353"/>
                                    <a:pt x="296" y="353"/>
                                    <a:pt x="296" y="352"/>
                                  </a:cubicBezTo>
                                  <a:cubicBezTo>
                                    <a:pt x="295" y="352"/>
                                    <a:pt x="296" y="352"/>
                                    <a:pt x="296" y="351"/>
                                  </a:cubicBezTo>
                                  <a:cubicBezTo>
                                    <a:pt x="296" y="351"/>
                                    <a:pt x="296" y="351"/>
                                    <a:pt x="296" y="350"/>
                                  </a:cubicBezTo>
                                  <a:cubicBezTo>
                                    <a:pt x="296" y="350"/>
                                    <a:pt x="297" y="349"/>
                                    <a:pt x="297" y="349"/>
                                  </a:cubicBezTo>
                                  <a:cubicBezTo>
                                    <a:pt x="298" y="349"/>
                                    <a:pt x="297" y="350"/>
                                    <a:pt x="297" y="350"/>
                                  </a:cubicBezTo>
                                  <a:close/>
                                  <a:moveTo>
                                    <a:pt x="222" y="333"/>
                                  </a:moveTo>
                                  <a:cubicBezTo>
                                    <a:pt x="222" y="333"/>
                                    <a:pt x="222" y="332"/>
                                    <a:pt x="223" y="333"/>
                                  </a:cubicBezTo>
                                  <a:cubicBezTo>
                                    <a:pt x="224" y="333"/>
                                    <a:pt x="225" y="333"/>
                                    <a:pt x="225" y="333"/>
                                  </a:cubicBezTo>
                                  <a:cubicBezTo>
                                    <a:pt x="225" y="334"/>
                                    <a:pt x="223" y="334"/>
                                    <a:pt x="223" y="334"/>
                                  </a:cubicBezTo>
                                  <a:cubicBezTo>
                                    <a:pt x="222" y="334"/>
                                    <a:pt x="222" y="334"/>
                                    <a:pt x="222" y="333"/>
                                  </a:cubicBezTo>
                                  <a:close/>
                                  <a:moveTo>
                                    <a:pt x="163" y="400"/>
                                  </a:moveTo>
                                  <a:cubicBezTo>
                                    <a:pt x="165" y="399"/>
                                    <a:pt x="166" y="400"/>
                                    <a:pt x="167" y="400"/>
                                  </a:cubicBezTo>
                                  <a:cubicBezTo>
                                    <a:pt x="166" y="401"/>
                                    <a:pt x="165" y="399"/>
                                    <a:pt x="163" y="400"/>
                                  </a:cubicBezTo>
                                  <a:close/>
                                  <a:moveTo>
                                    <a:pt x="265" y="425"/>
                                  </a:moveTo>
                                  <a:cubicBezTo>
                                    <a:pt x="265" y="426"/>
                                    <a:pt x="265" y="427"/>
                                    <a:pt x="265" y="427"/>
                                  </a:cubicBezTo>
                                  <a:cubicBezTo>
                                    <a:pt x="265" y="427"/>
                                    <a:pt x="265" y="427"/>
                                    <a:pt x="264" y="428"/>
                                  </a:cubicBezTo>
                                  <a:cubicBezTo>
                                    <a:pt x="264" y="427"/>
                                    <a:pt x="264" y="427"/>
                                    <a:pt x="264" y="427"/>
                                  </a:cubicBezTo>
                                  <a:cubicBezTo>
                                    <a:pt x="264" y="426"/>
                                    <a:pt x="264" y="426"/>
                                    <a:pt x="264" y="425"/>
                                  </a:cubicBezTo>
                                  <a:cubicBezTo>
                                    <a:pt x="265" y="425"/>
                                    <a:pt x="265" y="425"/>
                                    <a:pt x="265" y="425"/>
                                  </a:cubicBezTo>
                                  <a:close/>
                                  <a:moveTo>
                                    <a:pt x="198" y="442"/>
                                  </a:moveTo>
                                  <a:cubicBezTo>
                                    <a:pt x="198" y="442"/>
                                    <a:pt x="198" y="443"/>
                                    <a:pt x="197" y="444"/>
                                  </a:cubicBezTo>
                                  <a:cubicBezTo>
                                    <a:pt x="197" y="443"/>
                                    <a:pt x="197" y="442"/>
                                    <a:pt x="198" y="442"/>
                                  </a:cubicBezTo>
                                  <a:close/>
                                  <a:moveTo>
                                    <a:pt x="260" y="415"/>
                                  </a:moveTo>
                                  <a:cubicBezTo>
                                    <a:pt x="261" y="415"/>
                                    <a:pt x="261" y="416"/>
                                    <a:pt x="261" y="416"/>
                                  </a:cubicBezTo>
                                  <a:cubicBezTo>
                                    <a:pt x="261" y="416"/>
                                    <a:pt x="261" y="417"/>
                                    <a:pt x="261" y="417"/>
                                  </a:cubicBezTo>
                                  <a:cubicBezTo>
                                    <a:pt x="260" y="417"/>
                                    <a:pt x="260" y="416"/>
                                    <a:pt x="260" y="416"/>
                                  </a:cubicBezTo>
                                  <a:cubicBezTo>
                                    <a:pt x="260" y="416"/>
                                    <a:pt x="260" y="415"/>
                                    <a:pt x="260" y="415"/>
                                  </a:cubicBezTo>
                                  <a:close/>
                                  <a:moveTo>
                                    <a:pt x="113" y="333"/>
                                  </a:moveTo>
                                  <a:cubicBezTo>
                                    <a:pt x="113" y="333"/>
                                    <a:pt x="113" y="333"/>
                                    <a:pt x="113" y="333"/>
                                  </a:cubicBezTo>
                                  <a:cubicBezTo>
                                    <a:pt x="114" y="333"/>
                                    <a:pt x="114" y="333"/>
                                    <a:pt x="114" y="333"/>
                                  </a:cubicBezTo>
                                  <a:cubicBezTo>
                                    <a:pt x="114" y="334"/>
                                    <a:pt x="114" y="334"/>
                                    <a:pt x="113" y="334"/>
                                  </a:cubicBezTo>
                                  <a:cubicBezTo>
                                    <a:pt x="113" y="334"/>
                                    <a:pt x="113" y="334"/>
                                    <a:pt x="113" y="333"/>
                                  </a:cubicBezTo>
                                  <a:close/>
                                  <a:moveTo>
                                    <a:pt x="270" y="404"/>
                                  </a:moveTo>
                                  <a:cubicBezTo>
                                    <a:pt x="270" y="405"/>
                                    <a:pt x="270" y="405"/>
                                    <a:pt x="270" y="405"/>
                                  </a:cubicBezTo>
                                  <a:cubicBezTo>
                                    <a:pt x="269" y="405"/>
                                    <a:pt x="269" y="405"/>
                                    <a:pt x="269" y="404"/>
                                  </a:cubicBezTo>
                                  <a:cubicBezTo>
                                    <a:pt x="269" y="404"/>
                                    <a:pt x="269" y="404"/>
                                    <a:pt x="270" y="404"/>
                                  </a:cubicBezTo>
                                  <a:cubicBezTo>
                                    <a:pt x="270" y="404"/>
                                    <a:pt x="270" y="404"/>
                                    <a:pt x="270" y="404"/>
                                  </a:cubicBezTo>
                                  <a:close/>
                                  <a:moveTo>
                                    <a:pt x="218" y="355"/>
                                  </a:moveTo>
                                  <a:cubicBezTo>
                                    <a:pt x="219" y="355"/>
                                    <a:pt x="219" y="356"/>
                                    <a:pt x="219" y="357"/>
                                  </a:cubicBezTo>
                                  <a:cubicBezTo>
                                    <a:pt x="218" y="356"/>
                                    <a:pt x="218" y="356"/>
                                    <a:pt x="218" y="355"/>
                                  </a:cubicBezTo>
                                  <a:close/>
                                  <a:moveTo>
                                    <a:pt x="295" y="342"/>
                                  </a:moveTo>
                                  <a:cubicBezTo>
                                    <a:pt x="295" y="342"/>
                                    <a:pt x="295" y="341"/>
                                    <a:pt x="295" y="341"/>
                                  </a:cubicBezTo>
                                  <a:cubicBezTo>
                                    <a:pt x="295" y="341"/>
                                    <a:pt x="295" y="341"/>
                                    <a:pt x="295" y="341"/>
                                  </a:cubicBezTo>
                                  <a:cubicBezTo>
                                    <a:pt x="296" y="341"/>
                                    <a:pt x="296" y="341"/>
                                    <a:pt x="296" y="341"/>
                                  </a:cubicBezTo>
                                  <a:cubicBezTo>
                                    <a:pt x="296" y="342"/>
                                    <a:pt x="295" y="342"/>
                                    <a:pt x="295" y="342"/>
                                  </a:cubicBezTo>
                                  <a:close/>
                                  <a:moveTo>
                                    <a:pt x="207" y="357"/>
                                  </a:moveTo>
                                  <a:cubicBezTo>
                                    <a:pt x="208" y="357"/>
                                    <a:pt x="208" y="357"/>
                                    <a:pt x="208" y="358"/>
                                  </a:cubicBezTo>
                                  <a:cubicBezTo>
                                    <a:pt x="208" y="358"/>
                                    <a:pt x="208" y="358"/>
                                    <a:pt x="208" y="358"/>
                                  </a:cubicBezTo>
                                  <a:cubicBezTo>
                                    <a:pt x="207" y="358"/>
                                    <a:pt x="207" y="358"/>
                                    <a:pt x="207" y="357"/>
                                  </a:cubicBezTo>
                                  <a:close/>
                                  <a:moveTo>
                                    <a:pt x="221" y="369"/>
                                  </a:moveTo>
                                  <a:cubicBezTo>
                                    <a:pt x="221" y="369"/>
                                    <a:pt x="221" y="368"/>
                                    <a:pt x="221" y="368"/>
                                  </a:cubicBezTo>
                                  <a:cubicBezTo>
                                    <a:pt x="221" y="368"/>
                                    <a:pt x="222" y="368"/>
                                    <a:pt x="221" y="369"/>
                                  </a:cubicBezTo>
                                  <a:cubicBezTo>
                                    <a:pt x="221" y="369"/>
                                    <a:pt x="221" y="369"/>
                                    <a:pt x="221" y="369"/>
                                  </a:cubicBezTo>
                                  <a:close/>
                                  <a:moveTo>
                                    <a:pt x="187" y="404"/>
                                  </a:moveTo>
                                  <a:cubicBezTo>
                                    <a:pt x="187" y="404"/>
                                    <a:pt x="187" y="404"/>
                                    <a:pt x="188" y="404"/>
                                  </a:cubicBezTo>
                                  <a:cubicBezTo>
                                    <a:pt x="188" y="404"/>
                                    <a:pt x="188" y="404"/>
                                    <a:pt x="188" y="404"/>
                                  </a:cubicBezTo>
                                  <a:cubicBezTo>
                                    <a:pt x="188" y="405"/>
                                    <a:pt x="188" y="405"/>
                                    <a:pt x="188" y="405"/>
                                  </a:cubicBezTo>
                                  <a:cubicBezTo>
                                    <a:pt x="188" y="405"/>
                                    <a:pt x="187" y="404"/>
                                    <a:pt x="187" y="404"/>
                                  </a:cubicBezTo>
                                  <a:close/>
                                  <a:moveTo>
                                    <a:pt x="252" y="397"/>
                                  </a:moveTo>
                                  <a:cubicBezTo>
                                    <a:pt x="252" y="397"/>
                                    <a:pt x="252" y="397"/>
                                    <a:pt x="252" y="397"/>
                                  </a:cubicBezTo>
                                  <a:cubicBezTo>
                                    <a:pt x="252" y="398"/>
                                    <a:pt x="252" y="398"/>
                                    <a:pt x="252" y="398"/>
                                  </a:cubicBezTo>
                                  <a:cubicBezTo>
                                    <a:pt x="252" y="398"/>
                                    <a:pt x="252" y="397"/>
                                    <a:pt x="252" y="397"/>
                                  </a:cubicBezTo>
                                  <a:cubicBezTo>
                                    <a:pt x="252" y="397"/>
                                    <a:pt x="252" y="397"/>
                                    <a:pt x="252" y="397"/>
                                  </a:cubicBezTo>
                                  <a:close/>
                                  <a:moveTo>
                                    <a:pt x="183" y="437"/>
                                  </a:moveTo>
                                  <a:cubicBezTo>
                                    <a:pt x="183" y="437"/>
                                    <a:pt x="182" y="437"/>
                                    <a:pt x="182" y="437"/>
                                  </a:cubicBezTo>
                                  <a:cubicBezTo>
                                    <a:pt x="182" y="437"/>
                                    <a:pt x="182" y="436"/>
                                    <a:pt x="182" y="436"/>
                                  </a:cubicBezTo>
                                  <a:cubicBezTo>
                                    <a:pt x="183" y="436"/>
                                    <a:pt x="183" y="437"/>
                                    <a:pt x="183" y="437"/>
                                  </a:cubicBezTo>
                                  <a:close/>
                                  <a:moveTo>
                                    <a:pt x="111" y="331"/>
                                  </a:move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lose/>
                                  <a:moveTo>
                                    <a:pt x="213" y="351"/>
                                  </a:move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ubicBezTo>
                                    <a:pt x="214" y="351"/>
                                    <a:pt x="213" y="352"/>
                                    <a:pt x="213" y="351"/>
                                  </a:cubicBez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lose/>
                                  <a:moveTo>
                                    <a:pt x="253" y="396"/>
                                  </a:moveTo>
                                  <a:cubicBezTo>
                                    <a:pt x="252" y="396"/>
                                    <a:pt x="252" y="396"/>
                                    <a:pt x="252" y="396"/>
                                  </a:cubicBezTo>
                                  <a:cubicBezTo>
                                    <a:pt x="252" y="396"/>
                                    <a:pt x="253" y="396"/>
                                    <a:pt x="253" y="396"/>
                                  </a:cubicBezTo>
                                  <a:cubicBezTo>
                                    <a:pt x="253" y="396"/>
                                    <a:pt x="253" y="396"/>
                                    <a:pt x="253" y="396"/>
                                  </a:cubicBezTo>
                                  <a:cubicBezTo>
                                    <a:pt x="253" y="396"/>
                                    <a:pt x="253" y="396"/>
                                    <a:pt x="253" y="396"/>
                                  </a:cubicBezTo>
                                  <a:close/>
                                  <a:moveTo>
                                    <a:pt x="307" y="433"/>
                                  </a:moveTo>
                                  <a:cubicBezTo>
                                    <a:pt x="307" y="434"/>
                                    <a:pt x="306" y="433"/>
                                    <a:pt x="306" y="434"/>
                                  </a:cubicBezTo>
                                  <a:cubicBezTo>
                                    <a:pt x="305" y="435"/>
                                    <a:pt x="305" y="434"/>
                                    <a:pt x="305" y="434"/>
                                  </a:cubicBezTo>
                                  <a:cubicBezTo>
                                    <a:pt x="304" y="434"/>
                                    <a:pt x="304" y="434"/>
                                    <a:pt x="303" y="435"/>
                                  </a:cubicBezTo>
                                  <a:cubicBezTo>
                                    <a:pt x="303" y="436"/>
                                    <a:pt x="303" y="437"/>
                                    <a:pt x="302" y="437"/>
                                  </a:cubicBezTo>
                                  <a:cubicBezTo>
                                    <a:pt x="301" y="437"/>
                                    <a:pt x="301" y="438"/>
                                    <a:pt x="301" y="438"/>
                                  </a:cubicBezTo>
                                  <a:cubicBezTo>
                                    <a:pt x="300" y="440"/>
                                    <a:pt x="298" y="440"/>
                                    <a:pt x="297" y="439"/>
                                  </a:cubicBezTo>
                                  <a:cubicBezTo>
                                    <a:pt x="296" y="438"/>
                                    <a:pt x="295" y="438"/>
                                    <a:pt x="295" y="437"/>
                                  </a:cubicBezTo>
                                  <a:cubicBezTo>
                                    <a:pt x="295" y="438"/>
                                    <a:pt x="294" y="438"/>
                                    <a:pt x="293" y="438"/>
                                  </a:cubicBezTo>
                                  <a:cubicBezTo>
                                    <a:pt x="291" y="438"/>
                                    <a:pt x="291" y="436"/>
                                    <a:pt x="289" y="435"/>
                                  </a:cubicBezTo>
                                  <a:cubicBezTo>
                                    <a:pt x="289" y="435"/>
                                    <a:pt x="289" y="435"/>
                                    <a:pt x="288" y="435"/>
                                  </a:cubicBezTo>
                                  <a:cubicBezTo>
                                    <a:pt x="287" y="435"/>
                                    <a:pt x="287" y="434"/>
                                    <a:pt x="287" y="434"/>
                                  </a:cubicBezTo>
                                  <a:cubicBezTo>
                                    <a:pt x="287" y="433"/>
                                    <a:pt x="287" y="432"/>
                                    <a:pt x="286" y="432"/>
                                  </a:cubicBezTo>
                                  <a:cubicBezTo>
                                    <a:pt x="285" y="432"/>
                                    <a:pt x="286" y="433"/>
                                    <a:pt x="286" y="433"/>
                                  </a:cubicBezTo>
                                  <a:cubicBezTo>
                                    <a:pt x="286" y="434"/>
                                    <a:pt x="286" y="434"/>
                                    <a:pt x="285" y="434"/>
                                  </a:cubicBezTo>
                                  <a:cubicBezTo>
                                    <a:pt x="285" y="434"/>
                                    <a:pt x="283" y="432"/>
                                    <a:pt x="283" y="432"/>
                                  </a:cubicBezTo>
                                  <a:cubicBezTo>
                                    <a:pt x="283" y="431"/>
                                    <a:pt x="283" y="430"/>
                                    <a:pt x="282" y="430"/>
                                  </a:cubicBezTo>
                                  <a:cubicBezTo>
                                    <a:pt x="282" y="430"/>
                                    <a:pt x="282" y="431"/>
                                    <a:pt x="282" y="431"/>
                                  </a:cubicBezTo>
                                  <a:cubicBezTo>
                                    <a:pt x="281" y="432"/>
                                    <a:pt x="281" y="433"/>
                                    <a:pt x="281" y="432"/>
                                  </a:cubicBezTo>
                                  <a:cubicBezTo>
                                    <a:pt x="280" y="432"/>
                                    <a:pt x="279" y="432"/>
                                    <a:pt x="279" y="431"/>
                                  </a:cubicBezTo>
                                  <a:cubicBezTo>
                                    <a:pt x="279" y="430"/>
                                    <a:pt x="278" y="430"/>
                                    <a:pt x="278" y="429"/>
                                  </a:cubicBezTo>
                                  <a:cubicBezTo>
                                    <a:pt x="278" y="428"/>
                                    <a:pt x="279" y="427"/>
                                    <a:pt x="280" y="427"/>
                                  </a:cubicBezTo>
                                  <a:cubicBezTo>
                                    <a:pt x="282" y="427"/>
                                    <a:pt x="282" y="426"/>
                                    <a:pt x="284" y="426"/>
                                  </a:cubicBezTo>
                                  <a:cubicBezTo>
                                    <a:pt x="284" y="426"/>
                                    <a:pt x="284" y="426"/>
                                    <a:pt x="284" y="426"/>
                                  </a:cubicBezTo>
                                  <a:cubicBezTo>
                                    <a:pt x="284" y="424"/>
                                    <a:pt x="285" y="424"/>
                                    <a:pt x="286" y="424"/>
                                  </a:cubicBezTo>
                                  <a:cubicBezTo>
                                    <a:pt x="286" y="423"/>
                                    <a:pt x="286" y="423"/>
                                    <a:pt x="285" y="422"/>
                                  </a:cubicBezTo>
                                  <a:cubicBezTo>
                                    <a:pt x="285" y="422"/>
                                    <a:pt x="284" y="421"/>
                                    <a:pt x="285" y="420"/>
                                  </a:cubicBezTo>
                                  <a:cubicBezTo>
                                    <a:pt x="286" y="420"/>
                                    <a:pt x="285" y="420"/>
                                    <a:pt x="285" y="420"/>
                                  </a:cubicBezTo>
                                  <a:cubicBezTo>
                                    <a:pt x="285" y="419"/>
                                    <a:pt x="285" y="419"/>
                                    <a:pt x="285" y="419"/>
                                  </a:cubicBezTo>
                                  <a:cubicBezTo>
                                    <a:pt x="285" y="418"/>
                                    <a:pt x="286" y="419"/>
                                    <a:pt x="286" y="419"/>
                                  </a:cubicBezTo>
                                  <a:cubicBezTo>
                                    <a:pt x="287" y="419"/>
                                    <a:pt x="287" y="421"/>
                                    <a:pt x="288" y="421"/>
                                  </a:cubicBezTo>
                                  <a:cubicBezTo>
                                    <a:pt x="288" y="420"/>
                                    <a:pt x="287" y="419"/>
                                    <a:pt x="287" y="419"/>
                                  </a:cubicBezTo>
                                  <a:cubicBezTo>
                                    <a:pt x="286" y="417"/>
                                    <a:pt x="287" y="416"/>
                                    <a:pt x="287" y="415"/>
                                  </a:cubicBezTo>
                                  <a:cubicBezTo>
                                    <a:pt x="288" y="414"/>
                                    <a:pt x="288" y="414"/>
                                    <a:pt x="288" y="413"/>
                                  </a:cubicBezTo>
                                  <a:cubicBezTo>
                                    <a:pt x="288" y="412"/>
                                    <a:pt x="289" y="412"/>
                                    <a:pt x="289" y="412"/>
                                  </a:cubicBezTo>
                                  <a:cubicBezTo>
                                    <a:pt x="291" y="413"/>
                                    <a:pt x="291" y="415"/>
                                    <a:pt x="292" y="415"/>
                                  </a:cubicBezTo>
                                  <a:cubicBezTo>
                                    <a:pt x="293" y="415"/>
                                    <a:pt x="293" y="416"/>
                                    <a:pt x="293" y="416"/>
                                  </a:cubicBezTo>
                                  <a:cubicBezTo>
                                    <a:pt x="292" y="417"/>
                                    <a:pt x="292" y="417"/>
                                    <a:pt x="293" y="418"/>
                                  </a:cubicBezTo>
                                  <a:cubicBezTo>
                                    <a:pt x="293" y="418"/>
                                    <a:pt x="293" y="418"/>
                                    <a:pt x="293" y="418"/>
                                  </a:cubicBezTo>
                                  <a:cubicBezTo>
                                    <a:pt x="293" y="418"/>
                                    <a:pt x="293" y="417"/>
                                    <a:pt x="294" y="417"/>
                                  </a:cubicBezTo>
                                  <a:cubicBezTo>
                                    <a:pt x="294" y="417"/>
                                    <a:pt x="294" y="417"/>
                                    <a:pt x="295" y="418"/>
                                  </a:cubicBezTo>
                                  <a:cubicBezTo>
                                    <a:pt x="295" y="419"/>
                                    <a:pt x="295" y="419"/>
                                    <a:pt x="296" y="420"/>
                                  </a:cubicBezTo>
                                  <a:cubicBezTo>
                                    <a:pt x="297" y="420"/>
                                    <a:pt x="298" y="422"/>
                                    <a:pt x="300" y="423"/>
                                  </a:cubicBezTo>
                                  <a:cubicBezTo>
                                    <a:pt x="301" y="423"/>
                                    <a:pt x="301" y="424"/>
                                    <a:pt x="301" y="425"/>
                                  </a:cubicBezTo>
                                  <a:cubicBezTo>
                                    <a:pt x="301" y="426"/>
                                    <a:pt x="301" y="427"/>
                                    <a:pt x="301" y="428"/>
                                  </a:cubicBezTo>
                                  <a:cubicBezTo>
                                    <a:pt x="302" y="428"/>
                                    <a:pt x="301" y="426"/>
                                    <a:pt x="302" y="426"/>
                                  </a:cubicBezTo>
                                  <a:cubicBezTo>
                                    <a:pt x="302" y="426"/>
                                    <a:pt x="302" y="427"/>
                                    <a:pt x="302" y="428"/>
                                  </a:cubicBezTo>
                                  <a:cubicBezTo>
                                    <a:pt x="303" y="430"/>
                                    <a:pt x="303" y="431"/>
                                    <a:pt x="304" y="432"/>
                                  </a:cubicBezTo>
                                  <a:cubicBezTo>
                                    <a:pt x="305" y="433"/>
                                    <a:pt x="305" y="432"/>
                                    <a:pt x="306" y="432"/>
                                  </a:cubicBezTo>
                                  <a:cubicBezTo>
                                    <a:pt x="306" y="431"/>
                                    <a:pt x="306" y="431"/>
                                    <a:pt x="307" y="431"/>
                                  </a:cubicBezTo>
                                  <a:cubicBezTo>
                                    <a:pt x="308" y="432"/>
                                    <a:pt x="307" y="432"/>
                                    <a:pt x="307" y="433"/>
                                  </a:cubicBezTo>
                                  <a:close/>
                                  <a:moveTo>
                                    <a:pt x="276" y="428"/>
                                  </a:moveTo>
                                  <a:cubicBezTo>
                                    <a:pt x="276" y="429"/>
                                    <a:pt x="275" y="430"/>
                                    <a:pt x="276" y="430"/>
                                  </a:cubicBezTo>
                                  <a:cubicBezTo>
                                    <a:pt x="276" y="431"/>
                                    <a:pt x="275" y="431"/>
                                    <a:pt x="275" y="431"/>
                                  </a:cubicBezTo>
                                  <a:cubicBezTo>
                                    <a:pt x="275" y="432"/>
                                    <a:pt x="274" y="432"/>
                                    <a:pt x="274" y="433"/>
                                  </a:cubicBezTo>
                                  <a:cubicBezTo>
                                    <a:pt x="274" y="434"/>
                                    <a:pt x="273" y="436"/>
                                    <a:pt x="272" y="436"/>
                                  </a:cubicBezTo>
                                  <a:cubicBezTo>
                                    <a:pt x="272" y="436"/>
                                    <a:pt x="271" y="436"/>
                                    <a:pt x="271" y="435"/>
                                  </a:cubicBezTo>
                                  <a:cubicBezTo>
                                    <a:pt x="271" y="435"/>
                                    <a:pt x="270" y="434"/>
                                    <a:pt x="270" y="434"/>
                                  </a:cubicBezTo>
                                  <a:cubicBezTo>
                                    <a:pt x="270" y="433"/>
                                    <a:pt x="270" y="432"/>
                                    <a:pt x="270" y="432"/>
                                  </a:cubicBezTo>
                                  <a:cubicBezTo>
                                    <a:pt x="271" y="432"/>
                                    <a:pt x="271" y="431"/>
                                    <a:pt x="271" y="431"/>
                                  </a:cubicBezTo>
                                  <a:cubicBezTo>
                                    <a:pt x="271" y="429"/>
                                    <a:pt x="272" y="428"/>
                                    <a:pt x="273" y="427"/>
                                  </a:cubicBezTo>
                                  <a:cubicBezTo>
                                    <a:pt x="274" y="427"/>
                                    <a:pt x="275" y="426"/>
                                    <a:pt x="276" y="427"/>
                                  </a:cubicBezTo>
                                  <a:cubicBezTo>
                                    <a:pt x="277" y="427"/>
                                    <a:pt x="277" y="428"/>
                                    <a:pt x="276" y="428"/>
                                  </a:cubicBezTo>
                                  <a:close/>
                                  <a:moveTo>
                                    <a:pt x="302" y="421"/>
                                  </a:moveTo>
                                  <a:cubicBezTo>
                                    <a:pt x="302" y="421"/>
                                    <a:pt x="303" y="420"/>
                                    <a:pt x="303" y="419"/>
                                  </a:cubicBezTo>
                                  <a:cubicBezTo>
                                    <a:pt x="302" y="418"/>
                                    <a:pt x="303" y="418"/>
                                    <a:pt x="304" y="418"/>
                                  </a:cubicBezTo>
                                  <a:cubicBezTo>
                                    <a:pt x="305" y="418"/>
                                    <a:pt x="306" y="419"/>
                                    <a:pt x="306" y="420"/>
                                  </a:cubicBezTo>
                                  <a:cubicBezTo>
                                    <a:pt x="306" y="421"/>
                                    <a:pt x="306" y="422"/>
                                    <a:pt x="305" y="423"/>
                                  </a:cubicBezTo>
                                  <a:cubicBezTo>
                                    <a:pt x="305" y="423"/>
                                    <a:pt x="305" y="423"/>
                                    <a:pt x="304" y="423"/>
                                  </a:cubicBezTo>
                                  <a:cubicBezTo>
                                    <a:pt x="304" y="423"/>
                                    <a:pt x="304" y="423"/>
                                    <a:pt x="304" y="422"/>
                                  </a:cubicBezTo>
                                  <a:cubicBezTo>
                                    <a:pt x="304" y="421"/>
                                    <a:pt x="305" y="420"/>
                                    <a:pt x="303" y="418"/>
                                  </a:cubicBezTo>
                                  <a:cubicBezTo>
                                    <a:pt x="303" y="420"/>
                                    <a:pt x="304" y="421"/>
                                    <a:pt x="303" y="422"/>
                                  </a:cubicBezTo>
                                  <a:cubicBezTo>
                                    <a:pt x="303" y="422"/>
                                    <a:pt x="303" y="422"/>
                                    <a:pt x="303" y="422"/>
                                  </a:cubicBezTo>
                                  <a:cubicBezTo>
                                    <a:pt x="302" y="422"/>
                                    <a:pt x="302" y="422"/>
                                    <a:pt x="302" y="421"/>
                                  </a:cubicBezTo>
                                  <a:close/>
                                  <a:moveTo>
                                    <a:pt x="264" y="435"/>
                                  </a:moveTo>
                                  <a:cubicBezTo>
                                    <a:pt x="264" y="436"/>
                                    <a:pt x="263" y="437"/>
                                    <a:pt x="262" y="437"/>
                                  </a:cubicBezTo>
                                  <a:cubicBezTo>
                                    <a:pt x="261" y="437"/>
                                    <a:pt x="261" y="436"/>
                                    <a:pt x="261" y="436"/>
                                  </a:cubicBezTo>
                                  <a:cubicBezTo>
                                    <a:pt x="259" y="435"/>
                                    <a:pt x="259" y="435"/>
                                    <a:pt x="261" y="434"/>
                                  </a:cubicBezTo>
                                  <a:cubicBezTo>
                                    <a:pt x="261" y="434"/>
                                    <a:pt x="261" y="434"/>
                                    <a:pt x="261" y="434"/>
                                  </a:cubicBezTo>
                                  <a:cubicBezTo>
                                    <a:pt x="262" y="433"/>
                                    <a:pt x="262" y="432"/>
                                    <a:pt x="263" y="433"/>
                                  </a:cubicBezTo>
                                  <a:cubicBezTo>
                                    <a:pt x="264" y="433"/>
                                    <a:pt x="264" y="434"/>
                                    <a:pt x="264" y="435"/>
                                  </a:cubicBezTo>
                                  <a:close/>
                                  <a:moveTo>
                                    <a:pt x="297" y="419"/>
                                  </a:moveTo>
                                  <a:cubicBezTo>
                                    <a:pt x="299" y="418"/>
                                    <a:pt x="300" y="420"/>
                                    <a:pt x="301" y="419"/>
                                  </a:cubicBezTo>
                                  <a:cubicBezTo>
                                    <a:pt x="301" y="419"/>
                                    <a:pt x="301" y="419"/>
                                    <a:pt x="301" y="419"/>
                                  </a:cubicBezTo>
                                  <a:cubicBezTo>
                                    <a:pt x="302" y="420"/>
                                    <a:pt x="301" y="421"/>
                                    <a:pt x="301" y="422"/>
                                  </a:cubicBezTo>
                                  <a:cubicBezTo>
                                    <a:pt x="301" y="423"/>
                                    <a:pt x="301" y="423"/>
                                    <a:pt x="300" y="422"/>
                                  </a:cubicBezTo>
                                  <a:cubicBezTo>
                                    <a:pt x="299" y="421"/>
                                    <a:pt x="298" y="420"/>
                                    <a:pt x="297" y="419"/>
                                  </a:cubicBezTo>
                                  <a:close/>
                                  <a:moveTo>
                                    <a:pt x="276" y="443"/>
                                  </a:moveTo>
                                  <a:cubicBezTo>
                                    <a:pt x="276" y="443"/>
                                    <a:pt x="275" y="443"/>
                                    <a:pt x="275" y="443"/>
                                  </a:cubicBezTo>
                                  <a:cubicBezTo>
                                    <a:pt x="274" y="443"/>
                                    <a:pt x="273" y="443"/>
                                    <a:pt x="273" y="442"/>
                                  </a:cubicBezTo>
                                  <a:cubicBezTo>
                                    <a:pt x="274" y="441"/>
                                    <a:pt x="274" y="441"/>
                                    <a:pt x="275" y="441"/>
                                  </a:cubicBezTo>
                                  <a:cubicBezTo>
                                    <a:pt x="276" y="441"/>
                                    <a:pt x="276" y="442"/>
                                    <a:pt x="276" y="443"/>
                                  </a:cubicBezTo>
                                  <a:close/>
                                  <a:moveTo>
                                    <a:pt x="271" y="440"/>
                                  </a:moveTo>
                                  <a:cubicBezTo>
                                    <a:pt x="271" y="441"/>
                                    <a:pt x="271" y="441"/>
                                    <a:pt x="270" y="441"/>
                                  </a:cubicBezTo>
                                  <a:cubicBezTo>
                                    <a:pt x="270" y="441"/>
                                    <a:pt x="270" y="440"/>
                                    <a:pt x="269" y="440"/>
                                  </a:cubicBezTo>
                                  <a:cubicBezTo>
                                    <a:pt x="269" y="440"/>
                                    <a:pt x="269" y="439"/>
                                    <a:pt x="270" y="439"/>
                                  </a:cubicBezTo>
                                  <a:cubicBezTo>
                                    <a:pt x="270" y="439"/>
                                    <a:pt x="271" y="440"/>
                                    <a:pt x="271" y="440"/>
                                  </a:cubicBezTo>
                                  <a:close/>
                                  <a:moveTo>
                                    <a:pt x="292" y="412"/>
                                  </a:moveTo>
                                  <a:cubicBezTo>
                                    <a:pt x="292" y="412"/>
                                    <a:pt x="292" y="411"/>
                                    <a:pt x="293" y="411"/>
                                  </a:cubicBezTo>
                                  <a:cubicBezTo>
                                    <a:pt x="293" y="411"/>
                                    <a:pt x="293" y="412"/>
                                    <a:pt x="293" y="412"/>
                                  </a:cubicBezTo>
                                  <a:cubicBezTo>
                                    <a:pt x="293" y="412"/>
                                    <a:pt x="293" y="412"/>
                                    <a:pt x="293" y="412"/>
                                  </a:cubicBezTo>
                                  <a:cubicBezTo>
                                    <a:pt x="292" y="412"/>
                                    <a:pt x="292" y="412"/>
                                    <a:pt x="292" y="412"/>
                                  </a:cubicBezTo>
                                  <a:close/>
                                  <a:moveTo>
                                    <a:pt x="269" y="436"/>
                                  </a:moveTo>
                                  <a:cubicBezTo>
                                    <a:pt x="269" y="436"/>
                                    <a:pt x="270" y="436"/>
                                    <a:pt x="270" y="436"/>
                                  </a:cubicBezTo>
                                  <a:cubicBezTo>
                                    <a:pt x="270" y="436"/>
                                    <a:pt x="270" y="436"/>
                                    <a:pt x="270" y="437"/>
                                  </a:cubicBezTo>
                                  <a:cubicBezTo>
                                    <a:pt x="270" y="437"/>
                                    <a:pt x="270" y="437"/>
                                    <a:pt x="270" y="437"/>
                                  </a:cubicBezTo>
                                  <a:cubicBezTo>
                                    <a:pt x="270" y="437"/>
                                    <a:pt x="269" y="437"/>
                                    <a:pt x="269" y="436"/>
                                  </a:cubicBezTo>
                                  <a:close/>
                                  <a:moveTo>
                                    <a:pt x="297" y="129"/>
                                  </a:moveTo>
                                  <a:cubicBezTo>
                                    <a:pt x="298" y="129"/>
                                    <a:pt x="298" y="130"/>
                                    <a:pt x="298" y="130"/>
                                  </a:cubicBezTo>
                                  <a:cubicBezTo>
                                    <a:pt x="297" y="131"/>
                                    <a:pt x="297" y="131"/>
                                    <a:pt x="298" y="131"/>
                                  </a:cubicBezTo>
                                  <a:cubicBezTo>
                                    <a:pt x="299" y="132"/>
                                    <a:pt x="299" y="133"/>
                                    <a:pt x="300" y="133"/>
                                  </a:cubicBezTo>
                                  <a:cubicBezTo>
                                    <a:pt x="300" y="133"/>
                                    <a:pt x="301" y="134"/>
                                    <a:pt x="301" y="134"/>
                                  </a:cubicBezTo>
                                  <a:cubicBezTo>
                                    <a:pt x="302" y="135"/>
                                    <a:pt x="302" y="134"/>
                                    <a:pt x="303" y="134"/>
                                  </a:cubicBezTo>
                                  <a:cubicBezTo>
                                    <a:pt x="303" y="133"/>
                                    <a:pt x="303" y="133"/>
                                    <a:pt x="304" y="133"/>
                                  </a:cubicBezTo>
                                  <a:cubicBezTo>
                                    <a:pt x="304" y="134"/>
                                    <a:pt x="305" y="133"/>
                                    <a:pt x="306" y="133"/>
                                  </a:cubicBezTo>
                                  <a:cubicBezTo>
                                    <a:pt x="306" y="134"/>
                                    <a:pt x="305" y="134"/>
                                    <a:pt x="304" y="135"/>
                                  </a:cubicBezTo>
                                  <a:cubicBezTo>
                                    <a:pt x="304" y="135"/>
                                    <a:pt x="303" y="135"/>
                                    <a:pt x="303" y="135"/>
                                  </a:cubicBezTo>
                                  <a:cubicBezTo>
                                    <a:pt x="303" y="136"/>
                                    <a:pt x="304" y="136"/>
                                    <a:pt x="304" y="136"/>
                                  </a:cubicBezTo>
                                  <a:cubicBezTo>
                                    <a:pt x="304" y="137"/>
                                    <a:pt x="304" y="137"/>
                                    <a:pt x="305" y="137"/>
                                  </a:cubicBezTo>
                                  <a:cubicBezTo>
                                    <a:pt x="305" y="138"/>
                                    <a:pt x="306" y="138"/>
                                    <a:pt x="307" y="137"/>
                                  </a:cubicBezTo>
                                  <a:cubicBezTo>
                                    <a:pt x="309" y="137"/>
                                    <a:pt x="309" y="136"/>
                                    <a:pt x="310" y="135"/>
                                  </a:cubicBezTo>
                                  <a:cubicBezTo>
                                    <a:pt x="310" y="134"/>
                                    <a:pt x="310" y="134"/>
                                    <a:pt x="311" y="133"/>
                                  </a:cubicBezTo>
                                  <a:cubicBezTo>
                                    <a:pt x="311" y="133"/>
                                    <a:pt x="311" y="133"/>
                                    <a:pt x="311" y="134"/>
                                  </a:cubicBezTo>
                                  <a:cubicBezTo>
                                    <a:pt x="311" y="134"/>
                                    <a:pt x="311" y="135"/>
                                    <a:pt x="312" y="135"/>
                                  </a:cubicBezTo>
                                  <a:cubicBezTo>
                                    <a:pt x="313" y="135"/>
                                    <a:pt x="313" y="135"/>
                                    <a:pt x="314" y="136"/>
                                  </a:cubicBezTo>
                                  <a:cubicBezTo>
                                    <a:pt x="313" y="136"/>
                                    <a:pt x="313" y="136"/>
                                    <a:pt x="312" y="136"/>
                                  </a:cubicBezTo>
                                  <a:cubicBezTo>
                                    <a:pt x="311" y="136"/>
                                    <a:pt x="310" y="137"/>
                                    <a:pt x="309" y="138"/>
                                  </a:cubicBezTo>
                                  <a:cubicBezTo>
                                    <a:pt x="309" y="138"/>
                                    <a:pt x="309" y="139"/>
                                    <a:pt x="309" y="139"/>
                                  </a:cubicBezTo>
                                  <a:cubicBezTo>
                                    <a:pt x="310" y="140"/>
                                    <a:pt x="310" y="141"/>
                                    <a:pt x="311" y="141"/>
                                  </a:cubicBezTo>
                                  <a:cubicBezTo>
                                    <a:pt x="311" y="142"/>
                                    <a:pt x="312" y="142"/>
                                    <a:pt x="312" y="142"/>
                                  </a:cubicBezTo>
                                  <a:cubicBezTo>
                                    <a:pt x="312" y="143"/>
                                    <a:pt x="312" y="143"/>
                                    <a:pt x="312" y="143"/>
                                  </a:cubicBezTo>
                                  <a:cubicBezTo>
                                    <a:pt x="311" y="143"/>
                                    <a:pt x="311" y="142"/>
                                    <a:pt x="310" y="142"/>
                                  </a:cubicBezTo>
                                  <a:cubicBezTo>
                                    <a:pt x="310" y="142"/>
                                    <a:pt x="310" y="142"/>
                                    <a:pt x="310" y="142"/>
                                  </a:cubicBezTo>
                                  <a:cubicBezTo>
                                    <a:pt x="309" y="141"/>
                                    <a:pt x="309" y="141"/>
                                    <a:pt x="308" y="141"/>
                                  </a:cubicBezTo>
                                  <a:cubicBezTo>
                                    <a:pt x="308" y="142"/>
                                    <a:pt x="307" y="142"/>
                                    <a:pt x="307" y="142"/>
                                  </a:cubicBezTo>
                                  <a:cubicBezTo>
                                    <a:pt x="306" y="141"/>
                                    <a:pt x="306" y="141"/>
                                    <a:pt x="305" y="141"/>
                                  </a:cubicBezTo>
                                  <a:cubicBezTo>
                                    <a:pt x="305" y="141"/>
                                    <a:pt x="305" y="141"/>
                                    <a:pt x="305" y="141"/>
                                  </a:cubicBezTo>
                                  <a:cubicBezTo>
                                    <a:pt x="303" y="141"/>
                                    <a:pt x="301" y="140"/>
                                    <a:pt x="300" y="138"/>
                                  </a:cubicBezTo>
                                  <a:cubicBezTo>
                                    <a:pt x="300" y="138"/>
                                    <a:pt x="298" y="137"/>
                                    <a:pt x="297" y="137"/>
                                  </a:cubicBezTo>
                                  <a:cubicBezTo>
                                    <a:pt x="296" y="137"/>
                                    <a:pt x="297" y="138"/>
                                    <a:pt x="297" y="139"/>
                                  </a:cubicBezTo>
                                  <a:cubicBezTo>
                                    <a:pt x="297" y="139"/>
                                    <a:pt x="297" y="139"/>
                                    <a:pt x="297" y="139"/>
                                  </a:cubicBezTo>
                                  <a:cubicBezTo>
                                    <a:pt x="297" y="141"/>
                                    <a:pt x="297" y="141"/>
                                    <a:pt x="299" y="140"/>
                                  </a:cubicBezTo>
                                  <a:cubicBezTo>
                                    <a:pt x="299" y="140"/>
                                    <a:pt x="299" y="140"/>
                                    <a:pt x="299" y="140"/>
                                  </a:cubicBezTo>
                                  <a:cubicBezTo>
                                    <a:pt x="299" y="141"/>
                                    <a:pt x="299" y="141"/>
                                    <a:pt x="299" y="141"/>
                                  </a:cubicBezTo>
                                  <a:cubicBezTo>
                                    <a:pt x="299" y="141"/>
                                    <a:pt x="299" y="141"/>
                                    <a:pt x="299" y="141"/>
                                  </a:cubicBezTo>
                                  <a:cubicBezTo>
                                    <a:pt x="297" y="141"/>
                                    <a:pt x="297" y="143"/>
                                    <a:pt x="298" y="144"/>
                                  </a:cubicBezTo>
                                  <a:cubicBezTo>
                                    <a:pt x="298" y="145"/>
                                    <a:pt x="299" y="145"/>
                                    <a:pt x="300" y="145"/>
                                  </a:cubicBezTo>
                                  <a:cubicBezTo>
                                    <a:pt x="300" y="145"/>
                                    <a:pt x="301" y="146"/>
                                    <a:pt x="300" y="146"/>
                                  </a:cubicBezTo>
                                  <a:cubicBezTo>
                                    <a:pt x="300" y="146"/>
                                    <a:pt x="300" y="146"/>
                                    <a:pt x="299" y="146"/>
                                  </a:cubicBezTo>
                                  <a:cubicBezTo>
                                    <a:pt x="299" y="146"/>
                                    <a:pt x="299" y="146"/>
                                    <a:pt x="299" y="146"/>
                                  </a:cubicBezTo>
                                  <a:cubicBezTo>
                                    <a:pt x="298" y="146"/>
                                    <a:pt x="298" y="147"/>
                                    <a:pt x="297" y="147"/>
                                  </a:cubicBezTo>
                                  <a:cubicBezTo>
                                    <a:pt x="297" y="147"/>
                                    <a:pt x="297" y="147"/>
                                    <a:pt x="297" y="147"/>
                                  </a:cubicBezTo>
                                  <a:cubicBezTo>
                                    <a:pt x="298" y="148"/>
                                    <a:pt x="299" y="148"/>
                                    <a:pt x="299" y="149"/>
                                  </a:cubicBezTo>
                                  <a:cubicBezTo>
                                    <a:pt x="299" y="149"/>
                                    <a:pt x="300" y="150"/>
                                    <a:pt x="300" y="150"/>
                                  </a:cubicBezTo>
                                  <a:cubicBezTo>
                                    <a:pt x="300" y="152"/>
                                    <a:pt x="301" y="153"/>
                                    <a:pt x="302" y="155"/>
                                  </a:cubicBezTo>
                                  <a:cubicBezTo>
                                    <a:pt x="302" y="155"/>
                                    <a:pt x="302" y="156"/>
                                    <a:pt x="303" y="156"/>
                                  </a:cubicBezTo>
                                  <a:cubicBezTo>
                                    <a:pt x="303" y="156"/>
                                    <a:pt x="303" y="156"/>
                                    <a:pt x="303" y="156"/>
                                  </a:cubicBezTo>
                                  <a:cubicBezTo>
                                    <a:pt x="303" y="156"/>
                                    <a:pt x="303" y="156"/>
                                    <a:pt x="303" y="156"/>
                                  </a:cubicBezTo>
                                  <a:cubicBezTo>
                                    <a:pt x="304" y="156"/>
                                    <a:pt x="304" y="157"/>
                                    <a:pt x="305" y="156"/>
                                  </a:cubicBezTo>
                                  <a:cubicBezTo>
                                    <a:pt x="305" y="156"/>
                                    <a:pt x="305" y="156"/>
                                    <a:pt x="305" y="156"/>
                                  </a:cubicBezTo>
                                  <a:cubicBezTo>
                                    <a:pt x="306" y="156"/>
                                    <a:pt x="307" y="156"/>
                                    <a:pt x="308" y="155"/>
                                  </a:cubicBezTo>
                                  <a:cubicBezTo>
                                    <a:pt x="308" y="155"/>
                                    <a:pt x="308" y="155"/>
                                    <a:pt x="308" y="155"/>
                                  </a:cubicBezTo>
                                  <a:cubicBezTo>
                                    <a:pt x="309" y="155"/>
                                    <a:pt x="309" y="155"/>
                                    <a:pt x="309" y="155"/>
                                  </a:cubicBezTo>
                                  <a:cubicBezTo>
                                    <a:pt x="310" y="154"/>
                                    <a:pt x="311" y="154"/>
                                    <a:pt x="311" y="153"/>
                                  </a:cubicBezTo>
                                  <a:cubicBezTo>
                                    <a:pt x="311" y="152"/>
                                    <a:pt x="312" y="152"/>
                                    <a:pt x="313" y="152"/>
                                  </a:cubicBezTo>
                                  <a:cubicBezTo>
                                    <a:pt x="313" y="152"/>
                                    <a:pt x="312" y="153"/>
                                    <a:pt x="313" y="154"/>
                                  </a:cubicBezTo>
                                  <a:cubicBezTo>
                                    <a:pt x="313" y="154"/>
                                    <a:pt x="312" y="155"/>
                                    <a:pt x="312" y="155"/>
                                  </a:cubicBezTo>
                                  <a:cubicBezTo>
                                    <a:pt x="311" y="156"/>
                                    <a:pt x="310" y="158"/>
                                    <a:pt x="308" y="158"/>
                                  </a:cubicBezTo>
                                  <a:cubicBezTo>
                                    <a:pt x="307" y="158"/>
                                    <a:pt x="306" y="159"/>
                                    <a:pt x="305" y="159"/>
                                  </a:cubicBezTo>
                                  <a:cubicBezTo>
                                    <a:pt x="304" y="160"/>
                                    <a:pt x="303" y="160"/>
                                    <a:pt x="303" y="161"/>
                                  </a:cubicBezTo>
                                  <a:cubicBezTo>
                                    <a:pt x="303" y="162"/>
                                    <a:pt x="304" y="163"/>
                                    <a:pt x="303" y="164"/>
                                  </a:cubicBezTo>
                                  <a:cubicBezTo>
                                    <a:pt x="303" y="164"/>
                                    <a:pt x="303" y="164"/>
                                    <a:pt x="303" y="164"/>
                                  </a:cubicBezTo>
                                  <a:cubicBezTo>
                                    <a:pt x="304" y="165"/>
                                    <a:pt x="305" y="166"/>
                                    <a:pt x="306" y="165"/>
                                  </a:cubicBezTo>
                                  <a:cubicBezTo>
                                    <a:pt x="306" y="165"/>
                                    <a:pt x="306" y="165"/>
                                    <a:pt x="306" y="165"/>
                                  </a:cubicBezTo>
                                  <a:cubicBezTo>
                                    <a:pt x="306" y="166"/>
                                    <a:pt x="308" y="167"/>
                                    <a:pt x="307" y="168"/>
                                  </a:cubicBezTo>
                                  <a:cubicBezTo>
                                    <a:pt x="306" y="168"/>
                                    <a:pt x="307" y="169"/>
                                    <a:pt x="307" y="169"/>
                                  </a:cubicBezTo>
                                  <a:cubicBezTo>
                                    <a:pt x="308" y="170"/>
                                    <a:pt x="308" y="169"/>
                                    <a:pt x="308" y="169"/>
                                  </a:cubicBezTo>
                                  <a:cubicBezTo>
                                    <a:pt x="308" y="169"/>
                                    <a:pt x="309" y="168"/>
                                    <a:pt x="309" y="169"/>
                                  </a:cubicBezTo>
                                  <a:cubicBezTo>
                                    <a:pt x="309" y="169"/>
                                    <a:pt x="310" y="168"/>
                                    <a:pt x="310" y="168"/>
                                  </a:cubicBezTo>
                                  <a:cubicBezTo>
                                    <a:pt x="310" y="167"/>
                                    <a:pt x="310" y="167"/>
                                    <a:pt x="311" y="167"/>
                                  </a:cubicBezTo>
                                  <a:cubicBezTo>
                                    <a:pt x="311" y="167"/>
                                    <a:pt x="312" y="166"/>
                                    <a:pt x="312" y="166"/>
                                  </a:cubicBezTo>
                                  <a:cubicBezTo>
                                    <a:pt x="312" y="165"/>
                                    <a:pt x="312" y="166"/>
                                    <a:pt x="311" y="165"/>
                                  </a:cubicBezTo>
                                  <a:cubicBezTo>
                                    <a:pt x="311" y="165"/>
                                    <a:pt x="311" y="165"/>
                                    <a:pt x="311" y="165"/>
                                  </a:cubicBezTo>
                                  <a:cubicBezTo>
                                    <a:pt x="311" y="164"/>
                                    <a:pt x="312" y="164"/>
                                    <a:pt x="312" y="164"/>
                                  </a:cubicBezTo>
                                  <a:cubicBezTo>
                                    <a:pt x="313" y="164"/>
                                    <a:pt x="313" y="164"/>
                                    <a:pt x="314" y="165"/>
                                  </a:cubicBezTo>
                                  <a:cubicBezTo>
                                    <a:pt x="314" y="165"/>
                                    <a:pt x="315" y="165"/>
                                    <a:pt x="316" y="165"/>
                                  </a:cubicBezTo>
                                  <a:cubicBezTo>
                                    <a:pt x="315" y="166"/>
                                    <a:pt x="315" y="166"/>
                                    <a:pt x="314" y="167"/>
                                  </a:cubicBezTo>
                                  <a:cubicBezTo>
                                    <a:pt x="314" y="167"/>
                                    <a:pt x="314" y="169"/>
                                    <a:pt x="314" y="169"/>
                                  </a:cubicBezTo>
                                  <a:cubicBezTo>
                                    <a:pt x="314" y="170"/>
                                    <a:pt x="315" y="170"/>
                                    <a:pt x="316" y="170"/>
                                  </a:cubicBezTo>
                                  <a:cubicBezTo>
                                    <a:pt x="316" y="169"/>
                                    <a:pt x="318" y="169"/>
                                    <a:pt x="317" y="167"/>
                                  </a:cubicBezTo>
                                  <a:cubicBezTo>
                                    <a:pt x="317" y="167"/>
                                    <a:pt x="317" y="166"/>
                                    <a:pt x="317" y="166"/>
                                  </a:cubicBezTo>
                                  <a:cubicBezTo>
                                    <a:pt x="319" y="166"/>
                                    <a:pt x="319" y="165"/>
                                    <a:pt x="319" y="165"/>
                                  </a:cubicBezTo>
                                  <a:cubicBezTo>
                                    <a:pt x="319" y="164"/>
                                    <a:pt x="319" y="164"/>
                                    <a:pt x="319" y="163"/>
                                  </a:cubicBezTo>
                                  <a:cubicBezTo>
                                    <a:pt x="320" y="163"/>
                                    <a:pt x="320" y="163"/>
                                    <a:pt x="320" y="164"/>
                                  </a:cubicBezTo>
                                  <a:cubicBezTo>
                                    <a:pt x="320" y="165"/>
                                    <a:pt x="320" y="166"/>
                                    <a:pt x="319" y="167"/>
                                  </a:cubicBezTo>
                                  <a:cubicBezTo>
                                    <a:pt x="320" y="167"/>
                                    <a:pt x="320" y="166"/>
                                    <a:pt x="320" y="166"/>
                                  </a:cubicBezTo>
                                  <a:cubicBezTo>
                                    <a:pt x="322" y="166"/>
                                    <a:pt x="322" y="165"/>
                                    <a:pt x="321" y="164"/>
                                  </a:cubicBezTo>
                                  <a:cubicBezTo>
                                    <a:pt x="321" y="164"/>
                                    <a:pt x="321" y="163"/>
                                    <a:pt x="321" y="163"/>
                                  </a:cubicBezTo>
                                  <a:cubicBezTo>
                                    <a:pt x="321" y="162"/>
                                    <a:pt x="321" y="162"/>
                                    <a:pt x="321" y="162"/>
                                  </a:cubicBezTo>
                                  <a:cubicBezTo>
                                    <a:pt x="322" y="162"/>
                                    <a:pt x="321" y="162"/>
                                    <a:pt x="322" y="163"/>
                                  </a:cubicBezTo>
                                  <a:cubicBezTo>
                                    <a:pt x="322" y="163"/>
                                    <a:pt x="322" y="163"/>
                                    <a:pt x="322" y="164"/>
                                  </a:cubicBezTo>
                                  <a:cubicBezTo>
                                    <a:pt x="322" y="164"/>
                                    <a:pt x="323" y="164"/>
                                    <a:pt x="323" y="164"/>
                                  </a:cubicBezTo>
                                  <a:cubicBezTo>
                                    <a:pt x="323" y="163"/>
                                    <a:pt x="324" y="163"/>
                                    <a:pt x="324" y="163"/>
                                  </a:cubicBezTo>
                                  <a:cubicBezTo>
                                    <a:pt x="325" y="163"/>
                                    <a:pt x="325" y="163"/>
                                    <a:pt x="326" y="163"/>
                                  </a:cubicBezTo>
                                  <a:cubicBezTo>
                                    <a:pt x="326" y="163"/>
                                    <a:pt x="327" y="162"/>
                                    <a:pt x="327" y="163"/>
                                  </a:cubicBezTo>
                                  <a:cubicBezTo>
                                    <a:pt x="327" y="163"/>
                                    <a:pt x="327" y="163"/>
                                    <a:pt x="327" y="163"/>
                                  </a:cubicBezTo>
                                  <a:cubicBezTo>
                                    <a:pt x="326" y="164"/>
                                    <a:pt x="325" y="165"/>
                                    <a:pt x="324" y="166"/>
                                  </a:cubicBezTo>
                                  <a:cubicBezTo>
                                    <a:pt x="326" y="166"/>
                                    <a:pt x="327" y="167"/>
                                    <a:pt x="329" y="167"/>
                                  </a:cubicBezTo>
                                  <a:cubicBezTo>
                                    <a:pt x="330" y="167"/>
                                    <a:pt x="331" y="166"/>
                                    <a:pt x="333" y="166"/>
                                  </a:cubicBezTo>
                                  <a:cubicBezTo>
                                    <a:pt x="333" y="166"/>
                                    <a:pt x="333" y="165"/>
                                    <a:pt x="333" y="165"/>
                                  </a:cubicBezTo>
                                  <a:cubicBezTo>
                                    <a:pt x="333" y="165"/>
                                    <a:pt x="334" y="165"/>
                                    <a:pt x="334" y="165"/>
                                  </a:cubicBezTo>
                                  <a:cubicBezTo>
                                    <a:pt x="334" y="165"/>
                                    <a:pt x="334" y="166"/>
                                    <a:pt x="334" y="166"/>
                                  </a:cubicBezTo>
                                  <a:cubicBezTo>
                                    <a:pt x="334" y="166"/>
                                    <a:pt x="333" y="167"/>
                                    <a:pt x="333" y="167"/>
                                  </a:cubicBezTo>
                                  <a:cubicBezTo>
                                    <a:pt x="332" y="167"/>
                                    <a:pt x="331" y="167"/>
                                    <a:pt x="330" y="168"/>
                                  </a:cubicBezTo>
                                  <a:cubicBezTo>
                                    <a:pt x="329" y="169"/>
                                    <a:pt x="327" y="168"/>
                                    <a:pt x="326" y="168"/>
                                  </a:cubicBezTo>
                                  <a:cubicBezTo>
                                    <a:pt x="325" y="168"/>
                                    <a:pt x="324" y="169"/>
                                    <a:pt x="324" y="170"/>
                                  </a:cubicBezTo>
                                  <a:cubicBezTo>
                                    <a:pt x="323" y="171"/>
                                    <a:pt x="325" y="170"/>
                                    <a:pt x="325" y="171"/>
                                  </a:cubicBezTo>
                                  <a:cubicBezTo>
                                    <a:pt x="325" y="171"/>
                                    <a:pt x="326" y="171"/>
                                    <a:pt x="326" y="171"/>
                                  </a:cubicBezTo>
                                  <a:cubicBezTo>
                                    <a:pt x="328" y="172"/>
                                    <a:pt x="329" y="172"/>
                                    <a:pt x="331" y="171"/>
                                  </a:cubicBezTo>
                                  <a:cubicBezTo>
                                    <a:pt x="332" y="171"/>
                                    <a:pt x="333" y="171"/>
                                    <a:pt x="334" y="170"/>
                                  </a:cubicBezTo>
                                  <a:cubicBezTo>
                                    <a:pt x="335" y="170"/>
                                    <a:pt x="336" y="170"/>
                                    <a:pt x="337" y="171"/>
                                  </a:cubicBezTo>
                                  <a:cubicBezTo>
                                    <a:pt x="337" y="171"/>
                                    <a:pt x="338" y="171"/>
                                    <a:pt x="338" y="170"/>
                                  </a:cubicBezTo>
                                  <a:cubicBezTo>
                                    <a:pt x="339" y="170"/>
                                    <a:pt x="339" y="170"/>
                                    <a:pt x="339" y="170"/>
                                  </a:cubicBezTo>
                                  <a:cubicBezTo>
                                    <a:pt x="339" y="171"/>
                                    <a:pt x="339" y="171"/>
                                    <a:pt x="339" y="171"/>
                                  </a:cubicBezTo>
                                  <a:cubicBezTo>
                                    <a:pt x="339" y="172"/>
                                    <a:pt x="338" y="172"/>
                                    <a:pt x="338" y="172"/>
                                  </a:cubicBezTo>
                                  <a:cubicBezTo>
                                    <a:pt x="338" y="172"/>
                                    <a:pt x="338" y="172"/>
                                    <a:pt x="338" y="172"/>
                                  </a:cubicBezTo>
                                  <a:cubicBezTo>
                                    <a:pt x="337" y="172"/>
                                    <a:pt x="336" y="172"/>
                                    <a:pt x="335" y="172"/>
                                  </a:cubicBezTo>
                                  <a:cubicBezTo>
                                    <a:pt x="335" y="172"/>
                                    <a:pt x="335" y="172"/>
                                    <a:pt x="335" y="172"/>
                                  </a:cubicBezTo>
                                  <a:cubicBezTo>
                                    <a:pt x="333" y="173"/>
                                    <a:pt x="332" y="173"/>
                                    <a:pt x="330" y="173"/>
                                  </a:cubicBezTo>
                                  <a:cubicBezTo>
                                    <a:pt x="330" y="173"/>
                                    <a:pt x="330" y="173"/>
                                    <a:pt x="330" y="173"/>
                                  </a:cubicBezTo>
                                  <a:cubicBezTo>
                                    <a:pt x="328" y="174"/>
                                    <a:pt x="326" y="174"/>
                                    <a:pt x="325" y="174"/>
                                  </a:cubicBezTo>
                                  <a:cubicBezTo>
                                    <a:pt x="324" y="174"/>
                                    <a:pt x="323" y="173"/>
                                    <a:pt x="323" y="174"/>
                                  </a:cubicBezTo>
                                  <a:cubicBezTo>
                                    <a:pt x="322" y="175"/>
                                    <a:pt x="322" y="174"/>
                                    <a:pt x="321" y="174"/>
                                  </a:cubicBezTo>
                                  <a:cubicBezTo>
                                    <a:pt x="320" y="173"/>
                                    <a:pt x="319" y="173"/>
                                    <a:pt x="319" y="174"/>
                                  </a:cubicBezTo>
                                  <a:cubicBezTo>
                                    <a:pt x="319" y="175"/>
                                    <a:pt x="318" y="176"/>
                                    <a:pt x="317" y="177"/>
                                  </a:cubicBezTo>
                                  <a:cubicBezTo>
                                    <a:pt x="317" y="177"/>
                                    <a:pt x="317" y="178"/>
                                    <a:pt x="317" y="178"/>
                                  </a:cubicBezTo>
                                  <a:cubicBezTo>
                                    <a:pt x="316" y="177"/>
                                    <a:pt x="316" y="178"/>
                                    <a:pt x="315" y="178"/>
                                  </a:cubicBezTo>
                                  <a:cubicBezTo>
                                    <a:pt x="314" y="178"/>
                                    <a:pt x="314" y="179"/>
                                    <a:pt x="313" y="180"/>
                                  </a:cubicBezTo>
                                  <a:cubicBezTo>
                                    <a:pt x="313" y="180"/>
                                    <a:pt x="314" y="180"/>
                                    <a:pt x="314" y="181"/>
                                  </a:cubicBezTo>
                                  <a:cubicBezTo>
                                    <a:pt x="314" y="183"/>
                                    <a:pt x="315" y="183"/>
                                    <a:pt x="316" y="185"/>
                                  </a:cubicBezTo>
                                  <a:cubicBezTo>
                                    <a:pt x="316" y="185"/>
                                    <a:pt x="316" y="185"/>
                                    <a:pt x="316" y="185"/>
                                  </a:cubicBezTo>
                                  <a:cubicBezTo>
                                    <a:pt x="318" y="185"/>
                                    <a:pt x="319" y="185"/>
                                    <a:pt x="320" y="186"/>
                                  </a:cubicBezTo>
                                  <a:cubicBezTo>
                                    <a:pt x="320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8"/>
                                    <a:pt x="322" y="188"/>
                                    <a:pt x="321" y="188"/>
                                  </a:cubicBezTo>
                                  <a:cubicBezTo>
                                    <a:pt x="321" y="188"/>
                                    <a:pt x="320" y="188"/>
                                    <a:pt x="319" y="188"/>
                                  </a:cubicBezTo>
                                  <a:cubicBezTo>
                                    <a:pt x="319" y="187"/>
                                    <a:pt x="318" y="187"/>
                                    <a:pt x="318" y="187"/>
                                  </a:cubicBezTo>
                                  <a:cubicBezTo>
                                    <a:pt x="317" y="187"/>
                                    <a:pt x="317" y="187"/>
                                    <a:pt x="316" y="187"/>
                                  </a:cubicBezTo>
                                  <a:cubicBezTo>
                                    <a:pt x="316" y="187"/>
                                    <a:pt x="316" y="188"/>
                                    <a:pt x="317" y="188"/>
                                  </a:cubicBezTo>
                                  <a:cubicBezTo>
                                    <a:pt x="317" y="189"/>
                                    <a:pt x="317" y="191"/>
                                    <a:pt x="318" y="191"/>
                                  </a:cubicBezTo>
                                  <a:cubicBezTo>
                                    <a:pt x="319" y="191"/>
                                    <a:pt x="319" y="191"/>
                                    <a:pt x="319" y="191"/>
                                  </a:cubicBezTo>
                                  <a:cubicBezTo>
                                    <a:pt x="319" y="193"/>
                                    <a:pt x="319" y="194"/>
                                    <a:pt x="322" y="193"/>
                                  </a:cubicBezTo>
                                  <a:cubicBezTo>
                                    <a:pt x="322" y="193"/>
                                    <a:pt x="324" y="193"/>
                                    <a:pt x="325" y="193"/>
                                  </a:cubicBezTo>
                                  <a:cubicBezTo>
                                    <a:pt x="325" y="193"/>
                                    <a:pt x="325" y="193"/>
                                    <a:pt x="325" y="193"/>
                                  </a:cubicBezTo>
                                  <a:cubicBezTo>
                                    <a:pt x="325" y="193"/>
                                    <a:pt x="325" y="193"/>
                                    <a:pt x="325" y="193"/>
                                  </a:cubicBezTo>
                                  <a:cubicBezTo>
                                    <a:pt x="326" y="194"/>
                                    <a:pt x="327" y="194"/>
                                    <a:pt x="328" y="194"/>
                                  </a:cubicBezTo>
                                  <a:cubicBezTo>
                                    <a:pt x="329" y="194"/>
                                    <a:pt x="330" y="194"/>
                                    <a:pt x="330" y="194"/>
                                  </a:cubicBezTo>
                                  <a:cubicBezTo>
                                    <a:pt x="330" y="195"/>
                                    <a:pt x="331" y="195"/>
                                    <a:pt x="331" y="195"/>
                                  </a:cubicBezTo>
                                  <a:cubicBezTo>
                                    <a:pt x="331" y="195"/>
                                    <a:pt x="330" y="195"/>
                                    <a:pt x="330" y="195"/>
                                  </a:cubicBezTo>
                                  <a:cubicBezTo>
                                    <a:pt x="329" y="195"/>
                                    <a:pt x="329" y="195"/>
                                    <a:pt x="328" y="195"/>
                                  </a:cubicBezTo>
                                  <a:cubicBezTo>
                                    <a:pt x="328" y="196"/>
                                    <a:pt x="327" y="196"/>
                                    <a:pt x="326" y="196"/>
                                  </a:cubicBezTo>
                                  <a:cubicBezTo>
                                    <a:pt x="326" y="196"/>
                                    <a:pt x="324" y="195"/>
                                    <a:pt x="325" y="197"/>
                                  </a:cubicBezTo>
                                  <a:cubicBezTo>
                                    <a:pt x="325" y="197"/>
                                    <a:pt x="325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3" y="197"/>
                                  </a:cubicBezTo>
                                  <a:cubicBezTo>
                                    <a:pt x="322" y="196"/>
                                    <a:pt x="322" y="197"/>
                                    <a:pt x="322" y="198"/>
                                  </a:cubicBezTo>
                                  <a:cubicBezTo>
                                    <a:pt x="322" y="199"/>
                                    <a:pt x="322" y="200"/>
                                    <a:pt x="323" y="201"/>
                                  </a:cubicBezTo>
                                  <a:cubicBezTo>
                                    <a:pt x="324" y="202"/>
                                    <a:pt x="324" y="204"/>
                                    <a:pt x="327" y="203"/>
                                  </a:cubicBezTo>
                                  <a:cubicBezTo>
                                    <a:pt x="326" y="203"/>
                                    <a:pt x="326" y="204"/>
                                    <a:pt x="326" y="204"/>
                                  </a:cubicBezTo>
                                  <a:cubicBezTo>
                                    <a:pt x="327" y="204"/>
                                    <a:pt x="327" y="205"/>
                                    <a:pt x="327" y="205"/>
                                  </a:cubicBezTo>
                                  <a:cubicBezTo>
                                    <a:pt x="328" y="206"/>
                                    <a:pt x="328" y="206"/>
                                    <a:pt x="328" y="206"/>
                                  </a:cubicBezTo>
                                  <a:cubicBezTo>
                                    <a:pt x="329" y="205"/>
                                    <a:pt x="329" y="205"/>
                                    <a:pt x="330" y="206"/>
                                  </a:cubicBezTo>
                                  <a:cubicBezTo>
                                    <a:pt x="330" y="206"/>
                                    <a:pt x="331" y="207"/>
                                    <a:pt x="332" y="207"/>
                                  </a:cubicBezTo>
                                  <a:cubicBezTo>
                                    <a:pt x="334" y="207"/>
                                    <a:pt x="336" y="209"/>
                                    <a:pt x="338" y="209"/>
                                  </a:cubicBezTo>
                                  <a:cubicBezTo>
                                    <a:pt x="338" y="209"/>
                                    <a:pt x="339" y="209"/>
                                    <a:pt x="340" y="208"/>
                                  </a:cubicBezTo>
                                  <a:cubicBezTo>
                                    <a:pt x="340" y="207"/>
                                    <a:pt x="340" y="207"/>
                                    <a:pt x="340" y="206"/>
                                  </a:cubicBezTo>
                                  <a:cubicBezTo>
                                    <a:pt x="339" y="205"/>
                                    <a:pt x="339" y="205"/>
                                    <a:pt x="339" y="204"/>
                                  </a:cubicBezTo>
                                  <a:cubicBezTo>
                                    <a:pt x="338" y="204"/>
                                    <a:pt x="338" y="203"/>
                                    <a:pt x="337" y="202"/>
                                  </a:cubicBezTo>
                                  <a:cubicBezTo>
                                    <a:pt x="337" y="202"/>
                                    <a:pt x="338" y="202"/>
                                    <a:pt x="338" y="202"/>
                                  </a:cubicBezTo>
                                  <a:cubicBezTo>
                                    <a:pt x="339" y="202"/>
                                    <a:pt x="339" y="202"/>
                                    <a:pt x="340" y="202"/>
                                  </a:cubicBezTo>
                                  <a:cubicBezTo>
                                    <a:pt x="341" y="202"/>
                                    <a:pt x="342" y="203"/>
                                    <a:pt x="342" y="204"/>
                                  </a:cubicBezTo>
                                  <a:cubicBezTo>
                                    <a:pt x="342" y="205"/>
                                    <a:pt x="342" y="206"/>
                                    <a:pt x="344" y="206"/>
                                  </a:cubicBezTo>
                                  <a:cubicBezTo>
                                    <a:pt x="344" y="206"/>
                                    <a:pt x="344" y="206"/>
                                    <a:pt x="344" y="206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5" y="208"/>
                                    <a:pt x="345" y="208"/>
                                    <a:pt x="345" y="208"/>
                                  </a:cubicBezTo>
                                  <a:cubicBezTo>
                                    <a:pt x="345" y="208"/>
                                    <a:pt x="345" y="207"/>
                                    <a:pt x="345" y="207"/>
                                  </a:cubicBezTo>
                                  <a:cubicBezTo>
                                    <a:pt x="345" y="206"/>
                                    <a:pt x="344" y="204"/>
                                    <a:pt x="344" y="203"/>
                                  </a:cubicBezTo>
                                  <a:cubicBezTo>
                                    <a:pt x="344" y="203"/>
                                    <a:pt x="344" y="203"/>
                                    <a:pt x="344" y="202"/>
                                  </a:cubicBezTo>
                                  <a:cubicBezTo>
                                    <a:pt x="344" y="201"/>
                                    <a:pt x="344" y="200"/>
                                    <a:pt x="342" y="199"/>
                                  </a:cubicBezTo>
                                  <a:cubicBezTo>
                                    <a:pt x="342" y="199"/>
                                    <a:pt x="342" y="198"/>
                                    <a:pt x="342" y="198"/>
                                  </a:cubicBezTo>
                                  <a:cubicBezTo>
                                    <a:pt x="341" y="197"/>
                                    <a:pt x="342" y="196"/>
                                    <a:pt x="341" y="195"/>
                                  </a:cubicBezTo>
                                  <a:cubicBezTo>
                                    <a:pt x="341" y="195"/>
                                    <a:pt x="341" y="195"/>
                                    <a:pt x="341" y="194"/>
                                  </a:cubicBezTo>
                                  <a:cubicBezTo>
                                    <a:pt x="341" y="194"/>
                                    <a:pt x="341" y="194"/>
                                    <a:pt x="341" y="194"/>
                                  </a:cubicBezTo>
                                  <a:cubicBezTo>
                                    <a:pt x="341" y="193"/>
                                    <a:pt x="341" y="193"/>
                                    <a:pt x="342" y="193"/>
                                  </a:cubicBezTo>
                                  <a:cubicBezTo>
                                    <a:pt x="342" y="193"/>
                                    <a:pt x="342" y="193"/>
                                    <a:pt x="342" y="194"/>
                                  </a:cubicBezTo>
                                  <a:cubicBezTo>
                                    <a:pt x="342" y="194"/>
                                    <a:pt x="342" y="194"/>
                                    <a:pt x="342" y="195"/>
                                  </a:cubicBezTo>
                                  <a:cubicBezTo>
                                    <a:pt x="343" y="196"/>
                                    <a:pt x="343" y="197"/>
                                    <a:pt x="344" y="199"/>
                                  </a:cubicBezTo>
                                  <a:cubicBezTo>
                                    <a:pt x="345" y="200"/>
                                    <a:pt x="346" y="202"/>
                                    <a:pt x="347" y="204"/>
                                  </a:cubicBezTo>
                                  <a:cubicBezTo>
                                    <a:pt x="347" y="205"/>
                                    <a:pt x="348" y="207"/>
                                    <a:pt x="349" y="208"/>
                                  </a:cubicBezTo>
                                  <a:cubicBezTo>
                                    <a:pt x="349" y="208"/>
                                    <a:pt x="350" y="208"/>
                                    <a:pt x="350" y="207"/>
                                  </a:cubicBezTo>
                                  <a:cubicBezTo>
                                    <a:pt x="350" y="206"/>
                                    <a:pt x="351" y="204"/>
                                    <a:pt x="351" y="202"/>
                                  </a:cubicBezTo>
                                  <a:cubicBezTo>
                                    <a:pt x="351" y="201"/>
                                    <a:pt x="352" y="199"/>
                                    <a:pt x="351" y="197"/>
                                  </a:cubicBezTo>
                                  <a:cubicBezTo>
                                    <a:pt x="350" y="196"/>
                                    <a:pt x="350" y="195"/>
                                    <a:pt x="350" y="194"/>
                                  </a:cubicBezTo>
                                  <a:cubicBezTo>
                                    <a:pt x="350" y="193"/>
                                    <a:pt x="350" y="193"/>
                                    <a:pt x="350" y="193"/>
                                  </a:cubicBezTo>
                                  <a:cubicBezTo>
                                    <a:pt x="351" y="193"/>
                                    <a:pt x="351" y="193"/>
                                    <a:pt x="351" y="193"/>
                                  </a:cubicBezTo>
                                  <a:cubicBezTo>
                                    <a:pt x="351" y="195"/>
                                    <a:pt x="352" y="196"/>
                                    <a:pt x="353" y="197"/>
                                  </a:cubicBezTo>
                                  <a:cubicBezTo>
                                    <a:pt x="353" y="198"/>
                                    <a:pt x="353" y="198"/>
                                    <a:pt x="355" y="197"/>
                                  </a:cubicBezTo>
                                  <a:cubicBezTo>
                                    <a:pt x="355" y="197"/>
                                    <a:pt x="356" y="196"/>
                                    <a:pt x="356" y="195"/>
                                  </a:cubicBezTo>
                                  <a:cubicBezTo>
                                    <a:pt x="356" y="193"/>
                                    <a:pt x="356" y="192"/>
                                    <a:pt x="355" y="191"/>
                                  </a:cubicBezTo>
                                  <a:cubicBezTo>
                                    <a:pt x="355" y="190"/>
                                    <a:pt x="354" y="190"/>
                                    <a:pt x="354" y="190"/>
                                  </a:cubicBezTo>
                                  <a:cubicBezTo>
                                    <a:pt x="354" y="189"/>
                                    <a:pt x="354" y="187"/>
                                    <a:pt x="353" y="186"/>
                                  </a:cubicBezTo>
                                  <a:cubicBezTo>
                                    <a:pt x="353" y="186"/>
                                    <a:pt x="353" y="186"/>
                                    <a:pt x="353" y="186"/>
                                  </a:cubicBezTo>
                                  <a:cubicBezTo>
                                    <a:pt x="353" y="184"/>
                                    <a:pt x="354" y="183"/>
                                    <a:pt x="353" y="181"/>
                                  </a:cubicBezTo>
                                  <a:cubicBezTo>
                                    <a:pt x="353" y="181"/>
                                    <a:pt x="354" y="181"/>
                                    <a:pt x="354" y="180"/>
                                  </a:cubicBezTo>
                                  <a:cubicBezTo>
                                    <a:pt x="354" y="180"/>
                                    <a:pt x="354" y="180"/>
                                    <a:pt x="354" y="179"/>
                                  </a:cubicBezTo>
                                  <a:cubicBezTo>
                                    <a:pt x="354" y="179"/>
                                    <a:pt x="354" y="179"/>
                                    <a:pt x="354" y="179"/>
                                  </a:cubicBezTo>
                                  <a:cubicBezTo>
                                    <a:pt x="356" y="179"/>
                                    <a:pt x="356" y="179"/>
                                    <a:pt x="356" y="177"/>
                                  </a:cubicBezTo>
                                  <a:cubicBezTo>
                                    <a:pt x="356" y="176"/>
                                    <a:pt x="356" y="176"/>
                                    <a:pt x="357" y="176"/>
                                  </a:cubicBezTo>
                                  <a:cubicBezTo>
                                    <a:pt x="357" y="176"/>
                                    <a:pt x="357" y="177"/>
                                    <a:pt x="357" y="177"/>
                                  </a:cubicBezTo>
                                  <a:cubicBezTo>
                                    <a:pt x="357" y="177"/>
                                    <a:pt x="357" y="177"/>
                                    <a:pt x="357" y="178"/>
                                  </a:cubicBezTo>
                                  <a:cubicBezTo>
                                    <a:pt x="356" y="178"/>
                                    <a:pt x="356" y="178"/>
                                    <a:pt x="356" y="179"/>
                                  </a:cubicBezTo>
                                  <a:cubicBezTo>
                                    <a:pt x="356" y="180"/>
                                    <a:pt x="354" y="180"/>
                                    <a:pt x="355" y="181"/>
                                  </a:cubicBezTo>
                                  <a:cubicBezTo>
                                    <a:pt x="355" y="182"/>
                                    <a:pt x="355" y="183"/>
                                    <a:pt x="355" y="183"/>
                                  </a:cubicBezTo>
                                  <a:cubicBezTo>
                                    <a:pt x="354" y="185"/>
                                    <a:pt x="355" y="187"/>
                                    <a:pt x="356" y="189"/>
                                  </a:cubicBezTo>
                                  <a:cubicBezTo>
                                    <a:pt x="356" y="190"/>
                                    <a:pt x="357" y="190"/>
                                    <a:pt x="357" y="191"/>
                                  </a:cubicBezTo>
                                  <a:cubicBezTo>
                                    <a:pt x="357" y="191"/>
                                    <a:pt x="357" y="192"/>
                                    <a:pt x="357" y="192"/>
                                  </a:cubicBezTo>
                                  <a:cubicBezTo>
                                    <a:pt x="358" y="191"/>
                                    <a:pt x="358" y="191"/>
                                    <a:pt x="358" y="191"/>
                                  </a:cubicBezTo>
                                  <a:cubicBezTo>
                                    <a:pt x="358" y="190"/>
                                    <a:pt x="359" y="189"/>
                                    <a:pt x="359" y="188"/>
                                  </a:cubicBezTo>
                                  <a:cubicBezTo>
                                    <a:pt x="359" y="187"/>
                                    <a:pt x="360" y="186"/>
                                    <a:pt x="360" y="185"/>
                                  </a:cubicBezTo>
                                  <a:cubicBezTo>
                                    <a:pt x="360" y="184"/>
                                    <a:pt x="362" y="184"/>
                                    <a:pt x="362" y="182"/>
                                  </a:cubicBezTo>
                                  <a:cubicBezTo>
                                    <a:pt x="362" y="181"/>
                                    <a:pt x="362" y="179"/>
                                    <a:pt x="362" y="178"/>
                                  </a:cubicBezTo>
                                  <a:cubicBezTo>
                                    <a:pt x="362" y="178"/>
                                    <a:pt x="362" y="177"/>
                                    <a:pt x="362" y="178"/>
                                  </a:cubicBezTo>
                                  <a:cubicBezTo>
                                    <a:pt x="362" y="178"/>
                                    <a:pt x="362" y="179"/>
                                    <a:pt x="363" y="179"/>
                                  </a:cubicBezTo>
                                  <a:cubicBezTo>
                                    <a:pt x="363" y="180"/>
                                    <a:pt x="363" y="181"/>
                                    <a:pt x="364" y="181"/>
                                  </a:cubicBezTo>
                                  <a:cubicBezTo>
                                    <a:pt x="364" y="181"/>
                                    <a:pt x="364" y="180"/>
                                    <a:pt x="364" y="180"/>
                                  </a:cubicBezTo>
                                  <a:cubicBezTo>
                                    <a:pt x="364" y="179"/>
                                    <a:pt x="364" y="179"/>
                                    <a:pt x="364" y="179"/>
                                  </a:cubicBezTo>
                                  <a:cubicBezTo>
                                    <a:pt x="364" y="179"/>
                                    <a:pt x="365" y="179"/>
                                    <a:pt x="365" y="178"/>
                                  </a:cubicBezTo>
                                  <a:cubicBezTo>
                                    <a:pt x="365" y="177"/>
                                    <a:pt x="366" y="176"/>
                                    <a:pt x="367" y="176"/>
                                  </a:cubicBezTo>
                                  <a:cubicBezTo>
                                    <a:pt x="369" y="175"/>
                                    <a:pt x="370" y="174"/>
                                    <a:pt x="372" y="173"/>
                                  </a:cubicBezTo>
                                  <a:cubicBezTo>
                                    <a:pt x="372" y="172"/>
                                    <a:pt x="372" y="172"/>
                                    <a:pt x="372" y="172"/>
                                  </a:cubicBezTo>
                                  <a:cubicBezTo>
                                    <a:pt x="374" y="171"/>
                                    <a:pt x="374" y="170"/>
                                    <a:pt x="376" y="169"/>
                                  </a:cubicBezTo>
                                  <a:cubicBezTo>
                                    <a:pt x="376" y="169"/>
                                    <a:pt x="376" y="169"/>
                                    <a:pt x="376" y="169"/>
                                  </a:cubicBezTo>
                                  <a:cubicBezTo>
                                    <a:pt x="375" y="168"/>
                                    <a:pt x="375" y="166"/>
                                    <a:pt x="374" y="166"/>
                                  </a:cubicBezTo>
                                  <a:cubicBezTo>
                                    <a:pt x="373" y="165"/>
                                    <a:pt x="373" y="164"/>
                                    <a:pt x="372" y="163"/>
                                  </a:cubicBezTo>
                                  <a:cubicBezTo>
                                    <a:pt x="372" y="162"/>
                                    <a:pt x="372" y="161"/>
                                    <a:pt x="372" y="160"/>
                                  </a:cubicBezTo>
                                  <a:cubicBezTo>
                                    <a:pt x="371" y="159"/>
                                    <a:pt x="372" y="158"/>
                                    <a:pt x="371" y="157"/>
                                  </a:cubicBezTo>
                                  <a:cubicBezTo>
                                    <a:pt x="370" y="157"/>
                                    <a:pt x="370" y="157"/>
                                    <a:pt x="370" y="157"/>
                                  </a:cubicBezTo>
                                  <a:cubicBezTo>
                                    <a:pt x="369" y="157"/>
                                    <a:pt x="369" y="157"/>
                                    <a:pt x="369" y="158"/>
                                  </a:cubicBezTo>
                                  <a:cubicBezTo>
                                    <a:pt x="369" y="158"/>
                                    <a:pt x="369" y="159"/>
                                    <a:pt x="369" y="159"/>
                                  </a:cubicBezTo>
                                  <a:cubicBezTo>
                                    <a:pt x="369" y="160"/>
                                    <a:pt x="370" y="161"/>
                                    <a:pt x="368" y="162"/>
                                  </a:cubicBezTo>
                                  <a:cubicBezTo>
                                    <a:pt x="368" y="161"/>
                                    <a:pt x="367" y="161"/>
                                    <a:pt x="368" y="160"/>
                                  </a:cubicBezTo>
                                  <a:cubicBezTo>
                                    <a:pt x="368" y="159"/>
                                    <a:pt x="368" y="159"/>
                                    <a:pt x="368" y="158"/>
                                  </a:cubicBezTo>
                                  <a:cubicBezTo>
                                    <a:pt x="367" y="157"/>
                                    <a:pt x="366" y="156"/>
                                    <a:pt x="364" y="155"/>
                                  </a:cubicBezTo>
                                  <a:cubicBezTo>
                                    <a:pt x="364" y="155"/>
                                    <a:pt x="364" y="155"/>
                                    <a:pt x="364" y="155"/>
                                  </a:cubicBezTo>
                                  <a:cubicBezTo>
                                    <a:pt x="363" y="156"/>
                                    <a:pt x="363" y="157"/>
                                    <a:pt x="363" y="158"/>
                                  </a:cubicBezTo>
                                  <a:cubicBezTo>
                                    <a:pt x="364" y="158"/>
                                    <a:pt x="364" y="158"/>
                                    <a:pt x="364" y="159"/>
                                  </a:cubicBezTo>
                                  <a:cubicBezTo>
                                    <a:pt x="363" y="159"/>
                                    <a:pt x="363" y="159"/>
                                    <a:pt x="363" y="158"/>
                                  </a:cubicBezTo>
                                  <a:cubicBezTo>
                                    <a:pt x="362" y="157"/>
                                    <a:pt x="362" y="157"/>
                                    <a:pt x="361" y="158"/>
                                  </a:cubicBezTo>
                                  <a:cubicBezTo>
                                    <a:pt x="360" y="159"/>
                                    <a:pt x="360" y="159"/>
                                    <a:pt x="360" y="160"/>
                                  </a:cubicBezTo>
                                  <a:cubicBezTo>
                                    <a:pt x="360" y="161"/>
                                    <a:pt x="360" y="161"/>
                                    <a:pt x="359" y="160"/>
                                  </a:cubicBezTo>
                                  <a:cubicBezTo>
                                    <a:pt x="359" y="160"/>
                                    <a:pt x="358" y="160"/>
                                    <a:pt x="359" y="159"/>
                                  </a:cubicBezTo>
                                  <a:cubicBezTo>
                                    <a:pt x="359" y="159"/>
                                    <a:pt x="359" y="159"/>
                                    <a:pt x="359" y="159"/>
                                  </a:cubicBezTo>
                                  <a:cubicBezTo>
                                    <a:pt x="359" y="158"/>
                                    <a:pt x="360" y="157"/>
                                    <a:pt x="360" y="156"/>
                                  </a:cubicBezTo>
                                  <a:cubicBezTo>
                                    <a:pt x="361" y="155"/>
                                    <a:pt x="361" y="155"/>
                                    <a:pt x="361" y="155"/>
                                  </a:cubicBezTo>
                                  <a:cubicBezTo>
                                    <a:pt x="361" y="154"/>
                                    <a:pt x="361" y="154"/>
                                    <a:pt x="361" y="154"/>
                                  </a:cubicBezTo>
                                  <a:cubicBezTo>
                                    <a:pt x="361" y="154"/>
                                    <a:pt x="361" y="153"/>
                                    <a:pt x="361" y="153"/>
                                  </a:cubicBezTo>
                                  <a:cubicBezTo>
                                    <a:pt x="361" y="153"/>
                                    <a:pt x="361" y="153"/>
                                    <a:pt x="361" y="153"/>
                                  </a:cubicBezTo>
                                  <a:cubicBezTo>
                                    <a:pt x="362" y="152"/>
                                    <a:pt x="362" y="152"/>
                                    <a:pt x="361" y="152"/>
                                  </a:cubicBezTo>
                                  <a:cubicBezTo>
                                    <a:pt x="361" y="151"/>
                                    <a:pt x="361" y="151"/>
                                    <a:pt x="361" y="150"/>
                                  </a:cubicBezTo>
                                  <a:cubicBezTo>
                                    <a:pt x="361" y="149"/>
                                    <a:pt x="362" y="148"/>
                                    <a:pt x="362" y="146"/>
                                  </a:cubicBezTo>
                                  <a:cubicBezTo>
                                    <a:pt x="362" y="145"/>
                                    <a:pt x="362" y="146"/>
                                    <a:pt x="361" y="146"/>
                                  </a:cubicBezTo>
                                  <a:cubicBezTo>
                                    <a:pt x="360" y="147"/>
                                    <a:pt x="360" y="148"/>
                                    <a:pt x="360" y="148"/>
                                  </a:cubicBezTo>
                                  <a:cubicBezTo>
                                    <a:pt x="359" y="148"/>
                                    <a:pt x="359" y="148"/>
                                    <a:pt x="359" y="149"/>
                                  </a:cubicBezTo>
                                  <a:cubicBezTo>
                                    <a:pt x="359" y="149"/>
                                    <a:pt x="359" y="149"/>
                                    <a:pt x="359" y="149"/>
                                  </a:cubicBezTo>
                                  <a:cubicBezTo>
                                    <a:pt x="358" y="148"/>
                                    <a:pt x="358" y="148"/>
                                    <a:pt x="359" y="148"/>
                                  </a:cubicBezTo>
                                  <a:cubicBezTo>
                                    <a:pt x="359" y="148"/>
                                    <a:pt x="360" y="147"/>
                                    <a:pt x="360" y="147"/>
                                  </a:cubicBezTo>
                                  <a:cubicBezTo>
                                    <a:pt x="360" y="146"/>
                                    <a:pt x="360" y="146"/>
                                    <a:pt x="360" y="146"/>
                                  </a:cubicBezTo>
                                  <a:cubicBezTo>
                                    <a:pt x="362" y="145"/>
                                    <a:pt x="361" y="144"/>
                                    <a:pt x="361" y="143"/>
                                  </a:cubicBezTo>
                                  <a:cubicBezTo>
                                    <a:pt x="360" y="142"/>
                                    <a:pt x="361" y="140"/>
                                    <a:pt x="360" y="140"/>
                                  </a:cubicBezTo>
                                  <a:cubicBezTo>
                                    <a:pt x="359" y="140"/>
                                    <a:pt x="358" y="140"/>
                                    <a:pt x="358" y="139"/>
                                  </a:cubicBezTo>
                                  <a:cubicBezTo>
                                    <a:pt x="357" y="139"/>
                                    <a:pt x="357" y="139"/>
                                    <a:pt x="357" y="140"/>
                                  </a:cubicBezTo>
                                  <a:cubicBezTo>
                                    <a:pt x="357" y="140"/>
                                    <a:pt x="356" y="140"/>
                                    <a:pt x="356" y="140"/>
                                  </a:cubicBezTo>
                                  <a:cubicBezTo>
                                    <a:pt x="355" y="140"/>
                                    <a:pt x="355" y="140"/>
                                    <a:pt x="355" y="139"/>
                                  </a:cubicBezTo>
                                  <a:cubicBezTo>
                                    <a:pt x="355" y="139"/>
                                    <a:pt x="355" y="138"/>
                                    <a:pt x="355" y="138"/>
                                  </a:cubicBezTo>
                                  <a:cubicBezTo>
                                    <a:pt x="354" y="138"/>
                                    <a:pt x="354" y="137"/>
                                    <a:pt x="355" y="137"/>
                                  </a:cubicBezTo>
                                  <a:cubicBezTo>
                                    <a:pt x="355" y="137"/>
                                    <a:pt x="355" y="137"/>
                                    <a:pt x="356" y="137"/>
                                  </a:cubicBezTo>
                                  <a:cubicBezTo>
                                    <a:pt x="356" y="137"/>
                                    <a:pt x="357" y="137"/>
                                    <a:pt x="357" y="136"/>
                                  </a:cubicBezTo>
                                  <a:cubicBezTo>
                                    <a:pt x="358" y="135"/>
                                    <a:pt x="358" y="134"/>
                                    <a:pt x="358" y="133"/>
                                  </a:cubicBezTo>
                                  <a:cubicBezTo>
                                    <a:pt x="358" y="131"/>
                                    <a:pt x="358" y="129"/>
                                    <a:pt x="358" y="128"/>
                                  </a:cubicBezTo>
                                  <a:cubicBezTo>
                                    <a:pt x="357" y="127"/>
                                    <a:pt x="357" y="127"/>
                                    <a:pt x="357" y="127"/>
                                  </a:cubicBezTo>
                                  <a:cubicBezTo>
                                    <a:pt x="356" y="127"/>
                                    <a:pt x="356" y="127"/>
                                    <a:pt x="356" y="127"/>
                                  </a:cubicBezTo>
                                  <a:cubicBezTo>
                                    <a:pt x="354" y="125"/>
                                    <a:pt x="352" y="125"/>
                                    <a:pt x="351" y="127"/>
                                  </a:cubicBezTo>
                                  <a:cubicBezTo>
                                    <a:pt x="351" y="128"/>
                                    <a:pt x="351" y="128"/>
                                    <a:pt x="350" y="128"/>
                                  </a:cubicBezTo>
                                  <a:cubicBezTo>
                                    <a:pt x="350" y="128"/>
                                    <a:pt x="350" y="129"/>
                                    <a:pt x="350" y="129"/>
                                  </a:cubicBezTo>
                                  <a:cubicBezTo>
                                    <a:pt x="351" y="130"/>
                                    <a:pt x="351" y="131"/>
                                    <a:pt x="350" y="131"/>
                                  </a:cubicBezTo>
                                  <a:cubicBezTo>
                                    <a:pt x="350" y="132"/>
                                    <a:pt x="350" y="133"/>
                                    <a:pt x="350" y="133"/>
                                  </a:cubicBezTo>
                                  <a:cubicBezTo>
                                    <a:pt x="351" y="134"/>
                                    <a:pt x="351" y="135"/>
                                    <a:pt x="352" y="135"/>
                                  </a:cubicBezTo>
                                  <a:cubicBezTo>
                                    <a:pt x="352" y="135"/>
                                    <a:pt x="353" y="135"/>
                                    <a:pt x="353" y="136"/>
                                  </a:cubicBezTo>
                                  <a:cubicBezTo>
                                    <a:pt x="353" y="136"/>
                                    <a:pt x="353" y="136"/>
                                    <a:pt x="352" y="136"/>
                                  </a:cubicBezTo>
                                  <a:cubicBezTo>
                                    <a:pt x="352" y="136"/>
                                    <a:pt x="352" y="136"/>
                                    <a:pt x="352" y="137"/>
                                  </a:cubicBezTo>
                                  <a:cubicBezTo>
                                    <a:pt x="353" y="137"/>
                                    <a:pt x="352" y="138"/>
                                    <a:pt x="353" y="139"/>
                                  </a:cubicBezTo>
                                  <a:cubicBezTo>
                                    <a:pt x="353" y="139"/>
                                    <a:pt x="353" y="139"/>
                                    <a:pt x="353" y="139"/>
                                  </a:cubicBezTo>
                                  <a:cubicBezTo>
                                    <a:pt x="353" y="139"/>
                                    <a:pt x="353" y="139"/>
                                    <a:pt x="353" y="139"/>
                                  </a:cubicBezTo>
                                  <a:cubicBezTo>
                                    <a:pt x="352" y="139"/>
                                    <a:pt x="352" y="138"/>
                                    <a:pt x="351" y="138"/>
                                  </a:cubicBezTo>
                                  <a:cubicBezTo>
                                    <a:pt x="351" y="138"/>
                                    <a:pt x="352" y="139"/>
                                    <a:pt x="352" y="139"/>
                                  </a:cubicBezTo>
                                  <a:cubicBezTo>
                                    <a:pt x="350" y="139"/>
                                    <a:pt x="349" y="137"/>
                                    <a:pt x="348" y="136"/>
                                  </a:cubicBezTo>
                                  <a:cubicBezTo>
                                    <a:pt x="347" y="134"/>
                                    <a:pt x="346" y="132"/>
                                    <a:pt x="347" y="130"/>
                                  </a:cubicBezTo>
                                  <a:cubicBezTo>
                                    <a:pt x="347" y="130"/>
                                    <a:pt x="347" y="129"/>
                                    <a:pt x="348" y="129"/>
                                  </a:cubicBezTo>
                                  <a:cubicBezTo>
                                    <a:pt x="348" y="128"/>
                                    <a:pt x="348" y="128"/>
                                    <a:pt x="347" y="128"/>
                                  </a:cubicBezTo>
                                  <a:cubicBezTo>
                                    <a:pt x="346" y="127"/>
                                    <a:pt x="347" y="127"/>
                                    <a:pt x="347" y="127"/>
                                  </a:cubicBezTo>
                                  <a:cubicBezTo>
                                    <a:pt x="348" y="126"/>
                                    <a:pt x="348" y="125"/>
                                    <a:pt x="348" y="124"/>
                                  </a:cubicBezTo>
                                  <a:cubicBezTo>
                                    <a:pt x="347" y="124"/>
                                    <a:pt x="347" y="123"/>
                                    <a:pt x="347" y="123"/>
                                  </a:cubicBezTo>
                                  <a:cubicBezTo>
                                    <a:pt x="346" y="122"/>
                                    <a:pt x="345" y="121"/>
                                    <a:pt x="344" y="122"/>
                                  </a:cubicBezTo>
                                  <a:cubicBezTo>
                                    <a:pt x="343" y="122"/>
                                    <a:pt x="342" y="122"/>
                                    <a:pt x="343" y="124"/>
                                  </a:cubicBezTo>
                                  <a:cubicBezTo>
                                    <a:pt x="343" y="124"/>
                                    <a:pt x="343" y="124"/>
                                    <a:pt x="343" y="124"/>
                                  </a:cubicBezTo>
                                  <a:cubicBezTo>
                                    <a:pt x="343" y="124"/>
                                    <a:pt x="343" y="124"/>
                                    <a:pt x="343" y="123"/>
                                  </a:cubicBezTo>
                                  <a:cubicBezTo>
                                    <a:pt x="342" y="123"/>
                                    <a:pt x="341" y="123"/>
                                    <a:pt x="341" y="122"/>
                                  </a:cubicBezTo>
                                  <a:cubicBezTo>
                                    <a:pt x="341" y="122"/>
                                    <a:pt x="341" y="122"/>
                                    <a:pt x="341" y="121"/>
                                  </a:cubicBezTo>
                                  <a:cubicBezTo>
                                    <a:pt x="340" y="121"/>
                                    <a:pt x="338" y="120"/>
                                    <a:pt x="337" y="120"/>
                                  </a:cubicBezTo>
                                  <a:cubicBezTo>
                                    <a:pt x="336" y="121"/>
                                    <a:pt x="336" y="120"/>
                                    <a:pt x="337" y="120"/>
                                  </a:cubicBezTo>
                                  <a:cubicBezTo>
                                    <a:pt x="338" y="117"/>
                                    <a:pt x="338" y="116"/>
                                    <a:pt x="336" y="114"/>
                                  </a:cubicBezTo>
                                  <a:cubicBezTo>
                                    <a:pt x="335" y="113"/>
                                    <a:pt x="334" y="113"/>
                                    <a:pt x="334" y="112"/>
                                  </a:cubicBezTo>
                                  <a:cubicBezTo>
                                    <a:pt x="334" y="111"/>
                                    <a:pt x="334" y="110"/>
                                    <a:pt x="333" y="109"/>
                                  </a:cubicBezTo>
                                  <a:cubicBezTo>
                                    <a:pt x="332" y="107"/>
                                    <a:pt x="332" y="105"/>
                                    <a:pt x="331" y="103"/>
                                  </a:cubicBezTo>
                                  <a:cubicBezTo>
                                    <a:pt x="331" y="102"/>
                                    <a:pt x="331" y="102"/>
                                    <a:pt x="330" y="101"/>
                                  </a:cubicBezTo>
                                  <a:cubicBezTo>
                                    <a:pt x="330" y="100"/>
                                    <a:pt x="328" y="100"/>
                                    <a:pt x="330" y="99"/>
                                  </a:cubicBezTo>
                                  <a:cubicBezTo>
                                    <a:pt x="330" y="99"/>
                                    <a:pt x="330" y="99"/>
                                    <a:pt x="330" y="98"/>
                                  </a:cubicBezTo>
                                  <a:cubicBezTo>
                                    <a:pt x="330" y="97"/>
                                    <a:pt x="329" y="95"/>
                                    <a:pt x="328" y="94"/>
                                  </a:cubicBezTo>
                                  <a:cubicBezTo>
                                    <a:pt x="327" y="92"/>
                                    <a:pt x="326" y="91"/>
                                    <a:pt x="325" y="91"/>
                                  </a:cubicBezTo>
                                  <a:cubicBezTo>
                                    <a:pt x="325" y="90"/>
                                    <a:pt x="324" y="90"/>
                                    <a:pt x="324" y="90"/>
                                  </a:cubicBezTo>
                                  <a:cubicBezTo>
                                    <a:pt x="323" y="89"/>
                                    <a:pt x="322" y="88"/>
                                    <a:pt x="320" y="87"/>
                                  </a:cubicBezTo>
                                  <a:cubicBezTo>
                                    <a:pt x="320" y="86"/>
                                    <a:pt x="319" y="86"/>
                                    <a:pt x="319" y="86"/>
                                  </a:cubicBezTo>
                                  <a:cubicBezTo>
                                    <a:pt x="318" y="86"/>
                                    <a:pt x="319" y="87"/>
                                    <a:pt x="319" y="88"/>
                                  </a:cubicBezTo>
                                  <a:cubicBezTo>
                                    <a:pt x="319" y="88"/>
                                    <a:pt x="319" y="88"/>
                                    <a:pt x="319" y="88"/>
                                  </a:cubicBezTo>
                                  <a:cubicBezTo>
                                    <a:pt x="318" y="88"/>
                                    <a:pt x="318" y="88"/>
                                    <a:pt x="318" y="88"/>
                                  </a:cubicBezTo>
                                  <a:cubicBezTo>
                                    <a:pt x="317" y="88"/>
                                    <a:pt x="317" y="87"/>
                                    <a:pt x="316" y="87"/>
                                  </a:cubicBezTo>
                                  <a:cubicBezTo>
                                    <a:pt x="315" y="86"/>
                                    <a:pt x="315" y="87"/>
                                    <a:pt x="314" y="87"/>
                                  </a:cubicBezTo>
                                  <a:cubicBezTo>
                                    <a:pt x="314" y="88"/>
                                    <a:pt x="313" y="89"/>
                                    <a:pt x="313" y="90"/>
                                  </a:cubicBezTo>
                                  <a:cubicBezTo>
                                    <a:pt x="312" y="91"/>
                                    <a:pt x="313" y="92"/>
                                    <a:pt x="314" y="93"/>
                                  </a:cubicBezTo>
                                  <a:cubicBezTo>
                                    <a:pt x="315" y="93"/>
                                    <a:pt x="316" y="94"/>
                                    <a:pt x="318" y="93"/>
                                  </a:cubicBezTo>
                                  <a:cubicBezTo>
                                    <a:pt x="318" y="93"/>
                                    <a:pt x="319" y="93"/>
                                    <a:pt x="319" y="93"/>
                                  </a:cubicBezTo>
                                  <a:cubicBezTo>
                                    <a:pt x="320" y="93"/>
                                    <a:pt x="320" y="94"/>
                                    <a:pt x="321" y="95"/>
                                  </a:cubicBezTo>
                                  <a:cubicBezTo>
                                    <a:pt x="321" y="95"/>
                                    <a:pt x="322" y="95"/>
                                    <a:pt x="321" y="95"/>
                                  </a:cubicBezTo>
                                  <a:cubicBezTo>
                                    <a:pt x="321" y="96"/>
                                    <a:pt x="321" y="96"/>
                                    <a:pt x="321" y="96"/>
                                  </a:cubicBezTo>
                                  <a:cubicBezTo>
                                    <a:pt x="321" y="98"/>
                                    <a:pt x="321" y="99"/>
                                    <a:pt x="319" y="99"/>
                                  </a:cubicBezTo>
                                  <a:cubicBezTo>
                                    <a:pt x="318" y="99"/>
                                    <a:pt x="318" y="99"/>
                                    <a:pt x="317" y="98"/>
                                  </a:cubicBezTo>
                                  <a:cubicBezTo>
                                    <a:pt x="316" y="98"/>
                                    <a:pt x="316" y="98"/>
                                    <a:pt x="316" y="98"/>
                                  </a:cubicBezTo>
                                  <a:cubicBezTo>
                                    <a:pt x="315" y="98"/>
                                    <a:pt x="314" y="98"/>
                                    <a:pt x="314" y="98"/>
                                  </a:cubicBezTo>
                                  <a:cubicBezTo>
                                    <a:pt x="314" y="98"/>
                                    <a:pt x="313" y="97"/>
                                    <a:pt x="313" y="98"/>
                                  </a:cubicBezTo>
                                  <a:cubicBezTo>
                                    <a:pt x="313" y="98"/>
                                    <a:pt x="313" y="98"/>
                                    <a:pt x="313" y="99"/>
                                  </a:cubicBezTo>
                                  <a:cubicBezTo>
                                    <a:pt x="314" y="99"/>
                                    <a:pt x="314" y="100"/>
                                    <a:pt x="315" y="100"/>
                                  </a:cubicBezTo>
                                  <a:cubicBezTo>
                                    <a:pt x="315" y="100"/>
                                    <a:pt x="315" y="101"/>
                                    <a:pt x="315" y="101"/>
                                  </a:cubicBezTo>
                                  <a:cubicBezTo>
                                    <a:pt x="315" y="101"/>
                                    <a:pt x="314" y="102"/>
                                    <a:pt x="314" y="102"/>
                                  </a:cubicBezTo>
                                  <a:cubicBezTo>
                                    <a:pt x="313" y="102"/>
                                    <a:pt x="313" y="102"/>
                                    <a:pt x="313" y="102"/>
                                  </a:cubicBezTo>
                                  <a:cubicBezTo>
                                    <a:pt x="313" y="103"/>
                                    <a:pt x="313" y="103"/>
                                    <a:pt x="312" y="103"/>
                                  </a:cubicBezTo>
                                  <a:cubicBezTo>
                                    <a:pt x="312" y="103"/>
                                    <a:pt x="312" y="103"/>
                                    <a:pt x="312" y="102"/>
                                  </a:cubicBezTo>
                                  <a:cubicBezTo>
                                    <a:pt x="312" y="101"/>
                                    <a:pt x="311" y="101"/>
                                    <a:pt x="311" y="100"/>
                                  </a:cubicBezTo>
                                  <a:cubicBezTo>
                                    <a:pt x="310" y="100"/>
                                    <a:pt x="310" y="99"/>
                                    <a:pt x="309" y="100"/>
                                  </a:cubicBezTo>
                                  <a:cubicBezTo>
                                    <a:pt x="307" y="101"/>
                                    <a:pt x="306" y="102"/>
                                    <a:pt x="306" y="104"/>
                                  </a:cubicBezTo>
                                  <a:cubicBezTo>
                                    <a:pt x="306" y="104"/>
                                    <a:pt x="306" y="105"/>
                                    <a:pt x="306" y="105"/>
                                  </a:cubicBezTo>
                                  <a:cubicBezTo>
                                    <a:pt x="305" y="106"/>
                                    <a:pt x="305" y="106"/>
                                    <a:pt x="306" y="107"/>
                                  </a:cubicBezTo>
                                  <a:cubicBezTo>
                                    <a:pt x="307" y="107"/>
                                    <a:pt x="307" y="107"/>
                                    <a:pt x="307" y="107"/>
                                  </a:cubicBezTo>
                                  <a:cubicBezTo>
                                    <a:pt x="307" y="108"/>
                                    <a:pt x="307" y="108"/>
                                    <a:pt x="306" y="108"/>
                                  </a:cubicBezTo>
                                  <a:cubicBezTo>
                                    <a:pt x="306" y="108"/>
                                    <a:pt x="305" y="108"/>
                                    <a:pt x="305" y="109"/>
                                  </a:cubicBezTo>
                                  <a:cubicBezTo>
                                    <a:pt x="305" y="109"/>
                                    <a:pt x="305" y="110"/>
                                    <a:pt x="305" y="110"/>
                                  </a:cubicBezTo>
                                  <a:cubicBezTo>
                                    <a:pt x="306" y="111"/>
                                    <a:pt x="307" y="111"/>
                                    <a:pt x="307" y="110"/>
                                  </a:cubicBezTo>
                                  <a:cubicBezTo>
                                    <a:pt x="308" y="111"/>
                                    <a:pt x="309" y="110"/>
                                    <a:pt x="309" y="110"/>
                                  </a:cubicBezTo>
                                  <a:cubicBezTo>
                                    <a:pt x="309" y="110"/>
                                    <a:pt x="309" y="110"/>
                                    <a:pt x="309" y="110"/>
                                  </a:cubicBezTo>
                                  <a:cubicBezTo>
                                    <a:pt x="308" y="111"/>
                                    <a:pt x="308" y="111"/>
                                    <a:pt x="309" y="113"/>
                                  </a:cubicBezTo>
                                  <a:cubicBezTo>
                                    <a:pt x="310" y="113"/>
                                    <a:pt x="310" y="113"/>
                                    <a:pt x="310" y="113"/>
                                  </a:cubicBezTo>
                                  <a:cubicBezTo>
                                    <a:pt x="311" y="113"/>
                                    <a:pt x="312" y="114"/>
                                    <a:pt x="312" y="113"/>
                                  </a:cubicBezTo>
                                  <a:cubicBezTo>
                                    <a:pt x="313" y="113"/>
                                    <a:pt x="313" y="113"/>
                                    <a:pt x="313" y="113"/>
                                  </a:cubicBezTo>
                                  <a:cubicBezTo>
                                    <a:pt x="313" y="114"/>
                                    <a:pt x="314" y="114"/>
                                    <a:pt x="314" y="114"/>
                                  </a:cubicBezTo>
                                  <a:cubicBezTo>
                                    <a:pt x="314" y="115"/>
                                    <a:pt x="314" y="115"/>
                                    <a:pt x="313" y="115"/>
                                  </a:cubicBezTo>
                                  <a:cubicBezTo>
                                    <a:pt x="312" y="114"/>
                                    <a:pt x="311" y="114"/>
                                    <a:pt x="311" y="115"/>
                                  </a:cubicBezTo>
                                  <a:cubicBezTo>
                                    <a:pt x="310" y="116"/>
                                    <a:pt x="311" y="117"/>
                                    <a:pt x="311" y="118"/>
                                  </a:cubicBezTo>
                                  <a:cubicBezTo>
                                    <a:pt x="311" y="118"/>
                                    <a:pt x="311" y="118"/>
                                    <a:pt x="311" y="118"/>
                                  </a:cubicBezTo>
                                  <a:cubicBezTo>
                                    <a:pt x="312" y="118"/>
                                    <a:pt x="313" y="119"/>
                                    <a:pt x="314" y="119"/>
                                  </a:cubicBezTo>
                                  <a:cubicBezTo>
                                    <a:pt x="314" y="119"/>
                                    <a:pt x="315" y="119"/>
                                    <a:pt x="315" y="119"/>
                                  </a:cubicBezTo>
                                  <a:cubicBezTo>
                                    <a:pt x="315" y="119"/>
                                    <a:pt x="315" y="120"/>
                                    <a:pt x="316" y="120"/>
                                  </a:cubicBezTo>
                                  <a:cubicBezTo>
                                    <a:pt x="316" y="120"/>
                                    <a:pt x="316" y="121"/>
                                    <a:pt x="316" y="121"/>
                                  </a:cubicBezTo>
                                  <a:cubicBezTo>
                                    <a:pt x="316" y="121"/>
                                    <a:pt x="316" y="122"/>
                                    <a:pt x="315" y="122"/>
                                  </a:cubicBezTo>
                                  <a:cubicBezTo>
                                    <a:pt x="315" y="121"/>
                                    <a:pt x="315" y="121"/>
                                    <a:pt x="315" y="121"/>
                                  </a:cubicBezTo>
                                  <a:cubicBezTo>
                                    <a:pt x="314" y="120"/>
                                    <a:pt x="313" y="121"/>
                                    <a:pt x="313" y="120"/>
                                  </a:cubicBezTo>
                                  <a:cubicBezTo>
                                    <a:pt x="311" y="120"/>
                                    <a:pt x="310" y="121"/>
                                    <a:pt x="309" y="120"/>
                                  </a:cubicBezTo>
                                  <a:cubicBezTo>
                                    <a:pt x="308" y="119"/>
                                    <a:pt x="307" y="119"/>
                                    <a:pt x="306" y="119"/>
                                  </a:cubicBezTo>
                                  <a:cubicBezTo>
                                    <a:pt x="305" y="119"/>
                                    <a:pt x="303" y="119"/>
                                    <a:pt x="301" y="119"/>
                                  </a:cubicBezTo>
                                  <a:cubicBezTo>
                                    <a:pt x="301" y="120"/>
                                    <a:pt x="301" y="120"/>
                                    <a:pt x="302" y="120"/>
                                  </a:cubicBezTo>
                                  <a:cubicBezTo>
                                    <a:pt x="303" y="121"/>
                                    <a:pt x="302" y="122"/>
                                    <a:pt x="301" y="122"/>
                                  </a:cubicBezTo>
                                  <a:cubicBezTo>
                                    <a:pt x="301" y="122"/>
                                    <a:pt x="301" y="122"/>
                                    <a:pt x="301" y="123"/>
                                  </a:cubicBezTo>
                                  <a:cubicBezTo>
                                    <a:pt x="301" y="123"/>
                                    <a:pt x="301" y="123"/>
                                    <a:pt x="302" y="124"/>
                                  </a:cubicBezTo>
                                  <a:cubicBezTo>
                                    <a:pt x="302" y="124"/>
                                    <a:pt x="303" y="124"/>
                                    <a:pt x="303" y="125"/>
                                  </a:cubicBezTo>
                                  <a:cubicBezTo>
                                    <a:pt x="303" y="126"/>
                                    <a:pt x="303" y="127"/>
                                    <a:pt x="304" y="127"/>
                                  </a:cubicBezTo>
                                  <a:cubicBezTo>
                                    <a:pt x="305" y="127"/>
                                    <a:pt x="305" y="127"/>
                                    <a:pt x="306" y="127"/>
                                  </a:cubicBezTo>
                                  <a:cubicBezTo>
                                    <a:pt x="305" y="128"/>
                                    <a:pt x="305" y="128"/>
                                    <a:pt x="305" y="128"/>
                                  </a:cubicBezTo>
                                  <a:cubicBezTo>
                                    <a:pt x="305" y="129"/>
                                    <a:pt x="304" y="129"/>
                                    <a:pt x="304" y="128"/>
                                  </a:cubicBezTo>
                                  <a:cubicBezTo>
                                    <a:pt x="303" y="128"/>
                                    <a:pt x="303" y="127"/>
                                    <a:pt x="302" y="127"/>
                                  </a:cubicBezTo>
                                  <a:cubicBezTo>
                                    <a:pt x="301" y="127"/>
                                    <a:pt x="300" y="127"/>
                                    <a:pt x="300" y="128"/>
                                  </a:cubicBezTo>
                                  <a:cubicBezTo>
                                    <a:pt x="299" y="129"/>
                                    <a:pt x="298" y="128"/>
                                    <a:pt x="298" y="128"/>
                                  </a:cubicBezTo>
                                  <a:cubicBezTo>
                                    <a:pt x="297" y="128"/>
                                    <a:pt x="297" y="128"/>
                                    <a:pt x="297" y="128"/>
                                  </a:cubicBezTo>
                                  <a:cubicBezTo>
                                    <a:pt x="297" y="128"/>
                                    <a:pt x="296" y="129"/>
                                    <a:pt x="297" y="129"/>
                                  </a:cubicBezTo>
                                  <a:close/>
                                  <a:moveTo>
                                    <a:pt x="146" y="269"/>
                                  </a:moveTo>
                                  <a:cubicBezTo>
                                    <a:pt x="146" y="269"/>
                                    <a:pt x="147" y="269"/>
                                    <a:pt x="147" y="269"/>
                                  </a:cubicBezTo>
                                  <a:cubicBezTo>
                                    <a:pt x="148" y="269"/>
                                    <a:pt x="149" y="267"/>
                                    <a:pt x="148" y="266"/>
                                  </a:cubicBezTo>
                                  <a:cubicBezTo>
                                    <a:pt x="148" y="266"/>
                                    <a:pt x="148" y="265"/>
                                    <a:pt x="148" y="265"/>
                                  </a:cubicBezTo>
                                  <a:cubicBezTo>
                                    <a:pt x="151" y="264"/>
                                    <a:pt x="151" y="264"/>
                                    <a:pt x="151" y="262"/>
                                  </a:cubicBezTo>
                                  <a:cubicBezTo>
                                    <a:pt x="150" y="261"/>
                                    <a:pt x="151" y="259"/>
                                    <a:pt x="149" y="259"/>
                                  </a:cubicBezTo>
                                  <a:cubicBezTo>
                                    <a:pt x="149" y="259"/>
                                    <a:pt x="148" y="259"/>
                                    <a:pt x="148" y="258"/>
                                  </a:cubicBezTo>
                                  <a:cubicBezTo>
                                    <a:pt x="148" y="258"/>
                                    <a:pt x="148" y="258"/>
                                    <a:pt x="148" y="257"/>
                                  </a:cubicBezTo>
                                  <a:cubicBezTo>
                                    <a:pt x="149" y="257"/>
                                    <a:pt x="149" y="257"/>
                                    <a:pt x="150" y="257"/>
                                  </a:cubicBezTo>
                                  <a:cubicBezTo>
                                    <a:pt x="150" y="258"/>
                                    <a:pt x="151" y="259"/>
                                    <a:pt x="151" y="257"/>
                                  </a:cubicBezTo>
                                  <a:cubicBezTo>
                                    <a:pt x="151" y="257"/>
                                    <a:pt x="152" y="257"/>
                                    <a:pt x="152" y="257"/>
                                  </a:cubicBezTo>
                                  <a:cubicBezTo>
                                    <a:pt x="152" y="256"/>
                                    <a:pt x="153" y="254"/>
                                    <a:pt x="152" y="254"/>
                                  </a:cubicBezTo>
                                  <a:cubicBezTo>
                                    <a:pt x="151" y="253"/>
                                    <a:pt x="151" y="252"/>
                                    <a:pt x="151" y="252"/>
                                  </a:cubicBezTo>
                                  <a:cubicBezTo>
                                    <a:pt x="152" y="251"/>
                                    <a:pt x="152" y="252"/>
                                    <a:pt x="153" y="252"/>
                                  </a:cubicBezTo>
                                  <a:cubicBezTo>
                                    <a:pt x="153" y="252"/>
                                    <a:pt x="153" y="251"/>
                                    <a:pt x="153" y="251"/>
                                  </a:cubicBezTo>
                                  <a:cubicBezTo>
                                    <a:pt x="152" y="251"/>
                                    <a:pt x="152" y="250"/>
                                    <a:pt x="153" y="250"/>
                                  </a:cubicBezTo>
                                  <a:cubicBezTo>
                                    <a:pt x="153" y="250"/>
                                    <a:pt x="153" y="250"/>
                                    <a:pt x="153" y="250"/>
                                  </a:cubicBezTo>
                                  <a:cubicBezTo>
                                    <a:pt x="154" y="251"/>
                                    <a:pt x="155" y="250"/>
                                    <a:pt x="155" y="250"/>
                                  </a:cubicBezTo>
                                  <a:cubicBezTo>
                                    <a:pt x="155" y="249"/>
                                    <a:pt x="155" y="249"/>
                                    <a:pt x="156" y="249"/>
                                  </a:cubicBezTo>
                                  <a:cubicBezTo>
                                    <a:pt x="156" y="249"/>
                                    <a:pt x="156" y="249"/>
                                    <a:pt x="156" y="250"/>
                                  </a:cubicBezTo>
                                  <a:cubicBezTo>
                                    <a:pt x="156" y="250"/>
                                    <a:pt x="156" y="251"/>
                                    <a:pt x="156" y="252"/>
                                  </a:cubicBezTo>
                                  <a:cubicBezTo>
                                    <a:pt x="155" y="252"/>
                                    <a:pt x="155" y="253"/>
                                    <a:pt x="155" y="255"/>
                                  </a:cubicBezTo>
                                  <a:cubicBezTo>
                                    <a:pt x="155" y="256"/>
                                    <a:pt x="156" y="257"/>
                                    <a:pt x="154" y="259"/>
                                  </a:cubicBezTo>
                                  <a:cubicBezTo>
                                    <a:pt x="154" y="259"/>
                                    <a:pt x="154" y="259"/>
                                    <a:pt x="154" y="259"/>
                                  </a:cubicBezTo>
                                  <a:cubicBezTo>
                                    <a:pt x="154" y="261"/>
                                    <a:pt x="156" y="261"/>
                                    <a:pt x="156" y="263"/>
                                  </a:cubicBezTo>
                                  <a:cubicBezTo>
                                    <a:pt x="156" y="263"/>
                                    <a:pt x="156" y="263"/>
                                    <a:pt x="157" y="263"/>
                                  </a:cubicBezTo>
                                  <a:cubicBezTo>
                                    <a:pt x="157" y="263"/>
                                    <a:pt x="157" y="263"/>
                                    <a:pt x="157" y="264"/>
                                  </a:cubicBezTo>
                                  <a:cubicBezTo>
                                    <a:pt x="157" y="265"/>
                                    <a:pt x="158" y="265"/>
                                    <a:pt x="159" y="265"/>
                                  </a:cubicBezTo>
                                  <a:cubicBezTo>
                                    <a:pt x="160" y="264"/>
                                    <a:pt x="160" y="264"/>
                                    <a:pt x="161" y="263"/>
                                  </a:cubicBezTo>
                                  <a:cubicBezTo>
                                    <a:pt x="162" y="262"/>
                                    <a:pt x="161" y="260"/>
                                    <a:pt x="161" y="259"/>
                                  </a:cubicBezTo>
                                  <a:cubicBezTo>
                                    <a:pt x="161" y="258"/>
                                    <a:pt x="160" y="257"/>
                                    <a:pt x="161" y="257"/>
                                  </a:cubicBezTo>
                                  <a:cubicBezTo>
                                    <a:pt x="162" y="257"/>
                                    <a:pt x="163" y="256"/>
                                    <a:pt x="164" y="256"/>
                                  </a:cubicBezTo>
                                  <a:cubicBezTo>
                                    <a:pt x="165" y="256"/>
                                    <a:pt x="166" y="256"/>
                                    <a:pt x="167" y="255"/>
                                  </a:cubicBezTo>
                                  <a:cubicBezTo>
                                    <a:pt x="168" y="254"/>
                                    <a:pt x="167" y="253"/>
                                    <a:pt x="168" y="252"/>
                                  </a:cubicBezTo>
                                  <a:cubicBezTo>
                                    <a:pt x="168" y="251"/>
                                    <a:pt x="168" y="249"/>
                                    <a:pt x="167" y="248"/>
                                  </a:cubicBezTo>
                                  <a:cubicBezTo>
                                    <a:pt x="166" y="248"/>
                                    <a:pt x="166" y="247"/>
                                    <a:pt x="165" y="246"/>
                                  </a:cubicBezTo>
                                  <a:cubicBezTo>
                                    <a:pt x="165" y="246"/>
                                    <a:pt x="165" y="245"/>
                                    <a:pt x="166" y="245"/>
                                  </a:cubicBezTo>
                                  <a:cubicBezTo>
                                    <a:pt x="166" y="245"/>
                                    <a:pt x="166" y="245"/>
                                    <a:pt x="166" y="245"/>
                                  </a:cubicBezTo>
                                  <a:cubicBezTo>
                                    <a:pt x="167" y="246"/>
                                    <a:pt x="167" y="246"/>
                                    <a:pt x="168" y="246"/>
                                  </a:cubicBezTo>
                                  <a:cubicBezTo>
                                    <a:pt x="168" y="246"/>
                                    <a:pt x="169" y="247"/>
                                    <a:pt x="169" y="246"/>
                                  </a:cubicBezTo>
                                  <a:cubicBezTo>
                                    <a:pt x="170" y="245"/>
                                    <a:pt x="169" y="245"/>
                                    <a:pt x="169" y="244"/>
                                  </a:cubicBezTo>
                                  <a:cubicBezTo>
                                    <a:pt x="168" y="243"/>
                                    <a:pt x="166" y="243"/>
                                    <a:pt x="166" y="241"/>
                                  </a:cubicBezTo>
                                  <a:cubicBezTo>
                                    <a:pt x="166" y="241"/>
                                    <a:pt x="166" y="240"/>
                                    <a:pt x="165" y="240"/>
                                  </a:cubicBezTo>
                                  <a:cubicBezTo>
                                    <a:pt x="165" y="240"/>
                                    <a:pt x="166" y="238"/>
                                    <a:pt x="166" y="238"/>
                                  </a:cubicBezTo>
                                  <a:cubicBezTo>
                                    <a:pt x="167" y="238"/>
                                    <a:pt x="168" y="237"/>
                                    <a:pt x="168" y="237"/>
                                  </a:cubicBezTo>
                                  <a:cubicBezTo>
                                    <a:pt x="169" y="236"/>
                                    <a:pt x="169" y="236"/>
                                    <a:pt x="170" y="236"/>
                                  </a:cubicBezTo>
                                  <a:cubicBezTo>
                                    <a:pt x="171" y="235"/>
                                    <a:pt x="171" y="235"/>
                                    <a:pt x="171" y="234"/>
                                  </a:cubicBezTo>
                                  <a:cubicBezTo>
                                    <a:pt x="171" y="232"/>
                                    <a:pt x="169" y="230"/>
                                    <a:pt x="168" y="230"/>
                                  </a:cubicBezTo>
                                  <a:cubicBezTo>
                                    <a:pt x="167" y="230"/>
                                    <a:pt x="166" y="230"/>
                                    <a:pt x="167" y="229"/>
                                  </a:cubicBezTo>
                                  <a:cubicBezTo>
                                    <a:pt x="167" y="228"/>
                                    <a:pt x="167" y="228"/>
                                    <a:pt x="166" y="228"/>
                                  </a:cubicBezTo>
                                  <a:cubicBezTo>
                                    <a:pt x="166" y="228"/>
                                    <a:pt x="166" y="228"/>
                                    <a:pt x="165" y="227"/>
                                  </a:cubicBezTo>
                                  <a:cubicBezTo>
                                    <a:pt x="165" y="227"/>
                                    <a:pt x="164" y="227"/>
                                    <a:pt x="163" y="227"/>
                                  </a:cubicBezTo>
                                  <a:cubicBezTo>
                                    <a:pt x="162" y="227"/>
                                    <a:pt x="163" y="228"/>
                                    <a:pt x="163" y="228"/>
                                  </a:cubicBezTo>
                                  <a:cubicBezTo>
                                    <a:pt x="162" y="229"/>
                                    <a:pt x="162" y="229"/>
                                    <a:pt x="162" y="229"/>
                                  </a:cubicBezTo>
                                  <a:cubicBezTo>
                                    <a:pt x="161" y="229"/>
                                    <a:pt x="161" y="229"/>
                                    <a:pt x="161" y="230"/>
                                  </a:cubicBezTo>
                                  <a:cubicBezTo>
                                    <a:pt x="160" y="230"/>
                                    <a:pt x="161" y="230"/>
                                    <a:pt x="161" y="230"/>
                                  </a:cubicBezTo>
                                  <a:cubicBezTo>
                                    <a:pt x="161" y="231"/>
                                    <a:pt x="161" y="231"/>
                                    <a:pt x="161" y="231"/>
                                  </a:cubicBezTo>
                                  <a:cubicBezTo>
                                    <a:pt x="162" y="231"/>
                                    <a:pt x="162" y="232"/>
                                    <a:pt x="162" y="232"/>
                                  </a:cubicBezTo>
                                  <a:cubicBezTo>
                                    <a:pt x="163" y="232"/>
                                    <a:pt x="163" y="231"/>
                                    <a:pt x="163" y="232"/>
                                  </a:cubicBezTo>
                                  <a:cubicBezTo>
                                    <a:pt x="164" y="232"/>
                                    <a:pt x="163" y="233"/>
                                    <a:pt x="163" y="233"/>
                                  </a:cubicBezTo>
                                  <a:cubicBezTo>
                                    <a:pt x="163" y="233"/>
                                    <a:pt x="163" y="233"/>
                                    <a:pt x="163" y="234"/>
                                  </a:cubicBezTo>
                                  <a:cubicBezTo>
                                    <a:pt x="163" y="234"/>
                                    <a:pt x="162" y="234"/>
                                    <a:pt x="162" y="234"/>
                                  </a:cubicBezTo>
                                  <a:cubicBezTo>
                                    <a:pt x="161" y="233"/>
                                    <a:pt x="161" y="233"/>
                                    <a:pt x="160" y="233"/>
                                  </a:cubicBezTo>
                                  <a:cubicBezTo>
                                    <a:pt x="160" y="233"/>
                                    <a:pt x="160" y="233"/>
                                    <a:pt x="161" y="234"/>
                                  </a:cubicBezTo>
                                  <a:cubicBezTo>
                                    <a:pt x="161" y="234"/>
                                    <a:pt x="161" y="234"/>
                                    <a:pt x="161" y="235"/>
                                  </a:cubicBezTo>
                                  <a:cubicBezTo>
                                    <a:pt x="161" y="235"/>
                                    <a:pt x="160" y="235"/>
                                    <a:pt x="160" y="235"/>
                                  </a:cubicBezTo>
                                  <a:cubicBezTo>
                                    <a:pt x="160" y="235"/>
                                    <a:pt x="159" y="235"/>
                                    <a:pt x="159" y="234"/>
                                  </a:cubicBezTo>
                                  <a:cubicBezTo>
                                    <a:pt x="158" y="234"/>
                                    <a:pt x="157" y="233"/>
                                    <a:pt x="155" y="233"/>
                                  </a:cubicBezTo>
                                  <a:cubicBezTo>
                                    <a:pt x="154" y="232"/>
                                    <a:pt x="153" y="233"/>
                                    <a:pt x="152" y="233"/>
                                  </a:cubicBezTo>
                                  <a:cubicBezTo>
                                    <a:pt x="151" y="233"/>
                                    <a:pt x="151" y="233"/>
                                    <a:pt x="151" y="233"/>
                                  </a:cubicBezTo>
                                  <a:cubicBezTo>
                                    <a:pt x="150" y="232"/>
                                    <a:pt x="150" y="233"/>
                                    <a:pt x="149" y="233"/>
                                  </a:cubicBezTo>
                                  <a:cubicBezTo>
                                    <a:pt x="149" y="233"/>
                                    <a:pt x="148" y="233"/>
                                    <a:pt x="149" y="234"/>
                                  </a:cubicBezTo>
                                  <a:cubicBezTo>
                                    <a:pt x="149" y="234"/>
                                    <a:pt x="149" y="235"/>
                                    <a:pt x="148" y="235"/>
                                  </a:cubicBezTo>
                                  <a:cubicBezTo>
                                    <a:pt x="148" y="235"/>
                                    <a:pt x="148" y="235"/>
                                    <a:pt x="148" y="235"/>
                                  </a:cubicBezTo>
                                  <a:cubicBezTo>
                                    <a:pt x="147" y="234"/>
                                    <a:pt x="147" y="234"/>
                                    <a:pt x="146" y="234"/>
                                  </a:cubicBezTo>
                                  <a:cubicBezTo>
                                    <a:pt x="146" y="235"/>
                                    <a:pt x="146" y="236"/>
                                    <a:pt x="146" y="237"/>
                                  </a:cubicBezTo>
                                  <a:cubicBezTo>
                                    <a:pt x="146" y="238"/>
                                    <a:pt x="145" y="238"/>
                                    <a:pt x="145" y="239"/>
                                  </a:cubicBezTo>
                                  <a:cubicBezTo>
                                    <a:pt x="144" y="239"/>
                                    <a:pt x="143" y="240"/>
                                    <a:pt x="143" y="241"/>
                                  </a:cubicBezTo>
                                  <a:cubicBezTo>
                                    <a:pt x="143" y="241"/>
                                    <a:pt x="142" y="241"/>
                                    <a:pt x="142" y="241"/>
                                  </a:cubicBezTo>
                                  <a:cubicBezTo>
                                    <a:pt x="142" y="242"/>
                                    <a:pt x="141" y="243"/>
                                    <a:pt x="141" y="244"/>
                                  </a:cubicBezTo>
                                  <a:cubicBezTo>
                                    <a:pt x="141" y="245"/>
                                    <a:pt x="140" y="246"/>
                                    <a:pt x="140" y="246"/>
                                  </a:cubicBezTo>
                                  <a:cubicBezTo>
                                    <a:pt x="139" y="247"/>
                                    <a:pt x="139" y="248"/>
                                    <a:pt x="139" y="248"/>
                                  </a:cubicBezTo>
                                  <a:cubicBezTo>
                                    <a:pt x="138" y="250"/>
                                    <a:pt x="136" y="251"/>
                                    <a:pt x="137" y="253"/>
                                  </a:cubicBezTo>
                                  <a:cubicBezTo>
                                    <a:pt x="136" y="253"/>
                                    <a:pt x="136" y="251"/>
                                    <a:pt x="135" y="252"/>
                                  </a:cubicBezTo>
                                  <a:cubicBezTo>
                                    <a:pt x="135" y="252"/>
                                    <a:pt x="134" y="253"/>
                                    <a:pt x="134" y="254"/>
                                  </a:cubicBezTo>
                                  <a:cubicBezTo>
                                    <a:pt x="134" y="254"/>
                                    <a:pt x="134" y="253"/>
                                    <a:pt x="134" y="253"/>
                                  </a:cubicBezTo>
                                  <a:cubicBezTo>
                                    <a:pt x="133" y="253"/>
                                    <a:pt x="133" y="254"/>
                                    <a:pt x="133" y="254"/>
                                  </a:cubicBezTo>
                                  <a:cubicBezTo>
                                    <a:pt x="133" y="255"/>
                                    <a:pt x="133" y="255"/>
                                    <a:pt x="133" y="255"/>
                                  </a:cubicBezTo>
                                  <a:cubicBezTo>
                                    <a:pt x="132" y="256"/>
                                    <a:pt x="132" y="257"/>
                                    <a:pt x="132" y="258"/>
                                  </a:cubicBezTo>
                                  <a:cubicBezTo>
                                    <a:pt x="132" y="259"/>
                                    <a:pt x="130" y="260"/>
                                    <a:pt x="129" y="260"/>
                                  </a:cubicBezTo>
                                  <a:cubicBezTo>
                                    <a:pt x="128" y="260"/>
                                    <a:pt x="127" y="260"/>
                                    <a:pt x="126" y="261"/>
                                  </a:cubicBezTo>
                                  <a:cubicBezTo>
                                    <a:pt x="125" y="261"/>
                                    <a:pt x="123" y="263"/>
                                    <a:pt x="123" y="264"/>
                                  </a:cubicBezTo>
                                  <a:cubicBezTo>
                                    <a:pt x="123" y="265"/>
                                    <a:pt x="123" y="265"/>
                                    <a:pt x="123" y="266"/>
                                  </a:cubicBezTo>
                                  <a:cubicBezTo>
                                    <a:pt x="122" y="267"/>
                                    <a:pt x="121" y="268"/>
                                    <a:pt x="121" y="269"/>
                                  </a:cubicBezTo>
                                  <a:cubicBezTo>
                                    <a:pt x="122" y="269"/>
                                    <a:pt x="122" y="268"/>
                                    <a:pt x="123" y="267"/>
                                  </a:cubicBezTo>
                                  <a:cubicBezTo>
                                    <a:pt x="124" y="267"/>
                                    <a:pt x="124" y="267"/>
                                    <a:pt x="124" y="268"/>
                                  </a:cubicBezTo>
                                  <a:cubicBezTo>
                                    <a:pt x="124" y="268"/>
                                    <a:pt x="125" y="268"/>
                                    <a:pt x="124" y="268"/>
                                  </a:cubicBezTo>
                                  <a:cubicBezTo>
                                    <a:pt x="124" y="269"/>
                                    <a:pt x="124" y="269"/>
                                    <a:pt x="124" y="269"/>
                                  </a:cubicBezTo>
                                  <a:cubicBezTo>
                                    <a:pt x="125" y="269"/>
                                    <a:pt x="125" y="269"/>
                                    <a:pt x="124" y="270"/>
                                  </a:cubicBezTo>
                                  <a:cubicBezTo>
                                    <a:pt x="124" y="271"/>
                                    <a:pt x="124" y="272"/>
                                    <a:pt x="123" y="272"/>
                                  </a:cubicBezTo>
                                  <a:cubicBezTo>
                                    <a:pt x="123" y="273"/>
                                    <a:pt x="123" y="273"/>
                                    <a:pt x="123" y="273"/>
                                  </a:cubicBezTo>
                                  <a:cubicBezTo>
                                    <a:pt x="124" y="274"/>
                                    <a:pt x="125" y="274"/>
                                    <a:pt x="126" y="273"/>
                                  </a:cubicBezTo>
                                  <a:cubicBezTo>
                                    <a:pt x="127" y="272"/>
                                    <a:pt x="127" y="271"/>
                                    <a:pt x="129" y="270"/>
                                  </a:cubicBezTo>
                                  <a:cubicBezTo>
                                    <a:pt x="130" y="271"/>
                                    <a:pt x="131" y="273"/>
                                    <a:pt x="133" y="274"/>
                                  </a:cubicBezTo>
                                  <a:cubicBezTo>
                                    <a:pt x="133" y="273"/>
                                    <a:pt x="133" y="273"/>
                                    <a:pt x="134" y="272"/>
                                  </a:cubicBezTo>
                                  <a:cubicBezTo>
                                    <a:pt x="134" y="272"/>
                                    <a:pt x="134" y="272"/>
                                    <a:pt x="134" y="272"/>
                                  </a:cubicBezTo>
                                  <a:cubicBezTo>
                                    <a:pt x="134" y="273"/>
                                    <a:pt x="134" y="273"/>
                                    <a:pt x="135" y="273"/>
                                  </a:cubicBezTo>
                                  <a:cubicBezTo>
                                    <a:pt x="135" y="273"/>
                                    <a:pt x="135" y="273"/>
                                    <a:pt x="135" y="272"/>
                                  </a:cubicBezTo>
                                  <a:cubicBezTo>
                                    <a:pt x="135" y="272"/>
                                    <a:pt x="134" y="271"/>
                                    <a:pt x="134" y="271"/>
                                  </a:cubicBezTo>
                                  <a:cubicBezTo>
                                    <a:pt x="134" y="269"/>
                                    <a:pt x="134" y="268"/>
                                    <a:pt x="135" y="266"/>
                                  </a:cubicBezTo>
                                  <a:cubicBezTo>
                                    <a:pt x="137" y="267"/>
                                    <a:pt x="137" y="268"/>
                                    <a:pt x="137" y="269"/>
                                  </a:cubicBezTo>
                                  <a:cubicBezTo>
                                    <a:pt x="137" y="270"/>
                                    <a:pt x="136" y="271"/>
                                    <a:pt x="137" y="271"/>
                                  </a:cubicBezTo>
                                  <a:cubicBezTo>
                                    <a:pt x="137" y="272"/>
                                    <a:pt x="137" y="273"/>
                                    <a:pt x="137" y="272"/>
                                  </a:cubicBezTo>
                                  <a:cubicBezTo>
                                    <a:pt x="138" y="271"/>
                                    <a:pt x="138" y="272"/>
                                    <a:pt x="138" y="272"/>
                                  </a:cubicBezTo>
                                  <a:cubicBezTo>
                                    <a:pt x="138" y="273"/>
                                    <a:pt x="138" y="273"/>
                                    <a:pt x="138" y="274"/>
                                  </a:cubicBezTo>
                                  <a:cubicBezTo>
                                    <a:pt x="138" y="275"/>
                                    <a:pt x="138" y="275"/>
                                    <a:pt x="138" y="276"/>
                                  </a:cubicBezTo>
                                  <a:cubicBezTo>
                                    <a:pt x="138" y="277"/>
                                    <a:pt x="138" y="277"/>
                                    <a:pt x="139" y="277"/>
                                  </a:cubicBezTo>
                                  <a:cubicBezTo>
                                    <a:pt x="139" y="277"/>
                                    <a:pt x="140" y="277"/>
                                    <a:pt x="140" y="276"/>
                                  </a:cubicBezTo>
                                  <a:cubicBezTo>
                                    <a:pt x="140" y="276"/>
                                    <a:pt x="140" y="275"/>
                                    <a:pt x="140" y="275"/>
                                  </a:cubicBezTo>
                                  <a:cubicBezTo>
                                    <a:pt x="140" y="275"/>
                                    <a:pt x="140" y="276"/>
                                    <a:pt x="141" y="276"/>
                                  </a:cubicBezTo>
                                  <a:cubicBezTo>
                                    <a:pt x="141" y="276"/>
                                    <a:pt x="142" y="276"/>
                                    <a:pt x="142" y="275"/>
                                  </a:cubicBezTo>
                                  <a:cubicBezTo>
                                    <a:pt x="143" y="275"/>
                                    <a:pt x="143" y="274"/>
                                    <a:pt x="143" y="273"/>
                                  </a:cubicBezTo>
                                  <a:cubicBezTo>
                                    <a:pt x="143" y="273"/>
                                    <a:pt x="143" y="273"/>
                                    <a:pt x="144" y="272"/>
                                  </a:cubicBezTo>
                                  <a:cubicBezTo>
                                    <a:pt x="144" y="272"/>
                                    <a:pt x="144" y="273"/>
                                    <a:pt x="144" y="273"/>
                                  </a:cubicBezTo>
                                  <a:cubicBezTo>
                                    <a:pt x="145" y="271"/>
                                    <a:pt x="144" y="270"/>
                                    <a:pt x="142" y="269"/>
                                  </a:cubicBezTo>
                                  <a:cubicBezTo>
                                    <a:pt x="143" y="268"/>
                                    <a:pt x="143" y="269"/>
                                    <a:pt x="144" y="269"/>
                                  </a:cubicBezTo>
                                  <a:cubicBezTo>
                                    <a:pt x="143" y="268"/>
                                    <a:pt x="143" y="268"/>
                                    <a:pt x="144" y="267"/>
                                  </a:cubicBezTo>
                                  <a:cubicBezTo>
                                    <a:pt x="144" y="267"/>
                                    <a:pt x="144" y="267"/>
                                    <a:pt x="144" y="266"/>
                                  </a:cubicBezTo>
                                  <a:cubicBezTo>
                                    <a:pt x="143" y="265"/>
                                    <a:pt x="144" y="264"/>
                                    <a:pt x="143" y="262"/>
                                  </a:cubicBezTo>
                                  <a:cubicBezTo>
                                    <a:pt x="144" y="262"/>
                                    <a:pt x="144" y="263"/>
                                    <a:pt x="144" y="263"/>
                                  </a:cubicBezTo>
                                  <a:cubicBezTo>
                                    <a:pt x="144" y="263"/>
                                    <a:pt x="144" y="262"/>
                                    <a:pt x="145" y="262"/>
                                  </a:cubicBezTo>
                                  <a:cubicBezTo>
                                    <a:pt x="144" y="264"/>
                                    <a:pt x="146" y="266"/>
                                    <a:pt x="146" y="269"/>
                                  </a:cubicBezTo>
                                  <a:close/>
                                  <a:moveTo>
                                    <a:pt x="286" y="196"/>
                                  </a:moveTo>
                                  <a:cubicBezTo>
                                    <a:pt x="286" y="196"/>
                                    <a:pt x="286" y="195"/>
                                    <a:pt x="287" y="195"/>
                                  </a:cubicBezTo>
                                  <a:cubicBezTo>
                                    <a:pt x="287" y="195"/>
                                    <a:pt x="288" y="196"/>
                                    <a:pt x="288" y="195"/>
                                  </a:cubicBezTo>
                                  <a:cubicBezTo>
                                    <a:pt x="288" y="194"/>
                                    <a:pt x="288" y="194"/>
                                    <a:pt x="287" y="194"/>
                                  </a:cubicBezTo>
                                  <a:cubicBezTo>
                                    <a:pt x="286" y="193"/>
                                    <a:pt x="286" y="192"/>
                                    <a:pt x="286" y="190"/>
                                  </a:cubicBezTo>
                                  <a:cubicBezTo>
                                    <a:pt x="286" y="190"/>
                                    <a:pt x="286" y="190"/>
                                    <a:pt x="286" y="189"/>
                                  </a:cubicBezTo>
                                  <a:cubicBezTo>
                                    <a:pt x="285" y="187"/>
                                    <a:pt x="287" y="185"/>
                                    <a:pt x="289" y="186"/>
                                  </a:cubicBezTo>
                                  <a:cubicBezTo>
                                    <a:pt x="292" y="186"/>
                                    <a:pt x="294" y="187"/>
                                    <a:pt x="296" y="190"/>
                                  </a:cubicBezTo>
                                  <a:cubicBezTo>
                                    <a:pt x="298" y="190"/>
                                    <a:pt x="299" y="191"/>
                                    <a:pt x="299" y="192"/>
                                  </a:cubicBezTo>
                                  <a:cubicBezTo>
                                    <a:pt x="300" y="192"/>
                                    <a:pt x="300" y="192"/>
                                    <a:pt x="300" y="193"/>
                                  </a:cubicBezTo>
                                  <a:cubicBezTo>
                                    <a:pt x="300" y="193"/>
                                    <a:pt x="300" y="193"/>
                                    <a:pt x="300" y="194"/>
                                  </a:cubicBezTo>
                                  <a:cubicBezTo>
                                    <a:pt x="300" y="195"/>
                                    <a:pt x="300" y="195"/>
                                    <a:pt x="301" y="196"/>
                                  </a:cubicBezTo>
                                  <a:cubicBezTo>
                                    <a:pt x="301" y="197"/>
                                    <a:pt x="302" y="197"/>
                                    <a:pt x="303" y="196"/>
                                  </a:cubicBezTo>
                                  <a:cubicBezTo>
                                    <a:pt x="304" y="195"/>
                                    <a:pt x="305" y="196"/>
                                    <a:pt x="305" y="196"/>
                                  </a:cubicBezTo>
                                  <a:cubicBezTo>
                                    <a:pt x="306" y="197"/>
                                    <a:pt x="306" y="198"/>
                                    <a:pt x="307" y="198"/>
                                  </a:cubicBezTo>
                                  <a:cubicBezTo>
                                    <a:pt x="309" y="199"/>
                                    <a:pt x="310" y="202"/>
                                    <a:pt x="309" y="202"/>
                                  </a:cubicBezTo>
                                  <a:cubicBezTo>
                                    <a:pt x="307" y="203"/>
                                    <a:pt x="307" y="204"/>
                                    <a:pt x="306" y="205"/>
                                  </a:cubicBezTo>
                                  <a:cubicBezTo>
                                    <a:pt x="306" y="205"/>
                                    <a:pt x="305" y="205"/>
                                    <a:pt x="305" y="206"/>
                                  </a:cubicBezTo>
                                  <a:cubicBezTo>
                                    <a:pt x="305" y="206"/>
                                    <a:pt x="306" y="206"/>
                                    <a:pt x="306" y="206"/>
                                  </a:cubicBezTo>
                                  <a:cubicBezTo>
                                    <a:pt x="307" y="206"/>
                                    <a:pt x="307" y="206"/>
                                    <a:pt x="307" y="207"/>
                                  </a:cubicBezTo>
                                  <a:cubicBezTo>
                                    <a:pt x="308" y="208"/>
                                    <a:pt x="308" y="209"/>
                                    <a:pt x="309" y="210"/>
                                  </a:cubicBezTo>
                                  <a:cubicBezTo>
                                    <a:pt x="309" y="210"/>
                                    <a:pt x="309" y="211"/>
                                    <a:pt x="309" y="211"/>
                                  </a:cubicBezTo>
                                  <a:cubicBezTo>
                                    <a:pt x="308" y="212"/>
                                    <a:pt x="308" y="213"/>
                                    <a:pt x="308" y="213"/>
                                  </a:cubicBezTo>
                                  <a:cubicBezTo>
                                    <a:pt x="308" y="214"/>
                                    <a:pt x="307" y="214"/>
                                    <a:pt x="307" y="214"/>
                                  </a:cubicBezTo>
                                  <a:cubicBezTo>
                                    <a:pt x="306" y="213"/>
                                    <a:pt x="305" y="214"/>
                                    <a:pt x="304" y="215"/>
                                  </a:cubicBezTo>
                                  <a:cubicBezTo>
                                    <a:pt x="304" y="215"/>
                                    <a:pt x="304" y="215"/>
                                    <a:pt x="304" y="215"/>
                                  </a:cubicBezTo>
                                  <a:cubicBezTo>
                                    <a:pt x="303" y="215"/>
                                    <a:pt x="303" y="216"/>
                                    <a:pt x="302" y="216"/>
                                  </a:cubicBezTo>
                                  <a:cubicBezTo>
                                    <a:pt x="302" y="216"/>
                                    <a:pt x="301" y="217"/>
                                    <a:pt x="300" y="217"/>
                                  </a:cubicBezTo>
                                  <a:cubicBezTo>
                                    <a:pt x="300" y="217"/>
                                    <a:pt x="299" y="217"/>
                                    <a:pt x="299" y="216"/>
                                  </a:cubicBezTo>
                                  <a:cubicBezTo>
                                    <a:pt x="298" y="216"/>
                                    <a:pt x="298" y="216"/>
                                    <a:pt x="298" y="216"/>
                                  </a:cubicBezTo>
                                  <a:cubicBezTo>
                                    <a:pt x="297" y="216"/>
                                    <a:pt x="297" y="217"/>
                                    <a:pt x="297" y="217"/>
                                  </a:cubicBezTo>
                                  <a:cubicBezTo>
                                    <a:pt x="298" y="218"/>
                                    <a:pt x="298" y="218"/>
                                    <a:pt x="297" y="218"/>
                                  </a:cubicBezTo>
                                  <a:cubicBezTo>
                                    <a:pt x="297" y="218"/>
                                    <a:pt x="297" y="218"/>
                                    <a:pt x="296" y="218"/>
                                  </a:cubicBezTo>
                                  <a:cubicBezTo>
                                    <a:pt x="296" y="219"/>
                                    <a:pt x="296" y="220"/>
                                    <a:pt x="295" y="219"/>
                                  </a:cubicBezTo>
                                  <a:cubicBezTo>
                                    <a:pt x="294" y="219"/>
                                    <a:pt x="294" y="219"/>
                                    <a:pt x="294" y="218"/>
                                  </a:cubicBezTo>
                                  <a:cubicBezTo>
                                    <a:pt x="294" y="218"/>
                                    <a:pt x="294" y="217"/>
                                    <a:pt x="294" y="217"/>
                                  </a:cubicBezTo>
                                  <a:cubicBezTo>
                                    <a:pt x="295" y="216"/>
                                    <a:pt x="294" y="215"/>
                                    <a:pt x="293" y="214"/>
                                  </a:cubicBezTo>
                                  <a:cubicBezTo>
                                    <a:pt x="292" y="214"/>
                                    <a:pt x="291" y="213"/>
                                    <a:pt x="290" y="212"/>
                                  </a:cubicBezTo>
                                  <a:cubicBezTo>
                                    <a:pt x="290" y="212"/>
                                    <a:pt x="290" y="211"/>
                                    <a:pt x="291" y="210"/>
                                  </a:cubicBezTo>
                                  <a:cubicBezTo>
                                    <a:pt x="292" y="210"/>
                                    <a:pt x="294" y="211"/>
                                    <a:pt x="295" y="211"/>
                                  </a:cubicBezTo>
                                  <a:cubicBezTo>
                                    <a:pt x="296" y="210"/>
                                    <a:pt x="296" y="209"/>
                                    <a:pt x="295" y="208"/>
                                  </a:cubicBezTo>
                                  <a:cubicBezTo>
                                    <a:pt x="294" y="208"/>
                                    <a:pt x="293" y="207"/>
                                    <a:pt x="293" y="206"/>
                                  </a:cubicBezTo>
                                  <a:cubicBezTo>
                                    <a:pt x="292" y="206"/>
                                    <a:pt x="292" y="206"/>
                                    <a:pt x="292" y="206"/>
                                  </a:cubicBezTo>
                                  <a:cubicBezTo>
                                    <a:pt x="291" y="207"/>
                                    <a:pt x="290" y="206"/>
                                    <a:pt x="289" y="206"/>
                                  </a:cubicBezTo>
                                  <a:cubicBezTo>
                                    <a:pt x="289" y="206"/>
                                    <a:pt x="289" y="206"/>
                                    <a:pt x="289" y="206"/>
                                  </a:cubicBezTo>
                                  <a:cubicBezTo>
                                    <a:pt x="289" y="205"/>
                                    <a:pt x="289" y="205"/>
                                    <a:pt x="289" y="205"/>
                                  </a:cubicBezTo>
                                  <a:cubicBezTo>
                                    <a:pt x="290" y="205"/>
                                    <a:pt x="289" y="204"/>
                                    <a:pt x="289" y="204"/>
                                  </a:cubicBezTo>
                                  <a:cubicBezTo>
                                    <a:pt x="287" y="203"/>
                                    <a:pt x="288" y="202"/>
                                    <a:pt x="287" y="201"/>
                                  </a:cubicBezTo>
                                  <a:cubicBezTo>
                                    <a:pt x="287" y="200"/>
                                    <a:pt x="287" y="199"/>
                                    <a:pt x="287" y="199"/>
                                  </a:cubicBezTo>
                                  <a:cubicBezTo>
                                    <a:pt x="286" y="198"/>
                                    <a:pt x="285" y="198"/>
                                    <a:pt x="286" y="196"/>
                                  </a:cubicBezTo>
                                  <a:close/>
                                  <a:moveTo>
                                    <a:pt x="318" y="305"/>
                                  </a:moveTo>
                                  <a:cubicBezTo>
                                    <a:pt x="318" y="306"/>
                                    <a:pt x="318" y="306"/>
                                    <a:pt x="318" y="306"/>
                                  </a:cubicBezTo>
                                  <a:cubicBezTo>
                                    <a:pt x="318" y="307"/>
                                    <a:pt x="318" y="308"/>
                                    <a:pt x="316" y="308"/>
                                  </a:cubicBezTo>
                                  <a:cubicBezTo>
                                    <a:pt x="315" y="308"/>
                                    <a:pt x="313" y="308"/>
                                    <a:pt x="311" y="308"/>
                                  </a:cubicBezTo>
                                  <a:cubicBezTo>
                                    <a:pt x="311" y="308"/>
                                    <a:pt x="310" y="308"/>
                                    <a:pt x="310" y="308"/>
                                  </a:cubicBezTo>
                                  <a:cubicBezTo>
                                    <a:pt x="310" y="307"/>
                                    <a:pt x="309" y="307"/>
                                    <a:pt x="308" y="307"/>
                                  </a:cubicBezTo>
                                  <a:cubicBezTo>
                                    <a:pt x="308" y="307"/>
                                    <a:pt x="308" y="307"/>
                                    <a:pt x="308" y="306"/>
                                  </a:cubicBezTo>
                                  <a:cubicBezTo>
                                    <a:pt x="308" y="306"/>
                                    <a:pt x="307" y="304"/>
                                    <a:pt x="306" y="304"/>
                                  </a:cubicBezTo>
                                  <a:cubicBezTo>
                                    <a:pt x="305" y="304"/>
                                    <a:pt x="305" y="304"/>
                                    <a:pt x="304" y="304"/>
                                  </a:cubicBezTo>
                                  <a:cubicBezTo>
                                    <a:pt x="302" y="303"/>
                                    <a:pt x="302" y="302"/>
                                    <a:pt x="301" y="301"/>
                                  </a:cubicBezTo>
                                  <a:cubicBezTo>
                                    <a:pt x="301" y="301"/>
                                    <a:pt x="300" y="301"/>
                                    <a:pt x="300" y="301"/>
                                  </a:cubicBezTo>
                                  <a:cubicBezTo>
                                    <a:pt x="299" y="301"/>
                                    <a:pt x="299" y="301"/>
                                    <a:pt x="299" y="300"/>
                                  </a:cubicBezTo>
                                  <a:cubicBezTo>
                                    <a:pt x="299" y="299"/>
                                    <a:pt x="299" y="298"/>
                                    <a:pt x="298" y="299"/>
                                  </a:cubicBezTo>
                                  <a:cubicBezTo>
                                    <a:pt x="297" y="299"/>
                                    <a:pt x="297" y="299"/>
                                    <a:pt x="297" y="299"/>
                                  </a:cubicBezTo>
                                  <a:cubicBezTo>
                                    <a:pt x="297" y="298"/>
                                    <a:pt x="297" y="297"/>
                                    <a:pt x="298" y="296"/>
                                  </a:cubicBezTo>
                                  <a:cubicBezTo>
                                    <a:pt x="298" y="295"/>
                                    <a:pt x="298" y="294"/>
                                    <a:pt x="299" y="293"/>
                                  </a:cubicBezTo>
                                  <a:cubicBezTo>
                                    <a:pt x="300" y="293"/>
                                    <a:pt x="300" y="293"/>
                                    <a:pt x="300" y="293"/>
                                  </a:cubicBezTo>
                                  <a:cubicBezTo>
                                    <a:pt x="301" y="293"/>
                                    <a:pt x="301" y="292"/>
                                    <a:pt x="301" y="292"/>
                                  </a:cubicBezTo>
                                  <a:cubicBezTo>
                                    <a:pt x="300" y="291"/>
                                    <a:pt x="300" y="291"/>
                                    <a:pt x="301" y="291"/>
                                  </a:cubicBezTo>
                                  <a:cubicBezTo>
                                    <a:pt x="301" y="290"/>
                                    <a:pt x="302" y="289"/>
                                    <a:pt x="303" y="288"/>
                                  </a:cubicBezTo>
                                  <a:cubicBezTo>
                                    <a:pt x="303" y="288"/>
                                    <a:pt x="303" y="288"/>
                                    <a:pt x="303" y="288"/>
                                  </a:cubicBezTo>
                                  <a:cubicBezTo>
                                    <a:pt x="302" y="286"/>
                                    <a:pt x="303" y="284"/>
                                    <a:pt x="305" y="284"/>
                                  </a:cubicBezTo>
                                  <a:cubicBezTo>
                                    <a:pt x="306" y="284"/>
                                    <a:pt x="307" y="283"/>
                                    <a:pt x="307" y="283"/>
                                  </a:cubicBezTo>
                                  <a:cubicBezTo>
                                    <a:pt x="308" y="282"/>
                                    <a:pt x="309" y="282"/>
                                    <a:pt x="310" y="282"/>
                                  </a:cubicBezTo>
                                  <a:cubicBezTo>
                                    <a:pt x="310" y="283"/>
                                    <a:pt x="311" y="282"/>
                                    <a:pt x="312" y="283"/>
                                  </a:cubicBezTo>
                                  <a:cubicBezTo>
                                    <a:pt x="313" y="284"/>
                                    <a:pt x="313" y="284"/>
                                    <a:pt x="314" y="285"/>
                                  </a:cubicBezTo>
                                  <a:cubicBezTo>
                                    <a:pt x="314" y="286"/>
                                    <a:pt x="315" y="288"/>
                                    <a:pt x="317" y="289"/>
                                  </a:cubicBezTo>
                                  <a:cubicBezTo>
                                    <a:pt x="317" y="290"/>
                                    <a:pt x="318" y="290"/>
                                    <a:pt x="317" y="291"/>
                                  </a:cubicBezTo>
                                  <a:cubicBezTo>
                                    <a:pt x="317" y="291"/>
                                    <a:pt x="317" y="291"/>
                                    <a:pt x="317" y="291"/>
                                  </a:cubicBezTo>
                                  <a:cubicBezTo>
                                    <a:pt x="318" y="292"/>
                                    <a:pt x="319" y="292"/>
                                    <a:pt x="318" y="293"/>
                                  </a:cubicBezTo>
                                  <a:cubicBezTo>
                                    <a:pt x="318" y="294"/>
                                    <a:pt x="318" y="294"/>
                                    <a:pt x="318" y="294"/>
                                  </a:cubicBezTo>
                                  <a:cubicBezTo>
                                    <a:pt x="319" y="295"/>
                                    <a:pt x="319" y="296"/>
                                    <a:pt x="318" y="297"/>
                                  </a:cubicBezTo>
                                  <a:cubicBezTo>
                                    <a:pt x="318" y="297"/>
                                    <a:pt x="318" y="298"/>
                                    <a:pt x="318" y="298"/>
                                  </a:cubicBezTo>
                                  <a:cubicBezTo>
                                    <a:pt x="319" y="300"/>
                                    <a:pt x="319" y="303"/>
                                    <a:pt x="318" y="305"/>
                                  </a:cubicBezTo>
                                  <a:close/>
                                  <a:moveTo>
                                    <a:pt x="533" y="38"/>
                                  </a:moveTo>
                                  <a:cubicBezTo>
                                    <a:pt x="533" y="37"/>
                                    <a:pt x="533" y="36"/>
                                    <a:pt x="532" y="35"/>
                                  </a:cubicBezTo>
                                  <a:cubicBezTo>
                                    <a:pt x="532" y="35"/>
                                    <a:pt x="531" y="35"/>
                                    <a:pt x="531" y="34"/>
                                  </a:cubicBezTo>
                                  <a:cubicBezTo>
                                    <a:pt x="532" y="34"/>
                                    <a:pt x="532" y="33"/>
                                    <a:pt x="531" y="33"/>
                                  </a:cubicBezTo>
                                  <a:cubicBezTo>
                                    <a:pt x="530" y="33"/>
                                    <a:pt x="530" y="32"/>
                                    <a:pt x="529" y="32"/>
                                  </a:cubicBezTo>
                                  <a:cubicBezTo>
                                    <a:pt x="528" y="32"/>
                                    <a:pt x="527" y="32"/>
                                    <a:pt x="527" y="31"/>
                                  </a:cubicBezTo>
                                  <a:cubicBezTo>
                                    <a:pt x="527" y="31"/>
                                    <a:pt x="527" y="31"/>
                                    <a:pt x="527" y="30"/>
                                  </a:cubicBezTo>
                                  <a:cubicBezTo>
                                    <a:pt x="526" y="30"/>
                                    <a:pt x="524" y="31"/>
                                    <a:pt x="523" y="32"/>
                                  </a:cubicBezTo>
                                  <a:cubicBezTo>
                                    <a:pt x="523" y="32"/>
                                    <a:pt x="523" y="31"/>
                                    <a:pt x="522" y="32"/>
                                  </a:cubicBezTo>
                                  <a:cubicBezTo>
                                    <a:pt x="522" y="33"/>
                                    <a:pt x="522" y="34"/>
                                    <a:pt x="522" y="35"/>
                                  </a:cubicBezTo>
                                  <a:cubicBezTo>
                                    <a:pt x="522" y="35"/>
                                    <a:pt x="521" y="35"/>
                                    <a:pt x="520" y="36"/>
                                  </a:cubicBezTo>
                                  <a:cubicBezTo>
                                    <a:pt x="520" y="36"/>
                                    <a:pt x="520" y="36"/>
                                    <a:pt x="519" y="36"/>
                                  </a:cubicBezTo>
                                  <a:cubicBezTo>
                                    <a:pt x="519" y="36"/>
                                    <a:pt x="520" y="35"/>
                                    <a:pt x="520" y="35"/>
                                  </a:cubicBezTo>
                                  <a:cubicBezTo>
                                    <a:pt x="520" y="35"/>
                                    <a:pt x="520" y="35"/>
                                    <a:pt x="520" y="35"/>
                                  </a:cubicBezTo>
                                  <a:cubicBezTo>
                                    <a:pt x="521" y="34"/>
                                    <a:pt x="521" y="33"/>
                                    <a:pt x="521" y="32"/>
                                  </a:cubicBezTo>
                                  <a:cubicBezTo>
                                    <a:pt x="521" y="32"/>
                                    <a:pt x="521" y="31"/>
                                    <a:pt x="521" y="31"/>
                                  </a:cubicBezTo>
                                  <a:cubicBezTo>
                                    <a:pt x="522" y="31"/>
                                    <a:pt x="521" y="30"/>
                                    <a:pt x="521" y="30"/>
                                  </a:cubicBezTo>
                                  <a:cubicBezTo>
                                    <a:pt x="522" y="29"/>
                                    <a:pt x="522" y="29"/>
                                    <a:pt x="521" y="29"/>
                                  </a:cubicBezTo>
                                  <a:cubicBezTo>
                                    <a:pt x="521" y="28"/>
                                    <a:pt x="520" y="28"/>
                                    <a:pt x="520" y="28"/>
                                  </a:cubicBezTo>
                                  <a:cubicBezTo>
                                    <a:pt x="519" y="27"/>
                                    <a:pt x="519" y="27"/>
                                    <a:pt x="519" y="27"/>
                                  </a:cubicBezTo>
                                  <a:cubicBezTo>
                                    <a:pt x="520" y="26"/>
                                    <a:pt x="520" y="25"/>
                                    <a:pt x="519" y="25"/>
                                  </a:cubicBezTo>
                                  <a:cubicBezTo>
                                    <a:pt x="519" y="25"/>
                                    <a:pt x="518" y="24"/>
                                    <a:pt x="518" y="24"/>
                                  </a:cubicBezTo>
                                  <a:cubicBezTo>
                                    <a:pt x="517" y="24"/>
                                    <a:pt x="518" y="24"/>
                                    <a:pt x="518" y="24"/>
                                  </a:cubicBezTo>
                                  <a:cubicBezTo>
                                    <a:pt x="518" y="23"/>
                                    <a:pt x="517" y="22"/>
                                    <a:pt x="516" y="22"/>
                                  </a:cubicBezTo>
                                  <a:cubicBezTo>
                                    <a:pt x="516" y="22"/>
                                    <a:pt x="515" y="23"/>
                                    <a:pt x="515" y="22"/>
                                  </a:cubicBezTo>
                                  <a:cubicBezTo>
                                    <a:pt x="515" y="22"/>
                                    <a:pt x="516" y="22"/>
                                    <a:pt x="516" y="21"/>
                                  </a:cubicBezTo>
                                  <a:cubicBezTo>
                                    <a:pt x="517" y="21"/>
                                    <a:pt x="517" y="21"/>
                                    <a:pt x="517" y="21"/>
                                  </a:cubicBezTo>
                                  <a:cubicBezTo>
                                    <a:pt x="519" y="22"/>
                                    <a:pt x="518" y="20"/>
                                    <a:pt x="519" y="20"/>
                                  </a:cubicBezTo>
                                  <a:cubicBezTo>
                                    <a:pt x="519" y="19"/>
                                    <a:pt x="519" y="19"/>
                                    <a:pt x="519" y="18"/>
                                  </a:cubicBezTo>
                                  <a:cubicBezTo>
                                    <a:pt x="519" y="17"/>
                                    <a:pt x="518" y="16"/>
                                    <a:pt x="517" y="16"/>
                                  </a:cubicBezTo>
                                  <a:cubicBezTo>
                                    <a:pt x="516" y="16"/>
                                    <a:pt x="515" y="15"/>
                                    <a:pt x="514" y="17"/>
                                  </a:cubicBezTo>
                                  <a:cubicBezTo>
                                    <a:pt x="513" y="17"/>
                                    <a:pt x="513" y="18"/>
                                    <a:pt x="512" y="19"/>
                                  </a:cubicBezTo>
                                  <a:cubicBezTo>
                                    <a:pt x="512" y="19"/>
                                    <a:pt x="511" y="20"/>
                                    <a:pt x="511" y="19"/>
                                  </a:cubicBezTo>
                                  <a:cubicBezTo>
                                    <a:pt x="511" y="18"/>
                                    <a:pt x="510" y="17"/>
                                    <a:pt x="510" y="15"/>
                                  </a:cubicBezTo>
                                  <a:cubicBezTo>
                                    <a:pt x="510" y="15"/>
                                    <a:pt x="510" y="14"/>
                                    <a:pt x="509" y="15"/>
                                  </a:cubicBezTo>
                                  <a:cubicBezTo>
                                    <a:pt x="509" y="15"/>
                                    <a:pt x="509" y="15"/>
                                    <a:pt x="509" y="15"/>
                                  </a:cubicBezTo>
                                  <a:cubicBezTo>
                                    <a:pt x="509" y="14"/>
                                    <a:pt x="509" y="14"/>
                                    <a:pt x="510" y="14"/>
                                  </a:cubicBezTo>
                                  <a:cubicBezTo>
                                    <a:pt x="510" y="14"/>
                                    <a:pt x="510" y="13"/>
                                    <a:pt x="510" y="13"/>
                                  </a:cubicBezTo>
                                  <a:cubicBezTo>
                                    <a:pt x="510" y="12"/>
                                    <a:pt x="509" y="12"/>
                                    <a:pt x="509" y="12"/>
                                  </a:cubicBezTo>
                                  <a:cubicBezTo>
                                    <a:pt x="508" y="12"/>
                                    <a:pt x="507" y="13"/>
                                    <a:pt x="507" y="14"/>
                                  </a:cubicBezTo>
                                  <a:cubicBezTo>
                                    <a:pt x="506" y="14"/>
                                    <a:pt x="507" y="15"/>
                                    <a:pt x="508" y="15"/>
                                  </a:cubicBezTo>
                                  <a:cubicBezTo>
                                    <a:pt x="508" y="15"/>
                                    <a:pt x="508" y="15"/>
                                    <a:pt x="508" y="15"/>
                                  </a:cubicBezTo>
                                  <a:cubicBezTo>
                                    <a:pt x="507" y="15"/>
                                    <a:pt x="506" y="16"/>
                                    <a:pt x="506" y="17"/>
                                  </a:cubicBezTo>
                                  <a:cubicBezTo>
                                    <a:pt x="506" y="17"/>
                                    <a:pt x="505" y="18"/>
                                    <a:pt x="506" y="18"/>
                                  </a:cubicBezTo>
                                  <a:cubicBezTo>
                                    <a:pt x="506" y="19"/>
                                    <a:pt x="506" y="19"/>
                                    <a:pt x="507" y="19"/>
                                  </a:cubicBezTo>
                                  <a:cubicBezTo>
                                    <a:pt x="507" y="19"/>
                                    <a:pt x="507" y="20"/>
                                    <a:pt x="506" y="19"/>
                                  </a:cubicBezTo>
                                  <a:cubicBezTo>
                                    <a:pt x="506" y="19"/>
                                    <a:pt x="504" y="18"/>
                                    <a:pt x="505" y="17"/>
                                  </a:cubicBezTo>
                                  <a:cubicBezTo>
                                    <a:pt x="505" y="16"/>
                                    <a:pt x="505" y="15"/>
                                    <a:pt x="503" y="15"/>
                                  </a:cubicBezTo>
                                  <a:cubicBezTo>
                                    <a:pt x="503" y="15"/>
                                    <a:pt x="503" y="15"/>
                                    <a:pt x="502" y="16"/>
                                  </a:cubicBezTo>
                                  <a:cubicBezTo>
                                    <a:pt x="501" y="17"/>
                                    <a:pt x="499" y="19"/>
                                    <a:pt x="497" y="20"/>
                                  </a:cubicBezTo>
                                  <a:cubicBezTo>
                                    <a:pt x="497" y="20"/>
                                    <a:pt x="497" y="21"/>
                                    <a:pt x="497" y="22"/>
                                  </a:cubicBezTo>
                                  <a:cubicBezTo>
                                    <a:pt x="495" y="22"/>
                                    <a:pt x="494" y="23"/>
                                    <a:pt x="493" y="24"/>
                                  </a:cubicBezTo>
                                  <a:cubicBezTo>
                                    <a:pt x="493" y="24"/>
                                    <a:pt x="493" y="24"/>
                                    <a:pt x="493" y="24"/>
                                  </a:cubicBezTo>
                                  <a:cubicBezTo>
                                    <a:pt x="492" y="25"/>
                                    <a:pt x="492" y="25"/>
                                    <a:pt x="492" y="26"/>
                                  </a:cubicBezTo>
                                  <a:cubicBezTo>
                                    <a:pt x="491" y="26"/>
                                    <a:pt x="490" y="25"/>
                                    <a:pt x="489" y="25"/>
                                  </a:cubicBezTo>
                                  <a:cubicBezTo>
                                    <a:pt x="489" y="25"/>
                                    <a:pt x="489" y="25"/>
                                    <a:pt x="489" y="25"/>
                                  </a:cubicBezTo>
                                  <a:cubicBezTo>
                                    <a:pt x="489" y="25"/>
                                    <a:pt x="488" y="25"/>
                                    <a:pt x="488" y="26"/>
                                  </a:cubicBezTo>
                                  <a:cubicBezTo>
                                    <a:pt x="487" y="26"/>
                                    <a:pt x="486" y="25"/>
                                    <a:pt x="485" y="26"/>
                                  </a:cubicBezTo>
                                  <a:cubicBezTo>
                                    <a:pt x="484" y="26"/>
                                    <a:pt x="484" y="26"/>
                                    <a:pt x="484" y="26"/>
                                  </a:cubicBezTo>
                                  <a:cubicBezTo>
                                    <a:pt x="485" y="25"/>
                                    <a:pt x="485" y="24"/>
                                    <a:pt x="486" y="24"/>
                                  </a:cubicBezTo>
                                  <a:cubicBezTo>
                                    <a:pt x="487" y="24"/>
                                    <a:pt x="488" y="23"/>
                                    <a:pt x="488" y="22"/>
                                  </a:cubicBezTo>
                                  <a:cubicBezTo>
                                    <a:pt x="493" y="21"/>
                                    <a:pt x="496" y="17"/>
                                    <a:pt x="499" y="14"/>
                                  </a:cubicBezTo>
                                  <a:cubicBezTo>
                                    <a:pt x="499" y="13"/>
                                    <a:pt x="499" y="13"/>
                                    <a:pt x="499" y="12"/>
                                  </a:cubicBezTo>
                                  <a:cubicBezTo>
                                    <a:pt x="499" y="12"/>
                                    <a:pt x="499" y="12"/>
                                    <a:pt x="499" y="11"/>
                                  </a:cubicBezTo>
                                  <a:cubicBezTo>
                                    <a:pt x="498" y="11"/>
                                    <a:pt x="497" y="10"/>
                                    <a:pt x="496" y="11"/>
                                  </a:cubicBezTo>
                                  <a:cubicBezTo>
                                    <a:pt x="496" y="11"/>
                                    <a:pt x="496" y="12"/>
                                    <a:pt x="495" y="11"/>
                                  </a:cubicBezTo>
                                  <a:cubicBezTo>
                                    <a:pt x="495" y="11"/>
                                    <a:pt x="495" y="11"/>
                                    <a:pt x="495" y="11"/>
                                  </a:cubicBezTo>
                                  <a:cubicBezTo>
                                    <a:pt x="495" y="10"/>
                                    <a:pt x="495" y="10"/>
                                    <a:pt x="495" y="10"/>
                                  </a:cubicBezTo>
                                  <a:cubicBezTo>
                                    <a:pt x="494" y="10"/>
                                    <a:pt x="494" y="10"/>
                                    <a:pt x="494" y="10"/>
                                  </a:cubicBezTo>
                                  <a:cubicBezTo>
                                    <a:pt x="494" y="11"/>
                                    <a:pt x="494" y="11"/>
                                    <a:pt x="493" y="11"/>
                                  </a:cubicBezTo>
                                  <a:cubicBezTo>
                                    <a:pt x="493" y="10"/>
                                    <a:pt x="492" y="10"/>
                                    <a:pt x="492" y="10"/>
                                  </a:cubicBezTo>
                                  <a:cubicBezTo>
                                    <a:pt x="492" y="10"/>
                                    <a:pt x="491" y="10"/>
                                    <a:pt x="491" y="10"/>
                                  </a:cubicBezTo>
                                  <a:cubicBezTo>
                                    <a:pt x="491" y="10"/>
                                    <a:pt x="491" y="10"/>
                                    <a:pt x="490" y="10"/>
                                  </a:cubicBezTo>
                                  <a:cubicBezTo>
                                    <a:pt x="490" y="9"/>
                                    <a:pt x="489" y="9"/>
                                    <a:pt x="488" y="9"/>
                                  </a:cubicBezTo>
                                  <a:cubicBezTo>
                                    <a:pt x="488" y="9"/>
                                    <a:pt x="487" y="10"/>
                                    <a:pt x="487" y="10"/>
                                  </a:cubicBezTo>
                                  <a:cubicBezTo>
                                    <a:pt x="487" y="10"/>
                                    <a:pt x="487" y="10"/>
                                    <a:pt x="487" y="10"/>
                                  </a:cubicBezTo>
                                  <a:cubicBezTo>
                                    <a:pt x="487" y="10"/>
                                    <a:pt x="487" y="10"/>
                                    <a:pt x="487" y="10"/>
                                  </a:cubicBezTo>
                                  <a:cubicBezTo>
                                    <a:pt x="487" y="9"/>
                                    <a:pt x="487" y="7"/>
                                    <a:pt x="486" y="7"/>
                                  </a:cubicBezTo>
                                  <a:cubicBezTo>
                                    <a:pt x="485" y="7"/>
                                    <a:pt x="485" y="7"/>
                                    <a:pt x="484" y="7"/>
                                  </a:cubicBezTo>
                                  <a:cubicBezTo>
                                    <a:pt x="484" y="8"/>
                                    <a:pt x="483" y="8"/>
                                    <a:pt x="483" y="8"/>
                                  </a:cubicBezTo>
                                  <a:cubicBezTo>
                                    <a:pt x="483" y="9"/>
                                    <a:pt x="483" y="10"/>
                                    <a:pt x="483" y="10"/>
                                  </a:cubicBezTo>
                                  <a:cubicBezTo>
                                    <a:pt x="483" y="10"/>
                                    <a:pt x="483" y="10"/>
                                    <a:pt x="483" y="11"/>
                                  </a:cubicBezTo>
                                  <a:cubicBezTo>
                                    <a:pt x="483" y="11"/>
                                    <a:pt x="482" y="11"/>
                                    <a:pt x="482" y="11"/>
                                  </a:cubicBezTo>
                                  <a:cubicBezTo>
                                    <a:pt x="482" y="9"/>
                                    <a:pt x="481" y="8"/>
                                    <a:pt x="482" y="6"/>
                                  </a:cubicBezTo>
                                  <a:cubicBezTo>
                                    <a:pt x="481" y="6"/>
                                    <a:pt x="481" y="6"/>
                                    <a:pt x="480" y="7"/>
                                  </a:cubicBezTo>
                                  <a:cubicBezTo>
                                    <a:pt x="480" y="7"/>
                                    <a:pt x="480" y="7"/>
                                    <a:pt x="479" y="7"/>
                                  </a:cubicBezTo>
                                  <a:cubicBezTo>
                                    <a:pt x="479" y="7"/>
                                    <a:pt x="478" y="7"/>
                                    <a:pt x="478" y="8"/>
                                  </a:cubicBezTo>
                                  <a:cubicBezTo>
                                    <a:pt x="478" y="8"/>
                                    <a:pt x="477" y="8"/>
                                    <a:pt x="477" y="8"/>
                                  </a:cubicBezTo>
                                  <a:cubicBezTo>
                                    <a:pt x="477" y="8"/>
                                    <a:pt x="478" y="7"/>
                                    <a:pt x="478" y="7"/>
                                  </a:cubicBezTo>
                                  <a:cubicBezTo>
                                    <a:pt x="478" y="7"/>
                                    <a:pt x="478" y="7"/>
                                    <a:pt x="478" y="7"/>
                                  </a:cubicBezTo>
                                  <a:cubicBezTo>
                                    <a:pt x="479" y="6"/>
                                    <a:pt x="479" y="5"/>
                                    <a:pt x="478" y="5"/>
                                  </a:cubicBezTo>
                                  <a:cubicBezTo>
                                    <a:pt x="477" y="5"/>
                                    <a:pt x="477" y="5"/>
                                    <a:pt x="477" y="5"/>
                                  </a:cubicBezTo>
                                  <a:cubicBezTo>
                                    <a:pt x="477" y="4"/>
                                    <a:pt x="478" y="3"/>
                                    <a:pt x="477" y="2"/>
                                  </a:cubicBezTo>
                                  <a:cubicBezTo>
                                    <a:pt x="477" y="2"/>
                                    <a:pt x="477" y="2"/>
                                    <a:pt x="478" y="2"/>
                                  </a:cubicBezTo>
                                  <a:cubicBezTo>
                                    <a:pt x="478" y="2"/>
                                    <a:pt x="478" y="2"/>
                                    <a:pt x="478" y="2"/>
                                  </a:cubicBezTo>
                                  <a:cubicBezTo>
                                    <a:pt x="478" y="2"/>
                                    <a:pt x="478" y="1"/>
                                    <a:pt x="478" y="1"/>
                                  </a:cubicBezTo>
                                  <a:cubicBezTo>
                                    <a:pt x="476" y="2"/>
                                    <a:pt x="474" y="1"/>
                                    <a:pt x="473" y="1"/>
                                  </a:cubicBezTo>
                                  <a:cubicBezTo>
                                    <a:pt x="471" y="2"/>
                                    <a:pt x="470" y="2"/>
                                    <a:pt x="469" y="3"/>
                                  </a:cubicBezTo>
                                  <a:cubicBezTo>
                                    <a:pt x="469" y="3"/>
                                    <a:pt x="469" y="3"/>
                                    <a:pt x="469" y="3"/>
                                  </a:cubicBezTo>
                                  <a:cubicBezTo>
                                    <a:pt x="469" y="2"/>
                                    <a:pt x="468" y="2"/>
                                    <a:pt x="468" y="2"/>
                                  </a:cubicBezTo>
                                  <a:cubicBezTo>
                                    <a:pt x="468" y="2"/>
                                    <a:pt x="467" y="2"/>
                                    <a:pt x="467" y="3"/>
                                  </a:cubicBezTo>
                                  <a:cubicBezTo>
                                    <a:pt x="468" y="3"/>
                                    <a:pt x="467" y="4"/>
                                    <a:pt x="467" y="4"/>
                                  </a:cubicBezTo>
                                  <a:cubicBezTo>
                                    <a:pt x="466" y="4"/>
                                    <a:pt x="466" y="4"/>
                                    <a:pt x="466" y="5"/>
                                  </a:cubicBezTo>
                                  <a:cubicBezTo>
                                    <a:pt x="465" y="6"/>
                                    <a:pt x="466" y="7"/>
                                    <a:pt x="466" y="9"/>
                                  </a:cubicBezTo>
                                  <a:cubicBezTo>
                                    <a:pt x="467" y="10"/>
                                    <a:pt x="468" y="11"/>
                                    <a:pt x="469" y="12"/>
                                  </a:cubicBezTo>
                                  <a:cubicBezTo>
                                    <a:pt x="469" y="12"/>
                                    <a:pt x="469" y="13"/>
                                    <a:pt x="469" y="13"/>
                                  </a:cubicBezTo>
                                  <a:cubicBezTo>
                                    <a:pt x="469" y="13"/>
                                    <a:pt x="469" y="13"/>
                                    <a:pt x="468" y="13"/>
                                  </a:cubicBezTo>
                                  <a:cubicBezTo>
                                    <a:pt x="468" y="13"/>
                                    <a:pt x="467" y="12"/>
                                    <a:pt x="467" y="12"/>
                                  </a:cubicBezTo>
                                  <a:cubicBezTo>
                                    <a:pt x="467" y="12"/>
                                    <a:pt x="466" y="12"/>
                                    <a:pt x="466" y="12"/>
                                  </a:cubicBezTo>
                                  <a:cubicBezTo>
                                    <a:pt x="466" y="11"/>
                                    <a:pt x="465" y="11"/>
                                    <a:pt x="465" y="10"/>
                                  </a:cubicBezTo>
                                  <a:cubicBezTo>
                                    <a:pt x="465" y="9"/>
                                    <a:pt x="464" y="9"/>
                                    <a:pt x="464" y="8"/>
                                  </a:cubicBezTo>
                                  <a:cubicBezTo>
                                    <a:pt x="464" y="8"/>
                                    <a:pt x="463" y="7"/>
                                    <a:pt x="463" y="7"/>
                                  </a:cubicBezTo>
                                  <a:cubicBezTo>
                                    <a:pt x="463" y="7"/>
                                    <a:pt x="463" y="6"/>
                                    <a:pt x="463" y="6"/>
                                  </a:cubicBezTo>
                                  <a:cubicBezTo>
                                    <a:pt x="463" y="6"/>
                                    <a:pt x="463" y="5"/>
                                    <a:pt x="463" y="5"/>
                                  </a:cubicBezTo>
                                  <a:cubicBezTo>
                                    <a:pt x="464" y="4"/>
                                    <a:pt x="464" y="4"/>
                                    <a:pt x="464" y="3"/>
                                  </a:cubicBezTo>
                                  <a:cubicBezTo>
                                    <a:pt x="464" y="2"/>
                                    <a:pt x="464" y="2"/>
                                    <a:pt x="464" y="2"/>
                                  </a:cubicBezTo>
                                  <a:cubicBezTo>
                                    <a:pt x="462" y="2"/>
                                    <a:pt x="461" y="2"/>
                                    <a:pt x="459" y="2"/>
                                  </a:cubicBezTo>
                                  <a:cubicBezTo>
                                    <a:pt x="459" y="2"/>
                                    <a:pt x="458" y="2"/>
                                    <a:pt x="457" y="3"/>
                                  </a:cubicBezTo>
                                  <a:cubicBezTo>
                                    <a:pt x="457" y="3"/>
                                    <a:pt x="456" y="3"/>
                                    <a:pt x="456" y="4"/>
                                  </a:cubicBezTo>
                                  <a:cubicBezTo>
                                    <a:pt x="455" y="4"/>
                                    <a:pt x="455" y="5"/>
                                    <a:pt x="455" y="5"/>
                                  </a:cubicBezTo>
                                  <a:cubicBezTo>
                                    <a:pt x="454" y="6"/>
                                    <a:pt x="453" y="7"/>
                                    <a:pt x="453" y="8"/>
                                  </a:cubicBezTo>
                                  <a:cubicBezTo>
                                    <a:pt x="453" y="8"/>
                                    <a:pt x="452" y="9"/>
                                    <a:pt x="452" y="9"/>
                                  </a:cubicBezTo>
                                  <a:cubicBezTo>
                                    <a:pt x="452" y="10"/>
                                    <a:pt x="452" y="10"/>
                                    <a:pt x="451" y="10"/>
                                  </a:cubicBezTo>
                                  <a:cubicBezTo>
                                    <a:pt x="450" y="11"/>
                                    <a:pt x="451" y="12"/>
                                    <a:pt x="451" y="12"/>
                                  </a:cubicBezTo>
                                  <a:cubicBezTo>
                                    <a:pt x="452" y="13"/>
                                    <a:pt x="452" y="13"/>
                                    <a:pt x="452" y="14"/>
                                  </a:cubicBezTo>
                                  <a:cubicBezTo>
                                    <a:pt x="452" y="16"/>
                                    <a:pt x="454" y="17"/>
                                    <a:pt x="455" y="18"/>
                                  </a:cubicBezTo>
                                  <a:cubicBezTo>
                                    <a:pt x="456" y="19"/>
                                    <a:pt x="457" y="20"/>
                                    <a:pt x="458" y="21"/>
                                  </a:cubicBezTo>
                                  <a:cubicBezTo>
                                    <a:pt x="458" y="21"/>
                                    <a:pt x="459" y="22"/>
                                    <a:pt x="458" y="22"/>
                                  </a:cubicBezTo>
                                  <a:cubicBezTo>
                                    <a:pt x="457" y="22"/>
                                    <a:pt x="458" y="23"/>
                                    <a:pt x="458" y="24"/>
                                  </a:cubicBezTo>
                                  <a:cubicBezTo>
                                    <a:pt x="457" y="23"/>
                                    <a:pt x="457" y="23"/>
                                    <a:pt x="457" y="23"/>
                                  </a:cubicBezTo>
                                  <a:cubicBezTo>
                                    <a:pt x="456" y="22"/>
                                    <a:pt x="455" y="21"/>
                                    <a:pt x="454" y="20"/>
                                  </a:cubicBezTo>
                                  <a:cubicBezTo>
                                    <a:pt x="454" y="20"/>
                                    <a:pt x="454" y="20"/>
                                    <a:pt x="453" y="19"/>
                                  </a:cubicBezTo>
                                  <a:cubicBezTo>
                                    <a:pt x="453" y="19"/>
                                    <a:pt x="452" y="17"/>
                                    <a:pt x="451" y="17"/>
                                  </a:cubicBezTo>
                                  <a:cubicBezTo>
                                    <a:pt x="450" y="16"/>
                                    <a:pt x="450" y="15"/>
                                    <a:pt x="449" y="14"/>
                                  </a:cubicBezTo>
                                  <a:cubicBezTo>
                                    <a:pt x="449" y="12"/>
                                    <a:pt x="449" y="11"/>
                                    <a:pt x="448" y="9"/>
                                  </a:cubicBezTo>
                                  <a:cubicBezTo>
                                    <a:pt x="448" y="9"/>
                                    <a:pt x="448" y="8"/>
                                    <a:pt x="447" y="7"/>
                                  </a:cubicBezTo>
                                  <a:cubicBezTo>
                                    <a:pt x="446" y="6"/>
                                    <a:pt x="445" y="6"/>
                                    <a:pt x="444" y="5"/>
                                  </a:cubicBezTo>
                                  <a:cubicBezTo>
                                    <a:pt x="443" y="5"/>
                                    <a:pt x="442" y="5"/>
                                    <a:pt x="441" y="5"/>
                                  </a:cubicBezTo>
                                  <a:cubicBezTo>
                                    <a:pt x="441" y="6"/>
                                    <a:pt x="440" y="6"/>
                                    <a:pt x="440" y="6"/>
                                  </a:cubicBezTo>
                                  <a:cubicBezTo>
                                    <a:pt x="439" y="5"/>
                                    <a:pt x="437" y="5"/>
                                    <a:pt x="436" y="3"/>
                                  </a:cubicBezTo>
                                  <a:cubicBezTo>
                                    <a:pt x="436" y="3"/>
                                    <a:pt x="436" y="3"/>
                                    <a:pt x="435" y="3"/>
                                  </a:cubicBezTo>
                                  <a:cubicBezTo>
                                    <a:pt x="435" y="3"/>
                                    <a:pt x="434" y="3"/>
                                    <a:pt x="434" y="3"/>
                                  </a:cubicBezTo>
                                  <a:cubicBezTo>
                                    <a:pt x="433" y="3"/>
                                    <a:pt x="433" y="3"/>
                                    <a:pt x="433" y="3"/>
                                  </a:cubicBezTo>
                                  <a:cubicBezTo>
                                    <a:pt x="431" y="3"/>
                                    <a:pt x="430" y="3"/>
                                    <a:pt x="428" y="3"/>
                                  </a:cubicBezTo>
                                  <a:cubicBezTo>
                                    <a:pt x="428" y="3"/>
                                    <a:pt x="428" y="3"/>
                                    <a:pt x="428" y="3"/>
                                  </a:cubicBezTo>
                                  <a:cubicBezTo>
                                    <a:pt x="427" y="3"/>
                                    <a:pt x="427" y="4"/>
                                    <a:pt x="426" y="4"/>
                                  </a:cubicBezTo>
                                  <a:cubicBezTo>
                                    <a:pt x="425" y="5"/>
                                    <a:pt x="425" y="5"/>
                                    <a:pt x="426" y="6"/>
                                  </a:cubicBezTo>
                                  <a:cubicBezTo>
                                    <a:pt x="427" y="6"/>
                                    <a:pt x="426" y="6"/>
                                    <a:pt x="426" y="7"/>
                                  </a:cubicBezTo>
                                  <a:cubicBezTo>
                                    <a:pt x="425" y="8"/>
                                    <a:pt x="426" y="8"/>
                                    <a:pt x="426" y="9"/>
                                  </a:cubicBezTo>
                                  <a:cubicBezTo>
                                    <a:pt x="426" y="10"/>
                                    <a:pt x="427" y="11"/>
                                    <a:pt x="428" y="12"/>
                                  </a:cubicBezTo>
                                  <a:cubicBezTo>
                                    <a:pt x="429" y="13"/>
                                    <a:pt x="431" y="14"/>
                                    <a:pt x="431" y="16"/>
                                  </a:cubicBezTo>
                                  <a:cubicBezTo>
                                    <a:pt x="431" y="16"/>
                                    <a:pt x="432" y="17"/>
                                    <a:pt x="432" y="18"/>
                                  </a:cubicBezTo>
                                  <a:cubicBezTo>
                                    <a:pt x="432" y="19"/>
                                    <a:pt x="432" y="19"/>
                                    <a:pt x="433" y="19"/>
                                  </a:cubicBezTo>
                                  <a:cubicBezTo>
                                    <a:pt x="433" y="19"/>
                                    <a:pt x="434" y="19"/>
                                    <a:pt x="434" y="19"/>
                                  </a:cubicBezTo>
                                  <a:cubicBezTo>
                                    <a:pt x="434" y="19"/>
                                    <a:pt x="435" y="19"/>
                                    <a:pt x="435" y="19"/>
                                  </a:cubicBezTo>
                                  <a:cubicBezTo>
                                    <a:pt x="435" y="19"/>
                                    <a:pt x="434" y="19"/>
                                    <a:pt x="434" y="20"/>
                                  </a:cubicBezTo>
                                  <a:cubicBezTo>
                                    <a:pt x="433" y="20"/>
                                    <a:pt x="433" y="20"/>
                                    <a:pt x="433" y="21"/>
                                  </a:cubicBezTo>
                                  <a:cubicBezTo>
                                    <a:pt x="433" y="21"/>
                                    <a:pt x="433" y="21"/>
                                    <a:pt x="433" y="21"/>
                                  </a:cubicBezTo>
                                  <a:cubicBezTo>
                                    <a:pt x="433" y="22"/>
                                    <a:pt x="433" y="24"/>
                                    <a:pt x="434" y="24"/>
                                  </a:cubicBezTo>
                                  <a:cubicBezTo>
                                    <a:pt x="435" y="25"/>
                                    <a:pt x="436" y="26"/>
                                    <a:pt x="438" y="27"/>
                                  </a:cubicBezTo>
                                  <a:cubicBezTo>
                                    <a:pt x="438" y="27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8" y="29"/>
                                    <a:pt x="438" y="29"/>
                                    <a:pt x="437" y="29"/>
                                  </a:cubicBezTo>
                                  <a:cubicBezTo>
                                    <a:pt x="437" y="29"/>
                                    <a:pt x="437" y="30"/>
                                    <a:pt x="437" y="30"/>
                                  </a:cubicBezTo>
                                  <a:cubicBezTo>
                                    <a:pt x="437" y="30"/>
                                    <a:pt x="437" y="30"/>
                                    <a:pt x="437" y="30"/>
                                  </a:cubicBezTo>
                                  <a:cubicBezTo>
                                    <a:pt x="436" y="30"/>
                                    <a:pt x="436" y="31"/>
                                    <a:pt x="435" y="31"/>
                                  </a:cubicBezTo>
                                  <a:cubicBezTo>
                                    <a:pt x="435" y="31"/>
                                    <a:pt x="435" y="32"/>
                                    <a:pt x="435" y="31"/>
                                  </a:cubicBezTo>
                                  <a:cubicBezTo>
                                    <a:pt x="435" y="31"/>
                                    <a:pt x="435" y="31"/>
                                    <a:pt x="435" y="31"/>
                                  </a:cubicBezTo>
                                  <a:cubicBezTo>
                                    <a:pt x="435" y="31"/>
                                    <a:pt x="435" y="30"/>
                                    <a:pt x="435" y="30"/>
                                  </a:cubicBezTo>
                                  <a:cubicBezTo>
                                    <a:pt x="435" y="29"/>
                                    <a:pt x="436" y="28"/>
                                    <a:pt x="434" y="27"/>
                                  </a:cubicBezTo>
                                  <a:cubicBezTo>
                                    <a:pt x="434" y="27"/>
                                    <a:pt x="434" y="27"/>
                                    <a:pt x="434" y="27"/>
                                  </a:cubicBezTo>
                                  <a:cubicBezTo>
                                    <a:pt x="433" y="27"/>
                                    <a:pt x="433" y="27"/>
                                    <a:pt x="433" y="26"/>
                                  </a:cubicBezTo>
                                  <a:cubicBezTo>
                                    <a:pt x="432" y="26"/>
                                    <a:pt x="432" y="25"/>
                                    <a:pt x="431" y="25"/>
                                  </a:cubicBezTo>
                                  <a:cubicBezTo>
                                    <a:pt x="431" y="25"/>
                                    <a:pt x="431" y="24"/>
                                    <a:pt x="431" y="24"/>
                                  </a:cubicBezTo>
                                  <a:cubicBezTo>
                                    <a:pt x="431" y="24"/>
                                    <a:pt x="431" y="23"/>
                                    <a:pt x="430" y="23"/>
                                  </a:cubicBezTo>
                                  <a:cubicBezTo>
                                    <a:pt x="430" y="22"/>
                                    <a:pt x="430" y="21"/>
                                    <a:pt x="430" y="20"/>
                                  </a:cubicBezTo>
                                  <a:cubicBezTo>
                                    <a:pt x="429" y="20"/>
                                    <a:pt x="429" y="19"/>
                                    <a:pt x="429" y="18"/>
                                  </a:cubicBezTo>
                                  <a:cubicBezTo>
                                    <a:pt x="429" y="18"/>
                                    <a:pt x="429" y="17"/>
                                    <a:pt x="428" y="17"/>
                                  </a:cubicBezTo>
                                  <a:cubicBezTo>
                                    <a:pt x="428" y="17"/>
                                    <a:pt x="428" y="17"/>
                                    <a:pt x="428" y="16"/>
                                  </a:cubicBezTo>
                                  <a:cubicBezTo>
                                    <a:pt x="428" y="16"/>
                                    <a:pt x="428" y="15"/>
                                    <a:pt x="427" y="15"/>
                                  </a:cubicBezTo>
                                  <a:cubicBezTo>
                                    <a:pt x="426" y="14"/>
                                    <a:pt x="425" y="13"/>
                                    <a:pt x="424" y="13"/>
                                  </a:cubicBezTo>
                                  <a:cubicBezTo>
                                    <a:pt x="423" y="12"/>
                                    <a:pt x="423" y="12"/>
                                    <a:pt x="422" y="13"/>
                                  </a:cubicBezTo>
                                  <a:cubicBezTo>
                                    <a:pt x="421" y="13"/>
                                    <a:pt x="422" y="14"/>
                                    <a:pt x="422" y="15"/>
                                  </a:cubicBezTo>
                                  <a:cubicBezTo>
                                    <a:pt x="421" y="15"/>
                                    <a:pt x="421" y="14"/>
                                    <a:pt x="421" y="15"/>
                                  </a:cubicBezTo>
                                  <a:cubicBezTo>
                                    <a:pt x="420" y="15"/>
                                    <a:pt x="420" y="15"/>
                                    <a:pt x="420" y="15"/>
                                  </a:cubicBezTo>
                                  <a:cubicBezTo>
                                    <a:pt x="421" y="16"/>
                                    <a:pt x="421" y="16"/>
                                    <a:pt x="421" y="16"/>
                                  </a:cubicBezTo>
                                  <a:cubicBezTo>
                                    <a:pt x="422" y="17"/>
                                    <a:pt x="422" y="17"/>
                                    <a:pt x="421" y="17"/>
                                  </a:cubicBezTo>
                                  <a:cubicBezTo>
                                    <a:pt x="421" y="17"/>
                                    <a:pt x="421" y="16"/>
                                    <a:pt x="420" y="16"/>
                                  </a:cubicBezTo>
                                  <a:cubicBezTo>
                                    <a:pt x="420" y="16"/>
                                    <a:pt x="420" y="15"/>
                                    <a:pt x="419" y="14"/>
                                  </a:cubicBezTo>
                                  <a:cubicBezTo>
                                    <a:pt x="419" y="14"/>
                                    <a:pt x="419" y="14"/>
                                    <a:pt x="419" y="15"/>
                                  </a:cubicBezTo>
                                  <a:cubicBezTo>
                                    <a:pt x="419" y="15"/>
                                    <a:pt x="419" y="16"/>
                                    <a:pt x="419" y="16"/>
                                  </a:cubicBezTo>
                                  <a:cubicBezTo>
                                    <a:pt x="418" y="16"/>
                                    <a:pt x="418" y="15"/>
                                    <a:pt x="418" y="15"/>
                                  </a:cubicBezTo>
                                  <a:cubicBezTo>
                                    <a:pt x="418" y="13"/>
                                    <a:pt x="419" y="12"/>
                                    <a:pt x="418" y="11"/>
                                  </a:cubicBezTo>
                                  <a:cubicBezTo>
                                    <a:pt x="417" y="10"/>
                                    <a:pt x="417" y="11"/>
                                    <a:pt x="417" y="11"/>
                                  </a:cubicBezTo>
                                  <a:cubicBezTo>
                                    <a:pt x="416" y="13"/>
                                    <a:pt x="416" y="14"/>
                                    <a:pt x="415" y="15"/>
                                  </a:cubicBezTo>
                                  <a:cubicBezTo>
                                    <a:pt x="415" y="13"/>
                                    <a:pt x="415" y="12"/>
                                    <a:pt x="415" y="10"/>
                                  </a:cubicBezTo>
                                  <a:cubicBezTo>
                                    <a:pt x="414" y="10"/>
                                    <a:pt x="414" y="10"/>
                                    <a:pt x="414" y="10"/>
                                  </a:cubicBezTo>
                                  <a:cubicBezTo>
                                    <a:pt x="414" y="10"/>
                                    <a:pt x="414" y="10"/>
                                    <a:pt x="413" y="9"/>
                                  </a:cubicBezTo>
                                  <a:cubicBezTo>
                                    <a:pt x="413" y="9"/>
                                    <a:pt x="413" y="9"/>
                                    <a:pt x="413" y="9"/>
                                  </a:cubicBezTo>
                                  <a:cubicBezTo>
                                    <a:pt x="411" y="10"/>
                                    <a:pt x="410" y="10"/>
                                    <a:pt x="408" y="11"/>
                                  </a:cubicBezTo>
                                  <a:cubicBezTo>
                                    <a:pt x="405" y="12"/>
                                    <a:pt x="405" y="14"/>
                                    <a:pt x="407" y="16"/>
                                  </a:cubicBezTo>
                                  <a:cubicBezTo>
                                    <a:pt x="408" y="16"/>
                                    <a:pt x="408" y="16"/>
                                    <a:pt x="408" y="16"/>
                                  </a:cubicBezTo>
                                  <a:cubicBezTo>
                                    <a:pt x="409" y="16"/>
                                    <a:pt x="409" y="16"/>
                                    <a:pt x="409" y="16"/>
                                  </a:cubicBezTo>
                                  <a:cubicBezTo>
                                    <a:pt x="410" y="16"/>
                                    <a:pt x="410" y="16"/>
                                    <a:pt x="410" y="16"/>
                                  </a:cubicBezTo>
                                  <a:cubicBezTo>
                                    <a:pt x="410" y="16"/>
                                    <a:pt x="410" y="16"/>
                                    <a:pt x="410" y="17"/>
                                  </a:cubicBezTo>
                                  <a:cubicBezTo>
                                    <a:pt x="410" y="17"/>
                                    <a:pt x="410" y="17"/>
                                    <a:pt x="410" y="17"/>
                                  </a:cubicBezTo>
                                  <a:cubicBezTo>
                                    <a:pt x="410" y="17"/>
                                    <a:pt x="409" y="17"/>
                                    <a:pt x="409" y="18"/>
                                  </a:cubicBezTo>
                                  <a:cubicBezTo>
                                    <a:pt x="409" y="18"/>
                                    <a:pt x="408" y="18"/>
                                    <a:pt x="408" y="18"/>
                                  </a:cubicBezTo>
                                  <a:cubicBezTo>
                                    <a:pt x="409" y="19"/>
                                    <a:pt x="409" y="20"/>
                                    <a:pt x="410" y="21"/>
                                  </a:cubicBezTo>
                                  <a:cubicBezTo>
                                    <a:pt x="412" y="22"/>
                                    <a:pt x="414" y="23"/>
                                    <a:pt x="416" y="24"/>
                                  </a:cubicBezTo>
                                  <a:cubicBezTo>
                                    <a:pt x="416" y="24"/>
                                    <a:pt x="417" y="25"/>
                                    <a:pt x="417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9" y="24"/>
                                    <a:pt x="419" y="24"/>
                                  </a:cubicBezTo>
                                  <a:cubicBezTo>
                                    <a:pt x="418" y="25"/>
                                    <a:pt x="418" y="24"/>
                                    <a:pt x="418" y="25"/>
                                  </a:cubicBezTo>
                                  <a:cubicBezTo>
                                    <a:pt x="417" y="25"/>
                                    <a:pt x="417" y="25"/>
                                    <a:pt x="417" y="25"/>
                                  </a:cubicBezTo>
                                  <a:cubicBezTo>
                                    <a:pt x="417" y="25"/>
                                    <a:pt x="417" y="25"/>
                                    <a:pt x="416" y="25"/>
                                  </a:cubicBezTo>
                                  <a:cubicBezTo>
                                    <a:pt x="417" y="25"/>
                                    <a:pt x="417" y="25"/>
                                    <a:pt x="417" y="25"/>
                                  </a:cubicBezTo>
                                  <a:cubicBezTo>
                                    <a:pt x="416" y="25"/>
                                    <a:pt x="415" y="25"/>
                                    <a:pt x="415" y="25"/>
                                  </a:cubicBezTo>
                                  <a:cubicBezTo>
                                    <a:pt x="415" y="25"/>
                                    <a:pt x="415" y="25"/>
                                    <a:pt x="415" y="25"/>
                                  </a:cubicBezTo>
                                  <a:cubicBezTo>
                                    <a:pt x="414" y="25"/>
                                    <a:pt x="413" y="25"/>
                                    <a:pt x="413" y="24"/>
                                  </a:cubicBezTo>
                                  <a:cubicBezTo>
                                    <a:pt x="412" y="24"/>
                                    <a:pt x="411" y="23"/>
                                    <a:pt x="410" y="23"/>
                                  </a:cubicBezTo>
                                  <a:cubicBezTo>
                                    <a:pt x="410" y="23"/>
                                    <a:pt x="409" y="22"/>
                                    <a:pt x="409" y="23"/>
                                  </a:cubicBezTo>
                                  <a:cubicBezTo>
                                    <a:pt x="409" y="23"/>
                                    <a:pt x="408" y="24"/>
                                    <a:pt x="409" y="24"/>
                                  </a:cubicBezTo>
                                  <a:cubicBezTo>
                                    <a:pt x="409" y="25"/>
                                    <a:pt x="409" y="25"/>
                                    <a:pt x="409" y="26"/>
                                  </a:cubicBezTo>
                                  <a:cubicBezTo>
                                    <a:pt x="408" y="26"/>
                                    <a:pt x="409" y="25"/>
                                    <a:pt x="408" y="24"/>
                                  </a:cubicBezTo>
                                  <a:cubicBezTo>
                                    <a:pt x="407" y="24"/>
                                    <a:pt x="407" y="23"/>
                                    <a:pt x="407" y="23"/>
                                  </a:cubicBezTo>
                                  <a:cubicBezTo>
                                    <a:pt x="407" y="22"/>
                                    <a:pt x="408" y="22"/>
                                    <a:pt x="407" y="21"/>
                                  </a:cubicBezTo>
                                  <a:cubicBezTo>
                                    <a:pt x="407" y="20"/>
                                    <a:pt x="407" y="19"/>
                                    <a:pt x="406" y="19"/>
                                  </a:cubicBezTo>
                                  <a:cubicBezTo>
                                    <a:pt x="406" y="19"/>
                                    <a:pt x="406" y="19"/>
                                    <a:pt x="406" y="18"/>
                                  </a:cubicBezTo>
                                  <a:cubicBezTo>
                                    <a:pt x="406" y="18"/>
                                    <a:pt x="406" y="18"/>
                                    <a:pt x="406" y="18"/>
                                  </a:cubicBezTo>
                                  <a:cubicBezTo>
                                    <a:pt x="405" y="18"/>
                                    <a:pt x="405" y="18"/>
                                    <a:pt x="404" y="17"/>
                                  </a:cubicBezTo>
                                  <a:cubicBezTo>
                                    <a:pt x="404" y="17"/>
                                    <a:pt x="404" y="17"/>
                                    <a:pt x="403" y="17"/>
                                  </a:cubicBezTo>
                                  <a:cubicBezTo>
                                    <a:pt x="402" y="17"/>
                                    <a:pt x="401" y="17"/>
                                    <a:pt x="399" y="17"/>
                                  </a:cubicBezTo>
                                  <a:cubicBezTo>
                                    <a:pt x="398" y="17"/>
                                    <a:pt x="398" y="18"/>
                                    <a:pt x="398" y="19"/>
                                  </a:cubicBezTo>
                                  <a:cubicBezTo>
                                    <a:pt x="399" y="20"/>
                                    <a:pt x="399" y="21"/>
                                    <a:pt x="400" y="21"/>
                                  </a:cubicBezTo>
                                  <a:cubicBezTo>
                                    <a:pt x="401" y="22"/>
                                    <a:pt x="401" y="22"/>
                                    <a:pt x="401" y="23"/>
                                  </a:cubicBezTo>
                                  <a:cubicBezTo>
                                    <a:pt x="401" y="24"/>
                                    <a:pt x="402" y="25"/>
                                    <a:pt x="402" y="26"/>
                                  </a:cubicBezTo>
                                  <a:cubicBezTo>
                                    <a:pt x="403" y="26"/>
                                    <a:pt x="403" y="26"/>
                                    <a:pt x="403" y="27"/>
                                  </a:cubicBezTo>
                                  <a:cubicBezTo>
                                    <a:pt x="403" y="27"/>
                                    <a:pt x="403" y="27"/>
                                    <a:pt x="403" y="27"/>
                                  </a:cubicBezTo>
                                  <a:cubicBezTo>
                                    <a:pt x="404" y="28"/>
                                    <a:pt x="404" y="28"/>
                                    <a:pt x="404" y="28"/>
                                  </a:cubicBezTo>
                                  <a:cubicBezTo>
                                    <a:pt x="404" y="29"/>
                                    <a:pt x="405" y="30"/>
                                    <a:pt x="405" y="31"/>
                                  </a:cubicBezTo>
                                  <a:cubicBezTo>
                                    <a:pt x="404" y="31"/>
                                    <a:pt x="403" y="31"/>
                                    <a:pt x="403" y="32"/>
                                  </a:cubicBezTo>
                                  <a:cubicBezTo>
                                    <a:pt x="402" y="31"/>
                                    <a:pt x="402" y="30"/>
                                    <a:pt x="401" y="29"/>
                                  </a:cubicBezTo>
                                  <a:cubicBezTo>
                                    <a:pt x="401" y="29"/>
                                    <a:pt x="401" y="28"/>
                                    <a:pt x="401" y="28"/>
                                  </a:cubicBezTo>
                                  <a:cubicBezTo>
                                    <a:pt x="401" y="28"/>
                                    <a:pt x="400" y="28"/>
                                    <a:pt x="400" y="28"/>
                                  </a:cubicBezTo>
                                  <a:cubicBezTo>
                                    <a:pt x="400" y="27"/>
                                    <a:pt x="400" y="27"/>
                                    <a:pt x="400" y="27"/>
                                  </a:cubicBezTo>
                                  <a:cubicBezTo>
                                    <a:pt x="399" y="27"/>
                                    <a:pt x="399" y="27"/>
                                    <a:pt x="399" y="27"/>
                                  </a:cubicBezTo>
                                  <a:cubicBezTo>
                                    <a:pt x="398" y="25"/>
                                    <a:pt x="396" y="25"/>
                                    <a:pt x="395" y="24"/>
                                  </a:cubicBezTo>
                                  <a:cubicBezTo>
                                    <a:pt x="394" y="24"/>
                                    <a:pt x="394" y="25"/>
                                    <a:pt x="393" y="25"/>
                                  </a:cubicBezTo>
                                  <a:cubicBezTo>
                                    <a:pt x="393" y="27"/>
                                    <a:pt x="393" y="29"/>
                                    <a:pt x="394" y="30"/>
                                  </a:cubicBezTo>
                                  <a:cubicBezTo>
                                    <a:pt x="395" y="32"/>
                                    <a:pt x="397" y="32"/>
                                    <a:pt x="398" y="33"/>
                                  </a:cubicBezTo>
                                  <a:cubicBezTo>
                                    <a:pt x="398" y="33"/>
                                    <a:pt x="398" y="33"/>
                                    <a:pt x="398" y="34"/>
                                  </a:cubicBezTo>
                                  <a:cubicBezTo>
                                    <a:pt x="398" y="34"/>
                                    <a:pt x="397" y="34"/>
                                    <a:pt x="397" y="34"/>
                                  </a:cubicBezTo>
                                  <a:cubicBezTo>
                                    <a:pt x="397" y="34"/>
                                    <a:pt x="397" y="34"/>
                                    <a:pt x="396" y="34"/>
                                  </a:cubicBezTo>
                                  <a:cubicBezTo>
                                    <a:pt x="396" y="33"/>
                                    <a:pt x="395" y="33"/>
                                    <a:pt x="395" y="33"/>
                                  </a:cubicBezTo>
                                  <a:cubicBezTo>
                                    <a:pt x="395" y="33"/>
                                    <a:pt x="395" y="33"/>
                                    <a:pt x="395" y="33"/>
                                  </a:cubicBezTo>
                                  <a:cubicBezTo>
                                    <a:pt x="393" y="32"/>
                                    <a:pt x="392" y="33"/>
                                    <a:pt x="392" y="34"/>
                                  </a:cubicBezTo>
                                  <a:cubicBezTo>
                                    <a:pt x="391" y="35"/>
                                    <a:pt x="391" y="36"/>
                                    <a:pt x="391" y="37"/>
                                  </a:cubicBezTo>
                                  <a:cubicBezTo>
                                    <a:pt x="390" y="38"/>
                                    <a:pt x="390" y="38"/>
                                    <a:pt x="391" y="39"/>
                                  </a:cubicBezTo>
                                  <a:cubicBezTo>
                                    <a:pt x="391" y="39"/>
                                    <a:pt x="391" y="39"/>
                                    <a:pt x="391" y="39"/>
                                  </a:cubicBezTo>
                                  <a:cubicBezTo>
                                    <a:pt x="391" y="41"/>
                                    <a:pt x="393" y="42"/>
                                    <a:pt x="394" y="43"/>
                                  </a:cubicBezTo>
                                  <a:cubicBezTo>
                                    <a:pt x="395" y="44"/>
                                    <a:pt x="395" y="44"/>
                                    <a:pt x="395" y="44"/>
                                  </a:cubicBezTo>
                                  <a:cubicBezTo>
                                    <a:pt x="395" y="44"/>
                                    <a:pt x="395" y="44"/>
                                    <a:pt x="395" y="44"/>
                                  </a:cubicBezTo>
                                  <a:cubicBezTo>
                                    <a:pt x="395" y="45"/>
                                    <a:pt x="395" y="47"/>
                                    <a:pt x="397" y="47"/>
                                  </a:cubicBezTo>
                                  <a:cubicBezTo>
                                    <a:pt x="397" y="47"/>
                                    <a:pt x="397" y="47"/>
                                    <a:pt x="398" y="47"/>
                                  </a:cubicBezTo>
                                  <a:cubicBezTo>
                                    <a:pt x="399" y="48"/>
                                    <a:pt x="400" y="50"/>
                                    <a:pt x="403" y="50"/>
                                  </a:cubicBezTo>
                                  <a:cubicBezTo>
                                    <a:pt x="402" y="51"/>
                                    <a:pt x="402" y="53"/>
                                    <a:pt x="403" y="54"/>
                                  </a:cubicBezTo>
                                  <a:cubicBezTo>
                                    <a:pt x="404" y="54"/>
                                    <a:pt x="404" y="54"/>
                                    <a:pt x="404" y="55"/>
                                  </a:cubicBezTo>
                                  <a:cubicBezTo>
                                    <a:pt x="404" y="56"/>
                                    <a:pt x="404" y="55"/>
                                    <a:pt x="403" y="56"/>
                                  </a:cubicBezTo>
                                  <a:cubicBezTo>
                                    <a:pt x="403" y="56"/>
                                    <a:pt x="402" y="55"/>
                                    <a:pt x="401" y="55"/>
                                  </a:cubicBezTo>
                                  <a:cubicBezTo>
                                    <a:pt x="401" y="55"/>
                                    <a:pt x="401" y="55"/>
                                    <a:pt x="401" y="55"/>
                                  </a:cubicBezTo>
                                  <a:cubicBezTo>
                                    <a:pt x="401" y="54"/>
                                    <a:pt x="401" y="54"/>
                                    <a:pt x="400" y="54"/>
                                  </a:cubicBezTo>
                                  <a:cubicBezTo>
                                    <a:pt x="400" y="53"/>
                                    <a:pt x="399" y="52"/>
                                    <a:pt x="398" y="52"/>
                                  </a:cubicBezTo>
                                  <a:cubicBezTo>
                                    <a:pt x="398" y="52"/>
                                    <a:pt x="398" y="52"/>
                                    <a:pt x="397" y="52"/>
                                  </a:cubicBezTo>
                                  <a:cubicBezTo>
                                    <a:pt x="397" y="51"/>
                                    <a:pt x="396" y="50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4" y="48"/>
                                    <a:pt x="394" y="48"/>
                                    <a:pt x="393" y="47"/>
                                  </a:cubicBezTo>
                                  <a:cubicBezTo>
                                    <a:pt x="393" y="47"/>
                                    <a:pt x="393" y="47"/>
                                    <a:pt x="393" y="47"/>
                                  </a:cubicBezTo>
                                  <a:cubicBezTo>
                                    <a:pt x="393" y="46"/>
                                    <a:pt x="393" y="45"/>
                                    <a:pt x="392" y="45"/>
                                  </a:cubicBezTo>
                                  <a:cubicBezTo>
                                    <a:pt x="392" y="45"/>
                                    <a:pt x="392" y="45"/>
                                    <a:pt x="392" y="44"/>
                                  </a:cubicBezTo>
                                  <a:cubicBezTo>
                                    <a:pt x="391" y="44"/>
                                    <a:pt x="391" y="44"/>
                                    <a:pt x="390" y="44"/>
                                  </a:cubicBezTo>
                                  <a:cubicBezTo>
                                    <a:pt x="389" y="44"/>
                                    <a:pt x="389" y="44"/>
                                    <a:pt x="389" y="45"/>
                                  </a:cubicBezTo>
                                  <a:cubicBezTo>
                                    <a:pt x="388" y="46"/>
                                    <a:pt x="388" y="47"/>
                                    <a:pt x="389" y="47"/>
                                  </a:cubicBezTo>
                                  <a:cubicBezTo>
                                    <a:pt x="390" y="48"/>
                                    <a:pt x="390" y="49"/>
                                    <a:pt x="390" y="51"/>
                                  </a:cubicBezTo>
                                  <a:cubicBezTo>
                                    <a:pt x="390" y="51"/>
                                    <a:pt x="390" y="51"/>
                                    <a:pt x="390" y="51"/>
                                  </a:cubicBezTo>
                                  <a:cubicBezTo>
                                    <a:pt x="390" y="51"/>
                                    <a:pt x="390" y="51"/>
                                    <a:pt x="390" y="51"/>
                                  </a:cubicBezTo>
                                  <a:cubicBezTo>
                                    <a:pt x="391" y="51"/>
                                    <a:pt x="390" y="52"/>
                                    <a:pt x="391" y="52"/>
                                  </a:cubicBezTo>
                                  <a:cubicBezTo>
                                    <a:pt x="392" y="53"/>
                                    <a:pt x="393" y="53"/>
                                    <a:pt x="394" y="53"/>
                                  </a:cubicBezTo>
                                  <a:cubicBezTo>
                                    <a:pt x="395" y="53"/>
                                    <a:pt x="396" y="54"/>
                                    <a:pt x="396" y="55"/>
                                  </a:cubicBezTo>
                                  <a:cubicBezTo>
                                    <a:pt x="396" y="55"/>
                                    <a:pt x="396" y="55"/>
                                    <a:pt x="395" y="55"/>
                                  </a:cubicBezTo>
                                  <a:cubicBezTo>
                                    <a:pt x="395" y="55"/>
                                    <a:pt x="394" y="54"/>
                                    <a:pt x="394" y="54"/>
                                  </a:cubicBezTo>
                                  <a:cubicBezTo>
                                    <a:pt x="392" y="54"/>
                                    <a:pt x="391" y="53"/>
                                    <a:pt x="389" y="54"/>
                                  </a:cubicBezTo>
                                  <a:cubicBezTo>
                                    <a:pt x="389" y="54"/>
                                    <a:pt x="388" y="55"/>
                                    <a:pt x="388" y="54"/>
                                  </a:cubicBezTo>
                                  <a:cubicBezTo>
                                    <a:pt x="388" y="54"/>
                                    <a:pt x="388" y="54"/>
                                    <a:pt x="388" y="54"/>
                                  </a:cubicBezTo>
                                  <a:cubicBezTo>
                                    <a:pt x="389" y="53"/>
                                    <a:pt x="390" y="52"/>
                                    <a:pt x="389" y="51"/>
                                  </a:cubicBezTo>
                                  <a:cubicBezTo>
                                    <a:pt x="389" y="50"/>
                                    <a:pt x="389" y="49"/>
                                    <a:pt x="388" y="49"/>
                                  </a:cubicBezTo>
                                  <a:cubicBezTo>
                                    <a:pt x="387" y="48"/>
                                    <a:pt x="387" y="46"/>
                                    <a:pt x="386" y="45"/>
                                  </a:cubicBezTo>
                                  <a:cubicBezTo>
                                    <a:pt x="386" y="44"/>
                                    <a:pt x="387" y="44"/>
                                    <a:pt x="386" y="43"/>
                                  </a:cubicBezTo>
                                  <a:cubicBezTo>
                                    <a:pt x="386" y="43"/>
                                    <a:pt x="385" y="43"/>
                                    <a:pt x="385" y="42"/>
                                  </a:cubicBezTo>
                                  <a:cubicBezTo>
                                    <a:pt x="385" y="42"/>
                                    <a:pt x="385" y="41"/>
                                    <a:pt x="384" y="41"/>
                                  </a:cubicBezTo>
                                  <a:cubicBezTo>
                                    <a:pt x="384" y="40"/>
                                    <a:pt x="383" y="40"/>
                                    <a:pt x="383" y="40"/>
                                  </a:cubicBezTo>
                                  <a:cubicBezTo>
                                    <a:pt x="383" y="40"/>
                                    <a:pt x="383" y="40"/>
                                    <a:pt x="382" y="40"/>
                                  </a:cubicBezTo>
                                  <a:cubicBezTo>
                                    <a:pt x="382" y="39"/>
                                    <a:pt x="381" y="39"/>
                                    <a:pt x="380" y="40"/>
                                  </a:cubicBezTo>
                                  <a:cubicBezTo>
                                    <a:pt x="380" y="40"/>
                                    <a:pt x="379" y="40"/>
                                    <a:pt x="379" y="39"/>
                                  </a:cubicBezTo>
                                  <a:cubicBezTo>
                                    <a:pt x="379" y="39"/>
                                    <a:pt x="378" y="38"/>
                                    <a:pt x="378" y="38"/>
                                  </a:cubicBezTo>
                                  <a:cubicBezTo>
                                    <a:pt x="377" y="38"/>
                                    <a:pt x="376" y="37"/>
                                    <a:pt x="375" y="36"/>
                                  </a:cubicBezTo>
                                  <a:cubicBezTo>
                                    <a:pt x="376" y="37"/>
                                    <a:pt x="377" y="36"/>
                                    <a:pt x="377" y="35"/>
                                  </a:cubicBezTo>
                                  <a:cubicBezTo>
                                    <a:pt x="378" y="35"/>
                                    <a:pt x="378" y="35"/>
                                    <a:pt x="378" y="35"/>
                                  </a:cubicBezTo>
                                  <a:cubicBezTo>
                                    <a:pt x="378" y="35"/>
                                    <a:pt x="378" y="35"/>
                                    <a:pt x="377" y="35"/>
                                  </a:cubicBezTo>
                                  <a:cubicBezTo>
                                    <a:pt x="375" y="34"/>
                                    <a:pt x="373" y="34"/>
                                    <a:pt x="371" y="34"/>
                                  </a:cubicBezTo>
                                  <a:cubicBezTo>
                                    <a:pt x="370" y="35"/>
                                    <a:pt x="370" y="35"/>
                                    <a:pt x="370" y="36"/>
                                  </a:cubicBezTo>
                                  <a:cubicBezTo>
                                    <a:pt x="370" y="37"/>
                                    <a:pt x="370" y="37"/>
                                    <a:pt x="371" y="37"/>
                                  </a:cubicBezTo>
                                  <a:cubicBezTo>
                                    <a:pt x="371" y="37"/>
                                    <a:pt x="371" y="37"/>
                                    <a:pt x="371" y="38"/>
                                  </a:cubicBezTo>
                                  <a:cubicBezTo>
                                    <a:pt x="372" y="39"/>
                                    <a:pt x="371" y="40"/>
                                    <a:pt x="372" y="40"/>
                                  </a:cubicBezTo>
                                  <a:cubicBezTo>
                                    <a:pt x="372" y="40"/>
                                    <a:pt x="372" y="41"/>
                                    <a:pt x="372" y="41"/>
                                  </a:cubicBezTo>
                                  <a:cubicBezTo>
                                    <a:pt x="372" y="41"/>
                                    <a:pt x="372" y="42"/>
                                    <a:pt x="372" y="42"/>
                                  </a:cubicBezTo>
                                  <a:cubicBezTo>
                                    <a:pt x="373" y="43"/>
                                    <a:pt x="373" y="44"/>
                                    <a:pt x="372" y="44"/>
                                  </a:cubicBezTo>
                                  <a:cubicBezTo>
                                    <a:pt x="371" y="44"/>
                                    <a:pt x="371" y="45"/>
                                    <a:pt x="371" y="45"/>
                                  </a:cubicBezTo>
                                  <a:cubicBezTo>
                                    <a:pt x="370" y="46"/>
                                    <a:pt x="369" y="46"/>
                                    <a:pt x="369" y="46"/>
                                  </a:cubicBezTo>
                                  <a:cubicBezTo>
                                    <a:pt x="367" y="46"/>
                                    <a:pt x="366" y="46"/>
                                    <a:pt x="365" y="46"/>
                                  </a:cubicBezTo>
                                  <a:cubicBezTo>
                                    <a:pt x="362" y="47"/>
                                    <a:pt x="362" y="48"/>
                                    <a:pt x="363" y="50"/>
                                  </a:cubicBezTo>
                                  <a:cubicBezTo>
                                    <a:pt x="363" y="50"/>
                                    <a:pt x="364" y="51"/>
                                    <a:pt x="364" y="51"/>
                                  </a:cubicBezTo>
                                  <a:cubicBezTo>
                                    <a:pt x="365" y="52"/>
                                    <a:pt x="365" y="52"/>
                                    <a:pt x="366" y="52"/>
                                  </a:cubicBezTo>
                                  <a:cubicBezTo>
                                    <a:pt x="367" y="52"/>
                                    <a:pt x="368" y="52"/>
                                    <a:pt x="369" y="53"/>
                                  </a:cubicBezTo>
                                  <a:cubicBezTo>
                                    <a:pt x="369" y="54"/>
                                    <a:pt x="369" y="54"/>
                                    <a:pt x="369" y="54"/>
                                  </a:cubicBezTo>
                                  <a:cubicBezTo>
                                    <a:pt x="370" y="54"/>
                                    <a:pt x="370" y="54"/>
                                    <a:pt x="370" y="54"/>
                                  </a:cubicBezTo>
                                  <a:cubicBezTo>
                                    <a:pt x="370" y="54"/>
                                    <a:pt x="370" y="54"/>
                                    <a:pt x="371" y="55"/>
                                  </a:cubicBezTo>
                                  <a:cubicBezTo>
                                    <a:pt x="372" y="56"/>
                                    <a:pt x="374" y="56"/>
                                    <a:pt x="376" y="56"/>
                                  </a:cubicBezTo>
                                  <a:cubicBezTo>
                                    <a:pt x="376" y="57"/>
                                    <a:pt x="376" y="56"/>
                                    <a:pt x="377" y="57"/>
                                  </a:cubicBezTo>
                                  <a:cubicBezTo>
                                    <a:pt x="377" y="57"/>
                                    <a:pt x="377" y="57"/>
                                    <a:pt x="377" y="57"/>
                                  </a:cubicBezTo>
                                  <a:cubicBezTo>
                                    <a:pt x="378" y="58"/>
                                    <a:pt x="377" y="60"/>
                                    <a:pt x="377" y="61"/>
                                  </a:cubicBezTo>
                                  <a:cubicBezTo>
                                    <a:pt x="377" y="61"/>
                                    <a:pt x="377" y="61"/>
                                    <a:pt x="378" y="61"/>
                                  </a:cubicBezTo>
                                  <a:cubicBezTo>
                                    <a:pt x="377" y="62"/>
                                    <a:pt x="378" y="62"/>
                                    <a:pt x="377" y="62"/>
                                  </a:cubicBezTo>
                                  <a:cubicBezTo>
                                    <a:pt x="377" y="61"/>
                                    <a:pt x="376" y="60"/>
                                    <a:pt x="376" y="58"/>
                                  </a:cubicBezTo>
                                  <a:cubicBezTo>
                                    <a:pt x="376" y="57"/>
                                    <a:pt x="376" y="57"/>
                                    <a:pt x="375" y="57"/>
                                  </a:cubicBezTo>
                                  <a:cubicBezTo>
                                    <a:pt x="374" y="58"/>
                                    <a:pt x="375" y="58"/>
                                    <a:pt x="375" y="58"/>
                                  </a:cubicBezTo>
                                  <a:cubicBezTo>
                                    <a:pt x="375" y="59"/>
                                    <a:pt x="376" y="60"/>
                                    <a:pt x="376" y="61"/>
                                  </a:cubicBezTo>
                                  <a:cubicBezTo>
                                    <a:pt x="376" y="61"/>
                                    <a:pt x="377" y="62"/>
                                    <a:pt x="376" y="62"/>
                                  </a:cubicBezTo>
                                  <a:cubicBezTo>
                                    <a:pt x="375" y="62"/>
                                    <a:pt x="375" y="61"/>
                                    <a:pt x="375" y="59"/>
                                  </a:cubicBezTo>
                                  <a:cubicBezTo>
                                    <a:pt x="375" y="59"/>
                                    <a:pt x="374" y="59"/>
                                    <a:pt x="374" y="59"/>
                                  </a:cubicBezTo>
                                  <a:cubicBezTo>
                                    <a:pt x="374" y="57"/>
                                    <a:pt x="374" y="57"/>
                                    <a:pt x="372" y="57"/>
                                  </a:cubicBezTo>
                                  <a:cubicBezTo>
                                    <a:pt x="372" y="57"/>
                                    <a:pt x="371" y="57"/>
                                    <a:pt x="371" y="57"/>
                                  </a:cubicBezTo>
                                  <a:cubicBezTo>
                                    <a:pt x="371" y="57"/>
                                    <a:pt x="371" y="57"/>
                                    <a:pt x="370" y="57"/>
                                  </a:cubicBezTo>
                                  <a:cubicBezTo>
                                    <a:pt x="370" y="57"/>
                                    <a:pt x="370" y="58"/>
                                    <a:pt x="370" y="58"/>
                                  </a:cubicBezTo>
                                  <a:cubicBezTo>
                                    <a:pt x="371" y="58"/>
                                    <a:pt x="371" y="59"/>
                                    <a:pt x="371" y="59"/>
                                  </a:cubicBezTo>
                                  <a:cubicBezTo>
                                    <a:pt x="371" y="60"/>
                                    <a:pt x="371" y="60"/>
                                    <a:pt x="372" y="61"/>
                                  </a:cubicBezTo>
                                  <a:cubicBezTo>
                                    <a:pt x="372" y="61"/>
                                    <a:pt x="372" y="61"/>
                                    <a:pt x="372" y="61"/>
                                  </a:cubicBezTo>
                                  <a:cubicBezTo>
                                    <a:pt x="372" y="62"/>
                                    <a:pt x="373" y="62"/>
                                    <a:pt x="373" y="63"/>
                                  </a:cubicBezTo>
                                  <a:cubicBezTo>
                                    <a:pt x="372" y="62"/>
                                    <a:pt x="371" y="62"/>
                                    <a:pt x="371" y="61"/>
                                  </a:cubicBezTo>
                                  <a:cubicBezTo>
                                    <a:pt x="371" y="59"/>
                                    <a:pt x="370" y="58"/>
                                    <a:pt x="369" y="57"/>
                                  </a:cubicBezTo>
                                  <a:cubicBezTo>
                                    <a:pt x="368" y="57"/>
                                    <a:pt x="368" y="56"/>
                                    <a:pt x="367" y="55"/>
                                  </a:cubicBezTo>
                                  <a:cubicBezTo>
                                    <a:pt x="367" y="55"/>
                                    <a:pt x="366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4" y="55"/>
                                  </a:cubicBezTo>
                                  <a:cubicBezTo>
                                    <a:pt x="364" y="54"/>
                                    <a:pt x="364" y="54"/>
                                    <a:pt x="364" y="54"/>
                                  </a:cubicBezTo>
                                  <a:cubicBezTo>
                                    <a:pt x="363" y="54"/>
                                    <a:pt x="362" y="55"/>
                                    <a:pt x="362" y="56"/>
                                  </a:cubicBezTo>
                                  <a:cubicBezTo>
                                    <a:pt x="362" y="56"/>
                                    <a:pt x="362" y="56"/>
                                    <a:pt x="362" y="57"/>
                                  </a:cubicBezTo>
                                  <a:cubicBezTo>
                                    <a:pt x="362" y="57"/>
                                    <a:pt x="362" y="57"/>
                                    <a:pt x="362" y="57"/>
                                  </a:cubicBezTo>
                                  <a:cubicBezTo>
                                    <a:pt x="361" y="58"/>
                                    <a:pt x="361" y="59"/>
                                    <a:pt x="362" y="59"/>
                                  </a:cubicBezTo>
                                  <a:cubicBezTo>
                                    <a:pt x="362" y="60"/>
                                    <a:pt x="363" y="60"/>
                                    <a:pt x="363" y="61"/>
                                  </a:cubicBezTo>
                                  <a:cubicBezTo>
                                    <a:pt x="363" y="61"/>
                                    <a:pt x="364" y="62"/>
                                    <a:pt x="363" y="62"/>
                                  </a:cubicBezTo>
                                  <a:cubicBezTo>
                                    <a:pt x="363" y="62"/>
                                    <a:pt x="363" y="62"/>
                                    <a:pt x="363" y="61"/>
                                  </a:cubicBezTo>
                                  <a:cubicBezTo>
                                    <a:pt x="363" y="61"/>
                                    <a:pt x="363" y="61"/>
                                    <a:pt x="363" y="61"/>
                                  </a:cubicBezTo>
                                  <a:cubicBezTo>
                                    <a:pt x="363" y="60"/>
                                    <a:pt x="362" y="60"/>
                                    <a:pt x="361" y="60"/>
                                  </a:cubicBezTo>
                                  <a:cubicBezTo>
                                    <a:pt x="360" y="59"/>
                                    <a:pt x="360" y="58"/>
                                    <a:pt x="360" y="57"/>
                                  </a:cubicBezTo>
                                  <a:cubicBezTo>
                                    <a:pt x="361" y="57"/>
                                    <a:pt x="361" y="56"/>
                                    <a:pt x="360" y="55"/>
                                  </a:cubicBezTo>
                                  <a:cubicBezTo>
                                    <a:pt x="360" y="55"/>
                                    <a:pt x="360" y="54"/>
                                    <a:pt x="359" y="54"/>
                                  </a:cubicBezTo>
                                  <a:cubicBezTo>
                                    <a:pt x="359" y="53"/>
                                    <a:pt x="358" y="52"/>
                                    <a:pt x="357" y="53"/>
                                  </a:cubicBezTo>
                                  <a:cubicBezTo>
                                    <a:pt x="357" y="53"/>
                                    <a:pt x="357" y="54"/>
                                    <a:pt x="357" y="53"/>
                                  </a:cubicBezTo>
                                  <a:cubicBezTo>
                                    <a:pt x="357" y="53"/>
                                    <a:pt x="356" y="54"/>
                                    <a:pt x="356" y="53"/>
                                  </a:cubicBezTo>
                                  <a:cubicBezTo>
                                    <a:pt x="356" y="52"/>
                                    <a:pt x="355" y="52"/>
                                    <a:pt x="355" y="52"/>
                                  </a:cubicBezTo>
                                  <a:cubicBezTo>
                                    <a:pt x="353" y="53"/>
                                    <a:pt x="352" y="54"/>
                                    <a:pt x="350" y="54"/>
                                  </a:cubicBezTo>
                                  <a:cubicBezTo>
                                    <a:pt x="348" y="55"/>
                                    <a:pt x="348" y="57"/>
                                    <a:pt x="348" y="59"/>
                                  </a:cubicBezTo>
                                  <a:cubicBezTo>
                                    <a:pt x="348" y="59"/>
                                    <a:pt x="348" y="59"/>
                                    <a:pt x="348" y="60"/>
                                  </a:cubicBezTo>
                                  <a:cubicBezTo>
                                    <a:pt x="348" y="61"/>
                                    <a:pt x="348" y="62"/>
                                    <a:pt x="349" y="63"/>
                                  </a:cubicBezTo>
                                  <a:cubicBezTo>
                                    <a:pt x="349" y="63"/>
                                    <a:pt x="349" y="64"/>
                                    <a:pt x="349" y="65"/>
                                  </a:cubicBezTo>
                                  <a:cubicBezTo>
                                    <a:pt x="349" y="65"/>
                                    <a:pt x="349" y="66"/>
                                    <a:pt x="348" y="65"/>
                                  </a:cubicBezTo>
                                  <a:cubicBezTo>
                                    <a:pt x="349" y="63"/>
                                    <a:pt x="348" y="62"/>
                                    <a:pt x="347" y="61"/>
                                  </a:cubicBezTo>
                                  <a:cubicBezTo>
                                    <a:pt x="347" y="60"/>
                                    <a:pt x="347" y="60"/>
                                    <a:pt x="346" y="60"/>
                                  </a:cubicBezTo>
                                  <a:cubicBezTo>
                                    <a:pt x="346" y="60"/>
                                    <a:pt x="346" y="60"/>
                                    <a:pt x="346" y="61"/>
                                  </a:cubicBezTo>
                                  <a:cubicBezTo>
                                    <a:pt x="346" y="61"/>
                                    <a:pt x="346" y="61"/>
                                    <a:pt x="346" y="62"/>
                                  </a:cubicBezTo>
                                  <a:cubicBezTo>
                                    <a:pt x="347" y="62"/>
                                    <a:pt x="347" y="63"/>
                                    <a:pt x="347" y="64"/>
                                  </a:cubicBezTo>
                                  <a:cubicBezTo>
                                    <a:pt x="346" y="64"/>
                                    <a:pt x="346" y="65"/>
                                    <a:pt x="346" y="66"/>
                                  </a:cubicBezTo>
                                  <a:cubicBezTo>
                                    <a:pt x="345" y="66"/>
                                    <a:pt x="346" y="65"/>
                                    <a:pt x="345" y="65"/>
                                  </a:cubicBezTo>
                                  <a:cubicBezTo>
                                    <a:pt x="344" y="64"/>
                                    <a:pt x="344" y="63"/>
                                    <a:pt x="343" y="62"/>
                                  </a:cubicBezTo>
                                  <a:cubicBezTo>
                                    <a:pt x="343" y="62"/>
                                    <a:pt x="343" y="61"/>
                                    <a:pt x="343" y="61"/>
                                  </a:cubicBezTo>
                                  <a:cubicBezTo>
                                    <a:pt x="342" y="61"/>
                                    <a:pt x="342" y="61"/>
                                    <a:pt x="341" y="61"/>
                                  </a:cubicBezTo>
                                  <a:cubicBezTo>
                                    <a:pt x="340" y="62"/>
                                    <a:pt x="337" y="62"/>
                                    <a:pt x="337" y="64"/>
                                  </a:cubicBezTo>
                                  <a:cubicBezTo>
                                    <a:pt x="337" y="64"/>
                                    <a:pt x="336" y="64"/>
                                    <a:pt x="336" y="65"/>
                                  </a:cubicBezTo>
                                  <a:cubicBezTo>
                                    <a:pt x="335" y="65"/>
                                    <a:pt x="334" y="66"/>
                                    <a:pt x="334" y="67"/>
                                  </a:cubicBezTo>
                                  <a:cubicBezTo>
                                    <a:pt x="334" y="68"/>
                                    <a:pt x="334" y="68"/>
                                    <a:pt x="333" y="68"/>
                                  </a:cubicBezTo>
                                  <a:cubicBezTo>
                                    <a:pt x="332" y="67"/>
                                    <a:pt x="332" y="68"/>
                                    <a:pt x="331" y="69"/>
                                  </a:cubicBezTo>
                                  <a:cubicBezTo>
                                    <a:pt x="330" y="70"/>
                                    <a:pt x="330" y="71"/>
                                    <a:pt x="330" y="72"/>
                                  </a:cubicBezTo>
                                  <a:cubicBezTo>
                                    <a:pt x="330" y="73"/>
                                    <a:pt x="329" y="73"/>
                                    <a:pt x="329" y="74"/>
                                  </a:cubicBezTo>
                                  <a:cubicBezTo>
                                    <a:pt x="329" y="75"/>
                                    <a:pt x="330" y="74"/>
                                    <a:pt x="330" y="75"/>
                                  </a:cubicBezTo>
                                  <a:cubicBezTo>
                                    <a:pt x="330" y="75"/>
                                    <a:pt x="330" y="75"/>
                                    <a:pt x="330" y="75"/>
                                  </a:cubicBezTo>
                                  <a:cubicBezTo>
                                    <a:pt x="330" y="75"/>
                                    <a:pt x="330" y="75"/>
                                    <a:pt x="330" y="75"/>
                                  </a:cubicBezTo>
                                  <a:cubicBezTo>
                                    <a:pt x="331" y="75"/>
                                    <a:pt x="331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7"/>
                                    <a:pt x="332" y="77"/>
                                  </a:cubicBezTo>
                                  <a:cubicBezTo>
                                    <a:pt x="332" y="77"/>
                                    <a:pt x="332" y="77"/>
                                    <a:pt x="332" y="77"/>
                                  </a:cubicBezTo>
                                  <a:cubicBezTo>
                                    <a:pt x="333" y="78"/>
                                    <a:pt x="332" y="78"/>
                                    <a:pt x="333" y="79"/>
                                  </a:cubicBezTo>
                                  <a:cubicBezTo>
                                    <a:pt x="333" y="79"/>
                                    <a:pt x="333" y="77"/>
                                    <a:pt x="334" y="78"/>
                                  </a:cubicBezTo>
                                  <a:cubicBezTo>
                                    <a:pt x="334" y="78"/>
                                    <a:pt x="335" y="78"/>
                                    <a:pt x="335" y="78"/>
                                  </a:cubicBezTo>
                                  <a:cubicBezTo>
                                    <a:pt x="335" y="77"/>
                                    <a:pt x="335" y="77"/>
                                    <a:pt x="335" y="76"/>
                                  </a:cubicBezTo>
                                  <a:cubicBezTo>
                                    <a:pt x="335" y="75"/>
                                    <a:pt x="335" y="74"/>
                                    <a:pt x="336" y="73"/>
                                  </a:cubicBezTo>
                                  <a:cubicBezTo>
                                    <a:pt x="337" y="73"/>
                                    <a:pt x="337" y="73"/>
                                    <a:pt x="337" y="73"/>
                                  </a:cubicBezTo>
                                  <a:cubicBezTo>
                                    <a:pt x="337" y="73"/>
                                    <a:pt x="337" y="72"/>
                                    <a:pt x="337" y="72"/>
                                  </a:cubicBezTo>
                                  <a:cubicBezTo>
                                    <a:pt x="338" y="72"/>
                                    <a:pt x="338" y="72"/>
                                    <a:pt x="338" y="73"/>
                                  </a:cubicBezTo>
                                  <a:cubicBezTo>
                                    <a:pt x="338" y="73"/>
                                    <a:pt x="338" y="73"/>
                                    <a:pt x="339" y="73"/>
                                  </a:cubicBezTo>
                                  <a:cubicBezTo>
                                    <a:pt x="339" y="73"/>
                                    <a:pt x="339" y="73"/>
                                    <a:pt x="339" y="73"/>
                                  </a:cubicBezTo>
                                  <a:cubicBezTo>
                                    <a:pt x="339" y="72"/>
                                    <a:pt x="339" y="71"/>
                                    <a:pt x="340" y="71"/>
                                  </a:cubicBezTo>
                                  <a:cubicBezTo>
                                    <a:pt x="341" y="71"/>
                                    <a:pt x="341" y="72"/>
                                    <a:pt x="340" y="72"/>
                                  </a:cubicBezTo>
                                  <a:cubicBezTo>
                                    <a:pt x="340" y="73"/>
                                    <a:pt x="341" y="73"/>
                                    <a:pt x="342" y="74"/>
                                  </a:cubicBezTo>
                                  <a:cubicBezTo>
                                    <a:pt x="342" y="73"/>
                                    <a:pt x="343" y="74"/>
                                    <a:pt x="344" y="74"/>
                                  </a:cubicBezTo>
                                  <a:cubicBezTo>
                                    <a:pt x="344" y="74"/>
                                    <a:pt x="344" y="75"/>
                                    <a:pt x="344" y="75"/>
                                  </a:cubicBezTo>
                                  <a:cubicBezTo>
                                    <a:pt x="342" y="75"/>
                                    <a:pt x="342" y="77"/>
                                    <a:pt x="340" y="78"/>
                                  </a:cubicBezTo>
                                  <a:cubicBezTo>
                                    <a:pt x="340" y="78"/>
                                    <a:pt x="340" y="78"/>
                                    <a:pt x="340" y="78"/>
                                  </a:cubicBezTo>
                                  <a:cubicBezTo>
                                    <a:pt x="339" y="79"/>
                                    <a:pt x="338" y="80"/>
                                    <a:pt x="337" y="81"/>
                                  </a:cubicBezTo>
                                  <a:cubicBezTo>
                                    <a:pt x="336" y="81"/>
                                    <a:pt x="336" y="83"/>
                                    <a:pt x="337" y="84"/>
                                  </a:cubicBezTo>
                                  <a:cubicBezTo>
                                    <a:pt x="338" y="84"/>
                                    <a:pt x="338" y="84"/>
                                    <a:pt x="339" y="84"/>
                                  </a:cubicBezTo>
                                  <a:cubicBezTo>
                                    <a:pt x="338" y="85"/>
                                    <a:pt x="338" y="84"/>
                                    <a:pt x="338" y="85"/>
                                  </a:cubicBezTo>
                                  <a:cubicBezTo>
                                    <a:pt x="338" y="85"/>
                                    <a:pt x="339" y="86"/>
                                    <a:pt x="339" y="85"/>
                                  </a:cubicBezTo>
                                  <a:cubicBezTo>
                                    <a:pt x="340" y="84"/>
                                    <a:pt x="341" y="84"/>
                                    <a:pt x="342" y="83"/>
                                  </a:cubicBezTo>
                                  <a:cubicBezTo>
                                    <a:pt x="342" y="83"/>
                                    <a:pt x="343" y="83"/>
                                    <a:pt x="343" y="83"/>
                                  </a:cubicBezTo>
                                  <a:cubicBezTo>
                                    <a:pt x="343" y="82"/>
                                    <a:pt x="344" y="82"/>
                                    <a:pt x="345" y="81"/>
                                  </a:cubicBezTo>
                                  <a:cubicBezTo>
                                    <a:pt x="345" y="81"/>
                                    <a:pt x="346" y="81"/>
                                    <a:pt x="346" y="80"/>
                                  </a:cubicBezTo>
                                  <a:cubicBezTo>
                                    <a:pt x="347" y="79"/>
                                    <a:pt x="349" y="77"/>
                                    <a:pt x="351" y="77"/>
                                  </a:cubicBezTo>
                                  <a:cubicBezTo>
                                    <a:pt x="352" y="77"/>
                                    <a:pt x="353" y="77"/>
                                    <a:pt x="353" y="76"/>
                                  </a:cubicBezTo>
                                  <a:cubicBezTo>
                                    <a:pt x="354" y="76"/>
                                    <a:pt x="353" y="77"/>
                                    <a:pt x="353" y="77"/>
                                  </a:cubicBezTo>
                                  <a:cubicBezTo>
                                    <a:pt x="353" y="77"/>
                                    <a:pt x="354" y="78"/>
                                    <a:pt x="354" y="78"/>
                                  </a:cubicBezTo>
                                  <a:cubicBezTo>
                                    <a:pt x="355" y="77"/>
                                    <a:pt x="356" y="78"/>
                                    <a:pt x="358" y="78"/>
                                  </a:cubicBezTo>
                                  <a:cubicBezTo>
                                    <a:pt x="358" y="79"/>
                                    <a:pt x="359" y="79"/>
                                    <a:pt x="359" y="79"/>
                                  </a:cubicBezTo>
                                  <a:cubicBezTo>
                                    <a:pt x="359" y="79"/>
                                    <a:pt x="360" y="80"/>
                                    <a:pt x="360" y="80"/>
                                  </a:cubicBezTo>
                                  <a:cubicBezTo>
                                    <a:pt x="359" y="81"/>
                                    <a:pt x="359" y="80"/>
                                    <a:pt x="358" y="80"/>
                                  </a:cubicBezTo>
                                  <a:cubicBezTo>
                                    <a:pt x="357" y="79"/>
                                    <a:pt x="357" y="79"/>
                                    <a:pt x="356" y="79"/>
                                  </a:cubicBezTo>
                                  <a:cubicBezTo>
                                    <a:pt x="356" y="79"/>
                                    <a:pt x="355" y="79"/>
                                    <a:pt x="355" y="79"/>
                                  </a:cubicBezTo>
                                  <a:cubicBezTo>
                                    <a:pt x="355" y="78"/>
                                    <a:pt x="355" y="78"/>
                                    <a:pt x="354" y="79"/>
                                  </a:cubicBezTo>
                                  <a:cubicBezTo>
                                    <a:pt x="352" y="79"/>
                                    <a:pt x="351" y="79"/>
                                    <a:pt x="349" y="80"/>
                                  </a:cubicBezTo>
                                  <a:cubicBezTo>
                                    <a:pt x="348" y="81"/>
                                    <a:pt x="348" y="81"/>
                                    <a:pt x="349" y="81"/>
                                  </a:cubicBezTo>
                                  <a:cubicBezTo>
                                    <a:pt x="349" y="81"/>
                                    <a:pt x="350" y="81"/>
                                    <a:pt x="349" y="82"/>
                                  </a:cubicBezTo>
                                  <a:cubicBezTo>
                                    <a:pt x="349" y="82"/>
                                    <a:pt x="348" y="81"/>
                                    <a:pt x="348" y="82"/>
                                  </a:cubicBezTo>
                                  <a:cubicBezTo>
                                    <a:pt x="347" y="83"/>
                                    <a:pt x="346" y="83"/>
                                    <a:pt x="346" y="84"/>
                                  </a:cubicBezTo>
                                  <a:cubicBezTo>
                                    <a:pt x="345" y="85"/>
                                    <a:pt x="344" y="86"/>
                                    <a:pt x="343" y="87"/>
                                  </a:cubicBezTo>
                                  <a:cubicBezTo>
                                    <a:pt x="342" y="87"/>
                                    <a:pt x="342" y="87"/>
                                    <a:pt x="342" y="88"/>
                                  </a:cubicBezTo>
                                  <a:cubicBezTo>
                                    <a:pt x="342" y="88"/>
                                    <a:pt x="342" y="89"/>
                                    <a:pt x="343" y="89"/>
                                  </a:cubicBezTo>
                                  <a:cubicBezTo>
                                    <a:pt x="343" y="89"/>
                                    <a:pt x="344" y="89"/>
                                    <a:pt x="345" y="90"/>
                                  </a:cubicBezTo>
                                  <a:cubicBezTo>
                                    <a:pt x="345" y="91"/>
                                    <a:pt x="346" y="91"/>
                                    <a:pt x="347" y="91"/>
                                  </a:cubicBezTo>
                                  <a:cubicBezTo>
                                    <a:pt x="348" y="91"/>
                                    <a:pt x="348" y="91"/>
                                    <a:pt x="348" y="91"/>
                                  </a:cubicBezTo>
                                  <a:cubicBezTo>
                                    <a:pt x="348" y="91"/>
                                    <a:pt x="349" y="91"/>
                                    <a:pt x="348" y="91"/>
                                  </a:cubicBezTo>
                                  <a:cubicBezTo>
                                    <a:pt x="347" y="91"/>
                                    <a:pt x="347" y="92"/>
                                    <a:pt x="346" y="92"/>
                                  </a:cubicBezTo>
                                  <a:cubicBezTo>
                                    <a:pt x="345" y="93"/>
                                    <a:pt x="344" y="93"/>
                                    <a:pt x="343" y="91"/>
                                  </a:cubicBezTo>
                                  <a:cubicBezTo>
                                    <a:pt x="343" y="91"/>
                                    <a:pt x="342" y="91"/>
                                    <a:pt x="342" y="91"/>
                                  </a:cubicBezTo>
                                  <a:cubicBezTo>
                                    <a:pt x="340" y="92"/>
                                    <a:pt x="339" y="94"/>
                                    <a:pt x="340" y="96"/>
                                  </a:cubicBezTo>
                                  <a:cubicBezTo>
                                    <a:pt x="340" y="96"/>
                                    <a:pt x="339" y="97"/>
                                    <a:pt x="340" y="97"/>
                                  </a:cubicBezTo>
                                  <a:cubicBezTo>
                                    <a:pt x="340" y="99"/>
                                    <a:pt x="341" y="101"/>
                                    <a:pt x="342" y="101"/>
                                  </a:cubicBezTo>
                                  <a:cubicBezTo>
                                    <a:pt x="343" y="101"/>
                                    <a:pt x="344" y="101"/>
                                    <a:pt x="344" y="101"/>
                                  </a:cubicBezTo>
                                  <a:cubicBezTo>
                                    <a:pt x="345" y="101"/>
                                    <a:pt x="346" y="101"/>
                                    <a:pt x="347" y="101"/>
                                  </a:cubicBezTo>
                                  <a:cubicBezTo>
                                    <a:pt x="348" y="100"/>
                                    <a:pt x="349" y="100"/>
                                    <a:pt x="350" y="99"/>
                                  </a:cubicBezTo>
                                  <a:cubicBezTo>
                                    <a:pt x="350" y="99"/>
                                    <a:pt x="351" y="100"/>
                                    <a:pt x="351" y="99"/>
                                  </a:cubicBezTo>
                                  <a:cubicBezTo>
                                    <a:pt x="352" y="99"/>
                                    <a:pt x="353" y="99"/>
                                    <a:pt x="354" y="98"/>
                                  </a:cubicBezTo>
                                  <a:cubicBezTo>
                                    <a:pt x="354" y="99"/>
                                    <a:pt x="355" y="99"/>
                                    <a:pt x="355" y="99"/>
                                  </a:cubicBezTo>
                                  <a:cubicBezTo>
                                    <a:pt x="355" y="99"/>
                                    <a:pt x="355" y="99"/>
                                    <a:pt x="356" y="99"/>
                                  </a:cubicBezTo>
                                  <a:cubicBezTo>
                                    <a:pt x="356" y="99"/>
                                    <a:pt x="356" y="99"/>
                                    <a:pt x="356" y="99"/>
                                  </a:cubicBezTo>
                                  <a:cubicBezTo>
                                    <a:pt x="356" y="99"/>
                                    <a:pt x="356" y="99"/>
                                    <a:pt x="356" y="99"/>
                                  </a:cubicBezTo>
                                  <a:cubicBezTo>
                                    <a:pt x="356" y="99"/>
                                    <a:pt x="357" y="99"/>
                                    <a:pt x="357" y="99"/>
                                  </a:cubicBezTo>
                                  <a:cubicBezTo>
                                    <a:pt x="357" y="99"/>
                                    <a:pt x="357" y="99"/>
                                    <a:pt x="357" y="99"/>
                                  </a:cubicBezTo>
                                  <a:cubicBezTo>
                                    <a:pt x="357" y="99"/>
                                    <a:pt x="357" y="99"/>
                                    <a:pt x="357" y="99"/>
                                  </a:cubicBezTo>
                                  <a:cubicBezTo>
                                    <a:pt x="358" y="99"/>
                                    <a:pt x="358" y="99"/>
                                    <a:pt x="359" y="99"/>
                                  </a:cubicBezTo>
                                  <a:cubicBezTo>
                                    <a:pt x="360" y="98"/>
                                    <a:pt x="361" y="98"/>
                                    <a:pt x="362" y="97"/>
                                  </a:cubicBezTo>
                                  <a:cubicBezTo>
                                    <a:pt x="363" y="97"/>
                                    <a:pt x="364" y="97"/>
                                    <a:pt x="364" y="96"/>
                                  </a:cubicBezTo>
                                  <a:cubicBezTo>
                                    <a:pt x="366" y="96"/>
                                    <a:pt x="366" y="95"/>
                                    <a:pt x="367" y="95"/>
                                  </a:cubicBezTo>
                                  <a:cubicBezTo>
                                    <a:pt x="367" y="94"/>
                                    <a:pt x="368" y="93"/>
                                    <a:pt x="368" y="92"/>
                                  </a:cubicBezTo>
                                  <a:cubicBezTo>
                                    <a:pt x="369" y="91"/>
                                    <a:pt x="371" y="91"/>
                                    <a:pt x="372" y="90"/>
                                  </a:cubicBezTo>
                                  <a:cubicBezTo>
                                    <a:pt x="373" y="89"/>
                                    <a:pt x="374" y="89"/>
                                    <a:pt x="376" y="88"/>
                                  </a:cubicBezTo>
                                  <a:cubicBezTo>
                                    <a:pt x="375" y="89"/>
                                    <a:pt x="376" y="89"/>
                                    <a:pt x="377" y="89"/>
                                  </a:cubicBezTo>
                                  <a:cubicBezTo>
                                    <a:pt x="375" y="91"/>
                                    <a:pt x="374" y="91"/>
                                    <a:pt x="372" y="93"/>
                                  </a:cubicBezTo>
                                  <a:cubicBezTo>
                                    <a:pt x="371" y="94"/>
                                    <a:pt x="370" y="94"/>
                                    <a:pt x="369" y="96"/>
                                  </a:cubicBezTo>
                                  <a:cubicBezTo>
                                    <a:pt x="369" y="96"/>
                                    <a:pt x="369" y="96"/>
                                    <a:pt x="369" y="97"/>
                                  </a:cubicBezTo>
                                  <a:cubicBezTo>
                                    <a:pt x="369" y="97"/>
                                    <a:pt x="369" y="98"/>
                                    <a:pt x="369" y="98"/>
                                  </a:cubicBezTo>
                                  <a:cubicBezTo>
                                    <a:pt x="367" y="98"/>
                                    <a:pt x="365" y="100"/>
                                    <a:pt x="364" y="101"/>
                                  </a:cubicBezTo>
                                  <a:cubicBezTo>
                                    <a:pt x="364" y="101"/>
                                    <a:pt x="363" y="101"/>
                                    <a:pt x="363" y="101"/>
                                  </a:cubicBezTo>
                                  <a:cubicBezTo>
                                    <a:pt x="362" y="101"/>
                                    <a:pt x="361" y="101"/>
                                    <a:pt x="361" y="102"/>
                                  </a:cubicBezTo>
                                  <a:cubicBezTo>
                                    <a:pt x="359" y="102"/>
                                    <a:pt x="357" y="102"/>
                                    <a:pt x="356" y="101"/>
                                  </a:cubicBezTo>
                                  <a:cubicBezTo>
                                    <a:pt x="355" y="101"/>
                                    <a:pt x="354" y="101"/>
                                    <a:pt x="353" y="101"/>
                                  </a:cubicBezTo>
                                  <a:cubicBezTo>
                                    <a:pt x="353" y="101"/>
                                    <a:pt x="353" y="101"/>
                                    <a:pt x="353" y="101"/>
                                  </a:cubicBezTo>
                                  <a:cubicBezTo>
                                    <a:pt x="352" y="101"/>
                                    <a:pt x="352" y="102"/>
                                    <a:pt x="351" y="102"/>
                                  </a:cubicBezTo>
                                  <a:cubicBezTo>
                                    <a:pt x="349" y="102"/>
                                    <a:pt x="348" y="103"/>
                                    <a:pt x="346" y="104"/>
                                  </a:cubicBezTo>
                                  <a:cubicBezTo>
                                    <a:pt x="345" y="105"/>
                                    <a:pt x="345" y="106"/>
                                    <a:pt x="346" y="107"/>
                                  </a:cubicBezTo>
                                  <a:cubicBezTo>
                                    <a:pt x="346" y="108"/>
                                    <a:pt x="347" y="109"/>
                                    <a:pt x="348" y="109"/>
                                  </a:cubicBezTo>
                                  <a:cubicBezTo>
                                    <a:pt x="349" y="110"/>
                                    <a:pt x="350" y="111"/>
                                    <a:pt x="351" y="112"/>
                                  </a:cubicBezTo>
                                  <a:cubicBezTo>
                                    <a:pt x="352" y="113"/>
                                    <a:pt x="352" y="115"/>
                                    <a:pt x="354" y="115"/>
                                  </a:cubicBezTo>
                                  <a:cubicBezTo>
                                    <a:pt x="355" y="115"/>
                                    <a:pt x="355" y="115"/>
                                    <a:pt x="355" y="115"/>
                                  </a:cubicBezTo>
                                  <a:cubicBezTo>
                                    <a:pt x="355" y="115"/>
                                    <a:pt x="356" y="116"/>
                                    <a:pt x="356" y="116"/>
                                  </a:cubicBezTo>
                                  <a:cubicBezTo>
                                    <a:pt x="356" y="116"/>
                                    <a:pt x="356" y="116"/>
                                    <a:pt x="357" y="116"/>
                                  </a:cubicBezTo>
                                  <a:cubicBezTo>
                                    <a:pt x="357" y="117"/>
                                    <a:pt x="359" y="117"/>
                                    <a:pt x="360" y="117"/>
                                  </a:cubicBezTo>
                                  <a:cubicBezTo>
                                    <a:pt x="361" y="116"/>
                                    <a:pt x="361" y="114"/>
                                    <a:pt x="361" y="113"/>
                                  </a:cubicBezTo>
                                  <a:cubicBezTo>
                                    <a:pt x="361" y="112"/>
                                    <a:pt x="362" y="112"/>
                                    <a:pt x="362" y="111"/>
                                  </a:cubicBezTo>
                                  <a:cubicBezTo>
                                    <a:pt x="363" y="111"/>
                                    <a:pt x="363" y="110"/>
                                    <a:pt x="363" y="109"/>
                                  </a:cubicBezTo>
                                  <a:cubicBezTo>
                                    <a:pt x="364" y="109"/>
                                    <a:pt x="364" y="109"/>
                                    <a:pt x="364" y="108"/>
                                  </a:cubicBezTo>
                                  <a:cubicBezTo>
                                    <a:pt x="365" y="107"/>
                                    <a:pt x="365" y="107"/>
                                    <a:pt x="365" y="106"/>
                                  </a:cubicBezTo>
                                  <a:cubicBezTo>
                                    <a:pt x="365" y="106"/>
                                    <a:pt x="365" y="106"/>
                                    <a:pt x="365" y="106"/>
                                  </a:cubicBezTo>
                                  <a:cubicBezTo>
                                    <a:pt x="367" y="104"/>
                                    <a:pt x="368" y="101"/>
                                    <a:pt x="370" y="100"/>
                                  </a:cubicBezTo>
                                  <a:cubicBezTo>
                                    <a:pt x="370" y="100"/>
                                    <a:pt x="371" y="99"/>
                                    <a:pt x="371" y="99"/>
                                  </a:cubicBezTo>
                                  <a:cubicBezTo>
                                    <a:pt x="372" y="99"/>
                                    <a:pt x="372" y="99"/>
                                    <a:pt x="372" y="99"/>
                                  </a:cubicBezTo>
                                  <a:cubicBezTo>
                                    <a:pt x="373" y="100"/>
                                    <a:pt x="374" y="99"/>
                                    <a:pt x="376" y="99"/>
                                  </a:cubicBezTo>
                                  <a:cubicBezTo>
                                    <a:pt x="376" y="99"/>
                                    <a:pt x="376" y="98"/>
                                    <a:pt x="377" y="98"/>
                                  </a:cubicBezTo>
                                  <a:cubicBezTo>
                                    <a:pt x="378" y="98"/>
                                    <a:pt x="379" y="97"/>
                                    <a:pt x="380" y="98"/>
                                  </a:cubicBezTo>
                                  <a:cubicBezTo>
                                    <a:pt x="380" y="98"/>
                                    <a:pt x="380" y="98"/>
                                    <a:pt x="381" y="98"/>
                                  </a:cubicBezTo>
                                  <a:cubicBezTo>
                                    <a:pt x="381" y="97"/>
                                    <a:pt x="381" y="97"/>
                                    <a:pt x="382" y="97"/>
                                  </a:cubicBezTo>
                                  <a:cubicBezTo>
                                    <a:pt x="383" y="97"/>
                                    <a:pt x="384" y="97"/>
                                    <a:pt x="385" y="96"/>
                                  </a:cubicBezTo>
                                  <a:cubicBezTo>
                                    <a:pt x="386" y="96"/>
                                    <a:pt x="387" y="96"/>
                                    <a:pt x="387" y="96"/>
                                  </a:cubicBezTo>
                                  <a:cubicBezTo>
                                    <a:pt x="388" y="95"/>
                                    <a:pt x="389" y="94"/>
                                    <a:pt x="391" y="94"/>
                                  </a:cubicBezTo>
                                  <a:cubicBezTo>
                                    <a:pt x="392" y="94"/>
                                    <a:pt x="392" y="94"/>
                                    <a:pt x="392" y="94"/>
                                  </a:cubicBezTo>
                                  <a:cubicBezTo>
                                    <a:pt x="393" y="94"/>
                                    <a:pt x="392" y="95"/>
                                    <a:pt x="392" y="95"/>
                                  </a:cubicBezTo>
                                  <a:cubicBezTo>
                                    <a:pt x="392" y="95"/>
                                    <a:pt x="392" y="95"/>
                                    <a:pt x="392" y="96"/>
                                  </a:cubicBezTo>
                                  <a:cubicBezTo>
                                    <a:pt x="391" y="95"/>
                                    <a:pt x="390" y="95"/>
                                    <a:pt x="390" y="96"/>
                                  </a:cubicBezTo>
                                  <a:cubicBezTo>
                                    <a:pt x="390" y="96"/>
                                    <a:pt x="389" y="96"/>
                                    <a:pt x="389" y="96"/>
                                  </a:cubicBezTo>
                                  <a:cubicBezTo>
                                    <a:pt x="387" y="96"/>
                                    <a:pt x="386" y="97"/>
                                    <a:pt x="385" y="98"/>
                                  </a:cubicBezTo>
                                  <a:cubicBezTo>
                                    <a:pt x="383" y="99"/>
                                    <a:pt x="380" y="99"/>
                                    <a:pt x="378" y="100"/>
                                  </a:cubicBezTo>
                                  <a:cubicBezTo>
                                    <a:pt x="377" y="100"/>
                                    <a:pt x="376" y="101"/>
                                    <a:pt x="375" y="100"/>
                                  </a:cubicBezTo>
                                  <a:cubicBezTo>
                                    <a:pt x="375" y="100"/>
                                    <a:pt x="375" y="100"/>
                                    <a:pt x="375" y="100"/>
                                  </a:cubicBezTo>
                                  <a:cubicBezTo>
                                    <a:pt x="374" y="101"/>
                                    <a:pt x="374" y="101"/>
                                    <a:pt x="373" y="101"/>
                                  </a:cubicBezTo>
                                  <a:cubicBezTo>
                                    <a:pt x="371" y="102"/>
                                    <a:pt x="370" y="103"/>
                                    <a:pt x="369" y="104"/>
                                  </a:cubicBezTo>
                                  <a:cubicBezTo>
                                    <a:pt x="368" y="106"/>
                                    <a:pt x="367" y="109"/>
                                    <a:pt x="366" y="111"/>
                                  </a:cubicBezTo>
                                  <a:cubicBezTo>
                                    <a:pt x="365" y="112"/>
                                    <a:pt x="364" y="114"/>
                                    <a:pt x="364" y="116"/>
                                  </a:cubicBezTo>
                                  <a:cubicBezTo>
                                    <a:pt x="364" y="116"/>
                                    <a:pt x="363" y="117"/>
                                    <a:pt x="363" y="118"/>
                                  </a:cubicBezTo>
                                  <a:cubicBezTo>
                                    <a:pt x="363" y="118"/>
                                    <a:pt x="363" y="118"/>
                                    <a:pt x="364" y="119"/>
                                  </a:cubicBezTo>
                                  <a:cubicBezTo>
                                    <a:pt x="365" y="119"/>
                                    <a:pt x="366" y="120"/>
                                    <a:pt x="367" y="120"/>
                                  </a:cubicBezTo>
                                  <a:cubicBezTo>
                                    <a:pt x="368" y="121"/>
                                    <a:pt x="369" y="121"/>
                                    <a:pt x="369" y="119"/>
                                  </a:cubicBezTo>
                                  <a:cubicBezTo>
                                    <a:pt x="369" y="118"/>
                                    <a:pt x="370" y="118"/>
                                    <a:pt x="371" y="117"/>
                                  </a:cubicBezTo>
                                  <a:cubicBezTo>
                                    <a:pt x="370" y="118"/>
                                    <a:pt x="370" y="119"/>
                                    <a:pt x="370" y="119"/>
                                  </a:cubicBezTo>
                                  <a:cubicBezTo>
                                    <a:pt x="369" y="120"/>
                                    <a:pt x="369" y="120"/>
                                    <a:pt x="369" y="121"/>
                                  </a:cubicBezTo>
                                  <a:cubicBezTo>
                                    <a:pt x="369" y="121"/>
                                    <a:pt x="370" y="121"/>
                                    <a:pt x="370" y="121"/>
                                  </a:cubicBezTo>
                                  <a:cubicBezTo>
                                    <a:pt x="371" y="121"/>
                                    <a:pt x="372" y="121"/>
                                    <a:pt x="372" y="121"/>
                                  </a:cubicBezTo>
                                  <a:cubicBezTo>
                                    <a:pt x="374" y="122"/>
                                    <a:pt x="375" y="121"/>
                                    <a:pt x="377" y="121"/>
                                  </a:cubicBezTo>
                                  <a:cubicBezTo>
                                    <a:pt x="378" y="122"/>
                                    <a:pt x="380" y="122"/>
                                    <a:pt x="381" y="121"/>
                                  </a:cubicBezTo>
                                  <a:cubicBezTo>
                                    <a:pt x="381" y="121"/>
                                    <a:pt x="381" y="121"/>
                                    <a:pt x="381" y="121"/>
                                  </a:cubicBezTo>
                                  <a:cubicBezTo>
                                    <a:pt x="383" y="121"/>
                                    <a:pt x="382" y="120"/>
                                    <a:pt x="383" y="119"/>
                                  </a:cubicBezTo>
                                  <a:cubicBezTo>
                                    <a:pt x="383" y="118"/>
                                    <a:pt x="384" y="117"/>
                                    <a:pt x="383" y="116"/>
                                  </a:cubicBezTo>
                                  <a:cubicBezTo>
                                    <a:pt x="383" y="115"/>
                                    <a:pt x="383" y="115"/>
                                    <a:pt x="383" y="114"/>
                                  </a:cubicBezTo>
                                  <a:cubicBezTo>
                                    <a:pt x="383" y="113"/>
                                    <a:pt x="383" y="112"/>
                                    <a:pt x="384" y="112"/>
                                  </a:cubicBezTo>
                                  <a:cubicBezTo>
                                    <a:pt x="385" y="111"/>
                                    <a:pt x="386" y="110"/>
                                    <a:pt x="386" y="108"/>
                                  </a:cubicBezTo>
                                  <a:cubicBezTo>
                                    <a:pt x="388" y="109"/>
                                    <a:pt x="387" y="110"/>
                                    <a:pt x="387" y="111"/>
                                  </a:cubicBezTo>
                                  <a:cubicBezTo>
                                    <a:pt x="386" y="111"/>
                                    <a:pt x="386" y="112"/>
                                    <a:pt x="385" y="112"/>
                                  </a:cubicBezTo>
                                  <a:cubicBezTo>
                                    <a:pt x="385" y="112"/>
                                    <a:pt x="384" y="113"/>
                                    <a:pt x="385" y="114"/>
                                  </a:cubicBezTo>
                                  <a:cubicBezTo>
                                    <a:pt x="385" y="114"/>
                                    <a:pt x="385" y="115"/>
                                    <a:pt x="386" y="114"/>
                                  </a:cubicBezTo>
                                  <a:cubicBezTo>
                                    <a:pt x="388" y="114"/>
                                    <a:pt x="389" y="113"/>
                                    <a:pt x="390" y="113"/>
                                  </a:cubicBezTo>
                                  <a:cubicBezTo>
                                    <a:pt x="391" y="112"/>
                                    <a:pt x="391" y="112"/>
                                    <a:pt x="391" y="111"/>
                                  </a:cubicBezTo>
                                  <a:cubicBezTo>
                                    <a:pt x="391" y="111"/>
                                    <a:pt x="392" y="111"/>
                                    <a:pt x="392" y="111"/>
                                  </a:cubicBezTo>
                                  <a:cubicBezTo>
                                    <a:pt x="393" y="111"/>
                                    <a:pt x="394" y="109"/>
                                    <a:pt x="395" y="109"/>
                                  </a:cubicBezTo>
                                  <a:cubicBezTo>
                                    <a:pt x="396" y="109"/>
                                    <a:pt x="396" y="110"/>
                                    <a:pt x="396" y="111"/>
                                  </a:cubicBezTo>
                                  <a:cubicBezTo>
                                    <a:pt x="395" y="111"/>
                                    <a:pt x="395" y="111"/>
                                    <a:pt x="395" y="112"/>
                                  </a:cubicBezTo>
                                  <a:cubicBezTo>
                                    <a:pt x="395" y="112"/>
                                    <a:pt x="395" y="112"/>
                                    <a:pt x="395" y="112"/>
                                  </a:cubicBezTo>
                                  <a:cubicBezTo>
                                    <a:pt x="393" y="113"/>
                                    <a:pt x="392" y="114"/>
                                    <a:pt x="390" y="114"/>
                                  </a:cubicBezTo>
                                  <a:cubicBezTo>
                                    <a:pt x="389" y="115"/>
                                    <a:pt x="388" y="116"/>
                                    <a:pt x="387" y="117"/>
                                  </a:cubicBezTo>
                                  <a:cubicBezTo>
                                    <a:pt x="386" y="121"/>
                                    <a:pt x="387" y="121"/>
                                    <a:pt x="390" y="120"/>
                                  </a:cubicBezTo>
                                  <a:cubicBezTo>
                                    <a:pt x="390" y="120"/>
                                    <a:pt x="390" y="120"/>
                                    <a:pt x="391" y="120"/>
                                  </a:cubicBezTo>
                                  <a:cubicBezTo>
                                    <a:pt x="391" y="120"/>
                                    <a:pt x="391" y="120"/>
                                    <a:pt x="391" y="120"/>
                                  </a:cubicBezTo>
                                  <a:cubicBezTo>
                                    <a:pt x="391" y="120"/>
                                    <a:pt x="392" y="120"/>
                                    <a:pt x="393" y="120"/>
                                  </a:cubicBezTo>
                                  <a:cubicBezTo>
                                    <a:pt x="396" y="119"/>
                                    <a:pt x="399" y="118"/>
                                    <a:pt x="402" y="116"/>
                                  </a:cubicBezTo>
                                  <a:cubicBezTo>
                                    <a:pt x="403" y="115"/>
                                    <a:pt x="404" y="115"/>
                                    <a:pt x="404" y="114"/>
                                  </a:cubicBezTo>
                                  <a:cubicBezTo>
                                    <a:pt x="407" y="113"/>
                                    <a:pt x="409" y="111"/>
                                    <a:pt x="410" y="109"/>
                                  </a:cubicBezTo>
                                  <a:cubicBezTo>
                                    <a:pt x="411" y="108"/>
                                    <a:pt x="412" y="107"/>
                                    <a:pt x="412" y="106"/>
                                  </a:cubicBezTo>
                                  <a:cubicBezTo>
                                    <a:pt x="412" y="106"/>
                                    <a:pt x="412" y="105"/>
                                    <a:pt x="412" y="105"/>
                                  </a:cubicBezTo>
                                  <a:cubicBezTo>
                                    <a:pt x="413" y="105"/>
                                    <a:pt x="414" y="103"/>
                                    <a:pt x="414" y="103"/>
                                  </a:cubicBezTo>
                                  <a:cubicBezTo>
                                    <a:pt x="413" y="102"/>
                                    <a:pt x="413" y="102"/>
                                    <a:pt x="413" y="102"/>
                                  </a:cubicBezTo>
                                  <a:cubicBezTo>
                                    <a:pt x="413" y="102"/>
                                    <a:pt x="412" y="102"/>
                                    <a:pt x="412" y="102"/>
                                  </a:cubicBezTo>
                                  <a:cubicBezTo>
                                    <a:pt x="412" y="102"/>
                                    <a:pt x="412" y="101"/>
                                    <a:pt x="413" y="101"/>
                                  </a:cubicBezTo>
                                  <a:cubicBezTo>
                                    <a:pt x="413" y="100"/>
                                    <a:pt x="414" y="99"/>
                                    <a:pt x="414" y="98"/>
                                  </a:cubicBezTo>
                                  <a:cubicBezTo>
                                    <a:pt x="414" y="98"/>
                                    <a:pt x="414" y="97"/>
                                    <a:pt x="413" y="96"/>
                                  </a:cubicBezTo>
                                  <a:cubicBezTo>
                                    <a:pt x="413" y="96"/>
                                    <a:pt x="412" y="95"/>
                                    <a:pt x="412" y="94"/>
                                  </a:cubicBezTo>
                                  <a:cubicBezTo>
                                    <a:pt x="412" y="93"/>
                                    <a:pt x="412" y="94"/>
                                    <a:pt x="413" y="94"/>
                                  </a:cubicBezTo>
                                  <a:cubicBezTo>
                                    <a:pt x="413" y="94"/>
                                    <a:pt x="413" y="94"/>
                                    <a:pt x="413" y="94"/>
                                  </a:cubicBezTo>
                                  <a:cubicBezTo>
                                    <a:pt x="413" y="95"/>
                                    <a:pt x="413" y="95"/>
                                    <a:pt x="414" y="96"/>
                                  </a:cubicBezTo>
                                  <a:cubicBezTo>
                                    <a:pt x="414" y="96"/>
                                    <a:pt x="414" y="97"/>
                                    <a:pt x="415" y="97"/>
                                  </a:cubicBezTo>
                                  <a:cubicBezTo>
                                    <a:pt x="416" y="98"/>
                                    <a:pt x="417" y="97"/>
                                    <a:pt x="417" y="97"/>
                                  </a:cubicBezTo>
                                  <a:cubicBezTo>
                                    <a:pt x="418" y="96"/>
                                    <a:pt x="417" y="96"/>
                                    <a:pt x="417" y="96"/>
                                  </a:cubicBezTo>
                                  <a:cubicBezTo>
                                    <a:pt x="417" y="96"/>
                                    <a:pt x="417" y="96"/>
                                    <a:pt x="417" y="95"/>
                                  </a:cubicBezTo>
                                  <a:cubicBezTo>
                                    <a:pt x="417" y="95"/>
                                    <a:pt x="417" y="94"/>
                                    <a:pt x="418" y="93"/>
                                  </a:cubicBezTo>
                                  <a:cubicBezTo>
                                    <a:pt x="418" y="93"/>
                                    <a:pt x="418" y="93"/>
                                    <a:pt x="418" y="93"/>
                                  </a:cubicBezTo>
                                  <a:cubicBezTo>
                                    <a:pt x="419" y="92"/>
                                    <a:pt x="420" y="91"/>
                                    <a:pt x="420" y="89"/>
                                  </a:cubicBezTo>
                                  <a:cubicBezTo>
                                    <a:pt x="420" y="89"/>
                                    <a:pt x="421" y="89"/>
                                    <a:pt x="421" y="88"/>
                                  </a:cubicBezTo>
                                  <a:cubicBezTo>
                                    <a:pt x="423" y="87"/>
                                    <a:pt x="425" y="86"/>
                                    <a:pt x="426" y="85"/>
                                  </a:cubicBezTo>
                                  <a:cubicBezTo>
                                    <a:pt x="427" y="84"/>
                                    <a:pt x="427" y="83"/>
                                    <a:pt x="428" y="83"/>
                                  </a:cubicBezTo>
                                  <a:cubicBezTo>
                                    <a:pt x="429" y="83"/>
                                    <a:pt x="429" y="82"/>
                                    <a:pt x="429" y="83"/>
                                  </a:cubicBezTo>
                                  <a:cubicBezTo>
                                    <a:pt x="430" y="83"/>
                                    <a:pt x="429" y="83"/>
                                    <a:pt x="429" y="84"/>
                                  </a:cubicBezTo>
                                  <a:cubicBezTo>
                                    <a:pt x="429" y="84"/>
                                    <a:pt x="429" y="84"/>
                                    <a:pt x="429" y="85"/>
                                  </a:cubicBezTo>
                                  <a:cubicBezTo>
                                    <a:pt x="428" y="86"/>
                                    <a:pt x="426" y="87"/>
                                    <a:pt x="425" y="88"/>
                                  </a:cubicBezTo>
                                  <a:cubicBezTo>
                                    <a:pt x="424" y="88"/>
                                    <a:pt x="424" y="88"/>
                                    <a:pt x="424" y="88"/>
                                  </a:cubicBezTo>
                                  <a:cubicBezTo>
                                    <a:pt x="424" y="89"/>
                                    <a:pt x="424" y="89"/>
                                    <a:pt x="423" y="89"/>
                                  </a:cubicBezTo>
                                  <a:cubicBezTo>
                                    <a:pt x="422" y="90"/>
                                    <a:pt x="421" y="92"/>
                                    <a:pt x="421" y="93"/>
                                  </a:cubicBezTo>
                                  <a:cubicBezTo>
                                    <a:pt x="421" y="93"/>
                                    <a:pt x="421" y="93"/>
                                    <a:pt x="421" y="93"/>
                                  </a:cubicBezTo>
                                  <a:cubicBezTo>
                                    <a:pt x="420" y="94"/>
                                    <a:pt x="420" y="94"/>
                                    <a:pt x="420" y="94"/>
                                  </a:cubicBezTo>
                                  <a:cubicBezTo>
                                    <a:pt x="419" y="95"/>
                                    <a:pt x="419" y="95"/>
                                    <a:pt x="419" y="96"/>
                                  </a:cubicBezTo>
                                  <a:cubicBezTo>
                                    <a:pt x="419" y="96"/>
                                    <a:pt x="419" y="97"/>
                                    <a:pt x="419" y="97"/>
                                  </a:cubicBezTo>
                                  <a:cubicBezTo>
                                    <a:pt x="418" y="99"/>
                                    <a:pt x="417" y="101"/>
                                    <a:pt x="415" y="102"/>
                                  </a:cubicBezTo>
                                  <a:cubicBezTo>
                                    <a:pt x="415" y="103"/>
                                    <a:pt x="415" y="103"/>
                                    <a:pt x="415" y="103"/>
                                  </a:cubicBezTo>
                                  <a:cubicBezTo>
                                    <a:pt x="416" y="105"/>
                                    <a:pt x="416" y="106"/>
                                    <a:pt x="415" y="107"/>
                                  </a:cubicBezTo>
                                  <a:cubicBezTo>
                                    <a:pt x="415" y="107"/>
                                    <a:pt x="415" y="107"/>
                                    <a:pt x="415" y="108"/>
                                  </a:cubicBezTo>
                                  <a:cubicBezTo>
                                    <a:pt x="415" y="108"/>
                                    <a:pt x="416" y="108"/>
                                    <a:pt x="416" y="108"/>
                                  </a:cubicBezTo>
                                  <a:cubicBezTo>
                                    <a:pt x="417" y="107"/>
                                    <a:pt x="419" y="107"/>
                                    <a:pt x="420" y="106"/>
                                  </a:cubicBezTo>
                                  <a:cubicBezTo>
                                    <a:pt x="421" y="106"/>
                                    <a:pt x="422" y="106"/>
                                    <a:pt x="423" y="106"/>
                                  </a:cubicBezTo>
                                  <a:cubicBezTo>
                                    <a:pt x="424" y="106"/>
                                    <a:pt x="425" y="106"/>
                                    <a:pt x="426" y="106"/>
                                  </a:cubicBezTo>
                                  <a:cubicBezTo>
                                    <a:pt x="426" y="106"/>
                                    <a:pt x="426" y="106"/>
                                    <a:pt x="427" y="106"/>
                                  </a:cubicBezTo>
                                  <a:cubicBezTo>
                                    <a:pt x="428" y="107"/>
                                    <a:pt x="430" y="107"/>
                                    <a:pt x="431" y="106"/>
                                  </a:cubicBezTo>
                                  <a:cubicBezTo>
                                    <a:pt x="431" y="107"/>
                                    <a:pt x="432" y="108"/>
                                    <a:pt x="431" y="108"/>
                                  </a:cubicBezTo>
                                  <a:cubicBezTo>
                                    <a:pt x="430" y="109"/>
                                    <a:pt x="429" y="108"/>
                                    <a:pt x="428" y="109"/>
                                  </a:cubicBezTo>
                                  <a:cubicBezTo>
                                    <a:pt x="428" y="109"/>
                                    <a:pt x="428" y="109"/>
                                    <a:pt x="428" y="109"/>
                                  </a:cubicBezTo>
                                  <a:cubicBezTo>
                                    <a:pt x="427" y="109"/>
                                    <a:pt x="426" y="109"/>
                                    <a:pt x="425" y="109"/>
                                  </a:cubicBezTo>
                                  <a:cubicBezTo>
                                    <a:pt x="425" y="109"/>
                                    <a:pt x="425" y="109"/>
                                    <a:pt x="425" y="109"/>
                                  </a:cubicBezTo>
                                  <a:cubicBezTo>
                                    <a:pt x="424" y="109"/>
                                    <a:pt x="423" y="109"/>
                                    <a:pt x="422" y="109"/>
                                  </a:cubicBezTo>
                                  <a:cubicBezTo>
                                    <a:pt x="420" y="110"/>
                                    <a:pt x="418" y="111"/>
                                    <a:pt x="417" y="112"/>
                                  </a:cubicBezTo>
                                  <a:cubicBezTo>
                                    <a:pt x="416" y="112"/>
                                    <a:pt x="416" y="112"/>
                                    <a:pt x="416" y="112"/>
                                  </a:cubicBezTo>
                                  <a:cubicBezTo>
                                    <a:pt x="413" y="114"/>
                                    <a:pt x="411" y="116"/>
                                    <a:pt x="408" y="118"/>
                                  </a:cubicBezTo>
                                  <a:cubicBezTo>
                                    <a:pt x="408" y="118"/>
                                    <a:pt x="409" y="118"/>
                                    <a:pt x="409" y="118"/>
                                  </a:cubicBezTo>
                                  <a:cubicBezTo>
                                    <a:pt x="410" y="118"/>
                                    <a:pt x="410" y="119"/>
                                    <a:pt x="411" y="118"/>
                                  </a:cubicBezTo>
                                  <a:cubicBezTo>
                                    <a:pt x="413" y="118"/>
                                    <a:pt x="415" y="118"/>
                                    <a:pt x="417" y="118"/>
                                  </a:cubicBezTo>
                                  <a:cubicBezTo>
                                    <a:pt x="418" y="118"/>
                                    <a:pt x="419" y="119"/>
                                    <a:pt x="419" y="118"/>
                                  </a:cubicBezTo>
                                  <a:cubicBezTo>
                                    <a:pt x="420" y="119"/>
                                    <a:pt x="421" y="119"/>
                                    <a:pt x="421" y="119"/>
                                  </a:cubicBezTo>
                                  <a:cubicBezTo>
                                    <a:pt x="421" y="119"/>
                                    <a:pt x="421" y="120"/>
                                    <a:pt x="420" y="120"/>
                                  </a:cubicBezTo>
                                  <a:cubicBezTo>
                                    <a:pt x="419" y="119"/>
                                    <a:pt x="418" y="120"/>
                                    <a:pt x="416" y="120"/>
                                  </a:cubicBezTo>
                                  <a:cubicBezTo>
                                    <a:pt x="413" y="120"/>
                                    <a:pt x="410" y="121"/>
                                    <a:pt x="407" y="121"/>
                                  </a:cubicBezTo>
                                  <a:cubicBezTo>
                                    <a:pt x="407" y="121"/>
                                    <a:pt x="405" y="121"/>
                                    <a:pt x="406" y="123"/>
                                  </a:cubicBezTo>
                                  <a:cubicBezTo>
                                    <a:pt x="406" y="123"/>
                                    <a:pt x="406" y="124"/>
                                    <a:pt x="405" y="124"/>
                                  </a:cubicBezTo>
                                  <a:cubicBezTo>
                                    <a:pt x="403" y="124"/>
                                    <a:pt x="401" y="124"/>
                                    <a:pt x="399" y="125"/>
                                  </a:cubicBezTo>
                                  <a:cubicBezTo>
                                    <a:pt x="398" y="125"/>
                                    <a:pt x="397" y="126"/>
                                    <a:pt x="396" y="126"/>
                                  </a:cubicBezTo>
                                  <a:cubicBezTo>
                                    <a:pt x="396" y="127"/>
                                    <a:pt x="395" y="127"/>
                                    <a:pt x="395" y="127"/>
                                  </a:cubicBezTo>
                                  <a:cubicBezTo>
                                    <a:pt x="394" y="126"/>
                                    <a:pt x="394" y="126"/>
                                    <a:pt x="393" y="127"/>
                                  </a:cubicBezTo>
                                  <a:cubicBezTo>
                                    <a:pt x="393" y="127"/>
                                    <a:pt x="392" y="128"/>
                                    <a:pt x="391" y="128"/>
                                  </a:cubicBezTo>
                                  <a:cubicBezTo>
                                    <a:pt x="390" y="128"/>
                                    <a:pt x="389" y="128"/>
                                    <a:pt x="388" y="128"/>
                                  </a:cubicBezTo>
                                  <a:cubicBezTo>
                                    <a:pt x="387" y="129"/>
                                    <a:pt x="387" y="129"/>
                                    <a:pt x="387" y="129"/>
                                  </a:cubicBezTo>
                                  <a:cubicBezTo>
                                    <a:pt x="387" y="130"/>
                                    <a:pt x="387" y="130"/>
                                    <a:pt x="387" y="131"/>
                                  </a:cubicBezTo>
                                  <a:cubicBezTo>
                                    <a:pt x="388" y="131"/>
                                    <a:pt x="388" y="131"/>
                                    <a:pt x="388" y="132"/>
                                  </a:cubicBezTo>
                                  <a:cubicBezTo>
                                    <a:pt x="389" y="135"/>
                                    <a:pt x="391" y="137"/>
                                    <a:pt x="393" y="140"/>
                                  </a:cubicBezTo>
                                  <a:cubicBezTo>
                                    <a:pt x="394" y="141"/>
                                    <a:pt x="394" y="143"/>
                                    <a:pt x="396" y="143"/>
                                  </a:cubicBezTo>
                                  <a:cubicBezTo>
                                    <a:pt x="397" y="144"/>
                                    <a:pt x="398" y="144"/>
                                    <a:pt x="399" y="144"/>
                                  </a:cubicBezTo>
                                  <a:cubicBezTo>
                                    <a:pt x="399" y="145"/>
                                    <a:pt x="398" y="145"/>
                                    <a:pt x="398" y="145"/>
                                  </a:cubicBezTo>
                                  <a:cubicBezTo>
                                    <a:pt x="397" y="145"/>
                                    <a:pt x="397" y="146"/>
                                    <a:pt x="397" y="146"/>
                                  </a:cubicBezTo>
                                  <a:cubicBezTo>
                                    <a:pt x="397" y="147"/>
                                    <a:pt x="397" y="148"/>
                                    <a:pt x="398" y="149"/>
                                  </a:cubicBezTo>
                                  <a:cubicBezTo>
                                    <a:pt x="398" y="149"/>
                                    <a:pt x="398" y="150"/>
                                    <a:pt x="397" y="150"/>
                                  </a:cubicBezTo>
                                  <a:cubicBezTo>
                                    <a:pt x="397" y="151"/>
                                    <a:pt x="398" y="152"/>
                                    <a:pt x="398" y="153"/>
                                  </a:cubicBezTo>
                                  <a:cubicBezTo>
                                    <a:pt x="398" y="153"/>
                                    <a:pt x="398" y="153"/>
                                    <a:pt x="399" y="153"/>
                                  </a:cubicBezTo>
                                  <a:cubicBezTo>
                                    <a:pt x="400" y="153"/>
                                    <a:pt x="400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5"/>
                                    <a:pt x="402" y="155"/>
                                    <a:pt x="402" y="156"/>
                                  </a:cubicBezTo>
                                  <a:cubicBezTo>
                                    <a:pt x="403" y="156"/>
                                    <a:pt x="403" y="156"/>
                                    <a:pt x="404" y="156"/>
                                  </a:cubicBezTo>
                                  <a:cubicBezTo>
                                    <a:pt x="405" y="155"/>
                                    <a:pt x="407" y="154"/>
                                    <a:pt x="409" y="154"/>
                                  </a:cubicBezTo>
                                  <a:cubicBezTo>
                                    <a:pt x="409" y="153"/>
                                    <a:pt x="410" y="153"/>
                                    <a:pt x="410" y="154"/>
                                  </a:cubicBezTo>
                                  <a:cubicBezTo>
                                    <a:pt x="409" y="155"/>
                                    <a:pt x="408" y="156"/>
                                    <a:pt x="407" y="156"/>
                                  </a:cubicBezTo>
                                  <a:cubicBezTo>
                                    <a:pt x="405" y="156"/>
                                    <a:pt x="404" y="157"/>
                                    <a:pt x="404" y="159"/>
                                  </a:cubicBezTo>
                                  <a:cubicBezTo>
                                    <a:pt x="402" y="158"/>
                                    <a:pt x="401" y="156"/>
                                    <a:pt x="399" y="156"/>
                                  </a:cubicBezTo>
                                  <a:cubicBezTo>
                                    <a:pt x="398" y="156"/>
                                    <a:pt x="398" y="156"/>
                                    <a:pt x="398" y="157"/>
                                  </a:cubicBezTo>
                                  <a:cubicBezTo>
                                    <a:pt x="398" y="157"/>
                                    <a:pt x="398" y="158"/>
                                    <a:pt x="397" y="158"/>
                                  </a:cubicBezTo>
                                  <a:cubicBezTo>
                                    <a:pt x="397" y="158"/>
                                    <a:pt x="397" y="158"/>
                                    <a:pt x="397" y="158"/>
                                  </a:cubicBezTo>
                                  <a:cubicBezTo>
                                    <a:pt x="396" y="158"/>
                                    <a:pt x="396" y="157"/>
                                    <a:pt x="396" y="157"/>
                                  </a:cubicBezTo>
                                  <a:cubicBezTo>
                                    <a:pt x="396" y="156"/>
                                    <a:pt x="397" y="157"/>
                                    <a:pt x="397" y="157"/>
                                  </a:cubicBezTo>
                                  <a:cubicBezTo>
                                    <a:pt x="397" y="157"/>
                                    <a:pt x="397" y="157"/>
                                    <a:pt x="397" y="157"/>
                                  </a:cubicBezTo>
                                  <a:cubicBezTo>
                                    <a:pt x="397" y="156"/>
                                    <a:pt x="397" y="155"/>
                                    <a:pt x="397" y="155"/>
                                  </a:cubicBezTo>
                                  <a:cubicBezTo>
                                    <a:pt x="397" y="155"/>
                                    <a:pt x="397" y="154"/>
                                    <a:pt x="397" y="154"/>
                                  </a:cubicBezTo>
                                  <a:cubicBezTo>
                                    <a:pt x="395" y="154"/>
                                    <a:pt x="395" y="153"/>
                                    <a:pt x="395" y="151"/>
                                  </a:cubicBezTo>
                                  <a:cubicBezTo>
                                    <a:pt x="395" y="151"/>
                                    <a:pt x="394" y="150"/>
                                    <a:pt x="394" y="149"/>
                                  </a:cubicBezTo>
                                  <a:cubicBezTo>
                                    <a:pt x="394" y="148"/>
                                    <a:pt x="393" y="146"/>
                                    <a:pt x="392" y="146"/>
                                  </a:cubicBezTo>
                                  <a:cubicBezTo>
                                    <a:pt x="391" y="145"/>
                                    <a:pt x="390" y="144"/>
                                    <a:pt x="390" y="143"/>
                                  </a:cubicBezTo>
                                  <a:cubicBezTo>
                                    <a:pt x="390" y="141"/>
                                    <a:pt x="388" y="140"/>
                                    <a:pt x="387" y="138"/>
                                  </a:cubicBezTo>
                                  <a:cubicBezTo>
                                    <a:pt x="386" y="138"/>
                                    <a:pt x="386" y="136"/>
                                    <a:pt x="385" y="135"/>
                                  </a:cubicBezTo>
                                  <a:cubicBezTo>
                                    <a:pt x="384" y="134"/>
                                    <a:pt x="383" y="132"/>
                                    <a:pt x="381" y="132"/>
                                  </a:cubicBezTo>
                                  <a:cubicBezTo>
                                    <a:pt x="379" y="131"/>
                                    <a:pt x="377" y="131"/>
                                    <a:pt x="375" y="132"/>
                                  </a:cubicBezTo>
                                  <a:cubicBezTo>
                                    <a:pt x="373" y="132"/>
                                    <a:pt x="372" y="132"/>
                                    <a:pt x="371" y="131"/>
                                  </a:cubicBezTo>
                                  <a:cubicBezTo>
                                    <a:pt x="370" y="129"/>
                                    <a:pt x="368" y="129"/>
                                    <a:pt x="366" y="130"/>
                                  </a:cubicBezTo>
                                  <a:cubicBezTo>
                                    <a:pt x="366" y="130"/>
                                    <a:pt x="365" y="130"/>
                                    <a:pt x="365" y="130"/>
                                  </a:cubicBezTo>
                                  <a:cubicBezTo>
                                    <a:pt x="365" y="132"/>
                                    <a:pt x="365" y="134"/>
                                    <a:pt x="364" y="136"/>
                                  </a:cubicBezTo>
                                  <a:cubicBezTo>
                                    <a:pt x="364" y="138"/>
                                    <a:pt x="364" y="140"/>
                                    <a:pt x="365" y="141"/>
                                  </a:cubicBezTo>
                                  <a:cubicBezTo>
                                    <a:pt x="365" y="142"/>
                                    <a:pt x="365" y="142"/>
                                    <a:pt x="366" y="142"/>
                                  </a:cubicBezTo>
                                  <a:cubicBezTo>
                                    <a:pt x="367" y="142"/>
                                    <a:pt x="368" y="143"/>
                                    <a:pt x="369" y="143"/>
                                  </a:cubicBezTo>
                                  <a:cubicBezTo>
                                    <a:pt x="370" y="143"/>
                                    <a:pt x="371" y="144"/>
                                    <a:pt x="372" y="144"/>
                                  </a:cubicBezTo>
                                  <a:cubicBezTo>
                                    <a:pt x="372" y="144"/>
                                    <a:pt x="372" y="144"/>
                                    <a:pt x="372" y="144"/>
                                  </a:cubicBezTo>
                                  <a:cubicBezTo>
                                    <a:pt x="372" y="145"/>
                                    <a:pt x="372" y="145"/>
                                    <a:pt x="373" y="145"/>
                                  </a:cubicBezTo>
                                  <a:cubicBezTo>
                                    <a:pt x="373" y="145"/>
                                    <a:pt x="373" y="146"/>
                                    <a:pt x="373" y="146"/>
                                  </a:cubicBezTo>
                                  <a:cubicBezTo>
                                    <a:pt x="372" y="147"/>
                                    <a:pt x="372" y="146"/>
                                    <a:pt x="372" y="146"/>
                                  </a:cubicBezTo>
                                  <a:cubicBezTo>
                                    <a:pt x="372" y="145"/>
                                    <a:pt x="371" y="145"/>
                                    <a:pt x="371" y="145"/>
                                  </a:cubicBezTo>
                                  <a:cubicBezTo>
                                    <a:pt x="369" y="145"/>
                                    <a:pt x="368" y="144"/>
                                    <a:pt x="367" y="144"/>
                                  </a:cubicBezTo>
                                  <a:cubicBezTo>
                                    <a:pt x="366" y="143"/>
                                    <a:pt x="365" y="144"/>
                                    <a:pt x="365" y="144"/>
                                  </a:cubicBezTo>
                                  <a:cubicBezTo>
                                    <a:pt x="365" y="146"/>
                                    <a:pt x="366" y="147"/>
                                    <a:pt x="365" y="148"/>
                                  </a:cubicBezTo>
                                  <a:cubicBezTo>
                                    <a:pt x="365" y="151"/>
                                    <a:pt x="366" y="152"/>
                                    <a:pt x="368" y="153"/>
                                  </a:cubicBezTo>
                                  <a:cubicBezTo>
                                    <a:pt x="369" y="153"/>
                                    <a:pt x="369" y="154"/>
                                    <a:pt x="370" y="154"/>
                                  </a:cubicBezTo>
                                  <a:cubicBezTo>
                                    <a:pt x="372" y="153"/>
                                    <a:pt x="373" y="155"/>
                                    <a:pt x="374" y="156"/>
                                  </a:cubicBezTo>
                                  <a:cubicBezTo>
                                    <a:pt x="374" y="156"/>
                                    <a:pt x="375" y="157"/>
                                    <a:pt x="375" y="157"/>
                                  </a:cubicBezTo>
                                  <a:cubicBezTo>
                                    <a:pt x="375" y="158"/>
                                    <a:pt x="375" y="159"/>
                                    <a:pt x="375" y="160"/>
                                  </a:cubicBezTo>
                                  <a:cubicBezTo>
                                    <a:pt x="375" y="161"/>
                                    <a:pt x="376" y="162"/>
                                    <a:pt x="377" y="162"/>
                                  </a:cubicBezTo>
                                  <a:cubicBezTo>
                                    <a:pt x="378" y="162"/>
                                    <a:pt x="378" y="163"/>
                                    <a:pt x="379" y="163"/>
                                  </a:cubicBezTo>
                                  <a:cubicBezTo>
                                    <a:pt x="379" y="164"/>
                                    <a:pt x="379" y="164"/>
                                    <a:pt x="379" y="165"/>
                                  </a:cubicBezTo>
                                  <a:cubicBezTo>
                                    <a:pt x="379" y="167"/>
                                    <a:pt x="379" y="169"/>
                                    <a:pt x="379" y="172"/>
                                  </a:cubicBezTo>
                                  <a:cubicBezTo>
                                    <a:pt x="379" y="172"/>
                                    <a:pt x="379" y="172"/>
                                    <a:pt x="380" y="172"/>
                                  </a:cubicBezTo>
                                  <a:cubicBezTo>
                                    <a:pt x="380" y="173"/>
                                    <a:pt x="381" y="173"/>
                                    <a:pt x="381" y="172"/>
                                  </a:cubicBezTo>
                                  <a:cubicBezTo>
                                    <a:pt x="381" y="172"/>
                                    <a:pt x="382" y="172"/>
                                    <a:pt x="382" y="171"/>
                                  </a:cubicBezTo>
                                  <a:cubicBezTo>
                                    <a:pt x="382" y="172"/>
                                    <a:pt x="382" y="172"/>
                                    <a:pt x="382" y="173"/>
                                  </a:cubicBezTo>
                                  <a:cubicBezTo>
                                    <a:pt x="382" y="173"/>
                                    <a:pt x="382" y="174"/>
                                    <a:pt x="382" y="174"/>
                                  </a:cubicBezTo>
                                  <a:cubicBezTo>
                                    <a:pt x="383" y="175"/>
                                    <a:pt x="384" y="176"/>
                                    <a:pt x="384" y="177"/>
                                  </a:cubicBezTo>
                                  <a:cubicBezTo>
                                    <a:pt x="385" y="178"/>
                                    <a:pt x="385" y="177"/>
                                    <a:pt x="386" y="177"/>
                                  </a:cubicBezTo>
                                  <a:cubicBezTo>
                                    <a:pt x="385" y="179"/>
                                    <a:pt x="383" y="178"/>
                                    <a:pt x="382" y="177"/>
                                  </a:cubicBezTo>
                                  <a:cubicBezTo>
                                    <a:pt x="381" y="176"/>
                                    <a:pt x="381" y="175"/>
                                    <a:pt x="380" y="175"/>
                                  </a:cubicBezTo>
                                  <a:cubicBezTo>
                                    <a:pt x="380" y="175"/>
                                    <a:pt x="379" y="175"/>
                                    <a:pt x="379" y="175"/>
                                  </a:cubicBezTo>
                                  <a:cubicBezTo>
                                    <a:pt x="379" y="174"/>
                                    <a:pt x="379" y="174"/>
                                    <a:pt x="379" y="174"/>
                                  </a:cubicBezTo>
                                  <a:cubicBezTo>
                                    <a:pt x="379" y="174"/>
                                    <a:pt x="378" y="174"/>
                                    <a:pt x="378" y="174"/>
                                  </a:cubicBezTo>
                                  <a:cubicBezTo>
                                    <a:pt x="377" y="175"/>
                                    <a:pt x="376" y="177"/>
                                    <a:pt x="377" y="178"/>
                                  </a:cubicBezTo>
                                  <a:cubicBezTo>
                                    <a:pt x="377" y="179"/>
                                    <a:pt x="377" y="179"/>
                                    <a:pt x="378" y="179"/>
                                  </a:cubicBezTo>
                                  <a:cubicBezTo>
                                    <a:pt x="378" y="179"/>
                                    <a:pt x="379" y="179"/>
                                    <a:pt x="379" y="180"/>
                                  </a:cubicBezTo>
                                  <a:cubicBezTo>
                                    <a:pt x="379" y="180"/>
                                    <a:pt x="380" y="180"/>
                                    <a:pt x="380" y="180"/>
                                  </a:cubicBezTo>
                                  <a:cubicBezTo>
                                    <a:pt x="381" y="181"/>
                                    <a:pt x="382" y="180"/>
                                    <a:pt x="383" y="181"/>
                                  </a:cubicBezTo>
                                  <a:cubicBezTo>
                                    <a:pt x="384" y="182"/>
                                    <a:pt x="385" y="182"/>
                                    <a:pt x="386" y="181"/>
                                  </a:cubicBezTo>
                                  <a:cubicBezTo>
                                    <a:pt x="387" y="181"/>
                                    <a:pt x="388" y="181"/>
                                    <a:pt x="388" y="181"/>
                                  </a:cubicBezTo>
                                  <a:cubicBezTo>
                                    <a:pt x="389" y="182"/>
                                    <a:pt x="390" y="182"/>
                                    <a:pt x="391" y="182"/>
                                  </a:cubicBezTo>
                                  <a:cubicBezTo>
                                    <a:pt x="391" y="183"/>
                                    <a:pt x="392" y="183"/>
                                    <a:pt x="392" y="183"/>
                                  </a:cubicBezTo>
                                  <a:cubicBezTo>
                                    <a:pt x="393" y="183"/>
                                    <a:pt x="393" y="182"/>
                                    <a:pt x="394" y="182"/>
                                  </a:cubicBezTo>
                                  <a:cubicBezTo>
                                    <a:pt x="395" y="182"/>
                                    <a:pt x="395" y="182"/>
                                    <a:pt x="395" y="182"/>
                                  </a:cubicBezTo>
                                  <a:cubicBezTo>
                                    <a:pt x="395" y="180"/>
                                    <a:pt x="396" y="178"/>
                                    <a:pt x="398" y="177"/>
                                  </a:cubicBezTo>
                                  <a:cubicBezTo>
                                    <a:pt x="398" y="178"/>
                                    <a:pt x="397" y="179"/>
                                    <a:pt x="397" y="180"/>
                                  </a:cubicBezTo>
                                  <a:cubicBezTo>
                                    <a:pt x="397" y="181"/>
                                    <a:pt x="396" y="182"/>
                                    <a:pt x="397" y="182"/>
                                  </a:cubicBezTo>
                                  <a:cubicBezTo>
                                    <a:pt x="397" y="183"/>
                                    <a:pt x="397" y="183"/>
                                    <a:pt x="397" y="184"/>
                                  </a:cubicBezTo>
                                  <a:cubicBezTo>
                                    <a:pt x="397" y="184"/>
                                    <a:pt x="397" y="184"/>
                                    <a:pt x="397" y="184"/>
                                  </a:cubicBezTo>
                                  <a:cubicBezTo>
                                    <a:pt x="395" y="184"/>
                                    <a:pt x="394" y="184"/>
                                    <a:pt x="392" y="185"/>
                                  </a:cubicBezTo>
                                  <a:cubicBezTo>
                                    <a:pt x="392" y="185"/>
                                    <a:pt x="392" y="185"/>
                                    <a:pt x="391" y="185"/>
                                  </a:cubicBezTo>
                                  <a:cubicBezTo>
                                    <a:pt x="391" y="184"/>
                                    <a:pt x="390" y="184"/>
                                    <a:pt x="389" y="184"/>
                                  </a:cubicBezTo>
                                  <a:cubicBezTo>
                                    <a:pt x="388" y="184"/>
                                    <a:pt x="387" y="184"/>
                                    <a:pt x="387" y="185"/>
                                  </a:cubicBezTo>
                                  <a:cubicBezTo>
                                    <a:pt x="386" y="186"/>
                                    <a:pt x="387" y="186"/>
                                    <a:pt x="388" y="186"/>
                                  </a:cubicBezTo>
                                  <a:cubicBezTo>
                                    <a:pt x="388" y="186"/>
                                    <a:pt x="388" y="186"/>
                                    <a:pt x="388" y="186"/>
                                  </a:cubicBezTo>
                                  <a:cubicBezTo>
                                    <a:pt x="389" y="188"/>
                                    <a:pt x="390" y="190"/>
                                    <a:pt x="392" y="188"/>
                                  </a:cubicBezTo>
                                  <a:cubicBezTo>
                                    <a:pt x="393" y="188"/>
                                    <a:pt x="393" y="188"/>
                                    <a:pt x="393" y="188"/>
                                  </a:cubicBezTo>
                                  <a:cubicBezTo>
                                    <a:pt x="393" y="188"/>
                                    <a:pt x="394" y="188"/>
                                    <a:pt x="393" y="189"/>
                                  </a:cubicBezTo>
                                  <a:cubicBezTo>
                                    <a:pt x="393" y="189"/>
                                    <a:pt x="393" y="189"/>
                                    <a:pt x="393" y="189"/>
                                  </a:cubicBezTo>
                                  <a:cubicBezTo>
                                    <a:pt x="392" y="188"/>
                                    <a:pt x="391" y="189"/>
                                    <a:pt x="391" y="190"/>
                                  </a:cubicBezTo>
                                  <a:cubicBezTo>
                                    <a:pt x="391" y="191"/>
                                    <a:pt x="392" y="191"/>
                                    <a:pt x="392" y="192"/>
                                  </a:cubicBezTo>
                                  <a:cubicBezTo>
                                    <a:pt x="393" y="192"/>
                                    <a:pt x="393" y="193"/>
                                    <a:pt x="393" y="193"/>
                                  </a:cubicBezTo>
                                  <a:cubicBezTo>
                                    <a:pt x="394" y="193"/>
                                    <a:pt x="393" y="193"/>
                                    <a:pt x="393" y="194"/>
                                  </a:cubicBezTo>
                                  <a:cubicBezTo>
                                    <a:pt x="393" y="194"/>
                                    <a:pt x="393" y="194"/>
                                    <a:pt x="393" y="194"/>
                                  </a:cubicBezTo>
                                  <a:cubicBezTo>
                                    <a:pt x="392" y="193"/>
                                    <a:pt x="391" y="193"/>
                                    <a:pt x="391" y="192"/>
                                  </a:cubicBezTo>
                                  <a:cubicBezTo>
                                    <a:pt x="391" y="191"/>
                                    <a:pt x="390" y="190"/>
                                    <a:pt x="389" y="190"/>
                                  </a:cubicBezTo>
                                  <a:cubicBezTo>
                                    <a:pt x="388" y="190"/>
                                    <a:pt x="388" y="189"/>
                                    <a:pt x="387" y="188"/>
                                  </a:cubicBezTo>
                                  <a:cubicBezTo>
                                    <a:pt x="386" y="188"/>
                                    <a:pt x="386" y="187"/>
                                    <a:pt x="385" y="187"/>
                                  </a:cubicBezTo>
                                  <a:cubicBezTo>
                                    <a:pt x="385" y="187"/>
                                    <a:pt x="385" y="187"/>
                                    <a:pt x="385" y="186"/>
                                  </a:cubicBezTo>
                                  <a:cubicBezTo>
                                    <a:pt x="384" y="184"/>
                                    <a:pt x="382" y="184"/>
                                    <a:pt x="380" y="184"/>
                                  </a:cubicBezTo>
                                  <a:cubicBezTo>
                                    <a:pt x="378" y="184"/>
                                    <a:pt x="376" y="184"/>
                                    <a:pt x="375" y="183"/>
                                  </a:cubicBezTo>
                                  <a:cubicBezTo>
                                    <a:pt x="375" y="182"/>
                                    <a:pt x="374" y="182"/>
                                    <a:pt x="373" y="183"/>
                                  </a:cubicBezTo>
                                  <a:cubicBezTo>
                                    <a:pt x="371" y="185"/>
                                    <a:pt x="368" y="185"/>
                                    <a:pt x="366" y="186"/>
                                  </a:cubicBezTo>
                                  <a:cubicBezTo>
                                    <a:pt x="365" y="186"/>
                                    <a:pt x="364" y="186"/>
                                    <a:pt x="364" y="187"/>
                                  </a:cubicBezTo>
                                  <a:cubicBezTo>
                                    <a:pt x="363" y="188"/>
                                    <a:pt x="362" y="188"/>
                                    <a:pt x="362" y="189"/>
                                  </a:cubicBezTo>
                                  <a:cubicBezTo>
                                    <a:pt x="362" y="190"/>
                                    <a:pt x="362" y="191"/>
                                    <a:pt x="361" y="193"/>
                                  </a:cubicBezTo>
                                  <a:cubicBezTo>
                                    <a:pt x="361" y="193"/>
                                    <a:pt x="361" y="193"/>
                                    <a:pt x="361" y="194"/>
                                  </a:cubicBezTo>
                                  <a:cubicBezTo>
                                    <a:pt x="361" y="194"/>
                                    <a:pt x="362" y="194"/>
                                    <a:pt x="362" y="194"/>
                                  </a:cubicBezTo>
                                  <a:cubicBezTo>
                                    <a:pt x="362" y="194"/>
                                    <a:pt x="363" y="194"/>
                                    <a:pt x="363" y="194"/>
                                  </a:cubicBezTo>
                                  <a:cubicBezTo>
                                    <a:pt x="363" y="195"/>
                                    <a:pt x="362" y="195"/>
                                    <a:pt x="362" y="195"/>
                                  </a:cubicBezTo>
                                  <a:cubicBezTo>
                                    <a:pt x="361" y="195"/>
                                    <a:pt x="361" y="195"/>
                                    <a:pt x="360" y="195"/>
                                  </a:cubicBezTo>
                                  <a:cubicBezTo>
                                    <a:pt x="359" y="197"/>
                                    <a:pt x="357" y="198"/>
                                    <a:pt x="358" y="201"/>
                                  </a:cubicBezTo>
                                  <a:cubicBezTo>
                                    <a:pt x="359" y="201"/>
                                    <a:pt x="359" y="201"/>
                                    <a:pt x="359" y="202"/>
                                  </a:cubicBezTo>
                                  <a:cubicBezTo>
                                    <a:pt x="359" y="203"/>
                                    <a:pt x="359" y="204"/>
                                    <a:pt x="359" y="205"/>
                                  </a:cubicBezTo>
                                  <a:cubicBezTo>
                                    <a:pt x="358" y="206"/>
                                    <a:pt x="359" y="206"/>
                                    <a:pt x="359" y="206"/>
                                  </a:cubicBezTo>
                                  <a:cubicBezTo>
                                    <a:pt x="360" y="206"/>
                                    <a:pt x="360" y="205"/>
                                    <a:pt x="361" y="206"/>
                                  </a:cubicBezTo>
                                  <a:cubicBezTo>
                                    <a:pt x="361" y="207"/>
                                    <a:pt x="360" y="206"/>
                                    <a:pt x="360" y="206"/>
                                  </a:cubicBezTo>
                                  <a:cubicBezTo>
                                    <a:pt x="359" y="207"/>
                                    <a:pt x="358" y="208"/>
                                    <a:pt x="359" y="209"/>
                                  </a:cubicBezTo>
                                  <a:cubicBezTo>
                                    <a:pt x="360" y="209"/>
                                    <a:pt x="363" y="209"/>
                                    <a:pt x="364" y="209"/>
                                  </a:cubicBezTo>
                                  <a:cubicBezTo>
                                    <a:pt x="364" y="208"/>
                                    <a:pt x="365" y="207"/>
                                    <a:pt x="365" y="206"/>
                                  </a:cubicBezTo>
                                  <a:cubicBezTo>
                                    <a:pt x="365" y="206"/>
                                    <a:pt x="366" y="206"/>
                                    <a:pt x="366" y="206"/>
                                  </a:cubicBezTo>
                                  <a:cubicBezTo>
                                    <a:pt x="368" y="205"/>
                                    <a:pt x="367" y="203"/>
                                    <a:pt x="369" y="201"/>
                                  </a:cubicBezTo>
                                  <a:cubicBezTo>
                                    <a:pt x="369" y="201"/>
                                    <a:pt x="369" y="201"/>
                                    <a:pt x="369" y="200"/>
                                  </a:cubicBezTo>
                                  <a:cubicBezTo>
                                    <a:pt x="369" y="200"/>
                                    <a:pt x="369" y="200"/>
                                    <a:pt x="369" y="201"/>
                                  </a:cubicBezTo>
                                  <a:cubicBezTo>
                                    <a:pt x="369" y="201"/>
                                    <a:pt x="369" y="201"/>
                                    <a:pt x="369" y="202"/>
                                  </a:cubicBezTo>
                                  <a:cubicBezTo>
                                    <a:pt x="369" y="203"/>
                                    <a:pt x="369" y="204"/>
                                    <a:pt x="368" y="205"/>
                                  </a:cubicBezTo>
                                  <a:cubicBezTo>
                                    <a:pt x="368" y="206"/>
                                    <a:pt x="368" y="207"/>
                                    <a:pt x="367" y="207"/>
                                  </a:cubicBezTo>
                                  <a:cubicBezTo>
                                    <a:pt x="366" y="208"/>
                                    <a:pt x="367" y="209"/>
                                    <a:pt x="366" y="209"/>
                                  </a:cubicBezTo>
                                  <a:cubicBezTo>
                                    <a:pt x="366" y="209"/>
                                    <a:pt x="366" y="210"/>
                                    <a:pt x="367" y="210"/>
                                  </a:cubicBezTo>
                                  <a:cubicBezTo>
                                    <a:pt x="367" y="210"/>
                                    <a:pt x="367" y="211"/>
                                    <a:pt x="367" y="211"/>
                                  </a:cubicBezTo>
                                  <a:cubicBezTo>
                                    <a:pt x="369" y="211"/>
                                    <a:pt x="370" y="210"/>
                                    <a:pt x="370" y="210"/>
                                  </a:cubicBezTo>
                                  <a:cubicBezTo>
                                    <a:pt x="371" y="209"/>
                                    <a:pt x="371" y="209"/>
                                    <a:pt x="371" y="209"/>
                                  </a:cubicBezTo>
                                  <a:cubicBezTo>
                                    <a:pt x="372" y="210"/>
                                    <a:pt x="372" y="209"/>
                                    <a:pt x="372" y="209"/>
                                  </a:cubicBezTo>
                                  <a:cubicBezTo>
                                    <a:pt x="372" y="208"/>
                                    <a:pt x="373" y="207"/>
                                    <a:pt x="373" y="206"/>
                                  </a:cubicBezTo>
                                  <a:cubicBezTo>
                                    <a:pt x="374" y="204"/>
                                    <a:pt x="375" y="202"/>
                                    <a:pt x="375" y="200"/>
                                  </a:cubicBezTo>
                                  <a:cubicBezTo>
                                    <a:pt x="375" y="200"/>
                                    <a:pt x="375" y="199"/>
                                    <a:pt x="375" y="199"/>
                                  </a:cubicBezTo>
                                  <a:cubicBezTo>
                                    <a:pt x="376" y="198"/>
                                    <a:pt x="376" y="198"/>
                                    <a:pt x="376" y="197"/>
                                  </a:cubicBezTo>
                                  <a:cubicBezTo>
                                    <a:pt x="376" y="196"/>
                                    <a:pt x="376" y="196"/>
                                    <a:pt x="376" y="195"/>
                                  </a:cubicBezTo>
                                  <a:cubicBezTo>
                                    <a:pt x="377" y="195"/>
                                    <a:pt x="377" y="194"/>
                                    <a:pt x="377" y="194"/>
                                  </a:cubicBezTo>
                                  <a:cubicBezTo>
                                    <a:pt x="378" y="194"/>
                                    <a:pt x="377" y="195"/>
                                    <a:pt x="377" y="196"/>
                                  </a:cubicBezTo>
                                  <a:cubicBezTo>
                                    <a:pt x="377" y="196"/>
                                    <a:pt x="376" y="196"/>
                                    <a:pt x="376" y="196"/>
                                  </a:cubicBezTo>
                                  <a:cubicBezTo>
                                    <a:pt x="376" y="198"/>
                                    <a:pt x="376" y="199"/>
                                    <a:pt x="376" y="200"/>
                                  </a:cubicBezTo>
                                  <a:cubicBezTo>
                                    <a:pt x="376" y="201"/>
                                    <a:pt x="376" y="202"/>
                                    <a:pt x="377" y="202"/>
                                  </a:cubicBezTo>
                                  <a:cubicBezTo>
                                    <a:pt x="377" y="202"/>
                                    <a:pt x="376" y="202"/>
                                    <a:pt x="376" y="203"/>
                                  </a:cubicBezTo>
                                  <a:cubicBezTo>
                                    <a:pt x="376" y="203"/>
                                    <a:pt x="376" y="204"/>
                                    <a:pt x="375" y="205"/>
                                  </a:cubicBezTo>
                                  <a:cubicBezTo>
                                    <a:pt x="375" y="205"/>
                                    <a:pt x="375" y="206"/>
                                    <a:pt x="376" y="206"/>
                                  </a:cubicBezTo>
                                  <a:cubicBezTo>
                                    <a:pt x="376" y="206"/>
                                    <a:pt x="377" y="206"/>
                                    <a:pt x="377" y="206"/>
                                  </a:cubicBezTo>
                                  <a:cubicBezTo>
                                    <a:pt x="378" y="206"/>
                                    <a:pt x="379" y="206"/>
                                    <a:pt x="379" y="206"/>
                                  </a:cubicBezTo>
                                  <a:cubicBezTo>
                                    <a:pt x="379" y="206"/>
                                    <a:pt x="379" y="206"/>
                                    <a:pt x="380" y="206"/>
                                  </a:cubicBezTo>
                                  <a:cubicBezTo>
                                    <a:pt x="380" y="206"/>
                                    <a:pt x="380" y="206"/>
                                    <a:pt x="380" y="206"/>
                                  </a:cubicBezTo>
                                  <a:cubicBezTo>
                                    <a:pt x="380" y="207"/>
                                    <a:pt x="381" y="207"/>
                                    <a:pt x="381" y="207"/>
                                  </a:cubicBezTo>
                                  <a:cubicBezTo>
                                    <a:pt x="381" y="207"/>
                                    <a:pt x="381" y="207"/>
                                    <a:pt x="381" y="208"/>
                                  </a:cubicBezTo>
                                  <a:cubicBezTo>
                                    <a:pt x="381" y="208"/>
                                    <a:pt x="380" y="208"/>
                                    <a:pt x="380" y="208"/>
                                  </a:cubicBezTo>
                                  <a:cubicBezTo>
                                    <a:pt x="379" y="207"/>
                                    <a:pt x="378" y="205"/>
                                    <a:pt x="376" y="207"/>
                                  </a:cubicBezTo>
                                  <a:cubicBezTo>
                                    <a:pt x="376" y="207"/>
                                    <a:pt x="376" y="207"/>
                                    <a:pt x="376" y="207"/>
                                  </a:cubicBezTo>
                                  <a:cubicBezTo>
                                    <a:pt x="375" y="207"/>
                                    <a:pt x="375" y="207"/>
                                    <a:pt x="375" y="208"/>
                                  </a:cubicBezTo>
                                  <a:cubicBezTo>
                                    <a:pt x="375" y="209"/>
                                    <a:pt x="374" y="210"/>
                                    <a:pt x="375" y="210"/>
                                  </a:cubicBezTo>
                                  <a:cubicBezTo>
                                    <a:pt x="376" y="210"/>
                                    <a:pt x="376" y="211"/>
                                    <a:pt x="376" y="211"/>
                                  </a:cubicBezTo>
                                  <a:cubicBezTo>
                                    <a:pt x="377" y="211"/>
                                    <a:pt x="378" y="210"/>
                                    <a:pt x="379" y="210"/>
                                  </a:cubicBezTo>
                                  <a:cubicBezTo>
                                    <a:pt x="379" y="210"/>
                                    <a:pt x="379" y="210"/>
                                    <a:pt x="379" y="210"/>
                                  </a:cubicBezTo>
                                  <a:cubicBezTo>
                                    <a:pt x="378" y="210"/>
                                    <a:pt x="378" y="211"/>
                                    <a:pt x="377" y="211"/>
                                  </a:cubicBezTo>
                                  <a:cubicBezTo>
                                    <a:pt x="377" y="212"/>
                                    <a:pt x="376" y="212"/>
                                    <a:pt x="375" y="211"/>
                                  </a:cubicBezTo>
                                  <a:cubicBezTo>
                                    <a:pt x="375" y="211"/>
                                    <a:pt x="374" y="211"/>
                                    <a:pt x="373" y="212"/>
                                  </a:cubicBezTo>
                                  <a:cubicBezTo>
                                    <a:pt x="373" y="212"/>
                                    <a:pt x="372" y="213"/>
                                    <a:pt x="371" y="214"/>
                                  </a:cubicBezTo>
                                  <a:cubicBezTo>
                                    <a:pt x="371" y="214"/>
                                    <a:pt x="370" y="215"/>
                                    <a:pt x="371" y="215"/>
                                  </a:cubicBezTo>
                                  <a:cubicBezTo>
                                    <a:pt x="372" y="215"/>
                                    <a:pt x="371" y="216"/>
                                    <a:pt x="371" y="216"/>
                                  </a:cubicBezTo>
                                  <a:cubicBezTo>
                                    <a:pt x="371" y="217"/>
                                    <a:pt x="372" y="217"/>
                                    <a:pt x="372" y="217"/>
                                  </a:cubicBezTo>
                                  <a:cubicBezTo>
                                    <a:pt x="373" y="216"/>
                                    <a:pt x="374" y="215"/>
                                    <a:pt x="375" y="216"/>
                                  </a:cubicBezTo>
                                  <a:cubicBezTo>
                                    <a:pt x="376" y="216"/>
                                    <a:pt x="376" y="215"/>
                                    <a:pt x="376" y="215"/>
                                  </a:cubicBezTo>
                                  <a:cubicBezTo>
                                    <a:pt x="376" y="215"/>
                                    <a:pt x="377" y="215"/>
                                    <a:pt x="377" y="215"/>
                                  </a:cubicBezTo>
                                  <a:cubicBezTo>
                                    <a:pt x="377" y="215"/>
                                    <a:pt x="377" y="215"/>
                                    <a:pt x="378" y="215"/>
                                  </a:cubicBezTo>
                                  <a:cubicBezTo>
                                    <a:pt x="378" y="215"/>
                                    <a:pt x="379" y="215"/>
                                    <a:pt x="379" y="216"/>
                                  </a:cubicBezTo>
                                  <a:cubicBezTo>
                                    <a:pt x="379" y="217"/>
                                    <a:pt x="379" y="216"/>
                                    <a:pt x="379" y="216"/>
                                  </a:cubicBezTo>
                                  <a:cubicBezTo>
                                    <a:pt x="378" y="216"/>
                                    <a:pt x="377" y="216"/>
                                    <a:pt x="377" y="217"/>
                                  </a:cubicBezTo>
                                  <a:cubicBezTo>
                                    <a:pt x="376" y="217"/>
                                    <a:pt x="375" y="216"/>
                                    <a:pt x="374" y="217"/>
                                  </a:cubicBezTo>
                                  <a:cubicBezTo>
                                    <a:pt x="373" y="217"/>
                                    <a:pt x="372" y="217"/>
                                    <a:pt x="373" y="219"/>
                                  </a:cubicBezTo>
                                  <a:cubicBezTo>
                                    <a:pt x="373" y="219"/>
                                    <a:pt x="373" y="219"/>
                                    <a:pt x="374" y="219"/>
                                  </a:cubicBezTo>
                                  <a:cubicBezTo>
                                    <a:pt x="374" y="218"/>
                                    <a:pt x="375" y="218"/>
                                    <a:pt x="375" y="218"/>
                                  </a:cubicBezTo>
                                  <a:cubicBezTo>
                                    <a:pt x="376" y="219"/>
                                    <a:pt x="375" y="219"/>
                                    <a:pt x="374" y="220"/>
                                  </a:cubicBezTo>
                                  <a:cubicBezTo>
                                    <a:pt x="373" y="221"/>
                                    <a:pt x="373" y="223"/>
                                    <a:pt x="374" y="224"/>
                                  </a:cubicBezTo>
                                  <a:cubicBezTo>
                                    <a:pt x="374" y="224"/>
                                    <a:pt x="375" y="225"/>
                                    <a:pt x="375" y="225"/>
                                  </a:cubicBezTo>
                                  <a:cubicBezTo>
                                    <a:pt x="375" y="225"/>
                                    <a:pt x="375" y="225"/>
                                    <a:pt x="376" y="225"/>
                                  </a:cubicBezTo>
                                  <a:cubicBezTo>
                                    <a:pt x="377" y="224"/>
                                    <a:pt x="378" y="223"/>
                                    <a:pt x="378" y="221"/>
                                  </a:cubicBezTo>
                                  <a:cubicBezTo>
                                    <a:pt x="378" y="221"/>
                                    <a:pt x="378" y="221"/>
                                    <a:pt x="379" y="221"/>
                                  </a:cubicBezTo>
                                  <a:cubicBezTo>
                                    <a:pt x="379" y="221"/>
                                    <a:pt x="379" y="222"/>
                                    <a:pt x="378" y="223"/>
                                  </a:cubicBezTo>
                                  <a:cubicBezTo>
                                    <a:pt x="378" y="224"/>
                                    <a:pt x="377" y="225"/>
                                    <a:pt x="376" y="226"/>
                                  </a:cubicBezTo>
                                  <a:cubicBezTo>
                                    <a:pt x="376" y="226"/>
                                    <a:pt x="376" y="227"/>
                                    <a:pt x="376" y="227"/>
                                  </a:cubicBezTo>
                                  <a:cubicBezTo>
                                    <a:pt x="377" y="228"/>
                                    <a:pt x="377" y="228"/>
                                    <a:pt x="378" y="228"/>
                                  </a:cubicBezTo>
                                  <a:cubicBezTo>
                                    <a:pt x="379" y="228"/>
                                    <a:pt x="380" y="228"/>
                                    <a:pt x="381" y="228"/>
                                  </a:cubicBezTo>
                                  <a:cubicBezTo>
                                    <a:pt x="381" y="228"/>
                                    <a:pt x="381" y="228"/>
                                    <a:pt x="381" y="228"/>
                                  </a:cubicBezTo>
                                  <a:cubicBezTo>
                                    <a:pt x="382" y="229"/>
                                    <a:pt x="382" y="229"/>
                                    <a:pt x="383" y="228"/>
                                  </a:cubicBezTo>
                                  <a:cubicBezTo>
                                    <a:pt x="385" y="227"/>
                                    <a:pt x="387" y="224"/>
                                    <a:pt x="387" y="221"/>
                                  </a:cubicBezTo>
                                  <a:cubicBezTo>
                                    <a:pt x="388" y="219"/>
                                    <a:pt x="388" y="217"/>
                                    <a:pt x="389" y="216"/>
                                  </a:cubicBezTo>
                                  <a:cubicBezTo>
                                    <a:pt x="390" y="215"/>
                                    <a:pt x="390" y="215"/>
                                    <a:pt x="390" y="214"/>
                                  </a:cubicBezTo>
                                  <a:cubicBezTo>
                                    <a:pt x="389" y="212"/>
                                    <a:pt x="390" y="211"/>
                                    <a:pt x="392" y="210"/>
                                  </a:cubicBezTo>
                                  <a:cubicBezTo>
                                    <a:pt x="393" y="211"/>
                                    <a:pt x="393" y="211"/>
                                    <a:pt x="392" y="212"/>
                                  </a:cubicBezTo>
                                  <a:cubicBezTo>
                                    <a:pt x="391" y="212"/>
                                    <a:pt x="391" y="212"/>
                                    <a:pt x="391" y="213"/>
                                  </a:cubicBezTo>
                                  <a:cubicBezTo>
                                    <a:pt x="391" y="213"/>
                                    <a:pt x="391" y="214"/>
                                    <a:pt x="391" y="214"/>
                                  </a:cubicBezTo>
                                  <a:cubicBezTo>
                                    <a:pt x="391" y="215"/>
                                    <a:pt x="391" y="215"/>
                                    <a:pt x="391" y="215"/>
                                  </a:cubicBezTo>
                                  <a:cubicBezTo>
                                    <a:pt x="390" y="218"/>
                                    <a:pt x="389" y="221"/>
                                    <a:pt x="388" y="225"/>
                                  </a:cubicBezTo>
                                  <a:cubicBezTo>
                                    <a:pt x="387" y="226"/>
                                    <a:pt x="386" y="227"/>
                                    <a:pt x="385" y="228"/>
                                  </a:cubicBezTo>
                                  <a:cubicBezTo>
                                    <a:pt x="385" y="229"/>
                                    <a:pt x="385" y="229"/>
                                    <a:pt x="384" y="229"/>
                                  </a:cubicBezTo>
                                  <a:cubicBezTo>
                                    <a:pt x="382" y="230"/>
                                    <a:pt x="382" y="230"/>
                                    <a:pt x="383" y="232"/>
                                  </a:cubicBezTo>
                                  <a:cubicBezTo>
                                    <a:pt x="384" y="232"/>
                                    <a:pt x="384" y="232"/>
                                    <a:pt x="385" y="232"/>
                                  </a:cubicBezTo>
                                  <a:cubicBezTo>
                                    <a:pt x="385" y="232"/>
                                    <a:pt x="385" y="232"/>
                                    <a:pt x="385" y="233"/>
                                  </a:cubicBezTo>
                                  <a:cubicBezTo>
                                    <a:pt x="385" y="233"/>
                                    <a:pt x="385" y="233"/>
                                    <a:pt x="384" y="233"/>
                                  </a:cubicBezTo>
                                  <a:cubicBezTo>
                                    <a:pt x="383" y="233"/>
                                    <a:pt x="381" y="231"/>
                                    <a:pt x="379" y="232"/>
                                  </a:cubicBezTo>
                                  <a:cubicBezTo>
                                    <a:pt x="379" y="232"/>
                                    <a:pt x="378" y="231"/>
                                    <a:pt x="378" y="232"/>
                                  </a:cubicBezTo>
                                  <a:cubicBezTo>
                                    <a:pt x="377" y="232"/>
                                    <a:pt x="378" y="233"/>
                                    <a:pt x="378" y="234"/>
                                  </a:cubicBezTo>
                                  <a:cubicBezTo>
                                    <a:pt x="378" y="234"/>
                                    <a:pt x="378" y="234"/>
                                    <a:pt x="378" y="235"/>
                                  </a:cubicBezTo>
                                  <a:cubicBezTo>
                                    <a:pt x="378" y="234"/>
                                    <a:pt x="377" y="234"/>
                                    <a:pt x="376" y="234"/>
                                  </a:cubicBezTo>
                                  <a:cubicBezTo>
                                    <a:pt x="376" y="233"/>
                                    <a:pt x="376" y="233"/>
                                    <a:pt x="375" y="232"/>
                                  </a:cubicBezTo>
                                  <a:cubicBezTo>
                                    <a:pt x="375" y="232"/>
                                    <a:pt x="374" y="232"/>
                                    <a:pt x="374" y="232"/>
                                  </a:cubicBezTo>
                                  <a:cubicBezTo>
                                    <a:pt x="372" y="232"/>
                                    <a:pt x="372" y="232"/>
                                    <a:pt x="371" y="230"/>
                                  </a:cubicBezTo>
                                  <a:cubicBezTo>
                                    <a:pt x="371" y="230"/>
                                    <a:pt x="371" y="230"/>
                                    <a:pt x="370" y="230"/>
                                  </a:cubicBezTo>
                                  <a:cubicBezTo>
                                    <a:pt x="370" y="230"/>
                                    <a:pt x="370" y="231"/>
                                    <a:pt x="370" y="231"/>
                                  </a:cubicBezTo>
                                  <a:cubicBezTo>
                                    <a:pt x="370" y="228"/>
                                    <a:pt x="369" y="226"/>
                                    <a:pt x="369" y="224"/>
                                  </a:cubicBezTo>
                                  <a:cubicBezTo>
                                    <a:pt x="368" y="222"/>
                                    <a:pt x="367" y="221"/>
                                    <a:pt x="366" y="219"/>
                                  </a:cubicBezTo>
                                  <a:cubicBezTo>
                                    <a:pt x="365" y="217"/>
                                    <a:pt x="362" y="217"/>
                                    <a:pt x="360" y="216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8" y="217"/>
                                    <a:pt x="357" y="217"/>
                                    <a:pt x="356" y="218"/>
                                  </a:cubicBezTo>
                                  <a:cubicBezTo>
                                    <a:pt x="356" y="218"/>
                                    <a:pt x="355" y="219"/>
                                    <a:pt x="354" y="218"/>
                                  </a:cubicBezTo>
                                  <a:cubicBezTo>
                                    <a:pt x="354" y="219"/>
                                    <a:pt x="355" y="219"/>
                                    <a:pt x="354" y="220"/>
                                  </a:cubicBezTo>
                                  <a:cubicBezTo>
                                    <a:pt x="354" y="220"/>
                                    <a:pt x="354" y="220"/>
                                    <a:pt x="354" y="220"/>
                                  </a:cubicBezTo>
                                  <a:cubicBezTo>
                                    <a:pt x="355" y="221"/>
                                    <a:pt x="354" y="222"/>
                                    <a:pt x="354" y="223"/>
                                  </a:cubicBezTo>
                                  <a:cubicBezTo>
                                    <a:pt x="354" y="224"/>
                                    <a:pt x="354" y="224"/>
                                    <a:pt x="354" y="225"/>
                                  </a:cubicBezTo>
                                  <a:cubicBezTo>
                                    <a:pt x="356" y="226"/>
                                    <a:pt x="356" y="227"/>
                                    <a:pt x="357" y="228"/>
                                  </a:cubicBezTo>
                                  <a:cubicBezTo>
                                    <a:pt x="357" y="229"/>
                                    <a:pt x="357" y="229"/>
                                    <a:pt x="357" y="229"/>
                                  </a:cubicBezTo>
                                  <a:cubicBezTo>
                                    <a:pt x="356" y="231"/>
                                    <a:pt x="357" y="233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3"/>
                                  </a:cubicBezTo>
                                  <a:cubicBezTo>
                                    <a:pt x="360" y="232"/>
                                    <a:pt x="361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3"/>
                                  </a:cubicBezTo>
                                  <a:cubicBezTo>
                                    <a:pt x="362" y="233"/>
                                    <a:pt x="362" y="233"/>
                                    <a:pt x="362" y="233"/>
                                  </a:cubicBezTo>
                                  <a:cubicBezTo>
                                    <a:pt x="361" y="233"/>
                                    <a:pt x="360" y="234"/>
                                    <a:pt x="360" y="235"/>
                                  </a:cubicBezTo>
                                  <a:cubicBezTo>
                                    <a:pt x="361" y="236"/>
                                    <a:pt x="361" y="235"/>
                                    <a:pt x="362" y="236"/>
                                  </a:cubicBezTo>
                                  <a:cubicBezTo>
                                    <a:pt x="361" y="236"/>
                                    <a:pt x="360" y="237"/>
                                    <a:pt x="360" y="238"/>
                                  </a:cubicBezTo>
                                  <a:cubicBezTo>
                                    <a:pt x="361" y="238"/>
                                    <a:pt x="361" y="238"/>
                                    <a:pt x="361" y="238"/>
                                  </a:cubicBezTo>
                                  <a:cubicBezTo>
                                    <a:pt x="362" y="238"/>
                                    <a:pt x="363" y="238"/>
                                    <a:pt x="363" y="238"/>
                                  </a:cubicBezTo>
                                  <a:cubicBezTo>
                                    <a:pt x="363" y="239"/>
                                    <a:pt x="363" y="238"/>
                                    <a:pt x="362" y="239"/>
                                  </a:cubicBezTo>
                                  <a:cubicBezTo>
                                    <a:pt x="362" y="239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40"/>
                                    <a:pt x="363" y="240"/>
                                  </a:cubicBezTo>
                                  <a:cubicBezTo>
                                    <a:pt x="362" y="240"/>
                                    <a:pt x="361" y="239"/>
                                    <a:pt x="360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8" y="240"/>
                                    <a:pt x="359" y="240"/>
                                    <a:pt x="359" y="240"/>
                                  </a:cubicBezTo>
                                  <a:cubicBezTo>
                                    <a:pt x="358" y="241"/>
                                    <a:pt x="357" y="239"/>
                                    <a:pt x="355" y="240"/>
                                  </a:cubicBezTo>
                                  <a:cubicBezTo>
                                    <a:pt x="354" y="240"/>
                                    <a:pt x="353" y="240"/>
                                    <a:pt x="352" y="241"/>
                                  </a:cubicBezTo>
                                  <a:cubicBezTo>
                                    <a:pt x="352" y="241"/>
                                    <a:pt x="352" y="241"/>
                                    <a:pt x="352" y="242"/>
                                  </a:cubicBezTo>
                                  <a:cubicBezTo>
                                    <a:pt x="352" y="242"/>
                                    <a:pt x="351" y="242"/>
                                    <a:pt x="351" y="242"/>
                                  </a:cubicBezTo>
                                  <a:cubicBezTo>
                                    <a:pt x="350" y="243"/>
                                    <a:pt x="350" y="244"/>
                                    <a:pt x="348" y="244"/>
                                  </a:cubicBezTo>
                                  <a:cubicBezTo>
                                    <a:pt x="348" y="244"/>
                                    <a:pt x="348" y="244"/>
                                    <a:pt x="348" y="244"/>
                                  </a:cubicBezTo>
                                  <a:cubicBezTo>
                                    <a:pt x="348" y="245"/>
                                    <a:pt x="347" y="246"/>
                                    <a:pt x="346" y="246"/>
                                  </a:cubicBezTo>
                                  <a:cubicBezTo>
                                    <a:pt x="345" y="248"/>
                                    <a:pt x="344" y="249"/>
                                    <a:pt x="345" y="251"/>
                                  </a:cubicBezTo>
                                  <a:cubicBezTo>
                                    <a:pt x="345" y="252"/>
                                    <a:pt x="345" y="252"/>
                                    <a:pt x="345" y="252"/>
                                  </a:cubicBezTo>
                                  <a:cubicBezTo>
                                    <a:pt x="345" y="253"/>
                                    <a:pt x="345" y="254"/>
                                    <a:pt x="344" y="255"/>
                                  </a:cubicBezTo>
                                  <a:cubicBezTo>
                                    <a:pt x="344" y="256"/>
                                    <a:pt x="344" y="256"/>
                                    <a:pt x="344" y="257"/>
                                  </a:cubicBezTo>
                                  <a:cubicBezTo>
                                    <a:pt x="344" y="257"/>
                                    <a:pt x="345" y="257"/>
                                    <a:pt x="345" y="257"/>
                                  </a:cubicBezTo>
                                  <a:cubicBezTo>
                                    <a:pt x="345" y="256"/>
                                    <a:pt x="345" y="257"/>
                                    <a:pt x="345" y="257"/>
                                  </a:cubicBezTo>
                                  <a:cubicBezTo>
                                    <a:pt x="346" y="259"/>
                                    <a:pt x="346" y="260"/>
                                    <a:pt x="348" y="260"/>
                                  </a:cubicBezTo>
                                  <a:cubicBezTo>
                                    <a:pt x="349" y="261"/>
                                    <a:pt x="350" y="260"/>
                                    <a:pt x="350" y="259"/>
                                  </a:cubicBezTo>
                                  <a:cubicBezTo>
                                    <a:pt x="350" y="258"/>
                                    <a:pt x="350" y="257"/>
                                    <a:pt x="350" y="256"/>
                                  </a:cubicBezTo>
                                  <a:cubicBezTo>
                                    <a:pt x="350" y="256"/>
                                    <a:pt x="350" y="256"/>
                                    <a:pt x="351" y="256"/>
                                  </a:cubicBezTo>
                                  <a:cubicBezTo>
                                    <a:pt x="351" y="256"/>
                                    <a:pt x="351" y="256"/>
                                    <a:pt x="351" y="256"/>
                                  </a:cubicBezTo>
                                  <a:cubicBezTo>
                                    <a:pt x="351" y="257"/>
                                    <a:pt x="351" y="258"/>
                                    <a:pt x="351" y="259"/>
                                  </a:cubicBezTo>
                                  <a:cubicBezTo>
                                    <a:pt x="351" y="259"/>
                                    <a:pt x="350" y="260"/>
                                    <a:pt x="350" y="260"/>
                                  </a:cubicBezTo>
                                  <a:cubicBezTo>
                                    <a:pt x="350" y="261"/>
                                    <a:pt x="350" y="261"/>
                                    <a:pt x="351" y="261"/>
                                  </a:cubicBezTo>
                                  <a:cubicBezTo>
                                    <a:pt x="351" y="261"/>
                                    <a:pt x="351" y="261"/>
                                    <a:pt x="351" y="261"/>
                                  </a:cubicBezTo>
                                  <a:cubicBezTo>
                                    <a:pt x="351" y="261"/>
                                    <a:pt x="351" y="261"/>
                                    <a:pt x="351" y="260"/>
                                  </a:cubicBezTo>
                                  <a:cubicBezTo>
                                    <a:pt x="351" y="260"/>
                                    <a:pt x="351" y="259"/>
                                    <a:pt x="351" y="259"/>
                                  </a:cubicBezTo>
                                  <a:cubicBezTo>
                                    <a:pt x="352" y="258"/>
                                    <a:pt x="352" y="258"/>
                                    <a:pt x="352" y="257"/>
                                  </a:cubicBezTo>
                                  <a:cubicBezTo>
                                    <a:pt x="351" y="256"/>
                                    <a:pt x="351" y="255"/>
                                    <a:pt x="351" y="254"/>
                                  </a:cubicBezTo>
                                  <a:cubicBezTo>
                                    <a:pt x="350" y="252"/>
                                    <a:pt x="351" y="251"/>
                                    <a:pt x="352" y="249"/>
                                  </a:cubicBezTo>
                                  <a:cubicBezTo>
                                    <a:pt x="352" y="250"/>
                                    <a:pt x="352" y="250"/>
                                    <a:pt x="352" y="251"/>
                                  </a:cubicBezTo>
                                  <a:cubicBezTo>
                                    <a:pt x="351" y="252"/>
                                    <a:pt x="352" y="254"/>
                                    <a:pt x="352" y="255"/>
                                  </a:cubicBezTo>
                                  <a:cubicBezTo>
                                    <a:pt x="353" y="257"/>
                                    <a:pt x="353" y="258"/>
                                    <a:pt x="352" y="260"/>
                                  </a:cubicBezTo>
                                  <a:cubicBezTo>
                                    <a:pt x="352" y="261"/>
                                    <a:pt x="352" y="262"/>
                                    <a:pt x="353" y="262"/>
                                  </a:cubicBezTo>
                                  <a:cubicBezTo>
                                    <a:pt x="354" y="262"/>
                                    <a:pt x="355" y="263"/>
                                    <a:pt x="356" y="261"/>
                                  </a:cubicBezTo>
                                  <a:cubicBezTo>
                                    <a:pt x="356" y="262"/>
                                    <a:pt x="356" y="263"/>
                                    <a:pt x="357" y="263"/>
                                  </a:cubicBezTo>
                                  <a:cubicBezTo>
                                    <a:pt x="357" y="263"/>
                                    <a:pt x="357" y="263"/>
                                    <a:pt x="358" y="263"/>
                                  </a:cubicBezTo>
                                  <a:cubicBezTo>
                                    <a:pt x="359" y="262"/>
                                    <a:pt x="359" y="261"/>
                                    <a:pt x="358" y="260"/>
                                  </a:cubicBezTo>
                                  <a:cubicBezTo>
                                    <a:pt x="358" y="260"/>
                                    <a:pt x="358" y="260"/>
                                    <a:pt x="358" y="259"/>
                                  </a:cubicBezTo>
                                  <a:cubicBezTo>
                                    <a:pt x="358" y="259"/>
                                    <a:pt x="358" y="258"/>
                                    <a:pt x="358" y="258"/>
                                  </a:cubicBezTo>
                                  <a:cubicBezTo>
                                    <a:pt x="357" y="257"/>
                                    <a:pt x="358" y="256"/>
                                    <a:pt x="358" y="255"/>
                                  </a:cubicBezTo>
                                  <a:cubicBezTo>
                                    <a:pt x="358" y="256"/>
                                    <a:pt x="358" y="256"/>
                                    <a:pt x="358" y="256"/>
                                  </a:cubicBezTo>
                                  <a:cubicBezTo>
                                    <a:pt x="358" y="257"/>
                                    <a:pt x="359" y="258"/>
                                    <a:pt x="359" y="259"/>
                                  </a:cubicBezTo>
                                  <a:cubicBezTo>
                                    <a:pt x="359" y="260"/>
                                    <a:pt x="359" y="260"/>
                                    <a:pt x="360" y="260"/>
                                  </a:cubicBezTo>
                                  <a:cubicBezTo>
                                    <a:pt x="360" y="260"/>
                                    <a:pt x="361" y="260"/>
                                    <a:pt x="361" y="261"/>
                                  </a:cubicBezTo>
                                  <a:cubicBezTo>
                                    <a:pt x="360" y="262"/>
                                    <a:pt x="361" y="262"/>
                                    <a:pt x="361" y="262"/>
                                  </a:cubicBezTo>
                                  <a:cubicBezTo>
                                    <a:pt x="362" y="262"/>
                                    <a:pt x="362" y="262"/>
                                    <a:pt x="363" y="263"/>
                                  </a:cubicBezTo>
                                  <a:cubicBezTo>
                                    <a:pt x="363" y="263"/>
                                    <a:pt x="364" y="263"/>
                                    <a:pt x="364" y="263"/>
                                  </a:cubicBezTo>
                                  <a:cubicBezTo>
                                    <a:pt x="364" y="261"/>
                                    <a:pt x="365" y="260"/>
                                    <a:pt x="364" y="259"/>
                                  </a:cubicBezTo>
                                  <a:cubicBezTo>
                                    <a:pt x="365" y="259"/>
                                    <a:pt x="366" y="258"/>
                                    <a:pt x="366" y="257"/>
                                  </a:cubicBezTo>
                                  <a:cubicBezTo>
                                    <a:pt x="366" y="257"/>
                                    <a:pt x="367" y="257"/>
                                    <a:pt x="367" y="258"/>
                                  </a:cubicBezTo>
                                  <a:cubicBezTo>
                                    <a:pt x="367" y="258"/>
                                    <a:pt x="367" y="258"/>
                                    <a:pt x="367" y="258"/>
                                  </a:cubicBezTo>
                                  <a:cubicBezTo>
                                    <a:pt x="367" y="258"/>
                                    <a:pt x="366" y="259"/>
                                    <a:pt x="366" y="259"/>
                                  </a:cubicBezTo>
                                  <a:cubicBezTo>
                                    <a:pt x="365" y="260"/>
                                    <a:pt x="365" y="260"/>
                                    <a:pt x="366" y="261"/>
                                  </a:cubicBezTo>
                                  <a:cubicBezTo>
                                    <a:pt x="366" y="262"/>
                                    <a:pt x="367" y="262"/>
                                    <a:pt x="368" y="262"/>
                                  </a:cubicBezTo>
                                  <a:cubicBezTo>
                                    <a:pt x="368" y="262"/>
                                    <a:pt x="368" y="262"/>
                                    <a:pt x="368" y="262"/>
                                  </a:cubicBezTo>
                                  <a:cubicBezTo>
                                    <a:pt x="369" y="263"/>
                                    <a:pt x="371" y="263"/>
                                    <a:pt x="372" y="264"/>
                                  </a:cubicBezTo>
                                  <a:cubicBezTo>
                                    <a:pt x="373" y="264"/>
                                    <a:pt x="374" y="265"/>
                                    <a:pt x="375" y="265"/>
                                  </a:cubicBezTo>
                                  <a:cubicBezTo>
                                    <a:pt x="376" y="264"/>
                                    <a:pt x="377" y="264"/>
                                    <a:pt x="378" y="264"/>
                                  </a:cubicBezTo>
                                  <a:cubicBezTo>
                                    <a:pt x="378" y="265"/>
                                    <a:pt x="379" y="264"/>
                                    <a:pt x="379" y="264"/>
                                  </a:cubicBezTo>
                                  <a:cubicBezTo>
                                    <a:pt x="379" y="263"/>
                                    <a:pt x="379" y="263"/>
                                    <a:pt x="378" y="263"/>
                                  </a:cubicBezTo>
                                  <a:cubicBezTo>
                                    <a:pt x="377" y="262"/>
                                    <a:pt x="376" y="262"/>
                                    <a:pt x="375" y="261"/>
                                  </a:cubicBezTo>
                                  <a:cubicBezTo>
                                    <a:pt x="375" y="260"/>
                                    <a:pt x="375" y="260"/>
                                    <a:pt x="375" y="260"/>
                                  </a:cubicBezTo>
                                  <a:cubicBezTo>
                                    <a:pt x="375" y="259"/>
                                    <a:pt x="374" y="258"/>
                                    <a:pt x="375" y="256"/>
                                  </a:cubicBezTo>
                                  <a:cubicBezTo>
                                    <a:pt x="375" y="256"/>
                                    <a:pt x="375" y="256"/>
                                    <a:pt x="375" y="256"/>
                                  </a:cubicBezTo>
                                  <a:cubicBezTo>
                                    <a:pt x="375" y="257"/>
                                    <a:pt x="376" y="257"/>
                                    <a:pt x="376" y="258"/>
                                  </a:cubicBezTo>
                                  <a:cubicBezTo>
                                    <a:pt x="376" y="259"/>
                                    <a:pt x="377" y="260"/>
                                    <a:pt x="377" y="260"/>
                                  </a:cubicBezTo>
                                  <a:cubicBezTo>
                                    <a:pt x="378" y="261"/>
                                    <a:pt x="379" y="260"/>
                                    <a:pt x="379" y="260"/>
                                  </a:cubicBezTo>
                                  <a:cubicBezTo>
                                    <a:pt x="381" y="259"/>
                                    <a:pt x="380" y="258"/>
                                    <a:pt x="380" y="257"/>
                                  </a:cubicBezTo>
                                  <a:cubicBezTo>
                                    <a:pt x="380" y="257"/>
                                    <a:pt x="381" y="256"/>
                                    <a:pt x="380" y="255"/>
                                  </a:cubicBezTo>
                                  <a:cubicBezTo>
                                    <a:pt x="380" y="255"/>
                                    <a:pt x="380" y="255"/>
                                    <a:pt x="380" y="255"/>
                                  </a:cubicBezTo>
                                  <a:cubicBezTo>
                                    <a:pt x="379" y="254"/>
                                    <a:pt x="379" y="254"/>
                                    <a:pt x="379" y="254"/>
                                  </a:cubicBezTo>
                                  <a:cubicBezTo>
                                    <a:pt x="380" y="254"/>
                                    <a:pt x="380" y="254"/>
                                    <a:pt x="380" y="254"/>
                                  </a:cubicBezTo>
                                  <a:cubicBezTo>
                                    <a:pt x="381" y="254"/>
                                    <a:pt x="381" y="255"/>
                                    <a:pt x="381" y="256"/>
                                  </a:cubicBezTo>
                                  <a:cubicBezTo>
                                    <a:pt x="381" y="256"/>
                                    <a:pt x="381" y="257"/>
                                    <a:pt x="382" y="258"/>
                                  </a:cubicBezTo>
                                  <a:cubicBezTo>
                                    <a:pt x="382" y="258"/>
                                    <a:pt x="383" y="259"/>
                                    <a:pt x="383" y="260"/>
                                  </a:cubicBezTo>
                                  <a:cubicBezTo>
                                    <a:pt x="384" y="261"/>
                                    <a:pt x="386" y="261"/>
                                    <a:pt x="386" y="261"/>
                                  </a:cubicBezTo>
                                  <a:cubicBezTo>
                                    <a:pt x="387" y="260"/>
                                    <a:pt x="386" y="260"/>
                                    <a:pt x="387" y="260"/>
                                  </a:cubicBezTo>
                                  <a:cubicBezTo>
                                    <a:pt x="387" y="259"/>
                                    <a:pt x="387" y="259"/>
                                    <a:pt x="387" y="259"/>
                                  </a:cubicBezTo>
                                  <a:cubicBezTo>
                                    <a:pt x="387" y="258"/>
                                    <a:pt x="387" y="257"/>
                                    <a:pt x="387" y="257"/>
                                  </a:cubicBezTo>
                                  <a:cubicBezTo>
                                    <a:pt x="386" y="256"/>
                                    <a:pt x="386" y="255"/>
                                    <a:pt x="385" y="254"/>
                                  </a:cubicBezTo>
                                  <a:cubicBezTo>
                                    <a:pt x="385" y="252"/>
                                    <a:pt x="385" y="252"/>
                                    <a:pt x="386" y="251"/>
                                  </a:cubicBezTo>
                                  <a:cubicBezTo>
                                    <a:pt x="385" y="252"/>
                                    <a:pt x="386" y="253"/>
                                    <a:pt x="387" y="254"/>
                                  </a:cubicBezTo>
                                  <a:cubicBezTo>
                                    <a:pt x="387" y="255"/>
                                    <a:pt x="387" y="255"/>
                                    <a:pt x="387" y="255"/>
                                  </a:cubicBezTo>
                                  <a:cubicBezTo>
                                    <a:pt x="387" y="256"/>
                                    <a:pt x="387" y="256"/>
                                    <a:pt x="388" y="256"/>
                                  </a:cubicBezTo>
                                  <a:cubicBezTo>
                                    <a:pt x="388" y="257"/>
                                    <a:pt x="388" y="258"/>
                                    <a:pt x="388" y="258"/>
                                  </a:cubicBezTo>
                                  <a:cubicBezTo>
                                    <a:pt x="388" y="259"/>
                                    <a:pt x="388" y="259"/>
                                    <a:pt x="388" y="259"/>
                                  </a:cubicBezTo>
                                  <a:cubicBezTo>
                                    <a:pt x="387" y="259"/>
                                    <a:pt x="388" y="260"/>
                                    <a:pt x="388" y="260"/>
                                  </a:cubicBezTo>
                                  <a:cubicBezTo>
                                    <a:pt x="389" y="260"/>
                                    <a:pt x="389" y="261"/>
                                    <a:pt x="390" y="262"/>
                                  </a:cubicBezTo>
                                  <a:cubicBezTo>
                                    <a:pt x="390" y="262"/>
                                    <a:pt x="390" y="262"/>
                                    <a:pt x="390" y="262"/>
                                  </a:cubicBezTo>
                                  <a:cubicBezTo>
                                    <a:pt x="391" y="261"/>
                                    <a:pt x="392" y="262"/>
                                    <a:pt x="393" y="261"/>
                                  </a:cubicBezTo>
                                  <a:cubicBezTo>
                                    <a:pt x="394" y="261"/>
                                    <a:pt x="395" y="260"/>
                                    <a:pt x="394" y="259"/>
                                  </a:cubicBezTo>
                                  <a:cubicBezTo>
                                    <a:pt x="394" y="258"/>
                                    <a:pt x="394" y="258"/>
                                    <a:pt x="394" y="257"/>
                                  </a:cubicBezTo>
                                  <a:cubicBezTo>
                                    <a:pt x="395" y="256"/>
                                    <a:pt x="394" y="256"/>
                                    <a:pt x="394" y="256"/>
                                  </a:cubicBezTo>
                                  <a:cubicBezTo>
                                    <a:pt x="393" y="255"/>
                                    <a:pt x="392" y="255"/>
                                    <a:pt x="392" y="254"/>
                                  </a:cubicBezTo>
                                  <a:cubicBezTo>
                                    <a:pt x="391" y="253"/>
                                    <a:pt x="391" y="252"/>
                                    <a:pt x="390" y="251"/>
                                  </a:cubicBezTo>
                                  <a:cubicBezTo>
                                    <a:pt x="390" y="250"/>
                                    <a:pt x="390" y="250"/>
                                    <a:pt x="390" y="249"/>
                                  </a:cubicBezTo>
                                  <a:cubicBezTo>
                                    <a:pt x="391" y="250"/>
                                    <a:pt x="391" y="250"/>
                                    <a:pt x="392" y="251"/>
                                  </a:cubicBezTo>
                                  <a:cubicBezTo>
                                    <a:pt x="392" y="252"/>
                                    <a:pt x="392" y="253"/>
                                    <a:pt x="392" y="253"/>
                                  </a:cubicBezTo>
                                  <a:cubicBezTo>
                                    <a:pt x="393" y="253"/>
                                    <a:pt x="393" y="253"/>
                                    <a:pt x="393" y="254"/>
                                  </a:cubicBezTo>
                                  <a:cubicBezTo>
                                    <a:pt x="393" y="254"/>
                                    <a:pt x="393" y="254"/>
                                    <a:pt x="393" y="255"/>
                                  </a:cubicBezTo>
                                  <a:cubicBezTo>
                                    <a:pt x="394" y="255"/>
                                    <a:pt x="394" y="255"/>
                                    <a:pt x="394" y="255"/>
                                  </a:cubicBezTo>
                                  <a:cubicBezTo>
                                    <a:pt x="394" y="255"/>
                                    <a:pt x="395" y="256"/>
                                    <a:pt x="395" y="256"/>
                                  </a:cubicBezTo>
                                  <a:cubicBezTo>
                                    <a:pt x="395" y="256"/>
                                    <a:pt x="395" y="256"/>
                                    <a:pt x="395" y="257"/>
                                  </a:cubicBezTo>
                                  <a:cubicBezTo>
                                    <a:pt x="394" y="258"/>
                                    <a:pt x="394" y="258"/>
                                    <a:pt x="396" y="259"/>
                                  </a:cubicBezTo>
                                  <a:cubicBezTo>
                                    <a:pt x="397" y="260"/>
                                    <a:pt x="398" y="259"/>
                                    <a:pt x="399" y="258"/>
                                  </a:cubicBezTo>
                                  <a:cubicBezTo>
                                    <a:pt x="399" y="258"/>
                                    <a:pt x="400" y="258"/>
                                    <a:pt x="400" y="257"/>
                                  </a:cubicBezTo>
                                  <a:cubicBezTo>
                                    <a:pt x="400" y="257"/>
                                    <a:pt x="400" y="257"/>
                                    <a:pt x="400" y="257"/>
                                  </a:cubicBezTo>
                                  <a:cubicBezTo>
                                    <a:pt x="401" y="257"/>
                                    <a:pt x="400" y="258"/>
                                    <a:pt x="400" y="258"/>
                                  </a:cubicBezTo>
                                  <a:cubicBezTo>
                                    <a:pt x="400" y="258"/>
                                    <a:pt x="400" y="258"/>
                                    <a:pt x="401" y="258"/>
                                  </a:cubicBezTo>
                                  <a:cubicBezTo>
                                    <a:pt x="402" y="259"/>
                                    <a:pt x="402" y="260"/>
                                    <a:pt x="403" y="261"/>
                                  </a:cubicBezTo>
                                  <a:cubicBezTo>
                                    <a:pt x="403" y="261"/>
                                    <a:pt x="403" y="261"/>
                                    <a:pt x="403" y="261"/>
                                  </a:cubicBezTo>
                                  <a:cubicBezTo>
                                    <a:pt x="403" y="261"/>
                                    <a:pt x="403" y="262"/>
                                    <a:pt x="403" y="262"/>
                                  </a:cubicBezTo>
                                  <a:cubicBezTo>
                                    <a:pt x="402" y="263"/>
                                    <a:pt x="403" y="264"/>
                                    <a:pt x="402" y="265"/>
                                  </a:cubicBezTo>
                                  <a:cubicBezTo>
                                    <a:pt x="401" y="266"/>
                                    <a:pt x="401" y="267"/>
                                    <a:pt x="402" y="267"/>
                                  </a:cubicBezTo>
                                  <a:cubicBezTo>
                                    <a:pt x="402" y="267"/>
                                    <a:pt x="402" y="267"/>
                                    <a:pt x="402" y="268"/>
                                  </a:cubicBezTo>
                                  <a:cubicBezTo>
                                    <a:pt x="401" y="268"/>
                                    <a:pt x="401" y="268"/>
                                    <a:pt x="401" y="268"/>
                                  </a:cubicBezTo>
                                  <a:cubicBezTo>
                                    <a:pt x="402" y="269"/>
                                    <a:pt x="402" y="268"/>
                                    <a:pt x="402" y="268"/>
                                  </a:cubicBezTo>
                                  <a:cubicBezTo>
                                    <a:pt x="402" y="268"/>
                                    <a:pt x="402" y="268"/>
                                    <a:pt x="402" y="268"/>
                                  </a:cubicBezTo>
                                  <a:cubicBezTo>
                                    <a:pt x="403" y="268"/>
                                    <a:pt x="404" y="268"/>
                                    <a:pt x="404" y="267"/>
                                  </a:cubicBezTo>
                                  <a:cubicBezTo>
                                    <a:pt x="405" y="267"/>
                                    <a:pt x="406" y="266"/>
                                    <a:pt x="407" y="266"/>
                                  </a:cubicBezTo>
                                  <a:cubicBezTo>
                                    <a:pt x="409" y="267"/>
                                    <a:pt x="409" y="265"/>
                                    <a:pt x="410" y="264"/>
                                  </a:cubicBezTo>
                                  <a:cubicBezTo>
                                    <a:pt x="411" y="264"/>
                                    <a:pt x="411" y="264"/>
                                    <a:pt x="411" y="264"/>
                                  </a:cubicBezTo>
                                  <a:cubicBezTo>
                                    <a:pt x="414" y="264"/>
                                    <a:pt x="414" y="264"/>
                                    <a:pt x="413" y="262"/>
                                  </a:cubicBezTo>
                                  <a:cubicBezTo>
                                    <a:pt x="414" y="262"/>
                                    <a:pt x="414" y="261"/>
                                    <a:pt x="414" y="261"/>
                                  </a:cubicBezTo>
                                  <a:cubicBezTo>
                                    <a:pt x="415" y="261"/>
                                    <a:pt x="415" y="260"/>
                                    <a:pt x="416" y="260"/>
                                  </a:cubicBezTo>
                                  <a:cubicBezTo>
                                    <a:pt x="416" y="259"/>
                                    <a:pt x="416" y="259"/>
                                    <a:pt x="416" y="259"/>
                                  </a:cubicBezTo>
                                  <a:cubicBezTo>
                                    <a:pt x="416" y="259"/>
                                    <a:pt x="416" y="258"/>
                                    <a:pt x="416" y="258"/>
                                  </a:cubicBezTo>
                                  <a:cubicBezTo>
                                    <a:pt x="416" y="257"/>
                                    <a:pt x="416" y="257"/>
                                    <a:pt x="417" y="256"/>
                                  </a:cubicBezTo>
                                  <a:cubicBezTo>
                                    <a:pt x="417" y="256"/>
                                    <a:pt x="418" y="256"/>
                                    <a:pt x="418" y="257"/>
                                  </a:cubicBezTo>
                                  <a:cubicBezTo>
                                    <a:pt x="418" y="258"/>
                                    <a:pt x="418" y="258"/>
                                    <a:pt x="418" y="259"/>
                                  </a:cubicBezTo>
                                  <a:cubicBezTo>
                                    <a:pt x="418" y="259"/>
                                    <a:pt x="418" y="260"/>
                                    <a:pt x="419" y="260"/>
                                  </a:cubicBezTo>
                                  <a:cubicBezTo>
                                    <a:pt x="419" y="260"/>
                                    <a:pt x="419" y="259"/>
                                    <a:pt x="419" y="258"/>
                                  </a:cubicBezTo>
                                  <a:cubicBezTo>
                                    <a:pt x="419" y="258"/>
                                    <a:pt x="419" y="258"/>
                                    <a:pt x="420" y="258"/>
                                  </a:cubicBezTo>
                                  <a:cubicBezTo>
                                    <a:pt x="420" y="258"/>
                                    <a:pt x="421" y="257"/>
                                    <a:pt x="421" y="256"/>
                                  </a:cubicBezTo>
                                  <a:cubicBezTo>
                                    <a:pt x="421" y="255"/>
                                    <a:pt x="421" y="254"/>
                                    <a:pt x="422" y="254"/>
                                  </a:cubicBezTo>
                                  <a:cubicBezTo>
                                    <a:pt x="423" y="254"/>
                                    <a:pt x="423" y="254"/>
                                    <a:pt x="423" y="253"/>
                                  </a:cubicBezTo>
                                  <a:cubicBezTo>
                                    <a:pt x="423" y="252"/>
                                    <a:pt x="423" y="250"/>
                                    <a:pt x="424" y="249"/>
                                  </a:cubicBezTo>
                                  <a:cubicBezTo>
                                    <a:pt x="424" y="249"/>
                                    <a:pt x="424" y="249"/>
                                    <a:pt x="423" y="248"/>
                                  </a:cubicBezTo>
                                  <a:cubicBezTo>
                                    <a:pt x="422" y="248"/>
                                    <a:pt x="423" y="247"/>
                                    <a:pt x="422" y="246"/>
                                  </a:cubicBezTo>
                                  <a:cubicBezTo>
                                    <a:pt x="422" y="245"/>
                                    <a:pt x="422" y="244"/>
                                    <a:pt x="421" y="245"/>
                                  </a:cubicBezTo>
                                  <a:cubicBezTo>
                                    <a:pt x="421" y="245"/>
                                    <a:pt x="421" y="245"/>
                                    <a:pt x="421" y="244"/>
                                  </a:cubicBezTo>
                                  <a:cubicBezTo>
                                    <a:pt x="421" y="244"/>
                                    <a:pt x="421" y="244"/>
                                    <a:pt x="421" y="244"/>
                                  </a:cubicBezTo>
                                  <a:cubicBezTo>
                                    <a:pt x="420" y="244"/>
                                    <a:pt x="419" y="243"/>
                                    <a:pt x="419" y="244"/>
                                  </a:cubicBezTo>
                                  <a:cubicBezTo>
                                    <a:pt x="418" y="245"/>
                                    <a:pt x="418" y="246"/>
                                    <a:pt x="417" y="247"/>
                                  </a:cubicBezTo>
                                  <a:cubicBezTo>
                                    <a:pt x="417" y="248"/>
                                    <a:pt x="417" y="248"/>
                                    <a:pt x="417" y="249"/>
                                  </a:cubicBezTo>
                                  <a:cubicBezTo>
                                    <a:pt x="417" y="249"/>
                                    <a:pt x="416" y="249"/>
                                    <a:pt x="416" y="249"/>
                                  </a:cubicBezTo>
                                  <a:cubicBezTo>
                                    <a:pt x="416" y="248"/>
                                    <a:pt x="416" y="248"/>
                                    <a:pt x="415" y="248"/>
                                  </a:cubicBezTo>
                                  <a:cubicBezTo>
                                    <a:pt x="415" y="248"/>
                                    <a:pt x="415" y="247"/>
                                    <a:pt x="416" y="247"/>
                                  </a:cubicBezTo>
                                  <a:cubicBezTo>
                                    <a:pt x="416" y="246"/>
                                    <a:pt x="416" y="246"/>
                                    <a:pt x="416" y="246"/>
                                  </a:cubicBezTo>
                                  <a:cubicBezTo>
                                    <a:pt x="415" y="245"/>
                                    <a:pt x="415" y="245"/>
                                    <a:pt x="415" y="245"/>
                                  </a:cubicBezTo>
                                  <a:cubicBezTo>
                                    <a:pt x="415" y="246"/>
                                    <a:pt x="414" y="245"/>
                                    <a:pt x="413" y="246"/>
                                  </a:cubicBezTo>
                                  <a:cubicBezTo>
                                    <a:pt x="413" y="246"/>
                                    <a:pt x="413" y="246"/>
                                    <a:pt x="412" y="246"/>
                                  </a:cubicBezTo>
                                  <a:cubicBezTo>
                                    <a:pt x="412" y="245"/>
                                    <a:pt x="413" y="245"/>
                                    <a:pt x="413" y="245"/>
                                  </a:cubicBezTo>
                                  <a:cubicBezTo>
                                    <a:pt x="413" y="244"/>
                                    <a:pt x="413" y="244"/>
                                    <a:pt x="413" y="243"/>
                                  </a:cubicBezTo>
                                  <a:cubicBezTo>
                                    <a:pt x="414" y="242"/>
                                    <a:pt x="415" y="241"/>
                                    <a:pt x="415" y="239"/>
                                  </a:cubicBezTo>
                                  <a:cubicBezTo>
                                    <a:pt x="414" y="238"/>
                                    <a:pt x="414" y="237"/>
                                    <a:pt x="413" y="237"/>
                                  </a:cubicBezTo>
                                  <a:cubicBezTo>
                                    <a:pt x="412" y="237"/>
                                    <a:pt x="412" y="237"/>
                                    <a:pt x="411" y="237"/>
                                  </a:cubicBezTo>
                                  <a:cubicBezTo>
                                    <a:pt x="411" y="236"/>
                                    <a:pt x="411" y="236"/>
                                    <a:pt x="411" y="236"/>
                                  </a:cubicBezTo>
                                  <a:cubicBezTo>
                                    <a:pt x="410" y="237"/>
                                    <a:pt x="410" y="237"/>
                                    <a:pt x="410" y="237"/>
                                  </a:cubicBezTo>
                                  <a:cubicBezTo>
                                    <a:pt x="409" y="237"/>
                                    <a:pt x="409" y="237"/>
                                    <a:pt x="409" y="237"/>
                                  </a:cubicBezTo>
                                  <a:cubicBezTo>
                                    <a:pt x="409" y="237"/>
                                    <a:pt x="408" y="237"/>
                                    <a:pt x="408" y="238"/>
                                  </a:cubicBezTo>
                                  <a:cubicBezTo>
                                    <a:pt x="408" y="239"/>
                                    <a:pt x="407" y="240"/>
                                    <a:pt x="407" y="241"/>
                                  </a:cubicBezTo>
                                  <a:cubicBezTo>
                                    <a:pt x="407" y="241"/>
                                    <a:pt x="406" y="241"/>
                                    <a:pt x="406" y="241"/>
                                  </a:cubicBezTo>
                                  <a:cubicBezTo>
                                    <a:pt x="406" y="241"/>
                                    <a:pt x="406" y="240"/>
                                    <a:pt x="406" y="240"/>
                                  </a:cubicBezTo>
                                  <a:cubicBezTo>
                                    <a:pt x="407" y="240"/>
                                    <a:pt x="407" y="238"/>
                                    <a:pt x="408" y="238"/>
                                  </a:cubicBezTo>
                                  <a:cubicBezTo>
                                    <a:pt x="407" y="237"/>
                                    <a:pt x="406" y="237"/>
                                    <a:pt x="406" y="237"/>
                                  </a:cubicBezTo>
                                  <a:cubicBezTo>
                                    <a:pt x="405" y="237"/>
                                    <a:pt x="405" y="237"/>
                                    <a:pt x="405" y="237"/>
                                  </a:cubicBezTo>
                                  <a:cubicBezTo>
                                    <a:pt x="405" y="237"/>
                                    <a:pt x="405" y="237"/>
                                    <a:pt x="404" y="237"/>
                                  </a:cubicBezTo>
                                  <a:cubicBezTo>
                                    <a:pt x="404" y="236"/>
                                    <a:pt x="404" y="236"/>
                                    <a:pt x="404" y="236"/>
                                  </a:cubicBezTo>
                                  <a:cubicBezTo>
                                    <a:pt x="403" y="236"/>
                                    <a:pt x="403" y="236"/>
                                    <a:pt x="402" y="236"/>
                                  </a:cubicBezTo>
                                  <a:cubicBezTo>
                                    <a:pt x="402" y="235"/>
                                    <a:pt x="401" y="235"/>
                                    <a:pt x="401" y="235"/>
                                  </a:cubicBezTo>
                                  <a:cubicBezTo>
                                    <a:pt x="400" y="235"/>
                                    <a:pt x="400" y="236"/>
                                    <a:pt x="400" y="236"/>
                                  </a:cubicBezTo>
                                  <a:cubicBezTo>
                                    <a:pt x="398" y="237"/>
                                    <a:pt x="398" y="238"/>
                                    <a:pt x="396" y="239"/>
                                  </a:cubicBezTo>
                                  <a:cubicBezTo>
                                    <a:pt x="396" y="239"/>
                                    <a:pt x="396" y="238"/>
                                    <a:pt x="396" y="238"/>
                                  </a:cubicBezTo>
                                  <a:cubicBezTo>
                                    <a:pt x="396" y="237"/>
                                    <a:pt x="395" y="236"/>
                                    <a:pt x="394" y="235"/>
                                  </a:cubicBezTo>
                                  <a:cubicBezTo>
                                    <a:pt x="393" y="234"/>
                                    <a:pt x="394" y="234"/>
                                    <a:pt x="395" y="234"/>
                                  </a:cubicBezTo>
                                  <a:cubicBezTo>
                                    <a:pt x="395" y="234"/>
                                    <a:pt x="396" y="234"/>
                                    <a:pt x="396" y="235"/>
                                  </a:cubicBezTo>
                                  <a:cubicBezTo>
                                    <a:pt x="396" y="235"/>
                                    <a:pt x="396" y="235"/>
                                    <a:pt x="397" y="235"/>
                                  </a:cubicBezTo>
                                  <a:cubicBezTo>
                                    <a:pt x="397" y="234"/>
                                    <a:pt x="399" y="235"/>
                                    <a:pt x="400" y="234"/>
                                  </a:cubicBezTo>
                                  <a:cubicBezTo>
                                    <a:pt x="401" y="234"/>
                                    <a:pt x="400" y="233"/>
                                    <a:pt x="400" y="232"/>
                                  </a:cubicBezTo>
                                  <a:cubicBezTo>
                                    <a:pt x="397" y="232"/>
                                    <a:pt x="396" y="231"/>
                                    <a:pt x="397" y="229"/>
                                  </a:cubicBezTo>
                                  <a:cubicBezTo>
                                    <a:pt x="397" y="228"/>
                                    <a:pt x="397" y="227"/>
                                    <a:pt x="396" y="226"/>
                                  </a:cubicBezTo>
                                  <a:cubicBezTo>
                                    <a:pt x="396" y="226"/>
                                    <a:pt x="396" y="225"/>
                                    <a:pt x="396" y="225"/>
                                  </a:cubicBezTo>
                                  <a:cubicBezTo>
                                    <a:pt x="396" y="225"/>
                                    <a:pt x="396" y="225"/>
                                    <a:pt x="396" y="225"/>
                                  </a:cubicBezTo>
                                  <a:cubicBezTo>
                                    <a:pt x="396" y="225"/>
                                    <a:pt x="396" y="225"/>
                                    <a:pt x="396" y="224"/>
                                  </a:cubicBezTo>
                                  <a:cubicBezTo>
                                    <a:pt x="396" y="225"/>
                                    <a:pt x="396" y="225"/>
                                    <a:pt x="396" y="225"/>
                                  </a:cubicBezTo>
                                  <a:cubicBezTo>
                                    <a:pt x="397" y="225"/>
                                    <a:pt x="397" y="226"/>
                                    <a:pt x="398" y="227"/>
                                  </a:cubicBezTo>
                                  <a:cubicBezTo>
                                    <a:pt x="398" y="227"/>
                                    <a:pt x="397" y="228"/>
                                    <a:pt x="398" y="228"/>
                                  </a:cubicBezTo>
                                  <a:cubicBezTo>
                                    <a:pt x="399" y="229"/>
                                    <a:pt x="399" y="230"/>
                                    <a:pt x="400" y="231"/>
                                  </a:cubicBezTo>
                                  <a:cubicBezTo>
                                    <a:pt x="400" y="231"/>
                                    <a:pt x="400" y="232"/>
                                    <a:pt x="401" y="231"/>
                                  </a:cubicBezTo>
                                  <a:cubicBezTo>
                                    <a:pt x="401" y="231"/>
                                    <a:pt x="401" y="231"/>
                                    <a:pt x="401" y="231"/>
                                  </a:cubicBezTo>
                                  <a:cubicBezTo>
                                    <a:pt x="401" y="232"/>
                                    <a:pt x="402" y="232"/>
                                    <a:pt x="402" y="233"/>
                                  </a:cubicBezTo>
                                  <a:cubicBezTo>
                                    <a:pt x="403" y="234"/>
                                    <a:pt x="403" y="234"/>
                                    <a:pt x="403" y="234"/>
                                  </a:cubicBezTo>
                                  <a:cubicBezTo>
                                    <a:pt x="404" y="234"/>
                                    <a:pt x="404" y="234"/>
                                    <a:pt x="404" y="234"/>
                                  </a:cubicBezTo>
                                  <a:cubicBezTo>
                                    <a:pt x="405" y="235"/>
                                    <a:pt x="406" y="235"/>
                                    <a:pt x="407" y="235"/>
                                  </a:cubicBezTo>
                                  <a:cubicBezTo>
                                    <a:pt x="408" y="235"/>
                                    <a:pt x="408" y="235"/>
                                    <a:pt x="409" y="235"/>
                                  </a:cubicBezTo>
                                  <a:cubicBezTo>
                                    <a:pt x="410" y="235"/>
                                    <a:pt x="410" y="234"/>
                                    <a:pt x="412" y="234"/>
                                  </a:cubicBezTo>
                                  <a:cubicBezTo>
                                    <a:pt x="412" y="234"/>
                                    <a:pt x="412" y="234"/>
                                    <a:pt x="412" y="234"/>
                                  </a:cubicBezTo>
                                  <a:cubicBezTo>
                                    <a:pt x="413" y="235"/>
                                    <a:pt x="414" y="235"/>
                                    <a:pt x="415" y="234"/>
                                  </a:cubicBezTo>
                                  <a:cubicBezTo>
                                    <a:pt x="416" y="233"/>
                                    <a:pt x="416" y="232"/>
                                    <a:pt x="417" y="232"/>
                                  </a:cubicBezTo>
                                  <a:cubicBezTo>
                                    <a:pt x="417" y="233"/>
                                    <a:pt x="416" y="233"/>
                                    <a:pt x="416" y="234"/>
                                  </a:cubicBezTo>
                                  <a:cubicBezTo>
                                    <a:pt x="416" y="234"/>
                                    <a:pt x="416" y="235"/>
                                    <a:pt x="417" y="234"/>
                                  </a:cubicBezTo>
                                  <a:cubicBezTo>
                                    <a:pt x="418" y="233"/>
                                    <a:pt x="419" y="233"/>
                                    <a:pt x="420" y="232"/>
                                  </a:cubicBezTo>
                                  <a:cubicBezTo>
                                    <a:pt x="420" y="232"/>
                                    <a:pt x="420" y="231"/>
                                    <a:pt x="420" y="231"/>
                                  </a:cubicBezTo>
                                  <a:cubicBezTo>
                                    <a:pt x="420" y="230"/>
                                    <a:pt x="420" y="230"/>
                                    <a:pt x="421" y="230"/>
                                  </a:cubicBezTo>
                                  <a:cubicBezTo>
                                    <a:pt x="421" y="229"/>
                                    <a:pt x="422" y="229"/>
                                    <a:pt x="422" y="227"/>
                                  </a:cubicBezTo>
                                  <a:cubicBezTo>
                                    <a:pt x="422" y="227"/>
                                    <a:pt x="422" y="227"/>
                                    <a:pt x="423" y="226"/>
                                  </a:cubicBezTo>
                                  <a:cubicBezTo>
                                    <a:pt x="423" y="226"/>
                                    <a:pt x="424" y="225"/>
                                    <a:pt x="423" y="225"/>
                                  </a:cubicBezTo>
                                  <a:cubicBezTo>
                                    <a:pt x="423" y="224"/>
                                    <a:pt x="423" y="223"/>
                                    <a:pt x="422" y="223"/>
                                  </a:cubicBezTo>
                                  <a:cubicBezTo>
                                    <a:pt x="421" y="223"/>
                                    <a:pt x="421" y="223"/>
                                    <a:pt x="421" y="223"/>
                                  </a:cubicBezTo>
                                  <a:cubicBezTo>
                                    <a:pt x="422" y="222"/>
                                    <a:pt x="421" y="221"/>
                                    <a:pt x="422" y="220"/>
                                  </a:cubicBezTo>
                                  <a:cubicBezTo>
                                    <a:pt x="422" y="220"/>
                                    <a:pt x="422" y="220"/>
                                    <a:pt x="422" y="219"/>
                                  </a:cubicBezTo>
                                  <a:cubicBezTo>
                                    <a:pt x="421" y="219"/>
                                    <a:pt x="421" y="218"/>
                                    <a:pt x="420" y="217"/>
                                  </a:cubicBezTo>
                                  <a:cubicBezTo>
                                    <a:pt x="419" y="217"/>
                                    <a:pt x="419" y="215"/>
                                    <a:pt x="419" y="215"/>
                                  </a:cubicBezTo>
                                  <a:cubicBezTo>
                                    <a:pt x="420" y="214"/>
                                    <a:pt x="421" y="213"/>
                                    <a:pt x="422" y="214"/>
                                  </a:cubicBezTo>
                                  <a:cubicBezTo>
                                    <a:pt x="422" y="214"/>
                                    <a:pt x="422" y="214"/>
                                    <a:pt x="423" y="214"/>
                                  </a:cubicBezTo>
                                  <a:cubicBezTo>
                                    <a:pt x="423" y="215"/>
                                    <a:pt x="424" y="214"/>
                                    <a:pt x="425" y="215"/>
                                  </a:cubicBezTo>
                                  <a:cubicBezTo>
                                    <a:pt x="426" y="215"/>
                                    <a:pt x="427" y="215"/>
                                    <a:pt x="427" y="215"/>
                                  </a:cubicBezTo>
                                  <a:cubicBezTo>
                                    <a:pt x="429" y="216"/>
                                    <a:pt x="429" y="216"/>
                                    <a:pt x="430" y="215"/>
                                  </a:cubicBezTo>
                                  <a:cubicBezTo>
                                    <a:pt x="430" y="215"/>
                                    <a:pt x="430" y="215"/>
                                    <a:pt x="431" y="215"/>
                                  </a:cubicBezTo>
                                  <a:cubicBezTo>
                                    <a:pt x="431" y="215"/>
                                    <a:pt x="432" y="214"/>
                                    <a:pt x="432" y="214"/>
                                  </a:cubicBezTo>
                                  <a:cubicBezTo>
                                    <a:pt x="432" y="213"/>
                                    <a:pt x="433" y="212"/>
                                    <a:pt x="434" y="213"/>
                                  </a:cubicBezTo>
                                  <a:cubicBezTo>
                                    <a:pt x="435" y="213"/>
                                    <a:pt x="435" y="213"/>
                                    <a:pt x="435" y="214"/>
                                  </a:cubicBezTo>
                                  <a:cubicBezTo>
                                    <a:pt x="436" y="214"/>
                                    <a:pt x="436" y="214"/>
                                    <a:pt x="436" y="213"/>
                                  </a:cubicBezTo>
                                  <a:cubicBezTo>
                                    <a:pt x="436" y="213"/>
                                    <a:pt x="437" y="212"/>
                                    <a:pt x="437" y="211"/>
                                  </a:cubicBezTo>
                                  <a:cubicBezTo>
                                    <a:pt x="438" y="210"/>
                                    <a:pt x="438" y="209"/>
                                    <a:pt x="437" y="209"/>
                                  </a:cubicBezTo>
                                  <a:cubicBezTo>
                                    <a:pt x="436" y="209"/>
                                    <a:pt x="435" y="207"/>
                                    <a:pt x="434" y="208"/>
                                  </a:cubicBezTo>
                                  <a:cubicBezTo>
                                    <a:pt x="434" y="209"/>
                                    <a:pt x="434" y="209"/>
                                    <a:pt x="434" y="208"/>
                                  </a:cubicBezTo>
                                  <a:cubicBezTo>
                                    <a:pt x="433" y="207"/>
                                    <a:pt x="432" y="208"/>
                                    <a:pt x="431" y="207"/>
                                  </a:cubicBezTo>
                                  <a:cubicBezTo>
                                    <a:pt x="430" y="207"/>
                                    <a:pt x="429" y="207"/>
                                    <a:pt x="429" y="206"/>
                                  </a:cubicBezTo>
                                  <a:cubicBezTo>
                                    <a:pt x="429" y="205"/>
                                    <a:pt x="430" y="205"/>
                                    <a:pt x="431" y="205"/>
                                  </a:cubicBezTo>
                                  <a:cubicBezTo>
                                    <a:pt x="431" y="205"/>
                                    <a:pt x="431" y="205"/>
                                    <a:pt x="431" y="205"/>
                                  </a:cubicBezTo>
                                  <a:cubicBezTo>
                                    <a:pt x="432" y="205"/>
                                    <a:pt x="432" y="205"/>
                                    <a:pt x="432" y="205"/>
                                  </a:cubicBezTo>
                                  <a:cubicBezTo>
                                    <a:pt x="432" y="205"/>
                                    <a:pt x="433" y="205"/>
                                    <a:pt x="434" y="205"/>
                                  </a:cubicBezTo>
                                  <a:cubicBezTo>
                                    <a:pt x="434" y="205"/>
                                    <a:pt x="435" y="205"/>
                                    <a:pt x="436" y="205"/>
                                  </a:cubicBezTo>
                                  <a:cubicBezTo>
                                    <a:pt x="436" y="205"/>
                                    <a:pt x="436" y="205"/>
                                    <a:pt x="436" y="205"/>
                                  </a:cubicBezTo>
                                  <a:cubicBezTo>
                                    <a:pt x="436" y="205"/>
                                    <a:pt x="436" y="206"/>
                                    <a:pt x="437" y="206"/>
                                  </a:cubicBezTo>
                                  <a:cubicBezTo>
                                    <a:pt x="437" y="206"/>
                                    <a:pt x="438" y="206"/>
                                    <a:pt x="439" y="205"/>
                                  </a:cubicBezTo>
                                  <a:cubicBezTo>
                                    <a:pt x="439" y="205"/>
                                    <a:pt x="439" y="204"/>
                                    <a:pt x="439" y="203"/>
                                  </a:cubicBezTo>
                                  <a:cubicBezTo>
                                    <a:pt x="440" y="203"/>
                                    <a:pt x="440" y="203"/>
                                    <a:pt x="440" y="203"/>
                                  </a:cubicBezTo>
                                  <a:cubicBezTo>
                                    <a:pt x="441" y="202"/>
                                    <a:pt x="441" y="202"/>
                                    <a:pt x="441" y="202"/>
                                  </a:cubicBezTo>
                                  <a:cubicBezTo>
                                    <a:pt x="441" y="201"/>
                                    <a:pt x="441" y="201"/>
                                    <a:pt x="441" y="200"/>
                                  </a:cubicBezTo>
                                  <a:cubicBezTo>
                                    <a:pt x="440" y="200"/>
                                    <a:pt x="440" y="200"/>
                                    <a:pt x="440" y="199"/>
                                  </a:cubicBezTo>
                                  <a:cubicBezTo>
                                    <a:pt x="439" y="199"/>
                                    <a:pt x="438" y="198"/>
                                    <a:pt x="437" y="198"/>
                                  </a:cubicBezTo>
                                  <a:cubicBezTo>
                                    <a:pt x="437" y="198"/>
                                    <a:pt x="436" y="198"/>
                                    <a:pt x="436" y="198"/>
                                  </a:cubicBezTo>
                                  <a:cubicBezTo>
                                    <a:pt x="435" y="197"/>
                                    <a:pt x="435" y="197"/>
                                    <a:pt x="435" y="197"/>
                                  </a:cubicBezTo>
                                  <a:cubicBezTo>
                                    <a:pt x="434" y="197"/>
                                    <a:pt x="434" y="196"/>
                                    <a:pt x="434" y="196"/>
                                  </a:cubicBezTo>
                                  <a:cubicBezTo>
                                    <a:pt x="433" y="196"/>
                                    <a:pt x="433" y="196"/>
                                    <a:pt x="432" y="196"/>
                                  </a:cubicBezTo>
                                  <a:cubicBezTo>
                                    <a:pt x="431" y="196"/>
                                    <a:pt x="431" y="196"/>
                                    <a:pt x="431" y="195"/>
                                  </a:cubicBezTo>
                                  <a:cubicBezTo>
                                    <a:pt x="431" y="195"/>
                                    <a:pt x="431" y="195"/>
                                    <a:pt x="432" y="195"/>
                                  </a:cubicBezTo>
                                  <a:cubicBezTo>
                                    <a:pt x="433" y="195"/>
                                    <a:pt x="434" y="195"/>
                                    <a:pt x="435" y="196"/>
                                  </a:cubicBezTo>
                                  <a:cubicBezTo>
                                    <a:pt x="437" y="197"/>
                                    <a:pt x="438" y="197"/>
                                    <a:pt x="439" y="196"/>
                                  </a:cubicBezTo>
                                  <a:cubicBezTo>
                                    <a:pt x="440" y="195"/>
                                    <a:pt x="440" y="195"/>
                                    <a:pt x="441" y="195"/>
                                  </a:cubicBezTo>
                                  <a:cubicBezTo>
                                    <a:pt x="441" y="195"/>
                                    <a:pt x="442" y="195"/>
                                    <a:pt x="442" y="195"/>
                                  </a:cubicBezTo>
                                  <a:cubicBezTo>
                                    <a:pt x="442" y="194"/>
                                    <a:pt x="443" y="193"/>
                                    <a:pt x="444" y="193"/>
                                  </a:cubicBezTo>
                                  <a:cubicBezTo>
                                    <a:pt x="444" y="193"/>
                                    <a:pt x="444" y="192"/>
                                    <a:pt x="444" y="192"/>
                                  </a:cubicBezTo>
                                  <a:cubicBezTo>
                                    <a:pt x="443" y="192"/>
                                    <a:pt x="443" y="191"/>
                                    <a:pt x="443" y="191"/>
                                  </a:cubicBezTo>
                                  <a:cubicBezTo>
                                    <a:pt x="443" y="190"/>
                                    <a:pt x="444" y="190"/>
                                    <a:pt x="444" y="189"/>
                                  </a:cubicBezTo>
                                  <a:cubicBezTo>
                                    <a:pt x="443" y="188"/>
                                    <a:pt x="443" y="187"/>
                                    <a:pt x="443" y="186"/>
                                  </a:cubicBezTo>
                                  <a:cubicBezTo>
                                    <a:pt x="443" y="185"/>
                                    <a:pt x="443" y="184"/>
                                    <a:pt x="442" y="184"/>
                                  </a:cubicBezTo>
                                  <a:cubicBezTo>
                                    <a:pt x="440" y="183"/>
                                    <a:pt x="439" y="182"/>
                                    <a:pt x="437" y="183"/>
                                  </a:cubicBezTo>
                                  <a:cubicBezTo>
                                    <a:pt x="436" y="183"/>
                                    <a:pt x="435" y="183"/>
                                    <a:pt x="434" y="183"/>
                                  </a:cubicBezTo>
                                  <a:cubicBezTo>
                                    <a:pt x="433" y="183"/>
                                    <a:pt x="433" y="183"/>
                                    <a:pt x="433" y="183"/>
                                  </a:cubicBezTo>
                                  <a:cubicBezTo>
                                    <a:pt x="433" y="184"/>
                                    <a:pt x="433" y="184"/>
                                    <a:pt x="433" y="184"/>
                                  </a:cubicBezTo>
                                  <a:cubicBezTo>
                                    <a:pt x="433" y="184"/>
                                    <a:pt x="432" y="185"/>
                                    <a:pt x="432" y="184"/>
                                  </a:cubicBezTo>
                                  <a:cubicBezTo>
                                    <a:pt x="432" y="184"/>
                                    <a:pt x="432" y="184"/>
                                    <a:pt x="432" y="184"/>
                                  </a:cubicBezTo>
                                  <a:cubicBezTo>
                                    <a:pt x="433" y="182"/>
                                    <a:pt x="434" y="182"/>
                                    <a:pt x="435" y="182"/>
                                  </a:cubicBezTo>
                                  <a:cubicBezTo>
                                    <a:pt x="436" y="182"/>
                                    <a:pt x="437" y="181"/>
                                    <a:pt x="437" y="180"/>
                                  </a:cubicBezTo>
                                  <a:cubicBezTo>
                                    <a:pt x="436" y="180"/>
                                    <a:pt x="436" y="180"/>
                                    <a:pt x="435" y="179"/>
                                  </a:cubicBezTo>
                                  <a:cubicBezTo>
                                    <a:pt x="433" y="178"/>
                                    <a:pt x="431" y="178"/>
                                    <a:pt x="429" y="179"/>
                                  </a:cubicBezTo>
                                  <a:cubicBezTo>
                                    <a:pt x="428" y="179"/>
                                    <a:pt x="428" y="179"/>
                                    <a:pt x="427" y="179"/>
                                  </a:cubicBezTo>
                                  <a:cubicBezTo>
                                    <a:pt x="427" y="179"/>
                                    <a:pt x="426" y="179"/>
                                    <a:pt x="426" y="180"/>
                                  </a:cubicBezTo>
                                  <a:cubicBezTo>
                                    <a:pt x="425" y="180"/>
                                    <a:pt x="425" y="180"/>
                                    <a:pt x="425" y="180"/>
                                  </a:cubicBezTo>
                                  <a:cubicBezTo>
                                    <a:pt x="425" y="179"/>
                                    <a:pt x="424" y="180"/>
                                    <a:pt x="424" y="180"/>
                                  </a:cubicBezTo>
                                  <a:cubicBezTo>
                                    <a:pt x="423" y="181"/>
                                    <a:pt x="422" y="183"/>
                                    <a:pt x="421" y="185"/>
                                  </a:cubicBezTo>
                                  <a:cubicBezTo>
                                    <a:pt x="421" y="185"/>
                                    <a:pt x="421" y="186"/>
                                    <a:pt x="421" y="186"/>
                                  </a:cubicBezTo>
                                  <a:cubicBezTo>
                                    <a:pt x="421" y="186"/>
                                    <a:pt x="421" y="187"/>
                                    <a:pt x="420" y="187"/>
                                  </a:cubicBezTo>
                                  <a:cubicBezTo>
                                    <a:pt x="420" y="187"/>
                                    <a:pt x="420" y="187"/>
                                    <a:pt x="420" y="187"/>
                                  </a:cubicBezTo>
                                  <a:cubicBezTo>
                                    <a:pt x="420" y="185"/>
                                    <a:pt x="421" y="184"/>
                                    <a:pt x="422" y="182"/>
                                  </a:cubicBezTo>
                                  <a:cubicBezTo>
                                    <a:pt x="422" y="181"/>
                                    <a:pt x="422" y="181"/>
                                    <a:pt x="423" y="180"/>
                                  </a:cubicBezTo>
                                  <a:cubicBezTo>
                                    <a:pt x="424" y="179"/>
                                    <a:pt x="424" y="178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4" y="177"/>
                                    <a:pt x="424" y="177"/>
                                  </a:cubicBezTo>
                                  <a:cubicBezTo>
                                    <a:pt x="424" y="178"/>
                                    <a:pt x="424" y="178"/>
                                    <a:pt x="425" y="178"/>
                                  </a:cubicBezTo>
                                  <a:cubicBezTo>
                                    <a:pt x="426" y="178"/>
                                    <a:pt x="427" y="177"/>
                                    <a:pt x="428" y="177"/>
                                  </a:cubicBezTo>
                                  <a:cubicBezTo>
                                    <a:pt x="429" y="176"/>
                                    <a:pt x="431" y="176"/>
                                    <a:pt x="433" y="176"/>
                                  </a:cubicBezTo>
                                  <a:cubicBezTo>
                                    <a:pt x="433" y="177"/>
                                    <a:pt x="434" y="177"/>
                                    <a:pt x="434" y="176"/>
                                  </a:cubicBezTo>
                                  <a:cubicBezTo>
                                    <a:pt x="434" y="176"/>
                                    <a:pt x="434" y="175"/>
                                    <a:pt x="434" y="175"/>
                                  </a:cubicBezTo>
                                  <a:cubicBezTo>
                                    <a:pt x="434" y="174"/>
                                    <a:pt x="433" y="175"/>
                                    <a:pt x="433" y="175"/>
                                  </a:cubicBezTo>
                                  <a:cubicBezTo>
                                    <a:pt x="432" y="175"/>
                                    <a:pt x="432" y="174"/>
                                    <a:pt x="431" y="174"/>
                                  </a:cubicBezTo>
                                  <a:cubicBezTo>
                                    <a:pt x="430" y="174"/>
                                    <a:pt x="429" y="174"/>
                                    <a:pt x="428" y="174"/>
                                  </a:cubicBezTo>
                                  <a:cubicBezTo>
                                    <a:pt x="428" y="174"/>
                                    <a:pt x="428" y="174"/>
                                    <a:pt x="428" y="174"/>
                                  </a:cubicBezTo>
                                  <a:cubicBezTo>
                                    <a:pt x="427" y="174"/>
                                    <a:pt x="426" y="173"/>
                                    <a:pt x="425" y="173"/>
                                  </a:cubicBezTo>
                                  <a:cubicBezTo>
                                    <a:pt x="423" y="173"/>
                                    <a:pt x="422" y="173"/>
                                    <a:pt x="420" y="174"/>
                                  </a:cubicBezTo>
                                  <a:cubicBezTo>
                                    <a:pt x="420" y="173"/>
                                    <a:pt x="421" y="173"/>
                                    <a:pt x="421" y="172"/>
                                  </a:cubicBezTo>
                                  <a:cubicBezTo>
                                    <a:pt x="421" y="172"/>
                                    <a:pt x="422" y="172"/>
                                    <a:pt x="422" y="172"/>
                                  </a:cubicBezTo>
                                  <a:cubicBezTo>
                                    <a:pt x="423" y="172"/>
                                    <a:pt x="423" y="172"/>
                                    <a:pt x="424" y="172"/>
                                  </a:cubicBezTo>
                                  <a:cubicBezTo>
                                    <a:pt x="424" y="172"/>
                                    <a:pt x="424" y="172"/>
                                    <a:pt x="424" y="172"/>
                                  </a:cubicBezTo>
                                  <a:cubicBezTo>
                                    <a:pt x="425" y="172"/>
                                    <a:pt x="426" y="172"/>
                                    <a:pt x="427" y="173"/>
                                  </a:cubicBezTo>
                                  <a:cubicBezTo>
                                    <a:pt x="428" y="173"/>
                                    <a:pt x="428" y="173"/>
                                    <a:pt x="429" y="173"/>
                                  </a:cubicBezTo>
                                  <a:cubicBezTo>
                                    <a:pt x="431" y="172"/>
                                    <a:pt x="433" y="172"/>
                                    <a:pt x="434" y="172"/>
                                  </a:cubicBezTo>
                                  <a:cubicBezTo>
                                    <a:pt x="435" y="173"/>
                                    <a:pt x="437" y="173"/>
                                    <a:pt x="436" y="175"/>
                                  </a:cubicBezTo>
                                  <a:cubicBezTo>
                                    <a:pt x="436" y="176"/>
                                    <a:pt x="437" y="176"/>
                                    <a:pt x="437" y="177"/>
                                  </a:cubicBezTo>
                                  <a:cubicBezTo>
                                    <a:pt x="439" y="178"/>
                                    <a:pt x="441" y="178"/>
                                    <a:pt x="443" y="178"/>
                                  </a:cubicBezTo>
                                  <a:cubicBezTo>
                                    <a:pt x="444" y="179"/>
                                    <a:pt x="445" y="179"/>
                                    <a:pt x="446" y="178"/>
                                  </a:cubicBezTo>
                                  <a:cubicBezTo>
                                    <a:pt x="446" y="177"/>
                                    <a:pt x="445" y="177"/>
                                    <a:pt x="445" y="176"/>
                                  </a:cubicBezTo>
                                  <a:cubicBezTo>
                                    <a:pt x="445" y="176"/>
                                    <a:pt x="445" y="175"/>
                                    <a:pt x="444" y="175"/>
                                  </a:cubicBezTo>
                                  <a:cubicBezTo>
                                    <a:pt x="444" y="175"/>
                                    <a:pt x="445" y="174"/>
                                    <a:pt x="444" y="174"/>
                                  </a:cubicBezTo>
                                  <a:cubicBezTo>
                                    <a:pt x="444" y="173"/>
                                    <a:pt x="443" y="173"/>
                                    <a:pt x="443" y="173"/>
                                  </a:cubicBezTo>
                                  <a:cubicBezTo>
                                    <a:pt x="444" y="173"/>
                                    <a:pt x="444" y="172"/>
                                    <a:pt x="445" y="172"/>
                                  </a:cubicBezTo>
                                  <a:cubicBezTo>
                                    <a:pt x="445" y="172"/>
                                    <a:pt x="445" y="171"/>
                                    <a:pt x="445" y="171"/>
                                  </a:cubicBezTo>
                                  <a:cubicBezTo>
                                    <a:pt x="444" y="171"/>
                                    <a:pt x="443" y="171"/>
                                    <a:pt x="442" y="171"/>
                                  </a:cubicBezTo>
                                  <a:cubicBezTo>
                                    <a:pt x="442" y="171"/>
                                    <a:pt x="442" y="171"/>
                                    <a:pt x="442" y="170"/>
                                  </a:cubicBezTo>
                                  <a:cubicBezTo>
                                    <a:pt x="440" y="170"/>
                                    <a:pt x="439" y="170"/>
                                    <a:pt x="437" y="170"/>
                                  </a:cubicBezTo>
                                  <a:cubicBezTo>
                                    <a:pt x="437" y="170"/>
                                    <a:pt x="436" y="171"/>
                                    <a:pt x="435" y="170"/>
                                  </a:cubicBezTo>
                                  <a:cubicBezTo>
                                    <a:pt x="435" y="170"/>
                                    <a:pt x="435" y="169"/>
                                    <a:pt x="434" y="169"/>
                                  </a:cubicBezTo>
                                  <a:cubicBezTo>
                                    <a:pt x="431" y="169"/>
                                    <a:pt x="428" y="168"/>
                                    <a:pt x="425" y="170"/>
                                  </a:cubicBezTo>
                                  <a:cubicBezTo>
                                    <a:pt x="425" y="170"/>
                                    <a:pt x="425" y="170"/>
                                    <a:pt x="425" y="170"/>
                                  </a:cubicBezTo>
                                  <a:cubicBezTo>
                                    <a:pt x="425" y="170"/>
                                    <a:pt x="425" y="170"/>
                                    <a:pt x="426" y="170"/>
                                  </a:cubicBezTo>
                                  <a:cubicBezTo>
                                    <a:pt x="426" y="169"/>
                                    <a:pt x="426" y="169"/>
                                    <a:pt x="426" y="169"/>
                                  </a:cubicBezTo>
                                  <a:cubicBezTo>
                                    <a:pt x="426" y="169"/>
                                    <a:pt x="426" y="169"/>
                                    <a:pt x="425" y="169"/>
                                  </a:cubicBezTo>
                                  <a:cubicBezTo>
                                    <a:pt x="425" y="168"/>
                                    <a:pt x="424" y="168"/>
                                    <a:pt x="424" y="168"/>
                                  </a:cubicBezTo>
                                  <a:cubicBezTo>
                                    <a:pt x="423" y="168"/>
                                    <a:pt x="422" y="167"/>
                                    <a:pt x="422" y="167"/>
                                  </a:cubicBezTo>
                                  <a:cubicBezTo>
                                    <a:pt x="422" y="166"/>
                                    <a:pt x="422" y="166"/>
                                    <a:pt x="422" y="166"/>
                                  </a:cubicBezTo>
                                  <a:cubicBezTo>
                                    <a:pt x="424" y="167"/>
                                    <a:pt x="425" y="167"/>
                                    <a:pt x="427" y="167"/>
                                  </a:cubicBezTo>
                                  <a:cubicBezTo>
                                    <a:pt x="427" y="167"/>
                                    <a:pt x="427" y="167"/>
                                    <a:pt x="427" y="166"/>
                                  </a:cubicBezTo>
                                  <a:cubicBezTo>
                                    <a:pt x="427" y="165"/>
                                    <a:pt x="426" y="164"/>
                                    <a:pt x="426" y="163"/>
                                  </a:cubicBezTo>
                                  <a:cubicBezTo>
                                    <a:pt x="426" y="163"/>
                                    <a:pt x="426" y="163"/>
                                    <a:pt x="426" y="163"/>
                                  </a:cubicBezTo>
                                  <a:cubicBezTo>
                                    <a:pt x="427" y="163"/>
                                    <a:pt x="427" y="163"/>
                                    <a:pt x="427" y="162"/>
                                  </a:cubicBezTo>
                                  <a:cubicBezTo>
                                    <a:pt x="428" y="164"/>
                                    <a:pt x="428" y="165"/>
                                    <a:pt x="429" y="166"/>
                                  </a:cubicBezTo>
                                  <a:cubicBezTo>
                                    <a:pt x="429" y="166"/>
                                    <a:pt x="430" y="167"/>
                                    <a:pt x="431" y="167"/>
                                  </a:cubicBezTo>
                                  <a:cubicBezTo>
                                    <a:pt x="431" y="167"/>
                                    <a:pt x="432" y="167"/>
                                    <a:pt x="432" y="167"/>
                                  </a:cubicBezTo>
                                  <a:cubicBezTo>
                                    <a:pt x="433" y="167"/>
                                    <a:pt x="435" y="167"/>
                                    <a:pt x="436" y="166"/>
                                  </a:cubicBezTo>
                                  <a:cubicBezTo>
                                    <a:pt x="435" y="166"/>
                                    <a:pt x="434" y="165"/>
                                    <a:pt x="434" y="164"/>
                                  </a:cubicBezTo>
                                  <a:cubicBezTo>
                                    <a:pt x="434" y="164"/>
                                    <a:pt x="434" y="163"/>
                                    <a:pt x="434" y="163"/>
                                  </a:cubicBezTo>
                                  <a:cubicBezTo>
                                    <a:pt x="433" y="162"/>
                                    <a:pt x="431" y="162"/>
                                    <a:pt x="430" y="162"/>
                                  </a:cubicBezTo>
                                  <a:cubicBezTo>
                                    <a:pt x="429" y="161"/>
                                    <a:pt x="428" y="161"/>
                                    <a:pt x="427" y="161"/>
                                  </a:cubicBezTo>
                                  <a:cubicBezTo>
                                    <a:pt x="427" y="161"/>
                                    <a:pt x="427" y="160"/>
                                    <a:pt x="427" y="160"/>
                                  </a:cubicBezTo>
                                  <a:cubicBezTo>
                                    <a:pt x="427" y="160"/>
                                    <a:pt x="428" y="159"/>
                                    <a:pt x="428" y="159"/>
                                  </a:cubicBezTo>
                                  <a:cubicBezTo>
                                    <a:pt x="428" y="160"/>
                                    <a:pt x="428" y="160"/>
                                    <a:pt x="429" y="160"/>
                                  </a:cubicBezTo>
                                  <a:cubicBezTo>
                                    <a:pt x="429" y="161"/>
                                    <a:pt x="429" y="161"/>
                                    <a:pt x="429" y="161"/>
                                  </a:cubicBezTo>
                                  <a:cubicBezTo>
                                    <a:pt x="429" y="161"/>
                                    <a:pt x="430" y="160"/>
                                    <a:pt x="431" y="160"/>
                                  </a:cubicBezTo>
                                  <a:cubicBezTo>
                                    <a:pt x="431" y="161"/>
                                    <a:pt x="432" y="161"/>
                                    <a:pt x="433" y="161"/>
                                  </a:cubicBezTo>
                                  <a:cubicBezTo>
                                    <a:pt x="433" y="161"/>
                                    <a:pt x="433" y="161"/>
                                    <a:pt x="433" y="161"/>
                                  </a:cubicBezTo>
                                  <a:cubicBezTo>
                                    <a:pt x="434" y="161"/>
                                    <a:pt x="434" y="161"/>
                                    <a:pt x="434" y="161"/>
                                  </a:cubicBezTo>
                                  <a:cubicBezTo>
                                    <a:pt x="434" y="161"/>
                                    <a:pt x="434" y="162"/>
                                    <a:pt x="435" y="162"/>
                                  </a:cubicBezTo>
                                  <a:cubicBezTo>
                                    <a:pt x="435" y="162"/>
                                    <a:pt x="435" y="163"/>
                                    <a:pt x="435" y="163"/>
                                  </a:cubicBezTo>
                                  <a:cubicBezTo>
                                    <a:pt x="435" y="164"/>
                                    <a:pt x="436" y="163"/>
                                    <a:pt x="437" y="163"/>
                                  </a:cubicBezTo>
                                  <a:cubicBezTo>
                                    <a:pt x="437" y="163"/>
                                    <a:pt x="436" y="164"/>
                                    <a:pt x="437" y="164"/>
                                  </a:cubicBezTo>
                                  <a:cubicBezTo>
                                    <a:pt x="438" y="164"/>
                                    <a:pt x="438" y="164"/>
                                    <a:pt x="438" y="164"/>
                                  </a:cubicBezTo>
                                  <a:cubicBezTo>
                                    <a:pt x="439" y="165"/>
                                    <a:pt x="439" y="166"/>
                                    <a:pt x="440" y="165"/>
                                  </a:cubicBezTo>
                                  <a:cubicBezTo>
                                    <a:pt x="440" y="166"/>
                                    <a:pt x="441" y="166"/>
                                    <a:pt x="442" y="166"/>
                                  </a:cubicBezTo>
                                  <a:cubicBezTo>
                                    <a:pt x="442" y="166"/>
                                    <a:pt x="443" y="165"/>
                                    <a:pt x="443" y="165"/>
                                  </a:cubicBezTo>
                                  <a:cubicBezTo>
                                    <a:pt x="443" y="164"/>
                                    <a:pt x="443" y="163"/>
                                    <a:pt x="442" y="163"/>
                                  </a:cubicBezTo>
                                  <a:cubicBezTo>
                                    <a:pt x="442" y="162"/>
                                    <a:pt x="442" y="162"/>
                                    <a:pt x="442" y="161"/>
                                  </a:cubicBezTo>
                                  <a:cubicBezTo>
                                    <a:pt x="442" y="160"/>
                                    <a:pt x="443" y="162"/>
                                    <a:pt x="443" y="162"/>
                                  </a:cubicBezTo>
                                  <a:cubicBezTo>
                                    <a:pt x="444" y="162"/>
                                    <a:pt x="444" y="163"/>
                                    <a:pt x="445" y="163"/>
                                  </a:cubicBezTo>
                                  <a:cubicBezTo>
                                    <a:pt x="445" y="163"/>
                                    <a:pt x="446" y="163"/>
                                    <a:pt x="447" y="163"/>
                                  </a:cubicBezTo>
                                  <a:cubicBezTo>
                                    <a:pt x="448" y="164"/>
                                    <a:pt x="449" y="163"/>
                                    <a:pt x="449" y="161"/>
                                  </a:cubicBezTo>
                                  <a:cubicBezTo>
                                    <a:pt x="449" y="160"/>
                                    <a:pt x="449" y="160"/>
                                    <a:pt x="449" y="159"/>
                                  </a:cubicBezTo>
                                  <a:cubicBezTo>
                                    <a:pt x="449" y="159"/>
                                    <a:pt x="449" y="159"/>
                                    <a:pt x="449" y="159"/>
                                  </a:cubicBezTo>
                                  <a:cubicBezTo>
                                    <a:pt x="450" y="160"/>
                                    <a:pt x="449" y="161"/>
                                    <a:pt x="450" y="161"/>
                                  </a:cubicBezTo>
                                  <a:cubicBezTo>
                                    <a:pt x="450" y="161"/>
                                    <a:pt x="451" y="161"/>
                                    <a:pt x="451" y="161"/>
                                  </a:cubicBezTo>
                                  <a:cubicBezTo>
                                    <a:pt x="451" y="161"/>
                                    <a:pt x="451" y="161"/>
                                    <a:pt x="452" y="161"/>
                                  </a:cubicBezTo>
                                  <a:cubicBezTo>
                                    <a:pt x="452" y="161"/>
                                    <a:pt x="454" y="161"/>
                                    <a:pt x="454" y="160"/>
                                  </a:cubicBezTo>
                                  <a:cubicBezTo>
                                    <a:pt x="454" y="157"/>
                                    <a:pt x="454" y="155"/>
                                    <a:pt x="453" y="153"/>
                                  </a:cubicBezTo>
                                  <a:cubicBezTo>
                                    <a:pt x="453" y="153"/>
                                    <a:pt x="453" y="152"/>
                                    <a:pt x="453" y="152"/>
                                  </a:cubicBezTo>
                                  <a:cubicBezTo>
                                    <a:pt x="453" y="151"/>
                                    <a:pt x="453" y="151"/>
                                    <a:pt x="452" y="151"/>
                                  </a:cubicBezTo>
                                  <a:cubicBezTo>
                                    <a:pt x="452" y="151"/>
                                    <a:pt x="451" y="152"/>
                                    <a:pt x="450" y="151"/>
                                  </a:cubicBezTo>
                                  <a:cubicBezTo>
                                    <a:pt x="449" y="150"/>
                                    <a:pt x="448" y="150"/>
                                    <a:pt x="446" y="150"/>
                                  </a:cubicBezTo>
                                  <a:cubicBezTo>
                                    <a:pt x="444" y="150"/>
                                    <a:pt x="444" y="150"/>
                                    <a:pt x="443" y="148"/>
                                  </a:cubicBezTo>
                                  <a:cubicBezTo>
                                    <a:pt x="444" y="148"/>
                                    <a:pt x="445" y="148"/>
                                    <a:pt x="446" y="147"/>
                                  </a:cubicBezTo>
                                  <a:cubicBezTo>
                                    <a:pt x="447" y="146"/>
                                    <a:pt x="448" y="147"/>
                                    <a:pt x="449" y="147"/>
                                  </a:cubicBezTo>
                                  <a:cubicBezTo>
                                    <a:pt x="449" y="148"/>
                                    <a:pt x="450" y="148"/>
                                    <a:pt x="450" y="148"/>
                                  </a:cubicBezTo>
                                  <a:cubicBezTo>
                                    <a:pt x="450" y="148"/>
                                    <a:pt x="449" y="148"/>
                                    <a:pt x="449" y="149"/>
                                  </a:cubicBezTo>
                                  <a:cubicBezTo>
                                    <a:pt x="450" y="150"/>
                                    <a:pt x="450" y="149"/>
                                    <a:pt x="451" y="149"/>
                                  </a:cubicBezTo>
                                  <a:cubicBezTo>
                                    <a:pt x="452" y="149"/>
                                    <a:pt x="454" y="149"/>
                                    <a:pt x="455" y="150"/>
                                  </a:cubicBezTo>
                                  <a:cubicBezTo>
                                    <a:pt x="455" y="150"/>
                                    <a:pt x="455" y="150"/>
                                    <a:pt x="455" y="151"/>
                                  </a:cubicBezTo>
                                  <a:cubicBezTo>
                                    <a:pt x="455" y="151"/>
                                    <a:pt x="455" y="152"/>
                                    <a:pt x="455" y="152"/>
                                  </a:cubicBezTo>
                                  <a:cubicBezTo>
                                    <a:pt x="455" y="153"/>
                                    <a:pt x="456" y="154"/>
                                    <a:pt x="457" y="154"/>
                                  </a:cubicBezTo>
                                  <a:cubicBezTo>
                                    <a:pt x="457" y="154"/>
                                    <a:pt x="457" y="154"/>
                                    <a:pt x="457" y="154"/>
                                  </a:cubicBezTo>
                                  <a:cubicBezTo>
                                    <a:pt x="457" y="155"/>
                                    <a:pt x="457" y="155"/>
                                    <a:pt x="458" y="155"/>
                                  </a:cubicBezTo>
                                  <a:cubicBezTo>
                                    <a:pt x="459" y="154"/>
                                    <a:pt x="459" y="155"/>
                                    <a:pt x="460" y="155"/>
                                  </a:cubicBezTo>
                                  <a:cubicBezTo>
                                    <a:pt x="461" y="154"/>
                                    <a:pt x="463" y="154"/>
                                    <a:pt x="464" y="153"/>
                                  </a:cubicBezTo>
                                  <a:cubicBezTo>
                                    <a:pt x="466" y="152"/>
                                    <a:pt x="467" y="151"/>
                                    <a:pt x="468" y="150"/>
                                  </a:cubicBezTo>
                                  <a:cubicBezTo>
                                    <a:pt x="468" y="149"/>
                                    <a:pt x="468" y="148"/>
                                    <a:pt x="469" y="148"/>
                                  </a:cubicBezTo>
                                  <a:cubicBezTo>
                                    <a:pt x="469" y="148"/>
                                    <a:pt x="469" y="147"/>
                                    <a:pt x="469" y="147"/>
                                  </a:cubicBezTo>
                                  <a:cubicBezTo>
                                    <a:pt x="469" y="146"/>
                                    <a:pt x="468" y="146"/>
                                    <a:pt x="468" y="146"/>
                                  </a:cubicBezTo>
                                  <a:cubicBezTo>
                                    <a:pt x="467" y="146"/>
                                    <a:pt x="467" y="146"/>
                                    <a:pt x="466" y="146"/>
                                  </a:cubicBezTo>
                                  <a:cubicBezTo>
                                    <a:pt x="466" y="146"/>
                                    <a:pt x="466" y="147"/>
                                    <a:pt x="466" y="146"/>
                                  </a:cubicBezTo>
                                  <a:cubicBezTo>
                                    <a:pt x="466" y="145"/>
                                    <a:pt x="466" y="144"/>
                                    <a:pt x="468" y="144"/>
                                  </a:cubicBezTo>
                                  <a:cubicBezTo>
                                    <a:pt x="469" y="144"/>
                                    <a:pt x="470" y="143"/>
                                    <a:pt x="470" y="142"/>
                                  </a:cubicBezTo>
                                  <a:cubicBezTo>
                                    <a:pt x="470" y="142"/>
                                    <a:pt x="470" y="141"/>
                                    <a:pt x="471" y="141"/>
                                  </a:cubicBezTo>
                                  <a:cubicBezTo>
                                    <a:pt x="472" y="140"/>
                                    <a:pt x="471" y="138"/>
                                    <a:pt x="470" y="138"/>
                                  </a:cubicBezTo>
                                  <a:cubicBezTo>
                                    <a:pt x="469" y="138"/>
                                    <a:pt x="467" y="139"/>
                                    <a:pt x="466" y="139"/>
                                  </a:cubicBezTo>
                                  <a:cubicBezTo>
                                    <a:pt x="465" y="139"/>
                                    <a:pt x="465" y="140"/>
                                    <a:pt x="464" y="140"/>
                                  </a:cubicBezTo>
                                  <a:cubicBezTo>
                                    <a:pt x="463" y="140"/>
                                    <a:pt x="461" y="140"/>
                                    <a:pt x="460" y="140"/>
                                  </a:cubicBezTo>
                                  <a:cubicBezTo>
                                    <a:pt x="459" y="140"/>
                                    <a:pt x="459" y="140"/>
                                    <a:pt x="460" y="139"/>
                                  </a:cubicBezTo>
                                  <a:cubicBezTo>
                                    <a:pt x="460" y="139"/>
                                    <a:pt x="460" y="139"/>
                                    <a:pt x="460" y="139"/>
                                  </a:cubicBezTo>
                                  <a:cubicBezTo>
                                    <a:pt x="461" y="139"/>
                                    <a:pt x="462" y="139"/>
                                    <a:pt x="462" y="138"/>
                                  </a:cubicBezTo>
                                  <a:cubicBezTo>
                                    <a:pt x="462" y="138"/>
                                    <a:pt x="462" y="137"/>
                                    <a:pt x="461" y="137"/>
                                  </a:cubicBezTo>
                                  <a:cubicBezTo>
                                    <a:pt x="460" y="136"/>
                                    <a:pt x="460" y="135"/>
                                    <a:pt x="459" y="135"/>
                                  </a:cubicBezTo>
                                  <a:cubicBezTo>
                                    <a:pt x="459" y="134"/>
                                    <a:pt x="459" y="134"/>
                                    <a:pt x="460" y="134"/>
                                  </a:cubicBezTo>
                                  <a:cubicBezTo>
                                    <a:pt x="460" y="135"/>
                                    <a:pt x="461" y="135"/>
                                    <a:pt x="462" y="136"/>
                                  </a:cubicBezTo>
                                  <a:cubicBezTo>
                                    <a:pt x="462" y="136"/>
                                    <a:pt x="462" y="136"/>
                                    <a:pt x="462" y="136"/>
                                  </a:cubicBezTo>
                                  <a:cubicBezTo>
                                    <a:pt x="462" y="137"/>
                                    <a:pt x="463" y="138"/>
                                    <a:pt x="463" y="138"/>
                                  </a:cubicBezTo>
                                  <a:cubicBezTo>
                                    <a:pt x="465" y="139"/>
                                    <a:pt x="465" y="137"/>
                                    <a:pt x="465" y="137"/>
                                  </a:cubicBezTo>
                                  <a:cubicBezTo>
                                    <a:pt x="466" y="137"/>
                                    <a:pt x="466" y="137"/>
                                    <a:pt x="466" y="137"/>
                                  </a:cubicBezTo>
                                  <a:cubicBezTo>
                                    <a:pt x="467" y="136"/>
                                    <a:pt x="467" y="136"/>
                                    <a:pt x="467" y="136"/>
                                  </a:cubicBezTo>
                                  <a:cubicBezTo>
                                    <a:pt x="467" y="136"/>
                                    <a:pt x="468" y="136"/>
                                    <a:pt x="468" y="136"/>
                                  </a:cubicBezTo>
                                  <a:cubicBezTo>
                                    <a:pt x="469" y="136"/>
                                    <a:pt x="469" y="135"/>
                                    <a:pt x="470" y="135"/>
                                  </a:cubicBezTo>
                                  <a:cubicBezTo>
                                    <a:pt x="470" y="135"/>
                                    <a:pt x="470" y="135"/>
                                    <a:pt x="471" y="135"/>
                                  </a:cubicBezTo>
                                  <a:cubicBezTo>
                                    <a:pt x="471" y="135"/>
                                    <a:pt x="472" y="135"/>
                                    <a:pt x="472" y="135"/>
                                  </a:cubicBezTo>
                                  <a:cubicBezTo>
                                    <a:pt x="473" y="136"/>
                                    <a:pt x="474" y="136"/>
                                    <a:pt x="474" y="134"/>
                                  </a:cubicBezTo>
                                  <a:cubicBezTo>
                                    <a:pt x="474" y="134"/>
                                    <a:pt x="474" y="134"/>
                                    <a:pt x="475" y="134"/>
                                  </a:cubicBezTo>
                                  <a:cubicBezTo>
                                    <a:pt x="475" y="133"/>
                                    <a:pt x="475" y="133"/>
                                    <a:pt x="475" y="132"/>
                                  </a:cubicBezTo>
                                  <a:cubicBezTo>
                                    <a:pt x="474" y="131"/>
                                    <a:pt x="474" y="131"/>
                                    <a:pt x="473" y="131"/>
                                  </a:cubicBezTo>
                                  <a:cubicBezTo>
                                    <a:pt x="473" y="130"/>
                                    <a:pt x="472" y="130"/>
                                    <a:pt x="472" y="130"/>
                                  </a:cubicBezTo>
                                  <a:cubicBezTo>
                                    <a:pt x="472" y="130"/>
                                    <a:pt x="471" y="129"/>
                                    <a:pt x="471" y="129"/>
                                  </a:cubicBezTo>
                                  <a:cubicBezTo>
                                    <a:pt x="472" y="127"/>
                                    <a:pt x="472" y="126"/>
                                    <a:pt x="471" y="124"/>
                                  </a:cubicBezTo>
                                  <a:cubicBezTo>
                                    <a:pt x="471" y="123"/>
                                    <a:pt x="471" y="122"/>
                                    <a:pt x="469" y="121"/>
                                  </a:cubicBezTo>
                                  <a:cubicBezTo>
                                    <a:pt x="469" y="121"/>
                                    <a:pt x="470" y="120"/>
                                    <a:pt x="470" y="121"/>
                                  </a:cubicBezTo>
                                  <a:cubicBezTo>
                                    <a:pt x="471" y="122"/>
                                    <a:pt x="472" y="123"/>
                                    <a:pt x="472" y="125"/>
                                  </a:cubicBezTo>
                                  <a:cubicBezTo>
                                    <a:pt x="473" y="125"/>
                                    <a:pt x="474" y="126"/>
                                    <a:pt x="473" y="127"/>
                                  </a:cubicBezTo>
                                  <a:cubicBezTo>
                                    <a:pt x="473" y="127"/>
                                    <a:pt x="473" y="128"/>
                                    <a:pt x="473" y="128"/>
                                  </a:cubicBezTo>
                                  <a:cubicBezTo>
                                    <a:pt x="472" y="129"/>
                                    <a:pt x="473" y="129"/>
                                    <a:pt x="473" y="129"/>
                                  </a:cubicBezTo>
                                  <a:cubicBezTo>
                                    <a:pt x="475" y="130"/>
                                    <a:pt x="477" y="129"/>
                                    <a:pt x="478" y="128"/>
                                  </a:cubicBezTo>
                                  <a:cubicBezTo>
                                    <a:pt x="479" y="127"/>
                                    <a:pt x="480" y="126"/>
                                    <a:pt x="480" y="124"/>
                                  </a:cubicBezTo>
                                  <a:cubicBezTo>
                                    <a:pt x="480" y="123"/>
                                    <a:pt x="481" y="121"/>
                                    <a:pt x="482" y="119"/>
                                  </a:cubicBezTo>
                                  <a:cubicBezTo>
                                    <a:pt x="482" y="119"/>
                                    <a:pt x="482" y="119"/>
                                    <a:pt x="482" y="118"/>
                                  </a:cubicBezTo>
                                  <a:cubicBezTo>
                                    <a:pt x="482" y="118"/>
                                    <a:pt x="482" y="118"/>
                                    <a:pt x="483" y="118"/>
                                  </a:cubicBezTo>
                                  <a:cubicBezTo>
                                    <a:pt x="485" y="116"/>
                                    <a:pt x="486" y="112"/>
                                    <a:pt x="489" y="111"/>
                                  </a:cubicBezTo>
                                  <a:cubicBezTo>
                                    <a:pt x="489" y="110"/>
                                    <a:pt x="489" y="110"/>
                                    <a:pt x="489" y="109"/>
                                  </a:cubicBezTo>
                                  <a:cubicBezTo>
                                    <a:pt x="489" y="109"/>
                                    <a:pt x="489" y="108"/>
                                    <a:pt x="490" y="108"/>
                                  </a:cubicBezTo>
                                  <a:cubicBezTo>
                                    <a:pt x="491" y="108"/>
                                    <a:pt x="491" y="107"/>
                                    <a:pt x="491" y="106"/>
                                  </a:cubicBezTo>
                                  <a:cubicBezTo>
                                    <a:pt x="491" y="105"/>
                                    <a:pt x="492" y="105"/>
                                    <a:pt x="492" y="105"/>
                                  </a:cubicBezTo>
                                  <a:cubicBezTo>
                                    <a:pt x="493" y="105"/>
                                    <a:pt x="493" y="105"/>
                                    <a:pt x="493" y="104"/>
                                  </a:cubicBezTo>
                                  <a:cubicBezTo>
                                    <a:pt x="494" y="104"/>
                                    <a:pt x="495" y="103"/>
                                    <a:pt x="496" y="102"/>
                                  </a:cubicBezTo>
                                  <a:cubicBezTo>
                                    <a:pt x="497" y="101"/>
                                    <a:pt x="498" y="99"/>
                                    <a:pt x="499" y="97"/>
                                  </a:cubicBezTo>
                                  <a:cubicBezTo>
                                    <a:pt x="499" y="97"/>
                                    <a:pt x="500" y="96"/>
                                    <a:pt x="500" y="96"/>
                                  </a:cubicBezTo>
                                  <a:cubicBezTo>
                                    <a:pt x="500" y="94"/>
                                    <a:pt x="501" y="93"/>
                                    <a:pt x="502" y="92"/>
                                  </a:cubicBezTo>
                                  <a:cubicBezTo>
                                    <a:pt x="503" y="93"/>
                                    <a:pt x="504" y="92"/>
                                    <a:pt x="504" y="92"/>
                                  </a:cubicBezTo>
                                  <a:cubicBezTo>
                                    <a:pt x="506" y="91"/>
                                    <a:pt x="507" y="89"/>
                                    <a:pt x="508" y="88"/>
                                  </a:cubicBezTo>
                                  <a:cubicBezTo>
                                    <a:pt x="509" y="87"/>
                                    <a:pt x="509" y="87"/>
                                    <a:pt x="509" y="87"/>
                                  </a:cubicBezTo>
                                  <a:cubicBezTo>
                                    <a:pt x="510" y="86"/>
                                    <a:pt x="510" y="86"/>
                                    <a:pt x="510" y="86"/>
                                  </a:cubicBezTo>
                                  <a:cubicBezTo>
                                    <a:pt x="511" y="85"/>
                                    <a:pt x="511" y="84"/>
                                    <a:pt x="511" y="83"/>
                                  </a:cubicBezTo>
                                  <a:cubicBezTo>
                                    <a:pt x="512" y="82"/>
                                    <a:pt x="512" y="81"/>
                                    <a:pt x="512" y="80"/>
                                  </a:cubicBezTo>
                                  <a:cubicBezTo>
                                    <a:pt x="512" y="80"/>
                                    <a:pt x="512" y="80"/>
                                    <a:pt x="512" y="80"/>
                                  </a:cubicBezTo>
                                  <a:cubicBezTo>
                                    <a:pt x="511" y="80"/>
                                    <a:pt x="512" y="79"/>
                                    <a:pt x="511" y="79"/>
                                  </a:cubicBezTo>
                                  <a:cubicBezTo>
                                    <a:pt x="510" y="79"/>
                                    <a:pt x="509" y="79"/>
                                    <a:pt x="508" y="79"/>
                                  </a:cubicBezTo>
                                  <a:cubicBezTo>
                                    <a:pt x="508" y="79"/>
                                    <a:pt x="507" y="80"/>
                                    <a:pt x="506" y="80"/>
                                  </a:cubicBezTo>
                                  <a:cubicBezTo>
                                    <a:pt x="505" y="80"/>
                                    <a:pt x="504" y="81"/>
                                    <a:pt x="503" y="81"/>
                                  </a:cubicBezTo>
                                  <a:cubicBezTo>
                                    <a:pt x="503" y="81"/>
                                    <a:pt x="503" y="81"/>
                                    <a:pt x="503" y="82"/>
                                  </a:cubicBezTo>
                                  <a:cubicBezTo>
                                    <a:pt x="502" y="82"/>
                                    <a:pt x="502" y="82"/>
                                    <a:pt x="501" y="83"/>
                                  </a:cubicBezTo>
                                  <a:cubicBezTo>
                                    <a:pt x="499" y="84"/>
                                    <a:pt x="498" y="85"/>
                                    <a:pt x="496" y="85"/>
                                  </a:cubicBezTo>
                                  <a:cubicBezTo>
                                    <a:pt x="496" y="86"/>
                                    <a:pt x="495" y="86"/>
                                    <a:pt x="495" y="86"/>
                                  </a:cubicBezTo>
                                  <a:cubicBezTo>
                                    <a:pt x="494" y="86"/>
                                    <a:pt x="494" y="87"/>
                                    <a:pt x="494" y="87"/>
                                  </a:cubicBezTo>
                                  <a:cubicBezTo>
                                    <a:pt x="494" y="87"/>
                                    <a:pt x="493" y="87"/>
                                    <a:pt x="493" y="87"/>
                                  </a:cubicBezTo>
                                  <a:cubicBezTo>
                                    <a:pt x="492" y="87"/>
                                    <a:pt x="491" y="87"/>
                                    <a:pt x="491" y="88"/>
                                  </a:cubicBezTo>
                                  <a:cubicBezTo>
                                    <a:pt x="490" y="88"/>
                                    <a:pt x="490" y="88"/>
                                    <a:pt x="489" y="89"/>
                                  </a:cubicBezTo>
                                  <a:cubicBezTo>
                                    <a:pt x="488" y="89"/>
                                    <a:pt x="487" y="90"/>
                                    <a:pt x="486" y="91"/>
                                  </a:cubicBezTo>
                                  <a:cubicBezTo>
                                    <a:pt x="486" y="91"/>
                                    <a:pt x="486" y="91"/>
                                    <a:pt x="485" y="91"/>
                                  </a:cubicBezTo>
                                  <a:cubicBezTo>
                                    <a:pt x="484" y="91"/>
                                    <a:pt x="482" y="92"/>
                                    <a:pt x="481" y="93"/>
                                  </a:cubicBezTo>
                                  <a:cubicBezTo>
                                    <a:pt x="480" y="93"/>
                                    <a:pt x="479" y="94"/>
                                    <a:pt x="478" y="95"/>
                                  </a:cubicBezTo>
                                  <a:cubicBezTo>
                                    <a:pt x="478" y="95"/>
                                    <a:pt x="477" y="96"/>
                                    <a:pt x="477" y="97"/>
                                  </a:cubicBezTo>
                                  <a:cubicBezTo>
                                    <a:pt x="476" y="97"/>
                                    <a:pt x="476" y="98"/>
                                    <a:pt x="475" y="98"/>
                                  </a:cubicBezTo>
                                  <a:cubicBezTo>
                                    <a:pt x="475" y="98"/>
                                    <a:pt x="475" y="98"/>
                                    <a:pt x="475" y="98"/>
                                  </a:cubicBezTo>
                                  <a:cubicBezTo>
                                    <a:pt x="475" y="97"/>
                                    <a:pt x="475" y="97"/>
                                    <a:pt x="476" y="96"/>
                                  </a:cubicBezTo>
                                  <a:cubicBezTo>
                                    <a:pt x="476" y="96"/>
                                    <a:pt x="477" y="95"/>
                                    <a:pt x="477" y="95"/>
                                  </a:cubicBezTo>
                                  <a:cubicBezTo>
                                    <a:pt x="476" y="95"/>
                                    <a:pt x="476" y="95"/>
                                    <a:pt x="476" y="95"/>
                                  </a:cubicBezTo>
                                  <a:cubicBezTo>
                                    <a:pt x="475" y="95"/>
                                    <a:pt x="474" y="95"/>
                                    <a:pt x="473" y="95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5"/>
                                    <a:pt x="475" y="95"/>
                                    <a:pt x="475" y="94"/>
                                  </a:cubicBezTo>
                                  <a:cubicBezTo>
                                    <a:pt x="476" y="94"/>
                                    <a:pt x="477" y="94"/>
                                    <a:pt x="477" y="93"/>
                                  </a:cubicBezTo>
                                  <a:cubicBezTo>
                                    <a:pt x="478" y="93"/>
                                    <a:pt x="479" y="92"/>
                                    <a:pt x="479" y="91"/>
                                  </a:cubicBezTo>
                                  <a:cubicBezTo>
                                    <a:pt x="479" y="91"/>
                                    <a:pt x="479" y="91"/>
                                    <a:pt x="479" y="91"/>
                                  </a:cubicBezTo>
                                  <a:cubicBezTo>
                                    <a:pt x="480" y="91"/>
                                    <a:pt x="481" y="91"/>
                                    <a:pt x="482" y="91"/>
                                  </a:cubicBezTo>
                                  <a:cubicBezTo>
                                    <a:pt x="482" y="90"/>
                                    <a:pt x="482" y="90"/>
                                    <a:pt x="482" y="90"/>
                                  </a:cubicBezTo>
                                  <a:cubicBezTo>
                                    <a:pt x="483" y="90"/>
                                    <a:pt x="483" y="90"/>
                                    <a:pt x="484" y="90"/>
                                  </a:cubicBezTo>
                                  <a:cubicBezTo>
                                    <a:pt x="484" y="89"/>
                                    <a:pt x="485" y="89"/>
                                    <a:pt x="486" y="88"/>
                                  </a:cubicBezTo>
                                  <a:cubicBezTo>
                                    <a:pt x="487" y="87"/>
                                    <a:pt x="488" y="86"/>
                                    <a:pt x="490" y="85"/>
                                  </a:cubicBezTo>
                                  <a:cubicBezTo>
                                    <a:pt x="491" y="85"/>
                                    <a:pt x="492" y="84"/>
                                    <a:pt x="492" y="83"/>
                                  </a:cubicBezTo>
                                  <a:cubicBezTo>
                                    <a:pt x="493" y="83"/>
                                    <a:pt x="493" y="83"/>
                                    <a:pt x="493" y="83"/>
                                  </a:cubicBezTo>
                                  <a:cubicBezTo>
                                    <a:pt x="495" y="83"/>
                                    <a:pt x="496" y="82"/>
                                    <a:pt x="497" y="80"/>
                                  </a:cubicBezTo>
                                  <a:cubicBezTo>
                                    <a:pt x="497" y="80"/>
                                    <a:pt x="497" y="80"/>
                                    <a:pt x="497" y="80"/>
                                  </a:cubicBezTo>
                                  <a:cubicBezTo>
                                    <a:pt x="497" y="80"/>
                                    <a:pt x="496" y="79"/>
                                    <a:pt x="496" y="79"/>
                                  </a:cubicBezTo>
                                  <a:cubicBezTo>
                                    <a:pt x="496" y="79"/>
                                    <a:pt x="496" y="78"/>
                                    <a:pt x="496" y="79"/>
                                  </a:cubicBezTo>
                                  <a:cubicBezTo>
                                    <a:pt x="495" y="78"/>
                                    <a:pt x="495" y="78"/>
                                    <a:pt x="495" y="78"/>
                                  </a:cubicBezTo>
                                  <a:cubicBezTo>
                                    <a:pt x="494" y="78"/>
                                    <a:pt x="493" y="78"/>
                                    <a:pt x="493" y="78"/>
                                  </a:cubicBezTo>
                                  <a:cubicBezTo>
                                    <a:pt x="492" y="78"/>
                                    <a:pt x="492" y="78"/>
                                    <a:pt x="491" y="78"/>
                                  </a:cubicBezTo>
                                  <a:cubicBezTo>
                                    <a:pt x="491" y="78"/>
                                    <a:pt x="490" y="78"/>
                                    <a:pt x="490" y="78"/>
                                  </a:cubicBezTo>
                                  <a:cubicBezTo>
                                    <a:pt x="489" y="79"/>
                                    <a:pt x="488" y="79"/>
                                    <a:pt x="487" y="79"/>
                                  </a:cubicBezTo>
                                  <a:cubicBezTo>
                                    <a:pt x="486" y="79"/>
                                    <a:pt x="486" y="80"/>
                                    <a:pt x="485" y="80"/>
                                  </a:cubicBezTo>
                                  <a:cubicBezTo>
                                    <a:pt x="485" y="80"/>
                                    <a:pt x="485" y="80"/>
                                    <a:pt x="485" y="80"/>
                                  </a:cubicBezTo>
                                  <a:cubicBezTo>
                                    <a:pt x="485" y="80"/>
                                    <a:pt x="484" y="80"/>
                                    <a:pt x="484" y="80"/>
                                  </a:cubicBezTo>
                                  <a:cubicBezTo>
                                    <a:pt x="484" y="80"/>
                                    <a:pt x="484" y="80"/>
                                    <a:pt x="484" y="79"/>
                                  </a:cubicBezTo>
                                  <a:cubicBezTo>
                                    <a:pt x="484" y="79"/>
                                    <a:pt x="484" y="79"/>
                                    <a:pt x="484" y="79"/>
                                  </a:cubicBezTo>
                                  <a:cubicBezTo>
                                    <a:pt x="484" y="79"/>
                                    <a:pt x="485" y="79"/>
                                    <a:pt x="485" y="79"/>
                                  </a:cubicBezTo>
                                  <a:cubicBezTo>
                                    <a:pt x="485" y="78"/>
                                    <a:pt x="485" y="78"/>
                                    <a:pt x="485" y="78"/>
                                  </a:cubicBezTo>
                                  <a:cubicBezTo>
                                    <a:pt x="484" y="77"/>
                                    <a:pt x="484" y="75"/>
                                    <a:pt x="482" y="75"/>
                                  </a:cubicBezTo>
                                  <a:cubicBezTo>
                                    <a:pt x="482" y="74"/>
                                    <a:pt x="482" y="74"/>
                                    <a:pt x="482" y="74"/>
                                  </a:cubicBezTo>
                                  <a:cubicBezTo>
                                    <a:pt x="482" y="73"/>
                                    <a:pt x="481" y="72"/>
                                    <a:pt x="480" y="71"/>
                                  </a:cubicBezTo>
                                  <a:cubicBezTo>
                                    <a:pt x="481" y="72"/>
                                    <a:pt x="482" y="73"/>
                                    <a:pt x="483" y="74"/>
                                  </a:cubicBezTo>
                                  <a:cubicBezTo>
                                    <a:pt x="484" y="75"/>
                                    <a:pt x="485" y="76"/>
                                    <a:pt x="486" y="77"/>
                                  </a:cubicBezTo>
                                  <a:cubicBezTo>
                                    <a:pt x="486" y="77"/>
                                    <a:pt x="487" y="78"/>
                                    <a:pt x="487" y="77"/>
                                  </a:cubicBezTo>
                                  <a:cubicBezTo>
                                    <a:pt x="488" y="77"/>
                                    <a:pt x="489" y="77"/>
                                    <a:pt x="489" y="76"/>
                                  </a:cubicBezTo>
                                  <a:cubicBezTo>
                                    <a:pt x="491" y="77"/>
                                    <a:pt x="492" y="76"/>
                                    <a:pt x="493" y="76"/>
                                  </a:cubicBezTo>
                                  <a:cubicBezTo>
                                    <a:pt x="495" y="76"/>
                                    <a:pt x="498" y="75"/>
                                    <a:pt x="500" y="75"/>
                                  </a:cubicBezTo>
                                  <a:cubicBezTo>
                                    <a:pt x="500" y="75"/>
                                    <a:pt x="500" y="75"/>
                                    <a:pt x="500" y="75"/>
                                  </a:cubicBezTo>
                                  <a:cubicBezTo>
                                    <a:pt x="501" y="74"/>
                                    <a:pt x="501" y="74"/>
                                    <a:pt x="501" y="74"/>
                                  </a:cubicBezTo>
                                  <a:cubicBezTo>
                                    <a:pt x="502" y="74"/>
                                    <a:pt x="502" y="75"/>
                                    <a:pt x="503" y="74"/>
                                  </a:cubicBezTo>
                                  <a:cubicBezTo>
                                    <a:pt x="503" y="74"/>
                                    <a:pt x="504" y="74"/>
                                    <a:pt x="505" y="74"/>
                                  </a:cubicBezTo>
                                  <a:cubicBezTo>
                                    <a:pt x="505" y="73"/>
                                    <a:pt x="505" y="73"/>
                                    <a:pt x="506" y="72"/>
                                  </a:cubicBezTo>
                                  <a:cubicBezTo>
                                    <a:pt x="506" y="72"/>
                                    <a:pt x="506" y="72"/>
                                    <a:pt x="505" y="72"/>
                                  </a:cubicBezTo>
                                  <a:cubicBezTo>
                                    <a:pt x="505" y="72"/>
                                    <a:pt x="505" y="72"/>
                                    <a:pt x="505" y="72"/>
                                  </a:cubicBezTo>
                                  <a:cubicBezTo>
                                    <a:pt x="504" y="73"/>
                                    <a:pt x="503" y="72"/>
                                    <a:pt x="501" y="72"/>
                                  </a:cubicBezTo>
                                  <a:cubicBezTo>
                                    <a:pt x="502" y="71"/>
                                    <a:pt x="503" y="71"/>
                                    <a:pt x="504" y="71"/>
                                  </a:cubicBezTo>
                                  <a:cubicBezTo>
                                    <a:pt x="505" y="71"/>
                                    <a:pt x="505" y="71"/>
                                    <a:pt x="505" y="70"/>
                                  </a:cubicBezTo>
                                  <a:cubicBezTo>
                                    <a:pt x="506" y="70"/>
                                    <a:pt x="506" y="69"/>
                                    <a:pt x="506" y="69"/>
                                  </a:cubicBezTo>
                                  <a:cubicBezTo>
                                    <a:pt x="507" y="70"/>
                                    <a:pt x="507" y="69"/>
                                    <a:pt x="508" y="69"/>
                                  </a:cubicBezTo>
                                  <a:cubicBezTo>
                                    <a:pt x="508" y="69"/>
                                    <a:pt x="509" y="69"/>
                                    <a:pt x="510" y="70"/>
                                  </a:cubicBezTo>
                                  <a:cubicBezTo>
                                    <a:pt x="510" y="71"/>
                                    <a:pt x="510" y="71"/>
                                    <a:pt x="511" y="71"/>
                                  </a:cubicBezTo>
                                  <a:cubicBezTo>
                                    <a:pt x="512" y="71"/>
                                    <a:pt x="512" y="71"/>
                                    <a:pt x="512" y="70"/>
                                  </a:cubicBezTo>
                                  <a:cubicBezTo>
                                    <a:pt x="514" y="69"/>
                                    <a:pt x="514" y="68"/>
                                    <a:pt x="513" y="67"/>
                                  </a:cubicBezTo>
                                  <a:cubicBezTo>
                                    <a:pt x="513" y="67"/>
                                    <a:pt x="513" y="66"/>
                                    <a:pt x="513" y="66"/>
                                  </a:cubicBezTo>
                                  <a:cubicBezTo>
                                    <a:pt x="513" y="66"/>
                                    <a:pt x="513" y="67"/>
                                    <a:pt x="514" y="67"/>
                                  </a:cubicBezTo>
                                  <a:cubicBezTo>
                                    <a:pt x="515" y="68"/>
                                    <a:pt x="515" y="68"/>
                                    <a:pt x="516" y="67"/>
                                  </a:cubicBezTo>
                                  <a:cubicBezTo>
                                    <a:pt x="517" y="66"/>
                                    <a:pt x="517" y="65"/>
                                    <a:pt x="518" y="64"/>
                                  </a:cubicBezTo>
                                  <a:cubicBezTo>
                                    <a:pt x="518" y="64"/>
                                    <a:pt x="518" y="64"/>
                                    <a:pt x="519" y="64"/>
                                  </a:cubicBezTo>
                                  <a:cubicBezTo>
                                    <a:pt x="520" y="63"/>
                                    <a:pt x="521" y="62"/>
                                    <a:pt x="522" y="61"/>
                                  </a:cubicBezTo>
                                  <a:cubicBezTo>
                                    <a:pt x="523" y="60"/>
                                    <a:pt x="525" y="59"/>
                                    <a:pt x="525" y="57"/>
                                  </a:cubicBezTo>
                                  <a:cubicBezTo>
                                    <a:pt x="526" y="57"/>
                                    <a:pt x="527" y="57"/>
                                    <a:pt x="527" y="56"/>
                                  </a:cubicBezTo>
                                  <a:cubicBezTo>
                                    <a:pt x="527" y="55"/>
                                    <a:pt x="527" y="55"/>
                                    <a:pt x="527" y="55"/>
                                  </a:cubicBezTo>
                                  <a:cubicBezTo>
                                    <a:pt x="528" y="54"/>
                                    <a:pt x="530" y="53"/>
                                    <a:pt x="528" y="51"/>
                                  </a:cubicBezTo>
                                  <a:cubicBezTo>
                                    <a:pt x="529" y="51"/>
                                    <a:pt x="530" y="50"/>
                                    <a:pt x="530" y="50"/>
                                  </a:cubicBezTo>
                                  <a:cubicBezTo>
                                    <a:pt x="531" y="49"/>
                                    <a:pt x="532" y="49"/>
                                    <a:pt x="532" y="48"/>
                                  </a:cubicBezTo>
                                  <a:cubicBezTo>
                                    <a:pt x="533" y="47"/>
                                    <a:pt x="534" y="46"/>
                                    <a:pt x="534" y="45"/>
                                  </a:cubicBezTo>
                                  <a:cubicBezTo>
                                    <a:pt x="534" y="43"/>
                                    <a:pt x="534" y="40"/>
                                    <a:pt x="533" y="38"/>
                                  </a:cubicBezTo>
                                  <a:close/>
                                  <a:moveTo>
                                    <a:pt x="393" y="95"/>
                                  </a:moveTo>
                                  <a:cubicBezTo>
                                    <a:pt x="393" y="95"/>
                                    <a:pt x="393" y="95"/>
                                    <a:pt x="393" y="95"/>
                                  </a:cubicBezTo>
                                  <a:cubicBezTo>
                                    <a:pt x="393" y="95"/>
                                    <a:pt x="393" y="95"/>
                                    <a:pt x="393" y="95"/>
                                  </a:cubicBezTo>
                                  <a:close/>
                                  <a:moveTo>
                                    <a:pt x="377" y="221"/>
                                  </a:moveTo>
                                  <a:cubicBezTo>
                                    <a:pt x="377" y="221"/>
                                    <a:pt x="377" y="221"/>
                                    <a:pt x="377" y="221"/>
                                  </a:cubicBezTo>
                                  <a:cubicBezTo>
                                    <a:pt x="377" y="221"/>
                                    <a:pt x="377" y="221"/>
                                    <a:pt x="377" y="221"/>
                                  </a:cubicBezTo>
                                  <a:close/>
                                  <a:moveTo>
                                    <a:pt x="361" y="248"/>
                                  </a:move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lose/>
                                  <a:moveTo>
                                    <a:pt x="365" y="257"/>
                                  </a:moveTo>
                                  <a:cubicBezTo>
                                    <a:pt x="365" y="256"/>
                                    <a:pt x="365" y="256"/>
                                    <a:pt x="365" y="256"/>
                                  </a:cubicBezTo>
                                  <a:cubicBezTo>
                                    <a:pt x="365" y="256"/>
                                    <a:pt x="365" y="256"/>
                                    <a:pt x="365" y="256"/>
                                  </a:cubicBezTo>
                                  <a:cubicBezTo>
                                    <a:pt x="366" y="256"/>
                                    <a:pt x="366" y="257"/>
                                    <a:pt x="366" y="257"/>
                                  </a:cubicBezTo>
                                  <a:cubicBezTo>
                                    <a:pt x="366" y="257"/>
                                    <a:pt x="366" y="257"/>
                                    <a:pt x="365" y="257"/>
                                  </a:cubicBezTo>
                                  <a:close/>
                                  <a:moveTo>
                                    <a:pt x="413" y="243"/>
                                  </a:move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lose/>
                                  <a:moveTo>
                                    <a:pt x="423" y="186"/>
                                  </a:move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lose/>
                                  <a:moveTo>
                                    <a:pt x="460" y="142"/>
                                  </a:move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lose/>
                                  <a:moveTo>
                                    <a:pt x="501" y="89"/>
                                  </a:move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lose/>
                                  <a:moveTo>
                                    <a:pt x="480" y="95"/>
                                  </a:moveTo>
                                  <a:cubicBezTo>
                                    <a:pt x="480" y="95"/>
                                    <a:pt x="480" y="95"/>
                                    <a:pt x="480" y="95"/>
                                  </a:cubicBezTo>
                                  <a:cubicBezTo>
                                    <a:pt x="480" y="95"/>
                                    <a:pt x="480" y="95"/>
                                    <a:pt x="480" y="95"/>
                                  </a:cubicBezTo>
                                  <a:close/>
                                  <a:moveTo>
                                    <a:pt x="289" y="296"/>
                                  </a:moveTo>
                                  <a:cubicBezTo>
                                    <a:pt x="289" y="295"/>
                                    <a:pt x="288" y="294"/>
                                    <a:pt x="288" y="293"/>
                                  </a:cubicBezTo>
                                  <a:cubicBezTo>
                                    <a:pt x="287" y="294"/>
                                    <a:pt x="287" y="295"/>
                                    <a:pt x="288" y="296"/>
                                  </a:cubicBezTo>
                                  <a:cubicBezTo>
                                    <a:pt x="289" y="296"/>
                                    <a:pt x="289" y="297"/>
                                    <a:pt x="289" y="297"/>
                                  </a:cubicBezTo>
                                  <a:cubicBezTo>
                                    <a:pt x="288" y="298"/>
                                    <a:pt x="288" y="299"/>
                                    <a:pt x="287" y="298"/>
                                  </a:cubicBezTo>
                                  <a:cubicBezTo>
                                    <a:pt x="286" y="298"/>
                                    <a:pt x="285" y="299"/>
                                    <a:pt x="285" y="299"/>
                                  </a:cubicBezTo>
                                  <a:cubicBezTo>
                                    <a:pt x="283" y="299"/>
                                    <a:pt x="282" y="299"/>
                                    <a:pt x="282" y="298"/>
                                  </a:cubicBezTo>
                                  <a:cubicBezTo>
                                    <a:pt x="281" y="298"/>
                                    <a:pt x="282" y="299"/>
                                    <a:pt x="281" y="299"/>
                                  </a:cubicBezTo>
                                  <a:cubicBezTo>
                                    <a:pt x="280" y="299"/>
                                    <a:pt x="280" y="299"/>
                                    <a:pt x="279" y="299"/>
                                  </a:cubicBezTo>
                                  <a:cubicBezTo>
                                    <a:pt x="278" y="298"/>
                                    <a:pt x="279" y="298"/>
                                    <a:pt x="279" y="297"/>
                                  </a:cubicBezTo>
                                  <a:cubicBezTo>
                                    <a:pt x="279" y="297"/>
                                    <a:pt x="280" y="296"/>
                                    <a:pt x="279" y="296"/>
                                  </a:cubicBezTo>
                                  <a:cubicBezTo>
                                    <a:pt x="279" y="297"/>
                                    <a:pt x="278" y="297"/>
                                    <a:pt x="278" y="299"/>
                                  </a:cubicBezTo>
                                  <a:cubicBezTo>
                                    <a:pt x="278" y="299"/>
                                    <a:pt x="278" y="299"/>
                                    <a:pt x="277" y="299"/>
                                  </a:cubicBezTo>
                                  <a:cubicBezTo>
                                    <a:pt x="276" y="300"/>
                                    <a:pt x="275" y="299"/>
                                    <a:pt x="273" y="299"/>
                                  </a:cubicBezTo>
                                  <a:cubicBezTo>
                                    <a:pt x="272" y="298"/>
                                    <a:pt x="272" y="297"/>
                                    <a:pt x="272" y="296"/>
                                  </a:cubicBezTo>
                                  <a:cubicBezTo>
                                    <a:pt x="272" y="295"/>
                                    <a:pt x="272" y="294"/>
                                    <a:pt x="272" y="294"/>
                                  </a:cubicBezTo>
                                  <a:cubicBezTo>
                                    <a:pt x="271" y="293"/>
                                    <a:pt x="272" y="293"/>
                                    <a:pt x="272" y="293"/>
                                  </a:cubicBezTo>
                                  <a:cubicBezTo>
                                    <a:pt x="273" y="293"/>
                                    <a:pt x="274" y="293"/>
                                    <a:pt x="275" y="293"/>
                                  </a:cubicBezTo>
                                  <a:cubicBezTo>
                                    <a:pt x="274" y="292"/>
                                    <a:pt x="273" y="292"/>
                                    <a:pt x="273" y="292"/>
                                  </a:cubicBezTo>
                                  <a:cubicBezTo>
                                    <a:pt x="273" y="292"/>
                                    <a:pt x="273" y="292"/>
                                    <a:pt x="273" y="292"/>
                                  </a:cubicBezTo>
                                  <a:cubicBezTo>
                                    <a:pt x="273" y="292"/>
                                    <a:pt x="273" y="291"/>
                                    <a:pt x="273" y="291"/>
                                  </a:cubicBezTo>
                                  <a:cubicBezTo>
                                    <a:pt x="273" y="291"/>
                                    <a:pt x="273" y="291"/>
                                    <a:pt x="272" y="291"/>
                                  </a:cubicBezTo>
                                  <a:cubicBezTo>
                                    <a:pt x="272" y="291"/>
                                    <a:pt x="271" y="292"/>
                                    <a:pt x="271" y="291"/>
                                  </a:cubicBezTo>
                                  <a:cubicBezTo>
                                    <a:pt x="271" y="290"/>
                                    <a:pt x="271" y="290"/>
                                    <a:pt x="270" y="290"/>
                                  </a:cubicBezTo>
                                  <a:cubicBezTo>
                                    <a:pt x="271" y="290"/>
                                    <a:pt x="271" y="289"/>
                                    <a:pt x="271" y="289"/>
                                  </a:cubicBezTo>
                                  <a:cubicBezTo>
                                    <a:pt x="272" y="288"/>
                                    <a:pt x="271" y="288"/>
                                    <a:pt x="270" y="288"/>
                                  </a:cubicBezTo>
                                  <a:cubicBezTo>
                                    <a:pt x="272" y="287"/>
                                    <a:pt x="273" y="287"/>
                                    <a:pt x="275" y="287"/>
                                  </a:cubicBezTo>
                                  <a:cubicBezTo>
                                    <a:pt x="274" y="286"/>
                                    <a:pt x="273" y="287"/>
                                    <a:pt x="273" y="286"/>
                                  </a:cubicBezTo>
                                  <a:cubicBezTo>
                                    <a:pt x="274" y="286"/>
                                    <a:pt x="275" y="286"/>
                                    <a:pt x="276" y="286"/>
                                  </a:cubicBezTo>
                                  <a:cubicBezTo>
                                    <a:pt x="276" y="286"/>
                                    <a:pt x="277" y="286"/>
                                    <a:pt x="277" y="285"/>
                                  </a:cubicBezTo>
                                  <a:cubicBezTo>
                                    <a:pt x="277" y="285"/>
                                    <a:pt x="276" y="285"/>
                                    <a:pt x="276" y="285"/>
                                  </a:cubicBezTo>
                                  <a:cubicBezTo>
                                    <a:pt x="275" y="285"/>
                                    <a:pt x="274" y="286"/>
                                    <a:pt x="273" y="285"/>
                                  </a:cubicBezTo>
                                  <a:cubicBezTo>
                                    <a:pt x="274" y="285"/>
                                    <a:pt x="275" y="285"/>
                                    <a:pt x="275" y="285"/>
                                  </a:cubicBezTo>
                                  <a:cubicBezTo>
                                    <a:pt x="275" y="285"/>
                                    <a:pt x="275" y="285"/>
                                    <a:pt x="275" y="285"/>
                                  </a:cubicBezTo>
                                  <a:cubicBezTo>
                                    <a:pt x="274" y="284"/>
                                    <a:pt x="275" y="284"/>
                                    <a:pt x="275" y="284"/>
                                  </a:cubicBezTo>
                                  <a:cubicBezTo>
                                    <a:pt x="276" y="284"/>
                                    <a:pt x="276" y="284"/>
                                    <a:pt x="277" y="283"/>
                                  </a:cubicBezTo>
                                  <a:cubicBezTo>
                                    <a:pt x="277" y="282"/>
                                    <a:pt x="275" y="283"/>
                                    <a:pt x="276" y="282"/>
                                  </a:cubicBezTo>
                                  <a:cubicBezTo>
                                    <a:pt x="277" y="281"/>
                                    <a:pt x="277" y="281"/>
                                    <a:pt x="277" y="281"/>
                                  </a:cubicBezTo>
                                  <a:cubicBezTo>
                                    <a:pt x="274" y="281"/>
                                    <a:pt x="270" y="283"/>
                                    <a:pt x="267" y="283"/>
                                  </a:cubicBezTo>
                                  <a:cubicBezTo>
                                    <a:pt x="267" y="283"/>
                                    <a:pt x="266" y="284"/>
                                    <a:pt x="266" y="283"/>
                                  </a:cubicBezTo>
                                  <a:cubicBezTo>
                                    <a:pt x="265" y="283"/>
                                    <a:pt x="264" y="283"/>
                                    <a:pt x="263" y="284"/>
                                  </a:cubicBezTo>
                                  <a:cubicBezTo>
                                    <a:pt x="262" y="284"/>
                                    <a:pt x="262" y="285"/>
                                    <a:pt x="260" y="284"/>
                                  </a:cubicBezTo>
                                  <a:cubicBezTo>
                                    <a:pt x="260" y="284"/>
                                    <a:pt x="259" y="284"/>
                                    <a:pt x="258" y="285"/>
                                  </a:cubicBezTo>
                                  <a:cubicBezTo>
                                    <a:pt x="258" y="285"/>
                                    <a:pt x="257" y="286"/>
                                    <a:pt x="257" y="286"/>
                                  </a:cubicBezTo>
                                  <a:cubicBezTo>
                                    <a:pt x="257" y="285"/>
                                    <a:pt x="256" y="285"/>
                                    <a:pt x="256" y="284"/>
                                  </a:cubicBezTo>
                                  <a:cubicBezTo>
                                    <a:pt x="256" y="284"/>
                                    <a:pt x="256" y="284"/>
                                    <a:pt x="256" y="283"/>
                                  </a:cubicBezTo>
                                  <a:cubicBezTo>
                                    <a:pt x="256" y="283"/>
                                    <a:pt x="256" y="283"/>
                                    <a:pt x="256" y="282"/>
                                  </a:cubicBezTo>
                                  <a:cubicBezTo>
                                    <a:pt x="256" y="282"/>
                                    <a:pt x="257" y="283"/>
                                    <a:pt x="257" y="282"/>
                                  </a:cubicBezTo>
                                  <a:cubicBezTo>
                                    <a:pt x="256" y="281"/>
                                    <a:pt x="258" y="281"/>
                                    <a:pt x="258" y="280"/>
                                  </a:cubicBezTo>
                                  <a:cubicBezTo>
                                    <a:pt x="259" y="279"/>
                                    <a:pt x="260" y="280"/>
                                    <a:pt x="261" y="281"/>
                                  </a:cubicBezTo>
                                  <a:cubicBezTo>
                                    <a:pt x="261" y="280"/>
                                    <a:pt x="261" y="280"/>
                                    <a:pt x="261" y="280"/>
                                  </a:cubicBezTo>
                                  <a:cubicBezTo>
                                    <a:pt x="260" y="279"/>
                                    <a:pt x="260" y="279"/>
                                    <a:pt x="261" y="278"/>
                                  </a:cubicBezTo>
                                  <a:cubicBezTo>
                                    <a:pt x="261" y="278"/>
                                    <a:pt x="261" y="278"/>
                                    <a:pt x="260" y="278"/>
                                  </a:cubicBezTo>
                                  <a:cubicBezTo>
                                    <a:pt x="260" y="278"/>
                                    <a:pt x="259" y="279"/>
                                    <a:pt x="259" y="278"/>
                                  </a:cubicBezTo>
                                  <a:cubicBezTo>
                                    <a:pt x="259" y="277"/>
                                    <a:pt x="259" y="276"/>
                                    <a:pt x="260" y="276"/>
                                  </a:cubicBezTo>
                                  <a:cubicBezTo>
                                    <a:pt x="260" y="276"/>
                                    <a:pt x="261" y="276"/>
                                    <a:pt x="261" y="276"/>
                                  </a:cubicBezTo>
                                  <a:cubicBezTo>
                                    <a:pt x="262" y="275"/>
                                    <a:pt x="263" y="275"/>
                                    <a:pt x="263" y="276"/>
                                  </a:cubicBezTo>
                                  <a:cubicBezTo>
                                    <a:pt x="263" y="277"/>
                                    <a:pt x="264" y="277"/>
                                    <a:pt x="264" y="277"/>
                                  </a:cubicBezTo>
                                  <a:cubicBezTo>
                                    <a:pt x="265" y="277"/>
                                    <a:pt x="265" y="277"/>
                                    <a:pt x="265" y="278"/>
                                  </a:cubicBezTo>
                                  <a:cubicBezTo>
                                    <a:pt x="265" y="279"/>
                                    <a:pt x="266" y="279"/>
                                    <a:pt x="267" y="279"/>
                                  </a:cubicBezTo>
                                  <a:cubicBezTo>
                                    <a:pt x="267" y="278"/>
                                    <a:pt x="267" y="279"/>
                                    <a:pt x="268" y="279"/>
                                  </a:cubicBezTo>
                                  <a:cubicBezTo>
                                    <a:pt x="268" y="278"/>
                                    <a:pt x="268" y="278"/>
                                    <a:pt x="268" y="277"/>
                                  </a:cubicBezTo>
                                  <a:cubicBezTo>
                                    <a:pt x="267" y="278"/>
                                    <a:pt x="267" y="278"/>
                                    <a:pt x="266" y="278"/>
                                  </a:cubicBezTo>
                                  <a:cubicBezTo>
                                    <a:pt x="266" y="278"/>
                                    <a:pt x="265" y="278"/>
                                    <a:pt x="266" y="278"/>
                                  </a:cubicBezTo>
                                  <a:cubicBezTo>
                                    <a:pt x="266" y="277"/>
                                    <a:pt x="266" y="276"/>
                                    <a:pt x="265" y="276"/>
                                  </a:cubicBezTo>
                                  <a:cubicBezTo>
                                    <a:pt x="264" y="276"/>
                                    <a:pt x="264" y="275"/>
                                    <a:pt x="264" y="275"/>
                                  </a:cubicBezTo>
                                  <a:cubicBezTo>
                                    <a:pt x="264" y="274"/>
                                    <a:pt x="264" y="273"/>
                                    <a:pt x="265" y="273"/>
                                  </a:cubicBezTo>
                                  <a:cubicBezTo>
                                    <a:pt x="266" y="273"/>
                                    <a:pt x="266" y="273"/>
                                    <a:pt x="266" y="272"/>
                                  </a:cubicBezTo>
                                  <a:cubicBezTo>
                                    <a:pt x="265" y="272"/>
                                    <a:pt x="265" y="273"/>
                                    <a:pt x="264" y="273"/>
                                  </a:cubicBezTo>
                                  <a:cubicBezTo>
                                    <a:pt x="263" y="273"/>
                                    <a:pt x="263" y="273"/>
                                    <a:pt x="262" y="272"/>
                                  </a:cubicBezTo>
                                  <a:cubicBezTo>
                                    <a:pt x="262" y="271"/>
                                    <a:pt x="262" y="271"/>
                                    <a:pt x="262" y="270"/>
                                  </a:cubicBezTo>
                                  <a:cubicBezTo>
                                    <a:pt x="262" y="270"/>
                                    <a:pt x="262" y="270"/>
                                    <a:pt x="262" y="270"/>
                                  </a:cubicBezTo>
                                  <a:cubicBezTo>
                                    <a:pt x="263" y="269"/>
                                    <a:pt x="263" y="267"/>
                                    <a:pt x="265" y="267"/>
                                  </a:cubicBezTo>
                                  <a:cubicBezTo>
                                    <a:pt x="265" y="267"/>
                                    <a:pt x="266" y="266"/>
                                    <a:pt x="266" y="266"/>
                                  </a:cubicBezTo>
                                  <a:cubicBezTo>
                                    <a:pt x="265" y="266"/>
                                    <a:pt x="264" y="266"/>
                                    <a:pt x="264" y="266"/>
                                  </a:cubicBezTo>
                                  <a:cubicBezTo>
                                    <a:pt x="263" y="267"/>
                                    <a:pt x="262" y="266"/>
                                    <a:pt x="261" y="267"/>
                                  </a:cubicBezTo>
                                  <a:cubicBezTo>
                                    <a:pt x="261" y="267"/>
                                    <a:pt x="260" y="266"/>
                                    <a:pt x="260" y="266"/>
                                  </a:cubicBezTo>
                                  <a:cubicBezTo>
                                    <a:pt x="262" y="265"/>
                                    <a:pt x="261" y="264"/>
                                    <a:pt x="261" y="263"/>
                                  </a:cubicBezTo>
                                  <a:cubicBezTo>
                                    <a:pt x="261" y="263"/>
                                    <a:pt x="261" y="263"/>
                                    <a:pt x="261" y="263"/>
                                  </a:cubicBezTo>
                                  <a:cubicBezTo>
                                    <a:pt x="262" y="263"/>
                                    <a:pt x="262" y="262"/>
                                    <a:pt x="262" y="262"/>
                                  </a:cubicBezTo>
                                  <a:cubicBezTo>
                                    <a:pt x="261" y="262"/>
                                    <a:pt x="261" y="262"/>
                                    <a:pt x="261" y="261"/>
                                  </a:cubicBezTo>
                                  <a:cubicBezTo>
                                    <a:pt x="262" y="261"/>
                                    <a:pt x="262" y="260"/>
                                    <a:pt x="263" y="260"/>
                                  </a:cubicBezTo>
                                  <a:cubicBezTo>
                                    <a:pt x="264" y="260"/>
                                    <a:pt x="265" y="260"/>
                                    <a:pt x="265" y="261"/>
                                  </a:cubicBezTo>
                                  <a:cubicBezTo>
                                    <a:pt x="266" y="261"/>
                                    <a:pt x="266" y="262"/>
                                    <a:pt x="266" y="262"/>
                                  </a:cubicBezTo>
                                  <a:cubicBezTo>
                                    <a:pt x="267" y="263"/>
                                    <a:pt x="268" y="263"/>
                                    <a:pt x="267" y="264"/>
                                  </a:cubicBezTo>
                                  <a:cubicBezTo>
                                    <a:pt x="267" y="265"/>
                                    <a:pt x="267" y="266"/>
                                    <a:pt x="268" y="266"/>
                                  </a:cubicBezTo>
                                  <a:cubicBezTo>
                                    <a:pt x="269" y="266"/>
                                    <a:pt x="270" y="267"/>
                                    <a:pt x="270" y="268"/>
                                  </a:cubicBezTo>
                                  <a:cubicBezTo>
                                    <a:pt x="270" y="268"/>
                                    <a:pt x="271" y="269"/>
                                    <a:pt x="271" y="270"/>
                                  </a:cubicBezTo>
                                  <a:cubicBezTo>
                                    <a:pt x="271" y="270"/>
                                    <a:pt x="271" y="271"/>
                                    <a:pt x="271" y="271"/>
                                  </a:cubicBezTo>
                                  <a:cubicBezTo>
                                    <a:pt x="273" y="271"/>
                                    <a:pt x="273" y="272"/>
                                    <a:pt x="274" y="273"/>
                                  </a:cubicBezTo>
                                  <a:cubicBezTo>
                                    <a:pt x="274" y="274"/>
                                    <a:pt x="275" y="274"/>
                                    <a:pt x="275" y="275"/>
                                  </a:cubicBezTo>
                                  <a:cubicBezTo>
                                    <a:pt x="276" y="275"/>
                                    <a:pt x="276" y="275"/>
                                    <a:pt x="276" y="275"/>
                                  </a:cubicBezTo>
                                  <a:cubicBezTo>
                                    <a:pt x="277" y="274"/>
                                    <a:pt x="278" y="274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7" y="273"/>
                                  </a:cubicBezTo>
                                  <a:cubicBezTo>
                                    <a:pt x="276" y="274"/>
                                    <a:pt x="275" y="274"/>
                                    <a:pt x="275" y="272"/>
                                  </a:cubicBezTo>
                                  <a:cubicBezTo>
                                    <a:pt x="274" y="271"/>
                                    <a:pt x="274" y="270"/>
                                    <a:pt x="273" y="269"/>
                                  </a:cubicBezTo>
                                  <a:cubicBezTo>
                                    <a:pt x="273" y="268"/>
                                    <a:pt x="275" y="268"/>
                                    <a:pt x="275" y="268"/>
                                  </a:cubicBezTo>
                                  <a:cubicBezTo>
                                    <a:pt x="277" y="270"/>
                                    <a:pt x="277" y="269"/>
                                    <a:pt x="279" y="268"/>
                                  </a:cubicBezTo>
                                  <a:cubicBezTo>
                                    <a:pt x="278" y="268"/>
                                    <a:pt x="277" y="269"/>
                                    <a:pt x="276" y="268"/>
                                  </a:cubicBezTo>
                                  <a:cubicBezTo>
                                    <a:pt x="275" y="267"/>
                                    <a:pt x="274" y="267"/>
                                    <a:pt x="273" y="267"/>
                                  </a:cubicBezTo>
                                  <a:cubicBezTo>
                                    <a:pt x="272" y="267"/>
                                    <a:pt x="271" y="266"/>
                                    <a:pt x="272" y="265"/>
                                  </a:cubicBezTo>
                                  <a:cubicBezTo>
                                    <a:pt x="272" y="264"/>
                                    <a:pt x="272" y="264"/>
                                    <a:pt x="273" y="265"/>
                                  </a:cubicBezTo>
                                  <a:cubicBezTo>
                                    <a:pt x="273" y="265"/>
                                    <a:pt x="274" y="265"/>
                                    <a:pt x="274" y="264"/>
                                  </a:cubicBezTo>
                                  <a:cubicBezTo>
                                    <a:pt x="274" y="265"/>
                                    <a:pt x="275" y="265"/>
                                    <a:pt x="275" y="265"/>
                                  </a:cubicBezTo>
                                  <a:cubicBezTo>
                                    <a:pt x="275" y="263"/>
                                    <a:pt x="273" y="263"/>
                                    <a:pt x="274" y="262"/>
                                  </a:cubicBezTo>
                                  <a:cubicBezTo>
                                    <a:pt x="273" y="262"/>
                                    <a:pt x="272" y="262"/>
                                    <a:pt x="270" y="262"/>
                                  </a:cubicBezTo>
                                  <a:cubicBezTo>
                                    <a:pt x="270" y="262"/>
                                    <a:pt x="270" y="262"/>
                                    <a:pt x="270" y="262"/>
                                  </a:cubicBezTo>
                                  <a:cubicBezTo>
                                    <a:pt x="269" y="261"/>
                                    <a:pt x="269" y="260"/>
                                    <a:pt x="269" y="260"/>
                                  </a:cubicBezTo>
                                  <a:cubicBezTo>
                                    <a:pt x="268" y="259"/>
                                    <a:pt x="268" y="258"/>
                                    <a:pt x="269" y="258"/>
                                  </a:cubicBezTo>
                                  <a:cubicBezTo>
                                    <a:pt x="270" y="258"/>
                                    <a:pt x="270" y="258"/>
                                    <a:pt x="270" y="257"/>
                                  </a:cubicBezTo>
                                  <a:cubicBezTo>
                                    <a:pt x="270" y="256"/>
                                    <a:pt x="270" y="256"/>
                                    <a:pt x="271" y="256"/>
                                  </a:cubicBezTo>
                                  <a:cubicBezTo>
                                    <a:pt x="271" y="256"/>
                                    <a:pt x="271" y="256"/>
                                    <a:pt x="272" y="255"/>
                                  </a:cubicBezTo>
                                  <a:cubicBezTo>
                                    <a:pt x="273" y="254"/>
                                    <a:pt x="274" y="254"/>
                                    <a:pt x="275" y="255"/>
                                  </a:cubicBezTo>
                                  <a:cubicBezTo>
                                    <a:pt x="275" y="255"/>
                                    <a:pt x="276" y="255"/>
                                    <a:pt x="276" y="255"/>
                                  </a:cubicBezTo>
                                  <a:cubicBezTo>
                                    <a:pt x="276" y="255"/>
                                    <a:pt x="276" y="255"/>
                                    <a:pt x="276" y="255"/>
                                  </a:cubicBezTo>
                                  <a:cubicBezTo>
                                    <a:pt x="277" y="254"/>
                                    <a:pt x="277" y="254"/>
                                    <a:pt x="277" y="255"/>
                                  </a:cubicBezTo>
                                  <a:cubicBezTo>
                                    <a:pt x="278" y="255"/>
                                    <a:pt x="277" y="255"/>
                                    <a:pt x="277" y="256"/>
                                  </a:cubicBezTo>
                                  <a:cubicBezTo>
                                    <a:pt x="278" y="256"/>
                                    <a:pt x="278" y="256"/>
                                    <a:pt x="278" y="257"/>
                                  </a:cubicBezTo>
                                  <a:cubicBezTo>
                                    <a:pt x="278" y="257"/>
                                    <a:pt x="279" y="257"/>
                                    <a:pt x="279" y="258"/>
                                  </a:cubicBezTo>
                                  <a:cubicBezTo>
                                    <a:pt x="280" y="258"/>
                                    <a:pt x="280" y="259"/>
                                    <a:pt x="280" y="260"/>
                                  </a:cubicBezTo>
                                  <a:cubicBezTo>
                                    <a:pt x="280" y="260"/>
                                    <a:pt x="280" y="261"/>
                                    <a:pt x="280" y="261"/>
                                  </a:cubicBezTo>
                                  <a:cubicBezTo>
                                    <a:pt x="280" y="261"/>
                                    <a:pt x="280" y="261"/>
                                    <a:pt x="281" y="261"/>
                                  </a:cubicBezTo>
                                  <a:cubicBezTo>
                                    <a:pt x="281" y="261"/>
                                    <a:pt x="281" y="261"/>
                                    <a:pt x="281" y="261"/>
                                  </a:cubicBezTo>
                                  <a:cubicBezTo>
                                    <a:pt x="281" y="260"/>
                                    <a:pt x="280" y="260"/>
                                    <a:pt x="281" y="259"/>
                                  </a:cubicBezTo>
                                  <a:cubicBezTo>
                                    <a:pt x="282" y="259"/>
                                    <a:pt x="282" y="260"/>
                                    <a:pt x="282" y="260"/>
                                  </a:cubicBezTo>
                                  <a:cubicBezTo>
                                    <a:pt x="282" y="260"/>
                                    <a:pt x="282" y="259"/>
                                    <a:pt x="282" y="259"/>
                                  </a:cubicBezTo>
                                  <a:cubicBezTo>
                                    <a:pt x="281" y="258"/>
                                    <a:pt x="281" y="257"/>
                                    <a:pt x="281" y="257"/>
                                  </a:cubicBezTo>
                                  <a:cubicBezTo>
                                    <a:pt x="281" y="256"/>
                                    <a:pt x="281" y="255"/>
                                    <a:pt x="282" y="255"/>
                                  </a:cubicBezTo>
                                  <a:cubicBezTo>
                                    <a:pt x="282" y="255"/>
                                    <a:pt x="283" y="255"/>
                                    <a:pt x="284" y="255"/>
                                  </a:cubicBezTo>
                                  <a:cubicBezTo>
                                    <a:pt x="284" y="255"/>
                                    <a:pt x="284" y="255"/>
                                    <a:pt x="285" y="255"/>
                                  </a:cubicBezTo>
                                  <a:cubicBezTo>
                                    <a:pt x="285" y="255"/>
                                    <a:pt x="285" y="255"/>
                                    <a:pt x="285" y="254"/>
                                  </a:cubicBezTo>
                                  <a:cubicBezTo>
                                    <a:pt x="285" y="254"/>
                                    <a:pt x="284" y="254"/>
                                    <a:pt x="284" y="254"/>
                                  </a:cubicBezTo>
                                  <a:cubicBezTo>
                                    <a:pt x="284" y="254"/>
                                    <a:pt x="284" y="254"/>
                                    <a:pt x="283" y="254"/>
                                  </a:cubicBezTo>
                                  <a:cubicBezTo>
                                    <a:pt x="283" y="254"/>
                                    <a:pt x="283" y="254"/>
                                    <a:pt x="283" y="254"/>
                                  </a:cubicBezTo>
                                  <a:cubicBezTo>
                                    <a:pt x="283" y="253"/>
                                    <a:pt x="283" y="253"/>
                                    <a:pt x="283" y="253"/>
                                  </a:cubicBezTo>
                                  <a:cubicBezTo>
                                    <a:pt x="284" y="252"/>
                                    <a:pt x="285" y="253"/>
                                    <a:pt x="285" y="254"/>
                                  </a:cubicBezTo>
                                  <a:cubicBezTo>
                                    <a:pt x="285" y="255"/>
                                    <a:pt x="286" y="255"/>
                                    <a:pt x="287" y="256"/>
                                  </a:cubicBezTo>
                                  <a:cubicBezTo>
                                    <a:pt x="286" y="256"/>
                                    <a:pt x="286" y="256"/>
                                    <a:pt x="286" y="256"/>
                                  </a:cubicBezTo>
                                  <a:cubicBezTo>
                                    <a:pt x="286" y="257"/>
                                    <a:pt x="286" y="257"/>
                                    <a:pt x="286" y="257"/>
                                  </a:cubicBezTo>
                                  <a:cubicBezTo>
                                    <a:pt x="287" y="257"/>
                                    <a:pt x="287" y="257"/>
                                    <a:pt x="287" y="257"/>
                                  </a:cubicBezTo>
                                  <a:cubicBezTo>
                                    <a:pt x="287" y="258"/>
                                    <a:pt x="289" y="258"/>
                                    <a:pt x="289" y="258"/>
                                  </a:cubicBezTo>
                                  <a:cubicBezTo>
                                    <a:pt x="290" y="258"/>
                                    <a:pt x="290" y="259"/>
                                    <a:pt x="290" y="259"/>
                                  </a:cubicBezTo>
                                  <a:cubicBezTo>
                                    <a:pt x="290" y="261"/>
                                    <a:pt x="290" y="262"/>
                                    <a:pt x="290" y="263"/>
                                  </a:cubicBezTo>
                                  <a:cubicBezTo>
                                    <a:pt x="289" y="264"/>
                                    <a:pt x="290" y="265"/>
                                    <a:pt x="291" y="266"/>
                                  </a:cubicBezTo>
                                  <a:cubicBezTo>
                                    <a:pt x="291" y="267"/>
                                    <a:pt x="292" y="268"/>
                                    <a:pt x="291" y="269"/>
                                  </a:cubicBezTo>
                                  <a:cubicBezTo>
                                    <a:pt x="291" y="269"/>
                                    <a:pt x="291" y="270"/>
                                    <a:pt x="291" y="270"/>
                                  </a:cubicBezTo>
                                  <a:cubicBezTo>
                                    <a:pt x="291" y="272"/>
                                    <a:pt x="290" y="273"/>
                                    <a:pt x="291" y="275"/>
                                  </a:cubicBezTo>
                                  <a:cubicBezTo>
                                    <a:pt x="291" y="275"/>
                                    <a:pt x="291" y="275"/>
                                    <a:pt x="291" y="276"/>
                                  </a:cubicBezTo>
                                  <a:cubicBezTo>
                                    <a:pt x="291" y="277"/>
                                    <a:pt x="290" y="278"/>
                                    <a:pt x="288" y="279"/>
                                  </a:cubicBezTo>
                                  <a:cubicBezTo>
                                    <a:pt x="290" y="279"/>
                                    <a:pt x="291" y="281"/>
                                    <a:pt x="292" y="281"/>
                                  </a:cubicBezTo>
                                  <a:cubicBezTo>
                                    <a:pt x="293" y="281"/>
                                    <a:pt x="292" y="281"/>
                                    <a:pt x="292" y="282"/>
                                  </a:cubicBezTo>
                                  <a:cubicBezTo>
                                    <a:pt x="292" y="284"/>
                                    <a:pt x="292" y="286"/>
                                    <a:pt x="293" y="288"/>
                                  </a:cubicBezTo>
                                  <a:cubicBezTo>
                                    <a:pt x="292" y="288"/>
                                    <a:pt x="292" y="288"/>
                                    <a:pt x="292" y="287"/>
                                  </a:cubicBezTo>
                                  <a:cubicBezTo>
                                    <a:pt x="292" y="286"/>
                                    <a:pt x="291" y="285"/>
                                    <a:pt x="290" y="284"/>
                                  </a:cubicBezTo>
                                  <a:cubicBezTo>
                                    <a:pt x="290" y="284"/>
                                    <a:pt x="290" y="284"/>
                                    <a:pt x="290" y="284"/>
                                  </a:cubicBezTo>
                                  <a:cubicBezTo>
                                    <a:pt x="290" y="284"/>
                                    <a:pt x="289" y="284"/>
                                    <a:pt x="289" y="285"/>
                                  </a:cubicBezTo>
                                  <a:cubicBezTo>
                                    <a:pt x="290" y="285"/>
                                    <a:pt x="290" y="286"/>
                                    <a:pt x="290" y="287"/>
                                  </a:cubicBezTo>
                                  <a:cubicBezTo>
                                    <a:pt x="290" y="287"/>
                                    <a:pt x="289" y="287"/>
                                    <a:pt x="289" y="287"/>
                                  </a:cubicBezTo>
                                  <a:cubicBezTo>
                                    <a:pt x="289" y="285"/>
                                    <a:pt x="288" y="285"/>
                                    <a:pt x="288" y="286"/>
                                  </a:cubicBezTo>
                                  <a:cubicBezTo>
                                    <a:pt x="288" y="287"/>
                                    <a:pt x="289" y="287"/>
                                    <a:pt x="289" y="288"/>
                                  </a:cubicBezTo>
                                  <a:cubicBezTo>
                                    <a:pt x="289" y="288"/>
                                    <a:pt x="288" y="288"/>
                                    <a:pt x="288" y="288"/>
                                  </a:cubicBezTo>
                                  <a:cubicBezTo>
                                    <a:pt x="288" y="289"/>
                                    <a:pt x="289" y="289"/>
                                    <a:pt x="289" y="289"/>
                                  </a:cubicBezTo>
                                  <a:cubicBezTo>
                                    <a:pt x="288" y="290"/>
                                    <a:pt x="288" y="289"/>
                                    <a:pt x="287" y="289"/>
                                  </a:cubicBezTo>
                                  <a:cubicBezTo>
                                    <a:pt x="287" y="290"/>
                                    <a:pt x="287" y="290"/>
                                    <a:pt x="287" y="290"/>
                                  </a:cubicBezTo>
                                  <a:cubicBezTo>
                                    <a:pt x="287" y="290"/>
                                    <a:pt x="287" y="291"/>
                                    <a:pt x="287" y="291"/>
                                  </a:cubicBezTo>
                                  <a:cubicBezTo>
                                    <a:pt x="287" y="291"/>
                                    <a:pt x="287" y="291"/>
                                    <a:pt x="288" y="291"/>
                                  </a:cubicBezTo>
                                  <a:cubicBezTo>
                                    <a:pt x="288" y="291"/>
                                    <a:pt x="288" y="291"/>
                                    <a:pt x="288" y="291"/>
                                  </a:cubicBezTo>
                                  <a:cubicBezTo>
                                    <a:pt x="288" y="291"/>
                                    <a:pt x="288" y="292"/>
                                    <a:pt x="288" y="291"/>
                                  </a:cubicBezTo>
                                  <a:cubicBezTo>
                                    <a:pt x="289" y="291"/>
                                    <a:pt x="289" y="292"/>
                                    <a:pt x="289" y="293"/>
                                  </a:cubicBezTo>
                                  <a:cubicBezTo>
                                    <a:pt x="290" y="293"/>
                                    <a:pt x="290" y="294"/>
                                    <a:pt x="291" y="295"/>
                                  </a:cubicBezTo>
                                  <a:cubicBezTo>
                                    <a:pt x="291" y="295"/>
                                    <a:pt x="291" y="295"/>
                                    <a:pt x="291" y="296"/>
                                  </a:cubicBezTo>
                                  <a:cubicBezTo>
                                    <a:pt x="290" y="296"/>
                                    <a:pt x="290" y="296"/>
                                    <a:pt x="289" y="296"/>
                                  </a:cubicBezTo>
                                  <a:close/>
                                  <a:moveTo>
                                    <a:pt x="309" y="229"/>
                                  </a:moveTo>
                                  <a:cubicBezTo>
                                    <a:pt x="308" y="229"/>
                                    <a:pt x="307" y="230"/>
                                    <a:pt x="306" y="230"/>
                                  </a:cubicBezTo>
                                  <a:cubicBezTo>
                                    <a:pt x="304" y="230"/>
                                    <a:pt x="303" y="230"/>
                                    <a:pt x="302" y="229"/>
                                  </a:cubicBezTo>
                                  <a:cubicBezTo>
                                    <a:pt x="301" y="228"/>
                                    <a:pt x="300" y="227"/>
                                    <a:pt x="300" y="225"/>
                                  </a:cubicBezTo>
                                  <a:cubicBezTo>
                                    <a:pt x="299" y="222"/>
                                    <a:pt x="301" y="220"/>
                                    <a:pt x="304" y="220"/>
                                  </a:cubicBezTo>
                                  <a:cubicBezTo>
                                    <a:pt x="305" y="220"/>
                                    <a:pt x="304" y="219"/>
                                    <a:pt x="305" y="219"/>
                                  </a:cubicBezTo>
                                  <a:cubicBezTo>
                                    <a:pt x="305" y="219"/>
                                    <a:pt x="305" y="220"/>
                                    <a:pt x="305" y="220"/>
                                  </a:cubicBezTo>
                                  <a:cubicBezTo>
                                    <a:pt x="305" y="221"/>
                                    <a:pt x="305" y="221"/>
                                    <a:pt x="306" y="221"/>
                                  </a:cubicBezTo>
                                  <a:cubicBezTo>
                                    <a:pt x="308" y="221"/>
                                    <a:pt x="308" y="219"/>
                                    <a:pt x="310" y="220"/>
                                  </a:cubicBezTo>
                                  <a:cubicBezTo>
                                    <a:pt x="310" y="220"/>
                                    <a:pt x="311" y="219"/>
                                    <a:pt x="311" y="220"/>
                                  </a:cubicBezTo>
                                  <a:cubicBezTo>
                                    <a:pt x="312" y="221"/>
                                    <a:pt x="313" y="220"/>
                                    <a:pt x="314" y="221"/>
                                  </a:cubicBezTo>
                                  <a:cubicBezTo>
                                    <a:pt x="315" y="221"/>
                                    <a:pt x="316" y="221"/>
                                    <a:pt x="317" y="220"/>
                                  </a:cubicBezTo>
                                  <a:cubicBezTo>
                                    <a:pt x="317" y="220"/>
                                    <a:pt x="317" y="220"/>
                                    <a:pt x="318" y="220"/>
                                  </a:cubicBezTo>
                                  <a:cubicBezTo>
                                    <a:pt x="318" y="221"/>
                                    <a:pt x="319" y="221"/>
                                    <a:pt x="319" y="221"/>
                                  </a:cubicBezTo>
                                  <a:cubicBezTo>
                                    <a:pt x="320" y="222"/>
                                    <a:pt x="321" y="223"/>
                                    <a:pt x="321" y="224"/>
                                  </a:cubicBezTo>
                                  <a:cubicBezTo>
                                    <a:pt x="321" y="224"/>
                                    <a:pt x="321" y="224"/>
                                    <a:pt x="320" y="224"/>
                                  </a:cubicBezTo>
                                  <a:cubicBezTo>
                                    <a:pt x="319" y="224"/>
                                    <a:pt x="319" y="225"/>
                                    <a:pt x="319" y="225"/>
                                  </a:cubicBezTo>
                                  <a:cubicBezTo>
                                    <a:pt x="318" y="227"/>
                                    <a:pt x="319" y="228"/>
                                    <a:pt x="318" y="229"/>
                                  </a:cubicBezTo>
                                  <a:cubicBezTo>
                                    <a:pt x="318" y="230"/>
                                    <a:pt x="318" y="231"/>
                                    <a:pt x="317" y="230"/>
                                  </a:cubicBezTo>
                                  <a:cubicBezTo>
                                    <a:pt x="316" y="230"/>
                                    <a:pt x="316" y="230"/>
                                    <a:pt x="315" y="230"/>
                                  </a:cubicBezTo>
                                  <a:cubicBezTo>
                                    <a:pt x="313" y="230"/>
                                    <a:pt x="311" y="229"/>
                                    <a:pt x="309" y="229"/>
                                  </a:cubicBezTo>
                                  <a:close/>
                                  <a:moveTo>
                                    <a:pt x="343" y="236"/>
                                  </a:moveTo>
                                  <a:cubicBezTo>
                                    <a:pt x="342" y="237"/>
                                    <a:pt x="341" y="238"/>
                                    <a:pt x="340" y="238"/>
                                  </a:cubicBezTo>
                                  <a:cubicBezTo>
                                    <a:pt x="340" y="238"/>
                                    <a:pt x="339" y="237"/>
                                    <a:pt x="339" y="237"/>
                                  </a:cubicBezTo>
                                  <a:cubicBezTo>
                                    <a:pt x="337" y="236"/>
                                    <a:pt x="335" y="234"/>
                                    <a:pt x="334" y="233"/>
                                  </a:cubicBezTo>
                                  <a:cubicBezTo>
                                    <a:pt x="334" y="232"/>
                                    <a:pt x="334" y="232"/>
                                    <a:pt x="334" y="231"/>
                                  </a:cubicBezTo>
                                  <a:cubicBezTo>
                                    <a:pt x="333" y="230"/>
                                    <a:pt x="333" y="229"/>
                                    <a:pt x="333" y="228"/>
                                  </a:cubicBezTo>
                                  <a:cubicBezTo>
                                    <a:pt x="333" y="227"/>
                                    <a:pt x="334" y="226"/>
                                    <a:pt x="334" y="225"/>
                                  </a:cubicBezTo>
                                  <a:cubicBezTo>
                                    <a:pt x="334" y="225"/>
                                    <a:pt x="334" y="225"/>
                                    <a:pt x="335" y="225"/>
                                  </a:cubicBezTo>
                                  <a:cubicBezTo>
                                    <a:pt x="335" y="224"/>
                                    <a:pt x="337" y="224"/>
                                    <a:pt x="338" y="224"/>
                                  </a:cubicBezTo>
                                  <a:cubicBezTo>
                                    <a:pt x="338" y="224"/>
                                    <a:pt x="338" y="224"/>
                                    <a:pt x="339" y="224"/>
                                  </a:cubicBezTo>
                                  <a:cubicBezTo>
                                    <a:pt x="339" y="224"/>
                                    <a:pt x="340" y="224"/>
                                    <a:pt x="340" y="225"/>
                                  </a:cubicBezTo>
                                  <a:cubicBezTo>
                                    <a:pt x="340" y="226"/>
                                    <a:pt x="341" y="226"/>
                                    <a:pt x="342" y="227"/>
                                  </a:cubicBezTo>
                                  <a:cubicBezTo>
                                    <a:pt x="343" y="228"/>
                                    <a:pt x="344" y="230"/>
                                    <a:pt x="343" y="232"/>
                                  </a:cubicBezTo>
                                  <a:cubicBezTo>
                                    <a:pt x="343" y="232"/>
                                    <a:pt x="343" y="232"/>
                                    <a:pt x="344" y="232"/>
                                  </a:cubicBezTo>
                                  <a:cubicBezTo>
                                    <a:pt x="345" y="234"/>
                                    <a:pt x="343" y="235"/>
                                    <a:pt x="343" y="236"/>
                                  </a:cubicBezTo>
                                  <a:close/>
                                  <a:moveTo>
                                    <a:pt x="274" y="146"/>
                                  </a:moveTo>
                                  <a:cubicBezTo>
                                    <a:pt x="274" y="144"/>
                                    <a:pt x="273" y="142"/>
                                    <a:pt x="274" y="141"/>
                                  </a:cubicBezTo>
                                  <a:cubicBezTo>
                                    <a:pt x="274" y="140"/>
                                    <a:pt x="275" y="139"/>
                                    <a:pt x="276" y="138"/>
                                  </a:cubicBezTo>
                                  <a:cubicBezTo>
                                    <a:pt x="276" y="137"/>
                                    <a:pt x="277" y="137"/>
                                    <a:pt x="278" y="138"/>
                                  </a:cubicBezTo>
                                  <a:cubicBezTo>
                                    <a:pt x="278" y="139"/>
                                    <a:pt x="279" y="139"/>
                                    <a:pt x="280" y="138"/>
                                  </a:cubicBezTo>
                                  <a:cubicBezTo>
                                    <a:pt x="280" y="138"/>
                                    <a:pt x="281" y="138"/>
                                    <a:pt x="281" y="138"/>
                                  </a:cubicBezTo>
                                  <a:cubicBezTo>
                                    <a:pt x="281" y="139"/>
                                    <a:pt x="282" y="139"/>
                                    <a:pt x="283" y="140"/>
                                  </a:cubicBezTo>
                                  <a:cubicBezTo>
                                    <a:pt x="283" y="143"/>
                                    <a:pt x="283" y="146"/>
                                    <a:pt x="284" y="148"/>
                                  </a:cubicBezTo>
                                  <a:cubicBezTo>
                                    <a:pt x="284" y="150"/>
                                    <a:pt x="284" y="152"/>
                                    <a:pt x="283" y="153"/>
                                  </a:cubicBezTo>
                                  <a:cubicBezTo>
                                    <a:pt x="283" y="154"/>
                                    <a:pt x="283" y="155"/>
                                    <a:pt x="282" y="155"/>
                                  </a:cubicBezTo>
                                  <a:cubicBezTo>
                                    <a:pt x="282" y="155"/>
                                    <a:pt x="282" y="154"/>
                                    <a:pt x="282" y="153"/>
                                  </a:cubicBezTo>
                                  <a:cubicBezTo>
                                    <a:pt x="281" y="153"/>
                                    <a:pt x="281" y="152"/>
                                    <a:pt x="280" y="152"/>
                                  </a:cubicBezTo>
                                  <a:cubicBezTo>
                                    <a:pt x="279" y="152"/>
                                    <a:pt x="279" y="151"/>
                                    <a:pt x="279" y="150"/>
                                  </a:cubicBezTo>
                                  <a:cubicBezTo>
                                    <a:pt x="280" y="150"/>
                                    <a:pt x="279" y="149"/>
                                    <a:pt x="280" y="149"/>
                                  </a:cubicBezTo>
                                  <a:cubicBezTo>
                                    <a:pt x="279" y="148"/>
                                    <a:pt x="278" y="147"/>
                                    <a:pt x="278" y="147"/>
                                  </a:cubicBezTo>
                                  <a:cubicBezTo>
                                    <a:pt x="277" y="147"/>
                                    <a:pt x="276" y="147"/>
                                    <a:pt x="276" y="147"/>
                                  </a:cubicBezTo>
                                  <a:cubicBezTo>
                                    <a:pt x="274" y="148"/>
                                    <a:pt x="273" y="147"/>
                                    <a:pt x="274" y="146"/>
                                  </a:cubicBezTo>
                                  <a:close/>
                                  <a:moveTo>
                                    <a:pt x="158" y="270"/>
                                  </a:moveTo>
                                  <a:cubicBezTo>
                                    <a:pt x="158" y="272"/>
                                    <a:pt x="156" y="274"/>
                                    <a:pt x="156" y="276"/>
                                  </a:cubicBezTo>
                                  <a:cubicBezTo>
                                    <a:pt x="155" y="278"/>
                                    <a:pt x="154" y="280"/>
                                    <a:pt x="153" y="282"/>
                                  </a:cubicBezTo>
                                  <a:cubicBezTo>
                                    <a:pt x="152" y="283"/>
                                    <a:pt x="152" y="284"/>
                                    <a:pt x="151" y="285"/>
                                  </a:cubicBezTo>
                                  <a:cubicBezTo>
                                    <a:pt x="151" y="286"/>
                                    <a:pt x="150" y="285"/>
                                    <a:pt x="149" y="285"/>
                                  </a:cubicBezTo>
                                  <a:cubicBezTo>
                                    <a:pt x="149" y="284"/>
                                    <a:pt x="148" y="284"/>
                                    <a:pt x="147" y="284"/>
                                  </a:cubicBezTo>
                                  <a:cubicBezTo>
                                    <a:pt x="146" y="284"/>
                                    <a:pt x="146" y="284"/>
                                    <a:pt x="146" y="283"/>
                                  </a:cubicBezTo>
                                  <a:cubicBezTo>
                                    <a:pt x="145" y="283"/>
                                    <a:pt x="145" y="283"/>
                                    <a:pt x="145" y="282"/>
                                  </a:cubicBezTo>
                                  <a:cubicBezTo>
                                    <a:pt x="146" y="280"/>
                                    <a:pt x="148" y="279"/>
                                    <a:pt x="148" y="278"/>
                                  </a:cubicBezTo>
                                  <a:cubicBezTo>
                                    <a:pt x="149" y="277"/>
                                    <a:pt x="149" y="277"/>
                                    <a:pt x="149" y="276"/>
                                  </a:cubicBezTo>
                                  <a:cubicBezTo>
                                    <a:pt x="150" y="275"/>
                                    <a:pt x="151" y="274"/>
                                    <a:pt x="152" y="273"/>
                                  </a:cubicBezTo>
                                  <a:cubicBezTo>
                                    <a:pt x="152" y="273"/>
                                    <a:pt x="153" y="273"/>
                                    <a:pt x="153" y="273"/>
                                  </a:cubicBezTo>
                                  <a:cubicBezTo>
                                    <a:pt x="154" y="273"/>
                                    <a:pt x="154" y="273"/>
                                    <a:pt x="154" y="272"/>
                                  </a:cubicBezTo>
                                  <a:cubicBezTo>
                                    <a:pt x="154" y="272"/>
                                    <a:pt x="154" y="271"/>
                                    <a:pt x="155" y="271"/>
                                  </a:cubicBezTo>
                                  <a:cubicBezTo>
                                    <a:pt x="155" y="271"/>
                                    <a:pt x="155" y="271"/>
                                    <a:pt x="155" y="270"/>
                                  </a:cubicBezTo>
                                  <a:cubicBezTo>
                                    <a:pt x="155" y="270"/>
                                    <a:pt x="156" y="269"/>
                                    <a:pt x="156" y="269"/>
                                  </a:cubicBezTo>
                                  <a:cubicBezTo>
                                    <a:pt x="157" y="269"/>
                                    <a:pt x="157" y="269"/>
                                    <a:pt x="157" y="269"/>
                                  </a:cubicBezTo>
                                  <a:cubicBezTo>
                                    <a:pt x="158" y="269"/>
                                    <a:pt x="158" y="270"/>
                                    <a:pt x="158" y="270"/>
                                  </a:cubicBezTo>
                                  <a:close/>
                                  <a:moveTo>
                                    <a:pt x="246" y="270"/>
                                  </a:moveTo>
                                  <a:cubicBezTo>
                                    <a:pt x="245" y="269"/>
                                    <a:pt x="245" y="268"/>
                                    <a:pt x="246" y="268"/>
                                  </a:cubicBezTo>
                                  <a:cubicBezTo>
                                    <a:pt x="246" y="267"/>
                                    <a:pt x="247" y="267"/>
                                    <a:pt x="248" y="266"/>
                                  </a:cubicBezTo>
                                  <a:cubicBezTo>
                                    <a:pt x="250" y="265"/>
                                    <a:pt x="253" y="265"/>
                                    <a:pt x="255" y="264"/>
                                  </a:cubicBezTo>
                                  <a:cubicBezTo>
                                    <a:pt x="256" y="263"/>
                                    <a:pt x="257" y="263"/>
                                    <a:pt x="258" y="265"/>
                                  </a:cubicBezTo>
                                  <a:cubicBezTo>
                                    <a:pt x="259" y="267"/>
                                    <a:pt x="258" y="269"/>
                                    <a:pt x="256" y="270"/>
                                  </a:cubicBezTo>
                                  <a:cubicBezTo>
                                    <a:pt x="254" y="271"/>
                                    <a:pt x="253" y="271"/>
                                    <a:pt x="251" y="271"/>
                                  </a:cubicBezTo>
                                  <a:cubicBezTo>
                                    <a:pt x="250" y="271"/>
                                    <a:pt x="250" y="272"/>
                                    <a:pt x="249" y="272"/>
                                  </a:cubicBezTo>
                                  <a:cubicBezTo>
                                    <a:pt x="248" y="271"/>
                                    <a:pt x="247" y="271"/>
                                    <a:pt x="246" y="270"/>
                                  </a:cubicBezTo>
                                  <a:close/>
                                  <a:moveTo>
                                    <a:pt x="244" y="258"/>
                                  </a:moveTo>
                                  <a:cubicBezTo>
                                    <a:pt x="244" y="258"/>
                                    <a:pt x="244" y="258"/>
                                    <a:pt x="244" y="258"/>
                                  </a:cubicBezTo>
                                  <a:cubicBezTo>
                                    <a:pt x="244" y="257"/>
                                    <a:pt x="243" y="257"/>
                                    <a:pt x="244" y="256"/>
                                  </a:cubicBezTo>
                                  <a:cubicBezTo>
                                    <a:pt x="245" y="255"/>
                                    <a:pt x="245" y="254"/>
                                    <a:pt x="246" y="254"/>
                                  </a:cubicBezTo>
                                  <a:cubicBezTo>
                                    <a:pt x="247" y="253"/>
                                    <a:pt x="248" y="253"/>
                                    <a:pt x="248" y="254"/>
                                  </a:cubicBezTo>
                                  <a:cubicBezTo>
                                    <a:pt x="249" y="255"/>
                                    <a:pt x="248" y="255"/>
                                    <a:pt x="248" y="256"/>
                                  </a:cubicBezTo>
                                  <a:cubicBezTo>
                                    <a:pt x="248" y="256"/>
                                    <a:pt x="248" y="256"/>
                                    <a:pt x="248" y="256"/>
                                  </a:cubicBezTo>
                                  <a:cubicBezTo>
                                    <a:pt x="248" y="256"/>
                                    <a:pt x="249" y="256"/>
                                    <a:pt x="249" y="256"/>
                                  </a:cubicBezTo>
                                  <a:cubicBezTo>
                                    <a:pt x="249" y="255"/>
                                    <a:pt x="249" y="255"/>
                                    <a:pt x="249" y="255"/>
                                  </a:cubicBezTo>
                                  <a:cubicBezTo>
                                    <a:pt x="250" y="255"/>
                                    <a:pt x="251" y="257"/>
                                    <a:pt x="251" y="257"/>
                                  </a:cubicBezTo>
                                  <a:cubicBezTo>
                                    <a:pt x="251" y="258"/>
                                    <a:pt x="251" y="259"/>
                                    <a:pt x="252" y="258"/>
                                  </a:cubicBezTo>
                                  <a:cubicBezTo>
                                    <a:pt x="253" y="258"/>
                                    <a:pt x="253" y="258"/>
                                    <a:pt x="253" y="259"/>
                                  </a:cubicBezTo>
                                  <a:cubicBezTo>
                                    <a:pt x="253" y="259"/>
                                    <a:pt x="253" y="259"/>
                                    <a:pt x="253" y="259"/>
                                  </a:cubicBezTo>
                                  <a:cubicBezTo>
                                    <a:pt x="254" y="260"/>
                                    <a:pt x="255" y="260"/>
                                    <a:pt x="254" y="261"/>
                                  </a:cubicBezTo>
                                  <a:cubicBezTo>
                                    <a:pt x="254" y="262"/>
                                    <a:pt x="253" y="263"/>
                                    <a:pt x="252" y="263"/>
                                  </a:cubicBezTo>
                                  <a:cubicBezTo>
                                    <a:pt x="252" y="263"/>
                                    <a:pt x="251" y="264"/>
                                    <a:pt x="251" y="264"/>
                                  </a:cubicBezTo>
                                  <a:cubicBezTo>
                                    <a:pt x="249" y="264"/>
                                    <a:pt x="248" y="263"/>
                                    <a:pt x="246" y="263"/>
                                  </a:cubicBezTo>
                                  <a:cubicBezTo>
                                    <a:pt x="246" y="263"/>
                                    <a:pt x="247" y="263"/>
                                    <a:pt x="248" y="263"/>
                                  </a:cubicBezTo>
                                  <a:cubicBezTo>
                                    <a:pt x="247" y="263"/>
                                    <a:pt x="247" y="262"/>
                                    <a:pt x="246" y="262"/>
                                  </a:cubicBezTo>
                                  <a:cubicBezTo>
                                    <a:pt x="246" y="262"/>
                                    <a:pt x="245" y="261"/>
                                    <a:pt x="245" y="261"/>
                                  </a:cubicBezTo>
                                  <a:cubicBezTo>
                                    <a:pt x="246" y="260"/>
                                    <a:pt x="246" y="259"/>
                                    <a:pt x="245" y="259"/>
                                  </a:cubicBezTo>
                                  <a:cubicBezTo>
                                    <a:pt x="244" y="259"/>
                                    <a:pt x="244" y="259"/>
                                    <a:pt x="244" y="258"/>
                                  </a:cubicBezTo>
                                  <a:close/>
                                  <a:moveTo>
                                    <a:pt x="250" y="290"/>
                                  </a:moveTo>
                                  <a:cubicBezTo>
                                    <a:pt x="250" y="291"/>
                                    <a:pt x="250" y="293"/>
                                    <a:pt x="251" y="294"/>
                                  </a:cubicBezTo>
                                  <a:cubicBezTo>
                                    <a:pt x="251" y="295"/>
                                    <a:pt x="249" y="297"/>
                                    <a:pt x="248" y="298"/>
                                  </a:cubicBezTo>
                                  <a:cubicBezTo>
                                    <a:pt x="247" y="298"/>
                                    <a:pt x="247" y="298"/>
                                    <a:pt x="246" y="298"/>
                                  </a:cubicBezTo>
                                  <a:cubicBezTo>
                                    <a:pt x="244" y="298"/>
                                    <a:pt x="244" y="297"/>
                                    <a:pt x="243" y="296"/>
                                  </a:cubicBezTo>
                                  <a:cubicBezTo>
                                    <a:pt x="242" y="296"/>
                                    <a:pt x="242" y="295"/>
                                    <a:pt x="243" y="295"/>
                                  </a:cubicBezTo>
                                  <a:cubicBezTo>
                                    <a:pt x="243" y="293"/>
                                    <a:pt x="244" y="290"/>
                                    <a:pt x="245" y="288"/>
                                  </a:cubicBezTo>
                                  <a:cubicBezTo>
                                    <a:pt x="246" y="287"/>
                                    <a:pt x="247" y="287"/>
                                    <a:pt x="247" y="287"/>
                                  </a:cubicBezTo>
                                  <a:cubicBezTo>
                                    <a:pt x="249" y="288"/>
                                    <a:pt x="249" y="289"/>
                                    <a:pt x="250" y="290"/>
                                  </a:cubicBezTo>
                                  <a:close/>
                                  <a:moveTo>
                                    <a:pt x="174" y="215"/>
                                  </a:moveTo>
                                  <a:cubicBezTo>
                                    <a:pt x="174" y="214"/>
                                    <a:pt x="174" y="214"/>
                                    <a:pt x="174" y="214"/>
                                  </a:cubicBezTo>
                                  <a:cubicBezTo>
                                    <a:pt x="175" y="214"/>
                                    <a:pt x="174" y="214"/>
                                    <a:pt x="175" y="214"/>
                                  </a:cubicBezTo>
                                  <a:cubicBezTo>
                                    <a:pt x="175" y="214"/>
                                    <a:pt x="175" y="213"/>
                                    <a:pt x="176" y="213"/>
                                  </a:cubicBezTo>
                                  <a:cubicBezTo>
                                    <a:pt x="176" y="212"/>
                                    <a:pt x="177" y="211"/>
                                    <a:pt x="178" y="210"/>
                                  </a:cubicBezTo>
                                  <a:cubicBezTo>
                                    <a:pt x="178" y="210"/>
                                    <a:pt x="179" y="210"/>
                                    <a:pt x="179" y="210"/>
                                  </a:cubicBezTo>
                                  <a:cubicBezTo>
                                    <a:pt x="179" y="210"/>
                                    <a:pt x="179" y="211"/>
                                    <a:pt x="179" y="211"/>
                                  </a:cubicBezTo>
                                  <a:cubicBezTo>
                                    <a:pt x="179" y="211"/>
                                    <a:pt x="179" y="212"/>
                                    <a:pt x="179" y="213"/>
                                  </a:cubicBezTo>
                                  <a:cubicBezTo>
                                    <a:pt x="180" y="213"/>
                                    <a:pt x="180" y="213"/>
                                    <a:pt x="181" y="213"/>
                                  </a:cubicBezTo>
                                  <a:cubicBezTo>
                                    <a:pt x="181" y="214"/>
                                    <a:pt x="181" y="214"/>
                                    <a:pt x="181" y="215"/>
                                  </a:cubicBezTo>
                                  <a:cubicBezTo>
                                    <a:pt x="181" y="215"/>
                                    <a:pt x="182" y="215"/>
                                    <a:pt x="182" y="215"/>
                                  </a:cubicBezTo>
                                  <a:cubicBezTo>
                                    <a:pt x="183" y="216"/>
                                    <a:pt x="183" y="217"/>
                                    <a:pt x="184" y="218"/>
                                  </a:cubicBezTo>
                                  <a:cubicBezTo>
                                    <a:pt x="184" y="219"/>
                                    <a:pt x="183" y="221"/>
                                    <a:pt x="182" y="222"/>
                                  </a:cubicBezTo>
                                  <a:cubicBezTo>
                                    <a:pt x="180" y="222"/>
                                    <a:pt x="179" y="222"/>
                                    <a:pt x="178" y="220"/>
                                  </a:cubicBezTo>
                                  <a:cubicBezTo>
                                    <a:pt x="178" y="220"/>
                                    <a:pt x="177" y="219"/>
                                    <a:pt x="177" y="219"/>
                                  </a:cubicBezTo>
                                  <a:cubicBezTo>
                                    <a:pt x="176" y="218"/>
                                    <a:pt x="175" y="216"/>
                                    <a:pt x="174" y="215"/>
                                  </a:cubicBezTo>
                                  <a:close/>
                                  <a:moveTo>
                                    <a:pt x="259" y="221"/>
                                  </a:moveTo>
                                  <a:cubicBezTo>
                                    <a:pt x="259" y="221"/>
                                    <a:pt x="258" y="221"/>
                                    <a:pt x="259" y="220"/>
                                  </a:cubicBezTo>
                                  <a:cubicBezTo>
                                    <a:pt x="259" y="220"/>
                                    <a:pt x="259" y="220"/>
                                    <a:pt x="259" y="220"/>
                                  </a:cubicBezTo>
                                  <a:cubicBezTo>
                                    <a:pt x="257" y="219"/>
                                    <a:pt x="259" y="218"/>
                                    <a:pt x="258" y="217"/>
                                  </a:cubicBezTo>
                                  <a:cubicBezTo>
                                    <a:pt x="258" y="217"/>
                                    <a:pt x="259" y="217"/>
                                    <a:pt x="259" y="217"/>
                                  </a:cubicBezTo>
                                  <a:cubicBezTo>
                                    <a:pt x="260" y="216"/>
                                    <a:pt x="261" y="215"/>
                                    <a:pt x="262" y="216"/>
                                  </a:cubicBezTo>
                                  <a:cubicBezTo>
                                    <a:pt x="264" y="216"/>
                                    <a:pt x="265" y="217"/>
                                    <a:pt x="266" y="218"/>
                                  </a:cubicBezTo>
                                  <a:cubicBezTo>
                                    <a:pt x="267" y="218"/>
                                    <a:pt x="268" y="219"/>
                                    <a:pt x="269" y="220"/>
                                  </a:cubicBezTo>
                                  <a:cubicBezTo>
                                    <a:pt x="269" y="221"/>
                                    <a:pt x="268" y="222"/>
                                    <a:pt x="267" y="222"/>
                                  </a:cubicBezTo>
                                  <a:cubicBezTo>
                                    <a:pt x="266" y="221"/>
                                    <a:pt x="265" y="221"/>
                                    <a:pt x="264" y="222"/>
                                  </a:cubicBezTo>
                                  <a:cubicBezTo>
                                    <a:pt x="263" y="223"/>
                                    <a:pt x="261" y="223"/>
                                    <a:pt x="260" y="222"/>
                                  </a:cubicBezTo>
                                  <a:cubicBezTo>
                                    <a:pt x="260" y="222"/>
                                    <a:pt x="260" y="221"/>
                                    <a:pt x="259" y="221"/>
                                  </a:cubicBezTo>
                                  <a:close/>
                                  <a:moveTo>
                                    <a:pt x="202" y="218"/>
                                  </a:moveTo>
                                  <a:cubicBezTo>
                                    <a:pt x="202" y="218"/>
                                    <a:pt x="203" y="218"/>
                                    <a:pt x="203" y="219"/>
                                  </a:cubicBezTo>
                                  <a:cubicBezTo>
                                    <a:pt x="204" y="221"/>
                                    <a:pt x="205" y="220"/>
                                    <a:pt x="206" y="220"/>
                                  </a:cubicBezTo>
                                  <a:cubicBezTo>
                                    <a:pt x="207" y="220"/>
                                    <a:pt x="208" y="220"/>
                                    <a:pt x="207" y="221"/>
                                  </a:cubicBezTo>
                                  <a:cubicBezTo>
                                    <a:pt x="207" y="222"/>
                                    <a:pt x="208" y="224"/>
                                    <a:pt x="207" y="225"/>
                                  </a:cubicBezTo>
                                  <a:cubicBezTo>
                                    <a:pt x="207" y="225"/>
                                    <a:pt x="207" y="225"/>
                                    <a:pt x="207" y="225"/>
                                  </a:cubicBezTo>
                                  <a:cubicBezTo>
                                    <a:pt x="207" y="227"/>
                                    <a:pt x="207" y="228"/>
                                    <a:pt x="206" y="229"/>
                                  </a:cubicBezTo>
                                  <a:cubicBezTo>
                                    <a:pt x="205" y="229"/>
                                    <a:pt x="204" y="229"/>
                                    <a:pt x="203" y="230"/>
                                  </a:cubicBezTo>
                                  <a:cubicBezTo>
                                    <a:pt x="202" y="231"/>
                                    <a:pt x="201" y="231"/>
                                    <a:pt x="200" y="231"/>
                                  </a:cubicBezTo>
                                  <a:cubicBezTo>
                                    <a:pt x="200" y="231"/>
                                    <a:pt x="199" y="231"/>
                                    <a:pt x="199" y="231"/>
                                  </a:cubicBezTo>
                                  <a:cubicBezTo>
                                    <a:pt x="198" y="232"/>
                                    <a:pt x="197" y="232"/>
                                    <a:pt x="196" y="233"/>
                                  </a:cubicBezTo>
                                  <a:cubicBezTo>
                                    <a:pt x="196" y="233"/>
                                    <a:pt x="196" y="233"/>
                                    <a:pt x="196" y="233"/>
                                  </a:cubicBezTo>
                                  <a:cubicBezTo>
                                    <a:pt x="194" y="234"/>
                                    <a:pt x="192" y="233"/>
                                    <a:pt x="191" y="231"/>
                                  </a:cubicBezTo>
                                  <a:cubicBezTo>
                                    <a:pt x="191" y="231"/>
                                    <a:pt x="191" y="230"/>
                                    <a:pt x="191" y="230"/>
                                  </a:cubicBezTo>
                                  <a:cubicBezTo>
                                    <a:pt x="190" y="230"/>
                                    <a:pt x="190" y="229"/>
                                    <a:pt x="190" y="230"/>
                                  </a:cubicBezTo>
                                  <a:cubicBezTo>
                                    <a:pt x="189" y="230"/>
                                    <a:pt x="188" y="230"/>
                                    <a:pt x="188" y="229"/>
                                  </a:cubicBezTo>
                                  <a:cubicBezTo>
                                    <a:pt x="188" y="228"/>
                                    <a:pt x="188" y="228"/>
                                    <a:pt x="187" y="228"/>
                                  </a:cubicBezTo>
                                  <a:cubicBezTo>
                                    <a:pt x="187" y="228"/>
                                    <a:pt x="187" y="227"/>
                                    <a:pt x="187" y="227"/>
                                  </a:cubicBezTo>
                                  <a:cubicBezTo>
                                    <a:pt x="187" y="225"/>
                                    <a:pt x="187" y="224"/>
                                    <a:pt x="187" y="223"/>
                                  </a:cubicBezTo>
                                  <a:cubicBezTo>
                                    <a:pt x="186" y="221"/>
                                    <a:pt x="186" y="218"/>
                                    <a:pt x="187" y="216"/>
                                  </a:cubicBezTo>
                                  <a:cubicBezTo>
                                    <a:pt x="187" y="215"/>
                                    <a:pt x="187" y="215"/>
                                    <a:pt x="187" y="216"/>
                                  </a:cubicBezTo>
                                  <a:cubicBezTo>
                                    <a:pt x="188" y="216"/>
                                    <a:pt x="188" y="216"/>
                                    <a:pt x="188" y="216"/>
                                  </a:cubicBezTo>
                                  <a:cubicBezTo>
                                    <a:pt x="189" y="215"/>
                                    <a:pt x="189" y="214"/>
                                    <a:pt x="190" y="214"/>
                                  </a:cubicBezTo>
                                  <a:cubicBezTo>
                                    <a:pt x="190" y="214"/>
                                    <a:pt x="191" y="213"/>
                                    <a:pt x="191" y="213"/>
                                  </a:cubicBezTo>
                                  <a:cubicBezTo>
                                    <a:pt x="192" y="212"/>
                                    <a:pt x="192" y="212"/>
                                    <a:pt x="192" y="213"/>
                                  </a:cubicBezTo>
                                  <a:cubicBezTo>
                                    <a:pt x="193" y="213"/>
                                    <a:pt x="193" y="213"/>
                                    <a:pt x="194" y="212"/>
                                  </a:cubicBezTo>
                                  <a:cubicBezTo>
                                    <a:pt x="194" y="212"/>
                                    <a:pt x="195" y="211"/>
                                    <a:pt x="196" y="212"/>
                                  </a:cubicBezTo>
                                  <a:cubicBezTo>
                                    <a:pt x="197" y="212"/>
                                    <a:pt x="197" y="212"/>
                                    <a:pt x="197" y="212"/>
                                  </a:cubicBezTo>
                                  <a:cubicBezTo>
                                    <a:pt x="198" y="210"/>
                                    <a:pt x="199" y="210"/>
                                    <a:pt x="201" y="210"/>
                                  </a:cubicBezTo>
                                  <a:cubicBezTo>
                                    <a:pt x="201" y="209"/>
                                    <a:pt x="201" y="210"/>
                                    <a:pt x="202" y="211"/>
                                  </a:cubicBezTo>
                                  <a:cubicBezTo>
                                    <a:pt x="202" y="211"/>
                                    <a:pt x="203" y="211"/>
                                    <a:pt x="203" y="210"/>
                                  </a:cubicBezTo>
                                  <a:cubicBezTo>
                                    <a:pt x="203" y="209"/>
                                    <a:pt x="204" y="209"/>
                                    <a:pt x="205" y="209"/>
                                  </a:cubicBezTo>
                                  <a:cubicBezTo>
                                    <a:pt x="206" y="209"/>
                                    <a:pt x="207" y="209"/>
                                    <a:pt x="208" y="209"/>
                                  </a:cubicBezTo>
                                  <a:cubicBezTo>
                                    <a:pt x="211" y="209"/>
                                    <a:pt x="211" y="211"/>
                                    <a:pt x="210" y="213"/>
                                  </a:cubicBezTo>
                                  <a:cubicBezTo>
                                    <a:pt x="210" y="214"/>
                                    <a:pt x="209" y="215"/>
                                    <a:pt x="209" y="215"/>
                                  </a:cubicBezTo>
                                  <a:cubicBezTo>
                                    <a:pt x="207" y="215"/>
                                    <a:pt x="206" y="216"/>
                                    <a:pt x="205" y="216"/>
                                  </a:cubicBezTo>
                                  <a:cubicBezTo>
                                    <a:pt x="204" y="217"/>
                                    <a:pt x="203" y="217"/>
                                    <a:pt x="203" y="217"/>
                                  </a:cubicBezTo>
                                  <a:cubicBezTo>
                                    <a:pt x="202" y="217"/>
                                    <a:pt x="202" y="218"/>
                                    <a:pt x="202" y="218"/>
                                  </a:cubicBezTo>
                                  <a:close/>
                                  <a:moveTo>
                                    <a:pt x="185" y="249"/>
                                  </a:moveTo>
                                  <a:cubicBezTo>
                                    <a:pt x="185" y="250"/>
                                    <a:pt x="184" y="251"/>
                                    <a:pt x="184" y="252"/>
                                  </a:cubicBezTo>
                                  <a:cubicBezTo>
                                    <a:pt x="184" y="252"/>
                                    <a:pt x="183" y="252"/>
                                    <a:pt x="183" y="252"/>
                                  </a:cubicBezTo>
                                  <a:cubicBezTo>
                                    <a:pt x="182" y="251"/>
                                    <a:pt x="181" y="252"/>
                                    <a:pt x="180" y="252"/>
                                  </a:cubicBezTo>
                                  <a:cubicBezTo>
                                    <a:pt x="179" y="252"/>
                                    <a:pt x="178" y="251"/>
                                    <a:pt x="177" y="251"/>
                                  </a:cubicBezTo>
                                  <a:cubicBezTo>
                                    <a:pt x="176" y="251"/>
                                    <a:pt x="176" y="251"/>
                                    <a:pt x="176" y="250"/>
                                  </a:cubicBezTo>
                                  <a:cubicBezTo>
                                    <a:pt x="176" y="249"/>
                                    <a:pt x="176" y="248"/>
                                    <a:pt x="177" y="248"/>
                                  </a:cubicBezTo>
                                  <a:cubicBezTo>
                                    <a:pt x="177" y="247"/>
                                    <a:pt x="178" y="247"/>
                                    <a:pt x="179" y="247"/>
                                  </a:cubicBezTo>
                                  <a:cubicBezTo>
                                    <a:pt x="180" y="247"/>
                                    <a:pt x="181" y="247"/>
                                    <a:pt x="182" y="247"/>
                                  </a:cubicBezTo>
                                  <a:cubicBezTo>
                                    <a:pt x="182" y="247"/>
                                    <a:pt x="183" y="247"/>
                                    <a:pt x="183" y="247"/>
                                  </a:cubicBezTo>
                                  <a:cubicBezTo>
                                    <a:pt x="184" y="248"/>
                                    <a:pt x="184" y="248"/>
                                    <a:pt x="185" y="249"/>
                                  </a:cubicBezTo>
                                  <a:close/>
                                  <a:moveTo>
                                    <a:pt x="239" y="281"/>
                                  </a:moveTo>
                                  <a:cubicBezTo>
                                    <a:pt x="239" y="279"/>
                                    <a:pt x="239" y="277"/>
                                    <a:pt x="238" y="276"/>
                                  </a:cubicBezTo>
                                  <a:cubicBezTo>
                                    <a:pt x="238" y="275"/>
                                    <a:pt x="238" y="275"/>
                                    <a:pt x="238" y="275"/>
                                  </a:cubicBezTo>
                                  <a:cubicBezTo>
                                    <a:pt x="238" y="275"/>
                                    <a:pt x="237" y="274"/>
                                    <a:pt x="237" y="274"/>
                                  </a:cubicBezTo>
                                  <a:cubicBezTo>
                                    <a:pt x="236" y="273"/>
                                    <a:pt x="235" y="272"/>
                                    <a:pt x="235" y="272"/>
                                  </a:cubicBezTo>
                                  <a:cubicBezTo>
                                    <a:pt x="233" y="271"/>
                                    <a:pt x="232" y="271"/>
                                    <a:pt x="231" y="271"/>
                                  </a:cubicBezTo>
                                  <a:cubicBezTo>
                                    <a:pt x="230" y="271"/>
                                    <a:pt x="230" y="272"/>
                                    <a:pt x="230" y="273"/>
                                  </a:cubicBezTo>
                                  <a:cubicBezTo>
                                    <a:pt x="229" y="273"/>
                                    <a:pt x="229" y="273"/>
                                    <a:pt x="229" y="273"/>
                                  </a:cubicBezTo>
                                  <a:cubicBezTo>
                                    <a:pt x="229" y="274"/>
                                    <a:pt x="229" y="275"/>
                                    <a:pt x="229" y="276"/>
                                  </a:cubicBezTo>
                                  <a:cubicBezTo>
                                    <a:pt x="229" y="277"/>
                                    <a:pt x="229" y="277"/>
                                    <a:pt x="230" y="278"/>
                                  </a:cubicBezTo>
                                  <a:cubicBezTo>
                                    <a:pt x="229" y="278"/>
                                    <a:pt x="229" y="278"/>
                                    <a:pt x="229" y="279"/>
                                  </a:cubicBezTo>
                                  <a:cubicBezTo>
                                    <a:pt x="229" y="280"/>
                                    <a:pt x="229" y="280"/>
                                    <a:pt x="229" y="281"/>
                                  </a:cubicBezTo>
                                  <a:cubicBezTo>
                                    <a:pt x="229" y="282"/>
                                    <a:pt x="229" y="282"/>
                                    <a:pt x="228" y="281"/>
                                  </a:cubicBezTo>
                                  <a:cubicBezTo>
                                    <a:pt x="228" y="280"/>
                                    <a:pt x="228" y="279"/>
                                    <a:pt x="228" y="278"/>
                                  </a:cubicBezTo>
                                  <a:cubicBezTo>
                                    <a:pt x="227" y="278"/>
                                    <a:pt x="227" y="277"/>
                                    <a:pt x="227" y="276"/>
                                  </a:cubicBezTo>
                                  <a:cubicBezTo>
                                    <a:pt x="227" y="275"/>
                                    <a:pt x="226" y="274"/>
                                    <a:pt x="225" y="275"/>
                                  </a:cubicBezTo>
                                  <a:cubicBezTo>
                                    <a:pt x="224" y="275"/>
                                    <a:pt x="223" y="275"/>
                                    <a:pt x="223" y="276"/>
                                  </a:cubicBezTo>
                                  <a:cubicBezTo>
                                    <a:pt x="223" y="277"/>
                                    <a:pt x="222" y="278"/>
                                    <a:pt x="221" y="279"/>
                                  </a:cubicBezTo>
                                  <a:cubicBezTo>
                                    <a:pt x="221" y="278"/>
                                    <a:pt x="221" y="277"/>
                                    <a:pt x="221" y="277"/>
                                  </a:cubicBezTo>
                                  <a:cubicBezTo>
                                    <a:pt x="222" y="276"/>
                                    <a:pt x="222" y="275"/>
                                    <a:pt x="223" y="274"/>
                                  </a:cubicBezTo>
                                  <a:cubicBezTo>
                                    <a:pt x="224" y="273"/>
                                    <a:pt x="224" y="272"/>
                                    <a:pt x="223" y="271"/>
                                  </a:cubicBezTo>
                                  <a:cubicBezTo>
                                    <a:pt x="222" y="271"/>
                                    <a:pt x="222" y="270"/>
                                    <a:pt x="221" y="271"/>
                                  </a:cubicBezTo>
                                  <a:cubicBezTo>
                                    <a:pt x="220" y="271"/>
                                    <a:pt x="219" y="271"/>
                                    <a:pt x="218" y="271"/>
                                  </a:cubicBezTo>
                                  <a:cubicBezTo>
                                    <a:pt x="218" y="271"/>
                                    <a:pt x="218" y="270"/>
                                    <a:pt x="218" y="270"/>
                                  </a:cubicBezTo>
                                  <a:cubicBezTo>
                                    <a:pt x="219" y="269"/>
                                    <a:pt x="219" y="267"/>
                                    <a:pt x="220" y="266"/>
                                  </a:cubicBezTo>
                                  <a:cubicBezTo>
                                    <a:pt x="221" y="266"/>
                                    <a:pt x="221" y="266"/>
                                    <a:pt x="220" y="266"/>
                                  </a:cubicBezTo>
                                  <a:cubicBezTo>
                                    <a:pt x="219" y="265"/>
                                    <a:pt x="220" y="265"/>
                                    <a:pt x="221" y="265"/>
                                  </a:cubicBezTo>
                                  <a:cubicBezTo>
                                    <a:pt x="221" y="264"/>
                                    <a:pt x="220" y="264"/>
                                    <a:pt x="220" y="263"/>
                                  </a:cubicBezTo>
                                  <a:cubicBezTo>
                                    <a:pt x="220" y="262"/>
                                    <a:pt x="219" y="261"/>
                                    <a:pt x="218" y="261"/>
                                  </a:cubicBezTo>
                                  <a:cubicBezTo>
                                    <a:pt x="218" y="261"/>
                                    <a:pt x="217" y="260"/>
                                    <a:pt x="218" y="260"/>
                                  </a:cubicBezTo>
                                  <a:cubicBezTo>
                                    <a:pt x="218" y="260"/>
                                    <a:pt x="218" y="259"/>
                                    <a:pt x="218" y="259"/>
                                  </a:cubicBezTo>
                                  <a:cubicBezTo>
                                    <a:pt x="218" y="258"/>
                                    <a:pt x="217" y="257"/>
                                    <a:pt x="218" y="257"/>
                                  </a:cubicBezTo>
                                  <a:cubicBezTo>
                                    <a:pt x="218" y="257"/>
                                    <a:pt x="217" y="256"/>
                                    <a:pt x="217" y="256"/>
                                  </a:cubicBezTo>
                                  <a:cubicBezTo>
                                    <a:pt x="217" y="255"/>
                                    <a:pt x="216" y="254"/>
                                    <a:pt x="218" y="254"/>
                                  </a:cubicBezTo>
                                  <a:cubicBezTo>
                                    <a:pt x="218" y="254"/>
                                    <a:pt x="218" y="253"/>
                                    <a:pt x="218" y="253"/>
                                  </a:cubicBezTo>
                                  <a:cubicBezTo>
                                    <a:pt x="218" y="253"/>
                                    <a:pt x="218" y="253"/>
                                    <a:pt x="218" y="252"/>
                                  </a:cubicBezTo>
                                  <a:cubicBezTo>
                                    <a:pt x="219" y="252"/>
                                    <a:pt x="219" y="252"/>
                                    <a:pt x="218" y="251"/>
                                  </a:cubicBezTo>
                                  <a:cubicBezTo>
                                    <a:pt x="218" y="251"/>
                                    <a:pt x="218" y="250"/>
                                    <a:pt x="217" y="251"/>
                                  </a:cubicBezTo>
                                  <a:cubicBezTo>
                                    <a:pt x="217" y="251"/>
                                    <a:pt x="217" y="251"/>
                                    <a:pt x="217" y="251"/>
                                  </a:cubicBezTo>
                                  <a:cubicBezTo>
                                    <a:pt x="217" y="250"/>
                                    <a:pt x="216" y="250"/>
                                    <a:pt x="217" y="250"/>
                                  </a:cubicBezTo>
                                  <a:cubicBezTo>
                                    <a:pt x="217" y="249"/>
                                    <a:pt x="217" y="249"/>
                                    <a:pt x="217" y="249"/>
                                  </a:cubicBezTo>
                                  <a:cubicBezTo>
                                    <a:pt x="217" y="249"/>
                                    <a:pt x="216" y="249"/>
                                    <a:pt x="216" y="249"/>
                                  </a:cubicBezTo>
                                  <a:cubicBezTo>
                                    <a:pt x="216" y="249"/>
                                    <a:pt x="215" y="249"/>
                                    <a:pt x="215" y="249"/>
                                  </a:cubicBezTo>
                                  <a:cubicBezTo>
                                    <a:pt x="215" y="249"/>
                                    <a:pt x="215" y="249"/>
                                    <a:pt x="215" y="249"/>
                                  </a:cubicBezTo>
                                  <a:cubicBezTo>
                                    <a:pt x="213" y="249"/>
                                    <a:pt x="213" y="249"/>
                                    <a:pt x="213" y="251"/>
                                  </a:cubicBezTo>
                                  <a:cubicBezTo>
                                    <a:pt x="212" y="251"/>
                                    <a:pt x="212" y="252"/>
                                    <a:pt x="211" y="253"/>
                                  </a:cubicBezTo>
                                  <a:cubicBezTo>
                                    <a:pt x="211" y="254"/>
                                    <a:pt x="211" y="255"/>
                                    <a:pt x="210" y="256"/>
                                  </a:cubicBezTo>
                                  <a:cubicBezTo>
                                    <a:pt x="210" y="256"/>
                                    <a:pt x="209" y="257"/>
                                    <a:pt x="210" y="257"/>
                                  </a:cubicBezTo>
                                  <a:cubicBezTo>
                                    <a:pt x="210" y="258"/>
                                    <a:pt x="210" y="258"/>
                                    <a:pt x="209" y="258"/>
                                  </a:cubicBezTo>
                                  <a:cubicBezTo>
                                    <a:pt x="209" y="258"/>
                                    <a:pt x="209" y="259"/>
                                    <a:pt x="209" y="259"/>
                                  </a:cubicBezTo>
                                  <a:cubicBezTo>
                                    <a:pt x="208" y="259"/>
                                    <a:pt x="207" y="260"/>
                                    <a:pt x="207" y="260"/>
                                  </a:cubicBezTo>
                                  <a:cubicBezTo>
                                    <a:pt x="205" y="260"/>
                                    <a:pt x="205" y="261"/>
                                    <a:pt x="205" y="262"/>
                                  </a:cubicBezTo>
                                  <a:cubicBezTo>
                                    <a:pt x="205" y="262"/>
                                    <a:pt x="205" y="264"/>
                                    <a:pt x="206" y="264"/>
                                  </a:cubicBezTo>
                                  <a:cubicBezTo>
                                    <a:pt x="207" y="264"/>
                                    <a:pt x="208" y="266"/>
                                    <a:pt x="209" y="266"/>
                                  </a:cubicBezTo>
                                  <a:cubicBezTo>
                                    <a:pt x="209" y="266"/>
                                    <a:pt x="209" y="266"/>
                                    <a:pt x="209" y="266"/>
                                  </a:cubicBezTo>
                                  <a:cubicBezTo>
                                    <a:pt x="209" y="265"/>
                                    <a:pt x="210" y="266"/>
                                    <a:pt x="210" y="266"/>
                                  </a:cubicBezTo>
                                  <a:cubicBezTo>
                                    <a:pt x="210" y="266"/>
                                    <a:pt x="211" y="267"/>
                                    <a:pt x="211" y="267"/>
                                  </a:cubicBezTo>
                                  <a:cubicBezTo>
                                    <a:pt x="211" y="268"/>
                                    <a:pt x="213" y="268"/>
                                    <a:pt x="212" y="270"/>
                                  </a:cubicBezTo>
                                  <a:cubicBezTo>
                                    <a:pt x="212" y="270"/>
                                    <a:pt x="212" y="270"/>
                                    <a:pt x="212" y="270"/>
                                  </a:cubicBezTo>
                                  <a:cubicBezTo>
                                    <a:pt x="213" y="271"/>
                                    <a:pt x="212" y="272"/>
                                    <a:pt x="212" y="272"/>
                                  </a:cubicBezTo>
                                  <a:cubicBezTo>
                                    <a:pt x="211" y="272"/>
                                    <a:pt x="211" y="273"/>
                                    <a:pt x="211" y="273"/>
                                  </a:cubicBezTo>
                                  <a:cubicBezTo>
                                    <a:pt x="210" y="274"/>
                                    <a:pt x="210" y="274"/>
                                    <a:pt x="209" y="274"/>
                                  </a:cubicBezTo>
                                  <a:cubicBezTo>
                                    <a:pt x="209" y="274"/>
                                    <a:pt x="209" y="274"/>
                                    <a:pt x="209" y="274"/>
                                  </a:cubicBezTo>
                                  <a:cubicBezTo>
                                    <a:pt x="209" y="275"/>
                                    <a:pt x="208" y="275"/>
                                    <a:pt x="208" y="276"/>
                                  </a:cubicBezTo>
                                  <a:cubicBezTo>
                                    <a:pt x="209" y="276"/>
                                    <a:pt x="209" y="276"/>
                                    <a:pt x="210" y="276"/>
                                  </a:cubicBezTo>
                                  <a:cubicBezTo>
                                    <a:pt x="210" y="276"/>
                                    <a:pt x="210" y="276"/>
                                    <a:pt x="210" y="276"/>
                                  </a:cubicBezTo>
                                  <a:cubicBezTo>
                                    <a:pt x="210" y="277"/>
                                    <a:pt x="210" y="278"/>
                                    <a:pt x="211" y="278"/>
                                  </a:cubicBezTo>
                                  <a:cubicBezTo>
                                    <a:pt x="212" y="278"/>
                                    <a:pt x="212" y="279"/>
                                    <a:pt x="213" y="279"/>
                                  </a:cubicBezTo>
                                  <a:cubicBezTo>
                                    <a:pt x="215" y="279"/>
                                    <a:pt x="215" y="280"/>
                                    <a:pt x="216" y="282"/>
                                  </a:cubicBezTo>
                                  <a:cubicBezTo>
                                    <a:pt x="216" y="283"/>
                                    <a:pt x="216" y="284"/>
                                    <a:pt x="215" y="284"/>
                                  </a:cubicBezTo>
                                  <a:cubicBezTo>
                                    <a:pt x="215" y="285"/>
                                    <a:pt x="215" y="285"/>
                                    <a:pt x="215" y="285"/>
                                  </a:cubicBezTo>
                                  <a:cubicBezTo>
                                    <a:pt x="216" y="285"/>
                                    <a:pt x="216" y="286"/>
                                    <a:pt x="215" y="286"/>
                                  </a:cubicBezTo>
                                  <a:cubicBezTo>
                                    <a:pt x="215" y="286"/>
                                    <a:pt x="215" y="286"/>
                                    <a:pt x="215" y="286"/>
                                  </a:cubicBezTo>
                                  <a:cubicBezTo>
                                    <a:pt x="214" y="286"/>
                                    <a:pt x="213" y="286"/>
                                    <a:pt x="213" y="286"/>
                                  </a:cubicBezTo>
                                  <a:cubicBezTo>
                                    <a:pt x="210" y="285"/>
                                    <a:pt x="208" y="285"/>
                                    <a:pt x="206" y="285"/>
                                  </a:cubicBezTo>
                                  <a:cubicBezTo>
                                    <a:pt x="206" y="285"/>
                                    <a:pt x="205" y="285"/>
                                    <a:pt x="205" y="284"/>
                                  </a:cubicBezTo>
                                  <a:cubicBezTo>
                                    <a:pt x="205" y="284"/>
                                    <a:pt x="205" y="284"/>
                                    <a:pt x="205" y="284"/>
                                  </a:cubicBezTo>
                                  <a:cubicBezTo>
                                    <a:pt x="204" y="284"/>
                                    <a:pt x="203" y="284"/>
                                    <a:pt x="202" y="285"/>
                                  </a:cubicBezTo>
                                  <a:cubicBezTo>
                                    <a:pt x="201" y="285"/>
                                    <a:pt x="200" y="285"/>
                                    <a:pt x="199" y="284"/>
                                  </a:cubicBezTo>
                                  <a:cubicBezTo>
                                    <a:pt x="199" y="283"/>
                                    <a:pt x="199" y="282"/>
                                    <a:pt x="199" y="281"/>
                                  </a:cubicBezTo>
                                  <a:cubicBezTo>
                                    <a:pt x="199" y="279"/>
                                    <a:pt x="199" y="278"/>
                                    <a:pt x="197" y="277"/>
                                  </a:cubicBezTo>
                                  <a:cubicBezTo>
                                    <a:pt x="198" y="277"/>
                                    <a:pt x="199" y="277"/>
                                    <a:pt x="198" y="277"/>
                                  </a:cubicBezTo>
                                  <a:cubicBezTo>
                                    <a:pt x="198" y="276"/>
                                    <a:pt x="198" y="277"/>
                                    <a:pt x="197" y="277"/>
                                  </a:cubicBezTo>
                                  <a:cubicBezTo>
                                    <a:pt x="197" y="277"/>
                                    <a:pt x="196" y="277"/>
                                    <a:pt x="195" y="277"/>
                                  </a:cubicBezTo>
                                  <a:cubicBezTo>
                                    <a:pt x="195" y="278"/>
                                    <a:pt x="194" y="277"/>
                                    <a:pt x="194" y="277"/>
                                  </a:cubicBezTo>
                                  <a:cubicBezTo>
                                    <a:pt x="195" y="277"/>
                                    <a:pt x="194" y="277"/>
                                    <a:pt x="194" y="277"/>
                                  </a:cubicBezTo>
                                  <a:cubicBezTo>
                                    <a:pt x="194" y="277"/>
                                    <a:pt x="194" y="278"/>
                                    <a:pt x="193" y="277"/>
                                  </a:cubicBezTo>
                                  <a:cubicBezTo>
                                    <a:pt x="193" y="277"/>
                                    <a:pt x="193" y="277"/>
                                    <a:pt x="194" y="276"/>
                                  </a:cubicBezTo>
                                  <a:cubicBezTo>
                                    <a:pt x="194" y="276"/>
                                    <a:pt x="195" y="275"/>
                                    <a:pt x="196" y="275"/>
                                  </a:cubicBezTo>
                                  <a:cubicBezTo>
                                    <a:pt x="196" y="275"/>
                                    <a:pt x="197" y="275"/>
                                    <a:pt x="196" y="274"/>
                                  </a:cubicBezTo>
                                  <a:cubicBezTo>
                                    <a:pt x="195" y="273"/>
                                    <a:pt x="195" y="273"/>
                                    <a:pt x="194" y="272"/>
                                  </a:cubicBezTo>
                                  <a:cubicBezTo>
                                    <a:pt x="191" y="271"/>
                                    <a:pt x="191" y="271"/>
                                    <a:pt x="192" y="267"/>
                                  </a:cubicBezTo>
                                  <a:cubicBezTo>
                                    <a:pt x="192" y="267"/>
                                    <a:pt x="191" y="267"/>
                                    <a:pt x="191" y="267"/>
                                  </a:cubicBezTo>
                                  <a:cubicBezTo>
                                    <a:pt x="190" y="267"/>
                                    <a:pt x="189" y="267"/>
                                    <a:pt x="189" y="265"/>
                                  </a:cubicBezTo>
                                  <a:cubicBezTo>
                                    <a:pt x="189" y="265"/>
                                    <a:pt x="188" y="265"/>
                                    <a:pt x="187" y="265"/>
                                  </a:cubicBezTo>
                                  <a:cubicBezTo>
                                    <a:pt x="186" y="265"/>
                                    <a:pt x="185" y="265"/>
                                    <a:pt x="185" y="266"/>
                                  </a:cubicBezTo>
                                  <a:cubicBezTo>
                                    <a:pt x="184" y="266"/>
                                    <a:pt x="183" y="267"/>
                                    <a:pt x="182" y="267"/>
                                  </a:cubicBezTo>
                                  <a:cubicBezTo>
                                    <a:pt x="181" y="267"/>
                                    <a:pt x="181" y="266"/>
                                    <a:pt x="181" y="266"/>
                                  </a:cubicBezTo>
                                  <a:cubicBezTo>
                                    <a:pt x="181" y="265"/>
                                    <a:pt x="181" y="265"/>
                                    <a:pt x="181" y="265"/>
                                  </a:cubicBezTo>
                                  <a:cubicBezTo>
                                    <a:pt x="181" y="264"/>
                                    <a:pt x="180" y="263"/>
                                    <a:pt x="181" y="261"/>
                                  </a:cubicBezTo>
                                  <a:cubicBezTo>
                                    <a:pt x="181" y="261"/>
                                    <a:pt x="181" y="261"/>
                                    <a:pt x="181" y="260"/>
                                  </a:cubicBezTo>
                                  <a:cubicBezTo>
                                    <a:pt x="180" y="258"/>
                                    <a:pt x="178" y="259"/>
                                    <a:pt x="176" y="258"/>
                                  </a:cubicBezTo>
                                  <a:cubicBezTo>
                                    <a:pt x="176" y="258"/>
                                    <a:pt x="175" y="258"/>
                                    <a:pt x="175" y="258"/>
                                  </a:cubicBezTo>
                                  <a:cubicBezTo>
                                    <a:pt x="175" y="259"/>
                                    <a:pt x="174" y="259"/>
                                    <a:pt x="174" y="259"/>
                                  </a:cubicBezTo>
                                  <a:cubicBezTo>
                                    <a:pt x="173" y="259"/>
                                    <a:pt x="171" y="260"/>
                                    <a:pt x="170" y="261"/>
                                  </a:cubicBezTo>
                                  <a:cubicBezTo>
                                    <a:pt x="169" y="262"/>
                                    <a:pt x="169" y="263"/>
                                    <a:pt x="169" y="263"/>
                                  </a:cubicBezTo>
                                  <a:cubicBezTo>
                                    <a:pt x="169" y="265"/>
                                    <a:pt x="169" y="265"/>
                                    <a:pt x="170" y="265"/>
                                  </a:cubicBezTo>
                                  <a:cubicBezTo>
                                    <a:pt x="172" y="265"/>
                                    <a:pt x="174" y="266"/>
                                    <a:pt x="175" y="267"/>
                                  </a:cubicBezTo>
                                  <a:cubicBezTo>
                                    <a:pt x="175" y="267"/>
                                    <a:pt x="176" y="267"/>
                                    <a:pt x="176" y="267"/>
                                  </a:cubicBezTo>
                                  <a:cubicBezTo>
                                    <a:pt x="176" y="267"/>
                                    <a:pt x="177" y="267"/>
                                    <a:pt x="177" y="268"/>
                                  </a:cubicBezTo>
                                  <a:cubicBezTo>
                                    <a:pt x="176" y="268"/>
                                    <a:pt x="175" y="268"/>
                                    <a:pt x="174" y="267"/>
                                  </a:cubicBezTo>
                                  <a:cubicBezTo>
                                    <a:pt x="173" y="267"/>
                                    <a:pt x="172" y="267"/>
                                    <a:pt x="172" y="267"/>
                                  </a:cubicBezTo>
                                  <a:cubicBezTo>
                                    <a:pt x="171" y="267"/>
                                    <a:pt x="170" y="267"/>
                                    <a:pt x="169" y="267"/>
                                  </a:cubicBezTo>
                                  <a:cubicBezTo>
                                    <a:pt x="166" y="266"/>
                                    <a:pt x="165" y="268"/>
                                    <a:pt x="164" y="270"/>
                                  </a:cubicBezTo>
                                  <a:cubicBezTo>
                                    <a:pt x="163" y="270"/>
                                    <a:pt x="163" y="271"/>
                                    <a:pt x="164" y="271"/>
                                  </a:cubicBezTo>
                                  <a:cubicBezTo>
                                    <a:pt x="165" y="271"/>
                                    <a:pt x="165" y="272"/>
                                    <a:pt x="165" y="273"/>
                                  </a:cubicBezTo>
                                  <a:cubicBezTo>
                                    <a:pt x="165" y="273"/>
                                    <a:pt x="165" y="273"/>
                                    <a:pt x="164" y="273"/>
                                  </a:cubicBezTo>
                                  <a:cubicBezTo>
                                    <a:pt x="164" y="273"/>
                                    <a:pt x="163" y="273"/>
                                    <a:pt x="163" y="273"/>
                                  </a:cubicBezTo>
                                  <a:cubicBezTo>
                                    <a:pt x="163" y="274"/>
                                    <a:pt x="163" y="275"/>
                                    <a:pt x="164" y="275"/>
                                  </a:cubicBezTo>
                                  <a:cubicBezTo>
                                    <a:pt x="165" y="276"/>
                                    <a:pt x="167" y="276"/>
                                    <a:pt x="168" y="275"/>
                                  </a:cubicBezTo>
                                  <a:cubicBezTo>
                                    <a:pt x="170" y="275"/>
                                    <a:pt x="173" y="276"/>
                                    <a:pt x="175" y="275"/>
                                  </a:cubicBezTo>
                                  <a:cubicBezTo>
                                    <a:pt x="175" y="274"/>
                                    <a:pt x="176" y="275"/>
                                    <a:pt x="176" y="275"/>
                                  </a:cubicBezTo>
                                  <a:cubicBezTo>
                                    <a:pt x="176" y="275"/>
                                    <a:pt x="176" y="276"/>
                                    <a:pt x="175" y="276"/>
                                  </a:cubicBezTo>
                                  <a:cubicBezTo>
                                    <a:pt x="175" y="276"/>
                                    <a:pt x="175" y="276"/>
                                    <a:pt x="175" y="276"/>
                                  </a:cubicBezTo>
                                  <a:cubicBezTo>
                                    <a:pt x="173" y="276"/>
                                    <a:pt x="172" y="277"/>
                                    <a:pt x="170" y="277"/>
                                  </a:cubicBezTo>
                                  <a:cubicBezTo>
                                    <a:pt x="170" y="276"/>
                                    <a:pt x="169" y="277"/>
                                    <a:pt x="169" y="277"/>
                                  </a:cubicBezTo>
                                  <a:cubicBezTo>
                                    <a:pt x="167" y="278"/>
                                    <a:pt x="165" y="278"/>
                                    <a:pt x="164" y="278"/>
                                  </a:cubicBezTo>
                                  <a:cubicBezTo>
                                    <a:pt x="163" y="278"/>
                                    <a:pt x="162" y="278"/>
                                    <a:pt x="162" y="278"/>
                                  </a:cubicBezTo>
                                  <a:cubicBezTo>
                                    <a:pt x="161" y="279"/>
                                    <a:pt x="160" y="281"/>
                                    <a:pt x="160" y="282"/>
                                  </a:cubicBezTo>
                                  <a:cubicBezTo>
                                    <a:pt x="160" y="283"/>
                                    <a:pt x="160" y="283"/>
                                    <a:pt x="160" y="283"/>
                                  </a:cubicBezTo>
                                  <a:cubicBezTo>
                                    <a:pt x="162" y="284"/>
                                    <a:pt x="165" y="284"/>
                                    <a:pt x="167" y="283"/>
                                  </a:cubicBezTo>
                                  <a:cubicBezTo>
                                    <a:pt x="169" y="282"/>
                                    <a:pt x="171" y="282"/>
                                    <a:pt x="173" y="280"/>
                                  </a:cubicBezTo>
                                  <a:cubicBezTo>
                                    <a:pt x="174" y="280"/>
                                    <a:pt x="174" y="280"/>
                                    <a:pt x="174" y="281"/>
                                  </a:cubicBezTo>
                                  <a:cubicBezTo>
                                    <a:pt x="174" y="281"/>
                                    <a:pt x="174" y="281"/>
                                    <a:pt x="174" y="281"/>
                                  </a:cubicBezTo>
                                  <a:cubicBezTo>
                                    <a:pt x="174" y="281"/>
                                    <a:pt x="173" y="281"/>
                                    <a:pt x="173" y="282"/>
                                  </a:cubicBezTo>
                                  <a:cubicBezTo>
                                    <a:pt x="173" y="282"/>
                                    <a:pt x="173" y="283"/>
                                    <a:pt x="172" y="283"/>
                                  </a:cubicBezTo>
                                  <a:cubicBezTo>
                                    <a:pt x="171" y="283"/>
                                    <a:pt x="170" y="284"/>
                                    <a:pt x="169" y="285"/>
                                  </a:cubicBezTo>
                                  <a:cubicBezTo>
                                    <a:pt x="168" y="286"/>
                                    <a:pt x="168" y="286"/>
                                    <a:pt x="168" y="286"/>
                                  </a:cubicBezTo>
                                  <a:cubicBezTo>
                                    <a:pt x="166" y="286"/>
                                    <a:pt x="164" y="286"/>
                                    <a:pt x="163" y="286"/>
                                  </a:cubicBezTo>
                                  <a:cubicBezTo>
                                    <a:pt x="163" y="286"/>
                                    <a:pt x="162" y="286"/>
                                    <a:pt x="162" y="286"/>
                                  </a:cubicBezTo>
                                  <a:cubicBezTo>
                                    <a:pt x="160" y="286"/>
                                    <a:pt x="159" y="286"/>
                                    <a:pt x="159" y="288"/>
                                  </a:cubicBezTo>
                                  <a:cubicBezTo>
                                    <a:pt x="158" y="289"/>
                                    <a:pt x="158" y="290"/>
                                    <a:pt x="157" y="291"/>
                                  </a:cubicBezTo>
                                  <a:cubicBezTo>
                                    <a:pt x="157" y="292"/>
                                    <a:pt x="157" y="293"/>
                                    <a:pt x="158" y="294"/>
                                  </a:cubicBezTo>
                                  <a:cubicBezTo>
                                    <a:pt x="159" y="294"/>
                                    <a:pt x="159" y="294"/>
                                    <a:pt x="160" y="294"/>
                                  </a:cubicBezTo>
                                  <a:cubicBezTo>
                                    <a:pt x="161" y="295"/>
                                    <a:pt x="162" y="295"/>
                                    <a:pt x="162" y="295"/>
                                  </a:cubicBezTo>
                                  <a:cubicBezTo>
                                    <a:pt x="163" y="296"/>
                                    <a:pt x="163" y="296"/>
                                    <a:pt x="164" y="295"/>
                                  </a:cubicBezTo>
                                  <a:cubicBezTo>
                                    <a:pt x="164" y="295"/>
                                    <a:pt x="164" y="294"/>
                                    <a:pt x="164" y="294"/>
                                  </a:cubicBezTo>
                                  <a:cubicBezTo>
                                    <a:pt x="165" y="294"/>
                                    <a:pt x="165" y="294"/>
                                    <a:pt x="166" y="293"/>
                                  </a:cubicBezTo>
                                  <a:cubicBezTo>
                                    <a:pt x="167" y="293"/>
                                    <a:pt x="166" y="294"/>
                                    <a:pt x="166" y="295"/>
                                  </a:cubicBezTo>
                                  <a:cubicBezTo>
                                    <a:pt x="166" y="296"/>
                                    <a:pt x="166" y="296"/>
                                    <a:pt x="167" y="296"/>
                                  </a:cubicBezTo>
                                  <a:cubicBezTo>
                                    <a:pt x="168" y="297"/>
                                    <a:pt x="166" y="297"/>
                                    <a:pt x="167" y="297"/>
                                  </a:cubicBezTo>
                                  <a:cubicBezTo>
                                    <a:pt x="167" y="298"/>
                                    <a:pt x="168" y="298"/>
                                    <a:pt x="168" y="299"/>
                                  </a:cubicBezTo>
                                  <a:cubicBezTo>
                                    <a:pt x="168" y="299"/>
                                    <a:pt x="168" y="299"/>
                                    <a:pt x="169" y="299"/>
                                  </a:cubicBezTo>
                                  <a:cubicBezTo>
                                    <a:pt x="169" y="299"/>
                                    <a:pt x="170" y="300"/>
                                    <a:pt x="170" y="299"/>
                                  </a:cubicBezTo>
                                  <a:cubicBezTo>
                                    <a:pt x="171" y="299"/>
                                    <a:pt x="171" y="298"/>
                                    <a:pt x="171" y="298"/>
                                  </a:cubicBezTo>
                                  <a:cubicBezTo>
                                    <a:pt x="171" y="297"/>
                                    <a:pt x="171" y="297"/>
                                    <a:pt x="171" y="296"/>
                                  </a:cubicBezTo>
                                  <a:cubicBezTo>
                                    <a:pt x="170" y="296"/>
                                    <a:pt x="170" y="296"/>
                                    <a:pt x="170" y="295"/>
                                  </a:cubicBezTo>
                                  <a:cubicBezTo>
                                    <a:pt x="171" y="295"/>
                                    <a:pt x="171" y="295"/>
                                    <a:pt x="171" y="296"/>
                                  </a:cubicBezTo>
                                  <a:cubicBezTo>
                                    <a:pt x="171" y="296"/>
                                    <a:pt x="171" y="296"/>
                                    <a:pt x="172" y="296"/>
                                  </a:cubicBezTo>
                                  <a:cubicBezTo>
                                    <a:pt x="172" y="296"/>
                                    <a:pt x="172" y="295"/>
                                    <a:pt x="173" y="295"/>
                                  </a:cubicBezTo>
                                  <a:cubicBezTo>
                                    <a:pt x="173" y="294"/>
                                    <a:pt x="173" y="295"/>
                                    <a:pt x="173" y="295"/>
                                  </a:cubicBezTo>
                                  <a:cubicBezTo>
                                    <a:pt x="173" y="295"/>
                                    <a:pt x="173" y="296"/>
                                    <a:pt x="173" y="297"/>
                                  </a:cubicBezTo>
                                  <a:cubicBezTo>
                                    <a:pt x="173" y="297"/>
                                    <a:pt x="173" y="298"/>
                                    <a:pt x="173" y="298"/>
                                  </a:cubicBezTo>
                                  <a:cubicBezTo>
                                    <a:pt x="173" y="300"/>
                                    <a:pt x="174" y="300"/>
                                    <a:pt x="175" y="299"/>
                                  </a:cubicBezTo>
                                  <a:cubicBezTo>
                                    <a:pt x="176" y="299"/>
                                    <a:pt x="177" y="298"/>
                                    <a:pt x="177" y="298"/>
                                  </a:cubicBezTo>
                                  <a:cubicBezTo>
                                    <a:pt x="178" y="297"/>
                                    <a:pt x="179" y="296"/>
                                    <a:pt x="179" y="294"/>
                                  </a:cubicBezTo>
                                  <a:cubicBezTo>
                                    <a:pt x="179" y="293"/>
                                    <a:pt x="178" y="292"/>
                                    <a:pt x="177" y="292"/>
                                  </a:cubicBezTo>
                                  <a:cubicBezTo>
                                    <a:pt x="177" y="292"/>
                                    <a:pt x="177" y="291"/>
                                    <a:pt x="177" y="291"/>
                                  </a:cubicBezTo>
                                  <a:cubicBezTo>
                                    <a:pt x="177" y="291"/>
                                    <a:pt x="177" y="291"/>
                                    <a:pt x="177" y="291"/>
                                  </a:cubicBezTo>
                                  <a:cubicBezTo>
                                    <a:pt x="177" y="291"/>
                                    <a:pt x="178" y="291"/>
                                    <a:pt x="178" y="291"/>
                                  </a:cubicBezTo>
                                  <a:cubicBezTo>
                                    <a:pt x="178" y="291"/>
                                    <a:pt x="178" y="291"/>
                                    <a:pt x="179" y="292"/>
                                  </a:cubicBezTo>
                                  <a:cubicBezTo>
                                    <a:pt x="179" y="292"/>
                                    <a:pt x="179" y="293"/>
                                    <a:pt x="180" y="293"/>
                                  </a:cubicBezTo>
                                  <a:cubicBezTo>
                                    <a:pt x="180" y="293"/>
                                    <a:pt x="180" y="292"/>
                                    <a:pt x="180" y="292"/>
                                  </a:cubicBezTo>
                                  <a:cubicBezTo>
                                    <a:pt x="180" y="291"/>
                                    <a:pt x="181" y="291"/>
                                    <a:pt x="181" y="290"/>
                                  </a:cubicBezTo>
                                  <a:cubicBezTo>
                                    <a:pt x="180" y="289"/>
                                    <a:pt x="181" y="288"/>
                                    <a:pt x="181" y="287"/>
                                  </a:cubicBezTo>
                                  <a:cubicBezTo>
                                    <a:pt x="181" y="286"/>
                                    <a:pt x="180" y="287"/>
                                    <a:pt x="180" y="286"/>
                                  </a:cubicBezTo>
                                  <a:cubicBezTo>
                                    <a:pt x="180" y="286"/>
                                    <a:pt x="181" y="286"/>
                                    <a:pt x="181" y="287"/>
                                  </a:cubicBezTo>
                                  <a:cubicBezTo>
                                    <a:pt x="182" y="287"/>
                                    <a:pt x="181" y="288"/>
                                    <a:pt x="182" y="289"/>
                                  </a:cubicBezTo>
                                  <a:cubicBezTo>
                                    <a:pt x="182" y="289"/>
                                    <a:pt x="182" y="289"/>
                                    <a:pt x="183" y="289"/>
                                  </a:cubicBezTo>
                                  <a:cubicBezTo>
                                    <a:pt x="183" y="289"/>
                                    <a:pt x="184" y="288"/>
                                    <a:pt x="184" y="288"/>
                                  </a:cubicBezTo>
                                  <a:cubicBezTo>
                                    <a:pt x="185" y="288"/>
                                    <a:pt x="185" y="288"/>
                                    <a:pt x="186" y="288"/>
                                  </a:cubicBezTo>
                                  <a:cubicBezTo>
                                    <a:pt x="185" y="288"/>
                                    <a:pt x="185" y="289"/>
                                    <a:pt x="184" y="289"/>
                                  </a:cubicBezTo>
                                  <a:cubicBezTo>
                                    <a:pt x="183" y="290"/>
                                    <a:pt x="182" y="291"/>
                                    <a:pt x="182" y="293"/>
                                  </a:cubicBezTo>
                                  <a:cubicBezTo>
                                    <a:pt x="182" y="294"/>
                                    <a:pt x="182" y="294"/>
                                    <a:pt x="184" y="294"/>
                                  </a:cubicBezTo>
                                  <a:cubicBezTo>
                                    <a:pt x="183" y="294"/>
                                    <a:pt x="183" y="295"/>
                                    <a:pt x="182" y="295"/>
                                  </a:cubicBezTo>
                                  <a:cubicBezTo>
                                    <a:pt x="182" y="295"/>
                                    <a:pt x="182" y="296"/>
                                    <a:pt x="182" y="297"/>
                                  </a:cubicBezTo>
                                  <a:cubicBezTo>
                                    <a:pt x="182" y="298"/>
                                    <a:pt x="183" y="298"/>
                                    <a:pt x="183" y="297"/>
                                  </a:cubicBezTo>
                                  <a:cubicBezTo>
                                    <a:pt x="184" y="297"/>
                                    <a:pt x="184" y="297"/>
                                    <a:pt x="185" y="297"/>
                                  </a:cubicBezTo>
                                  <a:cubicBezTo>
                                    <a:pt x="186" y="297"/>
                                    <a:pt x="186" y="297"/>
                                    <a:pt x="187" y="296"/>
                                  </a:cubicBezTo>
                                  <a:cubicBezTo>
                                    <a:pt x="187" y="296"/>
                                    <a:pt x="188" y="297"/>
                                    <a:pt x="188" y="296"/>
                                  </a:cubicBezTo>
                                  <a:cubicBezTo>
                                    <a:pt x="189" y="296"/>
                                    <a:pt x="190" y="295"/>
                                    <a:pt x="190" y="295"/>
                                  </a:cubicBezTo>
                                  <a:cubicBezTo>
                                    <a:pt x="190" y="294"/>
                                    <a:pt x="190" y="293"/>
                                    <a:pt x="190" y="292"/>
                                  </a:cubicBezTo>
                                  <a:cubicBezTo>
                                    <a:pt x="191" y="292"/>
                                    <a:pt x="191" y="292"/>
                                    <a:pt x="191" y="293"/>
                                  </a:cubicBezTo>
                                  <a:cubicBezTo>
                                    <a:pt x="190" y="294"/>
                                    <a:pt x="190" y="294"/>
                                    <a:pt x="191" y="294"/>
                                  </a:cubicBezTo>
                                  <a:cubicBezTo>
                                    <a:pt x="192" y="294"/>
                                    <a:pt x="191" y="294"/>
                                    <a:pt x="191" y="293"/>
                                  </a:cubicBezTo>
                                  <a:cubicBezTo>
                                    <a:pt x="191" y="293"/>
                                    <a:pt x="192" y="293"/>
                                    <a:pt x="192" y="293"/>
                                  </a:cubicBezTo>
                                  <a:cubicBezTo>
                                    <a:pt x="192" y="293"/>
                                    <a:pt x="192" y="293"/>
                                    <a:pt x="192" y="293"/>
                                  </a:cubicBezTo>
                                  <a:cubicBezTo>
                                    <a:pt x="193" y="293"/>
                                    <a:pt x="193" y="294"/>
                                    <a:pt x="192" y="294"/>
                                  </a:cubicBezTo>
                                  <a:cubicBezTo>
                                    <a:pt x="192" y="294"/>
                                    <a:pt x="192" y="294"/>
                                    <a:pt x="192" y="294"/>
                                  </a:cubicBezTo>
                                  <a:cubicBezTo>
                                    <a:pt x="192" y="295"/>
                                    <a:pt x="192" y="295"/>
                                    <a:pt x="192" y="295"/>
                                  </a:cubicBezTo>
                                  <a:cubicBezTo>
                                    <a:pt x="192" y="296"/>
                                    <a:pt x="192" y="296"/>
                                    <a:pt x="192" y="296"/>
                                  </a:cubicBezTo>
                                  <a:cubicBezTo>
                                    <a:pt x="193" y="296"/>
                                    <a:pt x="193" y="295"/>
                                    <a:pt x="194" y="295"/>
                                  </a:cubicBezTo>
                                  <a:cubicBezTo>
                                    <a:pt x="195" y="296"/>
                                    <a:pt x="196" y="294"/>
                                    <a:pt x="197" y="295"/>
                                  </a:cubicBezTo>
                                  <a:cubicBezTo>
                                    <a:pt x="197" y="295"/>
                                    <a:pt x="197" y="295"/>
                                    <a:pt x="197" y="295"/>
                                  </a:cubicBezTo>
                                  <a:cubicBezTo>
                                    <a:pt x="198" y="295"/>
                                    <a:pt x="200" y="294"/>
                                    <a:pt x="199" y="292"/>
                                  </a:cubicBezTo>
                                  <a:cubicBezTo>
                                    <a:pt x="200" y="292"/>
                                    <a:pt x="200" y="292"/>
                                    <a:pt x="200" y="292"/>
                                  </a:cubicBezTo>
                                  <a:cubicBezTo>
                                    <a:pt x="200" y="292"/>
                                    <a:pt x="201" y="292"/>
                                    <a:pt x="201" y="292"/>
                                  </a:cubicBezTo>
                                  <a:cubicBezTo>
                                    <a:pt x="201" y="292"/>
                                    <a:pt x="202" y="293"/>
                                    <a:pt x="202" y="293"/>
                                  </a:cubicBezTo>
                                  <a:cubicBezTo>
                                    <a:pt x="201" y="293"/>
                                    <a:pt x="201" y="294"/>
                                    <a:pt x="200" y="295"/>
                                  </a:cubicBezTo>
                                  <a:cubicBezTo>
                                    <a:pt x="200" y="295"/>
                                    <a:pt x="200" y="295"/>
                                    <a:pt x="200" y="295"/>
                                  </a:cubicBezTo>
                                  <a:cubicBezTo>
                                    <a:pt x="200" y="295"/>
                                    <a:pt x="199" y="296"/>
                                    <a:pt x="199" y="297"/>
                                  </a:cubicBezTo>
                                  <a:cubicBezTo>
                                    <a:pt x="199" y="297"/>
                                    <a:pt x="198" y="297"/>
                                    <a:pt x="198" y="297"/>
                                  </a:cubicBezTo>
                                  <a:cubicBezTo>
                                    <a:pt x="198" y="298"/>
                                    <a:pt x="198" y="299"/>
                                    <a:pt x="197" y="299"/>
                                  </a:cubicBezTo>
                                  <a:cubicBezTo>
                                    <a:pt x="197" y="299"/>
                                    <a:pt x="196" y="299"/>
                                    <a:pt x="196" y="299"/>
                                  </a:cubicBezTo>
                                  <a:cubicBezTo>
                                    <a:pt x="194" y="299"/>
                                    <a:pt x="192" y="299"/>
                                    <a:pt x="190" y="299"/>
                                  </a:cubicBezTo>
                                  <a:cubicBezTo>
                                    <a:pt x="189" y="299"/>
                                    <a:pt x="188" y="300"/>
                                    <a:pt x="187" y="301"/>
                                  </a:cubicBezTo>
                                  <a:cubicBezTo>
                                    <a:pt x="187" y="301"/>
                                    <a:pt x="186" y="302"/>
                                    <a:pt x="186" y="302"/>
                                  </a:cubicBezTo>
                                  <a:cubicBezTo>
                                    <a:pt x="187" y="303"/>
                                    <a:pt x="186" y="303"/>
                                    <a:pt x="185" y="303"/>
                                  </a:cubicBezTo>
                                  <a:cubicBezTo>
                                    <a:pt x="185" y="303"/>
                                    <a:pt x="185" y="303"/>
                                    <a:pt x="185" y="303"/>
                                  </a:cubicBezTo>
                                  <a:cubicBezTo>
                                    <a:pt x="183" y="304"/>
                                    <a:pt x="182" y="304"/>
                                    <a:pt x="180" y="305"/>
                                  </a:cubicBezTo>
                                  <a:cubicBezTo>
                                    <a:pt x="178" y="306"/>
                                    <a:pt x="178" y="307"/>
                                    <a:pt x="179" y="309"/>
                                  </a:cubicBezTo>
                                  <a:cubicBezTo>
                                    <a:pt x="180" y="310"/>
                                    <a:pt x="181" y="311"/>
                                    <a:pt x="181" y="311"/>
                                  </a:cubicBezTo>
                                  <a:cubicBezTo>
                                    <a:pt x="183" y="313"/>
                                    <a:pt x="186" y="314"/>
                                    <a:pt x="188" y="314"/>
                                  </a:cubicBezTo>
                                  <a:cubicBezTo>
                                    <a:pt x="191" y="314"/>
                                    <a:pt x="193" y="313"/>
                                    <a:pt x="195" y="312"/>
                                  </a:cubicBezTo>
                                  <a:cubicBezTo>
                                    <a:pt x="196" y="312"/>
                                    <a:pt x="197" y="312"/>
                                    <a:pt x="197" y="311"/>
                                  </a:cubicBezTo>
                                  <a:cubicBezTo>
                                    <a:pt x="199" y="310"/>
                                    <a:pt x="201" y="309"/>
                                    <a:pt x="202" y="308"/>
                                  </a:cubicBezTo>
                                  <a:cubicBezTo>
                                    <a:pt x="203" y="307"/>
                                    <a:pt x="203" y="307"/>
                                    <a:pt x="204" y="306"/>
                                  </a:cubicBezTo>
                                  <a:cubicBezTo>
                                    <a:pt x="204" y="306"/>
                                    <a:pt x="203" y="305"/>
                                    <a:pt x="204" y="305"/>
                                  </a:cubicBezTo>
                                  <a:cubicBezTo>
                                    <a:pt x="204" y="305"/>
                                    <a:pt x="204" y="305"/>
                                    <a:pt x="204" y="305"/>
                                  </a:cubicBezTo>
                                  <a:cubicBezTo>
                                    <a:pt x="204" y="304"/>
                                    <a:pt x="204" y="304"/>
                                    <a:pt x="204" y="304"/>
                                  </a:cubicBezTo>
                                  <a:cubicBezTo>
                                    <a:pt x="205" y="305"/>
                                    <a:pt x="205" y="303"/>
                                    <a:pt x="206" y="303"/>
                                  </a:cubicBezTo>
                                  <a:cubicBezTo>
                                    <a:pt x="207" y="303"/>
                                    <a:pt x="208" y="303"/>
                                    <a:pt x="209" y="302"/>
                                  </a:cubicBezTo>
                                  <a:cubicBezTo>
                                    <a:pt x="209" y="302"/>
                                    <a:pt x="209" y="302"/>
                                    <a:pt x="209" y="302"/>
                                  </a:cubicBezTo>
                                  <a:cubicBezTo>
                                    <a:pt x="209" y="302"/>
                                    <a:pt x="210" y="302"/>
                                    <a:pt x="210" y="302"/>
                                  </a:cubicBezTo>
                                  <a:cubicBezTo>
                                    <a:pt x="211" y="303"/>
                                    <a:pt x="212" y="302"/>
                                    <a:pt x="212" y="301"/>
                                  </a:cubicBezTo>
                                  <a:cubicBezTo>
                                    <a:pt x="212" y="301"/>
                                    <a:pt x="212" y="300"/>
                                    <a:pt x="213" y="300"/>
                                  </a:cubicBezTo>
                                  <a:cubicBezTo>
                                    <a:pt x="214" y="300"/>
                                    <a:pt x="215" y="299"/>
                                    <a:pt x="215" y="298"/>
                                  </a:cubicBezTo>
                                  <a:cubicBezTo>
                                    <a:pt x="215" y="298"/>
                                    <a:pt x="216" y="297"/>
                                    <a:pt x="217" y="297"/>
                                  </a:cubicBezTo>
                                  <a:cubicBezTo>
                                    <a:pt x="217" y="297"/>
                                    <a:pt x="218" y="299"/>
                                    <a:pt x="218" y="299"/>
                                  </a:cubicBezTo>
                                  <a:cubicBezTo>
                                    <a:pt x="218" y="301"/>
                                    <a:pt x="218" y="301"/>
                                    <a:pt x="219" y="301"/>
                                  </a:cubicBezTo>
                                  <a:cubicBezTo>
                                    <a:pt x="220" y="301"/>
                                    <a:pt x="220" y="301"/>
                                    <a:pt x="220" y="301"/>
                                  </a:cubicBezTo>
                                  <a:cubicBezTo>
                                    <a:pt x="221" y="301"/>
                                    <a:pt x="221" y="300"/>
                                    <a:pt x="221" y="300"/>
                                  </a:cubicBezTo>
                                  <a:cubicBezTo>
                                    <a:pt x="221" y="299"/>
                                    <a:pt x="222" y="299"/>
                                    <a:pt x="222" y="299"/>
                                  </a:cubicBezTo>
                                  <a:cubicBezTo>
                                    <a:pt x="223" y="298"/>
                                    <a:pt x="223" y="299"/>
                                    <a:pt x="223" y="299"/>
                                  </a:cubicBezTo>
                                  <a:cubicBezTo>
                                    <a:pt x="224" y="299"/>
                                    <a:pt x="224" y="299"/>
                                    <a:pt x="224" y="299"/>
                                  </a:cubicBezTo>
                                  <a:cubicBezTo>
                                    <a:pt x="223" y="300"/>
                                    <a:pt x="224" y="300"/>
                                    <a:pt x="225" y="300"/>
                                  </a:cubicBezTo>
                                  <a:cubicBezTo>
                                    <a:pt x="227" y="302"/>
                                    <a:pt x="229" y="301"/>
                                    <a:pt x="230" y="299"/>
                                  </a:cubicBezTo>
                                  <a:cubicBezTo>
                                    <a:pt x="230" y="299"/>
                                    <a:pt x="230" y="299"/>
                                    <a:pt x="230" y="299"/>
                                  </a:cubicBezTo>
                                  <a:cubicBezTo>
                                    <a:pt x="230" y="299"/>
                                    <a:pt x="230" y="299"/>
                                    <a:pt x="230" y="299"/>
                                  </a:cubicBezTo>
                                  <a:cubicBezTo>
                                    <a:pt x="232" y="299"/>
                                    <a:pt x="233" y="298"/>
                                    <a:pt x="234" y="298"/>
                                  </a:cubicBezTo>
                                  <a:cubicBezTo>
                                    <a:pt x="235" y="297"/>
                                    <a:pt x="234" y="297"/>
                                    <a:pt x="234" y="296"/>
                                  </a:cubicBezTo>
                                  <a:cubicBezTo>
                                    <a:pt x="234" y="296"/>
                                    <a:pt x="234" y="296"/>
                                    <a:pt x="235" y="296"/>
                                  </a:cubicBezTo>
                                  <a:cubicBezTo>
                                    <a:pt x="236" y="295"/>
                                    <a:pt x="235" y="293"/>
                                    <a:pt x="236" y="292"/>
                                  </a:cubicBezTo>
                                  <a:cubicBezTo>
                                    <a:pt x="236" y="291"/>
                                    <a:pt x="237" y="290"/>
                                    <a:pt x="237" y="289"/>
                                  </a:cubicBezTo>
                                  <a:cubicBezTo>
                                    <a:pt x="237" y="289"/>
                                    <a:pt x="237" y="288"/>
                                    <a:pt x="237" y="288"/>
                                  </a:cubicBezTo>
                                  <a:cubicBezTo>
                                    <a:pt x="238" y="287"/>
                                    <a:pt x="237" y="287"/>
                                    <a:pt x="237" y="286"/>
                                  </a:cubicBezTo>
                                  <a:cubicBezTo>
                                    <a:pt x="236" y="286"/>
                                    <a:pt x="237" y="285"/>
                                    <a:pt x="237" y="285"/>
                                  </a:cubicBezTo>
                                  <a:cubicBezTo>
                                    <a:pt x="238" y="284"/>
                                    <a:pt x="238" y="283"/>
                                    <a:pt x="239" y="282"/>
                                  </a:cubicBezTo>
                                  <a:cubicBezTo>
                                    <a:pt x="239" y="281"/>
                                    <a:pt x="239" y="281"/>
                                    <a:pt x="239" y="281"/>
                                  </a:cubicBezTo>
                                  <a:close/>
                                  <a:moveTo>
                                    <a:pt x="238" y="276"/>
                                  </a:moveTo>
                                  <a:cubicBezTo>
                                    <a:pt x="238" y="276"/>
                                    <a:pt x="238" y="276"/>
                                    <a:pt x="238" y="276"/>
                                  </a:cubicBezTo>
                                  <a:cubicBezTo>
                                    <a:pt x="238" y="276"/>
                                    <a:pt x="238" y="276"/>
                                    <a:pt x="238" y="276"/>
                                  </a:cubicBezTo>
                                  <a:close/>
                                  <a:moveTo>
                                    <a:pt x="343" y="257"/>
                                  </a:moveTo>
                                  <a:cubicBezTo>
                                    <a:pt x="343" y="257"/>
                                    <a:pt x="343" y="257"/>
                                    <a:pt x="343" y="257"/>
                                  </a:cubicBezTo>
                                  <a:cubicBezTo>
                                    <a:pt x="343" y="258"/>
                                    <a:pt x="344" y="258"/>
                                    <a:pt x="343" y="259"/>
                                  </a:cubicBezTo>
                                  <a:cubicBezTo>
                                    <a:pt x="342" y="259"/>
                                    <a:pt x="343" y="258"/>
                                    <a:pt x="342" y="258"/>
                                  </a:cubicBezTo>
                                  <a:cubicBezTo>
                                    <a:pt x="342" y="258"/>
                                    <a:pt x="342" y="258"/>
                                    <a:pt x="342" y="258"/>
                                  </a:cubicBezTo>
                                  <a:cubicBezTo>
                                    <a:pt x="342" y="258"/>
                                    <a:pt x="342" y="259"/>
                                    <a:pt x="342" y="259"/>
                                  </a:cubicBezTo>
                                  <a:cubicBezTo>
                                    <a:pt x="341" y="259"/>
                                    <a:pt x="341" y="258"/>
                                    <a:pt x="340" y="258"/>
                                  </a:cubicBezTo>
                                  <a:cubicBezTo>
                                    <a:pt x="340" y="256"/>
                                    <a:pt x="339" y="254"/>
                                    <a:pt x="338" y="252"/>
                                  </a:cubicBezTo>
                                  <a:cubicBezTo>
                                    <a:pt x="338" y="252"/>
                                    <a:pt x="338" y="252"/>
                                    <a:pt x="338" y="251"/>
                                  </a:cubicBezTo>
                                  <a:cubicBezTo>
                                    <a:pt x="337" y="249"/>
                                    <a:pt x="339" y="249"/>
                                    <a:pt x="340" y="249"/>
                                  </a:cubicBezTo>
                                  <a:cubicBezTo>
                                    <a:pt x="341" y="248"/>
                                    <a:pt x="342" y="248"/>
                                    <a:pt x="342" y="249"/>
                                  </a:cubicBezTo>
                                  <a:cubicBezTo>
                                    <a:pt x="343" y="250"/>
                                    <a:pt x="344" y="250"/>
                                    <a:pt x="344" y="251"/>
                                  </a:cubicBezTo>
                                  <a:cubicBezTo>
                                    <a:pt x="344" y="252"/>
                                    <a:pt x="344" y="253"/>
                                    <a:pt x="343" y="254"/>
                                  </a:cubicBezTo>
                                  <a:cubicBezTo>
                                    <a:pt x="342" y="254"/>
                                    <a:pt x="342" y="256"/>
                                    <a:pt x="343" y="257"/>
                                  </a:cubicBezTo>
                                  <a:close/>
                                  <a:moveTo>
                                    <a:pt x="186" y="201"/>
                                  </a:moveTo>
                                  <a:cubicBezTo>
                                    <a:pt x="187" y="201"/>
                                    <a:pt x="186" y="200"/>
                                    <a:pt x="187" y="199"/>
                                  </a:cubicBezTo>
                                  <a:cubicBezTo>
                                    <a:pt x="188" y="198"/>
                                    <a:pt x="189" y="198"/>
                                    <a:pt x="190" y="197"/>
                                  </a:cubicBezTo>
                                  <a:cubicBezTo>
                                    <a:pt x="191" y="195"/>
                                    <a:pt x="192" y="195"/>
                                    <a:pt x="194" y="195"/>
                                  </a:cubicBezTo>
                                  <a:cubicBezTo>
                                    <a:pt x="195" y="194"/>
                                    <a:pt x="196" y="195"/>
                                    <a:pt x="197" y="194"/>
                                  </a:cubicBezTo>
                                  <a:cubicBezTo>
                                    <a:pt x="198" y="193"/>
                                    <a:pt x="198" y="192"/>
                                    <a:pt x="199" y="192"/>
                                  </a:cubicBezTo>
                                  <a:cubicBezTo>
                                    <a:pt x="200" y="191"/>
                                    <a:pt x="200" y="189"/>
                                    <a:pt x="202" y="189"/>
                                  </a:cubicBezTo>
                                  <a:cubicBezTo>
                                    <a:pt x="202" y="189"/>
                                    <a:pt x="202" y="189"/>
                                    <a:pt x="203" y="189"/>
                                  </a:cubicBezTo>
                                  <a:cubicBezTo>
                                    <a:pt x="204" y="187"/>
                                    <a:pt x="206" y="187"/>
                                    <a:pt x="207" y="189"/>
                                  </a:cubicBezTo>
                                  <a:cubicBezTo>
                                    <a:pt x="207" y="190"/>
                                    <a:pt x="208" y="190"/>
                                    <a:pt x="209" y="190"/>
                                  </a:cubicBezTo>
                                  <a:cubicBezTo>
                                    <a:pt x="209" y="190"/>
                                    <a:pt x="209" y="190"/>
                                    <a:pt x="209" y="190"/>
                                  </a:cubicBezTo>
                                  <a:cubicBezTo>
                                    <a:pt x="209" y="191"/>
                                    <a:pt x="209" y="192"/>
                                    <a:pt x="210" y="192"/>
                                  </a:cubicBezTo>
                                  <a:cubicBezTo>
                                    <a:pt x="210" y="192"/>
                                    <a:pt x="210" y="192"/>
                                    <a:pt x="210" y="193"/>
                                  </a:cubicBezTo>
                                  <a:cubicBezTo>
                                    <a:pt x="210" y="193"/>
                                    <a:pt x="210" y="193"/>
                                    <a:pt x="210" y="193"/>
                                  </a:cubicBezTo>
                                  <a:cubicBezTo>
                                    <a:pt x="212" y="193"/>
                                    <a:pt x="212" y="194"/>
                                    <a:pt x="212" y="194"/>
                                  </a:cubicBezTo>
                                  <a:cubicBezTo>
                                    <a:pt x="213" y="195"/>
                                    <a:pt x="212" y="195"/>
                                    <a:pt x="213" y="196"/>
                                  </a:cubicBezTo>
                                  <a:cubicBezTo>
                                    <a:pt x="213" y="197"/>
                                    <a:pt x="213" y="197"/>
                                    <a:pt x="213" y="198"/>
                                  </a:cubicBezTo>
                                  <a:cubicBezTo>
                                    <a:pt x="213" y="198"/>
                                    <a:pt x="212" y="198"/>
                                    <a:pt x="213" y="199"/>
                                  </a:cubicBezTo>
                                  <a:cubicBezTo>
                                    <a:pt x="213" y="201"/>
                                    <a:pt x="212" y="203"/>
                                    <a:pt x="209" y="203"/>
                                  </a:cubicBezTo>
                                  <a:cubicBezTo>
                                    <a:pt x="209" y="203"/>
                                    <a:pt x="209" y="203"/>
                                    <a:pt x="209" y="202"/>
                                  </a:cubicBezTo>
                                  <a:cubicBezTo>
                                    <a:pt x="209" y="202"/>
                                    <a:pt x="209" y="202"/>
                                    <a:pt x="209" y="202"/>
                                  </a:cubicBezTo>
                                  <a:cubicBezTo>
                                    <a:pt x="208" y="202"/>
                                    <a:pt x="207" y="203"/>
                                    <a:pt x="206" y="203"/>
                                  </a:cubicBezTo>
                                  <a:cubicBezTo>
                                    <a:pt x="206" y="204"/>
                                    <a:pt x="205" y="204"/>
                                    <a:pt x="205" y="204"/>
                                  </a:cubicBezTo>
                                  <a:cubicBezTo>
                                    <a:pt x="203" y="203"/>
                                    <a:pt x="202" y="202"/>
                                    <a:pt x="202" y="201"/>
                                  </a:cubicBezTo>
                                  <a:cubicBezTo>
                                    <a:pt x="201" y="200"/>
                                    <a:pt x="201" y="200"/>
                                    <a:pt x="200" y="200"/>
                                  </a:cubicBezTo>
                                  <a:cubicBezTo>
                                    <a:pt x="200" y="200"/>
                                    <a:pt x="199" y="200"/>
                                    <a:pt x="199" y="201"/>
                                  </a:cubicBezTo>
                                  <a:cubicBezTo>
                                    <a:pt x="200" y="202"/>
                                    <a:pt x="199" y="202"/>
                                    <a:pt x="198" y="203"/>
                                  </a:cubicBezTo>
                                  <a:cubicBezTo>
                                    <a:pt x="199" y="204"/>
                                    <a:pt x="198" y="204"/>
                                    <a:pt x="198" y="204"/>
                                  </a:cubicBezTo>
                                  <a:cubicBezTo>
                                    <a:pt x="196" y="204"/>
                                    <a:pt x="196" y="204"/>
                                    <a:pt x="196" y="202"/>
                                  </a:cubicBezTo>
                                  <a:cubicBezTo>
                                    <a:pt x="195" y="202"/>
                                    <a:pt x="196" y="201"/>
                                    <a:pt x="195" y="201"/>
                                  </a:cubicBezTo>
                                  <a:cubicBezTo>
                                    <a:pt x="194" y="201"/>
                                    <a:pt x="193" y="201"/>
                                    <a:pt x="192" y="201"/>
                                  </a:cubicBezTo>
                                  <a:cubicBezTo>
                                    <a:pt x="190" y="201"/>
                                    <a:pt x="189" y="202"/>
                                    <a:pt x="188" y="203"/>
                                  </a:cubicBezTo>
                                  <a:cubicBezTo>
                                    <a:pt x="188" y="204"/>
                                    <a:pt x="187" y="204"/>
                                    <a:pt x="187" y="204"/>
                                  </a:cubicBezTo>
                                  <a:cubicBezTo>
                                    <a:pt x="186" y="204"/>
                                    <a:pt x="186" y="201"/>
                                    <a:pt x="186" y="201"/>
                                  </a:cubicBezTo>
                                  <a:close/>
                                  <a:moveTo>
                                    <a:pt x="257" y="279"/>
                                  </a:moveTo>
                                  <a:cubicBezTo>
                                    <a:pt x="255" y="279"/>
                                    <a:pt x="254" y="280"/>
                                    <a:pt x="253" y="279"/>
                                  </a:cubicBezTo>
                                  <a:cubicBezTo>
                                    <a:pt x="253" y="279"/>
                                    <a:pt x="252" y="279"/>
                                    <a:pt x="252" y="279"/>
                                  </a:cubicBezTo>
                                  <a:cubicBezTo>
                                    <a:pt x="253" y="278"/>
                                    <a:pt x="253" y="278"/>
                                    <a:pt x="253" y="277"/>
                                  </a:cubicBezTo>
                                  <a:cubicBezTo>
                                    <a:pt x="254" y="277"/>
                                    <a:pt x="254" y="276"/>
                                    <a:pt x="254" y="276"/>
                                  </a:cubicBezTo>
                                  <a:cubicBezTo>
                                    <a:pt x="255" y="275"/>
                                    <a:pt x="255" y="275"/>
                                    <a:pt x="256" y="274"/>
                                  </a:cubicBezTo>
                                  <a:cubicBezTo>
                                    <a:pt x="257" y="274"/>
                                    <a:pt x="259" y="273"/>
                                    <a:pt x="260" y="273"/>
                                  </a:cubicBezTo>
                                  <a:cubicBezTo>
                                    <a:pt x="260" y="272"/>
                                    <a:pt x="261" y="272"/>
                                    <a:pt x="261" y="273"/>
                                  </a:cubicBezTo>
                                  <a:cubicBezTo>
                                    <a:pt x="262" y="273"/>
                                    <a:pt x="262" y="274"/>
                                    <a:pt x="261" y="274"/>
                                  </a:cubicBezTo>
                                  <a:cubicBezTo>
                                    <a:pt x="261" y="275"/>
                                    <a:pt x="261" y="275"/>
                                    <a:pt x="260" y="275"/>
                                  </a:cubicBezTo>
                                  <a:cubicBezTo>
                                    <a:pt x="259" y="275"/>
                                    <a:pt x="258" y="276"/>
                                    <a:pt x="258" y="278"/>
                                  </a:cubicBezTo>
                                  <a:cubicBezTo>
                                    <a:pt x="258" y="278"/>
                                    <a:pt x="257" y="278"/>
                                    <a:pt x="257" y="279"/>
                                  </a:cubicBezTo>
                                  <a:close/>
                                  <a:moveTo>
                                    <a:pt x="297" y="289"/>
                                  </a:moveTo>
                                  <a:cubicBezTo>
                                    <a:pt x="297" y="289"/>
                                    <a:pt x="297" y="289"/>
                                    <a:pt x="296" y="289"/>
                                  </a:cubicBezTo>
                                  <a:cubicBezTo>
                                    <a:pt x="296" y="290"/>
                                    <a:pt x="296" y="289"/>
                                    <a:pt x="296" y="289"/>
                                  </a:cubicBezTo>
                                  <a:cubicBezTo>
                                    <a:pt x="295" y="288"/>
                                    <a:pt x="295" y="288"/>
                                    <a:pt x="295" y="287"/>
                                  </a:cubicBezTo>
                                  <a:cubicBezTo>
                                    <a:pt x="295" y="286"/>
                                    <a:pt x="295" y="284"/>
                                    <a:pt x="297" y="284"/>
                                  </a:cubicBezTo>
                                  <a:cubicBezTo>
                                    <a:pt x="298" y="284"/>
                                    <a:pt x="299" y="284"/>
                                    <a:pt x="299" y="282"/>
                                  </a:cubicBezTo>
                                  <a:cubicBezTo>
                                    <a:pt x="299" y="282"/>
                                    <a:pt x="299" y="282"/>
                                    <a:pt x="300" y="282"/>
                                  </a:cubicBezTo>
                                  <a:cubicBezTo>
                                    <a:pt x="300" y="282"/>
                                    <a:pt x="301" y="283"/>
                                    <a:pt x="302" y="283"/>
                                  </a:cubicBezTo>
                                  <a:cubicBezTo>
                                    <a:pt x="302" y="283"/>
                                    <a:pt x="302" y="284"/>
                                    <a:pt x="302" y="284"/>
                                  </a:cubicBezTo>
                                  <a:cubicBezTo>
                                    <a:pt x="302" y="285"/>
                                    <a:pt x="301" y="286"/>
                                    <a:pt x="300" y="287"/>
                                  </a:cubicBezTo>
                                  <a:cubicBezTo>
                                    <a:pt x="300" y="287"/>
                                    <a:pt x="300" y="287"/>
                                    <a:pt x="300" y="287"/>
                                  </a:cubicBezTo>
                                  <a:cubicBezTo>
                                    <a:pt x="300" y="286"/>
                                    <a:pt x="299" y="286"/>
                                    <a:pt x="299" y="285"/>
                                  </a:cubicBezTo>
                                  <a:cubicBezTo>
                                    <a:pt x="298" y="285"/>
                                    <a:pt x="298" y="286"/>
                                    <a:pt x="298" y="286"/>
                                  </a:cubicBezTo>
                                  <a:cubicBezTo>
                                    <a:pt x="298" y="287"/>
                                    <a:pt x="298" y="287"/>
                                    <a:pt x="298" y="287"/>
                                  </a:cubicBezTo>
                                  <a:cubicBezTo>
                                    <a:pt x="297" y="288"/>
                                    <a:pt x="297" y="288"/>
                                    <a:pt x="297" y="289"/>
                                  </a:cubicBezTo>
                                  <a:close/>
                                  <a:moveTo>
                                    <a:pt x="249" y="274"/>
                                  </a:moveTo>
                                  <a:cubicBezTo>
                                    <a:pt x="249" y="274"/>
                                    <a:pt x="249" y="274"/>
                                    <a:pt x="250" y="274"/>
                                  </a:cubicBezTo>
                                  <a:cubicBezTo>
                                    <a:pt x="252" y="273"/>
                                    <a:pt x="255" y="271"/>
                                    <a:pt x="258" y="270"/>
                                  </a:cubicBezTo>
                                  <a:cubicBezTo>
                                    <a:pt x="258" y="270"/>
                                    <a:pt x="260" y="270"/>
                                    <a:pt x="260" y="271"/>
                                  </a:cubicBezTo>
                                  <a:cubicBezTo>
                                    <a:pt x="260" y="272"/>
                                    <a:pt x="260" y="272"/>
                                    <a:pt x="259" y="272"/>
                                  </a:cubicBezTo>
                                  <a:cubicBezTo>
                                    <a:pt x="257" y="273"/>
                                    <a:pt x="255" y="274"/>
                                    <a:pt x="253" y="275"/>
                                  </a:cubicBezTo>
                                  <a:cubicBezTo>
                                    <a:pt x="252" y="275"/>
                                    <a:pt x="251" y="275"/>
                                    <a:pt x="251" y="275"/>
                                  </a:cubicBezTo>
                                  <a:cubicBezTo>
                                    <a:pt x="251" y="275"/>
                                    <a:pt x="250" y="275"/>
                                    <a:pt x="250" y="275"/>
                                  </a:cubicBezTo>
                                  <a:cubicBezTo>
                                    <a:pt x="249" y="275"/>
                                    <a:pt x="249" y="275"/>
                                    <a:pt x="249" y="274"/>
                                  </a:cubicBezTo>
                                  <a:close/>
                                  <a:moveTo>
                                    <a:pt x="412" y="301"/>
                                  </a:moveTo>
                                  <a:cubicBezTo>
                                    <a:pt x="412" y="301"/>
                                    <a:pt x="411" y="300"/>
                                    <a:pt x="412" y="299"/>
                                  </a:cubicBezTo>
                                  <a:cubicBezTo>
                                    <a:pt x="412" y="299"/>
                                    <a:pt x="411" y="299"/>
                                    <a:pt x="411" y="299"/>
                                  </a:cubicBezTo>
                                  <a:cubicBezTo>
                                    <a:pt x="410" y="298"/>
                                    <a:pt x="409" y="298"/>
                                    <a:pt x="408" y="299"/>
                                  </a:cubicBezTo>
                                  <a:cubicBezTo>
                                    <a:pt x="408" y="300"/>
                                    <a:pt x="407" y="300"/>
                                    <a:pt x="407" y="300"/>
                                  </a:cubicBezTo>
                                  <a:cubicBezTo>
                                    <a:pt x="406" y="299"/>
                                    <a:pt x="406" y="298"/>
                                    <a:pt x="406" y="297"/>
                                  </a:cubicBezTo>
                                  <a:cubicBezTo>
                                    <a:pt x="408" y="297"/>
                                    <a:pt x="409" y="297"/>
                                    <a:pt x="409" y="295"/>
                                  </a:cubicBezTo>
                                  <a:cubicBezTo>
                                    <a:pt x="409" y="295"/>
                                    <a:pt x="409" y="295"/>
                                    <a:pt x="409" y="295"/>
                                  </a:cubicBezTo>
                                  <a:cubicBezTo>
                                    <a:pt x="410" y="295"/>
                                    <a:pt x="410" y="294"/>
                                    <a:pt x="410" y="294"/>
                                  </a:cubicBezTo>
                                  <a:cubicBezTo>
                                    <a:pt x="411" y="294"/>
                                    <a:pt x="412" y="293"/>
                                    <a:pt x="412" y="292"/>
                                  </a:cubicBezTo>
                                  <a:cubicBezTo>
                                    <a:pt x="412" y="292"/>
                                    <a:pt x="412" y="291"/>
                                    <a:pt x="411" y="291"/>
                                  </a:cubicBezTo>
                                  <a:cubicBezTo>
                                    <a:pt x="411" y="291"/>
                                    <a:pt x="411" y="291"/>
                                    <a:pt x="411" y="291"/>
                                  </a:cubicBezTo>
                                  <a:cubicBezTo>
                                    <a:pt x="412" y="290"/>
                                    <a:pt x="412" y="289"/>
                                    <a:pt x="411" y="288"/>
                                  </a:cubicBezTo>
                                  <a:cubicBezTo>
                                    <a:pt x="411" y="288"/>
                                    <a:pt x="410" y="288"/>
                                    <a:pt x="411" y="287"/>
                                  </a:cubicBezTo>
                                  <a:cubicBezTo>
                                    <a:pt x="411" y="287"/>
                                    <a:pt x="410" y="286"/>
                                    <a:pt x="410" y="287"/>
                                  </a:cubicBezTo>
                                  <a:cubicBezTo>
                                    <a:pt x="409" y="287"/>
                                    <a:pt x="408" y="286"/>
                                    <a:pt x="407" y="287"/>
                                  </a:cubicBezTo>
                                  <a:cubicBezTo>
                                    <a:pt x="407" y="287"/>
                                    <a:pt x="406" y="287"/>
                                    <a:pt x="406" y="286"/>
                                  </a:cubicBezTo>
                                  <a:cubicBezTo>
                                    <a:pt x="407" y="286"/>
                                    <a:pt x="408" y="286"/>
                                    <a:pt x="408" y="285"/>
                                  </a:cubicBezTo>
                                  <a:cubicBezTo>
                                    <a:pt x="407" y="282"/>
                                    <a:pt x="406" y="281"/>
                                    <a:pt x="403" y="282"/>
                                  </a:cubicBezTo>
                                  <a:cubicBezTo>
                                    <a:pt x="402" y="282"/>
                                    <a:pt x="402" y="282"/>
                                    <a:pt x="402" y="282"/>
                                  </a:cubicBezTo>
                                  <a:cubicBezTo>
                                    <a:pt x="402" y="282"/>
                                    <a:pt x="402" y="282"/>
                                    <a:pt x="401" y="282"/>
                                  </a:cubicBezTo>
                                  <a:cubicBezTo>
                                    <a:pt x="401" y="282"/>
                                    <a:pt x="401" y="282"/>
                                    <a:pt x="400" y="282"/>
                                  </a:cubicBezTo>
                                  <a:cubicBezTo>
                                    <a:pt x="399" y="281"/>
                                    <a:pt x="400" y="281"/>
                                    <a:pt x="400" y="280"/>
                                  </a:cubicBezTo>
                                  <a:cubicBezTo>
                                    <a:pt x="401" y="280"/>
                                    <a:pt x="401" y="279"/>
                                    <a:pt x="401" y="278"/>
                                  </a:cubicBezTo>
                                  <a:cubicBezTo>
                                    <a:pt x="398" y="277"/>
                                    <a:pt x="395" y="277"/>
                                    <a:pt x="392" y="277"/>
                                  </a:cubicBezTo>
                                  <a:cubicBezTo>
                                    <a:pt x="392" y="277"/>
                                    <a:pt x="392" y="277"/>
                                    <a:pt x="392" y="277"/>
                                  </a:cubicBezTo>
                                  <a:cubicBezTo>
                                    <a:pt x="390" y="277"/>
                                    <a:pt x="388" y="279"/>
                                    <a:pt x="386" y="279"/>
                                  </a:cubicBezTo>
                                  <a:cubicBezTo>
                                    <a:pt x="386" y="279"/>
                                    <a:pt x="386" y="279"/>
                                    <a:pt x="386" y="279"/>
                                  </a:cubicBezTo>
                                  <a:cubicBezTo>
                                    <a:pt x="385" y="278"/>
                                    <a:pt x="384" y="278"/>
                                    <a:pt x="383" y="277"/>
                                  </a:cubicBezTo>
                                  <a:cubicBezTo>
                                    <a:pt x="383" y="277"/>
                                    <a:pt x="382" y="277"/>
                                    <a:pt x="382" y="278"/>
                                  </a:cubicBezTo>
                                  <a:cubicBezTo>
                                    <a:pt x="381" y="278"/>
                                    <a:pt x="381" y="278"/>
                                    <a:pt x="380" y="279"/>
                                  </a:cubicBezTo>
                                  <a:cubicBezTo>
                                    <a:pt x="380" y="279"/>
                                    <a:pt x="380" y="279"/>
                                    <a:pt x="380" y="279"/>
                                  </a:cubicBezTo>
                                  <a:cubicBezTo>
                                    <a:pt x="380" y="280"/>
                                    <a:pt x="379" y="280"/>
                                    <a:pt x="379" y="280"/>
                                  </a:cubicBezTo>
                                  <a:cubicBezTo>
                                    <a:pt x="378" y="280"/>
                                    <a:pt x="378" y="280"/>
                                    <a:pt x="377" y="281"/>
                                  </a:cubicBezTo>
                                  <a:cubicBezTo>
                                    <a:pt x="377" y="281"/>
                                    <a:pt x="377" y="281"/>
                                    <a:pt x="377" y="282"/>
                                  </a:cubicBezTo>
                                  <a:cubicBezTo>
                                    <a:pt x="377" y="282"/>
                                    <a:pt x="376" y="282"/>
                                    <a:pt x="375" y="281"/>
                                  </a:cubicBezTo>
                                  <a:cubicBezTo>
                                    <a:pt x="375" y="281"/>
                                    <a:pt x="375" y="281"/>
                                    <a:pt x="375" y="281"/>
                                  </a:cubicBezTo>
                                  <a:cubicBezTo>
                                    <a:pt x="374" y="282"/>
                                    <a:pt x="373" y="282"/>
                                    <a:pt x="373" y="283"/>
                                  </a:cubicBezTo>
                                  <a:cubicBezTo>
                                    <a:pt x="373" y="284"/>
                                    <a:pt x="372" y="284"/>
                                    <a:pt x="371" y="284"/>
                                  </a:cubicBezTo>
                                  <a:cubicBezTo>
                                    <a:pt x="371" y="283"/>
                                    <a:pt x="371" y="283"/>
                                    <a:pt x="370" y="284"/>
                                  </a:cubicBezTo>
                                  <a:cubicBezTo>
                                    <a:pt x="370" y="284"/>
                                    <a:pt x="369" y="284"/>
                                    <a:pt x="369" y="285"/>
                                  </a:cubicBezTo>
                                  <a:cubicBezTo>
                                    <a:pt x="368" y="285"/>
                                    <a:pt x="368" y="285"/>
                                    <a:pt x="368" y="286"/>
                                  </a:cubicBezTo>
                                  <a:cubicBezTo>
                                    <a:pt x="368" y="287"/>
                                    <a:pt x="369" y="288"/>
                                    <a:pt x="370" y="288"/>
                                  </a:cubicBezTo>
                                  <a:cubicBezTo>
                                    <a:pt x="370" y="288"/>
                                    <a:pt x="369" y="288"/>
                                    <a:pt x="369" y="288"/>
                                  </a:cubicBezTo>
                                  <a:cubicBezTo>
                                    <a:pt x="369" y="288"/>
                                    <a:pt x="368" y="288"/>
                                    <a:pt x="368" y="288"/>
                                  </a:cubicBezTo>
                                  <a:cubicBezTo>
                                    <a:pt x="367" y="288"/>
                                    <a:pt x="367" y="288"/>
                                    <a:pt x="366" y="289"/>
                                  </a:cubicBezTo>
                                  <a:cubicBezTo>
                                    <a:pt x="366" y="289"/>
                                    <a:pt x="366" y="289"/>
                                    <a:pt x="366" y="289"/>
                                  </a:cubicBezTo>
                                  <a:cubicBezTo>
                                    <a:pt x="365" y="289"/>
                                    <a:pt x="365" y="290"/>
                                    <a:pt x="364" y="289"/>
                                  </a:cubicBezTo>
                                  <a:cubicBezTo>
                                    <a:pt x="364" y="289"/>
                                    <a:pt x="365" y="289"/>
                                    <a:pt x="365" y="289"/>
                                  </a:cubicBezTo>
                                  <a:cubicBezTo>
                                    <a:pt x="365" y="288"/>
                                    <a:pt x="366" y="288"/>
                                    <a:pt x="365" y="288"/>
                                  </a:cubicBezTo>
                                  <a:cubicBezTo>
                                    <a:pt x="365" y="287"/>
                                    <a:pt x="365" y="286"/>
                                    <a:pt x="364" y="286"/>
                                  </a:cubicBezTo>
                                  <a:cubicBezTo>
                                    <a:pt x="362" y="286"/>
                                    <a:pt x="361" y="285"/>
                                    <a:pt x="361" y="284"/>
                                  </a:cubicBezTo>
                                  <a:cubicBezTo>
                                    <a:pt x="360" y="283"/>
                                    <a:pt x="360" y="283"/>
                                    <a:pt x="359" y="283"/>
                                  </a:cubicBezTo>
                                  <a:cubicBezTo>
                                    <a:pt x="358" y="283"/>
                                    <a:pt x="358" y="285"/>
                                    <a:pt x="358" y="286"/>
                                  </a:cubicBezTo>
                                  <a:cubicBezTo>
                                    <a:pt x="359" y="286"/>
                                    <a:pt x="358" y="287"/>
                                    <a:pt x="358" y="287"/>
                                  </a:cubicBezTo>
                                  <a:cubicBezTo>
                                    <a:pt x="359" y="286"/>
                                    <a:pt x="357" y="286"/>
                                    <a:pt x="357" y="285"/>
                                  </a:cubicBezTo>
                                  <a:cubicBezTo>
                                    <a:pt x="357" y="284"/>
                                    <a:pt x="356" y="284"/>
                                    <a:pt x="355" y="284"/>
                                  </a:cubicBezTo>
                                  <a:cubicBezTo>
                                    <a:pt x="354" y="285"/>
                                    <a:pt x="354" y="286"/>
                                    <a:pt x="353" y="286"/>
                                  </a:cubicBezTo>
                                  <a:cubicBezTo>
                                    <a:pt x="353" y="286"/>
                                    <a:pt x="354" y="285"/>
                                    <a:pt x="353" y="285"/>
                                  </a:cubicBezTo>
                                  <a:cubicBezTo>
                                    <a:pt x="352" y="284"/>
                                    <a:pt x="351" y="283"/>
                                    <a:pt x="351" y="281"/>
                                  </a:cubicBezTo>
                                  <a:cubicBezTo>
                                    <a:pt x="351" y="281"/>
                                    <a:pt x="350" y="281"/>
                                    <a:pt x="350" y="281"/>
                                  </a:cubicBezTo>
                                  <a:cubicBezTo>
                                    <a:pt x="349" y="281"/>
                                    <a:pt x="350" y="281"/>
                                    <a:pt x="350" y="282"/>
                                  </a:cubicBezTo>
                                  <a:cubicBezTo>
                                    <a:pt x="350" y="282"/>
                                    <a:pt x="349" y="282"/>
                                    <a:pt x="349" y="282"/>
                                  </a:cubicBezTo>
                                  <a:cubicBezTo>
                                    <a:pt x="349" y="283"/>
                                    <a:pt x="349" y="283"/>
                                    <a:pt x="349" y="283"/>
                                  </a:cubicBezTo>
                                  <a:cubicBezTo>
                                    <a:pt x="349" y="284"/>
                                    <a:pt x="350" y="286"/>
                                    <a:pt x="350" y="287"/>
                                  </a:cubicBezTo>
                                  <a:cubicBezTo>
                                    <a:pt x="350" y="287"/>
                                    <a:pt x="350" y="287"/>
                                    <a:pt x="350" y="288"/>
                                  </a:cubicBezTo>
                                  <a:cubicBezTo>
                                    <a:pt x="349" y="288"/>
                                    <a:pt x="349" y="288"/>
                                    <a:pt x="349" y="288"/>
                                  </a:cubicBezTo>
                                  <a:cubicBezTo>
                                    <a:pt x="348" y="287"/>
                                    <a:pt x="347" y="286"/>
                                    <a:pt x="347" y="285"/>
                                  </a:cubicBezTo>
                                  <a:cubicBezTo>
                                    <a:pt x="347" y="283"/>
                                    <a:pt x="346" y="283"/>
                                    <a:pt x="345" y="284"/>
                                  </a:cubicBezTo>
                                  <a:cubicBezTo>
                                    <a:pt x="345" y="284"/>
                                    <a:pt x="345" y="284"/>
                                    <a:pt x="345" y="284"/>
                                  </a:cubicBezTo>
                                  <a:cubicBezTo>
                                    <a:pt x="344" y="283"/>
                                    <a:pt x="344" y="284"/>
                                    <a:pt x="343" y="284"/>
                                  </a:cubicBezTo>
                                  <a:cubicBezTo>
                                    <a:pt x="343" y="283"/>
                                    <a:pt x="344" y="283"/>
                                    <a:pt x="344" y="283"/>
                                  </a:cubicBezTo>
                                  <a:cubicBezTo>
                                    <a:pt x="344" y="283"/>
                                    <a:pt x="344" y="283"/>
                                    <a:pt x="345" y="283"/>
                                  </a:cubicBezTo>
                                  <a:cubicBezTo>
                                    <a:pt x="345" y="283"/>
                                    <a:pt x="347" y="283"/>
                                    <a:pt x="347" y="282"/>
                                  </a:cubicBezTo>
                                  <a:cubicBezTo>
                                    <a:pt x="347" y="281"/>
                                    <a:pt x="347" y="280"/>
                                    <a:pt x="347" y="279"/>
                                  </a:cubicBezTo>
                                  <a:cubicBezTo>
                                    <a:pt x="347" y="279"/>
                                    <a:pt x="347" y="279"/>
                                    <a:pt x="347" y="279"/>
                                  </a:cubicBezTo>
                                  <a:cubicBezTo>
                                    <a:pt x="347" y="279"/>
                                    <a:pt x="347" y="279"/>
                                    <a:pt x="347" y="279"/>
                                  </a:cubicBezTo>
                                  <a:cubicBezTo>
                                    <a:pt x="347" y="278"/>
                                    <a:pt x="346" y="278"/>
                                    <a:pt x="345" y="277"/>
                                  </a:cubicBezTo>
                                  <a:cubicBezTo>
                                    <a:pt x="345" y="277"/>
                                    <a:pt x="345" y="277"/>
                                    <a:pt x="345" y="277"/>
                                  </a:cubicBezTo>
                                  <a:cubicBezTo>
                                    <a:pt x="345" y="277"/>
                                    <a:pt x="345" y="277"/>
                                    <a:pt x="345" y="277"/>
                                  </a:cubicBezTo>
                                  <a:cubicBezTo>
                                    <a:pt x="345" y="276"/>
                                    <a:pt x="345" y="276"/>
                                    <a:pt x="345" y="276"/>
                                  </a:cubicBezTo>
                                  <a:cubicBezTo>
                                    <a:pt x="344" y="276"/>
                                    <a:pt x="344" y="277"/>
                                    <a:pt x="344" y="277"/>
                                  </a:cubicBezTo>
                                  <a:cubicBezTo>
                                    <a:pt x="343" y="277"/>
                                    <a:pt x="344" y="278"/>
                                    <a:pt x="343" y="278"/>
                                  </a:cubicBezTo>
                                  <a:cubicBezTo>
                                    <a:pt x="343" y="277"/>
                                    <a:pt x="344" y="276"/>
                                    <a:pt x="343" y="275"/>
                                  </a:cubicBezTo>
                                  <a:cubicBezTo>
                                    <a:pt x="343" y="274"/>
                                    <a:pt x="342" y="273"/>
                                    <a:pt x="342" y="272"/>
                                  </a:cubicBezTo>
                                  <a:cubicBezTo>
                                    <a:pt x="342" y="272"/>
                                    <a:pt x="341" y="272"/>
                                    <a:pt x="341" y="272"/>
                                  </a:cubicBezTo>
                                  <a:cubicBezTo>
                                    <a:pt x="341" y="272"/>
                                    <a:pt x="341" y="272"/>
                                    <a:pt x="341" y="273"/>
                                  </a:cubicBezTo>
                                  <a:cubicBezTo>
                                    <a:pt x="340" y="273"/>
                                    <a:pt x="341" y="274"/>
                                    <a:pt x="340" y="274"/>
                                  </a:cubicBezTo>
                                  <a:cubicBezTo>
                                    <a:pt x="340" y="272"/>
                                    <a:pt x="340" y="272"/>
                                    <a:pt x="338" y="274"/>
                                  </a:cubicBezTo>
                                  <a:cubicBezTo>
                                    <a:pt x="338" y="274"/>
                                    <a:pt x="338" y="274"/>
                                    <a:pt x="338" y="274"/>
                                  </a:cubicBezTo>
                                  <a:cubicBezTo>
                                    <a:pt x="338" y="273"/>
                                    <a:pt x="339" y="273"/>
                                    <a:pt x="338" y="273"/>
                                  </a:cubicBezTo>
                                  <a:cubicBezTo>
                                    <a:pt x="338" y="272"/>
                                    <a:pt x="337" y="273"/>
                                    <a:pt x="337" y="273"/>
                                  </a:cubicBezTo>
                                  <a:cubicBezTo>
                                    <a:pt x="337" y="274"/>
                                    <a:pt x="337" y="274"/>
                                    <a:pt x="337" y="273"/>
                                  </a:cubicBezTo>
                                  <a:cubicBezTo>
                                    <a:pt x="337" y="273"/>
                                    <a:pt x="336" y="273"/>
                                    <a:pt x="336" y="273"/>
                                  </a:cubicBezTo>
                                  <a:cubicBezTo>
                                    <a:pt x="336" y="273"/>
                                    <a:pt x="337" y="273"/>
                                    <a:pt x="336" y="273"/>
                                  </a:cubicBezTo>
                                  <a:cubicBezTo>
                                    <a:pt x="336" y="273"/>
                                    <a:pt x="336" y="273"/>
                                    <a:pt x="336" y="273"/>
                                  </a:cubicBezTo>
                                  <a:cubicBezTo>
                                    <a:pt x="336" y="274"/>
                                    <a:pt x="336" y="274"/>
                                    <a:pt x="335" y="274"/>
                                  </a:cubicBezTo>
                                  <a:cubicBezTo>
                                    <a:pt x="334" y="275"/>
                                    <a:pt x="334" y="275"/>
                                    <a:pt x="334" y="276"/>
                                  </a:cubicBezTo>
                                  <a:cubicBezTo>
                                    <a:pt x="334" y="277"/>
                                    <a:pt x="334" y="277"/>
                                    <a:pt x="333" y="277"/>
                                  </a:cubicBezTo>
                                  <a:cubicBezTo>
                                    <a:pt x="333" y="276"/>
                                    <a:pt x="334" y="276"/>
                                    <a:pt x="334" y="275"/>
                                  </a:cubicBezTo>
                                  <a:cubicBezTo>
                                    <a:pt x="334" y="275"/>
                                    <a:pt x="334" y="275"/>
                                    <a:pt x="334" y="274"/>
                                  </a:cubicBezTo>
                                  <a:cubicBezTo>
                                    <a:pt x="335" y="274"/>
                                    <a:pt x="335" y="273"/>
                                    <a:pt x="334" y="273"/>
                                  </a:cubicBezTo>
                                  <a:cubicBezTo>
                                    <a:pt x="335" y="272"/>
                                    <a:pt x="337" y="272"/>
                                    <a:pt x="338" y="271"/>
                                  </a:cubicBezTo>
                                  <a:cubicBezTo>
                                    <a:pt x="338" y="271"/>
                                    <a:pt x="339" y="271"/>
                                    <a:pt x="340" y="271"/>
                                  </a:cubicBezTo>
                                  <a:cubicBezTo>
                                    <a:pt x="340" y="271"/>
                                    <a:pt x="340" y="271"/>
                                    <a:pt x="340" y="271"/>
                                  </a:cubicBezTo>
                                  <a:cubicBezTo>
                                    <a:pt x="340" y="271"/>
                                    <a:pt x="340" y="271"/>
                                    <a:pt x="340" y="271"/>
                                  </a:cubicBezTo>
                                  <a:cubicBezTo>
                                    <a:pt x="339" y="271"/>
                                    <a:pt x="338" y="269"/>
                                    <a:pt x="337" y="270"/>
                                  </a:cubicBezTo>
                                  <a:cubicBezTo>
                                    <a:pt x="337" y="271"/>
                                    <a:pt x="336" y="271"/>
                                    <a:pt x="336" y="270"/>
                                  </a:cubicBezTo>
                                  <a:cubicBezTo>
                                    <a:pt x="336" y="270"/>
                                    <a:pt x="337" y="270"/>
                                    <a:pt x="337" y="269"/>
                                  </a:cubicBezTo>
                                  <a:cubicBezTo>
                                    <a:pt x="335" y="268"/>
                                    <a:pt x="334" y="267"/>
                                    <a:pt x="332" y="268"/>
                                  </a:cubicBezTo>
                                  <a:cubicBezTo>
                                    <a:pt x="333" y="267"/>
                                    <a:pt x="333" y="267"/>
                                    <a:pt x="332" y="266"/>
                                  </a:cubicBezTo>
                                  <a:cubicBezTo>
                                    <a:pt x="332" y="266"/>
                                    <a:pt x="331" y="266"/>
                                    <a:pt x="331" y="265"/>
                                  </a:cubicBezTo>
                                  <a:cubicBezTo>
                                    <a:pt x="332" y="265"/>
                                    <a:pt x="332" y="265"/>
                                    <a:pt x="333" y="266"/>
                                  </a:cubicBezTo>
                                  <a:cubicBezTo>
                                    <a:pt x="334" y="267"/>
                                    <a:pt x="336" y="267"/>
                                    <a:pt x="337" y="268"/>
                                  </a:cubicBezTo>
                                  <a:cubicBezTo>
                                    <a:pt x="339" y="268"/>
                                    <a:pt x="340" y="268"/>
                                    <a:pt x="342" y="268"/>
                                  </a:cubicBezTo>
                                  <a:cubicBezTo>
                                    <a:pt x="343" y="268"/>
                                    <a:pt x="344" y="268"/>
                                    <a:pt x="346" y="267"/>
                                  </a:cubicBezTo>
                                  <a:cubicBezTo>
                                    <a:pt x="347" y="267"/>
                                    <a:pt x="347" y="266"/>
                                    <a:pt x="347" y="265"/>
                                  </a:cubicBezTo>
                                  <a:cubicBezTo>
                                    <a:pt x="346" y="264"/>
                                    <a:pt x="346" y="264"/>
                                    <a:pt x="344" y="263"/>
                                  </a:cubicBezTo>
                                  <a:cubicBezTo>
                                    <a:pt x="344" y="263"/>
                                    <a:pt x="343" y="263"/>
                                    <a:pt x="343" y="263"/>
                                  </a:cubicBezTo>
                                  <a:cubicBezTo>
                                    <a:pt x="341" y="262"/>
                                    <a:pt x="340" y="261"/>
                                    <a:pt x="338" y="261"/>
                                  </a:cubicBezTo>
                                  <a:cubicBezTo>
                                    <a:pt x="338" y="261"/>
                                    <a:pt x="338" y="261"/>
                                    <a:pt x="338" y="261"/>
                                  </a:cubicBezTo>
                                  <a:cubicBezTo>
                                    <a:pt x="337" y="260"/>
                                    <a:pt x="335" y="260"/>
                                    <a:pt x="334" y="260"/>
                                  </a:cubicBezTo>
                                  <a:cubicBezTo>
                                    <a:pt x="334" y="260"/>
                                    <a:pt x="334" y="260"/>
                                    <a:pt x="334" y="260"/>
                                  </a:cubicBezTo>
                                  <a:cubicBezTo>
                                    <a:pt x="333" y="259"/>
                                    <a:pt x="332" y="259"/>
                                    <a:pt x="331" y="258"/>
                                  </a:cubicBezTo>
                                  <a:cubicBezTo>
                                    <a:pt x="331" y="258"/>
                                    <a:pt x="332" y="258"/>
                                    <a:pt x="332" y="258"/>
                                  </a:cubicBezTo>
                                  <a:cubicBezTo>
                                    <a:pt x="333" y="258"/>
                                    <a:pt x="334" y="259"/>
                                    <a:pt x="335" y="258"/>
                                  </a:cubicBezTo>
                                  <a:cubicBezTo>
                                    <a:pt x="335" y="258"/>
                                    <a:pt x="335" y="259"/>
                                    <a:pt x="336" y="259"/>
                                  </a:cubicBezTo>
                                  <a:cubicBezTo>
                                    <a:pt x="336" y="260"/>
                                    <a:pt x="337" y="259"/>
                                    <a:pt x="338" y="260"/>
                                  </a:cubicBezTo>
                                  <a:cubicBezTo>
                                    <a:pt x="338" y="260"/>
                                    <a:pt x="338" y="259"/>
                                    <a:pt x="338" y="259"/>
                                  </a:cubicBezTo>
                                  <a:cubicBezTo>
                                    <a:pt x="338" y="258"/>
                                    <a:pt x="338" y="258"/>
                                    <a:pt x="338" y="257"/>
                                  </a:cubicBezTo>
                                  <a:cubicBezTo>
                                    <a:pt x="338" y="256"/>
                                    <a:pt x="337" y="256"/>
                                    <a:pt x="336" y="256"/>
                                  </a:cubicBezTo>
                                  <a:cubicBezTo>
                                    <a:pt x="336" y="255"/>
                                    <a:pt x="335" y="254"/>
                                    <a:pt x="334" y="254"/>
                                  </a:cubicBezTo>
                                  <a:cubicBezTo>
                                    <a:pt x="332" y="252"/>
                                    <a:pt x="329" y="253"/>
                                    <a:pt x="327" y="255"/>
                                  </a:cubicBezTo>
                                  <a:cubicBezTo>
                                    <a:pt x="327" y="255"/>
                                    <a:pt x="326" y="256"/>
                                    <a:pt x="325" y="255"/>
                                  </a:cubicBezTo>
                                  <a:cubicBezTo>
                                    <a:pt x="325" y="255"/>
                                    <a:pt x="325" y="255"/>
                                    <a:pt x="325" y="255"/>
                                  </a:cubicBezTo>
                                  <a:cubicBezTo>
                                    <a:pt x="324" y="256"/>
                                    <a:pt x="323" y="255"/>
                                    <a:pt x="323" y="255"/>
                                  </a:cubicBezTo>
                                  <a:cubicBezTo>
                                    <a:pt x="322" y="255"/>
                                    <a:pt x="321" y="255"/>
                                    <a:pt x="320" y="256"/>
                                  </a:cubicBezTo>
                                  <a:cubicBezTo>
                                    <a:pt x="320" y="257"/>
                                    <a:pt x="320" y="258"/>
                                    <a:pt x="319" y="259"/>
                                  </a:cubicBezTo>
                                  <a:cubicBezTo>
                                    <a:pt x="318" y="262"/>
                                    <a:pt x="318" y="262"/>
                                    <a:pt x="318" y="262"/>
                                  </a:cubicBezTo>
                                  <a:cubicBezTo>
                                    <a:pt x="317" y="261"/>
                                    <a:pt x="317" y="260"/>
                                    <a:pt x="318" y="259"/>
                                  </a:cubicBezTo>
                                  <a:cubicBezTo>
                                    <a:pt x="319" y="258"/>
                                    <a:pt x="319" y="257"/>
                                    <a:pt x="320" y="256"/>
                                  </a:cubicBezTo>
                                  <a:cubicBezTo>
                                    <a:pt x="320" y="255"/>
                                    <a:pt x="321" y="254"/>
                                    <a:pt x="320" y="253"/>
                                  </a:cubicBezTo>
                                  <a:cubicBezTo>
                                    <a:pt x="320" y="251"/>
                                    <a:pt x="319" y="250"/>
                                    <a:pt x="318" y="248"/>
                                  </a:cubicBezTo>
                                  <a:cubicBezTo>
                                    <a:pt x="318" y="247"/>
                                    <a:pt x="317" y="246"/>
                                    <a:pt x="316" y="246"/>
                                  </a:cubicBezTo>
                                  <a:cubicBezTo>
                                    <a:pt x="315" y="245"/>
                                    <a:pt x="315" y="246"/>
                                    <a:pt x="314" y="247"/>
                                  </a:cubicBezTo>
                                  <a:cubicBezTo>
                                    <a:pt x="314" y="247"/>
                                    <a:pt x="313" y="248"/>
                                    <a:pt x="313" y="247"/>
                                  </a:cubicBezTo>
                                  <a:cubicBezTo>
                                    <a:pt x="313" y="246"/>
                                    <a:pt x="311" y="246"/>
                                    <a:pt x="311" y="245"/>
                                  </a:cubicBezTo>
                                  <a:cubicBezTo>
                                    <a:pt x="311" y="244"/>
                                    <a:pt x="311" y="244"/>
                                    <a:pt x="310" y="244"/>
                                  </a:cubicBezTo>
                                  <a:cubicBezTo>
                                    <a:pt x="310" y="245"/>
                                    <a:pt x="309" y="244"/>
                                    <a:pt x="308" y="244"/>
                                  </a:cubicBezTo>
                                  <a:cubicBezTo>
                                    <a:pt x="307" y="244"/>
                                    <a:pt x="306" y="243"/>
                                    <a:pt x="305" y="242"/>
                                  </a:cubicBezTo>
                                  <a:cubicBezTo>
                                    <a:pt x="305" y="242"/>
                                    <a:pt x="305" y="242"/>
                                    <a:pt x="305" y="242"/>
                                  </a:cubicBezTo>
                                  <a:cubicBezTo>
                                    <a:pt x="303" y="241"/>
                                    <a:pt x="301" y="242"/>
                                    <a:pt x="299" y="243"/>
                                  </a:cubicBezTo>
                                  <a:cubicBezTo>
                                    <a:pt x="299" y="243"/>
                                    <a:pt x="300" y="243"/>
                                    <a:pt x="299" y="244"/>
                                  </a:cubicBezTo>
                                  <a:cubicBezTo>
                                    <a:pt x="299" y="244"/>
                                    <a:pt x="299" y="245"/>
                                    <a:pt x="298" y="244"/>
                                  </a:cubicBezTo>
                                  <a:cubicBezTo>
                                    <a:pt x="297" y="244"/>
                                    <a:pt x="297" y="244"/>
                                    <a:pt x="296" y="245"/>
                                  </a:cubicBezTo>
                                  <a:cubicBezTo>
                                    <a:pt x="296" y="245"/>
                                    <a:pt x="297" y="245"/>
                                    <a:pt x="297" y="245"/>
                                  </a:cubicBezTo>
                                  <a:cubicBezTo>
                                    <a:pt x="297" y="245"/>
                                    <a:pt x="296" y="246"/>
                                    <a:pt x="296" y="246"/>
                                  </a:cubicBezTo>
                                  <a:cubicBezTo>
                                    <a:pt x="295" y="247"/>
                                    <a:pt x="296" y="247"/>
                                    <a:pt x="296" y="248"/>
                                  </a:cubicBezTo>
                                  <a:cubicBezTo>
                                    <a:pt x="296" y="248"/>
                                    <a:pt x="296" y="248"/>
                                    <a:pt x="296" y="248"/>
                                  </a:cubicBezTo>
                                  <a:cubicBezTo>
                                    <a:pt x="297" y="247"/>
                                    <a:pt x="297" y="248"/>
                                    <a:pt x="297" y="248"/>
                                  </a:cubicBezTo>
                                  <a:cubicBezTo>
                                    <a:pt x="298" y="249"/>
                                    <a:pt x="298" y="249"/>
                                    <a:pt x="299" y="249"/>
                                  </a:cubicBezTo>
                                  <a:cubicBezTo>
                                    <a:pt x="299" y="249"/>
                                    <a:pt x="299" y="249"/>
                                    <a:pt x="299" y="250"/>
                                  </a:cubicBezTo>
                                  <a:cubicBezTo>
                                    <a:pt x="299" y="250"/>
                                    <a:pt x="298" y="249"/>
                                    <a:pt x="298" y="250"/>
                                  </a:cubicBezTo>
                                  <a:cubicBezTo>
                                    <a:pt x="297" y="250"/>
                                    <a:pt x="298" y="250"/>
                                    <a:pt x="298" y="251"/>
                                  </a:cubicBezTo>
                                  <a:cubicBezTo>
                                    <a:pt x="298" y="251"/>
                                    <a:pt x="297" y="251"/>
                                    <a:pt x="297" y="250"/>
                                  </a:cubicBezTo>
                                  <a:cubicBezTo>
                                    <a:pt x="297" y="250"/>
                                    <a:pt x="296" y="250"/>
                                    <a:pt x="296" y="250"/>
                                  </a:cubicBezTo>
                                  <a:cubicBezTo>
                                    <a:pt x="296" y="250"/>
                                    <a:pt x="296" y="249"/>
                                    <a:pt x="295" y="249"/>
                                  </a:cubicBezTo>
                                  <a:cubicBezTo>
                                    <a:pt x="295" y="250"/>
                                    <a:pt x="295" y="250"/>
                                    <a:pt x="295" y="250"/>
                                  </a:cubicBezTo>
                                  <a:cubicBezTo>
                                    <a:pt x="296" y="251"/>
                                    <a:pt x="296" y="251"/>
                                    <a:pt x="296" y="251"/>
                                  </a:cubicBezTo>
                                  <a:cubicBezTo>
                                    <a:pt x="295" y="251"/>
                                    <a:pt x="295" y="252"/>
                                    <a:pt x="295" y="252"/>
                                  </a:cubicBezTo>
                                  <a:cubicBezTo>
                                    <a:pt x="296" y="253"/>
                                    <a:pt x="296" y="253"/>
                                    <a:pt x="297" y="252"/>
                                  </a:cubicBezTo>
                                  <a:cubicBezTo>
                                    <a:pt x="298" y="253"/>
                                    <a:pt x="298" y="254"/>
                                    <a:pt x="299" y="254"/>
                                  </a:cubicBezTo>
                                  <a:cubicBezTo>
                                    <a:pt x="299" y="255"/>
                                    <a:pt x="300" y="255"/>
                                    <a:pt x="300" y="255"/>
                                  </a:cubicBezTo>
                                  <a:cubicBezTo>
                                    <a:pt x="300" y="256"/>
                                    <a:pt x="301" y="256"/>
                                    <a:pt x="301" y="257"/>
                                  </a:cubicBezTo>
                                  <a:cubicBezTo>
                                    <a:pt x="301" y="257"/>
                                    <a:pt x="302" y="256"/>
                                    <a:pt x="303" y="257"/>
                                  </a:cubicBezTo>
                                  <a:cubicBezTo>
                                    <a:pt x="303" y="257"/>
                                    <a:pt x="303" y="257"/>
                                    <a:pt x="303" y="256"/>
                                  </a:cubicBezTo>
                                  <a:cubicBezTo>
                                    <a:pt x="303" y="256"/>
                                    <a:pt x="303" y="256"/>
                                    <a:pt x="303" y="256"/>
                                  </a:cubicBezTo>
                                  <a:cubicBezTo>
                                    <a:pt x="303" y="255"/>
                                    <a:pt x="304" y="255"/>
                                    <a:pt x="304" y="255"/>
                                  </a:cubicBezTo>
                                  <a:cubicBezTo>
                                    <a:pt x="304" y="256"/>
                                    <a:pt x="304" y="256"/>
                                    <a:pt x="304" y="257"/>
                                  </a:cubicBezTo>
                                  <a:cubicBezTo>
                                    <a:pt x="303" y="257"/>
                                    <a:pt x="303" y="258"/>
                                    <a:pt x="301" y="258"/>
                                  </a:cubicBezTo>
                                  <a:cubicBezTo>
                                    <a:pt x="301" y="257"/>
                                    <a:pt x="300" y="258"/>
                                    <a:pt x="301" y="258"/>
                                  </a:cubicBezTo>
                                  <a:cubicBezTo>
                                    <a:pt x="301" y="259"/>
                                    <a:pt x="301" y="259"/>
                                    <a:pt x="301" y="260"/>
                                  </a:cubicBezTo>
                                  <a:cubicBezTo>
                                    <a:pt x="302" y="261"/>
                                    <a:pt x="302" y="261"/>
                                    <a:pt x="303" y="261"/>
                                  </a:cubicBezTo>
                                  <a:cubicBezTo>
                                    <a:pt x="304" y="262"/>
                                    <a:pt x="305" y="262"/>
                                    <a:pt x="305" y="261"/>
                                  </a:cubicBezTo>
                                  <a:cubicBezTo>
                                    <a:pt x="306" y="262"/>
                                    <a:pt x="305" y="262"/>
                                    <a:pt x="305" y="262"/>
                                  </a:cubicBezTo>
                                  <a:cubicBezTo>
                                    <a:pt x="306" y="263"/>
                                    <a:pt x="306" y="262"/>
                                    <a:pt x="306" y="262"/>
                                  </a:cubicBezTo>
                                  <a:cubicBezTo>
                                    <a:pt x="306" y="262"/>
                                    <a:pt x="306" y="262"/>
                                    <a:pt x="306" y="262"/>
                                  </a:cubicBezTo>
                                  <a:cubicBezTo>
                                    <a:pt x="307" y="263"/>
                                    <a:pt x="307" y="262"/>
                                    <a:pt x="308" y="263"/>
                                  </a:cubicBezTo>
                                  <a:cubicBezTo>
                                    <a:pt x="309" y="263"/>
                                    <a:pt x="309" y="263"/>
                                    <a:pt x="309" y="264"/>
                                  </a:cubicBezTo>
                                  <a:cubicBezTo>
                                    <a:pt x="308" y="263"/>
                                    <a:pt x="307" y="263"/>
                                    <a:pt x="307" y="264"/>
                                  </a:cubicBezTo>
                                  <a:cubicBezTo>
                                    <a:pt x="307" y="264"/>
                                    <a:pt x="306" y="265"/>
                                    <a:pt x="306" y="264"/>
                                  </a:cubicBezTo>
                                  <a:cubicBezTo>
                                    <a:pt x="306" y="264"/>
                                    <a:pt x="306" y="266"/>
                                    <a:pt x="306" y="266"/>
                                  </a:cubicBezTo>
                                  <a:cubicBezTo>
                                    <a:pt x="307" y="266"/>
                                    <a:pt x="308" y="267"/>
                                    <a:pt x="308" y="266"/>
                                  </a:cubicBezTo>
                                  <a:cubicBezTo>
                                    <a:pt x="309" y="265"/>
                                    <a:pt x="310" y="265"/>
                                    <a:pt x="310" y="264"/>
                                  </a:cubicBezTo>
                                  <a:cubicBezTo>
                                    <a:pt x="310" y="265"/>
                                    <a:pt x="311" y="265"/>
                                    <a:pt x="311" y="265"/>
                                  </a:cubicBezTo>
                                  <a:cubicBezTo>
                                    <a:pt x="312" y="265"/>
                                    <a:pt x="313" y="265"/>
                                    <a:pt x="314" y="265"/>
                                  </a:cubicBezTo>
                                  <a:cubicBezTo>
                                    <a:pt x="314" y="265"/>
                                    <a:pt x="315" y="265"/>
                                    <a:pt x="316" y="265"/>
                                  </a:cubicBezTo>
                                  <a:cubicBezTo>
                                    <a:pt x="317" y="265"/>
                                    <a:pt x="316" y="264"/>
                                    <a:pt x="317" y="263"/>
                                  </a:cubicBezTo>
                                  <a:cubicBezTo>
                                    <a:pt x="317" y="264"/>
                                    <a:pt x="317" y="265"/>
                                    <a:pt x="318" y="264"/>
                                  </a:cubicBezTo>
                                  <a:cubicBezTo>
                                    <a:pt x="318" y="263"/>
                                    <a:pt x="319" y="263"/>
                                    <a:pt x="319" y="263"/>
                                  </a:cubicBezTo>
                                  <a:cubicBezTo>
                                    <a:pt x="319" y="262"/>
                                    <a:pt x="320" y="262"/>
                                    <a:pt x="321" y="262"/>
                                  </a:cubicBezTo>
                                  <a:cubicBezTo>
                                    <a:pt x="321" y="262"/>
                                    <a:pt x="321" y="263"/>
                                    <a:pt x="321" y="263"/>
                                  </a:cubicBezTo>
                                  <a:cubicBezTo>
                                    <a:pt x="321" y="265"/>
                                    <a:pt x="323" y="267"/>
                                    <a:pt x="324" y="269"/>
                                  </a:cubicBezTo>
                                  <a:cubicBezTo>
                                    <a:pt x="324" y="269"/>
                                    <a:pt x="324" y="270"/>
                                    <a:pt x="324" y="270"/>
                                  </a:cubicBezTo>
                                  <a:cubicBezTo>
                                    <a:pt x="324" y="271"/>
                                    <a:pt x="324" y="272"/>
                                    <a:pt x="324" y="272"/>
                                  </a:cubicBezTo>
                                  <a:cubicBezTo>
                                    <a:pt x="325" y="274"/>
                                    <a:pt x="326" y="275"/>
                                    <a:pt x="327" y="275"/>
                                  </a:cubicBezTo>
                                  <a:cubicBezTo>
                                    <a:pt x="327" y="276"/>
                                    <a:pt x="328" y="277"/>
                                    <a:pt x="327" y="278"/>
                                  </a:cubicBezTo>
                                  <a:cubicBezTo>
                                    <a:pt x="327" y="279"/>
                                    <a:pt x="327" y="280"/>
                                    <a:pt x="327" y="280"/>
                                  </a:cubicBezTo>
                                  <a:cubicBezTo>
                                    <a:pt x="328" y="281"/>
                                    <a:pt x="328" y="283"/>
                                    <a:pt x="327" y="284"/>
                                  </a:cubicBezTo>
                                  <a:cubicBezTo>
                                    <a:pt x="326" y="285"/>
                                    <a:pt x="326" y="287"/>
                                    <a:pt x="325" y="288"/>
                                  </a:cubicBezTo>
                                  <a:cubicBezTo>
                                    <a:pt x="325" y="289"/>
                                    <a:pt x="326" y="289"/>
                                    <a:pt x="325" y="290"/>
                                  </a:cubicBezTo>
                                  <a:cubicBezTo>
                                    <a:pt x="325" y="291"/>
                                    <a:pt x="324" y="293"/>
                                    <a:pt x="326" y="295"/>
                                  </a:cubicBezTo>
                                  <a:cubicBezTo>
                                    <a:pt x="326" y="295"/>
                                    <a:pt x="326" y="295"/>
                                    <a:pt x="327" y="295"/>
                                  </a:cubicBezTo>
                                  <a:cubicBezTo>
                                    <a:pt x="328" y="295"/>
                                    <a:pt x="328" y="296"/>
                                    <a:pt x="328" y="296"/>
                                  </a:cubicBezTo>
                                  <a:cubicBezTo>
                                    <a:pt x="328" y="297"/>
                                    <a:pt x="328" y="297"/>
                                    <a:pt x="327" y="297"/>
                                  </a:cubicBezTo>
                                  <a:cubicBezTo>
                                    <a:pt x="326" y="297"/>
                                    <a:pt x="326" y="297"/>
                                    <a:pt x="327" y="298"/>
                                  </a:cubicBezTo>
                                  <a:cubicBezTo>
                                    <a:pt x="327" y="298"/>
                                    <a:pt x="327" y="299"/>
                                    <a:pt x="327" y="299"/>
                                  </a:cubicBezTo>
                                  <a:cubicBezTo>
                                    <a:pt x="328" y="300"/>
                                    <a:pt x="328" y="301"/>
                                    <a:pt x="328" y="302"/>
                                  </a:cubicBezTo>
                                  <a:cubicBezTo>
                                    <a:pt x="327" y="304"/>
                                    <a:pt x="328" y="305"/>
                                    <a:pt x="330" y="306"/>
                                  </a:cubicBezTo>
                                  <a:cubicBezTo>
                                    <a:pt x="331" y="306"/>
                                    <a:pt x="331" y="306"/>
                                    <a:pt x="330" y="307"/>
                                  </a:cubicBezTo>
                                  <a:cubicBezTo>
                                    <a:pt x="330" y="307"/>
                                    <a:pt x="330" y="307"/>
                                    <a:pt x="331" y="308"/>
                                  </a:cubicBezTo>
                                  <a:cubicBezTo>
                                    <a:pt x="332" y="308"/>
                                    <a:pt x="333" y="308"/>
                                    <a:pt x="333" y="306"/>
                                  </a:cubicBezTo>
                                  <a:cubicBezTo>
                                    <a:pt x="333" y="307"/>
                                    <a:pt x="333" y="307"/>
                                    <a:pt x="333" y="307"/>
                                  </a:cubicBezTo>
                                  <a:cubicBezTo>
                                    <a:pt x="333" y="307"/>
                                    <a:pt x="332" y="308"/>
                                    <a:pt x="333" y="308"/>
                                  </a:cubicBezTo>
                                  <a:cubicBezTo>
                                    <a:pt x="334" y="308"/>
                                    <a:pt x="334" y="307"/>
                                    <a:pt x="333" y="306"/>
                                  </a:cubicBezTo>
                                  <a:cubicBezTo>
                                    <a:pt x="333" y="306"/>
                                    <a:pt x="333" y="305"/>
                                    <a:pt x="334" y="305"/>
                                  </a:cubicBezTo>
                                  <a:cubicBezTo>
                                    <a:pt x="335" y="304"/>
                                    <a:pt x="336" y="304"/>
                                    <a:pt x="336" y="302"/>
                                  </a:cubicBezTo>
                                  <a:cubicBezTo>
                                    <a:pt x="337" y="303"/>
                                    <a:pt x="336" y="303"/>
                                    <a:pt x="336" y="304"/>
                                  </a:cubicBezTo>
                                  <a:cubicBezTo>
                                    <a:pt x="336" y="305"/>
                                    <a:pt x="335" y="305"/>
                                    <a:pt x="335" y="306"/>
                                  </a:cubicBezTo>
                                  <a:cubicBezTo>
                                    <a:pt x="335" y="306"/>
                                    <a:pt x="335" y="306"/>
                                    <a:pt x="335" y="307"/>
                                  </a:cubicBezTo>
                                  <a:cubicBezTo>
                                    <a:pt x="336" y="307"/>
                                    <a:pt x="336" y="306"/>
                                    <a:pt x="336" y="306"/>
                                  </a:cubicBezTo>
                                  <a:cubicBezTo>
                                    <a:pt x="336" y="306"/>
                                    <a:pt x="336" y="306"/>
                                    <a:pt x="336" y="306"/>
                                  </a:cubicBezTo>
                                  <a:cubicBezTo>
                                    <a:pt x="337" y="307"/>
                                    <a:pt x="337" y="307"/>
                                    <a:pt x="337" y="307"/>
                                  </a:cubicBezTo>
                                  <a:cubicBezTo>
                                    <a:pt x="337" y="308"/>
                                    <a:pt x="338" y="309"/>
                                    <a:pt x="338" y="309"/>
                                  </a:cubicBezTo>
                                  <a:cubicBezTo>
                                    <a:pt x="339" y="309"/>
                                    <a:pt x="339" y="309"/>
                                    <a:pt x="339" y="309"/>
                                  </a:cubicBezTo>
                                  <a:cubicBezTo>
                                    <a:pt x="340" y="309"/>
                                    <a:pt x="340" y="310"/>
                                    <a:pt x="341" y="310"/>
                                  </a:cubicBezTo>
                                  <a:cubicBezTo>
                                    <a:pt x="342" y="310"/>
                                    <a:pt x="342" y="310"/>
                                    <a:pt x="343" y="310"/>
                                  </a:cubicBezTo>
                                  <a:cubicBezTo>
                                    <a:pt x="344" y="311"/>
                                    <a:pt x="345" y="309"/>
                                    <a:pt x="347" y="309"/>
                                  </a:cubicBezTo>
                                  <a:cubicBezTo>
                                    <a:pt x="347" y="309"/>
                                    <a:pt x="347" y="309"/>
                                    <a:pt x="347" y="308"/>
                                  </a:cubicBezTo>
                                  <a:cubicBezTo>
                                    <a:pt x="347" y="308"/>
                                    <a:pt x="347" y="307"/>
                                    <a:pt x="347" y="306"/>
                                  </a:cubicBezTo>
                                  <a:cubicBezTo>
                                    <a:pt x="347" y="306"/>
                                    <a:pt x="347" y="306"/>
                                    <a:pt x="347" y="305"/>
                                  </a:cubicBezTo>
                                  <a:cubicBezTo>
                                    <a:pt x="348" y="306"/>
                                    <a:pt x="348" y="306"/>
                                    <a:pt x="348" y="304"/>
                                  </a:cubicBezTo>
                                  <a:cubicBezTo>
                                    <a:pt x="348" y="304"/>
                                    <a:pt x="347" y="304"/>
                                    <a:pt x="348" y="303"/>
                                  </a:cubicBezTo>
                                  <a:cubicBezTo>
                                    <a:pt x="349" y="304"/>
                                    <a:pt x="349" y="306"/>
                                    <a:pt x="349" y="307"/>
                                  </a:cubicBezTo>
                                  <a:cubicBezTo>
                                    <a:pt x="349" y="307"/>
                                    <a:pt x="349" y="308"/>
                                    <a:pt x="349" y="307"/>
                                  </a:cubicBezTo>
                                  <a:cubicBezTo>
                                    <a:pt x="349" y="307"/>
                                    <a:pt x="350" y="307"/>
                                    <a:pt x="349" y="307"/>
                                  </a:cubicBezTo>
                                  <a:cubicBezTo>
                                    <a:pt x="349" y="306"/>
                                    <a:pt x="350" y="304"/>
                                    <a:pt x="350" y="303"/>
                                  </a:cubicBezTo>
                                  <a:cubicBezTo>
                                    <a:pt x="350" y="303"/>
                                    <a:pt x="350" y="303"/>
                                    <a:pt x="350" y="303"/>
                                  </a:cubicBezTo>
                                  <a:cubicBezTo>
                                    <a:pt x="351" y="303"/>
                                    <a:pt x="351" y="303"/>
                                    <a:pt x="351" y="302"/>
                                  </a:cubicBezTo>
                                  <a:cubicBezTo>
                                    <a:pt x="351" y="302"/>
                                    <a:pt x="351" y="302"/>
                                    <a:pt x="351" y="302"/>
                                  </a:cubicBezTo>
                                  <a:cubicBezTo>
                                    <a:pt x="351" y="302"/>
                                    <a:pt x="351" y="302"/>
                                    <a:pt x="351" y="302"/>
                                  </a:cubicBezTo>
                                  <a:cubicBezTo>
                                    <a:pt x="352" y="303"/>
                                    <a:pt x="351" y="304"/>
                                    <a:pt x="351" y="304"/>
                                  </a:cubicBezTo>
                                  <a:cubicBezTo>
                                    <a:pt x="352" y="304"/>
                                    <a:pt x="352" y="305"/>
                                    <a:pt x="352" y="306"/>
                                  </a:cubicBezTo>
                                  <a:cubicBezTo>
                                    <a:pt x="351" y="307"/>
                                    <a:pt x="352" y="308"/>
                                    <a:pt x="351" y="309"/>
                                  </a:cubicBezTo>
                                  <a:cubicBezTo>
                                    <a:pt x="351" y="311"/>
                                    <a:pt x="351" y="312"/>
                                    <a:pt x="352" y="312"/>
                                  </a:cubicBezTo>
                                  <a:cubicBezTo>
                                    <a:pt x="353" y="312"/>
                                    <a:pt x="353" y="311"/>
                                    <a:pt x="354" y="311"/>
                                  </a:cubicBezTo>
                                  <a:cubicBezTo>
                                    <a:pt x="354" y="312"/>
                                    <a:pt x="354" y="312"/>
                                    <a:pt x="354" y="312"/>
                                  </a:cubicBezTo>
                                  <a:cubicBezTo>
                                    <a:pt x="355" y="312"/>
                                    <a:pt x="355" y="313"/>
                                    <a:pt x="356" y="312"/>
                                  </a:cubicBezTo>
                                  <a:cubicBezTo>
                                    <a:pt x="356" y="312"/>
                                    <a:pt x="356" y="311"/>
                                    <a:pt x="356" y="311"/>
                                  </a:cubicBezTo>
                                  <a:cubicBezTo>
                                    <a:pt x="356" y="312"/>
                                    <a:pt x="356" y="312"/>
                                    <a:pt x="357" y="313"/>
                                  </a:cubicBezTo>
                                  <a:cubicBezTo>
                                    <a:pt x="358" y="313"/>
                                    <a:pt x="358" y="312"/>
                                    <a:pt x="359" y="311"/>
                                  </a:cubicBezTo>
                                  <a:cubicBezTo>
                                    <a:pt x="359" y="312"/>
                                    <a:pt x="360" y="313"/>
                                    <a:pt x="361" y="312"/>
                                  </a:cubicBezTo>
                                  <a:cubicBezTo>
                                    <a:pt x="361" y="312"/>
                                    <a:pt x="361" y="312"/>
                                    <a:pt x="362" y="312"/>
                                  </a:cubicBezTo>
                                  <a:cubicBezTo>
                                    <a:pt x="362" y="313"/>
                                    <a:pt x="363" y="313"/>
                                    <a:pt x="364" y="312"/>
                                  </a:cubicBezTo>
                                  <a:cubicBezTo>
                                    <a:pt x="364" y="312"/>
                                    <a:pt x="364" y="311"/>
                                    <a:pt x="363" y="311"/>
                                  </a:cubicBezTo>
                                  <a:cubicBezTo>
                                    <a:pt x="363" y="311"/>
                                    <a:pt x="363" y="311"/>
                                    <a:pt x="363" y="311"/>
                                  </a:cubicBezTo>
                                  <a:cubicBezTo>
                                    <a:pt x="363" y="310"/>
                                    <a:pt x="363" y="309"/>
                                    <a:pt x="363" y="309"/>
                                  </a:cubicBezTo>
                                  <a:cubicBezTo>
                                    <a:pt x="363" y="309"/>
                                    <a:pt x="363" y="309"/>
                                    <a:pt x="363" y="309"/>
                                  </a:cubicBezTo>
                                  <a:cubicBezTo>
                                    <a:pt x="363" y="311"/>
                                    <a:pt x="364" y="312"/>
                                    <a:pt x="365" y="312"/>
                                  </a:cubicBezTo>
                                  <a:cubicBezTo>
                                    <a:pt x="366" y="312"/>
                                    <a:pt x="366" y="311"/>
                                    <a:pt x="367" y="311"/>
                                  </a:cubicBezTo>
                                  <a:cubicBezTo>
                                    <a:pt x="367" y="310"/>
                                    <a:pt x="366" y="310"/>
                                    <a:pt x="367" y="309"/>
                                  </a:cubicBezTo>
                                  <a:cubicBezTo>
                                    <a:pt x="367" y="309"/>
                                    <a:pt x="367" y="309"/>
                                    <a:pt x="367" y="309"/>
                                  </a:cubicBezTo>
                                  <a:cubicBezTo>
                                    <a:pt x="367" y="310"/>
                                    <a:pt x="367" y="310"/>
                                    <a:pt x="368" y="310"/>
                                  </a:cubicBezTo>
                                  <a:cubicBezTo>
                                    <a:pt x="368" y="311"/>
                                    <a:pt x="368" y="311"/>
                                    <a:pt x="367" y="311"/>
                                  </a:cubicBezTo>
                                  <a:cubicBezTo>
                                    <a:pt x="367" y="312"/>
                                    <a:pt x="367" y="312"/>
                                    <a:pt x="367" y="312"/>
                                  </a:cubicBezTo>
                                  <a:cubicBezTo>
                                    <a:pt x="368" y="312"/>
                                    <a:pt x="368" y="312"/>
                                    <a:pt x="368" y="312"/>
                                  </a:cubicBezTo>
                                  <a:cubicBezTo>
                                    <a:pt x="369" y="312"/>
                                    <a:pt x="370" y="312"/>
                                    <a:pt x="370" y="312"/>
                                  </a:cubicBezTo>
                                  <a:cubicBezTo>
                                    <a:pt x="371" y="312"/>
                                    <a:pt x="371" y="311"/>
                                    <a:pt x="371" y="311"/>
                                  </a:cubicBezTo>
                                  <a:cubicBezTo>
                                    <a:pt x="372" y="310"/>
                                    <a:pt x="371" y="309"/>
                                    <a:pt x="371" y="308"/>
                                  </a:cubicBezTo>
                                  <a:cubicBezTo>
                                    <a:pt x="371" y="307"/>
                                    <a:pt x="371" y="307"/>
                                    <a:pt x="372" y="308"/>
                                  </a:cubicBezTo>
                                  <a:cubicBezTo>
                                    <a:pt x="372" y="309"/>
                                    <a:pt x="373" y="310"/>
                                    <a:pt x="373" y="312"/>
                                  </a:cubicBezTo>
                                  <a:cubicBezTo>
                                    <a:pt x="374" y="312"/>
                                    <a:pt x="375" y="312"/>
                                    <a:pt x="375" y="310"/>
                                  </a:cubicBezTo>
                                  <a:cubicBezTo>
                                    <a:pt x="375" y="310"/>
                                    <a:pt x="375" y="310"/>
                                    <a:pt x="375" y="309"/>
                                  </a:cubicBezTo>
                                  <a:cubicBezTo>
                                    <a:pt x="375" y="309"/>
                                    <a:pt x="375" y="308"/>
                                    <a:pt x="375" y="307"/>
                                  </a:cubicBezTo>
                                  <a:cubicBezTo>
                                    <a:pt x="375" y="307"/>
                                    <a:pt x="375" y="307"/>
                                    <a:pt x="375" y="307"/>
                                  </a:cubicBezTo>
                                  <a:cubicBezTo>
                                    <a:pt x="375" y="307"/>
                                    <a:pt x="375" y="307"/>
                                    <a:pt x="375" y="307"/>
                                  </a:cubicBezTo>
                                  <a:cubicBezTo>
                                    <a:pt x="375" y="309"/>
                                    <a:pt x="375" y="310"/>
                                    <a:pt x="375" y="311"/>
                                  </a:cubicBezTo>
                                  <a:cubicBezTo>
                                    <a:pt x="375" y="311"/>
                                    <a:pt x="376" y="312"/>
                                    <a:pt x="376" y="311"/>
                                  </a:cubicBezTo>
                                  <a:cubicBezTo>
                                    <a:pt x="377" y="311"/>
                                    <a:pt x="377" y="311"/>
                                    <a:pt x="378" y="311"/>
                                  </a:cubicBezTo>
                                  <a:cubicBezTo>
                                    <a:pt x="379" y="311"/>
                                    <a:pt x="380" y="311"/>
                                    <a:pt x="381" y="311"/>
                                  </a:cubicBezTo>
                                  <a:cubicBezTo>
                                    <a:pt x="382" y="310"/>
                                    <a:pt x="383" y="310"/>
                                    <a:pt x="384" y="310"/>
                                  </a:cubicBezTo>
                                  <a:cubicBezTo>
                                    <a:pt x="385" y="311"/>
                                    <a:pt x="385" y="310"/>
                                    <a:pt x="385" y="309"/>
                                  </a:cubicBezTo>
                                  <a:cubicBezTo>
                                    <a:pt x="385" y="308"/>
                                    <a:pt x="386" y="307"/>
                                    <a:pt x="386" y="306"/>
                                  </a:cubicBezTo>
                                  <a:cubicBezTo>
                                    <a:pt x="386" y="305"/>
                                    <a:pt x="387" y="304"/>
                                    <a:pt x="385" y="304"/>
                                  </a:cubicBezTo>
                                  <a:cubicBezTo>
                                    <a:pt x="385" y="303"/>
                                    <a:pt x="385" y="303"/>
                                    <a:pt x="384" y="302"/>
                                  </a:cubicBezTo>
                                  <a:cubicBezTo>
                                    <a:pt x="384" y="302"/>
                                    <a:pt x="384" y="302"/>
                                    <a:pt x="384" y="302"/>
                                  </a:cubicBezTo>
                                  <a:cubicBezTo>
                                    <a:pt x="385" y="302"/>
                                    <a:pt x="385" y="302"/>
                                    <a:pt x="385" y="302"/>
                                  </a:cubicBezTo>
                                  <a:cubicBezTo>
                                    <a:pt x="385" y="301"/>
                                    <a:pt x="385" y="302"/>
                                    <a:pt x="386" y="302"/>
                                  </a:cubicBezTo>
                                  <a:cubicBezTo>
                                    <a:pt x="386" y="303"/>
                                    <a:pt x="386" y="303"/>
                                    <a:pt x="387" y="303"/>
                                  </a:cubicBezTo>
                                  <a:cubicBezTo>
                                    <a:pt x="387" y="303"/>
                                    <a:pt x="387" y="303"/>
                                    <a:pt x="387" y="303"/>
                                  </a:cubicBezTo>
                                  <a:cubicBezTo>
                                    <a:pt x="388" y="304"/>
                                    <a:pt x="388" y="304"/>
                                    <a:pt x="387" y="305"/>
                                  </a:cubicBezTo>
                                  <a:cubicBezTo>
                                    <a:pt x="387" y="307"/>
                                    <a:pt x="387" y="308"/>
                                    <a:pt x="388" y="310"/>
                                  </a:cubicBezTo>
                                  <a:cubicBezTo>
                                    <a:pt x="389" y="311"/>
                                    <a:pt x="390" y="311"/>
                                    <a:pt x="391" y="311"/>
                                  </a:cubicBezTo>
                                  <a:cubicBezTo>
                                    <a:pt x="392" y="311"/>
                                    <a:pt x="392" y="310"/>
                                    <a:pt x="392" y="309"/>
                                  </a:cubicBezTo>
                                  <a:cubicBezTo>
                                    <a:pt x="392" y="311"/>
                                    <a:pt x="392" y="311"/>
                                    <a:pt x="393" y="311"/>
                                  </a:cubicBezTo>
                                  <a:cubicBezTo>
                                    <a:pt x="394" y="311"/>
                                    <a:pt x="394" y="312"/>
                                    <a:pt x="395" y="312"/>
                                  </a:cubicBezTo>
                                  <a:cubicBezTo>
                                    <a:pt x="395" y="312"/>
                                    <a:pt x="395" y="312"/>
                                    <a:pt x="395" y="312"/>
                                  </a:cubicBezTo>
                                  <a:cubicBezTo>
                                    <a:pt x="396" y="312"/>
                                    <a:pt x="396" y="312"/>
                                    <a:pt x="397" y="312"/>
                                  </a:cubicBezTo>
                                  <a:cubicBezTo>
                                    <a:pt x="397" y="312"/>
                                    <a:pt x="398" y="311"/>
                                    <a:pt x="398" y="311"/>
                                  </a:cubicBezTo>
                                  <a:cubicBezTo>
                                    <a:pt x="399" y="310"/>
                                    <a:pt x="400" y="310"/>
                                    <a:pt x="401" y="310"/>
                                  </a:cubicBezTo>
                                  <a:cubicBezTo>
                                    <a:pt x="402" y="310"/>
                                    <a:pt x="402" y="310"/>
                                    <a:pt x="402" y="310"/>
                                  </a:cubicBezTo>
                                  <a:cubicBezTo>
                                    <a:pt x="404" y="310"/>
                                    <a:pt x="405" y="309"/>
                                    <a:pt x="406" y="309"/>
                                  </a:cubicBezTo>
                                  <a:cubicBezTo>
                                    <a:pt x="407" y="309"/>
                                    <a:pt x="407" y="308"/>
                                    <a:pt x="407" y="307"/>
                                  </a:cubicBezTo>
                                  <a:cubicBezTo>
                                    <a:pt x="407" y="307"/>
                                    <a:pt x="407" y="307"/>
                                    <a:pt x="407" y="307"/>
                                  </a:cubicBezTo>
                                  <a:cubicBezTo>
                                    <a:pt x="407" y="306"/>
                                    <a:pt x="407" y="305"/>
                                    <a:pt x="407" y="305"/>
                                  </a:cubicBezTo>
                                  <a:cubicBezTo>
                                    <a:pt x="407" y="304"/>
                                    <a:pt x="408" y="303"/>
                                    <a:pt x="407" y="303"/>
                                  </a:cubicBezTo>
                                  <a:cubicBezTo>
                                    <a:pt x="406" y="302"/>
                                    <a:pt x="406" y="301"/>
                                    <a:pt x="406" y="301"/>
                                  </a:cubicBezTo>
                                  <a:cubicBezTo>
                                    <a:pt x="406" y="302"/>
                                    <a:pt x="407" y="302"/>
                                    <a:pt x="408" y="303"/>
                                  </a:cubicBezTo>
                                  <a:cubicBezTo>
                                    <a:pt x="409" y="304"/>
                                    <a:pt x="409" y="304"/>
                                    <a:pt x="410" y="303"/>
                                  </a:cubicBezTo>
                                  <a:cubicBezTo>
                                    <a:pt x="411" y="303"/>
                                    <a:pt x="411" y="302"/>
                                    <a:pt x="412" y="302"/>
                                  </a:cubicBezTo>
                                  <a:cubicBezTo>
                                    <a:pt x="413" y="302"/>
                                    <a:pt x="413" y="302"/>
                                    <a:pt x="412" y="301"/>
                                  </a:cubicBezTo>
                                  <a:close/>
                                  <a:moveTo>
                                    <a:pt x="313" y="249"/>
                                  </a:move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lose/>
                                  <a:moveTo>
                                    <a:pt x="365" y="309"/>
                                  </a:move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lose/>
                                  <a:moveTo>
                                    <a:pt x="365" y="309"/>
                                  </a:move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lose/>
                                  <a:moveTo>
                                    <a:pt x="369" y="307"/>
                                  </a:move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lose/>
                                  <a:moveTo>
                                    <a:pt x="400" y="283"/>
                                  </a:moveTo>
                                  <a:cubicBezTo>
                                    <a:pt x="400" y="283"/>
                                    <a:pt x="400" y="283"/>
                                    <a:pt x="400" y="282"/>
                                  </a:cubicBezTo>
                                  <a:cubicBezTo>
                                    <a:pt x="400" y="283"/>
                                    <a:pt x="400" y="283"/>
                                    <a:pt x="400" y="283"/>
                                  </a:cubicBezTo>
                                  <a:close/>
                                  <a:moveTo>
                                    <a:pt x="416" y="272"/>
                                  </a:moveTo>
                                  <a:cubicBezTo>
                                    <a:pt x="415" y="272"/>
                                    <a:pt x="415" y="272"/>
                                    <a:pt x="414" y="273"/>
                                  </a:cubicBezTo>
                                  <a:cubicBezTo>
                                    <a:pt x="413" y="274"/>
                                    <a:pt x="414" y="274"/>
                                    <a:pt x="415" y="275"/>
                                  </a:cubicBezTo>
                                  <a:cubicBezTo>
                                    <a:pt x="415" y="275"/>
                                    <a:pt x="415" y="276"/>
                                    <a:pt x="416" y="276"/>
                                  </a:cubicBezTo>
                                  <a:cubicBezTo>
                                    <a:pt x="416" y="276"/>
                                    <a:pt x="416" y="276"/>
                                    <a:pt x="416" y="277"/>
                                  </a:cubicBezTo>
                                  <a:cubicBezTo>
                                    <a:pt x="415" y="277"/>
                                    <a:pt x="415" y="277"/>
                                    <a:pt x="415" y="277"/>
                                  </a:cubicBezTo>
                                  <a:cubicBezTo>
                                    <a:pt x="415" y="275"/>
                                    <a:pt x="414" y="276"/>
                                    <a:pt x="413" y="276"/>
                                  </a:cubicBezTo>
                                  <a:cubicBezTo>
                                    <a:pt x="412" y="276"/>
                                    <a:pt x="412" y="277"/>
                                    <a:pt x="412" y="278"/>
                                  </a:cubicBezTo>
                                  <a:cubicBezTo>
                                    <a:pt x="412" y="277"/>
                                    <a:pt x="411" y="277"/>
                                    <a:pt x="411" y="277"/>
                                  </a:cubicBezTo>
                                  <a:cubicBezTo>
                                    <a:pt x="411" y="276"/>
                                    <a:pt x="410" y="276"/>
                                    <a:pt x="410" y="276"/>
                                  </a:cubicBezTo>
                                  <a:cubicBezTo>
                                    <a:pt x="411" y="275"/>
                                    <a:pt x="412" y="274"/>
                                    <a:pt x="412" y="273"/>
                                  </a:cubicBezTo>
                                  <a:cubicBezTo>
                                    <a:pt x="413" y="272"/>
                                    <a:pt x="414" y="271"/>
                                    <a:pt x="414" y="269"/>
                                  </a:cubicBezTo>
                                  <a:cubicBezTo>
                                    <a:pt x="414" y="269"/>
                                    <a:pt x="414" y="269"/>
                                    <a:pt x="414" y="269"/>
                                  </a:cubicBezTo>
                                  <a:cubicBezTo>
                                    <a:pt x="415" y="269"/>
                                    <a:pt x="415" y="269"/>
                                    <a:pt x="416" y="269"/>
                                  </a:cubicBezTo>
                                  <a:cubicBezTo>
                                    <a:pt x="417" y="270"/>
                                    <a:pt x="417" y="271"/>
                                    <a:pt x="416" y="272"/>
                                  </a:cubicBezTo>
                                  <a:close/>
                                  <a:moveTo>
                                    <a:pt x="264" y="256"/>
                                  </a:moveTo>
                                  <a:cubicBezTo>
                                    <a:pt x="264" y="255"/>
                                    <a:pt x="264" y="255"/>
                                    <a:pt x="265" y="255"/>
                                  </a:cubicBezTo>
                                  <a:cubicBezTo>
                                    <a:pt x="265" y="254"/>
                                    <a:pt x="266" y="254"/>
                                    <a:pt x="266" y="254"/>
                                  </a:cubicBezTo>
                                  <a:cubicBezTo>
                                    <a:pt x="267" y="254"/>
                                    <a:pt x="268" y="253"/>
                                    <a:pt x="268" y="252"/>
                                  </a:cubicBezTo>
                                  <a:cubicBezTo>
                                    <a:pt x="268" y="251"/>
                                    <a:pt x="271" y="250"/>
                                    <a:pt x="272" y="251"/>
                                  </a:cubicBezTo>
                                  <a:cubicBezTo>
                                    <a:pt x="273" y="251"/>
                                    <a:pt x="273" y="252"/>
                                    <a:pt x="272" y="252"/>
                                  </a:cubicBezTo>
                                  <a:cubicBezTo>
                                    <a:pt x="272" y="252"/>
                                    <a:pt x="271" y="253"/>
                                    <a:pt x="270" y="254"/>
                                  </a:cubicBezTo>
                                  <a:cubicBezTo>
                                    <a:pt x="269" y="255"/>
                                    <a:pt x="268" y="256"/>
                                    <a:pt x="266" y="257"/>
                                  </a:cubicBezTo>
                                  <a:cubicBezTo>
                                    <a:pt x="266" y="257"/>
                                    <a:pt x="265" y="257"/>
                                    <a:pt x="265" y="257"/>
                                  </a:cubicBezTo>
                                  <a:cubicBezTo>
                                    <a:pt x="264" y="257"/>
                                    <a:pt x="264" y="256"/>
                                    <a:pt x="264" y="256"/>
                                  </a:cubicBezTo>
                                  <a:close/>
                                  <a:moveTo>
                                    <a:pt x="301" y="115"/>
                                  </a:moveTo>
                                  <a:cubicBezTo>
                                    <a:pt x="301" y="115"/>
                                    <a:pt x="301" y="115"/>
                                    <a:pt x="302" y="115"/>
                                  </a:cubicBezTo>
                                  <a:cubicBezTo>
                                    <a:pt x="304" y="115"/>
                                    <a:pt x="305" y="114"/>
                                    <a:pt x="307" y="114"/>
                                  </a:cubicBezTo>
                                  <a:cubicBezTo>
                                    <a:pt x="308" y="115"/>
                                    <a:pt x="308" y="116"/>
                                    <a:pt x="308" y="117"/>
                                  </a:cubicBezTo>
                                  <a:cubicBezTo>
                                    <a:pt x="309" y="117"/>
                                    <a:pt x="307" y="118"/>
                                    <a:pt x="306" y="118"/>
                                  </a:cubicBezTo>
                                  <a:cubicBezTo>
                                    <a:pt x="306" y="118"/>
                                    <a:pt x="306" y="117"/>
                                    <a:pt x="306" y="117"/>
                                  </a:cubicBezTo>
                                  <a:cubicBezTo>
                                    <a:pt x="304" y="117"/>
                                    <a:pt x="303" y="116"/>
                                    <a:pt x="302" y="116"/>
                                  </a:cubicBezTo>
                                  <a:cubicBezTo>
                                    <a:pt x="301" y="116"/>
                                    <a:pt x="301" y="116"/>
                                    <a:pt x="301" y="115"/>
                                  </a:cubicBezTo>
                                  <a:close/>
                                  <a:moveTo>
                                    <a:pt x="309" y="274"/>
                                  </a:moveTo>
                                  <a:cubicBezTo>
                                    <a:pt x="310" y="274"/>
                                    <a:pt x="311" y="273"/>
                                    <a:pt x="311" y="273"/>
                                  </a:cubicBezTo>
                                  <a:cubicBezTo>
                                    <a:pt x="312" y="273"/>
                                    <a:pt x="312" y="274"/>
                                    <a:pt x="312" y="274"/>
                                  </a:cubicBezTo>
                                  <a:cubicBezTo>
                                    <a:pt x="312" y="275"/>
                                    <a:pt x="312" y="275"/>
                                    <a:pt x="312" y="276"/>
                                  </a:cubicBezTo>
                                  <a:cubicBezTo>
                                    <a:pt x="312" y="276"/>
                                    <a:pt x="312" y="276"/>
                                    <a:pt x="312" y="276"/>
                                  </a:cubicBezTo>
                                  <a:cubicBezTo>
                                    <a:pt x="312" y="276"/>
                                    <a:pt x="312" y="277"/>
                                    <a:pt x="313" y="277"/>
                                  </a:cubicBezTo>
                                  <a:cubicBezTo>
                                    <a:pt x="313" y="278"/>
                                    <a:pt x="313" y="278"/>
                                    <a:pt x="313" y="279"/>
                                  </a:cubicBezTo>
                                  <a:cubicBezTo>
                                    <a:pt x="312" y="279"/>
                                    <a:pt x="311" y="279"/>
                                    <a:pt x="310" y="279"/>
                                  </a:cubicBezTo>
                                  <a:cubicBezTo>
                                    <a:pt x="310" y="279"/>
                                    <a:pt x="310" y="279"/>
                                    <a:pt x="310" y="279"/>
                                  </a:cubicBezTo>
                                  <a:cubicBezTo>
                                    <a:pt x="309" y="278"/>
                                    <a:pt x="309" y="277"/>
                                    <a:pt x="309" y="277"/>
                                  </a:cubicBezTo>
                                  <a:cubicBezTo>
                                    <a:pt x="309" y="276"/>
                                    <a:pt x="309" y="275"/>
                                    <a:pt x="309" y="275"/>
                                  </a:cubicBezTo>
                                  <a:cubicBezTo>
                                    <a:pt x="309" y="274"/>
                                    <a:pt x="309" y="274"/>
                                    <a:pt x="309" y="274"/>
                                  </a:cubicBezTo>
                                  <a:close/>
                                  <a:moveTo>
                                    <a:pt x="253" y="208"/>
                                  </a:moveTo>
                                  <a:cubicBezTo>
                                    <a:pt x="253" y="207"/>
                                    <a:pt x="253" y="206"/>
                                    <a:pt x="254" y="206"/>
                                  </a:cubicBezTo>
                                  <a:cubicBezTo>
                                    <a:pt x="254" y="205"/>
                                    <a:pt x="255" y="205"/>
                                    <a:pt x="255" y="204"/>
                                  </a:cubicBezTo>
                                  <a:cubicBezTo>
                                    <a:pt x="255" y="204"/>
                                    <a:pt x="256" y="204"/>
                                    <a:pt x="256" y="204"/>
                                  </a:cubicBezTo>
                                  <a:cubicBezTo>
                                    <a:pt x="257" y="206"/>
                                    <a:pt x="255" y="207"/>
                                    <a:pt x="255" y="209"/>
                                  </a:cubicBezTo>
                                  <a:cubicBezTo>
                                    <a:pt x="255" y="209"/>
                                    <a:pt x="254" y="209"/>
                                    <a:pt x="254" y="209"/>
                                  </a:cubicBezTo>
                                  <a:cubicBezTo>
                                    <a:pt x="253" y="209"/>
                                    <a:pt x="253" y="208"/>
                                    <a:pt x="253" y="208"/>
                                  </a:cubicBezTo>
                                  <a:close/>
                                  <a:moveTo>
                                    <a:pt x="337" y="238"/>
                                  </a:moveTo>
                                  <a:cubicBezTo>
                                    <a:pt x="337" y="238"/>
                                    <a:pt x="337" y="239"/>
                                    <a:pt x="336" y="239"/>
                                  </a:cubicBezTo>
                                  <a:cubicBezTo>
                                    <a:pt x="336" y="239"/>
                                    <a:pt x="335" y="240"/>
                                    <a:pt x="335" y="239"/>
                                  </a:cubicBezTo>
                                  <a:cubicBezTo>
                                    <a:pt x="334" y="239"/>
                                    <a:pt x="334" y="239"/>
                                    <a:pt x="334" y="238"/>
                                  </a:cubicBezTo>
                                  <a:cubicBezTo>
                                    <a:pt x="333" y="238"/>
                                    <a:pt x="333" y="238"/>
                                    <a:pt x="333" y="237"/>
                                  </a:cubicBezTo>
                                  <a:cubicBezTo>
                                    <a:pt x="333" y="236"/>
                                    <a:pt x="334" y="236"/>
                                    <a:pt x="335" y="236"/>
                                  </a:cubicBezTo>
                                  <a:cubicBezTo>
                                    <a:pt x="336" y="236"/>
                                    <a:pt x="336" y="237"/>
                                    <a:pt x="337" y="238"/>
                                  </a:cubicBezTo>
                                  <a:close/>
                                  <a:moveTo>
                                    <a:pt x="372" y="227"/>
                                  </a:moveTo>
                                  <a:cubicBezTo>
                                    <a:pt x="372" y="227"/>
                                    <a:pt x="372" y="227"/>
                                    <a:pt x="371" y="227"/>
                                  </a:cubicBezTo>
                                  <a:cubicBezTo>
                                    <a:pt x="373" y="225"/>
                                    <a:pt x="374" y="225"/>
                                    <a:pt x="375" y="227"/>
                                  </a:cubicBezTo>
                                  <a:cubicBezTo>
                                    <a:pt x="375" y="228"/>
                                    <a:pt x="376" y="228"/>
                                    <a:pt x="376" y="228"/>
                                  </a:cubicBezTo>
                                  <a:cubicBezTo>
                                    <a:pt x="377" y="228"/>
                                    <a:pt x="376" y="229"/>
                                    <a:pt x="376" y="229"/>
                                  </a:cubicBezTo>
                                  <a:cubicBezTo>
                                    <a:pt x="376" y="229"/>
                                    <a:pt x="375" y="230"/>
                                    <a:pt x="375" y="230"/>
                                  </a:cubicBezTo>
                                  <a:cubicBezTo>
                                    <a:pt x="374" y="230"/>
                                    <a:pt x="374" y="230"/>
                                    <a:pt x="374" y="229"/>
                                  </a:cubicBezTo>
                                  <a:cubicBezTo>
                                    <a:pt x="374" y="228"/>
                                    <a:pt x="373" y="228"/>
                                    <a:pt x="372" y="227"/>
                                  </a:cubicBezTo>
                                  <a:close/>
                                  <a:moveTo>
                                    <a:pt x="306" y="311"/>
                                  </a:moveTo>
                                  <a:cubicBezTo>
                                    <a:pt x="306" y="312"/>
                                    <a:pt x="306" y="312"/>
                                    <a:pt x="305" y="312"/>
                                  </a:cubicBezTo>
                                  <a:cubicBezTo>
                                    <a:pt x="304" y="311"/>
                                    <a:pt x="303" y="311"/>
                                    <a:pt x="303" y="310"/>
                                  </a:cubicBezTo>
                                  <a:cubicBezTo>
                                    <a:pt x="303" y="310"/>
                                    <a:pt x="303" y="309"/>
                                    <a:pt x="303" y="309"/>
                                  </a:cubicBezTo>
                                  <a:cubicBezTo>
                                    <a:pt x="303" y="308"/>
                                    <a:pt x="304" y="308"/>
                                    <a:pt x="305" y="308"/>
                                  </a:cubicBezTo>
                                  <a:cubicBezTo>
                                    <a:pt x="306" y="309"/>
                                    <a:pt x="306" y="310"/>
                                    <a:pt x="306" y="311"/>
                                  </a:cubicBezTo>
                                  <a:close/>
                                  <a:moveTo>
                                    <a:pt x="447" y="189"/>
                                  </a:moveTo>
                                  <a:cubicBezTo>
                                    <a:pt x="447" y="189"/>
                                    <a:pt x="447" y="190"/>
                                    <a:pt x="446" y="190"/>
                                  </a:cubicBezTo>
                                  <a:cubicBezTo>
                                    <a:pt x="445" y="190"/>
                                    <a:pt x="444" y="189"/>
                                    <a:pt x="444" y="188"/>
                                  </a:cubicBezTo>
                                  <a:cubicBezTo>
                                    <a:pt x="444" y="187"/>
                                    <a:pt x="445" y="187"/>
                                    <a:pt x="446" y="187"/>
                                  </a:cubicBezTo>
                                  <a:cubicBezTo>
                                    <a:pt x="446" y="188"/>
                                    <a:pt x="447" y="188"/>
                                    <a:pt x="447" y="189"/>
                                  </a:cubicBezTo>
                                  <a:cubicBezTo>
                                    <a:pt x="448" y="189"/>
                                    <a:pt x="448" y="189"/>
                                    <a:pt x="447" y="189"/>
                                  </a:cubicBezTo>
                                  <a:close/>
                                  <a:moveTo>
                                    <a:pt x="293" y="309"/>
                                  </a:moveTo>
                                  <a:cubicBezTo>
                                    <a:pt x="293" y="311"/>
                                    <a:pt x="292" y="311"/>
                                    <a:pt x="291" y="312"/>
                                  </a:cubicBezTo>
                                  <a:cubicBezTo>
                                    <a:pt x="291" y="312"/>
                                    <a:pt x="291" y="313"/>
                                    <a:pt x="290" y="312"/>
                                  </a:cubicBezTo>
                                  <a:cubicBezTo>
                                    <a:pt x="289" y="312"/>
                                    <a:pt x="289" y="311"/>
                                    <a:pt x="290" y="311"/>
                                  </a:cubicBezTo>
                                  <a:cubicBezTo>
                                    <a:pt x="291" y="310"/>
                                    <a:pt x="291" y="310"/>
                                    <a:pt x="292" y="309"/>
                                  </a:cubicBezTo>
                                  <a:cubicBezTo>
                                    <a:pt x="292" y="309"/>
                                    <a:pt x="292" y="308"/>
                                    <a:pt x="292" y="308"/>
                                  </a:cubicBezTo>
                                  <a:cubicBezTo>
                                    <a:pt x="293" y="309"/>
                                    <a:pt x="293" y="309"/>
                                    <a:pt x="293" y="309"/>
                                  </a:cubicBezTo>
                                  <a:close/>
                                  <a:moveTo>
                                    <a:pt x="135" y="275"/>
                                  </a:moveTo>
                                  <a:cubicBezTo>
                                    <a:pt x="135" y="277"/>
                                    <a:pt x="135" y="278"/>
                                    <a:pt x="134" y="279"/>
                                  </a:cubicBezTo>
                                  <a:cubicBezTo>
                                    <a:pt x="134" y="279"/>
                                    <a:pt x="133" y="279"/>
                                    <a:pt x="133" y="279"/>
                                  </a:cubicBezTo>
                                  <a:cubicBezTo>
                                    <a:pt x="132" y="279"/>
                                    <a:pt x="133" y="278"/>
                                    <a:pt x="133" y="278"/>
                                  </a:cubicBezTo>
                                  <a:cubicBezTo>
                                    <a:pt x="134" y="277"/>
                                    <a:pt x="134" y="276"/>
                                    <a:pt x="134" y="275"/>
                                  </a:cubicBezTo>
                                  <a:cubicBezTo>
                                    <a:pt x="134" y="275"/>
                                    <a:pt x="134" y="274"/>
                                    <a:pt x="135" y="274"/>
                                  </a:cubicBezTo>
                                  <a:cubicBezTo>
                                    <a:pt x="136" y="274"/>
                                    <a:pt x="135" y="275"/>
                                    <a:pt x="135" y="275"/>
                                  </a:cubicBezTo>
                                  <a:close/>
                                  <a:moveTo>
                                    <a:pt x="246" y="241"/>
                                  </a:moveTo>
                                  <a:cubicBezTo>
                                    <a:pt x="246" y="241"/>
                                    <a:pt x="246" y="241"/>
                                    <a:pt x="246" y="240"/>
                                  </a:cubicBezTo>
                                  <a:cubicBezTo>
                                    <a:pt x="246" y="240"/>
                                    <a:pt x="247" y="239"/>
                                    <a:pt x="247" y="239"/>
                                  </a:cubicBezTo>
                                  <a:cubicBezTo>
                                    <a:pt x="248" y="239"/>
                                    <a:pt x="248" y="239"/>
                                    <a:pt x="248" y="239"/>
                                  </a:cubicBezTo>
                                  <a:cubicBezTo>
                                    <a:pt x="248" y="240"/>
                                    <a:pt x="247" y="241"/>
                                    <a:pt x="246" y="241"/>
                                  </a:cubicBezTo>
                                  <a:close/>
                                  <a:moveTo>
                                    <a:pt x="243" y="240"/>
                                  </a:moveTo>
                                  <a:cubicBezTo>
                                    <a:pt x="242" y="240"/>
                                    <a:pt x="242" y="239"/>
                                    <a:pt x="241" y="239"/>
                                  </a:cubicBezTo>
                                  <a:cubicBezTo>
                                    <a:pt x="241" y="238"/>
                                    <a:pt x="241" y="238"/>
                                    <a:pt x="240" y="239"/>
                                  </a:cubicBezTo>
                                  <a:cubicBezTo>
                                    <a:pt x="240" y="239"/>
                                    <a:pt x="240" y="239"/>
                                    <a:pt x="240" y="238"/>
                                  </a:cubicBezTo>
                                  <a:cubicBezTo>
                                    <a:pt x="239" y="236"/>
                                    <a:pt x="237" y="235"/>
                                    <a:pt x="238" y="232"/>
                                  </a:cubicBezTo>
                                  <a:cubicBezTo>
                                    <a:pt x="238" y="232"/>
                                    <a:pt x="237" y="231"/>
                                    <a:pt x="237" y="230"/>
                                  </a:cubicBezTo>
                                  <a:cubicBezTo>
                                    <a:pt x="236" y="230"/>
                                    <a:pt x="236" y="229"/>
                                    <a:pt x="237" y="228"/>
                                  </a:cubicBezTo>
                                  <a:cubicBezTo>
                                    <a:pt x="237" y="228"/>
                                    <a:pt x="237" y="228"/>
                                    <a:pt x="237" y="228"/>
                                  </a:cubicBezTo>
                                  <a:cubicBezTo>
                                    <a:pt x="236" y="228"/>
                                    <a:pt x="236" y="227"/>
                                    <a:pt x="236" y="227"/>
                                  </a:cubicBezTo>
                                  <a:cubicBezTo>
                                    <a:pt x="236" y="227"/>
                                    <a:pt x="236" y="226"/>
                                    <a:pt x="236" y="226"/>
                                  </a:cubicBezTo>
                                  <a:cubicBezTo>
                                    <a:pt x="236" y="225"/>
                                    <a:pt x="235" y="223"/>
                                    <a:pt x="235" y="222"/>
                                  </a:cubicBezTo>
                                  <a:cubicBezTo>
                                    <a:pt x="234" y="222"/>
                                    <a:pt x="234" y="222"/>
                                    <a:pt x="234" y="221"/>
                                  </a:cubicBezTo>
                                  <a:cubicBezTo>
                                    <a:pt x="235" y="221"/>
                                    <a:pt x="235" y="220"/>
                                    <a:pt x="236" y="221"/>
                                  </a:cubicBezTo>
                                  <a:cubicBezTo>
                                    <a:pt x="238" y="221"/>
                                    <a:pt x="239" y="222"/>
                                    <a:pt x="239" y="224"/>
                                  </a:cubicBezTo>
                                  <a:cubicBezTo>
                                    <a:pt x="240" y="225"/>
                                    <a:pt x="241" y="225"/>
                                    <a:pt x="241" y="226"/>
                                  </a:cubicBezTo>
                                  <a:cubicBezTo>
                                    <a:pt x="241" y="228"/>
                                    <a:pt x="242" y="229"/>
                                    <a:pt x="241" y="230"/>
                                  </a:cubicBezTo>
                                  <a:cubicBezTo>
                                    <a:pt x="241" y="231"/>
                                    <a:pt x="241" y="231"/>
                                    <a:pt x="242" y="231"/>
                                  </a:cubicBezTo>
                                  <a:cubicBezTo>
                                    <a:pt x="242" y="232"/>
                                    <a:pt x="242" y="231"/>
                                    <a:pt x="243" y="231"/>
                                  </a:cubicBezTo>
                                  <a:cubicBezTo>
                                    <a:pt x="244" y="231"/>
                                    <a:pt x="244" y="232"/>
                                    <a:pt x="244" y="233"/>
                                  </a:cubicBezTo>
                                  <a:cubicBezTo>
                                    <a:pt x="245" y="234"/>
                                    <a:pt x="246" y="236"/>
                                    <a:pt x="246" y="238"/>
                                  </a:cubicBezTo>
                                  <a:cubicBezTo>
                                    <a:pt x="246" y="239"/>
                                    <a:pt x="244" y="240"/>
                                    <a:pt x="243" y="240"/>
                                  </a:cubicBezTo>
                                  <a:close/>
                                  <a:moveTo>
                                    <a:pt x="312" y="207"/>
                                  </a:moveTo>
                                  <a:cubicBezTo>
                                    <a:pt x="311" y="206"/>
                                    <a:pt x="311" y="206"/>
                                    <a:pt x="310" y="205"/>
                                  </a:cubicBezTo>
                                  <a:cubicBezTo>
                                    <a:pt x="310" y="205"/>
                                    <a:pt x="310" y="204"/>
                                    <a:pt x="311" y="204"/>
                                  </a:cubicBezTo>
                                  <a:cubicBezTo>
                                    <a:pt x="311" y="204"/>
                                    <a:pt x="311" y="204"/>
                                    <a:pt x="311" y="204"/>
                                  </a:cubicBezTo>
                                  <a:cubicBezTo>
                                    <a:pt x="312" y="205"/>
                                    <a:pt x="312" y="206"/>
                                    <a:pt x="313" y="206"/>
                                  </a:cubicBezTo>
                                  <a:cubicBezTo>
                                    <a:pt x="313" y="207"/>
                                    <a:pt x="313" y="207"/>
                                    <a:pt x="312" y="207"/>
                                  </a:cubicBezTo>
                                  <a:cubicBezTo>
                                    <a:pt x="312" y="208"/>
                                    <a:pt x="312" y="207"/>
                                    <a:pt x="312" y="207"/>
                                  </a:cubicBezTo>
                                  <a:close/>
                                  <a:moveTo>
                                    <a:pt x="329" y="77"/>
                                  </a:moveTo>
                                  <a:cubicBezTo>
                                    <a:pt x="329" y="76"/>
                                    <a:pt x="329" y="76"/>
                                    <a:pt x="329" y="75"/>
                                  </a:cubicBezTo>
                                  <a:cubicBezTo>
                                    <a:pt x="329" y="75"/>
                                    <a:pt x="330" y="75"/>
                                    <a:pt x="330" y="75"/>
                                  </a:cubicBezTo>
                                  <a:cubicBezTo>
                                    <a:pt x="331" y="76"/>
                                    <a:pt x="331" y="76"/>
                                    <a:pt x="331" y="76"/>
                                  </a:cubicBezTo>
                                  <a:cubicBezTo>
                                    <a:pt x="331" y="77"/>
                                    <a:pt x="331" y="78"/>
                                    <a:pt x="330" y="78"/>
                                  </a:cubicBezTo>
                                  <a:cubicBezTo>
                                    <a:pt x="329" y="78"/>
                                    <a:pt x="329" y="77"/>
                                    <a:pt x="329" y="77"/>
                                  </a:cubicBezTo>
                                  <a:close/>
                                  <a:moveTo>
                                    <a:pt x="278" y="253"/>
                                  </a:moveTo>
                                  <a:cubicBezTo>
                                    <a:pt x="277" y="253"/>
                                    <a:pt x="276" y="253"/>
                                    <a:pt x="276" y="252"/>
                                  </a:cubicBezTo>
                                  <a:cubicBezTo>
                                    <a:pt x="275" y="252"/>
                                    <a:pt x="275" y="252"/>
                                    <a:pt x="275" y="252"/>
                                  </a:cubicBezTo>
                                  <a:cubicBezTo>
                                    <a:pt x="275" y="251"/>
                                    <a:pt x="275" y="251"/>
                                    <a:pt x="276" y="251"/>
                                  </a:cubicBezTo>
                                  <a:cubicBezTo>
                                    <a:pt x="276" y="252"/>
                                    <a:pt x="277" y="250"/>
                                    <a:pt x="277" y="251"/>
                                  </a:cubicBezTo>
                                  <a:cubicBezTo>
                                    <a:pt x="278" y="252"/>
                                    <a:pt x="278" y="252"/>
                                    <a:pt x="278" y="252"/>
                                  </a:cubicBezTo>
                                  <a:cubicBezTo>
                                    <a:pt x="279" y="252"/>
                                    <a:pt x="279" y="253"/>
                                    <a:pt x="278" y="253"/>
                                  </a:cubicBezTo>
                                  <a:cubicBezTo>
                                    <a:pt x="278" y="253"/>
                                    <a:pt x="278" y="254"/>
                                    <a:pt x="277" y="253"/>
                                  </a:cubicBezTo>
                                  <a:cubicBezTo>
                                    <a:pt x="277" y="253"/>
                                    <a:pt x="278" y="253"/>
                                    <a:pt x="278" y="253"/>
                                  </a:cubicBezTo>
                                  <a:close/>
                                  <a:moveTo>
                                    <a:pt x="424" y="218"/>
                                  </a:moveTo>
                                  <a:cubicBezTo>
                                    <a:pt x="424" y="219"/>
                                    <a:pt x="424" y="220"/>
                                    <a:pt x="423" y="220"/>
                                  </a:cubicBezTo>
                                  <a:cubicBezTo>
                                    <a:pt x="422" y="220"/>
                                    <a:pt x="422" y="219"/>
                                    <a:pt x="422" y="218"/>
                                  </a:cubicBezTo>
                                  <a:cubicBezTo>
                                    <a:pt x="422" y="218"/>
                                    <a:pt x="423" y="217"/>
                                    <a:pt x="423" y="217"/>
                                  </a:cubicBezTo>
                                  <a:cubicBezTo>
                                    <a:pt x="424" y="217"/>
                                    <a:pt x="424" y="218"/>
                                    <a:pt x="424" y="218"/>
                                  </a:cubicBezTo>
                                  <a:close/>
                                  <a:moveTo>
                                    <a:pt x="307" y="238"/>
                                  </a:moveTo>
                                  <a:cubicBezTo>
                                    <a:pt x="307" y="238"/>
                                    <a:pt x="307" y="239"/>
                                    <a:pt x="306" y="239"/>
                                  </a:cubicBezTo>
                                  <a:cubicBezTo>
                                    <a:pt x="305" y="239"/>
                                    <a:pt x="305" y="238"/>
                                    <a:pt x="304" y="237"/>
                                  </a:cubicBezTo>
                                  <a:cubicBezTo>
                                    <a:pt x="304" y="236"/>
                                    <a:pt x="305" y="237"/>
                                    <a:pt x="305" y="237"/>
                                  </a:cubicBezTo>
                                  <a:cubicBezTo>
                                    <a:pt x="306" y="237"/>
                                    <a:pt x="307" y="237"/>
                                    <a:pt x="307" y="238"/>
                                  </a:cubicBezTo>
                                  <a:close/>
                                  <a:moveTo>
                                    <a:pt x="419" y="11"/>
                                  </a:moveTo>
                                  <a:cubicBezTo>
                                    <a:pt x="419" y="11"/>
                                    <a:pt x="419" y="10"/>
                                    <a:pt x="420" y="10"/>
                                  </a:cubicBezTo>
                                  <a:cubicBezTo>
                                    <a:pt x="420" y="10"/>
                                    <a:pt x="420" y="10"/>
                                    <a:pt x="420" y="10"/>
                                  </a:cubicBezTo>
                                  <a:cubicBezTo>
                                    <a:pt x="421" y="10"/>
                                    <a:pt x="421" y="11"/>
                                    <a:pt x="421" y="11"/>
                                  </a:cubicBezTo>
                                  <a:cubicBezTo>
                                    <a:pt x="421" y="12"/>
                                    <a:pt x="420" y="13"/>
                                    <a:pt x="420" y="13"/>
                                  </a:cubicBezTo>
                                  <a:cubicBezTo>
                                    <a:pt x="419" y="12"/>
                                    <a:pt x="420" y="12"/>
                                    <a:pt x="419" y="11"/>
                                  </a:cubicBezTo>
                                  <a:close/>
                                  <a:moveTo>
                                    <a:pt x="500" y="77"/>
                                  </a:moveTo>
                                  <a:cubicBezTo>
                                    <a:pt x="498" y="78"/>
                                    <a:pt x="497" y="78"/>
                                    <a:pt x="496" y="77"/>
                                  </a:cubicBezTo>
                                  <a:cubicBezTo>
                                    <a:pt x="497" y="77"/>
                                    <a:pt x="498" y="77"/>
                                    <a:pt x="500" y="77"/>
                                  </a:cubicBezTo>
                                  <a:close/>
                                  <a:moveTo>
                                    <a:pt x="365" y="182"/>
                                  </a:moveTo>
                                  <a:cubicBezTo>
                                    <a:pt x="366" y="181"/>
                                    <a:pt x="367" y="180"/>
                                    <a:pt x="366" y="179"/>
                                  </a:cubicBezTo>
                                  <a:cubicBezTo>
                                    <a:pt x="366" y="179"/>
                                    <a:pt x="366" y="179"/>
                                    <a:pt x="367" y="179"/>
                                  </a:cubicBezTo>
                                  <a:cubicBezTo>
                                    <a:pt x="368" y="179"/>
                                    <a:pt x="368" y="177"/>
                                    <a:pt x="369" y="177"/>
                                  </a:cubicBezTo>
                                  <a:cubicBezTo>
                                    <a:pt x="370" y="177"/>
                                    <a:pt x="372" y="177"/>
                                    <a:pt x="373" y="177"/>
                                  </a:cubicBezTo>
                                  <a:cubicBezTo>
                                    <a:pt x="374" y="178"/>
                                    <a:pt x="374" y="179"/>
                                    <a:pt x="373" y="180"/>
                                  </a:cubicBezTo>
                                  <a:cubicBezTo>
                                    <a:pt x="372" y="181"/>
                                    <a:pt x="370" y="181"/>
                                    <a:pt x="369" y="182"/>
                                  </a:cubicBezTo>
                                  <a:cubicBezTo>
                                    <a:pt x="368" y="182"/>
                                    <a:pt x="367" y="182"/>
                                    <a:pt x="366" y="183"/>
                                  </a:cubicBezTo>
                                  <a:cubicBezTo>
                                    <a:pt x="366" y="183"/>
                                    <a:pt x="365" y="183"/>
                                    <a:pt x="365" y="182"/>
                                  </a:cubicBezTo>
                                  <a:close/>
                                  <a:moveTo>
                                    <a:pt x="252" y="276"/>
                                  </a:moveTo>
                                  <a:cubicBezTo>
                                    <a:pt x="252" y="276"/>
                                    <a:pt x="251" y="277"/>
                                    <a:pt x="251" y="277"/>
                                  </a:cubicBezTo>
                                  <a:cubicBezTo>
                                    <a:pt x="250" y="277"/>
                                    <a:pt x="250" y="277"/>
                                    <a:pt x="250" y="277"/>
                                  </a:cubicBezTo>
                                  <a:cubicBezTo>
                                    <a:pt x="250" y="276"/>
                                    <a:pt x="249" y="276"/>
                                    <a:pt x="249" y="276"/>
                                  </a:cubicBezTo>
                                  <a:cubicBezTo>
                                    <a:pt x="250" y="276"/>
                                    <a:pt x="250" y="276"/>
                                    <a:pt x="250" y="276"/>
                                  </a:cubicBezTo>
                                  <a:cubicBezTo>
                                    <a:pt x="251" y="276"/>
                                    <a:pt x="251" y="276"/>
                                    <a:pt x="252" y="275"/>
                                  </a:cubicBezTo>
                                  <a:cubicBezTo>
                                    <a:pt x="252" y="275"/>
                                    <a:pt x="253" y="275"/>
                                    <a:pt x="253" y="276"/>
                                  </a:cubicBezTo>
                                  <a:cubicBezTo>
                                    <a:pt x="253" y="276"/>
                                    <a:pt x="253" y="276"/>
                                    <a:pt x="252" y="276"/>
                                  </a:cubicBezTo>
                                  <a:close/>
                                  <a:moveTo>
                                    <a:pt x="263" y="207"/>
                                  </a:moveTo>
                                  <a:cubicBezTo>
                                    <a:pt x="263" y="206"/>
                                    <a:pt x="262" y="205"/>
                                    <a:pt x="263" y="205"/>
                                  </a:cubicBezTo>
                                  <a:cubicBezTo>
                                    <a:pt x="264" y="205"/>
                                    <a:pt x="264" y="206"/>
                                    <a:pt x="264" y="207"/>
                                  </a:cubicBezTo>
                                  <a:cubicBezTo>
                                    <a:pt x="264" y="207"/>
                                    <a:pt x="264" y="208"/>
                                    <a:pt x="264" y="208"/>
                                  </a:cubicBezTo>
                                  <a:cubicBezTo>
                                    <a:pt x="263" y="208"/>
                                    <a:pt x="262" y="208"/>
                                    <a:pt x="263" y="207"/>
                                  </a:cubicBezTo>
                                  <a:close/>
                                  <a:moveTo>
                                    <a:pt x="446" y="0"/>
                                  </a:moveTo>
                                  <a:cubicBezTo>
                                    <a:pt x="446" y="0"/>
                                    <a:pt x="446" y="0"/>
                                    <a:pt x="446" y="0"/>
                                  </a:cubicBezTo>
                                  <a:cubicBezTo>
                                    <a:pt x="447" y="0"/>
                                    <a:pt x="448" y="0"/>
                                    <a:pt x="449" y="1"/>
                                  </a:cubicBezTo>
                                  <a:cubicBezTo>
                                    <a:pt x="449" y="1"/>
                                    <a:pt x="449" y="1"/>
                                    <a:pt x="449" y="1"/>
                                  </a:cubicBezTo>
                                  <a:cubicBezTo>
                                    <a:pt x="448" y="2"/>
                                    <a:pt x="448" y="2"/>
                                    <a:pt x="448" y="2"/>
                                  </a:cubicBezTo>
                                  <a:cubicBezTo>
                                    <a:pt x="447" y="1"/>
                                    <a:pt x="447" y="1"/>
                                    <a:pt x="446" y="1"/>
                                  </a:cubicBezTo>
                                  <a:cubicBezTo>
                                    <a:pt x="446" y="1"/>
                                    <a:pt x="446" y="1"/>
                                    <a:pt x="446" y="0"/>
                                  </a:cubicBezTo>
                                  <a:close/>
                                  <a:moveTo>
                                    <a:pt x="508" y="71"/>
                                  </a:moveTo>
                                  <a:cubicBezTo>
                                    <a:pt x="508" y="71"/>
                                    <a:pt x="509" y="71"/>
                                    <a:pt x="509" y="71"/>
                                  </a:cubicBezTo>
                                  <a:cubicBezTo>
                                    <a:pt x="509" y="72"/>
                                    <a:pt x="508" y="72"/>
                                    <a:pt x="508" y="72"/>
                                  </a:cubicBezTo>
                                  <a:cubicBezTo>
                                    <a:pt x="507" y="72"/>
                                    <a:pt x="507" y="72"/>
                                    <a:pt x="507" y="72"/>
                                  </a:cubicBezTo>
                                  <a:cubicBezTo>
                                    <a:pt x="507" y="71"/>
                                    <a:pt x="507" y="71"/>
                                    <a:pt x="508" y="71"/>
                                  </a:cubicBezTo>
                                  <a:close/>
                                  <a:moveTo>
                                    <a:pt x="292" y="245"/>
                                  </a:moveTo>
                                  <a:cubicBezTo>
                                    <a:pt x="292" y="244"/>
                                    <a:pt x="291" y="242"/>
                                    <a:pt x="293" y="243"/>
                                  </a:cubicBezTo>
                                  <a:cubicBezTo>
                                    <a:pt x="294" y="243"/>
                                    <a:pt x="294" y="243"/>
                                    <a:pt x="294" y="243"/>
                                  </a:cubicBezTo>
                                  <a:cubicBezTo>
                                    <a:pt x="294" y="244"/>
                                    <a:pt x="293" y="245"/>
                                    <a:pt x="292" y="245"/>
                                  </a:cubicBezTo>
                                  <a:close/>
                                  <a:moveTo>
                                    <a:pt x="309" y="269"/>
                                  </a:moveTo>
                                  <a:cubicBezTo>
                                    <a:pt x="309" y="270"/>
                                    <a:pt x="309" y="271"/>
                                    <a:pt x="308" y="271"/>
                                  </a:cubicBezTo>
                                  <a:cubicBezTo>
                                    <a:pt x="307" y="271"/>
                                    <a:pt x="307" y="270"/>
                                    <a:pt x="307" y="269"/>
                                  </a:cubicBezTo>
                                  <a:cubicBezTo>
                                    <a:pt x="308" y="269"/>
                                    <a:pt x="308" y="269"/>
                                    <a:pt x="309" y="269"/>
                                  </a:cubicBezTo>
                                  <a:cubicBezTo>
                                    <a:pt x="309" y="269"/>
                                    <a:pt x="309" y="269"/>
                                    <a:pt x="309" y="269"/>
                                  </a:cubicBezTo>
                                  <a:close/>
                                  <a:moveTo>
                                    <a:pt x="272" y="283"/>
                                  </a:moveTo>
                                  <a:cubicBezTo>
                                    <a:pt x="271" y="284"/>
                                    <a:pt x="270" y="284"/>
                                    <a:pt x="269" y="284"/>
                                  </a:cubicBezTo>
                                  <a:cubicBezTo>
                                    <a:pt x="269" y="285"/>
                                    <a:pt x="268" y="285"/>
                                    <a:pt x="268" y="284"/>
                                  </a:cubicBezTo>
                                  <a:cubicBezTo>
                                    <a:pt x="268" y="284"/>
                                    <a:pt x="268" y="284"/>
                                    <a:pt x="269" y="284"/>
                                  </a:cubicBezTo>
                                  <a:cubicBezTo>
                                    <a:pt x="270" y="284"/>
                                    <a:pt x="271" y="283"/>
                                    <a:pt x="272" y="283"/>
                                  </a:cubicBezTo>
                                  <a:close/>
                                  <a:moveTo>
                                    <a:pt x="381" y="259"/>
                                  </a:moveTo>
                                  <a:cubicBezTo>
                                    <a:pt x="381" y="259"/>
                                    <a:pt x="381" y="258"/>
                                    <a:pt x="381" y="258"/>
                                  </a:cubicBezTo>
                                  <a:cubicBezTo>
                                    <a:pt x="381" y="258"/>
                                    <a:pt x="382" y="259"/>
                                    <a:pt x="382" y="259"/>
                                  </a:cubicBezTo>
                                  <a:cubicBezTo>
                                    <a:pt x="382" y="259"/>
                                    <a:pt x="382" y="260"/>
                                    <a:pt x="382" y="261"/>
                                  </a:cubicBezTo>
                                  <a:cubicBezTo>
                                    <a:pt x="382" y="260"/>
                                    <a:pt x="380" y="260"/>
                                    <a:pt x="381" y="259"/>
                                  </a:cubicBezTo>
                                  <a:close/>
                                  <a:moveTo>
                                    <a:pt x="272" y="283"/>
                                  </a:moveTo>
                                  <a:cubicBezTo>
                                    <a:pt x="272" y="283"/>
                                    <a:pt x="272" y="283"/>
                                    <a:pt x="272" y="283"/>
                                  </a:cubicBezTo>
                                  <a:cubicBezTo>
                                    <a:pt x="272" y="283"/>
                                    <a:pt x="272" y="282"/>
                                    <a:pt x="273" y="282"/>
                                  </a:cubicBezTo>
                                  <a:cubicBezTo>
                                    <a:pt x="273" y="282"/>
                                    <a:pt x="273" y="282"/>
                                    <a:pt x="273" y="283"/>
                                  </a:cubicBezTo>
                                  <a:cubicBezTo>
                                    <a:pt x="274" y="283"/>
                                    <a:pt x="274" y="283"/>
                                    <a:pt x="273" y="284"/>
                                  </a:cubicBezTo>
                                  <a:cubicBezTo>
                                    <a:pt x="273" y="284"/>
                                    <a:pt x="273" y="284"/>
                                    <a:pt x="272" y="283"/>
                                  </a:cubicBezTo>
                                  <a:close/>
                                  <a:moveTo>
                                    <a:pt x="182" y="240"/>
                                  </a:move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39"/>
                                    <a:pt x="182" y="239"/>
                                    <a:pt x="183" y="239"/>
                                  </a:cubicBezTo>
                                  <a:cubicBezTo>
                                    <a:pt x="183" y="239"/>
                                    <a:pt x="184" y="239"/>
                                    <a:pt x="184" y="240"/>
                                  </a:cubicBezTo>
                                  <a:cubicBezTo>
                                    <a:pt x="183" y="240"/>
                                    <a:pt x="183" y="240"/>
                                    <a:pt x="182" y="240"/>
                                  </a:cubicBezTo>
                                  <a:close/>
                                  <a:moveTo>
                                    <a:pt x="297" y="279"/>
                                  </a:moveTo>
                                  <a:cubicBezTo>
                                    <a:pt x="297" y="278"/>
                                    <a:pt x="297" y="277"/>
                                    <a:pt x="298" y="277"/>
                                  </a:cubicBezTo>
                                  <a:cubicBezTo>
                                    <a:pt x="299" y="278"/>
                                    <a:pt x="298" y="279"/>
                                    <a:pt x="297" y="279"/>
                                  </a:cubicBezTo>
                                  <a:close/>
                                  <a:moveTo>
                                    <a:pt x="126" y="275"/>
                                  </a:moveTo>
                                  <a:cubicBezTo>
                                    <a:pt x="125" y="276"/>
                                    <a:pt x="125" y="276"/>
                                    <a:pt x="125" y="275"/>
                                  </a:cubicBezTo>
                                  <a:cubicBezTo>
                                    <a:pt x="124" y="275"/>
                                    <a:pt x="124" y="275"/>
                                    <a:pt x="123" y="275"/>
                                  </a:cubicBezTo>
                                  <a:cubicBezTo>
                                    <a:pt x="124" y="274"/>
                                    <a:pt x="125" y="274"/>
                                    <a:pt x="125" y="275"/>
                                  </a:cubicBezTo>
                                  <a:cubicBezTo>
                                    <a:pt x="126" y="275"/>
                                    <a:pt x="126" y="275"/>
                                    <a:pt x="126" y="275"/>
                                  </a:cubicBezTo>
                                  <a:close/>
                                  <a:moveTo>
                                    <a:pt x="237" y="175"/>
                                  </a:moveTo>
                                  <a:cubicBezTo>
                                    <a:pt x="237" y="176"/>
                                    <a:pt x="238" y="176"/>
                                    <a:pt x="237" y="177"/>
                                  </a:cubicBezTo>
                                  <a:cubicBezTo>
                                    <a:pt x="238" y="177"/>
                                    <a:pt x="238" y="177"/>
                                    <a:pt x="238" y="177"/>
                                  </a:cubicBezTo>
                                  <a:cubicBezTo>
                                    <a:pt x="238" y="177"/>
                                    <a:pt x="237" y="177"/>
                                    <a:pt x="237" y="177"/>
                                  </a:cubicBezTo>
                                  <a:cubicBezTo>
                                    <a:pt x="237" y="177"/>
                                    <a:pt x="237" y="178"/>
                                    <a:pt x="238" y="178"/>
                                  </a:cubicBezTo>
                                  <a:cubicBezTo>
                                    <a:pt x="238" y="179"/>
                                    <a:pt x="238" y="179"/>
                                    <a:pt x="239" y="179"/>
                                  </a:cubicBezTo>
                                  <a:cubicBezTo>
                                    <a:pt x="240" y="178"/>
                                    <a:pt x="241" y="178"/>
                                    <a:pt x="242" y="178"/>
                                  </a:cubicBezTo>
                                  <a:cubicBezTo>
                                    <a:pt x="242" y="178"/>
                                    <a:pt x="242" y="178"/>
                                    <a:pt x="242" y="178"/>
                                  </a:cubicBezTo>
                                  <a:cubicBezTo>
                                    <a:pt x="243" y="178"/>
                                    <a:pt x="243" y="178"/>
                                    <a:pt x="244" y="178"/>
                                  </a:cubicBezTo>
                                  <a:cubicBezTo>
                                    <a:pt x="244" y="179"/>
                                    <a:pt x="244" y="179"/>
                                    <a:pt x="243" y="180"/>
                                  </a:cubicBezTo>
                                  <a:cubicBezTo>
                                    <a:pt x="243" y="182"/>
                                    <a:pt x="243" y="183"/>
                                    <a:pt x="242" y="185"/>
                                  </a:cubicBezTo>
                                  <a:cubicBezTo>
                                    <a:pt x="242" y="185"/>
                                    <a:pt x="242" y="186"/>
                                    <a:pt x="242" y="186"/>
                                  </a:cubicBezTo>
                                  <a:cubicBezTo>
                                    <a:pt x="242" y="186"/>
                                    <a:pt x="242" y="186"/>
                                    <a:pt x="242" y="186"/>
                                  </a:cubicBezTo>
                                  <a:cubicBezTo>
                                    <a:pt x="243" y="186"/>
                                    <a:pt x="244" y="186"/>
                                    <a:pt x="244" y="185"/>
                                  </a:cubicBezTo>
                                  <a:cubicBezTo>
                                    <a:pt x="244" y="184"/>
                                    <a:pt x="245" y="183"/>
                                    <a:pt x="245" y="181"/>
                                  </a:cubicBezTo>
                                  <a:cubicBezTo>
                                    <a:pt x="245" y="181"/>
                                    <a:pt x="245" y="181"/>
                                    <a:pt x="246" y="181"/>
                                  </a:cubicBezTo>
                                  <a:cubicBezTo>
                                    <a:pt x="247" y="181"/>
                                    <a:pt x="247" y="180"/>
                                    <a:pt x="247" y="180"/>
                                  </a:cubicBezTo>
                                  <a:cubicBezTo>
                                    <a:pt x="247" y="180"/>
                                    <a:pt x="248" y="180"/>
                                    <a:pt x="248" y="180"/>
                                  </a:cubicBezTo>
                                  <a:cubicBezTo>
                                    <a:pt x="248" y="181"/>
                                    <a:pt x="248" y="181"/>
                                    <a:pt x="249" y="182"/>
                                  </a:cubicBezTo>
                                  <a:cubicBezTo>
                                    <a:pt x="250" y="182"/>
                                    <a:pt x="250" y="183"/>
                                    <a:pt x="249" y="184"/>
                                  </a:cubicBezTo>
                                  <a:cubicBezTo>
                                    <a:pt x="248" y="184"/>
                                    <a:pt x="248" y="185"/>
                                    <a:pt x="247" y="186"/>
                                  </a:cubicBezTo>
                                  <a:cubicBezTo>
                                    <a:pt x="246" y="187"/>
                                    <a:pt x="247" y="187"/>
                                    <a:pt x="248" y="187"/>
                                  </a:cubicBezTo>
                                  <a:cubicBezTo>
                                    <a:pt x="248" y="188"/>
                                    <a:pt x="249" y="187"/>
                                    <a:pt x="249" y="187"/>
                                  </a:cubicBezTo>
                                  <a:cubicBezTo>
                                    <a:pt x="249" y="187"/>
                                    <a:pt x="249" y="186"/>
                                    <a:pt x="249" y="186"/>
                                  </a:cubicBezTo>
                                  <a:cubicBezTo>
                                    <a:pt x="251" y="186"/>
                                    <a:pt x="249" y="187"/>
                                    <a:pt x="250" y="188"/>
                                  </a:cubicBezTo>
                                  <a:cubicBezTo>
                                    <a:pt x="251" y="187"/>
                                    <a:pt x="252" y="188"/>
                                    <a:pt x="252" y="187"/>
                                  </a:cubicBezTo>
                                  <a:cubicBezTo>
                                    <a:pt x="253" y="188"/>
                                    <a:pt x="253" y="188"/>
                                    <a:pt x="252" y="189"/>
                                  </a:cubicBezTo>
                                  <a:cubicBezTo>
                                    <a:pt x="252" y="189"/>
                                    <a:pt x="252" y="189"/>
                                    <a:pt x="252" y="189"/>
                                  </a:cubicBezTo>
                                  <a:cubicBezTo>
                                    <a:pt x="252" y="191"/>
                                    <a:pt x="251" y="191"/>
                                    <a:pt x="250" y="191"/>
                                  </a:cubicBezTo>
                                  <a:cubicBezTo>
                                    <a:pt x="250" y="191"/>
                                    <a:pt x="250" y="191"/>
                                    <a:pt x="250" y="191"/>
                                  </a:cubicBezTo>
                                  <a:cubicBezTo>
                                    <a:pt x="249" y="191"/>
                                    <a:pt x="249" y="191"/>
                                    <a:pt x="248" y="192"/>
                                  </a:cubicBezTo>
                                  <a:cubicBezTo>
                                    <a:pt x="248" y="193"/>
                                    <a:pt x="249" y="192"/>
                                    <a:pt x="250" y="192"/>
                                  </a:cubicBezTo>
                                  <a:cubicBezTo>
                                    <a:pt x="250" y="192"/>
                                    <a:pt x="251" y="192"/>
                                    <a:pt x="251" y="192"/>
                                  </a:cubicBezTo>
                                  <a:cubicBezTo>
                                    <a:pt x="252" y="192"/>
                                    <a:pt x="253" y="193"/>
                                    <a:pt x="252" y="194"/>
                                  </a:cubicBezTo>
                                  <a:cubicBezTo>
                                    <a:pt x="252" y="194"/>
                                    <a:pt x="252" y="194"/>
                                    <a:pt x="252" y="195"/>
                                  </a:cubicBezTo>
                                  <a:cubicBezTo>
                                    <a:pt x="252" y="195"/>
                                    <a:pt x="252" y="196"/>
                                    <a:pt x="252" y="196"/>
                                  </a:cubicBezTo>
                                  <a:cubicBezTo>
                                    <a:pt x="252" y="196"/>
                                    <a:pt x="251" y="196"/>
                                    <a:pt x="251" y="196"/>
                                  </a:cubicBezTo>
                                  <a:cubicBezTo>
                                    <a:pt x="250" y="196"/>
                                    <a:pt x="250" y="195"/>
                                    <a:pt x="249" y="196"/>
                                  </a:cubicBezTo>
                                  <a:cubicBezTo>
                                    <a:pt x="248" y="196"/>
                                    <a:pt x="247" y="195"/>
                                    <a:pt x="247" y="195"/>
                                  </a:cubicBezTo>
                                  <a:cubicBezTo>
                                    <a:pt x="246" y="194"/>
                                    <a:pt x="246" y="194"/>
                                    <a:pt x="246" y="194"/>
                                  </a:cubicBezTo>
                                  <a:cubicBezTo>
                                    <a:pt x="244" y="193"/>
                                    <a:pt x="243" y="193"/>
                                    <a:pt x="242" y="195"/>
                                  </a:cubicBezTo>
                                  <a:cubicBezTo>
                                    <a:pt x="242" y="197"/>
                                    <a:pt x="242" y="199"/>
                                    <a:pt x="243" y="200"/>
                                  </a:cubicBezTo>
                                  <a:cubicBezTo>
                                    <a:pt x="243" y="201"/>
                                    <a:pt x="242" y="201"/>
                                    <a:pt x="243" y="201"/>
                                  </a:cubicBezTo>
                                  <a:cubicBezTo>
                                    <a:pt x="244" y="204"/>
                                    <a:pt x="246" y="204"/>
                                    <a:pt x="248" y="205"/>
                                  </a:cubicBezTo>
                                  <a:cubicBezTo>
                                    <a:pt x="248" y="205"/>
                                    <a:pt x="249" y="205"/>
                                    <a:pt x="249" y="204"/>
                                  </a:cubicBezTo>
                                  <a:cubicBezTo>
                                    <a:pt x="249" y="203"/>
                                    <a:pt x="250" y="203"/>
                                    <a:pt x="252" y="202"/>
                                  </a:cubicBezTo>
                                  <a:cubicBezTo>
                                    <a:pt x="252" y="202"/>
                                    <a:pt x="252" y="202"/>
                                    <a:pt x="253" y="202"/>
                                  </a:cubicBezTo>
                                  <a:cubicBezTo>
                                    <a:pt x="253" y="201"/>
                                    <a:pt x="254" y="201"/>
                                    <a:pt x="255" y="201"/>
                                  </a:cubicBezTo>
                                  <a:cubicBezTo>
                                    <a:pt x="255" y="201"/>
                                    <a:pt x="256" y="201"/>
                                    <a:pt x="256" y="200"/>
                                  </a:cubicBezTo>
                                  <a:cubicBezTo>
                                    <a:pt x="256" y="200"/>
                                    <a:pt x="257" y="200"/>
                                    <a:pt x="257" y="200"/>
                                  </a:cubicBezTo>
                                  <a:cubicBezTo>
                                    <a:pt x="257" y="201"/>
                                    <a:pt x="257" y="201"/>
                                    <a:pt x="257" y="201"/>
                                  </a:cubicBezTo>
                                  <a:cubicBezTo>
                                    <a:pt x="256" y="202"/>
                                    <a:pt x="256" y="203"/>
                                    <a:pt x="256" y="204"/>
                                  </a:cubicBezTo>
                                  <a:cubicBezTo>
                                    <a:pt x="258" y="205"/>
                                    <a:pt x="259" y="204"/>
                                    <a:pt x="260" y="204"/>
                                  </a:cubicBezTo>
                                  <a:cubicBezTo>
                                    <a:pt x="261" y="203"/>
                                    <a:pt x="261" y="203"/>
                                    <a:pt x="261" y="204"/>
                                  </a:cubicBezTo>
                                  <a:cubicBezTo>
                                    <a:pt x="261" y="204"/>
                                    <a:pt x="262" y="204"/>
                                    <a:pt x="263" y="204"/>
                                  </a:cubicBezTo>
                                  <a:cubicBezTo>
                                    <a:pt x="264" y="205"/>
                                    <a:pt x="265" y="205"/>
                                    <a:pt x="266" y="207"/>
                                  </a:cubicBezTo>
                                  <a:cubicBezTo>
                                    <a:pt x="266" y="207"/>
                                    <a:pt x="266" y="207"/>
                                    <a:pt x="266" y="207"/>
                                  </a:cubicBezTo>
                                  <a:cubicBezTo>
                                    <a:pt x="268" y="206"/>
                                    <a:pt x="268" y="207"/>
                                    <a:pt x="268" y="208"/>
                                  </a:cubicBezTo>
                                  <a:cubicBezTo>
                                    <a:pt x="269" y="209"/>
                                    <a:pt x="269" y="210"/>
                                    <a:pt x="269" y="212"/>
                                  </a:cubicBezTo>
                                  <a:cubicBezTo>
                                    <a:pt x="269" y="214"/>
                                    <a:pt x="270" y="215"/>
                                    <a:pt x="271" y="217"/>
                                  </a:cubicBezTo>
                                  <a:cubicBezTo>
                                    <a:pt x="272" y="219"/>
                                    <a:pt x="274" y="219"/>
                                    <a:pt x="275" y="220"/>
                                  </a:cubicBezTo>
                                  <a:cubicBezTo>
                                    <a:pt x="275" y="220"/>
                                    <a:pt x="276" y="220"/>
                                    <a:pt x="276" y="219"/>
                                  </a:cubicBezTo>
                                  <a:cubicBezTo>
                                    <a:pt x="276" y="218"/>
                                    <a:pt x="277" y="219"/>
                                    <a:pt x="278" y="219"/>
                                  </a:cubicBezTo>
                                  <a:cubicBezTo>
                                    <a:pt x="279" y="219"/>
                                    <a:pt x="279" y="218"/>
                                    <a:pt x="280" y="218"/>
                                  </a:cubicBezTo>
                                  <a:cubicBezTo>
                                    <a:pt x="281" y="218"/>
                                    <a:pt x="282" y="216"/>
                                    <a:pt x="281" y="216"/>
                                  </a:cubicBezTo>
                                  <a:cubicBezTo>
                                    <a:pt x="281" y="215"/>
                                    <a:pt x="281" y="214"/>
                                    <a:pt x="281" y="213"/>
                                  </a:cubicBezTo>
                                  <a:cubicBezTo>
                                    <a:pt x="282" y="212"/>
                                    <a:pt x="282" y="212"/>
                                    <a:pt x="282" y="211"/>
                                  </a:cubicBezTo>
                                  <a:cubicBezTo>
                                    <a:pt x="281" y="209"/>
                                    <a:pt x="280" y="208"/>
                                    <a:pt x="279" y="206"/>
                                  </a:cubicBezTo>
                                  <a:cubicBezTo>
                                    <a:pt x="279" y="206"/>
                                    <a:pt x="279" y="205"/>
                                    <a:pt x="278" y="205"/>
                                  </a:cubicBezTo>
                                  <a:cubicBezTo>
                                    <a:pt x="278" y="204"/>
                                    <a:pt x="278" y="203"/>
                                    <a:pt x="278" y="203"/>
                                  </a:cubicBezTo>
                                  <a:cubicBezTo>
                                    <a:pt x="276" y="203"/>
                                    <a:pt x="276" y="203"/>
                                    <a:pt x="276" y="201"/>
                                  </a:cubicBezTo>
                                  <a:cubicBezTo>
                                    <a:pt x="277" y="200"/>
                                    <a:pt x="277" y="200"/>
                                    <a:pt x="276" y="199"/>
                                  </a:cubicBezTo>
                                  <a:cubicBezTo>
                                    <a:pt x="276" y="199"/>
                                    <a:pt x="276" y="198"/>
                                    <a:pt x="276" y="198"/>
                                  </a:cubicBezTo>
                                  <a:cubicBezTo>
                                    <a:pt x="277" y="197"/>
                                    <a:pt x="277" y="197"/>
                                    <a:pt x="277" y="196"/>
                                  </a:cubicBezTo>
                                  <a:cubicBezTo>
                                    <a:pt x="277" y="195"/>
                                    <a:pt x="277" y="195"/>
                                    <a:pt x="278" y="194"/>
                                  </a:cubicBezTo>
                                  <a:cubicBezTo>
                                    <a:pt x="279" y="194"/>
                                    <a:pt x="278" y="193"/>
                                    <a:pt x="278" y="193"/>
                                  </a:cubicBezTo>
                                  <a:cubicBezTo>
                                    <a:pt x="277" y="193"/>
                                    <a:pt x="277" y="193"/>
                                    <a:pt x="276" y="192"/>
                                  </a:cubicBezTo>
                                  <a:cubicBezTo>
                                    <a:pt x="276" y="192"/>
                                    <a:pt x="276" y="192"/>
                                    <a:pt x="275" y="192"/>
                                  </a:cubicBezTo>
                                  <a:cubicBezTo>
                                    <a:pt x="274" y="192"/>
                                    <a:pt x="274" y="192"/>
                                    <a:pt x="275" y="191"/>
                                  </a:cubicBezTo>
                                  <a:cubicBezTo>
                                    <a:pt x="276" y="190"/>
                                    <a:pt x="275" y="189"/>
                                    <a:pt x="274" y="188"/>
                                  </a:cubicBezTo>
                                  <a:cubicBezTo>
                                    <a:pt x="273" y="187"/>
                                    <a:pt x="273" y="187"/>
                                    <a:pt x="273" y="186"/>
                                  </a:cubicBezTo>
                                  <a:cubicBezTo>
                                    <a:pt x="272" y="185"/>
                                    <a:pt x="272" y="185"/>
                                    <a:pt x="271" y="186"/>
                                  </a:cubicBezTo>
                                  <a:cubicBezTo>
                                    <a:pt x="270" y="186"/>
                                    <a:pt x="269" y="186"/>
                                    <a:pt x="269" y="187"/>
                                  </a:cubicBezTo>
                                  <a:cubicBezTo>
                                    <a:pt x="268" y="187"/>
                                    <a:pt x="268" y="187"/>
                                    <a:pt x="268" y="187"/>
                                  </a:cubicBezTo>
                                  <a:cubicBezTo>
                                    <a:pt x="268" y="186"/>
                                    <a:pt x="268" y="186"/>
                                    <a:pt x="268" y="186"/>
                                  </a:cubicBezTo>
                                  <a:cubicBezTo>
                                    <a:pt x="266" y="186"/>
                                    <a:pt x="267" y="185"/>
                                    <a:pt x="267" y="185"/>
                                  </a:cubicBezTo>
                                  <a:cubicBezTo>
                                    <a:pt x="267" y="184"/>
                                    <a:pt x="268" y="183"/>
                                    <a:pt x="268" y="182"/>
                                  </a:cubicBezTo>
                                  <a:cubicBezTo>
                                    <a:pt x="268" y="181"/>
                                    <a:pt x="268" y="180"/>
                                    <a:pt x="267" y="180"/>
                                  </a:cubicBezTo>
                                  <a:cubicBezTo>
                                    <a:pt x="266" y="180"/>
                                    <a:pt x="265" y="179"/>
                                    <a:pt x="265" y="178"/>
                                  </a:cubicBezTo>
                                  <a:cubicBezTo>
                                    <a:pt x="264" y="177"/>
                                    <a:pt x="263" y="177"/>
                                    <a:pt x="262" y="176"/>
                                  </a:cubicBezTo>
                                  <a:cubicBezTo>
                                    <a:pt x="262" y="176"/>
                                    <a:pt x="261" y="176"/>
                                    <a:pt x="261" y="177"/>
                                  </a:cubicBezTo>
                                  <a:cubicBezTo>
                                    <a:pt x="261" y="178"/>
                                    <a:pt x="261" y="178"/>
                                    <a:pt x="260" y="178"/>
                                  </a:cubicBezTo>
                                  <a:cubicBezTo>
                                    <a:pt x="259" y="179"/>
                                    <a:pt x="259" y="179"/>
                                    <a:pt x="259" y="180"/>
                                  </a:cubicBezTo>
                                  <a:cubicBezTo>
                                    <a:pt x="260" y="181"/>
                                    <a:pt x="259" y="182"/>
                                    <a:pt x="259" y="183"/>
                                  </a:cubicBezTo>
                                  <a:cubicBezTo>
                                    <a:pt x="258" y="183"/>
                                    <a:pt x="258" y="184"/>
                                    <a:pt x="258" y="184"/>
                                  </a:cubicBezTo>
                                  <a:cubicBezTo>
                                    <a:pt x="258" y="183"/>
                                    <a:pt x="257" y="183"/>
                                    <a:pt x="258" y="183"/>
                                  </a:cubicBezTo>
                                  <a:cubicBezTo>
                                    <a:pt x="258" y="182"/>
                                    <a:pt x="258" y="182"/>
                                    <a:pt x="258" y="182"/>
                                  </a:cubicBezTo>
                                  <a:cubicBezTo>
                                    <a:pt x="258" y="181"/>
                                    <a:pt x="258" y="180"/>
                                    <a:pt x="257" y="181"/>
                                  </a:cubicBezTo>
                                  <a:cubicBezTo>
                                    <a:pt x="257" y="179"/>
                                    <a:pt x="257" y="176"/>
                                    <a:pt x="257" y="174"/>
                                  </a:cubicBezTo>
                                  <a:cubicBezTo>
                                    <a:pt x="256" y="174"/>
                                    <a:pt x="255" y="173"/>
                                    <a:pt x="256" y="173"/>
                                  </a:cubicBezTo>
                                  <a:cubicBezTo>
                                    <a:pt x="255" y="172"/>
                                    <a:pt x="256" y="171"/>
                                    <a:pt x="255" y="171"/>
                                  </a:cubicBezTo>
                                  <a:cubicBezTo>
                                    <a:pt x="254" y="170"/>
                                    <a:pt x="254" y="168"/>
                                    <a:pt x="252" y="168"/>
                                  </a:cubicBezTo>
                                  <a:cubicBezTo>
                                    <a:pt x="251" y="168"/>
                                    <a:pt x="251" y="168"/>
                                    <a:pt x="251" y="168"/>
                                  </a:cubicBezTo>
                                  <a:cubicBezTo>
                                    <a:pt x="249" y="165"/>
                                    <a:pt x="248" y="166"/>
                                    <a:pt x="245" y="167"/>
                                  </a:cubicBezTo>
                                  <a:cubicBezTo>
                                    <a:pt x="244" y="168"/>
                                    <a:pt x="243" y="168"/>
                                    <a:pt x="242" y="168"/>
                                  </a:cubicBezTo>
                                  <a:cubicBezTo>
                                    <a:pt x="241" y="169"/>
                                    <a:pt x="240" y="169"/>
                                    <a:pt x="239" y="168"/>
                                  </a:cubicBezTo>
                                  <a:cubicBezTo>
                                    <a:pt x="239" y="168"/>
                                    <a:pt x="238" y="167"/>
                                    <a:pt x="238" y="168"/>
                                  </a:cubicBezTo>
                                  <a:cubicBezTo>
                                    <a:pt x="238" y="168"/>
                                    <a:pt x="238" y="168"/>
                                    <a:pt x="238" y="168"/>
                                  </a:cubicBezTo>
                                  <a:cubicBezTo>
                                    <a:pt x="239" y="169"/>
                                    <a:pt x="239" y="170"/>
                                    <a:pt x="238" y="170"/>
                                  </a:cubicBezTo>
                                  <a:cubicBezTo>
                                    <a:pt x="237" y="170"/>
                                    <a:pt x="238" y="171"/>
                                    <a:pt x="238" y="171"/>
                                  </a:cubicBezTo>
                                  <a:cubicBezTo>
                                    <a:pt x="237" y="173"/>
                                    <a:pt x="237" y="174"/>
                                    <a:pt x="237" y="175"/>
                                  </a:cubicBezTo>
                                  <a:close/>
                                  <a:moveTo>
                                    <a:pt x="295" y="249"/>
                                  </a:moveTo>
                                  <a:cubicBezTo>
                                    <a:pt x="295" y="249"/>
                                    <a:pt x="294" y="250"/>
                                    <a:pt x="294" y="250"/>
                                  </a:cubicBezTo>
                                  <a:cubicBezTo>
                                    <a:pt x="294" y="250"/>
                                    <a:pt x="293" y="249"/>
                                    <a:pt x="293" y="248"/>
                                  </a:cubicBezTo>
                                  <a:cubicBezTo>
                                    <a:pt x="293" y="248"/>
                                    <a:pt x="293" y="248"/>
                                    <a:pt x="294" y="248"/>
                                  </a:cubicBezTo>
                                  <a:cubicBezTo>
                                    <a:pt x="294" y="248"/>
                                    <a:pt x="294" y="249"/>
                                    <a:pt x="295" y="249"/>
                                  </a:cubicBezTo>
                                  <a:close/>
                                  <a:moveTo>
                                    <a:pt x="302" y="288"/>
                                  </a:moveTo>
                                  <a:cubicBezTo>
                                    <a:pt x="302" y="288"/>
                                    <a:pt x="301" y="288"/>
                                    <a:pt x="301" y="289"/>
                                  </a:cubicBezTo>
                                  <a:cubicBezTo>
                                    <a:pt x="301" y="289"/>
                                    <a:pt x="300" y="289"/>
                                    <a:pt x="300" y="289"/>
                                  </a:cubicBezTo>
                                  <a:cubicBezTo>
                                    <a:pt x="300" y="288"/>
                                    <a:pt x="301" y="288"/>
                                    <a:pt x="301" y="288"/>
                                  </a:cubicBezTo>
                                  <a:cubicBezTo>
                                    <a:pt x="301" y="288"/>
                                    <a:pt x="302" y="288"/>
                                    <a:pt x="302" y="288"/>
                                  </a:cubicBezTo>
                                  <a:close/>
                                  <a:moveTo>
                                    <a:pt x="279" y="137"/>
                                  </a:moveTo>
                                  <a:cubicBezTo>
                                    <a:pt x="279" y="136"/>
                                    <a:pt x="279" y="136"/>
                                    <a:pt x="280" y="135"/>
                                  </a:cubicBezTo>
                                  <a:cubicBezTo>
                                    <a:pt x="280" y="135"/>
                                    <a:pt x="280" y="135"/>
                                    <a:pt x="281" y="136"/>
                                  </a:cubicBezTo>
                                  <a:cubicBezTo>
                                    <a:pt x="280" y="136"/>
                                    <a:pt x="279" y="136"/>
                                    <a:pt x="279" y="137"/>
                                  </a:cubicBezTo>
                                  <a:close/>
                                  <a:moveTo>
                                    <a:pt x="290" y="257"/>
                                  </a:moveTo>
                                  <a:cubicBezTo>
                                    <a:pt x="289" y="257"/>
                                    <a:pt x="288" y="257"/>
                                    <a:pt x="287" y="257"/>
                                  </a:cubicBezTo>
                                  <a:cubicBezTo>
                                    <a:pt x="288" y="256"/>
                                    <a:pt x="288" y="256"/>
                                    <a:pt x="290" y="257"/>
                                  </a:cubicBezTo>
                                  <a:close/>
                                  <a:moveTo>
                                    <a:pt x="185" y="241"/>
                                  </a:moveTo>
                                  <a:cubicBezTo>
                                    <a:pt x="185" y="240"/>
                                    <a:pt x="185" y="240"/>
                                    <a:pt x="186" y="240"/>
                                  </a:cubicBezTo>
                                  <a:cubicBezTo>
                                    <a:pt x="186" y="240"/>
                                    <a:pt x="186" y="240"/>
                                    <a:pt x="186" y="240"/>
                                  </a:cubicBezTo>
                                  <a:cubicBezTo>
                                    <a:pt x="186" y="241"/>
                                    <a:pt x="186" y="241"/>
                                    <a:pt x="185" y="241"/>
                                  </a:cubicBezTo>
                                  <a:cubicBezTo>
                                    <a:pt x="185" y="241"/>
                                    <a:pt x="185" y="241"/>
                                    <a:pt x="185" y="241"/>
                                  </a:cubicBezTo>
                                  <a:close/>
                                  <a:moveTo>
                                    <a:pt x="354" y="200"/>
                                  </a:moveTo>
                                  <a:cubicBezTo>
                                    <a:pt x="354" y="202"/>
                                    <a:pt x="353" y="203"/>
                                    <a:pt x="353" y="204"/>
                                  </a:cubicBezTo>
                                  <a:cubicBezTo>
                                    <a:pt x="353" y="204"/>
                                    <a:pt x="353" y="205"/>
                                    <a:pt x="353" y="205"/>
                                  </a:cubicBezTo>
                                  <a:cubicBezTo>
                                    <a:pt x="352" y="205"/>
                                    <a:pt x="352" y="204"/>
                                    <a:pt x="352" y="204"/>
                                  </a:cubicBezTo>
                                  <a:cubicBezTo>
                                    <a:pt x="353" y="203"/>
                                    <a:pt x="352" y="202"/>
                                    <a:pt x="353" y="201"/>
                                  </a:cubicBezTo>
                                  <a:cubicBezTo>
                                    <a:pt x="354" y="201"/>
                                    <a:pt x="353" y="200"/>
                                    <a:pt x="353" y="200"/>
                                  </a:cubicBezTo>
                                  <a:cubicBezTo>
                                    <a:pt x="353" y="199"/>
                                    <a:pt x="353" y="199"/>
                                    <a:pt x="354" y="198"/>
                                  </a:cubicBezTo>
                                  <a:cubicBezTo>
                                    <a:pt x="354" y="198"/>
                                    <a:pt x="355" y="198"/>
                                    <a:pt x="355" y="199"/>
                                  </a:cubicBezTo>
                                  <a:cubicBezTo>
                                    <a:pt x="355" y="199"/>
                                    <a:pt x="355" y="200"/>
                                    <a:pt x="354" y="200"/>
                                  </a:cubicBezTo>
                                  <a:close/>
                                  <a:moveTo>
                                    <a:pt x="302" y="275"/>
                                  </a:moveTo>
                                  <a:cubicBezTo>
                                    <a:pt x="303" y="274"/>
                                    <a:pt x="302" y="274"/>
                                    <a:pt x="303" y="273"/>
                                  </a:cubicBezTo>
                                  <a:cubicBezTo>
                                    <a:pt x="303" y="273"/>
                                    <a:pt x="303" y="273"/>
                                    <a:pt x="303" y="273"/>
                                  </a:cubicBezTo>
                                  <a:cubicBezTo>
                                    <a:pt x="303" y="274"/>
                                    <a:pt x="303" y="274"/>
                                    <a:pt x="303" y="275"/>
                                  </a:cubicBezTo>
                                  <a:cubicBezTo>
                                    <a:pt x="303" y="275"/>
                                    <a:pt x="302" y="275"/>
                                    <a:pt x="302" y="275"/>
                                  </a:cubicBezTo>
                                  <a:close/>
                                  <a:moveTo>
                                    <a:pt x="297" y="282"/>
                                  </a:moveTo>
                                  <a:cubicBezTo>
                                    <a:pt x="296" y="282"/>
                                    <a:pt x="296" y="283"/>
                                    <a:pt x="295" y="283"/>
                                  </a:cubicBezTo>
                                  <a:cubicBezTo>
                                    <a:pt x="295" y="282"/>
                                    <a:pt x="295" y="282"/>
                                    <a:pt x="297" y="282"/>
                                  </a:cubicBezTo>
                                  <a:close/>
                                  <a:moveTo>
                                    <a:pt x="399" y="268"/>
                                  </a:moveTo>
                                  <a:cubicBezTo>
                                    <a:pt x="399" y="268"/>
                                    <a:pt x="399" y="268"/>
                                    <a:pt x="399" y="268"/>
                                  </a:cubicBezTo>
                                  <a:cubicBezTo>
                                    <a:pt x="399" y="267"/>
                                    <a:pt x="399" y="267"/>
                                    <a:pt x="400" y="267"/>
                                  </a:cubicBezTo>
                                  <a:cubicBezTo>
                                    <a:pt x="400" y="267"/>
                                    <a:pt x="400" y="267"/>
                                    <a:pt x="400" y="267"/>
                                  </a:cubicBezTo>
                                  <a:cubicBezTo>
                                    <a:pt x="400" y="268"/>
                                    <a:pt x="400" y="268"/>
                                    <a:pt x="399" y="268"/>
                                  </a:cubicBezTo>
                                  <a:close/>
                                  <a:moveTo>
                                    <a:pt x="285" y="316"/>
                                  </a:moveTo>
                                  <a:cubicBezTo>
                                    <a:pt x="284" y="316"/>
                                    <a:pt x="284" y="317"/>
                                    <a:pt x="283" y="316"/>
                                  </a:cubicBezTo>
                                  <a:cubicBezTo>
                                    <a:pt x="283" y="316"/>
                                    <a:pt x="283" y="316"/>
                                    <a:pt x="283" y="316"/>
                                  </a:cubicBezTo>
                                  <a:cubicBezTo>
                                    <a:pt x="284" y="315"/>
                                    <a:pt x="284" y="316"/>
                                    <a:pt x="285" y="316"/>
                                  </a:cubicBezTo>
                                  <a:close/>
                                  <a:moveTo>
                                    <a:pt x="266" y="285"/>
                                  </a:moveTo>
                                  <a:cubicBezTo>
                                    <a:pt x="266" y="285"/>
                                    <a:pt x="265" y="285"/>
                                    <a:pt x="265" y="285"/>
                                  </a:cubicBezTo>
                                  <a:cubicBezTo>
                                    <a:pt x="265" y="284"/>
                                    <a:pt x="266" y="284"/>
                                    <a:pt x="266" y="284"/>
                                  </a:cubicBezTo>
                                  <a:cubicBezTo>
                                    <a:pt x="266" y="285"/>
                                    <a:pt x="266" y="285"/>
                                    <a:pt x="266" y="285"/>
                                  </a:cubicBezTo>
                                  <a:close/>
                                  <a:moveTo>
                                    <a:pt x="294" y="290"/>
                                  </a:moveTo>
                                  <a:cubicBezTo>
                                    <a:pt x="294" y="291"/>
                                    <a:pt x="294" y="292"/>
                                    <a:pt x="294" y="292"/>
                                  </a:cubicBezTo>
                                  <a:cubicBezTo>
                                    <a:pt x="293" y="292"/>
                                    <a:pt x="293" y="291"/>
                                    <a:pt x="294" y="290"/>
                                  </a:cubicBezTo>
                                  <a:close/>
                                  <a:moveTo>
                                    <a:pt x="197" y="276"/>
                                  </a:moveTo>
                                  <a:cubicBezTo>
                                    <a:pt x="197" y="276"/>
                                    <a:pt x="197" y="276"/>
                                    <a:pt x="197" y="276"/>
                                  </a:cubicBezTo>
                                  <a:cubicBezTo>
                                    <a:pt x="196" y="276"/>
                                    <a:pt x="196" y="276"/>
                                    <a:pt x="195" y="276"/>
                                  </a:cubicBezTo>
                                  <a:cubicBezTo>
                                    <a:pt x="196" y="276"/>
                                    <a:pt x="196" y="275"/>
                                    <a:pt x="197" y="276"/>
                                  </a:cubicBezTo>
                                  <a:close/>
                                  <a:moveTo>
                                    <a:pt x="299" y="256"/>
                                  </a:moveTo>
                                  <a:cubicBezTo>
                                    <a:pt x="298" y="256"/>
                                    <a:pt x="299" y="256"/>
                                    <a:pt x="299" y="255"/>
                                  </a:cubicBezTo>
                                  <a:cubicBezTo>
                                    <a:pt x="299" y="256"/>
                                    <a:pt x="299" y="256"/>
                                    <a:pt x="299" y="256"/>
                                  </a:cubicBezTo>
                                  <a:cubicBezTo>
                                    <a:pt x="299" y="256"/>
                                    <a:pt x="299" y="256"/>
                                    <a:pt x="299" y="256"/>
                                  </a:cubicBezTo>
                                  <a:close/>
                                  <a:moveTo>
                                    <a:pt x="340" y="269"/>
                                  </a:moveTo>
                                  <a:cubicBezTo>
                                    <a:pt x="340" y="269"/>
                                    <a:pt x="339" y="269"/>
                                    <a:pt x="339" y="268"/>
                                  </a:cubicBezTo>
                                  <a:cubicBezTo>
                                    <a:pt x="340" y="268"/>
                                    <a:pt x="340" y="268"/>
                                    <a:pt x="340" y="269"/>
                                  </a:cubicBezTo>
                                  <a:close/>
                                  <a:moveTo>
                                    <a:pt x="134" y="251"/>
                                  </a:moveTo>
                                  <a:cubicBezTo>
                                    <a:pt x="135" y="251"/>
                                    <a:pt x="135" y="251"/>
                                    <a:pt x="135" y="251"/>
                                  </a:cubicBezTo>
                                  <a:cubicBezTo>
                                    <a:pt x="135" y="251"/>
                                    <a:pt x="135" y="251"/>
                                    <a:pt x="135" y="251"/>
                                  </a:cubicBezTo>
                                  <a:cubicBezTo>
                                    <a:pt x="134" y="251"/>
                                    <a:pt x="134" y="251"/>
                                    <a:pt x="134" y="251"/>
                                  </a:cubicBezTo>
                                  <a:close/>
                                  <a:moveTo>
                                    <a:pt x="123" y="271"/>
                                  </a:moveTo>
                                  <a:cubicBezTo>
                                    <a:pt x="122" y="271"/>
                                    <a:pt x="122" y="271"/>
                                    <a:pt x="121" y="271"/>
                                  </a:cubicBezTo>
                                  <a:cubicBezTo>
                                    <a:pt x="122" y="271"/>
                                    <a:pt x="122" y="271"/>
                                    <a:pt x="123" y="271"/>
                                  </a:cubicBezTo>
                                  <a:close/>
                                  <a:moveTo>
                                    <a:pt x="305" y="305"/>
                                  </a:moveTo>
                                  <a:cubicBezTo>
                                    <a:pt x="305" y="305"/>
                                    <a:pt x="304" y="305"/>
                                    <a:pt x="305" y="304"/>
                                  </a:cubicBezTo>
                                  <a:cubicBezTo>
                                    <a:pt x="305" y="305"/>
                                    <a:pt x="305" y="305"/>
                                    <a:pt x="305" y="305"/>
                                  </a:cubicBezTo>
                                  <a:cubicBezTo>
                                    <a:pt x="305" y="305"/>
                                    <a:pt x="305" y="305"/>
                                    <a:pt x="305" y="305"/>
                                  </a:cubicBezTo>
                                  <a:close/>
                                  <a:moveTo>
                                    <a:pt x="294" y="258"/>
                                  </a:moveTo>
                                  <a:cubicBezTo>
                                    <a:pt x="294" y="258"/>
                                    <a:pt x="294" y="259"/>
                                    <a:pt x="294" y="259"/>
                                  </a:cubicBezTo>
                                  <a:cubicBezTo>
                                    <a:pt x="293" y="259"/>
                                    <a:pt x="293" y="258"/>
                                    <a:pt x="294" y="258"/>
                                  </a:cubicBezTo>
                                  <a:close/>
                                  <a:moveTo>
                                    <a:pt x="287" y="305"/>
                                  </a:moveTo>
                                  <a:cubicBezTo>
                                    <a:pt x="287" y="305"/>
                                    <a:pt x="286" y="306"/>
                                    <a:pt x="286" y="306"/>
                                  </a:cubicBezTo>
                                  <a:cubicBezTo>
                                    <a:pt x="286" y="306"/>
                                    <a:pt x="286" y="306"/>
                                    <a:pt x="286" y="305"/>
                                  </a:cubicBezTo>
                                  <a:cubicBezTo>
                                    <a:pt x="286" y="305"/>
                                    <a:pt x="286" y="305"/>
                                    <a:pt x="286" y="305"/>
                                  </a:cubicBezTo>
                                  <a:cubicBezTo>
                                    <a:pt x="287" y="305"/>
                                    <a:pt x="287" y="305"/>
                                    <a:pt x="287" y="305"/>
                                  </a:cubicBezTo>
                                  <a:close/>
                                  <a:moveTo>
                                    <a:pt x="301" y="306"/>
                                  </a:moveTo>
                                  <a:cubicBezTo>
                                    <a:pt x="301" y="306"/>
                                    <a:pt x="300" y="306"/>
                                    <a:pt x="300" y="306"/>
                                  </a:cubicBezTo>
                                  <a:cubicBezTo>
                                    <a:pt x="300" y="306"/>
                                    <a:pt x="300" y="306"/>
                                    <a:pt x="300" y="306"/>
                                  </a:cubicBezTo>
                                  <a:cubicBezTo>
                                    <a:pt x="300" y="306"/>
                                    <a:pt x="300" y="306"/>
                                    <a:pt x="300" y="306"/>
                                  </a:cubicBezTo>
                                  <a:cubicBezTo>
                                    <a:pt x="301" y="306"/>
                                    <a:pt x="301" y="306"/>
                                    <a:pt x="301" y="306"/>
                                  </a:cubicBezTo>
                                  <a:close/>
                                  <a:moveTo>
                                    <a:pt x="270" y="290"/>
                                  </a:moveTo>
                                  <a:cubicBezTo>
                                    <a:pt x="270" y="290"/>
                                    <a:pt x="270" y="290"/>
                                    <a:pt x="270" y="290"/>
                                  </a:cubicBezTo>
                                  <a:cubicBezTo>
                                    <a:pt x="270" y="290"/>
                                    <a:pt x="270" y="290"/>
                                    <a:pt x="270" y="290"/>
                                  </a:cubicBezTo>
                                  <a:close/>
                                  <a:moveTo>
                                    <a:pt x="270" y="290"/>
                                  </a:moveTo>
                                  <a:cubicBezTo>
                                    <a:pt x="270" y="290"/>
                                    <a:pt x="270" y="290"/>
                                    <a:pt x="269" y="290"/>
                                  </a:cubicBezTo>
                                  <a:cubicBezTo>
                                    <a:pt x="270" y="289"/>
                                    <a:pt x="270" y="289"/>
                                    <a:pt x="270" y="290"/>
                                  </a:cubicBezTo>
                                  <a:close/>
                                  <a:moveTo>
                                    <a:pt x="295" y="245"/>
                                  </a:move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lose/>
                                  <a:moveTo>
                                    <a:pt x="310" y="271"/>
                                  </a:moveTo>
                                  <a:cubicBezTo>
                                    <a:pt x="309" y="271"/>
                                    <a:pt x="309" y="271"/>
                                    <a:pt x="309" y="271"/>
                                  </a:cubicBezTo>
                                  <a:cubicBezTo>
                                    <a:pt x="309" y="270"/>
                                    <a:pt x="310" y="270"/>
                                    <a:pt x="310" y="270"/>
                                  </a:cubicBezTo>
                                  <a:cubicBezTo>
                                    <a:pt x="310" y="270"/>
                                    <a:pt x="310" y="271"/>
                                    <a:pt x="310" y="271"/>
                                  </a:cubicBezTo>
                                  <a:cubicBezTo>
                                    <a:pt x="310" y="271"/>
                                    <a:pt x="310" y="271"/>
                                    <a:pt x="310" y="271"/>
                                  </a:cubicBezTo>
                                  <a:close/>
                                  <a:moveTo>
                                    <a:pt x="121" y="271"/>
                                  </a:moveTo>
                                  <a:cubicBezTo>
                                    <a:pt x="121" y="272"/>
                                    <a:pt x="121" y="272"/>
                                    <a:pt x="121" y="272"/>
                                  </a:cubicBezTo>
                                  <a:cubicBezTo>
                                    <a:pt x="121" y="272"/>
                                    <a:pt x="121" y="272"/>
                                    <a:pt x="121" y="272"/>
                                  </a:cubicBezTo>
                                  <a:cubicBezTo>
                                    <a:pt x="121" y="271"/>
                                    <a:pt x="121" y="271"/>
                                    <a:pt x="121" y="271"/>
                                  </a:cubicBezTo>
                                  <a:close/>
                                  <a:moveTo>
                                    <a:pt x="274" y="264"/>
                                  </a:move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lose/>
                                  <a:moveTo>
                                    <a:pt x="274" y="264"/>
                                  </a:move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lose/>
                                  <a:moveTo>
                                    <a:pt x="548" y="704"/>
                                  </a:moveTo>
                                  <a:cubicBezTo>
                                    <a:pt x="548" y="704"/>
                                    <a:pt x="548" y="704"/>
                                    <a:pt x="548" y="704"/>
                                  </a:cubicBezTo>
                                  <a:cubicBezTo>
                                    <a:pt x="548" y="703"/>
                                    <a:pt x="549" y="702"/>
                                    <a:pt x="550" y="702"/>
                                  </a:cubicBezTo>
                                  <a:cubicBezTo>
                                    <a:pt x="549" y="702"/>
                                    <a:pt x="550" y="703"/>
                                    <a:pt x="550" y="703"/>
                                  </a:cubicBezTo>
                                  <a:cubicBezTo>
                                    <a:pt x="550" y="703"/>
                                    <a:pt x="550" y="703"/>
                                    <a:pt x="551" y="703"/>
                                  </a:cubicBezTo>
                                  <a:cubicBezTo>
                                    <a:pt x="551" y="703"/>
                                    <a:pt x="551" y="703"/>
                                    <a:pt x="551" y="703"/>
                                  </a:cubicBezTo>
                                  <a:cubicBezTo>
                                    <a:pt x="550" y="704"/>
                                    <a:pt x="550" y="704"/>
                                    <a:pt x="549" y="704"/>
                                  </a:cubicBezTo>
                                  <a:cubicBezTo>
                                    <a:pt x="549" y="704"/>
                                    <a:pt x="549" y="704"/>
                                    <a:pt x="548" y="704"/>
                                  </a:cubicBezTo>
                                  <a:cubicBezTo>
                                    <a:pt x="548" y="704"/>
                                    <a:pt x="548" y="704"/>
                                    <a:pt x="548" y="704"/>
                                  </a:cubicBezTo>
                                  <a:close/>
                                  <a:moveTo>
                                    <a:pt x="581" y="692"/>
                                  </a:moveTo>
                                  <a:cubicBezTo>
                                    <a:pt x="581" y="692"/>
                                    <a:pt x="581" y="692"/>
                                    <a:pt x="581" y="691"/>
                                  </a:cubicBezTo>
                                  <a:cubicBezTo>
                                    <a:pt x="581" y="691"/>
                                    <a:pt x="581" y="691"/>
                                    <a:pt x="582" y="691"/>
                                  </a:cubicBezTo>
                                  <a:cubicBezTo>
                                    <a:pt x="582" y="691"/>
                                    <a:pt x="582" y="691"/>
                                    <a:pt x="582" y="691"/>
                                  </a:cubicBezTo>
                                  <a:cubicBezTo>
                                    <a:pt x="583" y="691"/>
                                    <a:pt x="583" y="691"/>
                                    <a:pt x="583" y="692"/>
                                  </a:cubicBezTo>
                                  <a:cubicBezTo>
                                    <a:pt x="583" y="692"/>
                                    <a:pt x="583" y="692"/>
                                    <a:pt x="582" y="692"/>
                                  </a:cubicBezTo>
                                  <a:cubicBezTo>
                                    <a:pt x="582" y="693"/>
                                    <a:pt x="582" y="693"/>
                                    <a:pt x="581" y="693"/>
                                  </a:cubicBezTo>
                                  <a:cubicBezTo>
                                    <a:pt x="581" y="693"/>
                                    <a:pt x="581" y="693"/>
                                    <a:pt x="581" y="692"/>
                                  </a:cubicBezTo>
                                  <a:close/>
                                  <a:moveTo>
                                    <a:pt x="577" y="693"/>
                                  </a:moveTo>
                                  <a:cubicBezTo>
                                    <a:pt x="577" y="693"/>
                                    <a:pt x="577" y="693"/>
                                    <a:pt x="578" y="693"/>
                                  </a:cubicBezTo>
                                  <a:cubicBezTo>
                                    <a:pt x="578" y="693"/>
                                    <a:pt x="578" y="693"/>
                                    <a:pt x="578" y="693"/>
                                  </a:cubicBezTo>
                                  <a:cubicBezTo>
                                    <a:pt x="578" y="693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3"/>
                                    <a:pt x="579" y="693"/>
                                    <a:pt x="579" y="693"/>
                                  </a:cubicBezTo>
                                  <a:cubicBezTo>
                                    <a:pt x="579" y="693"/>
                                    <a:pt x="578" y="693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7" y="693"/>
                                    <a:pt x="577" y="693"/>
                                    <a:pt x="577" y="693"/>
                                  </a:cubicBezTo>
                                  <a:close/>
                                  <a:moveTo>
                                    <a:pt x="592" y="714"/>
                                  </a:moveTo>
                                  <a:cubicBezTo>
                                    <a:pt x="592" y="714"/>
                                    <a:pt x="592" y="713"/>
                                    <a:pt x="592" y="712"/>
                                  </a:cubicBezTo>
                                  <a:cubicBezTo>
                                    <a:pt x="592" y="712"/>
                                    <a:pt x="592" y="712"/>
                                    <a:pt x="592" y="712"/>
                                  </a:cubicBezTo>
                                  <a:cubicBezTo>
                                    <a:pt x="592" y="712"/>
                                    <a:pt x="592" y="712"/>
                                    <a:pt x="592" y="711"/>
                                  </a:cubicBezTo>
                                  <a:cubicBezTo>
                                    <a:pt x="592" y="711"/>
                                    <a:pt x="592" y="711"/>
                                    <a:pt x="591" y="711"/>
                                  </a:cubicBezTo>
                                  <a:cubicBezTo>
                                    <a:pt x="591" y="711"/>
                                    <a:pt x="591" y="712"/>
                                    <a:pt x="591" y="712"/>
                                  </a:cubicBezTo>
                                  <a:cubicBezTo>
                                    <a:pt x="591" y="712"/>
                                    <a:pt x="591" y="712"/>
                                    <a:pt x="591" y="712"/>
                                  </a:cubicBezTo>
                                  <a:cubicBezTo>
                                    <a:pt x="591" y="712"/>
                                    <a:pt x="591" y="712"/>
                                    <a:pt x="591" y="713"/>
                                  </a:cubicBezTo>
                                  <a:cubicBezTo>
                                    <a:pt x="591" y="713"/>
                                    <a:pt x="590" y="713"/>
                                    <a:pt x="590" y="714"/>
                                  </a:cubicBezTo>
                                  <a:cubicBezTo>
                                    <a:pt x="590" y="714"/>
                                    <a:pt x="590" y="714"/>
                                    <a:pt x="590" y="714"/>
                                  </a:cubicBezTo>
                                  <a:cubicBezTo>
                                    <a:pt x="590" y="714"/>
                                    <a:pt x="590" y="714"/>
                                    <a:pt x="590" y="714"/>
                                  </a:cubicBezTo>
                                  <a:cubicBezTo>
                                    <a:pt x="589" y="714"/>
                                    <a:pt x="589" y="714"/>
                                    <a:pt x="589" y="715"/>
                                  </a:cubicBezTo>
                                  <a:cubicBezTo>
                                    <a:pt x="589" y="715"/>
                                    <a:pt x="589" y="715"/>
                                    <a:pt x="589" y="715"/>
                                  </a:cubicBezTo>
                                  <a:cubicBezTo>
                                    <a:pt x="589" y="715"/>
                                    <a:pt x="589" y="714"/>
                                    <a:pt x="589" y="714"/>
                                  </a:cubicBezTo>
                                  <a:cubicBezTo>
                                    <a:pt x="589" y="714"/>
                                    <a:pt x="589" y="714"/>
                                    <a:pt x="589" y="714"/>
                                  </a:cubicBezTo>
                                  <a:cubicBezTo>
                                    <a:pt x="589" y="714"/>
                                    <a:pt x="589" y="713"/>
                                    <a:pt x="588" y="713"/>
                                  </a:cubicBezTo>
                                  <a:cubicBezTo>
                                    <a:pt x="588" y="713"/>
                                    <a:pt x="588" y="713"/>
                                    <a:pt x="589" y="712"/>
                                  </a:cubicBezTo>
                                  <a:cubicBezTo>
                                    <a:pt x="589" y="712"/>
                                    <a:pt x="589" y="712"/>
                                    <a:pt x="589" y="712"/>
                                  </a:cubicBezTo>
                                  <a:cubicBezTo>
                                    <a:pt x="589" y="711"/>
                                    <a:pt x="589" y="711"/>
                                    <a:pt x="589" y="711"/>
                                  </a:cubicBezTo>
                                  <a:cubicBezTo>
                                    <a:pt x="589" y="711"/>
                                    <a:pt x="589" y="710"/>
                                    <a:pt x="589" y="710"/>
                                  </a:cubicBezTo>
                                  <a:cubicBezTo>
                                    <a:pt x="590" y="710"/>
                                    <a:pt x="590" y="710"/>
                                    <a:pt x="589" y="710"/>
                                  </a:cubicBezTo>
                                  <a:cubicBezTo>
                                    <a:pt x="589" y="710"/>
                                    <a:pt x="589" y="709"/>
                                    <a:pt x="590" y="709"/>
                                  </a:cubicBezTo>
                                  <a:cubicBezTo>
                                    <a:pt x="590" y="709"/>
                                    <a:pt x="590" y="709"/>
                                    <a:pt x="590" y="709"/>
                                  </a:cubicBezTo>
                                  <a:cubicBezTo>
                                    <a:pt x="590" y="709"/>
                                    <a:pt x="590" y="709"/>
                                    <a:pt x="590" y="709"/>
                                  </a:cubicBezTo>
                                  <a:cubicBezTo>
                                    <a:pt x="590" y="708"/>
                                    <a:pt x="590" y="708"/>
                                    <a:pt x="591" y="708"/>
                                  </a:cubicBezTo>
                                  <a:cubicBezTo>
                                    <a:pt x="591" y="708"/>
                                    <a:pt x="591" y="708"/>
                                    <a:pt x="591" y="708"/>
                                  </a:cubicBezTo>
                                  <a:cubicBezTo>
                                    <a:pt x="591" y="708"/>
                                    <a:pt x="591" y="707"/>
                                    <a:pt x="590" y="707"/>
                                  </a:cubicBezTo>
                                  <a:cubicBezTo>
                                    <a:pt x="590" y="707"/>
                                    <a:pt x="590" y="707"/>
                                    <a:pt x="590" y="708"/>
                                  </a:cubicBezTo>
                                  <a:cubicBezTo>
                                    <a:pt x="590" y="708"/>
                                    <a:pt x="590" y="708"/>
                                    <a:pt x="589" y="708"/>
                                  </a:cubicBezTo>
                                  <a:cubicBezTo>
                                    <a:pt x="589" y="708"/>
                                    <a:pt x="588" y="709"/>
                                    <a:pt x="588" y="709"/>
                                  </a:cubicBezTo>
                                  <a:cubicBezTo>
                                    <a:pt x="588" y="709"/>
                                    <a:pt x="587" y="710"/>
                                    <a:pt x="587" y="710"/>
                                  </a:cubicBezTo>
                                  <a:cubicBezTo>
                                    <a:pt x="587" y="711"/>
                                    <a:pt x="586" y="711"/>
                                    <a:pt x="587" y="712"/>
                                  </a:cubicBezTo>
                                  <a:cubicBezTo>
                                    <a:pt x="587" y="712"/>
                                    <a:pt x="587" y="712"/>
                                    <a:pt x="587" y="712"/>
                                  </a:cubicBezTo>
                                  <a:cubicBezTo>
                                    <a:pt x="586" y="712"/>
                                    <a:pt x="586" y="713"/>
                                    <a:pt x="586" y="713"/>
                                  </a:cubicBezTo>
                                  <a:cubicBezTo>
                                    <a:pt x="586" y="713"/>
                                    <a:pt x="586" y="713"/>
                                    <a:pt x="586" y="713"/>
                                  </a:cubicBezTo>
                                  <a:cubicBezTo>
                                    <a:pt x="585" y="713"/>
                                    <a:pt x="585" y="713"/>
                                    <a:pt x="585" y="713"/>
                                  </a:cubicBezTo>
                                  <a:cubicBezTo>
                                    <a:pt x="585" y="713"/>
                                    <a:pt x="585" y="712"/>
                                    <a:pt x="585" y="712"/>
                                  </a:cubicBezTo>
                                  <a:cubicBezTo>
                                    <a:pt x="585" y="713"/>
                                    <a:pt x="585" y="713"/>
                                    <a:pt x="585" y="712"/>
                                  </a:cubicBezTo>
                                  <a:cubicBezTo>
                                    <a:pt x="584" y="712"/>
                                    <a:pt x="584" y="712"/>
                                    <a:pt x="584" y="711"/>
                                  </a:cubicBezTo>
                                  <a:cubicBezTo>
                                    <a:pt x="584" y="711"/>
                                    <a:pt x="584" y="711"/>
                                    <a:pt x="584" y="710"/>
                                  </a:cubicBezTo>
                                  <a:cubicBezTo>
                                    <a:pt x="584" y="711"/>
                                    <a:pt x="584" y="711"/>
                                    <a:pt x="584" y="711"/>
                                  </a:cubicBezTo>
                                  <a:cubicBezTo>
                                    <a:pt x="585" y="711"/>
                                    <a:pt x="585" y="710"/>
                                    <a:pt x="585" y="709"/>
                                  </a:cubicBezTo>
                                  <a:cubicBezTo>
                                    <a:pt x="586" y="709"/>
                                    <a:pt x="586" y="709"/>
                                    <a:pt x="586" y="709"/>
                                  </a:cubicBezTo>
                                  <a:cubicBezTo>
                                    <a:pt x="586" y="709"/>
                                    <a:pt x="586" y="709"/>
                                    <a:pt x="586" y="709"/>
                                  </a:cubicBezTo>
                                  <a:cubicBezTo>
                                    <a:pt x="586" y="708"/>
                                    <a:pt x="585" y="709"/>
                                    <a:pt x="585" y="709"/>
                                  </a:cubicBezTo>
                                  <a:cubicBezTo>
                                    <a:pt x="585" y="709"/>
                                    <a:pt x="585" y="709"/>
                                    <a:pt x="585" y="709"/>
                                  </a:cubicBezTo>
                                  <a:cubicBezTo>
                                    <a:pt x="585" y="709"/>
                                    <a:pt x="584" y="709"/>
                                    <a:pt x="584" y="709"/>
                                  </a:cubicBezTo>
                                  <a:cubicBezTo>
                                    <a:pt x="584" y="709"/>
                                    <a:pt x="584" y="709"/>
                                    <a:pt x="585" y="709"/>
                                  </a:cubicBezTo>
                                  <a:cubicBezTo>
                                    <a:pt x="585" y="709"/>
                                    <a:pt x="585" y="709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5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4" y="707"/>
                                  </a:cubicBezTo>
                                  <a:cubicBezTo>
                                    <a:pt x="584" y="707"/>
                                    <a:pt x="584" y="707"/>
                                    <a:pt x="584" y="707"/>
                                  </a:cubicBezTo>
                                  <a:cubicBezTo>
                                    <a:pt x="584" y="708"/>
                                    <a:pt x="584" y="707"/>
                                    <a:pt x="584" y="707"/>
                                  </a:cubicBezTo>
                                  <a:cubicBezTo>
                                    <a:pt x="584" y="708"/>
                                    <a:pt x="584" y="708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6" y="708"/>
                                  </a:cubicBezTo>
                                  <a:cubicBezTo>
                                    <a:pt x="586" y="708"/>
                                    <a:pt x="586" y="708"/>
                                    <a:pt x="586" y="707"/>
                                  </a:cubicBezTo>
                                  <a:cubicBezTo>
                                    <a:pt x="586" y="707"/>
                                    <a:pt x="586" y="707"/>
                                    <a:pt x="586" y="707"/>
                                  </a:cubicBezTo>
                                  <a:cubicBezTo>
                                    <a:pt x="586" y="707"/>
                                    <a:pt x="586" y="707"/>
                                    <a:pt x="585" y="707"/>
                                  </a:cubicBezTo>
                                  <a:cubicBezTo>
                                    <a:pt x="586" y="707"/>
                                    <a:pt x="586" y="706"/>
                                    <a:pt x="587" y="706"/>
                                  </a:cubicBezTo>
                                  <a:cubicBezTo>
                                    <a:pt x="587" y="706"/>
                                    <a:pt x="587" y="706"/>
                                    <a:pt x="588" y="705"/>
                                  </a:cubicBezTo>
                                  <a:cubicBezTo>
                                    <a:pt x="588" y="705"/>
                                    <a:pt x="588" y="705"/>
                                    <a:pt x="588" y="705"/>
                                  </a:cubicBezTo>
                                  <a:cubicBezTo>
                                    <a:pt x="588" y="705"/>
                                    <a:pt x="588" y="706"/>
                                    <a:pt x="589" y="705"/>
                                  </a:cubicBezTo>
                                  <a:cubicBezTo>
                                    <a:pt x="589" y="705"/>
                                    <a:pt x="589" y="705"/>
                                    <a:pt x="589" y="704"/>
                                  </a:cubicBezTo>
                                  <a:cubicBezTo>
                                    <a:pt x="589" y="704"/>
                                    <a:pt x="590" y="704"/>
                                    <a:pt x="590" y="704"/>
                                  </a:cubicBezTo>
                                  <a:cubicBezTo>
                                    <a:pt x="590" y="703"/>
                                    <a:pt x="590" y="703"/>
                                    <a:pt x="590" y="703"/>
                                  </a:cubicBezTo>
                                  <a:cubicBezTo>
                                    <a:pt x="590" y="703"/>
                                    <a:pt x="590" y="702"/>
                                    <a:pt x="590" y="702"/>
                                  </a:cubicBezTo>
                                  <a:cubicBezTo>
                                    <a:pt x="590" y="702"/>
                                    <a:pt x="589" y="702"/>
                                    <a:pt x="589" y="702"/>
                                  </a:cubicBezTo>
                                  <a:cubicBezTo>
                                    <a:pt x="589" y="702"/>
                                    <a:pt x="589" y="703"/>
                                    <a:pt x="589" y="703"/>
                                  </a:cubicBezTo>
                                  <a:cubicBezTo>
                                    <a:pt x="588" y="704"/>
                                    <a:pt x="588" y="704"/>
                                    <a:pt x="588" y="703"/>
                                  </a:cubicBezTo>
                                  <a:cubicBezTo>
                                    <a:pt x="588" y="703"/>
                                    <a:pt x="588" y="703"/>
                                    <a:pt x="588" y="703"/>
                                  </a:cubicBezTo>
                                  <a:cubicBezTo>
                                    <a:pt x="588" y="703"/>
                                    <a:pt x="587" y="703"/>
                                    <a:pt x="587" y="703"/>
                                  </a:cubicBezTo>
                                  <a:cubicBezTo>
                                    <a:pt x="587" y="703"/>
                                    <a:pt x="587" y="703"/>
                                    <a:pt x="587" y="703"/>
                                  </a:cubicBezTo>
                                  <a:cubicBezTo>
                                    <a:pt x="586" y="703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5" y="704"/>
                                  </a:cubicBezTo>
                                  <a:cubicBezTo>
                                    <a:pt x="585" y="704"/>
                                    <a:pt x="585" y="704"/>
                                    <a:pt x="585" y="704"/>
                                  </a:cubicBezTo>
                                  <a:cubicBezTo>
                                    <a:pt x="585" y="704"/>
                                    <a:pt x="586" y="704"/>
                                    <a:pt x="585" y="704"/>
                                  </a:cubicBezTo>
                                  <a:cubicBezTo>
                                    <a:pt x="585" y="703"/>
                                    <a:pt x="585" y="704"/>
                                    <a:pt x="585" y="704"/>
                                  </a:cubicBezTo>
                                  <a:cubicBezTo>
                                    <a:pt x="585" y="704"/>
                                    <a:pt x="584" y="704"/>
                                    <a:pt x="584" y="705"/>
                                  </a:cubicBezTo>
                                  <a:cubicBezTo>
                                    <a:pt x="584" y="705"/>
                                    <a:pt x="584" y="705"/>
                                    <a:pt x="584" y="705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5" y="704"/>
                                  </a:cubicBezTo>
                                  <a:cubicBezTo>
                                    <a:pt x="585" y="704"/>
                                    <a:pt x="585" y="703"/>
                                    <a:pt x="585" y="703"/>
                                  </a:cubicBezTo>
                                  <a:cubicBezTo>
                                    <a:pt x="585" y="703"/>
                                    <a:pt x="585" y="703"/>
                                    <a:pt x="584" y="703"/>
                                  </a:cubicBezTo>
                                  <a:cubicBezTo>
                                    <a:pt x="584" y="703"/>
                                    <a:pt x="584" y="703"/>
                                    <a:pt x="584" y="703"/>
                                  </a:cubicBezTo>
                                  <a:cubicBezTo>
                                    <a:pt x="584" y="703"/>
                                    <a:pt x="585" y="703"/>
                                    <a:pt x="585" y="702"/>
                                  </a:cubicBezTo>
                                  <a:cubicBezTo>
                                    <a:pt x="585" y="702"/>
                                    <a:pt x="585" y="702"/>
                                    <a:pt x="586" y="702"/>
                                  </a:cubicBezTo>
                                  <a:cubicBezTo>
                                    <a:pt x="586" y="702"/>
                                    <a:pt x="586" y="702"/>
                                    <a:pt x="586" y="702"/>
                                  </a:cubicBezTo>
                                  <a:cubicBezTo>
                                    <a:pt x="585" y="702"/>
                                    <a:pt x="585" y="702"/>
                                    <a:pt x="585" y="702"/>
                                  </a:cubicBezTo>
                                  <a:cubicBezTo>
                                    <a:pt x="585" y="702"/>
                                    <a:pt x="585" y="702"/>
                                    <a:pt x="585" y="702"/>
                                  </a:cubicBezTo>
                                  <a:cubicBezTo>
                                    <a:pt x="584" y="701"/>
                                    <a:pt x="584" y="701"/>
                                    <a:pt x="584" y="702"/>
                                  </a:cubicBezTo>
                                  <a:cubicBezTo>
                                    <a:pt x="583" y="702"/>
                                    <a:pt x="583" y="702"/>
                                    <a:pt x="583" y="702"/>
                                  </a:cubicBezTo>
                                  <a:cubicBezTo>
                                    <a:pt x="583" y="702"/>
                                    <a:pt x="583" y="702"/>
                                    <a:pt x="583" y="701"/>
                                  </a:cubicBezTo>
                                  <a:cubicBezTo>
                                    <a:pt x="583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0"/>
                                    <a:pt x="584" y="700"/>
                                    <a:pt x="584" y="700"/>
                                  </a:cubicBezTo>
                                  <a:cubicBezTo>
                                    <a:pt x="584" y="701"/>
                                    <a:pt x="583" y="701"/>
                                    <a:pt x="583" y="701"/>
                                  </a:cubicBezTo>
                                  <a:cubicBezTo>
                                    <a:pt x="583" y="701"/>
                                    <a:pt x="582" y="701"/>
                                    <a:pt x="582" y="701"/>
                                  </a:cubicBezTo>
                                  <a:cubicBezTo>
                                    <a:pt x="582" y="701"/>
                                    <a:pt x="582" y="701"/>
                                    <a:pt x="582" y="701"/>
                                  </a:cubicBezTo>
                                  <a:cubicBezTo>
                                    <a:pt x="582" y="701"/>
                                    <a:pt x="582" y="701"/>
                                    <a:pt x="582" y="701"/>
                                  </a:cubicBezTo>
                                  <a:cubicBezTo>
                                    <a:pt x="583" y="701"/>
                                    <a:pt x="583" y="700"/>
                                    <a:pt x="583" y="700"/>
                                  </a:cubicBezTo>
                                  <a:cubicBezTo>
                                    <a:pt x="583" y="700"/>
                                    <a:pt x="584" y="700"/>
                                    <a:pt x="584" y="699"/>
                                  </a:cubicBezTo>
                                  <a:cubicBezTo>
                                    <a:pt x="584" y="699"/>
                                    <a:pt x="584" y="699"/>
                                    <a:pt x="585" y="699"/>
                                  </a:cubicBezTo>
                                  <a:cubicBezTo>
                                    <a:pt x="585" y="699"/>
                                    <a:pt x="584" y="699"/>
                                    <a:pt x="584" y="699"/>
                                  </a:cubicBezTo>
                                  <a:cubicBezTo>
                                    <a:pt x="584" y="699"/>
                                    <a:pt x="584" y="698"/>
                                    <a:pt x="584" y="698"/>
                                  </a:cubicBezTo>
                                  <a:cubicBezTo>
                                    <a:pt x="584" y="698"/>
                                    <a:pt x="584" y="698"/>
                                    <a:pt x="584" y="698"/>
                                  </a:cubicBezTo>
                                  <a:cubicBezTo>
                                    <a:pt x="585" y="698"/>
                                    <a:pt x="585" y="698"/>
                                    <a:pt x="585" y="698"/>
                                  </a:cubicBezTo>
                                  <a:cubicBezTo>
                                    <a:pt x="586" y="698"/>
                                    <a:pt x="586" y="698"/>
                                    <a:pt x="586" y="698"/>
                                  </a:cubicBezTo>
                                  <a:cubicBezTo>
                                    <a:pt x="586" y="698"/>
                                    <a:pt x="586" y="697"/>
                                    <a:pt x="586" y="697"/>
                                  </a:cubicBezTo>
                                  <a:cubicBezTo>
                                    <a:pt x="587" y="696"/>
                                    <a:pt x="587" y="696"/>
                                    <a:pt x="586" y="696"/>
                                  </a:cubicBezTo>
                                  <a:cubicBezTo>
                                    <a:pt x="586" y="696"/>
                                    <a:pt x="586" y="695"/>
                                    <a:pt x="586" y="695"/>
                                  </a:cubicBezTo>
                                  <a:cubicBezTo>
                                    <a:pt x="585" y="695"/>
                                    <a:pt x="585" y="695"/>
                                    <a:pt x="585" y="695"/>
                                  </a:cubicBezTo>
                                  <a:cubicBezTo>
                                    <a:pt x="584" y="695"/>
                                    <a:pt x="584" y="695"/>
                                    <a:pt x="584" y="694"/>
                                  </a:cubicBezTo>
                                  <a:cubicBezTo>
                                    <a:pt x="584" y="694"/>
                                    <a:pt x="583" y="694"/>
                                    <a:pt x="583" y="694"/>
                                  </a:cubicBezTo>
                                  <a:cubicBezTo>
                                    <a:pt x="583" y="694"/>
                                    <a:pt x="583" y="694"/>
                                    <a:pt x="583" y="694"/>
                                  </a:cubicBezTo>
                                  <a:cubicBezTo>
                                    <a:pt x="583" y="694"/>
                                    <a:pt x="582" y="694"/>
                                    <a:pt x="582" y="694"/>
                                  </a:cubicBezTo>
                                  <a:cubicBezTo>
                                    <a:pt x="582" y="694"/>
                                    <a:pt x="582" y="694"/>
                                    <a:pt x="582" y="694"/>
                                  </a:cubicBezTo>
                                  <a:cubicBezTo>
                                    <a:pt x="582" y="695"/>
                                    <a:pt x="582" y="695"/>
                                    <a:pt x="582" y="695"/>
                                  </a:cubicBezTo>
                                  <a:cubicBezTo>
                                    <a:pt x="582" y="694"/>
                                    <a:pt x="581" y="694"/>
                                    <a:pt x="581" y="694"/>
                                  </a:cubicBezTo>
                                  <a:cubicBezTo>
                                    <a:pt x="581" y="694"/>
                                    <a:pt x="581" y="694"/>
                                    <a:pt x="581" y="694"/>
                                  </a:cubicBezTo>
                                  <a:cubicBezTo>
                                    <a:pt x="580" y="694"/>
                                    <a:pt x="580" y="695"/>
                                    <a:pt x="580" y="695"/>
                                  </a:cubicBezTo>
                                  <a:cubicBezTo>
                                    <a:pt x="580" y="696"/>
                                    <a:pt x="580" y="696"/>
                                    <a:pt x="580" y="696"/>
                                  </a:cubicBezTo>
                                  <a:cubicBezTo>
                                    <a:pt x="580" y="695"/>
                                    <a:pt x="580" y="694"/>
                                    <a:pt x="580" y="693"/>
                                  </a:cubicBezTo>
                                  <a:cubicBezTo>
                                    <a:pt x="579" y="693"/>
                                    <a:pt x="579" y="694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9" y="694"/>
                                  </a:cubicBezTo>
                                  <a:cubicBezTo>
                                    <a:pt x="579" y="694"/>
                                    <a:pt x="579" y="694"/>
                                    <a:pt x="579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8" y="695"/>
                                    <a:pt x="578" y="694"/>
                                    <a:pt x="578" y="695"/>
                                  </a:cubicBezTo>
                                  <a:cubicBezTo>
                                    <a:pt x="578" y="695"/>
                                    <a:pt x="578" y="695"/>
                                    <a:pt x="578" y="695"/>
                                  </a:cubicBezTo>
                                  <a:cubicBezTo>
                                    <a:pt x="577" y="696"/>
                                    <a:pt x="577" y="695"/>
                                    <a:pt x="577" y="695"/>
                                  </a:cubicBezTo>
                                  <a:cubicBezTo>
                                    <a:pt x="577" y="695"/>
                                    <a:pt x="577" y="695"/>
                                    <a:pt x="577" y="694"/>
                                  </a:cubicBezTo>
                                  <a:cubicBezTo>
                                    <a:pt x="577" y="695"/>
                                    <a:pt x="577" y="695"/>
                                    <a:pt x="577" y="695"/>
                                  </a:cubicBezTo>
                                  <a:cubicBezTo>
                                    <a:pt x="577" y="696"/>
                                    <a:pt x="577" y="696"/>
                                    <a:pt x="577" y="696"/>
                                  </a:cubicBezTo>
                                  <a:cubicBezTo>
                                    <a:pt x="577" y="696"/>
                                    <a:pt x="576" y="696"/>
                                    <a:pt x="576" y="696"/>
                                  </a:cubicBezTo>
                                  <a:cubicBezTo>
                                    <a:pt x="575" y="696"/>
                                    <a:pt x="575" y="696"/>
                                    <a:pt x="575" y="697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8"/>
                                    <a:pt x="574" y="698"/>
                                  </a:cubicBezTo>
                                  <a:cubicBezTo>
                                    <a:pt x="574" y="698"/>
                                    <a:pt x="574" y="698"/>
                                    <a:pt x="574" y="698"/>
                                  </a:cubicBezTo>
                                  <a:cubicBezTo>
                                    <a:pt x="574" y="698"/>
                                    <a:pt x="574" y="698"/>
                                    <a:pt x="574" y="698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6"/>
                                    <a:pt x="575" y="696"/>
                                  </a:cubicBezTo>
                                  <a:cubicBezTo>
                                    <a:pt x="575" y="696"/>
                                    <a:pt x="575" y="696"/>
                                    <a:pt x="575" y="696"/>
                                  </a:cubicBezTo>
                                  <a:cubicBezTo>
                                    <a:pt x="575" y="695"/>
                                    <a:pt x="575" y="695"/>
                                    <a:pt x="575" y="694"/>
                                  </a:cubicBezTo>
                                  <a:cubicBezTo>
                                    <a:pt x="575" y="694"/>
                                    <a:pt x="575" y="694"/>
                                    <a:pt x="575" y="694"/>
                                  </a:cubicBezTo>
                                  <a:cubicBezTo>
                                    <a:pt x="575" y="693"/>
                                    <a:pt x="575" y="693"/>
                                    <a:pt x="575" y="693"/>
                                  </a:cubicBezTo>
                                  <a:cubicBezTo>
                                    <a:pt x="575" y="693"/>
                                    <a:pt x="574" y="693"/>
                                    <a:pt x="574" y="693"/>
                                  </a:cubicBezTo>
                                  <a:cubicBezTo>
                                    <a:pt x="574" y="693"/>
                                    <a:pt x="574" y="694"/>
                                    <a:pt x="574" y="694"/>
                                  </a:cubicBezTo>
                                  <a:cubicBezTo>
                                    <a:pt x="575" y="694"/>
                                    <a:pt x="575" y="695"/>
                                    <a:pt x="574" y="695"/>
                                  </a:cubicBezTo>
                                  <a:cubicBezTo>
                                    <a:pt x="574" y="695"/>
                                    <a:pt x="574" y="696"/>
                                    <a:pt x="574" y="695"/>
                                  </a:cubicBezTo>
                                  <a:cubicBezTo>
                                    <a:pt x="574" y="695"/>
                                    <a:pt x="574" y="695"/>
                                    <a:pt x="574" y="695"/>
                                  </a:cubicBezTo>
                                  <a:cubicBezTo>
                                    <a:pt x="573" y="695"/>
                                    <a:pt x="574" y="695"/>
                                    <a:pt x="574" y="695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3"/>
                                    <a:pt x="574" y="693"/>
                                    <a:pt x="574" y="693"/>
                                  </a:cubicBezTo>
                                  <a:cubicBezTo>
                                    <a:pt x="573" y="693"/>
                                    <a:pt x="573" y="694"/>
                                    <a:pt x="573" y="694"/>
                                  </a:cubicBezTo>
                                  <a:cubicBezTo>
                                    <a:pt x="573" y="694"/>
                                    <a:pt x="573" y="694"/>
                                    <a:pt x="573" y="695"/>
                                  </a:cubicBezTo>
                                  <a:cubicBezTo>
                                    <a:pt x="572" y="694"/>
                                    <a:pt x="573" y="694"/>
                                    <a:pt x="572" y="694"/>
                                  </a:cubicBezTo>
                                  <a:cubicBezTo>
                                    <a:pt x="572" y="694"/>
                                    <a:pt x="572" y="694"/>
                                    <a:pt x="572" y="695"/>
                                  </a:cubicBezTo>
                                  <a:cubicBezTo>
                                    <a:pt x="572" y="695"/>
                                    <a:pt x="572" y="695"/>
                                    <a:pt x="572" y="695"/>
                                  </a:cubicBezTo>
                                  <a:cubicBezTo>
                                    <a:pt x="572" y="694"/>
                                    <a:pt x="572" y="694"/>
                                    <a:pt x="571" y="694"/>
                                  </a:cubicBezTo>
                                  <a:cubicBezTo>
                                    <a:pt x="570" y="693"/>
                                    <a:pt x="570" y="693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3"/>
                                  </a:cubicBezTo>
                                  <a:cubicBezTo>
                                    <a:pt x="570" y="693"/>
                                    <a:pt x="571" y="693"/>
                                    <a:pt x="571" y="692"/>
                                  </a:cubicBezTo>
                                  <a:cubicBezTo>
                                    <a:pt x="570" y="692"/>
                                    <a:pt x="570" y="693"/>
                                    <a:pt x="570" y="692"/>
                                  </a:cubicBezTo>
                                  <a:cubicBezTo>
                                    <a:pt x="570" y="692"/>
                                    <a:pt x="570" y="692"/>
                                    <a:pt x="570" y="692"/>
                                  </a:cubicBezTo>
                                  <a:cubicBezTo>
                                    <a:pt x="570" y="692"/>
                                    <a:pt x="570" y="692"/>
                                    <a:pt x="570" y="692"/>
                                  </a:cubicBezTo>
                                  <a:cubicBezTo>
                                    <a:pt x="570" y="691"/>
                                    <a:pt x="569" y="692"/>
                                    <a:pt x="569" y="692"/>
                                  </a:cubicBezTo>
                                  <a:cubicBezTo>
                                    <a:pt x="569" y="691"/>
                                    <a:pt x="569" y="692"/>
                                    <a:pt x="569" y="691"/>
                                  </a:cubicBezTo>
                                  <a:cubicBezTo>
                                    <a:pt x="569" y="691"/>
                                    <a:pt x="569" y="691"/>
                                    <a:pt x="569" y="691"/>
                                  </a:cubicBezTo>
                                  <a:cubicBezTo>
                                    <a:pt x="570" y="691"/>
                                    <a:pt x="570" y="691"/>
                                    <a:pt x="571" y="690"/>
                                  </a:cubicBezTo>
                                  <a:cubicBezTo>
                                    <a:pt x="572" y="690"/>
                                    <a:pt x="572" y="689"/>
                                    <a:pt x="573" y="689"/>
                                  </a:cubicBezTo>
                                  <a:cubicBezTo>
                                    <a:pt x="573" y="689"/>
                                    <a:pt x="573" y="689"/>
                                    <a:pt x="573" y="688"/>
                                  </a:cubicBezTo>
                                  <a:cubicBezTo>
                                    <a:pt x="573" y="688"/>
                                    <a:pt x="573" y="688"/>
                                    <a:pt x="573" y="688"/>
                                  </a:cubicBezTo>
                                  <a:cubicBezTo>
                                    <a:pt x="572" y="689"/>
                                    <a:pt x="572" y="689"/>
                                    <a:pt x="572" y="689"/>
                                  </a:cubicBezTo>
                                  <a:cubicBezTo>
                                    <a:pt x="572" y="689"/>
                                    <a:pt x="572" y="689"/>
                                    <a:pt x="571" y="689"/>
                                  </a:cubicBezTo>
                                  <a:cubicBezTo>
                                    <a:pt x="571" y="689"/>
                                    <a:pt x="571" y="689"/>
                                    <a:pt x="571" y="689"/>
                                  </a:cubicBezTo>
                                  <a:cubicBezTo>
                                    <a:pt x="571" y="689"/>
                                    <a:pt x="571" y="689"/>
                                    <a:pt x="571" y="688"/>
                                  </a:cubicBezTo>
                                  <a:cubicBezTo>
                                    <a:pt x="570" y="688"/>
                                    <a:pt x="570" y="688"/>
                                    <a:pt x="570" y="688"/>
                                  </a:cubicBezTo>
                                  <a:cubicBezTo>
                                    <a:pt x="569" y="688"/>
                                    <a:pt x="569" y="688"/>
                                    <a:pt x="569" y="689"/>
                                  </a:cubicBezTo>
                                  <a:cubicBezTo>
                                    <a:pt x="569" y="688"/>
                                    <a:pt x="569" y="688"/>
                                    <a:pt x="569" y="688"/>
                                  </a:cubicBezTo>
                                  <a:cubicBezTo>
                                    <a:pt x="569" y="688"/>
                                    <a:pt x="569" y="687"/>
                                    <a:pt x="569" y="687"/>
                                  </a:cubicBezTo>
                                  <a:cubicBezTo>
                                    <a:pt x="569" y="687"/>
                                    <a:pt x="569" y="687"/>
                                    <a:pt x="568" y="687"/>
                                  </a:cubicBezTo>
                                  <a:cubicBezTo>
                                    <a:pt x="568" y="687"/>
                                    <a:pt x="568" y="687"/>
                                    <a:pt x="568" y="688"/>
                                  </a:cubicBezTo>
                                  <a:cubicBezTo>
                                    <a:pt x="567" y="688"/>
                                    <a:pt x="567" y="689"/>
                                    <a:pt x="566" y="690"/>
                                  </a:cubicBezTo>
                                  <a:cubicBezTo>
                                    <a:pt x="565" y="690"/>
                                    <a:pt x="565" y="691"/>
                                    <a:pt x="564" y="692"/>
                                  </a:cubicBezTo>
                                  <a:cubicBezTo>
                                    <a:pt x="564" y="692"/>
                                    <a:pt x="564" y="692"/>
                                    <a:pt x="564" y="693"/>
                                  </a:cubicBezTo>
                                  <a:cubicBezTo>
                                    <a:pt x="564" y="692"/>
                                    <a:pt x="564" y="692"/>
                                    <a:pt x="564" y="692"/>
                                  </a:cubicBezTo>
                                  <a:cubicBezTo>
                                    <a:pt x="564" y="691"/>
                                    <a:pt x="564" y="691"/>
                                    <a:pt x="564" y="691"/>
                                  </a:cubicBezTo>
                                  <a:cubicBezTo>
                                    <a:pt x="564" y="691"/>
                                    <a:pt x="564" y="691"/>
                                    <a:pt x="564" y="691"/>
                                  </a:cubicBezTo>
                                  <a:cubicBezTo>
                                    <a:pt x="564" y="691"/>
                                    <a:pt x="564" y="690"/>
                                    <a:pt x="565" y="689"/>
                                  </a:cubicBezTo>
                                  <a:cubicBezTo>
                                    <a:pt x="565" y="689"/>
                                    <a:pt x="565" y="689"/>
                                    <a:pt x="564" y="689"/>
                                  </a:cubicBezTo>
                                  <a:cubicBezTo>
                                    <a:pt x="564" y="688"/>
                                    <a:pt x="564" y="688"/>
                                    <a:pt x="565" y="688"/>
                                  </a:cubicBezTo>
                                  <a:cubicBezTo>
                                    <a:pt x="565" y="687"/>
                                    <a:pt x="565" y="687"/>
                                    <a:pt x="565" y="687"/>
                                  </a:cubicBezTo>
                                  <a:cubicBezTo>
                                    <a:pt x="565" y="687"/>
                                    <a:pt x="566" y="687"/>
                                    <a:pt x="566" y="687"/>
                                  </a:cubicBezTo>
                                  <a:cubicBezTo>
                                    <a:pt x="566" y="687"/>
                                    <a:pt x="566" y="687"/>
                                    <a:pt x="566" y="687"/>
                                  </a:cubicBezTo>
                                  <a:cubicBezTo>
                                    <a:pt x="566" y="686"/>
                                    <a:pt x="566" y="685"/>
                                    <a:pt x="567" y="685"/>
                                  </a:cubicBezTo>
                                  <a:cubicBezTo>
                                    <a:pt x="567" y="685"/>
                                    <a:pt x="567" y="684"/>
                                    <a:pt x="566" y="684"/>
                                  </a:cubicBezTo>
                                  <a:cubicBezTo>
                                    <a:pt x="567" y="684"/>
                                    <a:pt x="567" y="684"/>
                                    <a:pt x="567" y="684"/>
                                  </a:cubicBezTo>
                                  <a:cubicBezTo>
                                    <a:pt x="567" y="684"/>
                                    <a:pt x="568" y="684"/>
                                    <a:pt x="568" y="683"/>
                                  </a:cubicBezTo>
                                  <a:cubicBezTo>
                                    <a:pt x="568" y="683"/>
                                    <a:pt x="568" y="683"/>
                                    <a:pt x="568" y="682"/>
                                  </a:cubicBezTo>
                                  <a:cubicBezTo>
                                    <a:pt x="568" y="682"/>
                                    <a:pt x="568" y="682"/>
                                    <a:pt x="568" y="682"/>
                                  </a:cubicBezTo>
                                  <a:cubicBezTo>
                                    <a:pt x="569" y="682"/>
                                    <a:pt x="569" y="682"/>
                                    <a:pt x="569" y="681"/>
                                  </a:cubicBezTo>
                                  <a:cubicBezTo>
                                    <a:pt x="569" y="681"/>
                                    <a:pt x="569" y="681"/>
                                    <a:pt x="569" y="681"/>
                                  </a:cubicBezTo>
                                  <a:cubicBezTo>
                                    <a:pt x="568" y="681"/>
                                    <a:pt x="568" y="680"/>
                                    <a:pt x="569" y="680"/>
                                  </a:cubicBezTo>
                                  <a:cubicBezTo>
                                    <a:pt x="569" y="680"/>
                                    <a:pt x="569" y="680"/>
                                    <a:pt x="569" y="680"/>
                                  </a:cubicBezTo>
                                  <a:cubicBezTo>
                                    <a:pt x="569" y="681"/>
                                    <a:pt x="569" y="680"/>
                                    <a:pt x="569" y="680"/>
                                  </a:cubicBezTo>
                                  <a:cubicBezTo>
                                    <a:pt x="569" y="680"/>
                                    <a:pt x="569" y="680"/>
                                    <a:pt x="569" y="680"/>
                                  </a:cubicBezTo>
                                  <a:cubicBezTo>
                                    <a:pt x="570" y="680"/>
                                    <a:pt x="570" y="679"/>
                                    <a:pt x="570" y="679"/>
                                  </a:cubicBezTo>
                                  <a:cubicBezTo>
                                    <a:pt x="570" y="679"/>
                                    <a:pt x="571" y="679"/>
                                    <a:pt x="571" y="678"/>
                                  </a:cubicBezTo>
                                  <a:cubicBezTo>
                                    <a:pt x="571" y="678"/>
                                    <a:pt x="571" y="677"/>
                                    <a:pt x="571" y="677"/>
                                  </a:cubicBezTo>
                                  <a:cubicBezTo>
                                    <a:pt x="571" y="677"/>
                                    <a:pt x="572" y="677"/>
                                    <a:pt x="571" y="676"/>
                                  </a:cubicBezTo>
                                  <a:cubicBezTo>
                                    <a:pt x="571" y="676"/>
                                    <a:pt x="571" y="676"/>
                                    <a:pt x="571" y="675"/>
                                  </a:cubicBezTo>
                                  <a:cubicBezTo>
                                    <a:pt x="571" y="675"/>
                                    <a:pt x="570" y="675"/>
                                    <a:pt x="570" y="676"/>
                                  </a:cubicBezTo>
                                  <a:cubicBezTo>
                                    <a:pt x="570" y="676"/>
                                    <a:pt x="569" y="676"/>
                                    <a:pt x="569" y="675"/>
                                  </a:cubicBezTo>
                                  <a:cubicBezTo>
                                    <a:pt x="569" y="675"/>
                                    <a:pt x="569" y="675"/>
                                    <a:pt x="569" y="675"/>
                                  </a:cubicBezTo>
                                  <a:cubicBezTo>
                                    <a:pt x="569" y="674"/>
                                    <a:pt x="569" y="674"/>
                                    <a:pt x="570" y="674"/>
                                  </a:cubicBezTo>
                                  <a:cubicBezTo>
                                    <a:pt x="571" y="674"/>
                                    <a:pt x="571" y="674"/>
                                    <a:pt x="572" y="674"/>
                                  </a:cubicBezTo>
                                  <a:cubicBezTo>
                                    <a:pt x="572" y="674"/>
                                    <a:pt x="572" y="674"/>
                                    <a:pt x="572" y="674"/>
                                  </a:cubicBezTo>
                                  <a:cubicBezTo>
                                    <a:pt x="572" y="674"/>
                                    <a:pt x="573" y="674"/>
                                    <a:pt x="573" y="674"/>
                                  </a:cubicBezTo>
                                  <a:cubicBezTo>
                                    <a:pt x="573" y="674"/>
                                    <a:pt x="573" y="674"/>
                                    <a:pt x="573" y="674"/>
                                  </a:cubicBezTo>
                                  <a:cubicBezTo>
                                    <a:pt x="573" y="673"/>
                                    <a:pt x="573" y="673"/>
                                    <a:pt x="573" y="673"/>
                                  </a:cubicBezTo>
                                  <a:cubicBezTo>
                                    <a:pt x="573" y="672"/>
                                    <a:pt x="573" y="672"/>
                                    <a:pt x="573" y="672"/>
                                  </a:cubicBezTo>
                                  <a:cubicBezTo>
                                    <a:pt x="574" y="671"/>
                                    <a:pt x="573" y="671"/>
                                    <a:pt x="573" y="671"/>
                                  </a:cubicBezTo>
                                  <a:cubicBezTo>
                                    <a:pt x="572" y="671"/>
                                    <a:pt x="572" y="671"/>
                                    <a:pt x="572" y="672"/>
                                  </a:cubicBezTo>
                                  <a:cubicBezTo>
                                    <a:pt x="572" y="672"/>
                                    <a:pt x="571" y="672"/>
                                    <a:pt x="571" y="672"/>
                                  </a:cubicBezTo>
                                  <a:cubicBezTo>
                                    <a:pt x="571" y="672"/>
                                    <a:pt x="571" y="672"/>
                                    <a:pt x="571" y="672"/>
                                  </a:cubicBezTo>
                                  <a:cubicBezTo>
                                    <a:pt x="570" y="672"/>
                                    <a:pt x="570" y="672"/>
                                    <a:pt x="570" y="672"/>
                                  </a:cubicBezTo>
                                  <a:cubicBezTo>
                                    <a:pt x="570" y="671"/>
                                    <a:pt x="570" y="671"/>
                                    <a:pt x="570" y="671"/>
                                  </a:cubicBezTo>
                                  <a:cubicBezTo>
                                    <a:pt x="570" y="671"/>
                                    <a:pt x="570" y="671"/>
                                    <a:pt x="570" y="671"/>
                                  </a:cubicBezTo>
                                  <a:cubicBezTo>
                                    <a:pt x="569" y="671"/>
                                    <a:pt x="569" y="672"/>
                                    <a:pt x="568" y="672"/>
                                  </a:cubicBezTo>
                                  <a:cubicBezTo>
                                    <a:pt x="568" y="672"/>
                                    <a:pt x="568" y="672"/>
                                    <a:pt x="568" y="672"/>
                                  </a:cubicBezTo>
                                  <a:cubicBezTo>
                                    <a:pt x="567" y="673"/>
                                    <a:pt x="567" y="673"/>
                                    <a:pt x="566" y="673"/>
                                  </a:cubicBezTo>
                                  <a:cubicBezTo>
                                    <a:pt x="565" y="674"/>
                                    <a:pt x="565" y="674"/>
                                    <a:pt x="565" y="675"/>
                                  </a:cubicBezTo>
                                  <a:cubicBezTo>
                                    <a:pt x="564" y="675"/>
                                    <a:pt x="564" y="675"/>
                                    <a:pt x="564" y="675"/>
                                  </a:cubicBezTo>
                                  <a:cubicBezTo>
                                    <a:pt x="565" y="676"/>
                                    <a:pt x="564" y="676"/>
                                    <a:pt x="564" y="676"/>
                                  </a:cubicBezTo>
                                  <a:cubicBezTo>
                                    <a:pt x="564" y="676"/>
                                    <a:pt x="564" y="676"/>
                                    <a:pt x="564" y="677"/>
                                  </a:cubicBezTo>
                                  <a:cubicBezTo>
                                    <a:pt x="563" y="677"/>
                                    <a:pt x="563" y="678"/>
                                    <a:pt x="563" y="678"/>
                                  </a:cubicBezTo>
                                  <a:cubicBezTo>
                                    <a:pt x="563" y="678"/>
                                    <a:pt x="563" y="678"/>
                                    <a:pt x="563" y="678"/>
                                  </a:cubicBezTo>
                                  <a:cubicBezTo>
                                    <a:pt x="563" y="679"/>
                                    <a:pt x="563" y="679"/>
                                    <a:pt x="563" y="679"/>
                                  </a:cubicBezTo>
                                  <a:cubicBezTo>
                                    <a:pt x="563" y="679"/>
                                    <a:pt x="563" y="679"/>
                                    <a:pt x="563" y="679"/>
                                  </a:cubicBezTo>
                                  <a:cubicBezTo>
                                    <a:pt x="562" y="680"/>
                                    <a:pt x="562" y="680"/>
                                    <a:pt x="561" y="681"/>
                                  </a:cubicBezTo>
                                  <a:cubicBezTo>
                                    <a:pt x="561" y="681"/>
                                    <a:pt x="560" y="681"/>
                                    <a:pt x="561" y="681"/>
                                  </a:cubicBezTo>
                                  <a:cubicBezTo>
                                    <a:pt x="561" y="681"/>
                                    <a:pt x="561" y="682"/>
                                    <a:pt x="560" y="682"/>
                                  </a:cubicBezTo>
                                  <a:cubicBezTo>
                                    <a:pt x="560" y="682"/>
                                    <a:pt x="560" y="682"/>
                                    <a:pt x="560" y="682"/>
                                  </a:cubicBezTo>
                                  <a:cubicBezTo>
                                    <a:pt x="560" y="683"/>
                                    <a:pt x="560" y="683"/>
                                    <a:pt x="560" y="683"/>
                                  </a:cubicBezTo>
                                  <a:cubicBezTo>
                                    <a:pt x="560" y="683"/>
                                    <a:pt x="560" y="683"/>
                                    <a:pt x="560" y="683"/>
                                  </a:cubicBezTo>
                                  <a:cubicBezTo>
                                    <a:pt x="559" y="684"/>
                                    <a:pt x="559" y="685"/>
                                    <a:pt x="559" y="685"/>
                                  </a:cubicBezTo>
                                  <a:cubicBezTo>
                                    <a:pt x="559" y="686"/>
                                    <a:pt x="559" y="687"/>
                                    <a:pt x="558" y="687"/>
                                  </a:cubicBezTo>
                                  <a:cubicBezTo>
                                    <a:pt x="558" y="688"/>
                                    <a:pt x="558" y="688"/>
                                    <a:pt x="558" y="689"/>
                                  </a:cubicBezTo>
                                  <a:cubicBezTo>
                                    <a:pt x="558" y="689"/>
                                    <a:pt x="558" y="689"/>
                                    <a:pt x="558" y="689"/>
                                  </a:cubicBezTo>
                                  <a:cubicBezTo>
                                    <a:pt x="557" y="689"/>
                                    <a:pt x="557" y="689"/>
                                    <a:pt x="557" y="690"/>
                                  </a:cubicBezTo>
                                  <a:cubicBezTo>
                                    <a:pt x="557" y="690"/>
                                    <a:pt x="557" y="690"/>
                                    <a:pt x="557" y="690"/>
                                  </a:cubicBezTo>
                                  <a:cubicBezTo>
                                    <a:pt x="557" y="690"/>
                                    <a:pt x="557" y="690"/>
                                    <a:pt x="557" y="690"/>
                                  </a:cubicBezTo>
                                  <a:cubicBezTo>
                                    <a:pt x="557" y="691"/>
                                    <a:pt x="557" y="691"/>
                                    <a:pt x="557" y="691"/>
                                  </a:cubicBezTo>
                                  <a:cubicBezTo>
                                    <a:pt x="556" y="692"/>
                                    <a:pt x="556" y="692"/>
                                    <a:pt x="556" y="692"/>
                                  </a:cubicBezTo>
                                  <a:cubicBezTo>
                                    <a:pt x="556" y="693"/>
                                    <a:pt x="557" y="693"/>
                                    <a:pt x="557" y="693"/>
                                  </a:cubicBezTo>
                                  <a:cubicBezTo>
                                    <a:pt x="557" y="693"/>
                                    <a:pt x="557" y="693"/>
                                    <a:pt x="557" y="693"/>
                                  </a:cubicBezTo>
                                  <a:cubicBezTo>
                                    <a:pt x="557" y="693"/>
                                    <a:pt x="558" y="694"/>
                                    <a:pt x="558" y="694"/>
                                  </a:cubicBezTo>
                                  <a:cubicBezTo>
                                    <a:pt x="557" y="694"/>
                                    <a:pt x="557" y="693"/>
                                    <a:pt x="557" y="694"/>
                                  </a:cubicBezTo>
                                  <a:cubicBezTo>
                                    <a:pt x="557" y="694"/>
                                    <a:pt x="557" y="694"/>
                                    <a:pt x="557" y="694"/>
                                  </a:cubicBezTo>
                                  <a:cubicBezTo>
                                    <a:pt x="557" y="693"/>
                                    <a:pt x="557" y="693"/>
                                    <a:pt x="556" y="693"/>
                                  </a:cubicBezTo>
                                  <a:cubicBezTo>
                                    <a:pt x="556" y="693"/>
                                    <a:pt x="556" y="693"/>
                                    <a:pt x="556" y="693"/>
                                  </a:cubicBezTo>
                                  <a:cubicBezTo>
                                    <a:pt x="556" y="693"/>
                                    <a:pt x="555" y="693"/>
                                    <a:pt x="555" y="694"/>
                                  </a:cubicBezTo>
                                  <a:cubicBezTo>
                                    <a:pt x="555" y="694"/>
                                    <a:pt x="555" y="694"/>
                                    <a:pt x="555" y="695"/>
                                  </a:cubicBezTo>
                                  <a:cubicBezTo>
                                    <a:pt x="554" y="695"/>
                                    <a:pt x="554" y="695"/>
                                    <a:pt x="554" y="696"/>
                                  </a:cubicBezTo>
                                  <a:cubicBezTo>
                                    <a:pt x="554" y="696"/>
                                    <a:pt x="554" y="696"/>
                                    <a:pt x="554" y="696"/>
                                  </a:cubicBezTo>
                                  <a:cubicBezTo>
                                    <a:pt x="555" y="696"/>
                                    <a:pt x="555" y="696"/>
                                    <a:pt x="555" y="696"/>
                                  </a:cubicBezTo>
                                  <a:cubicBezTo>
                                    <a:pt x="556" y="696"/>
                                    <a:pt x="556" y="696"/>
                                    <a:pt x="556" y="697"/>
                                  </a:cubicBezTo>
                                  <a:cubicBezTo>
                                    <a:pt x="556" y="697"/>
                                    <a:pt x="556" y="697"/>
                                    <a:pt x="556" y="697"/>
                                  </a:cubicBezTo>
                                  <a:cubicBezTo>
                                    <a:pt x="555" y="697"/>
                                    <a:pt x="555" y="697"/>
                                    <a:pt x="556" y="697"/>
                                  </a:cubicBezTo>
                                  <a:cubicBezTo>
                                    <a:pt x="556" y="697"/>
                                    <a:pt x="556" y="697"/>
                                    <a:pt x="557" y="697"/>
                                  </a:cubicBezTo>
                                  <a:cubicBezTo>
                                    <a:pt x="556" y="698"/>
                                    <a:pt x="556" y="698"/>
                                    <a:pt x="556" y="697"/>
                                  </a:cubicBezTo>
                                  <a:cubicBezTo>
                                    <a:pt x="555" y="697"/>
                                    <a:pt x="555" y="697"/>
                                    <a:pt x="555" y="698"/>
                                  </a:cubicBezTo>
                                  <a:cubicBezTo>
                                    <a:pt x="555" y="698"/>
                                    <a:pt x="555" y="698"/>
                                    <a:pt x="555" y="698"/>
                                  </a:cubicBezTo>
                                  <a:cubicBezTo>
                                    <a:pt x="555" y="698"/>
                                    <a:pt x="554" y="698"/>
                                    <a:pt x="554" y="698"/>
                                  </a:cubicBezTo>
                                  <a:cubicBezTo>
                                    <a:pt x="554" y="698"/>
                                    <a:pt x="554" y="698"/>
                                    <a:pt x="554" y="698"/>
                                  </a:cubicBezTo>
                                  <a:cubicBezTo>
                                    <a:pt x="554" y="697"/>
                                    <a:pt x="554" y="697"/>
                                    <a:pt x="554" y="697"/>
                                  </a:cubicBezTo>
                                  <a:cubicBezTo>
                                    <a:pt x="553" y="697"/>
                                    <a:pt x="553" y="697"/>
                                    <a:pt x="553" y="697"/>
                                  </a:cubicBezTo>
                                  <a:cubicBezTo>
                                    <a:pt x="553" y="698"/>
                                    <a:pt x="553" y="698"/>
                                    <a:pt x="553" y="698"/>
                                  </a:cubicBezTo>
                                  <a:cubicBezTo>
                                    <a:pt x="553" y="698"/>
                                    <a:pt x="553" y="699"/>
                                    <a:pt x="553" y="699"/>
                                  </a:cubicBezTo>
                                  <a:cubicBezTo>
                                    <a:pt x="553" y="700"/>
                                    <a:pt x="553" y="700"/>
                                    <a:pt x="552" y="700"/>
                                  </a:cubicBezTo>
                                  <a:cubicBezTo>
                                    <a:pt x="552" y="700"/>
                                    <a:pt x="552" y="700"/>
                                    <a:pt x="552" y="701"/>
                                  </a:cubicBezTo>
                                  <a:cubicBezTo>
                                    <a:pt x="552" y="701"/>
                                    <a:pt x="551" y="702"/>
                                    <a:pt x="551" y="703"/>
                                  </a:cubicBezTo>
                                  <a:cubicBezTo>
                                    <a:pt x="552" y="703"/>
                                    <a:pt x="552" y="703"/>
                                    <a:pt x="553" y="704"/>
                                  </a:cubicBezTo>
                                  <a:cubicBezTo>
                                    <a:pt x="553" y="704"/>
                                    <a:pt x="553" y="704"/>
                                    <a:pt x="553" y="704"/>
                                  </a:cubicBezTo>
                                  <a:cubicBezTo>
                                    <a:pt x="553" y="704"/>
                                    <a:pt x="553" y="704"/>
                                    <a:pt x="553" y="705"/>
                                  </a:cubicBezTo>
                                  <a:cubicBezTo>
                                    <a:pt x="552" y="705"/>
                                    <a:pt x="552" y="705"/>
                                    <a:pt x="552" y="705"/>
                                  </a:cubicBezTo>
                                  <a:cubicBezTo>
                                    <a:pt x="552" y="705"/>
                                    <a:pt x="552" y="705"/>
                                    <a:pt x="552" y="705"/>
                                  </a:cubicBezTo>
                                  <a:cubicBezTo>
                                    <a:pt x="552" y="705"/>
                                    <a:pt x="551" y="706"/>
                                    <a:pt x="551" y="706"/>
                                  </a:cubicBezTo>
                                  <a:cubicBezTo>
                                    <a:pt x="550" y="707"/>
                                    <a:pt x="550" y="708"/>
                                    <a:pt x="548" y="708"/>
                                  </a:cubicBezTo>
                                  <a:cubicBezTo>
                                    <a:pt x="548" y="708"/>
                                    <a:pt x="548" y="709"/>
                                    <a:pt x="548" y="709"/>
                                  </a:cubicBezTo>
                                  <a:cubicBezTo>
                                    <a:pt x="547" y="709"/>
                                    <a:pt x="547" y="709"/>
                                    <a:pt x="547" y="710"/>
                                  </a:cubicBezTo>
                                  <a:cubicBezTo>
                                    <a:pt x="547" y="710"/>
                                    <a:pt x="547" y="710"/>
                                    <a:pt x="547" y="710"/>
                                  </a:cubicBezTo>
                                  <a:cubicBezTo>
                                    <a:pt x="547" y="710"/>
                                    <a:pt x="547" y="711"/>
                                    <a:pt x="547" y="711"/>
                                  </a:cubicBezTo>
                                  <a:cubicBezTo>
                                    <a:pt x="547" y="711"/>
                                    <a:pt x="547" y="711"/>
                                    <a:pt x="547" y="711"/>
                                  </a:cubicBezTo>
                                  <a:cubicBezTo>
                                    <a:pt x="547" y="712"/>
                                    <a:pt x="547" y="712"/>
                                    <a:pt x="547" y="712"/>
                                  </a:cubicBezTo>
                                  <a:cubicBezTo>
                                    <a:pt x="547" y="712"/>
                                    <a:pt x="547" y="712"/>
                                    <a:pt x="547" y="712"/>
                                  </a:cubicBezTo>
                                  <a:cubicBezTo>
                                    <a:pt x="547" y="712"/>
                                    <a:pt x="547" y="713"/>
                                    <a:pt x="547" y="713"/>
                                  </a:cubicBezTo>
                                  <a:cubicBezTo>
                                    <a:pt x="548" y="713"/>
                                    <a:pt x="548" y="713"/>
                                    <a:pt x="548" y="713"/>
                                  </a:cubicBezTo>
                                  <a:cubicBezTo>
                                    <a:pt x="548" y="713"/>
                                    <a:pt x="548" y="713"/>
                                    <a:pt x="548" y="713"/>
                                  </a:cubicBezTo>
                                  <a:cubicBezTo>
                                    <a:pt x="549" y="713"/>
                                    <a:pt x="549" y="713"/>
                                    <a:pt x="549" y="713"/>
                                  </a:cubicBezTo>
                                  <a:cubicBezTo>
                                    <a:pt x="550" y="713"/>
                                    <a:pt x="550" y="713"/>
                                    <a:pt x="551" y="713"/>
                                  </a:cubicBezTo>
                                  <a:cubicBezTo>
                                    <a:pt x="552" y="713"/>
                                    <a:pt x="552" y="713"/>
                                    <a:pt x="553" y="713"/>
                                  </a:cubicBezTo>
                                  <a:cubicBezTo>
                                    <a:pt x="553" y="713"/>
                                    <a:pt x="553" y="712"/>
                                    <a:pt x="553" y="712"/>
                                  </a:cubicBezTo>
                                  <a:cubicBezTo>
                                    <a:pt x="554" y="712"/>
                                    <a:pt x="554" y="712"/>
                                    <a:pt x="554" y="711"/>
                                  </a:cubicBezTo>
                                  <a:cubicBezTo>
                                    <a:pt x="554" y="712"/>
                                    <a:pt x="554" y="712"/>
                                    <a:pt x="554" y="712"/>
                                  </a:cubicBezTo>
                                  <a:cubicBezTo>
                                    <a:pt x="554" y="712"/>
                                    <a:pt x="554" y="712"/>
                                    <a:pt x="554" y="712"/>
                                  </a:cubicBezTo>
                                  <a:cubicBezTo>
                                    <a:pt x="555" y="712"/>
                                    <a:pt x="555" y="712"/>
                                    <a:pt x="556" y="712"/>
                                  </a:cubicBezTo>
                                  <a:cubicBezTo>
                                    <a:pt x="556" y="712"/>
                                    <a:pt x="557" y="712"/>
                                    <a:pt x="557" y="712"/>
                                  </a:cubicBezTo>
                                  <a:cubicBezTo>
                                    <a:pt x="557" y="712"/>
                                    <a:pt x="557" y="712"/>
                                    <a:pt x="557" y="713"/>
                                  </a:cubicBezTo>
                                  <a:cubicBezTo>
                                    <a:pt x="558" y="713"/>
                                    <a:pt x="559" y="713"/>
                                    <a:pt x="560" y="713"/>
                                  </a:cubicBezTo>
                                  <a:cubicBezTo>
                                    <a:pt x="560" y="713"/>
                                    <a:pt x="560" y="713"/>
                                    <a:pt x="560" y="713"/>
                                  </a:cubicBezTo>
                                  <a:cubicBezTo>
                                    <a:pt x="560" y="713"/>
                                    <a:pt x="561" y="712"/>
                                    <a:pt x="561" y="712"/>
                                  </a:cubicBezTo>
                                  <a:cubicBezTo>
                                    <a:pt x="561" y="712"/>
                                    <a:pt x="561" y="712"/>
                                    <a:pt x="561" y="712"/>
                                  </a:cubicBezTo>
                                  <a:cubicBezTo>
                                    <a:pt x="561" y="712"/>
                                    <a:pt x="561" y="712"/>
                                    <a:pt x="561" y="713"/>
                                  </a:cubicBezTo>
                                  <a:cubicBezTo>
                                    <a:pt x="561" y="713"/>
                                    <a:pt x="560" y="713"/>
                                    <a:pt x="561" y="713"/>
                                  </a:cubicBezTo>
                                  <a:cubicBezTo>
                                    <a:pt x="561" y="713"/>
                                    <a:pt x="561" y="713"/>
                                    <a:pt x="561" y="713"/>
                                  </a:cubicBezTo>
                                  <a:cubicBezTo>
                                    <a:pt x="561" y="713"/>
                                    <a:pt x="561" y="713"/>
                                    <a:pt x="561" y="713"/>
                                  </a:cubicBezTo>
                                  <a:cubicBezTo>
                                    <a:pt x="562" y="713"/>
                                    <a:pt x="562" y="713"/>
                                    <a:pt x="562" y="713"/>
                                  </a:cubicBezTo>
                                  <a:cubicBezTo>
                                    <a:pt x="562" y="713"/>
                                    <a:pt x="562" y="713"/>
                                    <a:pt x="562" y="713"/>
                                  </a:cubicBezTo>
                                  <a:cubicBezTo>
                                    <a:pt x="563" y="713"/>
                                    <a:pt x="563" y="713"/>
                                    <a:pt x="564" y="713"/>
                                  </a:cubicBezTo>
                                  <a:cubicBezTo>
                                    <a:pt x="564" y="714"/>
                                    <a:pt x="564" y="714"/>
                                    <a:pt x="565" y="713"/>
                                  </a:cubicBezTo>
                                  <a:cubicBezTo>
                                    <a:pt x="565" y="713"/>
                                    <a:pt x="565" y="713"/>
                                    <a:pt x="565" y="713"/>
                                  </a:cubicBezTo>
                                  <a:cubicBezTo>
                                    <a:pt x="565" y="713"/>
                                    <a:pt x="565" y="713"/>
                                    <a:pt x="565" y="713"/>
                                  </a:cubicBezTo>
                                  <a:cubicBezTo>
                                    <a:pt x="566" y="713"/>
                                    <a:pt x="566" y="713"/>
                                    <a:pt x="566" y="713"/>
                                  </a:cubicBezTo>
                                  <a:cubicBezTo>
                                    <a:pt x="567" y="713"/>
                                    <a:pt x="567" y="713"/>
                                    <a:pt x="567" y="713"/>
                                  </a:cubicBezTo>
                                  <a:cubicBezTo>
                                    <a:pt x="567" y="713"/>
                                    <a:pt x="568" y="713"/>
                                    <a:pt x="568" y="713"/>
                                  </a:cubicBezTo>
                                  <a:cubicBezTo>
                                    <a:pt x="568" y="713"/>
                                    <a:pt x="569" y="713"/>
                                    <a:pt x="568" y="712"/>
                                  </a:cubicBezTo>
                                  <a:cubicBezTo>
                                    <a:pt x="568" y="712"/>
                                    <a:pt x="569" y="712"/>
                                    <a:pt x="569" y="712"/>
                                  </a:cubicBezTo>
                                  <a:cubicBezTo>
                                    <a:pt x="569" y="711"/>
                                    <a:pt x="569" y="712"/>
                                    <a:pt x="569" y="712"/>
                                  </a:cubicBezTo>
                                  <a:cubicBezTo>
                                    <a:pt x="569" y="712"/>
                                    <a:pt x="569" y="711"/>
                                    <a:pt x="570" y="711"/>
                                  </a:cubicBezTo>
                                  <a:cubicBezTo>
                                    <a:pt x="570" y="711"/>
                                    <a:pt x="570" y="711"/>
                                    <a:pt x="571" y="711"/>
                                  </a:cubicBezTo>
                                  <a:cubicBezTo>
                                    <a:pt x="571" y="711"/>
                                    <a:pt x="571" y="711"/>
                                    <a:pt x="571" y="711"/>
                                  </a:cubicBezTo>
                                  <a:cubicBezTo>
                                    <a:pt x="571" y="712"/>
                                    <a:pt x="570" y="712"/>
                                    <a:pt x="570" y="712"/>
                                  </a:cubicBezTo>
                                  <a:cubicBezTo>
                                    <a:pt x="570" y="712"/>
                                    <a:pt x="569" y="712"/>
                                    <a:pt x="569" y="712"/>
                                  </a:cubicBezTo>
                                  <a:cubicBezTo>
                                    <a:pt x="569" y="712"/>
                                    <a:pt x="569" y="713"/>
                                    <a:pt x="569" y="713"/>
                                  </a:cubicBezTo>
                                  <a:cubicBezTo>
                                    <a:pt x="569" y="713"/>
                                    <a:pt x="570" y="713"/>
                                    <a:pt x="570" y="713"/>
                                  </a:cubicBezTo>
                                  <a:cubicBezTo>
                                    <a:pt x="570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0" y="713"/>
                                  </a:cubicBezTo>
                                  <a:cubicBezTo>
                                    <a:pt x="570" y="713"/>
                                    <a:pt x="569" y="714"/>
                                    <a:pt x="569" y="714"/>
                                  </a:cubicBezTo>
                                  <a:cubicBezTo>
                                    <a:pt x="569" y="714"/>
                                    <a:pt x="569" y="714"/>
                                    <a:pt x="569" y="714"/>
                                  </a:cubicBezTo>
                                  <a:cubicBezTo>
                                    <a:pt x="569" y="714"/>
                                    <a:pt x="569" y="714"/>
                                    <a:pt x="569" y="714"/>
                                  </a:cubicBezTo>
                                  <a:cubicBezTo>
                                    <a:pt x="570" y="714"/>
                                    <a:pt x="570" y="714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4"/>
                                    <a:pt x="571" y="714"/>
                                    <a:pt x="570" y="714"/>
                                  </a:cubicBezTo>
                                  <a:cubicBezTo>
                                    <a:pt x="571" y="714"/>
                                    <a:pt x="571" y="714"/>
                                    <a:pt x="571" y="714"/>
                                  </a:cubicBezTo>
                                  <a:cubicBezTo>
                                    <a:pt x="571" y="714"/>
                                    <a:pt x="571" y="714"/>
                                    <a:pt x="571" y="714"/>
                                  </a:cubicBezTo>
                                  <a:cubicBezTo>
                                    <a:pt x="572" y="714"/>
                                    <a:pt x="572" y="714"/>
                                    <a:pt x="572" y="714"/>
                                  </a:cubicBezTo>
                                  <a:cubicBezTo>
                                    <a:pt x="572" y="714"/>
                                    <a:pt x="572" y="714"/>
                                    <a:pt x="572" y="715"/>
                                  </a:cubicBezTo>
                                  <a:cubicBezTo>
                                    <a:pt x="572" y="715"/>
                                    <a:pt x="572" y="715"/>
                                    <a:pt x="572" y="715"/>
                                  </a:cubicBezTo>
                                  <a:cubicBezTo>
                                    <a:pt x="572" y="715"/>
                                    <a:pt x="572" y="715"/>
                                    <a:pt x="572" y="715"/>
                                  </a:cubicBezTo>
                                  <a:cubicBezTo>
                                    <a:pt x="573" y="714"/>
                                    <a:pt x="573" y="714"/>
                                    <a:pt x="573" y="714"/>
                                  </a:cubicBezTo>
                                  <a:cubicBezTo>
                                    <a:pt x="573" y="714"/>
                                    <a:pt x="573" y="714"/>
                                    <a:pt x="573" y="714"/>
                                  </a:cubicBezTo>
                                  <a:cubicBezTo>
                                    <a:pt x="573" y="714"/>
                                    <a:pt x="573" y="713"/>
                                    <a:pt x="574" y="713"/>
                                  </a:cubicBezTo>
                                  <a:cubicBezTo>
                                    <a:pt x="574" y="713"/>
                                    <a:pt x="574" y="713"/>
                                    <a:pt x="573" y="713"/>
                                  </a:cubicBezTo>
                                  <a:cubicBezTo>
                                    <a:pt x="573" y="713"/>
                                    <a:pt x="573" y="712"/>
                                    <a:pt x="573" y="712"/>
                                  </a:cubicBezTo>
                                  <a:cubicBezTo>
                                    <a:pt x="573" y="712"/>
                                    <a:pt x="573" y="712"/>
                                    <a:pt x="574" y="712"/>
                                  </a:cubicBezTo>
                                  <a:cubicBezTo>
                                    <a:pt x="574" y="712"/>
                                    <a:pt x="574" y="712"/>
                                    <a:pt x="574" y="712"/>
                                  </a:cubicBezTo>
                                  <a:cubicBezTo>
                                    <a:pt x="575" y="712"/>
                                    <a:pt x="575" y="713"/>
                                    <a:pt x="575" y="713"/>
                                  </a:cubicBezTo>
                                  <a:cubicBezTo>
                                    <a:pt x="575" y="713"/>
                                    <a:pt x="576" y="713"/>
                                    <a:pt x="576" y="713"/>
                                  </a:cubicBezTo>
                                  <a:cubicBezTo>
                                    <a:pt x="576" y="713"/>
                                    <a:pt x="576" y="713"/>
                                    <a:pt x="577" y="713"/>
                                  </a:cubicBezTo>
                                  <a:cubicBezTo>
                                    <a:pt x="577" y="713"/>
                                    <a:pt x="577" y="713"/>
                                    <a:pt x="578" y="712"/>
                                  </a:cubicBezTo>
                                  <a:cubicBezTo>
                                    <a:pt x="578" y="713"/>
                                    <a:pt x="577" y="713"/>
                                    <a:pt x="577" y="713"/>
                                  </a:cubicBezTo>
                                  <a:cubicBezTo>
                                    <a:pt x="577" y="714"/>
                                    <a:pt x="577" y="714"/>
                                    <a:pt x="577" y="714"/>
                                  </a:cubicBezTo>
                                  <a:cubicBezTo>
                                    <a:pt x="577" y="714"/>
                                    <a:pt x="576" y="714"/>
                                    <a:pt x="576" y="714"/>
                                  </a:cubicBezTo>
                                  <a:cubicBezTo>
                                    <a:pt x="575" y="714"/>
                                    <a:pt x="575" y="715"/>
                                    <a:pt x="575" y="715"/>
                                  </a:cubicBezTo>
                                  <a:cubicBezTo>
                                    <a:pt x="574" y="715"/>
                                    <a:pt x="575" y="715"/>
                                    <a:pt x="574" y="716"/>
                                  </a:cubicBezTo>
                                  <a:cubicBezTo>
                                    <a:pt x="574" y="716"/>
                                    <a:pt x="574" y="716"/>
                                    <a:pt x="574" y="716"/>
                                  </a:cubicBezTo>
                                  <a:cubicBezTo>
                                    <a:pt x="574" y="717"/>
                                    <a:pt x="573" y="717"/>
                                    <a:pt x="573" y="717"/>
                                  </a:cubicBezTo>
                                  <a:cubicBezTo>
                                    <a:pt x="573" y="718"/>
                                    <a:pt x="573" y="718"/>
                                    <a:pt x="572" y="718"/>
                                  </a:cubicBezTo>
                                  <a:cubicBezTo>
                                    <a:pt x="572" y="718"/>
                                    <a:pt x="572" y="718"/>
                                    <a:pt x="571" y="718"/>
                                  </a:cubicBezTo>
                                  <a:cubicBezTo>
                                    <a:pt x="571" y="718"/>
                                    <a:pt x="571" y="718"/>
                                    <a:pt x="571" y="718"/>
                                  </a:cubicBezTo>
                                  <a:cubicBezTo>
                                    <a:pt x="571" y="718"/>
                                    <a:pt x="570" y="719"/>
                                    <a:pt x="570" y="719"/>
                                  </a:cubicBezTo>
                                  <a:cubicBezTo>
                                    <a:pt x="570" y="719"/>
                                    <a:pt x="570" y="719"/>
                                    <a:pt x="570" y="720"/>
                                  </a:cubicBezTo>
                                  <a:cubicBezTo>
                                    <a:pt x="570" y="720"/>
                                    <a:pt x="570" y="720"/>
                                    <a:pt x="570" y="720"/>
                                  </a:cubicBezTo>
                                  <a:cubicBezTo>
                                    <a:pt x="571" y="720"/>
                                    <a:pt x="572" y="720"/>
                                    <a:pt x="572" y="720"/>
                                  </a:cubicBezTo>
                                  <a:cubicBezTo>
                                    <a:pt x="572" y="720"/>
                                    <a:pt x="573" y="720"/>
                                    <a:pt x="573" y="720"/>
                                  </a:cubicBezTo>
                                  <a:cubicBezTo>
                                    <a:pt x="574" y="720"/>
                                    <a:pt x="575" y="720"/>
                                    <a:pt x="575" y="719"/>
                                  </a:cubicBezTo>
                                  <a:cubicBezTo>
                                    <a:pt x="575" y="719"/>
                                    <a:pt x="575" y="719"/>
                                    <a:pt x="575" y="718"/>
                                  </a:cubicBezTo>
                                  <a:cubicBezTo>
                                    <a:pt x="576" y="718"/>
                                    <a:pt x="576" y="718"/>
                                    <a:pt x="575" y="717"/>
                                  </a:cubicBezTo>
                                  <a:cubicBezTo>
                                    <a:pt x="576" y="717"/>
                                    <a:pt x="576" y="717"/>
                                    <a:pt x="576" y="717"/>
                                  </a:cubicBezTo>
                                  <a:cubicBezTo>
                                    <a:pt x="576" y="717"/>
                                    <a:pt x="576" y="717"/>
                                    <a:pt x="576" y="716"/>
                                  </a:cubicBezTo>
                                  <a:cubicBezTo>
                                    <a:pt x="577" y="716"/>
                                    <a:pt x="577" y="715"/>
                                    <a:pt x="578" y="715"/>
                                  </a:cubicBezTo>
                                  <a:cubicBezTo>
                                    <a:pt x="578" y="715"/>
                                    <a:pt x="578" y="715"/>
                                    <a:pt x="578" y="715"/>
                                  </a:cubicBezTo>
                                  <a:cubicBezTo>
                                    <a:pt x="578" y="715"/>
                                    <a:pt x="578" y="715"/>
                                    <a:pt x="578" y="715"/>
                                  </a:cubicBezTo>
                                  <a:cubicBezTo>
                                    <a:pt x="578" y="715"/>
                                    <a:pt x="579" y="715"/>
                                    <a:pt x="580" y="714"/>
                                  </a:cubicBezTo>
                                  <a:cubicBezTo>
                                    <a:pt x="580" y="714"/>
                                    <a:pt x="580" y="714"/>
                                    <a:pt x="580" y="715"/>
                                  </a:cubicBezTo>
                                  <a:cubicBezTo>
                                    <a:pt x="579" y="715"/>
                                    <a:pt x="579" y="715"/>
                                    <a:pt x="579" y="715"/>
                                  </a:cubicBezTo>
                                  <a:cubicBezTo>
                                    <a:pt x="580" y="715"/>
                                    <a:pt x="580" y="715"/>
                                    <a:pt x="580" y="714"/>
                                  </a:cubicBezTo>
                                  <a:cubicBezTo>
                                    <a:pt x="580" y="714"/>
                                    <a:pt x="581" y="713"/>
                                    <a:pt x="581" y="713"/>
                                  </a:cubicBezTo>
                                  <a:cubicBezTo>
                                    <a:pt x="581" y="712"/>
                                    <a:pt x="582" y="711"/>
                                    <a:pt x="582" y="710"/>
                                  </a:cubicBezTo>
                                  <a:cubicBezTo>
                                    <a:pt x="582" y="710"/>
                                    <a:pt x="582" y="710"/>
                                    <a:pt x="582" y="710"/>
                                  </a:cubicBezTo>
                                  <a:cubicBezTo>
                                    <a:pt x="582" y="710"/>
                                    <a:pt x="582" y="710"/>
                                    <a:pt x="582" y="710"/>
                                  </a:cubicBezTo>
                                  <a:cubicBezTo>
                                    <a:pt x="582" y="710"/>
                                    <a:pt x="582" y="711"/>
                                    <a:pt x="582" y="711"/>
                                  </a:cubicBezTo>
                                  <a:cubicBezTo>
                                    <a:pt x="583" y="710"/>
                                    <a:pt x="583" y="711"/>
                                    <a:pt x="583" y="711"/>
                                  </a:cubicBezTo>
                                  <a:cubicBezTo>
                                    <a:pt x="583" y="711"/>
                                    <a:pt x="583" y="711"/>
                                    <a:pt x="583" y="711"/>
                                  </a:cubicBezTo>
                                  <a:cubicBezTo>
                                    <a:pt x="583" y="711"/>
                                    <a:pt x="583" y="711"/>
                                    <a:pt x="583" y="711"/>
                                  </a:cubicBezTo>
                                  <a:cubicBezTo>
                                    <a:pt x="583" y="712"/>
                                    <a:pt x="583" y="712"/>
                                    <a:pt x="584" y="712"/>
                                  </a:cubicBezTo>
                                  <a:cubicBezTo>
                                    <a:pt x="584" y="713"/>
                                    <a:pt x="584" y="714"/>
                                    <a:pt x="584" y="714"/>
                                  </a:cubicBezTo>
                                  <a:cubicBezTo>
                                    <a:pt x="584" y="715"/>
                                    <a:pt x="584" y="715"/>
                                    <a:pt x="584" y="715"/>
                                  </a:cubicBezTo>
                                  <a:cubicBezTo>
                                    <a:pt x="584" y="715"/>
                                    <a:pt x="584" y="715"/>
                                    <a:pt x="584" y="716"/>
                                  </a:cubicBezTo>
                                  <a:cubicBezTo>
                                    <a:pt x="584" y="716"/>
                                    <a:pt x="584" y="716"/>
                                    <a:pt x="584" y="716"/>
                                  </a:cubicBezTo>
                                  <a:cubicBezTo>
                                    <a:pt x="583" y="716"/>
                                    <a:pt x="583" y="717"/>
                                    <a:pt x="583" y="718"/>
                                  </a:cubicBezTo>
                                  <a:cubicBezTo>
                                    <a:pt x="583" y="718"/>
                                    <a:pt x="582" y="719"/>
                                    <a:pt x="582" y="720"/>
                                  </a:cubicBezTo>
                                  <a:cubicBezTo>
                                    <a:pt x="582" y="720"/>
                                    <a:pt x="582" y="720"/>
                                    <a:pt x="582" y="720"/>
                                  </a:cubicBezTo>
                                  <a:cubicBezTo>
                                    <a:pt x="582" y="721"/>
                                    <a:pt x="582" y="721"/>
                                    <a:pt x="582" y="721"/>
                                  </a:cubicBezTo>
                                  <a:cubicBezTo>
                                    <a:pt x="583" y="721"/>
                                    <a:pt x="583" y="721"/>
                                    <a:pt x="583" y="721"/>
                                  </a:cubicBezTo>
                                  <a:cubicBezTo>
                                    <a:pt x="584" y="720"/>
                                    <a:pt x="585" y="719"/>
                                    <a:pt x="586" y="717"/>
                                  </a:cubicBezTo>
                                  <a:cubicBezTo>
                                    <a:pt x="586" y="717"/>
                                    <a:pt x="586" y="717"/>
                                    <a:pt x="586" y="717"/>
                                  </a:cubicBezTo>
                                  <a:cubicBezTo>
                                    <a:pt x="586" y="717"/>
                                    <a:pt x="586" y="717"/>
                                    <a:pt x="586" y="717"/>
                                  </a:cubicBezTo>
                                  <a:cubicBezTo>
                                    <a:pt x="586" y="718"/>
                                    <a:pt x="586" y="718"/>
                                    <a:pt x="586" y="719"/>
                                  </a:cubicBezTo>
                                  <a:cubicBezTo>
                                    <a:pt x="586" y="719"/>
                                    <a:pt x="586" y="719"/>
                                    <a:pt x="586" y="719"/>
                                  </a:cubicBezTo>
                                  <a:cubicBezTo>
                                    <a:pt x="586" y="720"/>
                                    <a:pt x="586" y="720"/>
                                    <a:pt x="586" y="720"/>
                                  </a:cubicBezTo>
                                  <a:cubicBezTo>
                                    <a:pt x="586" y="720"/>
                                    <a:pt x="585" y="720"/>
                                    <a:pt x="586" y="721"/>
                                  </a:cubicBezTo>
                                  <a:cubicBezTo>
                                    <a:pt x="586" y="721"/>
                                    <a:pt x="586" y="721"/>
                                    <a:pt x="586" y="722"/>
                                  </a:cubicBezTo>
                                  <a:cubicBezTo>
                                    <a:pt x="586" y="722"/>
                                    <a:pt x="586" y="722"/>
                                    <a:pt x="586" y="723"/>
                                  </a:cubicBezTo>
                                  <a:cubicBezTo>
                                    <a:pt x="586" y="723"/>
                                    <a:pt x="586" y="723"/>
                                    <a:pt x="586" y="723"/>
                                  </a:cubicBezTo>
                                  <a:cubicBezTo>
                                    <a:pt x="587" y="722"/>
                                    <a:pt x="587" y="722"/>
                                    <a:pt x="587" y="722"/>
                                  </a:cubicBezTo>
                                  <a:cubicBezTo>
                                    <a:pt x="587" y="722"/>
                                    <a:pt x="588" y="722"/>
                                    <a:pt x="588" y="721"/>
                                  </a:cubicBezTo>
                                  <a:cubicBezTo>
                                    <a:pt x="588" y="721"/>
                                    <a:pt x="588" y="722"/>
                                    <a:pt x="588" y="722"/>
                                  </a:cubicBezTo>
                                  <a:cubicBezTo>
                                    <a:pt x="588" y="722"/>
                                    <a:pt x="588" y="722"/>
                                    <a:pt x="588" y="722"/>
                                  </a:cubicBezTo>
                                  <a:cubicBezTo>
                                    <a:pt x="588" y="722"/>
                                    <a:pt x="588" y="723"/>
                                    <a:pt x="589" y="723"/>
                                  </a:cubicBezTo>
                                  <a:cubicBezTo>
                                    <a:pt x="589" y="722"/>
                                    <a:pt x="589" y="723"/>
                                    <a:pt x="590" y="722"/>
                                  </a:cubicBezTo>
                                  <a:cubicBezTo>
                                    <a:pt x="590" y="722"/>
                                    <a:pt x="590" y="721"/>
                                    <a:pt x="590" y="721"/>
                                  </a:cubicBezTo>
                                  <a:cubicBezTo>
                                    <a:pt x="590" y="721"/>
                                    <a:pt x="590" y="720"/>
                                    <a:pt x="590" y="720"/>
                                  </a:cubicBezTo>
                                  <a:cubicBezTo>
                                    <a:pt x="590" y="720"/>
                                    <a:pt x="591" y="719"/>
                                    <a:pt x="591" y="719"/>
                                  </a:cubicBezTo>
                                  <a:cubicBezTo>
                                    <a:pt x="591" y="719"/>
                                    <a:pt x="591" y="718"/>
                                    <a:pt x="590" y="718"/>
                                  </a:cubicBezTo>
                                  <a:cubicBezTo>
                                    <a:pt x="591" y="718"/>
                                    <a:pt x="591" y="718"/>
                                    <a:pt x="591" y="718"/>
                                  </a:cubicBezTo>
                                  <a:cubicBezTo>
                                    <a:pt x="591" y="717"/>
                                    <a:pt x="591" y="717"/>
                                    <a:pt x="591" y="717"/>
                                  </a:cubicBezTo>
                                  <a:cubicBezTo>
                                    <a:pt x="591" y="717"/>
                                    <a:pt x="591" y="716"/>
                                    <a:pt x="592" y="716"/>
                                  </a:cubicBezTo>
                                  <a:cubicBezTo>
                                    <a:pt x="592" y="715"/>
                                    <a:pt x="592" y="715"/>
                                    <a:pt x="592" y="715"/>
                                  </a:cubicBezTo>
                                  <a:cubicBezTo>
                                    <a:pt x="592" y="715"/>
                                    <a:pt x="592" y="715"/>
                                    <a:pt x="592" y="714"/>
                                  </a:cubicBezTo>
                                  <a:close/>
                                  <a:moveTo>
                                    <a:pt x="573" y="680"/>
                                  </a:moveTo>
                                  <a:cubicBezTo>
                                    <a:pt x="573" y="680"/>
                                    <a:pt x="573" y="680"/>
                                    <a:pt x="573" y="680"/>
                                  </a:cubicBezTo>
                                  <a:cubicBezTo>
                                    <a:pt x="573" y="680"/>
                                    <a:pt x="573" y="681"/>
                                    <a:pt x="572" y="681"/>
                                  </a:cubicBezTo>
                                  <a:cubicBezTo>
                                    <a:pt x="572" y="681"/>
                                    <a:pt x="572" y="681"/>
                                    <a:pt x="572" y="680"/>
                                  </a:cubicBezTo>
                                  <a:cubicBezTo>
                                    <a:pt x="572" y="680"/>
                                    <a:pt x="572" y="680"/>
                                    <a:pt x="573" y="680"/>
                                  </a:cubicBezTo>
                                  <a:close/>
                                  <a:moveTo>
                                    <a:pt x="582" y="713"/>
                                  </a:moveTo>
                                  <a:cubicBezTo>
                                    <a:pt x="582" y="714"/>
                                    <a:pt x="582" y="714"/>
                                    <a:pt x="582" y="715"/>
                                  </a:cubicBezTo>
                                  <a:cubicBezTo>
                                    <a:pt x="582" y="715"/>
                                    <a:pt x="581" y="715"/>
                                    <a:pt x="581" y="715"/>
                                  </a:cubicBezTo>
                                  <a:cubicBezTo>
                                    <a:pt x="581" y="714"/>
                                    <a:pt x="582" y="714"/>
                                    <a:pt x="582" y="713"/>
                                  </a:cubicBezTo>
                                  <a:cubicBezTo>
                                    <a:pt x="582" y="713"/>
                                    <a:pt x="582" y="713"/>
                                    <a:pt x="582" y="713"/>
                                  </a:cubicBezTo>
                                  <a:cubicBezTo>
                                    <a:pt x="582" y="713"/>
                                    <a:pt x="582" y="713"/>
                                    <a:pt x="582" y="713"/>
                                  </a:cubicBezTo>
                                  <a:close/>
                                  <a:moveTo>
                                    <a:pt x="572" y="679"/>
                                  </a:moveTo>
                                  <a:cubicBezTo>
                                    <a:pt x="572" y="679"/>
                                    <a:pt x="572" y="678"/>
                                    <a:pt x="572" y="678"/>
                                  </a:cubicBezTo>
                                  <a:cubicBezTo>
                                    <a:pt x="572" y="678"/>
                                    <a:pt x="572" y="678"/>
                                    <a:pt x="572" y="678"/>
                                  </a:cubicBezTo>
                                  <a:cubicBezTo>
                                    <a:pt x="572" y="678"/>
                                    <a:pt x="573" y="678"/>
                                    <a:pt x="573" y="678"/>
                                  </a:cubicBezTo>
                                  <a:cubicBezTo>
                                    <a:pt x="573" y="678"/>
                                    <a:pt x="573" y="678"/>
                                    <a:pt x="573" y="678"/>
                                  </a:cubicBezTo>
                                  <a:cubicBezTo>
                                    <a:pt x="573" y="678"/>
                                    <a:pt x="573" y="679"/>
                                    <a:pt x="572" y="679"/>
                                  </a:cubicBezTo>
                                  <a:close/>
                                  <a:moveTo>
                                    <a:pt x="572" y="693"/>
                                  </a:moveTo>
                                  <a:cubicBezTo>
                                    <a:pt x="572" y="694"/>
                                    <a:pt x="572" y="694"/>
                                    <a:pt x="571" y="694"/>
                                  </a:cubicBezTo>
                                  <a:cubicBezTo>
                                    <a:pt x="571" y="693"/>
                                    <a:pt x="571" y="693"/>
                                    <a:pt x="571" y="693"/>
                                  </a:cubicBezTo>
                                  <a:cubicBezTo>
                                    <a:pt x="571" y="693"/>
                                    <a:pt x="571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lose/>
                                  <a:moveTo>
                                    <a:pt x="572" y="692"/>
                                  </a:move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1" y="693"/>
                                    <a:pt x="571" y="693"/>
                                  </a:cubicBezTo>
                                  <a:cubicBezTo>
                                    <a:pt x="572" y="692"/>
                                    <a:pt x="572" y="692"/>
                                    <a:pt x="572" y="692"/>
                                  </a:cubicBezTo>
                                  <a:cubicBezTo>
                                    <a:pt x="572" y="692"/>
                                    <a:pt x="572" y="692"/>
                                    <a:pt x="572" y="692"/>
                                  </a:cubicBezTo>
                                  <a:close/>
                                  <a:moveTo>
                                    <a:pt x="570" y="712"/>
                                  </a:moveTo>
                                  <a:cubicBezTo>
                                    <a:pt x="570" y="712"/>
                                    <a:pt x="570" y="711"/>
                                    <a:pt x="570" y="711"/>
                                  </a:cubicBezTo>
                                  <a:cubicBezTo>
                                    <a:pt x="570" y="711"/>
                                    <a:pt x="570" y="711"/>
                                    <a:pt x="570" y="711"/>
                                  </a:cubicBezTo>
                                  <a:cubicBezTo>
                                    <a:pt x="570" y="712"/>
                                    <a:pt x="570" y="712"/>
                                    <a:pt x="570" y="712"/>
                                  </a:cubicBezTo>
                                  <a:close/>
                                  <a:moveTo>
                                    <a:pt x="583" y="713"/>
                                  </a:moveTo>
                                  <a:cubicBezTo>
                                    <a:pt x="583" y="713"/>
                                    <a:pt x="583" y="713"/>
                                    <a:pt x="583" y="713"/>
                                  </a:cubicBezTo>
                                  <a:cubicBezTo>
                                    <a:pt x="583" y="713"/>
                                    <a:pt x="583" y="713"/>
                                    <a:pt x="583" y="713"/>
                                  </a:cubicBezTo>
                                  <a:close/>
                                  <a:moveTo>
                                    <a:pt x="578" y="692"/>
                                  </a:move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lose/>
                                  <a:moveTo>
                                    <a:pt x="572" y="686"/>
                                  </a:moveTo>
                                  <a:cubicBezTo>
                                    <a:pt x="572" y="686"/>
                                    <a:pt x="571" y="686"/>
                                    <a:pt x="571" y="686"/>
                                  </a:cubicBezTo>
                                  <a:cubicBezTo>
                                    <a:pt x="571" y="686"/>
                                    <a:pt x="571" y="686"/>
                                    <a:pt x="571" y="686"/>
                                  </a:cubicBezTo>
                                  <a:cubicBezTo>
                                    <a:pt x="571" y="686"/>
                                    <a:pt x="571" y="686"/>
                                    <a:pt x="572" y="686"/>
                                  </a:cubicBezTo>
                                  <a:close/>
                                  <a:moveTo>
                                    <a:pt x="572" y="693"/>
                                  </a:move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lose/>
                                  <a:moveTo>
                                    <a:pt x="531" y="698"/>
                                  </a:moveTo>
                                  <a:cubicBezTo>
                                    <a:pt x="531" y="698"/>
                                    <a:pt x="531" y="698"/>
                                    <a:pt x="531" y="698"/>
                                  </a:cubicBezTo>
                                  <a:cubicBezTo>
                                    <a:pt x="530" y="698"/>
                                    <a:pt x="529" y="698"/>
                                    <a:pt x="528" y="698"/>
                                  </a:cubicBezTo>
                                  <a:cubicBezTo>
                                    <a:pt x="528" y="698"/>
                                    <a:pt x="528" y="698"/>
                                    <a:pt x="527" y="698"/>
                                  </a:cubicBezTo>
                                  <a:cubicBezTo>
                                    <a:pt x="527" y="698"/>
                                    <a:pt x="526" y="697"/>
                                    <a:pt x="525" y="697"/>
                                  </a:cubicBezTo>
                                  <a:cubicBezTo>
                                    <a:pt x="524" y="697"/>
                                    <a:pt x="523" y="697"/>
                                    <a:pt x="522" y="696"/>
                                  </a:cubicBezTo>
                                  <a:cubicBezTo>
                                    <a:pt x="521" y="696"/>
                                    <a:pt x="520" y="695"/>
                                    <a:pt x="519" y="695"/>
                                  </a:cubicBezTo>
                                  <a:cubicBezTo>
                                    <a:pt x="519" y="695"/>
                                    <a:pt x="519" y="695"/>
                                    <a:pt x="519" y="695"/>
                                  </a:cubicBezTo>
                                  <a:cubicBezTo>
                                    <a:pt x="519" y="694"/>
                                    <a:pt x="519" y="694"/>
                                    <a:pt x="518" y="693"/>
                                  </a:cubicBezTo>
                                  <a:cubicBezTo>
                                    <a:pt x="518" y="693"/>
                                    <a:pt x="517" y="692"/>
                                    <a:pt x="516" y="692"/>
                                  </a:cubicBezTo>
                                  <a:cubicBezTo>
                                    <a:pt x="515" y="691"/>
                                    <a:pt x="514" y="691"/>
                                    <a:pt x="514" y="691"/>
                                  </a:cubicBezTo>
                                  <a:cubicBezTo>
                                    <a:pt x="514" y="691"/>
                                    <a:pt x="514" y="690"/>
                                    <a:pt x="513" y="691"/>
                                  </a:cubicBezTo>
                                  <a:cubicBezTo>
                                    <a:pt x="513" y="691"/>
                                    <a:pt x="513" y="690"/>
                                    <a:pt x="513" y="690"/>
                                  </a:cubicBezTo>
                                  <a:cubicBezTo>
                                    <a:pt x="513" y="690"/>
                                    <a:pt x="513" y="690"/>
                                    <a:pt x="513" y="690"/>
                                  </a:cubicBezTo>
                                  <a:cubicBezTo>
                                    <a:pt x="513" y="690"/>
                                    <a:pt x="513" y="689"/>
                                    <a:pt x="513" y="689"/>
                                  </a:cubicBezTo>
                                  <a:cubicBezTo>
                                    <a:pt x="515" y="689"/>
                                    <a:pt x="516" y="689"/>
                                    <a:pt x="517" y="690"/>
                                  </a:cubicBezTo>
                                  <a:cubicBezTo>
                                    <a:pt x="517" y="690"/>
                                    <a:pt x="517" y="690"/>
                                    <a:pt x="517" y="690"/>
                                  </a:cubicBezTo>
                                  <a:cubicBezTo>
                                    <a:pt x="518" y="690"/>
                                    <a:pt x="518" y="690"/>
                                    <a:pt x="519" y="690"/>
                                  </a:cubicBezTo>
                                  <a:cubicBezTo>
                                    <a:pt x="520" y="690"/>
                                    <a:pt x="521" y="690"/>
                                    <a:pt x="521" y="691"/>
                                  </a:cubicBezTo>
                                  <a:cubicBezTo>
                                    <a:pt x="522" y="691"/>
                                    <a:pt x="523" y="691"/>
                                    <a:pt x="524" y="692"/>
                                  </a:cubicBezTo>
                                  <a:cubicBezTo>
                                    <a:pt x="524" y="692"/>
                                    <a:pt x="525" y="692"/>
                                    <a:pt x="525" y="692"/>
                                  </a:cubicBezTo>
                                  <a:cubicBezTo>
                                    <a:pt x="525" y="693"/>
                                    <a:pt x="525" y="693"/>
                                    <a:pt x="525" y="693"/>
                                  </a:cubicBezTo>
                                  <a:cubicBezTo>
                                    <a:pt x="526" y="693"/>
                                    <a:pt x="526" y="693"/>
                                    <a:pt x="526" y="693"/>
                                  </a:cubicBezTo>
                                  <a:cubicBezTo>
                                    <a:pt x="527" y="694"/>
                                    <a:pt x="527" y="694"/>
                                    <a:pt x="527" y="694"/>
                                  </a:cubicBezTo>
                                  <a:cubicBezTo>
                                    <a:pt x="528" y="694"/>
                                    <a:pt x="528" y="694"/>
                                    <a:pt x="528" y="694"/>
                                  </a:cubicBezTo>
                                  <a:cubicBezTo>
                                    <a:pt x="528" y="695"/>
                                    <a:pt x="528" y="695"/>
                                    <a:pt x="529" y="695"/>
                                  </a:cubicBezTo>
                                  <a:cubicBezTo>
                                    <a:pt x="529" y="695"/>
                                    <a:pt x="529" y="695"/>
                                    <a:pt x="529" y="695"/>
                                  </a:cubicBezTo>
                                  <a:cubicBezTo>
                                    <a:pt x="529" y="695"/>
                                    <a:pt x="530" y="695"/>
                                    <a:pt x="530" y="695"/>
                                  </a:cubicBezTo>
                                  <a:cubicBezTo>
                                    <a:pt x="530" y="695"/>
                                    <a:pt x="530" y="696"/>
                                    <a:pt x="531" y="696"/>
                                  </a:cubicBezTo>
                                  <a:cubicBezTo>
                                    <a:pt x="531" y="696"/>
                                    <a:pt x="531" y="697"/>
                                    <a:pt x="531" y="697"/>
                                  </a:cubicBezTo>
                                  <a:cubicBezTo>
                                    <a:pt x="532" y="698"/>
                                    <a:pt x="532" y="698"/>
                                    <a:pt x="531" y="698"/>
                                  </a:cubicBezTo>
                                  <a:close/>
                                  <a:moveTo>
                                    <a:pt x="529" y="724"/>
                                  </a:moveTo>
                                  <a:cubicBezTo>
                                    <a:pt x="529" y="724"/>
                                    <a:pt x="529" y="724"/>
                                    <a:pt x="529" y="724"/>
                                  </a:cubicBezTo>
                                  <a:cubicBezTo>
                                    <a:pt x="528" y="724"/>
                                    <a:pt x="528" y="724"/>
                                    <a:pt x="527" y="724"/>
                                  </a:cubicBezTo>
                                  <a:cubicBezTo>
                                    <a:pt x="526" y="724"/>
                                    <a:pt x="525" y="724"/>
                                    <a:pt x="524" y="724"/>
                                  </a:cubicBezTo>
                                  <a:cubicBezTo>
                                    <a:pt x="524" y="725"/>
                                    <a:pt x="524" y="725"/>
                                    <a:pt x="524" y="725"/>
                                  </a:cubicBezTo>
                                  <a:cubicBezTo>
                                    <a:pt x="523" y="725"/>
                                    <a:pt x="522" y="725"/>
                                    <a:pt x="521" y="725"/>
                                  </a:cubicBezTo>
                                  <a:cubicBezTo>
                                    <a:pt x="521" y="725"/>
                                    <a:pt x="521" y="725"/>
                                    <a:pt x="521" y="724"/>
                                  </a:cubicBezTo>
                                  <a:cubicBezTo>
                                    <a:pt x="520" y="724"/>
                                    <a:pt x="520" y="724"/>
                                    <a:pt x="520" y="724"/>
                                  </a:cubicBezTo>
                                  <a:cubicBezTo>
                                    <a:pt x="520" y="724"/>
                                    <a:pt x="520" y="724"/>
                                    <a:pt x="520" y="724"/>
                                  </a:cubicBezTo>
                                  <a:cubicBezTo>
                                    <a:pt x="519" y="724"/>
                                    <a:pt x="519" y="724"/>
                                    <a:pt x="518" y="723"/>
                                  </a:cubicBezTo>
                                  <a:cubicBezTo>
                                    <a:pt x="518" y="723"/>
                                    <a:pt x="518" y="723"/>
                                    <a:pt x="518" y="723"/>
                                  </a:cubicBezTo>
                                  <a:cubicBezTo>
                                    <a:pt x="518" y="724"/>
                                    <a:pt x="518" y="724"/>
                                    <a:pt x="518" y="724"/>
                                  </a:cubicBezTo>
                                  <a:cubicBezTo>
                                    <a:pt x="518" y="724"/>
                                    <a:pt x="518" y="724"/>
                                    <a:pt x="518" y="724"/>
                                  </a:cubicBezTo>
                                  <a:cubicBezTo>
                                    <a:pt x="517" y="724"/>
                                    <a:pt x="517" y="724"/>
                                    <a:pt x="517" y="724"/>
                                  </a:cubicBezTo>
                                  <a:cubicBezTo>
                                    <a:pt x="517" y="724"/>
                                    <a:pt x="517" y="724"/>
                                    <a:pt x="517" y="723"/>
                                  </a:cubicBezTo>
                                  <a:cubicBezTo>
                                    <a:pt x="517" y="723"/>
                                    <a:pt x="517" y="722"/>
                                    <a:pt x="516" y="722"/>
                                  </a:cubicBezTo>
                                  <a:cubicBezTo>
                                    <a:pt x="516" y="722"/>
                                    <a:pt x="516" y="722"/>
                                    <a:pt x="516" y="722"/>
                                  </a:cubicBezTo>
                                  <a:cubicBezTo>
                                    <a:pt x="515" y="721"/>
                                    <a:pt x="515" y="721"/>
                                    <a:pt x="516" y="721"/>
                                  </a:cubicBezTo>
                                  <a:cubicBezTo>
                                    <a:pt x="516" y="721"/>
                                    <a:pt x="516" y="721"/>
                                    <a:pt x="516" y="720"/>
                                  </a:cubicBezTo>
                                  <a:cubicBezTo>
                                    <a:pt x="516" y="720"/>
                                    <a:pt x="516" y="719"/>
                                    <a:pt x="516" y="719"/>
                                  </a:cubicBezTo>
                                  <a:cubicBezTo>
                                    <a:pt x="516" y="719"/>
                                    <a:pt x="516" y="719"/>
                                    <a:pt x="516" y="719"/>
                                  </a:cubicBezTo>
                                  <a:cubicBezTo>
                                    <a:pt x="516" y="719"/>
                                    <a:pt x="515" y="719"/>
                                    <a:pt x="515" y="720"/>
                                  </a:cubicBezTo>
                                  <a:cubicBezTo>
                                    <a:pt x="515" y="720"/>
                                    <a:pt x="514" y="721"/>
                                    <a:pt x="514" y="721"/>
                                  </a:cubicBezTo>
                                  <a:cubicBezTo>
                                    <a:pt x="513" y="721"/>
                                    <a:pt x="513" y="722"/>
                                    <a:pt x="513" y="722"/>
                                  </a:cubicBezTo>
                                  <a:cubicBezTo>
                                    <a:pt x="513" y="723"/>
                                    <a:pt x="513" y="723"/>
                                    <a:pt x="514" y="723"/>
                                  </a:cubicBezTo>
                                  <a:cubicBezTo>
                                    <a:pt x="514" y="723"/>
                                    <a:pt x="515" y="723"/>
                                    <a:pt x="515" y="723"/>
                                  </a:cubicBezTo>
                                  <a:cubicBezTo>
                                    <a:pt x="515" y="723"/>
                                    <a:pt x="515" y="723"/>
                                    <a:pt x="515" y="723"/>
                                  </a:cubicBezTo>
                                  <a:cubicBezTo>
                                    <a:pt x="515" y="723"/>
                                    <a:pt x="516" y="723"/>
                                    <a:pt x="515" y="723"/>
                                  </a:cubicBezTo>
                                  <a:cubicBezTo>
                                    <a:pt x="515" y="724"/>
                                    <a:pt x="515" y="724"/>
                                    <a:pt x="515" y="724"/>
                                  </a:cubicBezTo>
                                  <a:cubicBezTo>
                                    <a:pt x="515" y="725"/>
                                    <a:pt x="515" y="725"/>
                                    <a:pt x="516" y="725"/>
                                  </a:cubicBezTo>
                                  <a:cubicBezTo>
                                    <a:pt x="516" y="725"/>
                                    <a:pt x="517" y="725"/>
                                    <a:pt x="518" y="725"/>
                                  </a:cubicBezTo>
                                  <a:cubicBezTo>
                                    <a:pt x="518" y="725"/>
                                    <a:pt x="518" y="725"/>
                                    <a:pt x="518" y="725"/>
                                  </a:cubicBezTo>
                                  <a:cubicBezTo>
                                    <a:pt x="518" y="725"/>
                                    <a:pt x="518" y="725"/>
                                    <a:pt x="518" y="725"/>
                                  </a:cubicBezTo>
                                  <a:cubicBezTo>
                                    <a:pt x="517" y="726"/>
                                    <a:pt x="517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7"/>
                                    <a:pt x="518" y="727"/>
                                  </a:cubicBezTo>
                                  <a:cubicBezTo>
                                    <a:pt x="519" y="727"/>
                                    <a:pt x="520" y="727"/>
                                    <a:pt x="521" y="727"/>
                                  </a:cubicBezTo>
                                  <a:cubicBezTo>
                                    <a:pt x="521" y="727"/>
                                    <a:pt x="521" y="728"/>
                                    <a:pt x="521" y="727"/>
                                  </a:cubicBezTo>
                                  <a:cubicBezTo>
                                    <a:pt x="521" y="727"/>
                                    <a:pt x="521" y="727"/>
                                    <a:pt x="522" y="727"/>
                                  </a:cubicBezTo>
                                  <a:cubicBezTo>
                                    <a:pt x="522" y="727"/>
                                    <a:pt x="521" y="727"/>
                                    <a:pt x="521" y="727"/>
                                  </a:cubicBezTo>
                                  <a:cubicBezTo>
                                    <a:pt x="521" y="727"/>
                                    <a:pt x="521" y="727"/>
                                    <a:pt x="521" y="727"/>
                                  </a:cubicBezTo>
                                  <a:cubicBezTo>
                                    <a:pt x="522" y="726"/>
                                    <a:pt x="522" y="727"/>
                                    <a:pt x="522" y="727"/>
                                  </a:cubicBezTo>
                                  <a:cubicBezTo>
                                    <a:pt x="522" y="727"/>
                                    <a:pt x="522" y="727"/>
                                    <a:pt x="522" y="727"/>
                                  </a:cubicBezTo>
                                  <a:cubicBezTo>
                                    <a:pt x="522" y="727"/>
                                    <a:pt x="523" y="727"/>
                                    <a:pt x="523" y="727"/>
                                  </a:cubicBezTo>
                                  <a:cubicBezTo>
                                    <a:pt x="523" y="727"/>
                                    <a:pt x="523" y="728"/>
                                    <a:pt x="523" y="728"/>
                                  </a:cubicBezTo>
                                  <a:cubicBezTo>
                                    <a:pt x="523" y="728"/>
                                    <a:pt x="523" y="728"/>
                                    <a:pt x="523" y="728"/>
                                  </a:cubicBezTo>
                                  <a:cubicBezTo>
                                    <a:pt x="523" y="728"/>
                                    <a:pt x="523" y="728"/>
                                    <a:pt x="522" y="728"/>
                                  </a:cubicBezTo>
                                  <a:cubicBezTo>
                                    <a:pt x="523" y="728"/>
                                    <a:pt x="523" y="728"/>
                                    <a:pt x="523" y="728"/>
                                  </a:cubicBezTo>
                                  <a:cubicBezTo>
                                    <a:pt x="523" y="729"/>
                                    <a:pt x="524" y="729"/>
                                    <a:pt x="524" y="729"/>
                                  </a:cubicBezTo>
                                  <a:cubicBezTo>
                                    <a:pt x="525" y="729"/>
                                    <a:pt x="526" y="729"/>
                                    <a:pt x="526" y="729"/>
                                  </a:cubicBezTo>
                                  <a:cubicBezTo>
                                    <a:pt x="526" y="729"/>
                                    <a:pt x="526" y="729"/>
                                    <a:pt x="526" y="729"/>
                                  </a:cubicBezTo>
                                  <a:cubicBezTo>
                                    <a:pt x="526" y="728"/>
                                    <a:pt x="526" y="728"/>
                                    <a:pt x="526" y="728"/>
                                  </a:cubicBezTo>
                                  <a:cubicBezTo>
                                    <a:pt x="526" y="727"/>
                                    <a:pt x="526" y="728"/>
                                    <a:pt x="526" y="727"/>
                                  </a:cubicBezTo>
                                  <a:cubicBezTo>
                                    <a:pt x="526" y="727"/>
                                    <a:pt x="526" y="727"/>
                                    <a:pt x="526" y="727"/>
                                  </a:cubicBezTo>
                                  <a:cubicBezTo>
                                    <a:pt x="526" y="727"/>
                                    <a:pt x="526" y="727"/>
                                    <a:pt x="526" y="727"/>
                                  </a:cubicBezTo>
                                  <a:cubicBezTo>
                                    <a:pt x="527" y="727"/>
                                    <a:pt x="527" y="726"/>
                                    <a:pt x="527" y="726"/>
                                  </a:cubicBezTo>
                                  <a:cubicBezTo>
                                    <a:pt x="527" y="725"/>
                                    <a:pt x="527" y="725"/>
                                    <a:pt x="528" y="725"/>
                                  </a:cubicBezTo>
                                  <a:cubicBezTo>
                                    <a:pt x="528" y="725"/>
                                    <a:pt x="528" y="725"/>
                                    <a:pt x="529" y="725"/>
                                  </a:cubicBezTo>
                                  <a:cubicBezTo>
                                    <a:pt x="529" y="725"/>
                                    <a:pt x="529" y="725"/>
                                    <a:pt x="529" y="725"/>
                                  </a:cubicBezTo>
                                  <a:cubicBezTo>
                                    <a:pt x="529" y="725"/>
                                    <a:pt x="529" y="725"/>
                                    <a:pt x="529" y="724"/>
                                  </a:cubicBezTo>
                                  <a:close/>
                                  <a:moveTo>
                                    <a:pt x="487" y="564"/>
                                  </a:moveTo>
                                  <a:cubicBezTo>
                                    <a:pt x="487" y="564"/>
                                    <a:pt x="487" y="564"/>
                                    <a:pt x="487" y="563"/>
                                  </a:cubicBezTo>
                                  <a:cubicBezTo>
                                    <a:pt x="488" y="563"/>
                                    <a:pt x="488" y="563"/>
                                    <a:pt x="488" y="563"/>
                                  </a:cubicBezTo>
                                  <a:cubicBezTo>
                                    <a:pt x="489" y="563"/>
                                    <a:pt x="489" y="563"/>
                                    <a:pt x="489" y="563"/>
                                  </a:cubicBezTo>
                                  <a:cubicBezTo>
                                    <a:pt x="489" y="563"/>
                                    <a:pt x="489" y="563"/>
                                    <a:pt x="489" y="563"/>
                                  </a:cubicBezTo>
                                  <a:cubicBezTo>
                                    <a:pt x="489" y="564"/>
                                    <a:pt x="490" y="564"/>
                                    <a:pt x="490" y="565"/>
                                  </a:cubicBezTo>
                                  <a:cubicBezTo>
                                    <a:pt x="490" y="565"/>
                                    <a:pt x="490" y="565"/>
                                    <a:pt x="490" y="565"/>
                                  </a:cubicBezTo>
                                  <a:cubicBezTo>
                                    <a:pt x="490" y="565"/>
                                    <a:pt x="490" y="565"/>
                                    <a:pt x="490" y="565"/>
                                  </a:cubicBezTo>
                                  <a:cubicBezTo>
                                    <a:pt x="490" y="566"/>
                                    <a:pt x="490" y="566"/>
                                    <a:pt x="490" y="566"/>
                                  </a:cubicBezTo>
                                  <a:cubicBezTo>
                                    <a:pt x="490" y="566"/>
                                    <a:pt x="489" y="567"/>
                                    <a:pt x="489" y="567"/>
                                  </a:cubicBezTo>
                                  <a:cubicBezTo>
                                    <a:pt x="490" y="567"/>
                                    <a:pt x="490" y="567"/>
                                    <a:pt x="490" y="567"/>
                                  </a:cubicBezTo>
                                  <a:cubicBezTo>
                                    <a:pt x="489" y="567"/>
                                    <a:pt x="489" y="567"/>
                                    <a:pt x="489" y="567"/>
                                  </a:cubicBezTo>
                                  <a:cubicBezTo>
                                    <a:pt x="489" y="567"/>
                                    <a:pt x="489" y="567"/>
                                    <a:pt x="489" y="567"/>
                                  </a:cubicBezTo>
                                  <a:cubicBezTo>
                                    <a:pt x="489" y="567"/>
                                    <a:pt x="488" y="567"/>
                                    <a:pt x="488" y="568"/>
                                  </a:cubicBezTo>
                                  <a:cubicBezTo>
                                    <a:pt x="488" y="568"/>
                                    <a:pt x="488" y="568"/>
                                    <a:pt x="488" y="568"/>
                                  </a:cubicBezTo>
                                  <a:cubicBezTo>
                                    <a:pt x="487" y="568"/>
                                    <a:pt x="487" y="568"/>
                                    <a:pt x="487" y="569"/>
                                  </a:cubicBezTo>
                                  <a:cubicBezTo>
                                    <a:pt x="487" y="569"/>
                                    <a:pt x="487" y="568"/>
                                    <a:pt x="486" y="568"/>
                                  </a:cubicBezTo>
                                  <a:cubicBezTo>
                                    <a:pt x="486" y="568"/>
                                    <a:pt x="486" y="568"/>
                                    <a:pt x="486" y="567"/>
                                  </a:cubicBezTo>
                                  <a:cubicBezTo>
                                    <a:pt x="486" y="567"/>
                                    <a:pt x="486" y="567"/>
                                    <a:pt x="486" y="567"/>
                                  </a:cubicBezTo>
                                  <a:cubicBezTo>
                                    <a:pt x="486" y="566"/>
                                    <a:pt x="487" y="566"/>
                                    <a:pt x="487" y="566"/>
                                  </a:cubicBezTo>
                                  <a:cubicBezTo>
                                    <a:pt x="487" y="566"/>
                                    <a:pt x="487" y="565"/>
                                    <a:pt x="487" y="565"/>
                                  </a:cubicBezTo>
                                  <a:cubicBezTo>
                                    <a:pt x="487" y="564"/>
                                    <a:pt x="487" y="564"/>
                                    <a:pt x="487" y="564"/>
                                  </a:cubicBezTo>
                                  <a:close/>
                                  <a:moveTo>
                                    <a:pt x="512" y="565"/>
                                  </a:moveTo>
                                  <a:cubicBezTo>
                                    <a:pt x="512" y="565"/>
                                    <a:pt x="512" y="565"/>
                                    <a:pt x="512" y="565"/>
                                  </a:cubicBezTo>
                                  <a:cubicBezTo>
                                    <a:pt x="512" y="565"/>
                                    <a:pt x="512" y="566"/>
                                    <a:pt x="513" y="566"/>
                                  </a:cubicBezTo>
                                  <a:cubicBezTo>
                                    <a:pt x="513" y="566"/>
                                    <a:pt x="513" y="567"/>
                                    <a:pt x="513" y="567"/>
                                  </a:cubicBezTo>
                                  <a:cubicBezTo>
                                    <a:pt x="513" y="567"/>
                                    <a:pt x="512" y="567"/>
                                    <a:pt x="512" y="567"/>
                                  </a:cubicBezTo>
                                  <a:cubicBezTo>
                                    <a:pt x="512" y="567"/>
                                    <a:pt x="512" y="567"/>
                                    <a:pt x="512" y="567"/>
                                  </a:cubicBezTo>
                                  <a:cubicBezTo>
                                    <a:pt x="512" y="567"/>
                                    <a:pt x="511" y="566"/>
                                    <a:pt x="511" y="566"/>
                                  </a:cubicBezTo>
                                  <a:cubicBezTo>
                                    <a:pt x="511" y="566"/>
                                    <a:pt x="511" y="566"/>
                                    <a:pt x="510" y="566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4"/>
                                    <a:pt x="510" y="564"/>
                                    <a:pt x="511" y="564"/>
                                  </a:cubicBezTo>
                                  <a:cubicBezTo>
                                    <a:pt x="511" y="564"/>
                                    <a:pt x="511" y="564"/>
                                    <a:pt x="511" y="565"/>
                                  </a:cubicBezTo>
                                  <a:cubicBezTo>
                                    <a:pt x="511" y="565"/>
                                    <a:pt x="512" y="565"/>
                                    <a:pt x="512" y="565"/>
                                  </a:cubicBezTo>
                                  <a:close/>
                                  <a:moveTo>
                                    <a:pt x="395" y="657"/>
                                  </a:moveTo>
                                  <a:cubicBezTo>
                                    <a:pt x="395" y="656"/>
                                    <a:pt x="395" y="656"/>
                                    <a:pt x="395" y="656"/>
                                  </a:cubicBezTo>
                                  <a:cubicBezTo>
                                    <a:pt x="395" y="656"/>
                                    <a:pt x="395" y="656"/>
                                    <a:pt x="395" y="656"/>
                                  </a:cubicBezTo>
                                  <a:cubicBezTo>
                                    <a:pt x="395" y="656"/>
                                    <a:pt x="396" y="655"/>
                                    <a:pt x="396" y="655"/>
                                  </a:cubicBezTo>
                                  <a:cubicBezTo>
                                    <a:pt x="397" y="654"/>
                                    <a:pt x="398" y="654"/>
                                    <a:pt x="399" y="654"/>
                                  </a:cubicBezTo>
                                  <a:cubicBezTo>
                                    <a:pt x="400" y="654"/>
                                    <a:pt x="400" y="654"/>
                                    <a:pt x="401" y="654"/>
                                  </a:cubicBezTo>
                                  <a:cubicBezTo>
                                    <a:pt x="402" y="654"/>
                                    <a:pt x="402" y="655"/>
                                    <a:pt x="403" y="655"/>
                                  </a:cubicBezTo>
                                  <a:cubicBezTo>
                                    <a:pt x="403" y="656"/>
                                    <a:pt x="403" y="656"/>
                                    <a:pt x="404" y="657"/>
                                  </a:cubicBezTo>
                                  <a:cubicBezTo>
                                    <a:pt x="404" y="658"/>
                                    <a:pt x="405" y="659"/>
                                    <a:pt x="404" y="660"/>
                                  </a:cubicBezTo>
                                  <a:cubicBezTo>
                                    <a:pt x="404" y="660"/>
                                    <a:pt x="404" y="660"/>
                                    <a:pt x="404" y="660"/>
                                  </a:cubicBezTo>
                                  <a:cubicBezTo>
                                    <a:pt x="404" y="660"/>
                                    <a:pt x="404" y="660"/>
                                    <a:pt x="404" y="660"/>
                                  </a:cubicBezTo>
                                  <a:cubicBezTo>
                                    <a:pt x="404" y="660"/>
                                    <a:pt x="403" y="660"/>
                                    <a:pt x="403" y="660"/>
                                  </a:cubicBezTo>
                                  <a:cubicBezTo>
                                    <a:pt x="402" y="659"/>
                                    <a:pt x="401" y="659"/>
                                    <a:pt x="401" y="659"/>
                                  </a:cubicBezTo>
                                  <a:cubicBezTo>
                                    <a:pt x="400" y="659"/>
                                    <a:pt x="400" y="658"/>
                                    <a:pt x="399" y="658"/>
                                  </a:cubicBezTo>
                                  <a:cubicBezTo>
                                    <a:pt x="399" y="658"/>
                                    <a:pt x="398" y="658"/>
                                    <a:pt x="398" y="658"/>
                                  </a:cubicBezTo>
                                  <a:cubicBezTo>
                                    <a:pt x="397" y="658"/>
                                    <a:pt x="397" y="657"/>
                                    <a:pt x="396" y="657"/>
                                  </a:cubicBezTo>
                                  <a:cubicBezTo>
                                    <a:pt x="396" y="657"/>
                                    <a:pt x="395" y="657"/>
                                    <a:pt x="395" y="657"/>
                                  </a:cubicBezTo>
                                  <a:close/>
                                  <a:moveTo>
                                    <a:pt x="414" y="667"/>
                                  </a:moveTo>
                                  <a:cubicBezTo>
                                    <a:pt x="414" y="667"/>
                                    <a:pt x="413" y="667"/>
                                    <a:pt x="413" y="667"/>
                                  </a:cubicBezTo>
                                  <a:cubicBezTo>
                                    <a:pt x="413" y="667"/>
                                    <a:pt x="413" y="667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2" y="668"/>
                                    <a:pt x="412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7"/>
                                    <a:pt x="411" y="667"/>
                                  </a:cubicBezTo>
                                  <a:cubicBezTo>
                                    <a:pt x="411" y="667"/>
                                    <a:pt x="411" y="667"/>
                                    <a:pt x="411" y="667"/>
                                  </a:cubicBezTo>
                                  <a:cubicBezTo>
                                    <a:pt x="411" y="667"/>
                                    <a:pt x="412" y="667"/>
                                    <a:pt x="412" y="667"/>
                                  </a:cubicBezTo>
                                  <a:cubicBezTo>
                                    <a:pt x="412" y="667"/>
                                    <a:pt x="412" y="667"/>
                                    <a:pt x="412" y="667"/>
                                  </a:cubicBezTo>
                                  <a:cubicBezTo>
                                    <a:pt x="413" y="667"/>
                                    <a:pt x="413" y="666"/>
                                    <a:pt x="413" y="666"/>
                                  </a:cubicBezTo>
                                  <a:cubicBezTo>
                                    <a:pt x="413" y="666"/>
                                    <a:pt x="413" y="666"/>
                                    <a:pt x="413" y="666"/>
                                  </a:cubicBezTo>
                                  <a:cubicBezTo>
                                    <a:pt x="413" y="666"/>
                                    <a:pt x="413" y="666"/>
                                    <a:pt x="413" y="667"/>
                                  </a:cubicBezTo>
                                  <a:cubicBezTo>
                                    <a:pt x="414" y="667"/>
                                    <a:pt x="414" y="667"/>
                                    <a:pt x="414" y="667"/>
                                  </a:cubicBezTo>
                                  <a:close/>
                                  <a:moveTo>
                                    <a:pt x="241" y="438"/>
                                  </a:moveTo>
                                  <a:cubicBezTo>
                                    <a:pt x="241" y="438"/>
                                    <a:pt x="241" y="438"/>
                                    <a:pt x="241" y="438"/>
                                  </a:cubicBezTo>
                                  <a:cubicBezTo>
                                    <a:pt x="242" y="438"/>
                                    <a:pt x="242" y="437"/>
                                    <a:pt x="242" y="437"/>
                                  </a:cubicBezTo>
                                  <a:cubicBezTo>
                                    <a:pt x="243" y="437"/>
                                    <a:pt x="243" y="437"/>
                                    <a:pt x="243" y="437"/>
                                  </a:cubicBezTo>
                                  <a:cubicBezTo>
                                    <a:pt x="244" y="437"/>
                                    <a:pt x="244" y="437"/>
                                    <a:pt x="244" y="438"/>
                                  </a:cubicBezTo>
                                  <a:cubicBezTo>
                                    <a:pt x="244" y="438"/>
                                    <a:pt x="244" y="438"/>
                                    <a:pt x="244" y="438"/>
                                  </a:cubicBezTo>
                                  <a:cubicBezTo>
                                    <a:pt x="245" y="438"/>
                                    <a:pt x="245" y="438"/>
                                    <a:pt x="245" y="439"/>
                                  </a:cubicBezTo>
                                  <a:cubicBezTo>
                                    <a:pt x="245" y="439"/>
                                    <a:pt x="245" y="439"/>
                                    <a:pt x="245" y="439"/>
                                  </a:cubicBezTo>
                                  <a:cubicBezTo>
                                    <a:pt x="245" y="439"/>
                                    <a:pt x="245" y="439"/>
                                    <a:pt x="245" y="439"/>
                                  </a:cubicBezTo>
                                  <a:cubicBezTo>
                                    <a:pt x="246" y="439"/>
                                    <a:pt x="246" y="439"/>
                                    <a:pt x="246" y="439"/>
                                  </a:cubicBezTo>
                                  <a:cubicBezTo>
                                    <a:pt x="246" y="439"/>
                                    <a:pt x="246" y="440"/>
                                    <a:pt x="246" y="440"/>
                                  </a:cubicBezTo>
                                  <a:cubicBezTo>
                                    <a:pt x="245" y="440"/>
                                    <a:pt x="245" y="440"/>
                                    <a:pt x="245" y="440"/>
                                  </a:cubicBezTo>
                                  <a:cubicBezTo>
                                    <a:pt x="245" y="440"/>
                                    <a:pt x="245" y="441"/>
                                    <a:pt x="245" y="441"/>
                                  </a:cubicBezTo>
                                  <a:cubicBezTo>
                                    <a:pt x="245" y="441"/>
                                    <a:pt x="245" y="441"/>
                                    <a:pt x="245" y="441"/>
                                  </a:cubicBezTo>
                                  <a:cubicBezTo>
                                    <a:pt x="244" y="441"/>
                                    <a:pt x="244" y="441"/>
                                    <a:pt x="244" y="441"/>
                                  </a:cubicBezTo>
                                  <a:cubicBezTo>
                                    <a:pt x="244" y="441"/>
                                    <a:pt x="243" y="441"/>
                                    <a:pt x="243" y="441"/>
                                  </a:cubicBezTo>
                                  <a:cubicBezTo>
                                    <a:pt x="243" y="440"/>
                                    <a:pt x="243" y="440"/>
                                    <a:pt x="243" y="440"/>
                                  </a:cubicBezTo>
                                  <a:cubicBezTo>
                                    <a:pt x="243" y="440"/>
                                    <a:pt x="242" y="440"/>
                                    <a:pt x="242" y="439"/>
                                  </a:cubicBezTo>
                                  <a:cubicBezTo>
                                    <a:pt x="241" y="439"/>
                                    <a:pt x="241" y="439"/>
                                    <a:pt x="241" y="439"/>
                                  </a:cubicBezTo>
                                  <a:cubicBezTo>
                                    <a:pt x="241" y="439"/>
                                    <a:pt x="241" y="439"/>
                                    <a:pt x="241" y="438"/>
                                  </a:cubicBezTo>
                                  <a:cubicBezTo>
                                    <a:pt x="241" y="438"/>
                                    <a:pt x="241" y="438"/>
                                    <a:pt x="241" y="439"/>
                                  </a:cubicBezTo>
                                  <a:cubicBezTo>
                                    <a:pt x="241" y="438"/>
                                    <a:pt x="241" y="438"/>
                                    <a:pt x="241" y="438"/>
                                  </a:cubicBezTo>
                                  <a:close/>
                                  <a:moveTo>
                                    <a:pt x="222" y="465"/>
                                  </a:moveTo>
                                  <a:cubicBezTo>
                                    <a:pt x="222" y="465"/>
                                    <a:pt x="223" y="465"/>
                                    <a:pt x="223" y="465"/>
                                  </a:cubicBezTo>
                                  <a:cubicBezTo>
                                    <a:pt x="223" y="465"/>
                                    <a:pt x="223" y="465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4" y="466"/>
                                    <a:pt x="224" y="466"/>
                                    <a:pt x="224" y="466"/>
                                  </a:cubicBezTo>
                                  <a:cubicBezTo>
                                    <a:pt x="224" y="466"/>
                                    <a:pt x="224" y="466"/>
                                    <a:pt x="224" y="466"/>
                                  </a:cubicBezTo>
                                  <a:cubicBezTo>
                                    <a:pt x="224" y="466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4"/>
                                    <a:pt x="224" y="464"/>
                                  </a:cubicBezTo>
                                  <a:cubicBezTo>
                                    <a:pt x="224" y="464"/>
                                    <a:pt x="224" y="464"/>
                                    <a:pt x="224" y="464"/>
                                  </a:cubicBezTo>
                                  <a:cubicBezTo>
                                    <a:pt x="224" y="464"/>
                                    <a:pt x="224" y="464"/>
                                    <a:pt x="224" y="464"/>
                                  </a:cubicBezTo>
                                  <a:cubicBezTo>
                                    <a:pt x="224" y="465"/>
                                    <a:pt x="224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6"/>
                                    <a:pt x="225" y="466"/>
                                    <a:pt x="225" y="466"/>
                                  </a:cubicBezTo>
                                  <a:cubicBezTo>
                                    <a:pt x="224" y="466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6"/>
                                    <a:pt x="222" y="466"/>
                                    <a:pt x="222" y="466"/>
                                  </a:cubicBezTo>
                                  <a:cubicBezTo>
                                    <a:pt x="222" y="466"/>
                                    <a:pt x="222" y="465"/>
                                    <a:pt x="222" y="465"/>
                                  </a:cubicBezTo>
                                  <a:cubicBezTo>
                                    <a:pt x="222" y="465"/>
                                    <a:pt x="222" y="465"/>
                                    <a:pt x="222" y="465"/>
                                  </a:cubicBezTo>
                                  <a:close/>
                                  <a:moveTo>
                                    <a:pt x="222" y="459"/>
                                  </a:moveTo>
                                  <a:cubicBezTo>
                                    <a:pt x="222" y="459"/>
                                    <a:pt x="222" y="459"/>
                                    <a:pt x="222" y="459"/>
                                  </a:cubicBezTo>
                                  <a:cubicBezTo>
                                    <a:pt x="222" y="459"/>
                                    <a:pt x="222" y="459"/>
                                    <a:pt x="222" y="459"/>
                                  </a:cubicBezTo>
                                  <a:cubicBezTo>
                                    <a:pt x="222" y="459"/>
                                    <a:pt x="222" y="460"/>
                                    <a:pt x="222" y="460"/>
                                  </a:cubicBezTo>
                                  <a:cubicBezTo>
                                    <a:pt x="222" y="460"/>
                                    <a:pt x="222" y="460"/>
                                    <a:pt x="222" y="460"/>
                                  </a:cubicBezTo>
                                  <a:cubicBezTo>
                                    <a:pt x="222" y="460"/>
                                    <a:pt x="222" y="460"/>
                                    <a:pt x="222" y="460"/>
                                  </a:cubicBezTo>
                                  <a:cubicBezTo>
                                    <a:pt x="221" y="460"/>
                                    <a:pt x="222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8"/>
                                    <a:pt x="222" y="457"/>
                                  </a:cubicBezTo>
                                  <a:cubicBezTo>
                                    <a:pt x="222" y="457"/>
                                    <a:pt x="222" y="457"/>
                                    <a:pt x="222" y="457"/>
                                  </a:cubicBezTo>
                                  <a:cubicBezTo>
                                    <a:pt x="222" y="457"/>
                                    <a:pt x="222" y="457"/>
                                    <a:pt x="222" y="457"/>
                                  </a:cubicBezTo>
                                  <a:cubicBezTo>
                                    <a:pt x="222" y="457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9"/>
                                    <a:pt x="222" y="459"/>
                                  </a:cubicBezTo>
                                  <a:close/>
                                  <a:moveTo>
                                    <a:pt x="222" y="454"/>
                                  </a:moveTo>
                                  <a:cubicBezTo>
                                    <a:pt x="222" y="454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6"/>
                                    <a:pt x="222" y="456"/>
                                  </a:cubicBezTo>
                                  <a:cubicBezTo>
                                    <a:pt x="222" y="456"/>
                                    <a:pt x="222" y="456"/>
                                    <a:pt x="222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0" y="458"/>
                                    <a:pt x="220" y="458"/>
                                  </a:cubicBezTo>
                                  <a:cubicBezTo>
                                    <a:pt x="220" y="458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5"/>
                                    <a:pt x="221" y="455"/>
                                  </a:cubicBezTo>
                                  <a:cubicBezTo>
                                    <a:pt x="221" y="455"/>
                                    <a:pt x="221" y="455"/>
                                    <a:pt x="221" y="454"/>
                                  </a:cubicBezTo>
                                  <a:cubicBezTo>
                                    <a:pt x="221" y="454"/>
                                    <a:pt x="221" y="454"/>
                                    <a:pt x="221" y="454"/>
                                  </a:cubicBezTo>
                                  <a:cubicBezTo>
                                    <a:pt x="221" y="454"/>
                                    <a:pt x="221" y="454"/>
                                    <a:pt x="221" y="454"/>
                                  </a:cubicBezTo>
                                  <a:cubicBezTo>
                                    <a:pt x="221" y="454"/>
                                    <a:pt x="222" y="454"/>
                                    <a:pt x="222" y="454"/>
                                  </a:cubicBezTo>
                                  <a:close/>
                                  <a:moveTo>
                                    <a:pt x="219" y="457"/>
                                  </a:moveTo>
                                  <a:cubicBezTo>
                                    <a:pt x="218" y="457"/>
                                    <a:pt x="218" y="457"/>
                                    <a:pt x="218" y="457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19" y="456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lose/>
                                  <a:moveTo>
                                    <a:pt x="221" y="448"/>
                                  </a:moveTo>
                                  <a:cubicBezTo>
                                    <a:pt x="221" y="448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0" y="450"/>
                                    <a:pt x="220" y="450"/>
                                  </a:cubicBezTo>
                                  <a:cubicBezTo>
                                    <a:pt x="220" y="450"/>
                                    <a:pt x="220" y="450"/>
                                    <a:pt x="220" y="450"/>
                                  </a:cubicBezTo>
                                  <a:cubicBezTo>
                                    <a:pt x="220" y="450"/>
                                    <a:pt x="220" y="450"/>
                                    <a:pt x="220" y="449"/>
                                  </a:cubicBezTo>
                                  <a:cubicBezTo>
                                    <a:pt x="220" y="449"/>
                                    <a:pt x="220" y="449"/>
                                    <a:pt x="220" y="449"/>
                                  </a:cubicBezTo>
                                  <a:cubicBezTo>
                                    <a:pt x="220" y="449"/>
                                    <a:pt x="220" y="449"/>
                                    <a:pt x="220" y="449"/>
                                  </a:cubicBezTo>
                                  <a:cubicBezTo>
                                    <a:pt x="220" y="449"/>
                                    <a:pt x="220" y="448"/>
                                    <a:pt x="221" y="448"/>
                                  </a:cubicBezTo>
                                  <a:cubicBezTo>
                                    <a:pt x="221" y="448"/>
                                    <a:pt x="221" y="448"/>
                                    <a:pt x="221" y="448"/>
                                  </a:cubicBezTo>
                                  <a:close/>
                                  <a:moveTo>
                                    <a:pt x="210" y="445"/>
                                  </a:moveTo>
                                  <a:cubicBezTo>
                                    <a:pt x="210" y="445"/>
                                    <a:pt x="210" y="445"/>
                                    <a:pt x="209" y="445"/>
                                  </a:cubicBezTo>
                                  <a:cubicBezTo>
                                    <a:pt x="209" y="445"/>
                                    <a:pt x="209" y="446"/>
                                    <a:pt x="209" y="446"/>
                                  </a:cubicBezTo>
                                  <a:cubicBezTo>
                                    <a:pt x="209" y="446"/>
                                    <a:pt x="209" y="446"/>
                                    <a:pt x="208" y="446"/>
                                  </a:cubicBezTo>
                                  <a:cubicBezTo>
                                    <a:pt x="208" y="446"/>
                                    <a:pt x="208" y="446"/>
                                    <a:pt x="208" y="446"/>
                                  </a:cubicBezTo>
                                  <a:cubicBezTo>
                                    <a:pt x="209" y="445"/>
                                    <a:pt x="209" y="445"/>
                                    <a:pt x="210" y="444"/>
                                  </a:cubicBezTo>
                                  <a:cubicBezTo>
                                    <a:pt x="210" y="444"/>
                                    <a:pt x="210" y="444"/>
                                    <a:pt x="210" y="444"/>
                                  </a:cubicBezTo>
                                  <a:cubicBezTo>
                                    <a:pt x="210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0" y="444"/>
                                    <a:pt x="210" y="445"/>
                                  </a:cubicBezTo>
                                  <a:cubicBezTo>
                                    <a:pt x="210" y="445"/>
                                    <a:pt x="210" y="445"/>
                                    <a:pt x="210" y="445"/>
                                  </a:cubicBezTo>
                                  <a:close/>
                                  <a:moveTo>
                                    <a:pt x="213" y="447"/>
                                  </a:move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8"/>
                                    <a:pt x="213" y="448"/>
                                    <a:pt x="213" y="448"/>
                                  </a:cubicBezTo>
                                  <a:cubicBezTo>
                                    <a:pt x="213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lose/>
                                  <a:moveTo>
                                    <a:pt x="215" y="450"/>
                                  </a:moveTo>
                                  <a:cubicBezTo>
                                    <a:pt x="215" y="450"/>
                                    <a:pt x="215" y="450"/>
                                    <a:pt x="215" y="450"/>
                                  </a:cubicBezTo>
                                  <a:cubicBezTo>
                                    <a:pt x="215" y="450"/>
                                    <a:pt x="215" y="450"/>
                                    <a:pt x="215" y="449"/>
                                  </a:cubicBezTo>
                                  <a:cubicBezTo>
                                    <a:pt x="214" y="449"/>
                                    <a:pt x="214" y="449"/>
                                    <a:pt x="214" y="449"/>
                                  </a:cubicBezTo>
                                  <a:cubicBezTo>
                                    <a:pt x="214" y="449"/>
                                    <a:pt x="214" y="449"/>
                                    <a:pt x="214" y="449"/>
                                  </a:cubicBezTo>
                                  <a:cubicBezTo>
                                    <a:pt x="214" y="449"/>
                                    <a:pt x="214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6" y="449"/>
                                    <a:pt x="216" y="449"/>
                                    <a:pt x="216" y="449"/>
                                  </a:cubicBezTo>
                                  <a:cubicBezTo>
                                    <a:pt x="216" y="449"/>
                                    <a:pt x="216" y="449"/>
                                    <a:pt x="216" y="449"/>
                                  </a:cubicBezTo>
                                  <a:cubicBezTo>
                                    <a:pt x="215" y="449"/>
                                    <a:pt x="215" y="450"/>
                                    <a:pt x="215" y="450"/>
                                  </a:cubicBezTo>
                                  <a:cubicBezTo>
                                    <a:pt x="215" y="450"/>
                                    <a:pt x="216" y="450"/>
                                    <a:pt x="215" y="450"/>
                                  </a:cubicBezTo>
                                  <a:close/>
                                  <a:moveTo>
                                    <a:pt x="362" y="446"/>
                                  </a:moveTo>
                                  <a:cubicBezTo>
                                    <a:pt x="362" y="446"/>
                                    <a:pt x="363" y="446"/>
                                    <a:pt x="363" y="446"/>
                                  </a:cubicBezTo>
                                  <a:cubicBezTo>
                                    <a:pt x="363" y="445"/>
                                    <a:pt x="363" y="445"/>
                                    <a:pt x="363" y="445"/>
                                  </a:cubicBezTo>
                                  <a:cubicBezTo>
                                    <a:pt x="363" y="444"/>
                                    <a:pt x="364" y="443"/>
                                    <a:pt x="364" y="443"/>
                                  </a:cubicBezTo>
                                  <a:cubicBezTo>
                                    <a:pt x="364" y="443"/>
                                    <a:pt x="364" y="443"/>
                                    <a:pt x="365" y="443"/>
                                  </a:cubicBezTo>
                                  <a:cubicBezTo>
                                    <a:pt x="365" y="443"/>
                                    <a:pt x="365" y="443"/>
                                    <a:pt x="365" y="443"/>
                                  </a:cubicBezTo>
                                  <a:cubicBezTo>
                                    <a:pt x="365" y="443"/>
                                    <a:pt x="365" y="443"/>
                                    <a:pt x="365" y="443"/>
                                  </a:cubicBezTo>
                                  <a:cubicBezTo>
                                    <a:pt x="366" y="443"/>
                                    <a:pt x="366" y="444"/>
                                    <a:pt x="366" y="444"/>
                                  </a:cubicBezTo>
                                  <a:cubicBezTo>
                                    <a:pt x="366" y="444"/>
                                    <a:pt x="366" y="445"/>
                                    <a:pt x="366" y="445"/>
                                  </a:cubicBezTo>
                                  <a:cubicBezTo>
                                    <a:pt x="366" y="446"/>
                                    <a:pt x="366" y="448"/>
                                    <a:pt x="366" y="449"/>
                                  </a:cubicBezTo>
                                  <a:cubicBezTo>
                                    <a:pt x="366" y="450"/>
                                    <a:pt x="366" y="450"/>
                                    <a:pt x="366" y="450"/>
                                  </a:cubicBezTo>
                                  <a:cubicBezTo>
                                    <a:pt x="366" y="451"/>
                                    <a:pt x="366" y="452"/>
                                    <a:pt x="365" y="452"/>
                                  </a:cubicBezTo>
                                  <a:cubicBezTo>
                                    <a:pt x="365" y="453"/>
                                    <a:pt x="365" y="453"/>
                                    <a:pt x="365" y="453"/>
                                  </a:cubicBezTo>
                                  <a:cubicBezTo>
                                    <a:pt x="365" y="453"/>
                                    <a:pt x="364" y="453"/>
                                    <a:pt x="364" y="453"/>
                                  </a:cubicBezTo>
                                  <a:cubicBezTo>
                                    <a:pt x="364" y="452"/>
                                    <a:pt x="364" y="452"/>
                                    <a:pt x="364" y="452"/>
                                  </a:cubicBezTo>
                                  <a:cubicBezTo>
                                    <a:pt x="364" y="452"/>
                                    <a:pt x="364" y="452"/>
                                    <a:pt x="363" y="452"/>
                                  </a:cubicBezTo>
                                  <a:cubicBezTo>
                                    <a:pt x="363" y="452"/>
                                    <a:pt x="363" y="452"/>
                                    <a:pt x="363" y="452"/>
                                  </a:cubicBezTo>
                                  <a:cubicBezTo>
                                    <a:pt x="363" y="452"/>
                                    <a:pt x="363" y="451"/>
                                    <a:pt x="363" y="451"/>
                                  </a:cubicBezTo>
                                  <a:cubicBezTo>
                                    <a:pt x="363" y="451"/>
                                    <a:pt x="363" y="451"/>
                                    <a:pt x="363" y="451"/>
                                  </a:cubicBezTo>
                                  <a:cubicBezTo>
                                    <a:pt x="363" y="450"/>
                                    <a:pt x="363" y="450"/>
                                    <a:pt x="363" y="450"/>
                                  </a:cubicBezTo>
                                  <a:cubicBezTo>
                                    <a:pt x="362" y="450"/>
                                    <a:pt x="362" y="450"/>
                                    <a:pt x="362" y="449"/>
                                  </a:cubicBezTo>
                                  <a:cubicBezTo>
                                    <a:pt x="363" y="449"/>
                                    <a:pt x="363" y="448"/>
                                    <a:pt x="363" y="448"/>
                                  </a:cubicBezTo>
                                  <a:cubicBezTo>
                                    <a:pt x="363" y="448"/>
                                    <a:pt x="363" y="447"/>
                                    <a:pt x="363" y="447"/>
                                  </a:cubicBezTo>
                                  <a:cubicBezTo>
                                    <a:pt x="362" y="447"/>
                                    <a:pt x="362" y="447"/>
                                    <a:pt x="362" y="446"/>
                                  </a:cubicBezTo>
                                  <a:close/>
                                  <a:moveTo>
                                    <a:pt x="399" y="422"/>
                                  </a:move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8" y="421"/>
                                    <a:pt x="398" y="421"/>
                                    <a:pt x="398" y="421"/>
                                  </a:cubicBezTo>
                                  <a:cubicBezTo>
                                    <a:pt x="398" y="421"/>
                                    <a:pt x="398" y="421"/>
                                    <a:pt x="398" y="421"/>
                                  </a:cubicBezTo>
                                  <a:cubicBezTo>
                                    <a:pt x="398" y="421"/>
                                    <a:pt x="398" y="420"/>
                                    <a:pt x="397" y="420"/>
                                  </a:cubicBezTo>
                                  <a:cubicBezTo>
                                    <a:pt x="397" y="420"/>
                                    <a:pt x="397" y="420"/>
                                    <a:pt x="398" y="420"/>
                                  </a:cubicBezTo>
                                  <a:cubicBezTo>
                                    <a:pt x="398" y="420"/>
                                    <a:pt x="398" y="420"/>
                                    <a:pt x="398" y="420"/>
                                  </a:cubicBezTo>
                                  <a:cubicBezTo>
                                    <a:pt x="398" y="420"/>
                                    <a:pt x="398" y="420"/>
                                    <a:pt x="398" y="420"/>
                                  </a:cubicBezTo>
                                  <a:cubicBezTo>
                                    <a:pt x="398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2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8" y="423"/>
                                  </a:cubicBezTo>
                                  <a:cubicBezTo>
                                    <a:pt x="398" y="423"/>
                                    <a:pt x="398" y="423"/>
                                    <a:pt x="398" y="423"/>
                                  </a:cubicBezTo>
                                  <a:cubicBezTo>
                                    <a:pt x="398" y="423"/>
                                    <a:pt x="398" y="423"/>
                                    <a:pt x="398" y="423"/>
                                  </a:cubicBezTo>
                                  <a:cubicBezTo>
                                    <a:pt x="397" y="422"/>
                                    <a:pt x="397" y="423"/>
                                    <a:pt x="397" y="423"/>
                                  </a:cubicBezTo>
                                  <a:cubicBezTo>
                                    <a:pt x="397" y="423"/>
                                    <a:pt x="397" y="423"/>
                                    <a:pt x="397" y="423"/>
                                  </a:cubicBezTo>
                                  <a:cubicBezTo>
                                    <a:pt x="397" y="423"/>
                                    <a:pt x="397" y="423"/>
                                    <a:pt x="397" y="423"/>
                                  </a:cubicBezTo>
                                  <a:cubicBezTo>
                                    <a:pt x="396" y="423"/>
                                    <a:pt x="396" y="423"/>
                                    <a:pt x="396" y="422"/>
                                  </a:cubicBezTo>
                                  <a:cubicBezTo>
                                    <a:pt x="396" y="422"/>
                                    <a:pt x="396" y="422"/>
                                    <a:pt x="396" y="422"/>
                                  </a:cubicBezTo>
                                  <a:cubicBezTo>
                                    <a:pt x="396" y="422"/>
                                    <a:pt x="397" y="422"/>
                                    <a:pt x="397" y="422"/>
                                  </a:cubicBezTo>
                                  <a:cubicBezTo>
                                    <a:pt x="397" y="422"/>
                                    <a:pt x="397" y="422"/>
                                    <a:pt x="397" y="422"/>
                                  </a:cubicBezTo>
                                  <a:cubicBezTo>
                                    <a:pt x="397" y="422"/>
                                    <a:pt x="398" y="422"/>
                                    <a:pt x="398" y="422"/>
                                  </a:cubicBezTo>
                                  <a:cubicBezTo>
                                    <a:pt x="398" y="422"/>
                                    <a:pt x="398" y="422"/>
                                    <a:pt x="398" y="422"/>
                                  </a:cubicBezTo>
                                  <a:cubicBezTo>
                                    <a:pt x="398" y="422"/>
                                    <a:pt x="398" y="422"/>
                                    <a:pt x="399" y="422"/>
                                  </a:cubicBezTo>
                                  <a:close/>
                                  <a:moveTo>
                                    <a:pt x="340" y="422"/>
                                  </a:moveTo>
                                  <a:cubicBezTo>
                                    <a:pt x="340" y="422"/>
                                    <a:pt x="340" y="421"/>
                                    <a:pt x="341" y="421"/>
                                  </a:cubicBezTo>
                                  <a:cubicBezTo>
                                    <a:pt x="341" y="421"/>
                                    <a:pt x="341" y="421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3"/>
                                  </a:cubicBezTo>
                                  <a:cubicBezTo>
                                    <a:pt x="341" y="423"/>
                                    <a:pt x="341" y="423"/>
                                    <a:pt x="341" y="423"/>
                                  </a:cubicBezTo>
                                  <a:cubicBezTo>
                                    <a:pt x="341" y="423"/>
                                    <a:pt x="341" y="423"/>
                                    <a:pt x="341" y="423"/>
                                  </a:cubicBezTo>
                                  <a:cubicBezTo>
                                    <a:pt x="341" y="424"/>
                                    <a:pt x="341" y="424"/>
                                    <a:pt x="341" y="424"/>
                                  </a:cubicBezTo>
                                  <a:cubicBezTo>
                                    <a:pt x="340" y="424"/>
                                    <a:pt x="340" y="424"/>
                                    <a:pt x="340" y="424"/>
                                  </a:cubicBezTo>
                                  <a:cubicBezTo>
                                    <a:pt x="340" y="425"/>
                                    <a:pt x="340" y="424"/>
                                    <a:pt x="340" y="425"/>
                                  </a:cubicBezTo>
                                  <a:cubicBezTo>
                                    <a:pt x="340" y="424"/>
                                    <a:pt x="340" y="424"/>
                                    <a:pt x="339" y="424"/>
                                  </a:cubicBezTo>
                                  <a:cubicBezTo>
                                    <a:pt x="339" y="424"/>
                                    <a:pt x="339" y="424"/>
                                    <a:pt x="339" y="424"/>
                                  </a:cubicBezTo>
                                  <a:cubicBezTo>
                                    <a:pt x="339" y="424"/>
                                    <a:pt x="339" y="423"/>
                                    <a:pt x="339" y="423"/>
                                  </a:cubicBezTo>
                                  <a:cubicBezTo>
                                    <a:pt x="339" y="423"/>
                                    <a:pt x="339" y="423"/>
                                    <a:pt x="339" y="422"/>
                                  </a:cubicBezTo>
                                  <a:cubicBezTo>
                                    <a:pt x="339" y="422"/>
                                    <a:pt x="339" y="422"/>
                                    <a:pt x="339" y="422"/>
                                  </a:cubicBezTo>
                                  <a:cubicBezTo>
                                    <a:pt x="339" y="422"/>
                                    <a:pt x="340" y="422"/>
                                    <a:pt x="340" y="422"/>
                                  </a:cubicBezTo>
                                  <a:close/>
                                  <a:moveTo>
                                    <a:pt x="331" y="413"/>
                                  </a:move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4"/>
                                    <a:pt x="331" y="414"/>
                                  </a:cubicBezTo>
                                  <a:cubicBezTo>
                                    <a:pt x="331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3"/>
                                  </a:cubicBezTo>
                                  <a:cubicBezTo>
                                    <a:pt x="330" y="413"/>
                                    <a:pt x="330" y="413"/>
                                    <a:pt x="330" y="413"/>
                                  </a:cubicBezTo>
                                  <a:cubicBezTo>
                                    <a:pt x="330" y="413"/>
                                    <a:pt x="330" y="413"/>
                                    <a:pt x="330" y="413"/>
                                  </a:cubicBezTo>
                                  <a:cubicBezTo>
                                    <a:pt x="330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lose/>
                                  <a:moveTo>
                                    <a:pt x="332" y="414"/>
                                  </a:moveTo>
                                  <a:cubicBezTo>
                                    <a:pt x="332" y="414"/>
                                    <a:pt x="332" y="414"/>
                                    <a:pt x="333" y="414"/>
                                  </a:cubicBezTo>
                                  <a:cubicBezTo>
                                    <a:pt x="333" y="414"/>
                                    <a:pt x="333" y="414"/>
                                    <a:pt x="333" y="414"/>
                                  </a:cubicBezTo>
                                  <a:cubicBezTo>
                                    <a:pt x="333" y="414"/>
                                    <a:pt x="333" y="414"/>
                                    <a:pt x="333" y="415"/>
                                  </a:cubicBezTo>
                                  <a:cubicBezTo>
                                    <a:pt x="333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6"/>
                                    <a:pt x="332" y="416"/>
                                    <a:pt x="332" y="416"/>
                                  </a:cubicBezTo>
                                  <a:cubicBezTo>
                                    <a:pt x="332" y="416"/>
                                    <a:pt x="332" y="416"/>
                                    <a:pt x="331" y="416"/>
                                  </a:cubicBezTo>
                                  <a:cubicBezTo>
                                    <a:pt x="331" y="416"/>
                                    <a:pt x="331" y="416"/>
                                    <a:pt x="331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4"/>
                                    <a:pt x="331" y="414"/>
                                  </a:cubicBezTo>
                                  <a:cubicBezTo>
                                    <a:pt x="332" y="414"/>
                                    <a:pt x="332" y="414"/>
                                    <a:pt x="332" y="414"/>
                                  </a:cubicBezTo>
                                  <a:cubicBezTo>
                                    <a:pt x="332" y="414"/>
                                    <a:pt x="332" y="414"/>
                                    <a:pt x="332" y="414"/>
                                  </a:cubicBezTo>
                                  <a:close/>
                                  <a:moveTo>
                                    <a:pt x="343" y="435"/>
                                  </a:moveTo>
                                  <a:cubicBezTo>
                                    <a:pt x="343" y="435"/>
                                    <a:pt x="343" y="435"/>
                                    <a:pt x="343" y="435"/>
                                  </a:cubicBezTo>
                                  <a:cubicBezTo>
                                    <a:pt x="343" y="435"/>
                                    <a:pt x="342" y="436"/>
                                    <a:pt x="342" y="436"/>
                                  </a:cubicBezTo>
                                  <a:cubicBezTo>
                                    <a:pt x="342" y="436"/>
                                    <a:pt x="342" y="436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4"/>
                                  </a:cubicBezTo>
                                  <a:cubicBezTo>
                                    <a:pt x="342" y="434"/>
                                    <a:pt x="342" y="434"/>
                                    <a:pt x="342" y="434"/>
                                  </a:cubicBezTo>
                                  <a:cubicBezTo>
                                    <a:pt x="342" y="433"/>
                                    <a:pt x="342" y="433"/>
                                    <a:pt x="342" y="433"/>
                                  </a:cubicBezTo>
                                  <a:cubicBezTo>
                                    <a:pt x="342" y="433"/>
                                    <a:pt x="342" y="433"/>
                                    <a:pt x="342" y="433"/>
                                  </a:cubicBezTo>
                                  <a:cubicBezTo>
                                    <a:pt x="343" y="433"/>
                                    <a:pt x="343" y="433"/>
                                    <a:pt x="343" y="433"/>
                                  </a:cubicBezTo>
                                  <a:cubicBezTo>
                                    <a:pt x="343" y="433"/>
                                    <a:pt x="343" y="433"/>
                                    <a:pt x="343" y="434"/>
                                  </a:cubicBezTo>
                                  <a:cubicBezTo>
                                    <a:pt x="343" y="434"/>
                                    <a:pt x="343" y="434"/>
                                    <a:pt x="343" y="434"/>
                                  </a:cubicBezTo>
                                  <a:cubicBezTo>
                                    <a:pt x="343" y="435"/>
                                    <a:pt x="343" y="435"/>
                                    <a:pt x="343" y="435"/>
                                  </a:cubicBezTo>
                                  <a:close/>
                                  <a:moveTo>
                                    <a:pt x="418" y="619"/>
                                  </a:move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20"/>
                                    <a:pt x="418" y="620"/>
                                    <a:pt x="417" y="620"/>
                                  </a:cubicBezTo>
                                  <a:cubicBezTo>
                                    <a:pt x="417" y="620"/>
                                    <a:pt x="417" y="620"/>
                                    <a:pt x="417" y="620"/>
                                  </a:cubicBezTo>
                                  <a:cubicBezTo>
                                    <a:pt x="417" y="620"/>
                                    <a:pt x="417" y="620"/>
                                    <a:pt x="417" y="620"/>
                                  </a:cubicBezTo>
                                  <a:cubicBezTo>
                                    <a:pt x="417" y="620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0"/>
                                  </a:cubicBezTo>
                                  <a:cubicBezTo>
                                    <a:pt x="416" y="620"/>
                                    <a:pt x="416" y="619"/>
                                    <a:pt x="417" y="619"/>
                                  </a:cubicBezTo>
                                  <a:cubicBezTo>
                                    <a:pt x="417" y="619"/>
                                    <a:pt x="417" y="619"/>
                                    <a:pt x="417" y="619"/>
                                  </a:cubicBezTo>
                                  <a:cubicBezTo>
                                    <a:pt x="417" y="619"/>
                                    <a:pt x="417" y="618"/>
                                    <a:pt x="417" y="618"/>
                                  </a:cubicBezTo>
                                  <a:cubicBezTo>
                                    <a:pt x="417" y="618"/>
                                    <a:pt x="417" y="618"/>
                                    <a:pt x="417" y="618"/>
                                  </a:cubicBezTo>
                                  <a:cubicBezTo>
                                    <a:pt x="417" y="618"/>
                                    <a:pt x="417" y="618"/>
                                    <a:pt x="417" y="618"/>
                                  </a:cubicBezTo>
                                  <a:cubicBezTo>
                                    <a:pt x="417" y="617"/>
                                    <a:pt x="417" y="617"/>
                                    <a:pt x="417" y="617"/>
                                  </a:cubicBezTo>
                                  <a:cubicBezTo>
                                    <a:pt x="417" y="617"/>
                                    <a:pt x="417" y="617"/>
                                    <a:pt x="418" y="617"/>
                                  </a:cubicBezTo>
                                  <a:cubicBezTo>
                                    <a:pt x="418" y="617"/>
                                    <a:pt x="418" y="617"/>
                                    <a:pt x="418" y="617"/>
                                  </a:cubicBezTo>
                                  <a:cubicBezTo>
                                    <a:pt x="418" y="617"/>
                                    <a:pt x="418" y="618"/>
                                    <a:pt x="418" y="618"/>
                                  </a:cubicBezTo>
                                  <a:cubicBezTo>
                                    <a:pt x="418" y="618"/>
                                    <a:pt x="418" y="619"/>
                                    <a:pt x="418" y="619"/>
                                  </a:cubicBezTo>
                                  <a:close/>
                                  <a:moveTo>
                                    <a:pt x="410" y="613"/>
                                  </a:moveTo>
                                  <a:cubicBezTo>
                                    <a:pt x="409" y="613"/>
                                    <a:pt x="409" y="612"/>
                                    <a:pt x="409" y="612"/>
                                  </a:cubicBezTo>
                                  <a:cubicBezTo>
                                    <a:pt x="409" y="612"/>
                                    <a:pt x="409" y="612"/>
                                    <a:pt x="409" y="612"/>
                                  </a:cubicBezTo>
                                  <a:cubicBezTo>
                                    <a:pt x="409" y="612"/>
                                    <a:pt x="409" y="612"/>
                                    <a:pt x="409" y="611"/>
                                  </a:cubicBezTo>
                                  <a:cubicBezTo>
                                    <a:pt x="409" y="611"/>
                                    <a:pt x="409" y="611"/>
                                    <a:pt x="410" y="611"/>
                                  </a:cubicBezTo>
                                  <a:cubicBezTo>
                                    <a:pt x="410" y="611"/>
                                    <a:pt x="410" y="611"/>
                                    <a:pt x="410" y="610"/>
                                  </a:cubicBezTo>
                                  <a:cubicBezTo>
                                    <a:pt x="410" y="611"/>
                                    <a:pt x="410" y="611"/>
                                    <a:pt x="410" y="611"/>
                                  </a:cubicBezTo>
                                  <a:cubicBezTo>
                                    <a:pt x="410" y="611"/>
                                    <a:pt x="410" y="611"/>
                                    <a:pt x="410" y="610"/>
                                  </a:cubicBezTo>
                                  <a:cubicBezTo>
                                    <a:pt x="410" y="610"/>
                                    <a:pt x="410" y="610"/>
                                    <a:pt x="410" y="610"/>
                                  </a:cubicBezTo>
                                  <a:cubicBezTo>
                                    <a:pt x="410" y="610"/>
                                    <a:pt x="410" y="610"/>
                                    <a:pt x="410" y="610"/>
                                  </a:cubicBezTo>
                                  <a:cubicBezTo>
                                    <a:pt x="410" y="611"/>
                                    <a:pt x="411" y="611"/>
                                    <a:pt x="411" y="611"/>
                                  </a:cubicBezTo>
                                  <a:cubicBezTo>
                                    <a:pt x="410" y="612"/>
                                    <a:pt x="411" y="612"/>
                                    <a:pt x="411" y="612"/>
                                  </a:cubicBezTo>
                                  <a:cubicBezTo>
                                    <a:pt x="411" y="612"/>
                                    <a:pt x="411" y="612"/>
                                    <a:pt x="411" y="612"/>
                                  </a:cubicBezTo>
                                  <a:cubicBezTo>
                                    <a:pt x="411" y="612"/>
                                    <a:pt x="411" y="612"/>
                                    <a:pt x="411" y="612"/>
                                  </a:cubicBezTo>
                                  <a:cubicBezTo>
                                    <a:pt x="410" y="612"/>
                                    <a:pt x="410" y="612"/>
                                    <a:pt x="410" y="612"/>
                                  </a:cubicBezTo>
                                  <a:cubicBezTo>
                                    <a:pt x="410" y="612"/>
                                    <a:pt x="410" y="612"/>
                                    <a:pt x="410" y="612"/>
                                  </a:cubicBezTo>
                                  <a:cubicBezTo>
                                    <a:pt x="410" y="612"/>
                                    <a:pt x="410" y="613"/>
                                    <a:pt x="410" y="613"/>
                                  </a:cubicBezTo>
                                  <a:close/>
                                  <a:moveTo>
                                    <a:pt x="417" y="621"/>
                                  </a:moveTo>
                                  <a:cubicBezTo>
                                    <a:pt x="417" y="621"/>
                                    <a:pt x="417" y="621"/>
                                    <a:pt x="417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2"/>
                                  </a:cubicBezTo>
                                  <a:cubicBezTo>
                                    <a:pt x="416" y="622"/>
                                    <a:pt x="416" y="622"/>
                                    <a:pt x="416" y="622"/>
                                  </a:cubicBezTo>
                                  <a:cubicBezTo>
                                    <a:pt x="416" y="622"/>
                                    <a:pt x="415" y="622"/>
                                    <a:pt x="415" y="623"/>
                                  </a:cubicBezTo>
                                  <a:cubicBezTo>
                                    <a:pt x="415" y="623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3"/>
                                    <a:pt x="415" y="623"/>
                                  </a:cubicBezTo>
                                  <a:cubicBezTo>
                                    <a:pt x="415" y="622"/>
                                    <a:pt x="415" y="622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7" y="621"/>
                                    <a:pt x="417" y="621"/>
                                    <a:pt x="417" y="621"/>
                                  </a:cubicBezTo>
                                  <a:close/>
                                  <a:moveTo>
                                    <a:pt x="412" y="613"/>
                                  </a:move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3"/>
                                    <a:pt x="412" y="613"/>
                                  </a:cubicBezTo>
                                  <a:cubicBezTo>
                                    <a:pt x="412" y="613"/>
                                    <a:pt x="412" y="613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3"/>
                                    <a:pt x="412" y="613"/>
                                    <a:pt x="412" y="613"/>
                                  </a:cubicBezTo>
                                  <a:cubicBezTo>
                                    <a:pt x="412" y="613"/>
                                    <a:pt x="412" y="613"/>
                                    <a:pt x="412" y="613"/>
                                  </a:cubicBezTo>
                                  <a:close/>
                                  <a:moveTo>
                                    <a:pt x="412" y="617"/>
                                  </a:moveTo>
                                  <a:cubicBezTo>
                                    <a:pt x="412" y="617"/>
                                    <a:pt x="412" y="617"/>
                                    <a:pt x="412" y="617"/>
                                  </a:cubicBezTo>
                                  <a:cubicBezTo>
                                    <a:pt x="412" y="617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9"/>
                                    <a:pt x="412" y="618"/>
                                  </a:cubicBezTo>
                                  <a:cubicBezTo>
                                    <a:pt x="411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7"/>
                                    <a:pt x="412" y="617"/>
                                  </a:cubicBezTo>
                                  <a:cubicBezTo>
                                    <a:pt x="412" y="617"/>
                                    <a:pt x="412" y="617"/>
                                    <a:pt x="412" y="617"/>
                                  </a:cubicBezTo>
                                  <a:close/>
                                  <a:moveTo>
                                    <a:pt x="414" y="620"/>
                                  </a:moveTo>
                                  <a:cubicBezTo>
                                    <a:pt x="414" y="621"/>
                                    <a:pt x="413" y="623"/>
                                    <a:pt x="412" y="623"/>
                                  </a:cubicBezTo>
                                  <a:cubicBezTo>
                                    <a:pt x="412" y="624"/>
                                    <a:pt x="412" y="623"/>
                                    <a:pt x="412" y="623"/>
                                  </a:cubicBezTo>
                                  <a:cubicBezTo>
                                    <a:pt x="412" y="623"/>
                                    <a:pt x="411" y="623"/>
                                    <a:pt x="411" y="623"/>
                                  </a:cubicBezTo>
                                  <a:cubicBezTo>
                                    <a:pt x="411" y="624"/>
                                    <a:pt x="411" y="624"/>
                                    <a:pt x="411" y="624"/>
                                  </a:cubicBezTo>
                                  <a:cubicBezTo>
                                    <a:pt x="411" y="624"/>
                                    <a:pt x="411" y="624"/>
                                    <a:pt x="411" y="624"/>
                                  </a:cubicBezTo>
                                  <a:cubicBezTo>
                                    <a:pt x="411" y="623"/>
                                    <a:pt x="411" y="622"/>
                                    <a:pt x="412" y="622"/>
                                  </a:cubicBezTo>
                                  <a:cubicBezTo>
                                    <a:pt x="412" y="621"/>
                                    <a:pt x="412" y="621"/>
                                    <a:pt x="412" y="621"/>
                                  </a:cubicBezTo>
                                  <a:cubicBezTo>
                                    <a:pt x="412" y="621"/>
                                    <a:pt x="412" y="621"/>
                                    <a:pt x="412" y="621"/>
                                  </a:cubicBezTo>
                                  <a:cubicBezTo>
                                    <a:pt x="412" y="621"/>
                                    <a:pt x="412" y="620"/>
                                    <a:pt x="412" y="620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2" y="621"/>
                                    <a:pt x="411" y="621"/>
                                    <a:pt x="411" y="622"/>
                                  </a:cubicBezTo>
                                  <a:cubicBezTo>
                                    <a:pt x="411" y="622"/>
                                    <a:pt x="411" y="623"/>
                                    <a:pt x="410" y="623"/>
                                  </a:cubicBezTo>
                                  <a:cubicBezTo>
                                    <a:pt x="410" y="623"/>
                                    <a:pt x="410" y="623"/>
                                    <a:pt x="410" y="623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4"/>
                                    <a:pt x="410" y="624"/>
                                    <a:pt x="409" y="624"/>
                                  </a:cubicBezTo>
                                  <a:cubicBezTo>
                                    <a:pt x="409" y="624"/>
                                    <a:pt x="409" y="624"/>
                                    <a:pt x="409" y="624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2"/>
                                    <a:pt x="409" y="622"/>
                                    <a:pt x="410" y="622"/>
                                  </a:cubicBezTo>
                                  <a:cubicBezTo>
                                    <a:pt x="410" y="622"/>
                                    <a:pt x="410" y="621"/>
                                    <a:pt x="410" y="621"/>
                                  </a:cubicBezTo>
                                  <a:cubicBezTo>
                                    <a:pt x="410" y="621"/>
                                    <a:pt x="411" y="620"/>
                                    <a:pt x="411" y="620"/>
                                  </a:cubicBezTo>
                                  <a:cubicBezTo>
                                    <a:pt x="411" y="620"/>
                                    <a:pt x="411" y="620"/>
                                    <a:pt x="411" y="619"/>
                                  </a:cubicBezTo>
                                  <a:cubicBezTo>
                                    <a:pt x="412" y="619"/>
                                    <a:pt x="412" y="618"/>
                                    <a:pt x="412" y="618"/>
                                  </a:cubicBezTo>
                                  <a:cubicBezTo>
                                    <a:pt x="412" y="617"/>
                                    <a:pt x="413" y="617"/>
                                    <a:pt x="413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5"/>
                                  </a:cubicBezTo>
                                  <a:cubicBezTo>
                                    <a:pt x="412" y="615"/>
                                    <a:pt x="412" y="615"/>
                                    <a:pt x="413" y="615"/>
                                  </a:cubicBezTo>
                                  <a:cubicBezTo>
                                    <a:pt x="413" y="615"/>
                                    <a:pt x="413" y="615"/>
                                    <a:pt x="413" y="615"/>
                                  </a:cubicBezTo>
                                  <a:cubicBezTo>
                                    <a:pt x="413" y="616"/>
                                    <a:pt x="413" y="616"/>
                                    <a:pt x="413" y="616"/>
                                  </a:cubicBezTo>
                                  <a:cubicBezTo>
                                    <a:pt x="413" y="617"/>
                                    <a:pt x="413" y="617"/>
                                    <a:pt x="413" y="617"/>
                                  </a:cubicBezTo>
                                  <a:cubicBezTo>
                                    <a:pt x="412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9"/>
                                    <a:pt x="412" y="619"/>
                                  </a:cubicBezTo>
                                  <a:cubicBezTo>
                                    <a:pt x="412" y="619"/>
                                    <a:pt x="412" y="619"/>
                                    <a:pt x="412" y="620"/>
                                  </a:cubicBezTo>
                                  <a:cubicBezTo>
                                    <a:pt x="412" y="620"/>
                                    <a:pt x="411" y="620"/>
                                    <a:pt x="412" y="621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3" y="620"/>
                                    <a:pt x="413" y="619"/>
                                    <a:pt x="413" y="619"/>
                                  </a:cubicBezTo>
                                  <a:cubicBezTo>
                                    <a:pt x="413" y="618"/>
                                    <a:pt x="413" y="618"/>
                                    <a:pt x="413" y="618"/>
                                  </a:cubicBezTo>
                                  <a:cubicBezTo>
                                    <a:pt x="413" y="617"/>
                                    <a:pt x="414" y="616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4"/>
                                    <a:pt x="414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5" y="614"/>
                                    <a:pt x="415" y="614"/>
                                    <a:pt x="415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6"/>
                                    <a:pt x="415" y="616"/>
                                  </a:cubicBezTo>
                                  <a:cubicBezTo>
                                    <a:pt x="415" y="616"/>
                                    <a:pt x="415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0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4" y="619"/>
                                    <a:pt x="414" y="619"/>
                                  </a:cubicBezTo>
                                  <a:cubicBezTo>
                                    <a:pt x="414" y="619"/>
                                    <a:pt x="414" y="620"/>
                                    <a:pt x="414" y="620"/>
                                  </a:cubicBezTo>
                                  <a:cubicBezTo>
                                    <a:pt x="414" y="619"/>
                                    <a:pt x="414" y="619"/>
                                    <a:pt x="414" y="619"/>
                                  </a:cubicBezTo>
                                  <a:cubicBezTo>
                                    <a:pt x="414" y="619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7"/>
                                    <a:pt x="415" y="617"/>
                                  </a:cubicBezTo>
                                  <a:cubicBezTo>
                                    <a:pt x="415" y="617"/>
                                    <a:pt x="415" y="617"/>
                                    <a:pt x="415" y="617"/>
                                  </a:cubicBezTo>
                                  <a:cubicBezTo>
                                    <a:pt x="414" y="617"/>
                                    <a:pt x="415" y="617"/>
                                    <a:pt x="414" y="617"/>
                                  </a:cubicBezTo>
                                  <a:cubicBezTo>
                                    <a:pt x="414" y="618"/>
                                    <a:pt x="414" y="618"/>
                                    <a:pt x="414" y="618"/>
                                  </a:cubicBezTo>
                                  <a:cubicBezTo>
                                    <a:pt x="414" y="619"/>
                                    <a:pt x="414" y="620"/>
                                    <a:pt x="414" y="621"/>
                                  </a:cubicBezTo>
                                  <a:cubicBezTo>
                                    <a:pt x="414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3" y="621"/>
                                    <a:pt x="413" y="622"/>
                                  </a:cubicBezTo>
                                  <a:cubicBezTo>
                                    <a:pt x="413" y="621"/>
                                    <a:pt x="413" y="620"/>
                                    <a:pt x="413" y="620"/>
                                  </a:cubicBezTo>
                                  <a:cubicBezTo>
                                    <a:pt x="413" y="620"/>
                                    <a:pt x="413" y="620"/>
                                    <a:pt x="413" y="620"/>
                                  </a:cubicBezTo>
                                  <a:cubicBezTo>
                                    <a:pt x="413" y="619"/>
                                    <a:pt x="413" y="619"/>
                                    <a:pt x="413" y="619"/>
                                  </a:cubicBezTo>
                                  <a:cubicBezTo>
                                    <a:pt x="413" y="619"/>
                                    <a:pt x="413" y="618"/>
                                    <a:pt x="413" y="619"/>
                                  </a:cubicBezTo>
                                  <a:cubicBezTo>
                                    <a:pt x="413" y="619"/>
                                    <a:pt x="413" y="619"/>
                                    <a:pt x="413" y="619"/>
                                  </a:cubicBezTo>
                                  <a:cubicBezTo>
                                    <a:pt x="413" y="619"/>
                                    <a:pt x="413" y="620"/>
                                    <a:pt x="413" y="620"/>
                                  </a:cubicBezTo>
                                  <a:cubicBezTo>
                                    <a:pt x="413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2" y="622"/>
                                    <a:pt x="412" y="622"/>
                                  </a:cubicBezTo>
                                  <a:cubicBezTo>
                                    <a:pt x="412" y="622"/>
                                    <a:pt x="412" y="622"/>
                                    <a:pt x="412" y="622"/>
                                  </a:cubicBezTo>
                                  <a:cubicBezTo>
                                    <a:pt x="412" y="622"/>
                                    <a:pt x="412" y="623"/>
                                    <a:pt x="412" y="623"/>
                                  </a:cubicBezTo>
                                  <a:cubicBezTo>
                                    <a:pt x="412" y="623"/>
                                    <a:pt x="413" y="623"/>
                                    <a:pt x="413" y="623"/>
                                  </a:cubicBezTo>
                                  <a:cubicBezTo>
                                    <a:pt x="413" y="622"/>
                                    <a:pt x="413" y="622"/>
                                    <a:pt x="414" y="621"/>
                                  </a:cubicBezTo>
                                  <a:cubicBezTo>
                                    <a:pt x="414" y="621"/>
                                    <a:pt x="414" y="621"/>
                                    <a:pt x="414" y="620"/>
                                  </a:cubicBezTo>
                                  <a:close/>
                                  <a:moveTo>
                                    <a:pt x="409" y="620"/>
                                  </a:moveTo>
                                  <a:cubicBezTo>
                                    <a:pt x="408" y="620"/>
                                    <a:pt x="408" y="620"/>
                                    <a:pt x="408" y="619"/>
                                  </a:cubicBezTo>
                                  <a:cubicBezTo>
                                    <a:pt x="408" y="619"/>
                                    <a:pt x="408" y="619"/>
                                    <a:pt x="408" y="619"/>
                                  </a:cubicBezTo>
                                  <a:cubicBezTo>
                                    <a:pt x="409" y="619"/>
                                    <a:pt x="409" y="619"/>
                                    <a:pt x="409" y="619"/>
                                  </a:cubicBezTo>
                                  <a:cubicBezTo>
                                    <a:pt x="409" y="619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10" y="618"/>
                                  </a:cubicBezTo>
                                  <a:cubicBezTo>
                                    <a:pt x="410" y="618"/>
                                    <a:pt x="410" y="618"/>
                                    <a:pt x="410" y="618"/>
                                  </a:cubicBezTo>
                                  <a:cubicBezTo>
                                    <a:pt x="410" y="618"/>
                                    <a:pt x="410" y="617"/>
                                    <a:pt x="410" y="617"/>
                                  </a:cubicBezTo>
                                  <a:cubicBezTo>
                                    <a:pt x="410" y="617"/>
                                    <a:pt x="410" y="617"/>
                                    <a:pt x="410" y="617"/>
                                  </a:cubicBezTo>
                                  <a:cubicBezTo>
                                    <a:pt x="411" y="618"/>
                                    <a:pt x="411" y="618"/>
                                    <a:pt x="411" y="617"/>
                                  </a:cubicBezTo>
                                  <a:cubicBezTo>
                                    <a:pt x="412" y="617"/>
                                    <a:pt x="412" y="617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7"/>
                                    <a:pt x="412" y="617"/>
                                    <a:pt x="412" y="618"/>
                                  </a:cubicBezTo>
                                  <a:cubicBezTo>
                                    <a:pt x="411" y="618"/>
                                    <a:pt x="411" y="618"/>
                                    <a:pt x="411" y="618"/>
                                  </a:cubicBezTo>
                                  <a:cubicBezTo>
                                    <a:pt x="411" y="618"/>
                                    <a:pt x="411" y="618"/>
                                    <a:pt x="411" y="618"/>
                                  </a:cubicBezTo>
                                  <a:cubicBezTo>
                                    <a:pt x="410" y="619"/>
                                    <a:pt x="410" y="619"/>
                                    <a:pt x="410" y="619"/>
                                  </a:cubicBezTo>
                                  <a:cubicBezTo>
                                    <a:pt x="410" y="619"/>
                                    <a:pt x="409" y="619"/>
                                    <a:pt x="409" y="619"/>
                                  </a:cubicBezTo>
                                  <a:cubicBezTo>
                                    <a:pt x="409" y="619"/>
                                    <a:pt x="409" y="620"/>
                                    <a:pt x="409" y="620"/>
                                  </a:cubicBezTo>
                                  <a:cubicBezTo>
                                    <a:pt x="409" y="620"/>
                                    <a:pt x="409" y="620"/>
                                    <a:pt x="409" y="620"/>
                                  </a:cubicBezTo>
                                  <a:close/>
                                  <a:moveTo>
                                    <a:pt x="416" y="618"/>
                                  </a:moveTo>
                                  <a:cubicBezTo>
                                    <a:pt x="416" y="618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8"/>
                                    <a:pt x="415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lose/>
                                  <a:moveTo>
                                    <a:pt x="411" y="612"/>
                                  </a:moveTo>
                                  <a:cubicBezTo>
                                    <a:pt x="411" y="611"/>
                                    <a:pt x="411" y="611"/>
                                    <a:pt x="411" y="611"/>
                                  </a:cubicBezTo>
                                  <a:cubicBezTo>
                                    <a:pt x="411" y="611"/>
                                    <a:pt x="411" y="611"/>
                                    <a:pt x="411" y="612"/>
                                  </a:cubicBezTo>
                                  <a:close/>
                                  <a:moveTo>
                                    <a:pt x="414" y="625"/>
                                  </a:moveTo>
                                  <a:cubicBezTo>
                                    <a:pt x="414" y="626"/>
                                    <a:pt x="414" y="626"/>
                                    <a:pt x="413" y="626"/>
                                  </a:cubicBezTo>
                                  <a:cubicBezTo>
                                    <a:pt x="413" y="626"/>
                                    <a:pt x="413" y="626"/>
                                    <a:pt x="413" y="626"/>
                                  </a:cubicBezTo>
                                  <a:cubicBezTo>
                                    <a:pt x="413" y="625"/>
                                    <a:pt x="413" y="625"/>
                                    <a:pt x="413" y="625"/>
                                  </a:cubicBezTo>
                                  <a:cubicBezTo>
                                    <a:pt x="413" y="625"/>
                                    <a:pt x="413" y="625"/>
                                    <a:pt x="414" y="625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1"/>
                                    <a:pt x="415" y="621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4" y="625"/>
                                  </a:moveTo>
                                  <a:cubicBezTo>
                                    <a:pt x="415" y="625"/>
                                    <a:pt x="414" y="625"/>
                                    <a:pt x="414" y="625"/>
                                  </a:cubicBezTo>
                                  <a:cubicBezTo>
                                    <a:pt x="414" y="625"/>
                                    <a:pt x="414" y="625"/>
                                    <a:pt x="414" y="625"/>
                                  </a:cubicBezTo>
                                  <a:close/>
                                  <a:moveTo>
                                    <a:pt x="415" y="615"/>
                                  </a:move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4" y="615"/>
                                    <a:pt x="415" y="615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1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5" y="620"/>
                                  </a:moveTo>
                                  <a:cubicBezTo>
                                    <a:pt x="415" y="620"/>
                                    <a:pt x="415" y="620"/>
                                    <a:pt x="416" y="619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3" y="622"/>
                                  </a:move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lose/>
                                  <a:moveTo>
                                    <a:pt x="412" y="612"/>
                                  </a:move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lose/>
                                  <a:moveTo>
                                    <a:pt x="415" y="623"/>
                                  </a:moveTo>
                                  <a:cubicBezTo>
                                    <a:pt x="415" y="623"/>
                                    <a:pt x="415" y="623"/>
                                    <a:pt x="414" y="623"/>
                                  </a:cubicBezTo>
                                  <a:cubicBezTo>
                                    <a:pt x="414" y="623"/>
                                    <a:pt x="414" y="623"/>
                                    <a:pt x="415" y="623"/>
                                  </a:cubicBezTo>
                                  <a:close/>
                                  <a:moveTo>
                                    <a:pt x="416" y="619"/>
                                  </a:move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7" y="619"/>
                                    <a:pt x="416" y="619"/>
                                    <a:pt x="416" y="619"/>
                                  </a:cubicBezTo>
                                  <a:close/>
                                  <a:moveTo>
                                    <a:pt x="414" y="622"/>
                                  </a:moveTo>
                                  <a:cubicBezTo>
                                    <a:pt x="414" y="622"/>
                                    <a:pt x="414" y="623"/>
                                    <a:pt x="414" y="623"/>
                                  </a:cubicBezTo>
                                  <a:cubicBezTo>
                                    <a:pt x="414" y="623"/>
                                    <a:pt x="414" y="622"/>
                                    <a:pt x="414" y="622"/>
                                  </a:cubicBezTo>
                                  <a:cubicBezTo>
                                    <a:pt x="414" y="622"/>
                                    <a:pt x="414" y="622"/>
                                    <a:pt x="414" y="621"/>
                                  </a:cubicBezTo>
                                  <a:cubicBezTo>
                                    <a:pt x="415" y="622"/>
                                    <a:pt x="414" y="622"/>
                                    <a:pt x="414" y="622"/>
                                  </a:cubicBezTo>
                                  <a:close/>
                                  <a:moveTo>
                                    <a:pt x="411" y="619"/>
                                  </a:move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lose/>
                                  <a:moveTo>
                                    <a:pt x="415" y="622"/>
                                  </a:move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lose/>
                                  <a:moveTo>
                                    <a:pt x="413" y="622"/>
                                  </a:move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lose/>
                                  <a:moveTo>
                                    <a:pt x="415" y="623"/>
                                  </a:moveTo>
                                  <a:cubicBezTo>
                                    <a:pt x="415" y="622"/>
                                    <a:pt x="414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3"/>
                                  </a:cubicBezTo>
                                  <a:close/>
                                  <a:moveTo>
                                    <a:pt x="67" y="666"/>
                                  </a:move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8" y="666"/>
                                    <a:pt x="68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4"/>
                                  </a:cubicBezTo>
                                  <a:cubicBezTo>
                                    <a:pt x="67" y="664"/>
                                    <a:pt x="67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5" y="665"/>
                                    <a:pt x="65" y="665"/>
                                  </a:cubicBezTo>
                                  <a:cubicBezTo>
                                    <a:pt x="65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3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0"/>
                                    <a:pt x="62" y="660"/>
                                  </a:cubicBezTo>
                                  <a:cubicBezTo>
                                    <a:pt x="62" y="660"/>
                                    <a:pt x="62" y="660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8"/>
                                    <a:pt x="61" y="658"/>
                                    <a:pt x="62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3" y="658"/>
                                    <a:pt x="63" y="658"/>
                                    <a:pt x="63" y="658"/>
                                  </a:cubicBezTo>
                                  <a:cubicBezTo>
                                    <a:pt x="63" y="658"/>
                                    <a:pt x="63" y="658"/>
                                    <a:pt x="63" y="658"/>
                                  </a:cubicBezTo>
                                  <a:cubicBezTo>
                                    <a:pt x="64" y="658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2" y="656"/>
                                    <a:pt x="62" y="656"/>
                                  </a:cubicBezTo>
                                  <a:cubicBezTo>
                                    <a:pt x="62" y="656"/>
                                    <a:pt x="62" y="656"/>
                                    <a:pt x="62" y="656"/>
                                  </a:cubicBezTo>
                                  <a:cubicBezTo>
                                    <a:pt x="61" y="656"/>
                                    <a:pt x="61" y="656"/>
                                    <a:pt x="61" y="657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1" y="656"/>
                                    <a:pt x="61" y="656"/>
                                    <a:pt x="61" y="656"/>
                                  </a:cubicBezTo>
                                  <a:cubicBezTo>
                                    <a:pt x="61" y="656"/>
                                    <a:pt x="61" y="656"/>
                                    <a:pt x="61" y="656"/>
                                  </a:cubicBezTo>
                                  <a:cubicBezTo>
                                    <a:pt x="62" y="656"/>
                                    <a:pt x="62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5"/>
                                  </a:cubicBezTo>
                                  <a:cubicBezTo>
                                    <a:pt x="63" y="655"/>
                                    <a:pt x="63" y="655"/>
                                    <a:pt x="63" y="655"/>
                                  </a:cubicBezTo>
                                  <a:cubicBezTo>
                                    <a:pt x="63" y="655"/>
                                    <a:pt x="63" y="655"/>
                                    <a:pt x="62" y="655"/>
                                  </a:cubicBezTo>
                                  <a:cubicBezTo>
                                    <a:pt x="62" y="655"/>
                                    <a:pt x="62" y="655"/>
                                    <a:pt x="62" y="655"/>
                                  </a:cubicBezTo>
                                  <a:cubicBezTo>
                                    <a:pt x="62" y="654"/>
                                    <a:pt x="62" y="654"/>
                                    <a:pt x="62" y="654"/>
                                  </a:cubicBezTo>
                                  <a:cubicBezTo>
                                    <a:pt x="62" y="654"/>
                                    <a:pt x="62" y="654"/>
                                    <a:pt x="62" y="654"/>
                                  </a:cubicBezTo>
                                  <a:cubicBezTo>
                                    <a:pt x="61" y="654"/>
                                    <a:pt x="61" y="654"/>
                                    <a:pt x="61" y="654"/>
                                  </a:cubicBezTo>
                                  <a:cubicBezTo>
                                    <a:pt x="61" y="655"/>
                                    <a:pt x="61" y="655"/>
                                    <a:pt x="60" y="655"/>
                                  </a:cubicBezTo>
                                  <a:cubicBezTo>
                                    <a:pt x="60" y="655"/>
                                    <a:pt x="60" y="655"/>
                                    <a:pt x="59" y="655"/>
                                  </a:cubicBezTo>
                                  <a:cubicBezTo>
                                    <a:pt x="60" y="655"/>
                                    <a:pt x="60" y="655"/>
                                    <a:pt x="60" y="655"/>
                                  </a:cubicBezTo>
                                  <a:cubicBezTo>
                                    <a:pt x="60" y="655"/>
                                    <a:pt x="60" y="655"/>
                                    <a:pt x="60" y="655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5"/>
                                    <a:pt x="59" y="655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1" y="654"/>
                                  </a:cubicBezTo>
                                  <a:cubicBezTo>
                                    <a:pt x="61" y="654"/>
                                    <a:pt x="61" y="654"/>
                                    <a:pt x="61" y="654"/>
                                  </a:cubicBezTo>
                                  <a:cubicBezTo>
                                    <a:pt x="61" y="653"/>
                                    <a:pt x="61" y="653"/>
                                    <a:pt x="61" y="652"/>
                                  </a:cubicBezTo>
                                  <a:cubicBezTo>
                                    <a:pt x="62" y="652"/>
                                    <a:pt x="61" y="651"/>
                                    <a:pt x="61" y="650"/>
                                  </a:cubicBezTo>
                                  <a:cubicBezTo>
                                    <a:pt x="61" y="650"/>
                                    <a:pt x="61" y="650"/>
                                    <a:pt x="61" y="650"/>
                                  </a:cubicBezTo>
                                  <a:cubicBezTo>
                                    <a:pt x="61" y="649"/>
                                    <a:pt x="62" y="649"/>
                                    <a:pt x="62" y="648"/>
                                  </a:cubicBezTo>
                                  <a:cubicBezTo>
                                    <a:pt x="62" y="648"/>
                                    <a:pt x="62" y="648"/>
                                    <a:pt x="62" y="648"/>
                                  </a:cubicBezTo>
                                  <a:cubicBezTo>
                                    <a:pt x="62" y="647"/>
                                    <a:pt x="62" y="646"/>
                                    <a:pt x="63" y="646"/>
                                  </a:cubicBezTo>
                                  <a:cubicBezTo>
                                    <a:pt x="63" y="646"/>
                                    <a:pt x="63" y="646"/>
                                    <a:pt x="63" y="646"/>
                                  </a:cubicBezTo>
                                  <a:cubicBezTo>
                                    <a:pt x="63" y="645"/>
                                    <a:pt x="63" y="645"/>
                                    <a:pt x="63" y="645"/>
                                  </a:cubicBezTo>
                                  <a:cubicBezTo>
                                    <a:pt x="63" y="645"/>
                                    <a:pt x="63" y="645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3"/>
                                  </a:cubicBezTo>
                                  <a:cubicBezTo>
                                    <a:pt x="63" y="643"/>
                                    <a:pt x="63" y="643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2" y="644"/>
                                    <a:pt x="61" y="645"/>
                                    <a:pt x="61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59" y="645"/>
                                  </a:cubicBezTo>
                                  <a:cubicBezTo>
                                    <a:pt x="59" y="645"/>
                                    <a:pt x="59" y="645"/>
                                    <a:pt x="59" y="644"/>
                                  </a:cubicBezTo>
                                  <a:cubicBezTo>
                                    <a:pt x="59" y="644"/>
                                    <a:pt x="59" y="644"/>
                                    <a:pt x="58" y="644"/>
                                  </a:cubicBezTo>
                                  <a:cubicBezTo>
                                    <a:pt x="58" y="644"/>
                                    <a:pt x="58" y="644"/>
                                    <a:pt x="58" y="644"/>
                                  </a:cubicBezTo>
                                  <a:cubicBezTo>
                                    <a:pt x="58" y="645"/>
                                    <a:pt x="57" y="645"/>
                                    <a:pt x="57" y="645"/>
                                  </a:cubicBezTo>
                                  <a:cubicBezTo>
                                    <a:pt x="57" y="645"/>
                                    <a:pt x="57" y="644"/>
                                    <a:pt x="57" y="644"/>
                                  </a:cubicBezTo>
                                  <a:cubicBezTo>
                                    <a:pt x="57" y="644"/>
                                    <a:pt x="57" y="643"/>
                                    <a:pt x="56" y="644"/>
                                  </a:cubicBezTo>
                                  <a:cubicBezTo>
                                    <a:pt x="56" y="644"/>
                                    <a:pt x="55" y="644"/>
                                    <a:pt x="55" y="644"/>
                                  </a:cubicBezTo>
                                  <a:cubicBezTo>
                                    <a:pt x="55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3" y="644"/>
                                    <a:pt x="54" y="644"/>
                                  </a:cubicBezTo>
                                  <a:cubicBezTo>
                                    <a:pt x="54" y="644"/>
                                    <a:pt x="54" y="645"/>
                                    <a:pt x="54" y="645"/>
                                  </a:cubicBezTo>
                                  <a:cubicBezTo>
                                    <a:pt x="53" y="645"/>
                                    <a:pt x="53" y="646"/>
                                    <a:pt x="53" y="646"/>
                                  </a:cubicBezTo>
                                  <a:cubicBezTo>
                                    <a:pt x="53" y="646"/>
                                    <a:pt x="53" y="647"/>
                                    <a:pt x="53" y="647"/>
                                  </a:cubicBezTo>
                                  <a:cubicBezTo>
                                    <a:pt x="53" y="647"/>
                                    <a:pt x="53" y="647"/>
                                    <a:pt x="53" y="647"/>
                                  </a:cubicBezTo>
                                  <a:cubicBezTo>
                                    <a:pt x="53" y="648"/>
                                    <a:pt x="53" y="648"/>
                                    <a:pt x="53" y="648"/>
                                  </a:cubicBezTo>
                                  <a:cubicBezTo>
                                    <a:pt x="54" y="648"/>
                                    <a:pt x="54" y="648"/>
                                    <a:pt x="54" y="648"/>
                                  </a:cubicBezTo>
                                  <a:cubicBezTo>
                                    <a:pt x="54" y="648"/>
                                    <a:pt x="54" y="649"/>
                                    <a:pt x="54" y="649"/>
                                  </a:cubicBezTo>
                                  <a:cubicBezTo>
                                    <a:pt x="54" y="649"/>
                                    <a:pt x="54" y="649"/>
                                    <a:pt x="54" y="649"/>
                                  </a:cubicBezTo>
                                  <a:cubicBezTo>
                                    <a:pt x="54" y="649"/>
                                    <a:pt x="54" y="649"/>
                                    <a:pt x="55" y="650"/>
                                  </a:cubicBezTo>
                                  <a:cubicBezTo>
                                    <a:pt x="55" y="650"/>
                                    <a:pt x="55" y="650"/>
                                    <a:pt x="55" y="650"/>
                                  </a:cubicBezTo>
                                  <a:cubicBezTo>
                                    <a:pt x="55" y="650"/>
                                    <a:pt x="55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6" y="651"/>
                                    <a:pt x="56" y="651"/>
                                  </a:cubicBezTo>
                                  <a:cubicBezTo>
                                    <a:pt x="56" y="651"/>
                                    <a:pt x="56" y="651"/>
                                    <a:pt x="56" y="651"/>
                                  </a:cubicBezTo>
                                  <a:cubicBezTo>
                                    <a:pt x="56" y="651"/>
                                    <a:pt x="56" y="652"/>
                                    <a:pt x="56" y="652"/>
                                  </a:cubicBezTo>
                                  <a:cubicBezTo>
                                    <a:pt x="56" y="652"/>
                                    <a:pt x="56" y="651"/>
                                    <a:pt x="56" y="652"/>
                                  </a:cubicBezTo>
                                  <a:cubicBezTo>
                                    <a:pt x="56" y="652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7" y="652"/>
                                    <a:pt x="58" y="652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6" y="653"/>
                                    <a:pt x="56" y="652"/>
                                  </a:cubicBezTo>
                                  <a:cubicBezTo>
                                    <a:pt x="56" y="652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3"/>
                                    <a:pt x="57" y="653"/>
                                  </a:cubicBezTo>
                                  <a:cubicBezTo>
                                    <a:pt x="57" y="653"/>
                                    <a:pt x="56" y="654"/>
                                    <a:pt x="56" y="653"/>
                                  </a:cubicBezTo>
                                  <a:cubicBezTo>
                                    <a:pt x="56" y="653"/>
                                    <a:pt x="56" y="654"/>
                                    <a:pt x="56" y="654"/>
                                  </a:cubicBezTo>
                                  <a:cubicBezTo>
                                    <a:pt x="56" y="654"/>
                                    <a:pt x="56" y="654"/>
                                    <a:pt x="56" y="654"/>
                                  </a:cubicBezTo>
                                  <a:cubicBezTo>
                                    <a:pt x="56" y="654"/>
                                    <a:pt x="56" y="654"/>
                                    <a:pt x="56" y="654"/>
                                  </a:cubicBez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ubicBezTo>
                                    <a:pt x="57" y="655"/>
                                    <a:pt x="57" y="654"/>
                                    <a:pt x="57" y="654"/>
                                  </a:cubicBezTo>
                                  <a:cubicBezTo>
                                    <a:pt x="57" y="655"/>
                                    <a:pt x="57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9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6"/>
                                    <a:pt x="57" y="656"/>
                                  </a:cubicBezTo>
                                  <a:cubicBezTo>
                                    <a:pt x="57" y="656"/>
                                    <a:pt x="57" y="656"/>
                                    <a:pt x="57" y="656"/>
                                  </a:cubicBezTo>
                                  <a:cubicBezTo>
                                    <a:pt x="57" y="656"/>
                                    <a:pt x="57" y="656"/>
                                    <a:pt x="58" y="656"/>
                                  </a:cubicBezTo>
                                  <a:cubicBezTo>
                                    <a:pt x="58" y="656"/>
                                    <a:pt x="58" y="656"/>
                                    <a:pt x="58" y="656"/>
                                  </a:cubicBezTo>
                                  <a:cubicBezTo>
                                    <a:pt x="58" y="656"/>
                                    <a:pt x="58" y="656"/>
                                    <a:pt x="58" y="656"/>
                                  </a:cubicBezTo>
                                  <a:cubicBezTo>
                                    <a:pt x="58" y="656"/>
                                    <a:pt x="59" y="656"/>
                                    <a:pt x="59" y="656"/>
                                  </a:cubicBezTo>
                                  <a:cubicBezTo>
                                    <a:pt x="59" y="656"/>
                                    <a:pt x="59" y="656"/>
                                    <a:pt x="59" y="656"/>
                                  </a:cubicBezTo>
                                  <a:cubicBezTo>
                                    <a:pt x="59" y="656"/>
                                    <a:pt x="59" y="656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8" y="657"/>
                                    <a:pt x="58" y="657"/>
                                    <a:pt x="58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8" y="657"/>
                                    <a:pt x="58" y="657"/>
                                  </a:cubicBezTo>
                                  <a:cubicBezTo>
                                    <a:pt x="59" y="658"/>
                                    <a:pt x="59" y="658"/>
                                    <a:pt x="59" y="658"/>
                                  </a:cubicBezTo>
                                  <a:cubicBezTo>
                                    <a:pt x="59" y="659"/>
                                    <a:pt x="59" y="659"/>
                                    <a:pt x="60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9"/>
                                  </a:cubicBezTo>
                                  <a:cubicBezTo>
                                    <a:pt x="60" y="659"/>
                                    <a:pt x="60" y="660"/>
                                    <a:pt x="60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8"/>
                                  </a:cubicBezTo>
                                  <a:cubicBezTo>
                                    <a:pt x="60" y="659"/>
                                    <a:pt x="60" y="659"/>
                                    <a:pt x="61" y="659"/>
                                  </a:cubicBezTo>
                                  <a:cubicBezTo>
                                    <a:pt x="61" y="659"/>
                                    <a:pt x="61" y="659"/>
                                    <a:pt x="61" y="660"/>
                                  </a:cubicBezTo>
                                  <a:cubicBezTo>
                                    <a:pt x="61" y="660"/>
                                    <a:pt x="61" y="659"/>
                                    <a:pt x="61" y="659"/>
                                  </a:cubicBezTo>
                                  <a:cubicBezTo>
                                    <a:pt x="61" y="659"/>
                                    <a:pt x="61" y="659"/>
                                    <a:pt x="61" y="660"/>
                                  </a:cubicBezTo>
                                  <a:cubicBezTo>
                                    <a:pt x="61" y="660"/>
                                    <a:pt x="61" y="660"/>
                                    <a:pt x="61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9"/>
                                  </a:cubicBezTo>
                                  <a:cubicBezTo>
                                    <a:pt x="60" y="660"/>
                                    <a:pt x="60" y="660"/>
                                    <a:pt x="60" y="660"/>
                                  </a:cubicBezTo>
                                  <a:cubicBezTo>
                                    <a:pt x="60" y="660"/>
                                    <a:pt x="61" y="660"/>
                                    <a:pt x="61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2"/>
                                    <a:pt x="62" y="662"/>
                                    <a:pt x="62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2"/>
                                  </a:cubicBezTo>
                                  <a:cubicBezTo>
                                    <a:pt x="63" y="663"/>
                                    <a:pt x="63" y="663"/>
                                    <a:pt x="63" y="663"/>
                                  </a:cubicBezTo>
                                  <a:cubicBezTo>
                                    <a:pt x="63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4"/>
                                    <a:pt x="64" y="664"/>
                                    <a:pt x="64" y="664"/>
                                  </a:cubicBezTo>
                                  <a:cubicBezTo>
                                    <a:pt x="64" y="664"/>
                                    <a:pt x="64" y="664"/>
                                    <a:pt x="64" y="664"/>
                                  </a:cubicBezTo>
                                  <a:cubicBezTo>
                                    <a:pt x="64" y="665"/>
                                    <a:pt x="65" y="665"/>
                                    <a:pt x="65" y="665"/>
                                  </a:cubicBezTo>
                                  <a:cubicBezTo>
                                    <a:pt x="65" y="665"/>
                                    <a:pt x="65" y="666"/>
                                    <a:pt x="65" y="665"/>
                                  </a:cubicBezTo>
                                  <a:cubicBezTo>
                                    <a:pt x="65" y="665"/>
                                    <a:pt x="65" y="665"/>
                                    <a:pt x="65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lose/>
                                  <a:moveTo>
                                    <a:pt x="57" y="654"/>
                                  </a:move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lose/>
                                  <a:moveTo>
                                    <a:pt x="63" y="660"/>
                                  </a:moveTo>
                                  <a:cubicBezTo>
                                    <a:pt x="63" y="660"/>
                                    <a:pt x="64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4" y="660"/>
                                  </a:cubicBezTo>
                                  <a:cubicBezTo>
                                    <a:pt x="64" y="660"/>
                                    <a:pt x="64" y="660"/>
                                    <a:pt x="64" y="660"/>
                                  </a:cubicBezTo>
                                  <a:cubicBezTo>
                                    <a:pt x="64" y="660"/>
                                    <a:pt x="64" y="660"/>
                                    <a:pt x="64" y="660"/>
                                  </a:cubicBezTo>
                                  <a:cubicBezTo>
                                    <a:pt x="65" y="660"/>
                                    <a:pt x="65" y="660"/>
                                    <a:pt x="65" y="660"/>
                                  </a:cubicBezTo>
                                  <a:cubicBezTo>
                                    <a:pt x="64" y="660"/>
                                    <a:pt x="65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3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lose/>
                                  <a:moveTo>
                                    <a:pt x="68" y="667"/>
                                  </a:move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8" y="667"/>
                                    <a:pt x="68" y="668"/>
                                  </a:cubicBezTo>
                                  <a:cubicBezTo>
                                    <a:pt x="68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8"/>
                                    <a:pt x="67" y="668"/>
                                    <a:pt x="68" y="668"/>
                                  </a:cubicBezTo>
                                  <a:cubicBezTo>
                                    <a:pt x="67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7"/>
                                    <a:pt x="68" y="667"/>
                                    <a:pt x="68" y="667"/>
                                  </a:cubicBez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lose/>
                                  <a:moveTo>
                                    <a:pt x="65" y="663"/>
                                  </a:moveTo>
                                  <a:cubicBezTo>
                                    <a:pt x="65" y="663"/>
                                    <a:pt x="66" y="663"/>
                                    <a:pt x="66" y="663"/>
                                  </a:cubicBezTo>
                                  <a:cubicBezTo>
                                    <a:pt x="66" y="663"/>
                                    <a:pt x="66" y="663"/>
                                    <a:pt x="66" y="663"/>
                                  </a:cubicBezTo>
                                  <a:cubicBezTo>
                                    <a:pt x="66" y="663"/>
                                    <a:pt x="66" y="663"/>
                                    <a:pt x="65" y="664"/>
                                  </a:cubicBezTo>
                                  <a:cubicBezTo>
                                    <a:pt x="65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3"/>
                                    <a:pt x="65" y="663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59"/>
                                    <a:pt x="62" y="659"/>
                                    <a:pt x="62" y="658"/>
                                  </a:cubicBezTo>
                                  <a:cubicBezTo>
                                    <a:pt x="62" y="658"/>
                                    <a:pt x="63" y="658"/>
                                    <a:pt x="63" y="659"/>
                                  </a:cubicBezTo>
                                  <a:close/>
                                  <a:moveTo>
                                    <a:pt x="54" y="643"/>
                                  </a:moveTo>
                                  <a:cubicBezTo>
                                    <a:pt x="54" y="642"/>
                                    <a:pt x="54" y="642"/>
                                    <a:pt x="54" y="642"/>
                                  </a:cubicBezTo>
                                  <a:cubicBezTo>
                                    <a:pt x="54" y="642"/>
                                    <a:pt x="54" y="642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4" y="660"/>
                                    <a:pt x="63" y="660"/>
                                  </a:cubicBezTo>
                                  <a:cubicBezTo>
                                    <a:pt x="63" y="659"/>
                                    <a:pt x="63" y="660"/>
                                    <a:pt x="63" y="659"/>
                                  </a:cubicBezTo>
                                  <a:close/>
                                  <a:moveTo>
                                    <a:pt x="65" y="662"/>
                                  </a:moveTo>
                                  <a:cubicBezTo>
                                    <a:pt x="65" y="661"/>
                                    <a:pt x="65" y="661"/>
                                    <a:pt x="65" y="661"/>
                                  </a:cubicBezTo>
                                  <a:cubicBezTo>
                                    <a:pt x="65" y="661"/>
                                    <a:pt x="65" y="661"/>
                                    <a:pt x="65" y="661"/>
                                  </a:cubicBezTo>
                                  <a:cubicBezTo>
                                    <a:pt x="65" y="662"/>
                                    <a:pt x="65" y="662"/>
                                    <a:pt x="65" y="662"/>
                                  </a:cubicBezTo>
                                  <a:cubicBezTo>
                                    <a:pt x="65" y="662"/>
                                    <a:pt x="65" y="662"/>
                                    <a:pt x="65" y="662"/>
                                  </a:cubicBezTo>
                                  <a:close/>
                                  <a:moveTo>
                                    <a:pt x="61" y="654"/>
                                  </a:moveTo>
                                  <a:cubicBezTo>
                                    <a:pt x="61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5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1" y="654"/>
                                    <a:pt x="61" y="654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2" y="660"/>
                                    <a:pt x="62" y="660"/>
                                    <a:pt x="62" y="660"/>
                                  </a:cubicBezTo>
                                  <a:cubicBezTo>
                                    <a:pt x="62" y="659"/>
                                    <a:pt x="63" y="659"/>
                                    <a:pt x="63" y="659"/>
                                  </a:cubicBezTo>
                                  <a:close/>
                                  <a:moveTo>
                                    <a:pt x="65" y="663"/>
                                  </a:move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lose/>
                                  <a:moveTo>
                                    <a:pt x="54" y="651"/>
                                  </a:move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lose/>
                                  <a:moveTo>
                                    <a:pt x="73" y="634"/>
                                  </a:moveTo>
                                  <a:cubicBezTo>
                                    <a:pt x="73" y="634"/>
                                    <a:pt x="73" y="634"/>
                                    <a:pt x="73" y="634"/>
                                  </a:cubicBezTo>
                                  <a:cubicBezTo>
                                    <a:pt x="73" y="634"/>
                                    <a:pt x="73" y="634"/>
                                    <a:pt x="73" y="635"/>
                                  </a:cubicBezTo>
                                  <a:cubicBezTo>
                                    <a:pt x="72" y="635"/>
                                    <a:pt x="72" y="635"/>
                                    <a:pt x="72" y="635"/>
                                  </a:cubicBezTo>
                                  <a:cubicBezTo>
                                    <a:pt x="72" y="635"/>
                                    <a:pt x="72" y="635"/>
                                    <a:pt x="71" y="636"/>
                                  </a:cubicBezTo>
                                  <a:cubicBezTo>
                                    <a:pt x="71" y="636"/>
                                    <a:pt x="71" y="636"/>
                                    <a:pt x="71" y="636"/>
                                  </a:cubicBezTo>
                                  <a:cubicBezTo>
                                    <a:pt x="71" y="637"/>
                                    <a:pt x="71" y="637"/>
                                    <a:pt x="70" y="637"/>
                                  </a:cubicBezTo>
                                  <a:cubicBezTo>
                                    <a:pt x="70" y="637"/>
                                    <a:pt x="70" y="637"/>
                                    <a:pt x="70" y="637"/>
                                  </a:cubicBezTo>
                                  <a:cubicBezTo>
                                    <a:pt x="70" y="636"/>
                                    <a:pt x="70" y="636"/>
                                    <a:pt x="71" y="636"/>
                                  </a:cubicBezTo>
                                  <a:cubicBezTo>
                                    <a:pt x="71" y="635"/>
                                    <a:pt x="72" y="635"/>
                                    <a:pt x="72" y="634"/>
                                  </a:cubicBezTo>
                                  <a:cubicBezTo>
                                    <a:pt x="72" y="634"/>
                                    <a:pt x="72" y="634"/>
                                    <a:pt x="73" y="634"/>
                                  </a:cubicBezTo>
                                  <a:close/>
                                  <a:moveTo>
                                    <a:pt x="68" y="639"/>
                                  </a:moveTo>
                                  <a:cubicBezTo>
                                    <a:pt x="68" y="639"/>
                                    <a:pt x="68" y="638"/>
                                    <a:pt x="68" y="638"/>
                                  </a:cubicBezTo>
                                  <a:cubicBezTo>
                                    <a:pt x="68" y="638"/>
                                    <a:pt x="68" y="638"/>
                                    <a:pt x="68" y="638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40"/>
                                  </a:cubicBezTo>
                                  <a:cubicBezTo>
                                    <a:pt x="68" y="640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lose/>
                                  <a:moveTo>
                                    <a:pt x="69" y="640"/>
                                  </a:moveTo>
                                  <a:cubicBezTo>
                                    <a:pt x="68" y="640"/>
                                    <a:pt x="68" y="640"/>
                                    <a:pt x="68" y="640"/>
                                  </a:cubicBezTo>
                                  <a:cubicBezTo>
                                    <a:pt x="69" y="640"/>
                                    <a:pt x="69" y="640"/>
                                    <a:pt x="69" y="640"/>
                                  </a:cubicBezTo>
                                  <a:cubicBezTo>
                                    <a:pt x="69" y="640"/>
                                    <a:pt x="69" y="640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0"/>
                                  </a:cubicBezTo>
                                  <a:moveTo>
                                    <a:pt x="69" y="644"/>
                                  </a:moveTo>
                                  <a:cubicBezTo>
                                    <a:pt x="68" y="644"/>
                                    <a:pt x="68" y="643"/>
                                    <a:pt x="69" y="643"/>
                                  </a:cubicBezTo>
                                  <a:cubicBezTo>
                                    <a:pt x="69" y="643"/>
                                    <a:pt x="69" y="643"/>
                                    <a:pt x="69" y="643"/>
                                  </a:cubicBezTo>
                                  <a:cubicBezTo>
                                    <a:pt x="69" y="643"/>
                                    <a:pt x="69" y="643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70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lose/>
                                  <a:moveTo>
                                    <a:pt x="72" y="646"/>
                                  </a:moveTo>
                                  <a:cubicBezTo>
                                    <a:pt x="72" y="646"/>
                                    <a:pt x="72" y="646"/>
                                    <a:pt x="72" y="646"/>
                                  </a:cubicBezTo>
                                  <a:cubicBezTo>
                                    <a:pt x="71" y="647"/>
                                    <a:pt x="71" y="647"/>
                                    <a:pt x="72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6"/>
                                    <a:pt x="70" y="646"/>
                                  </a:cubicBezTo>
                                  <a:cubicBezTo>
                                    <a:pt x="70" y="646"/>
                                    <a:pt x="70" y="646"/>
                                    <a:pt x="70" y="646"/>
                                  </a:cubicBezTo>
                                  <a:cubicBezTo>
                                    <a:pt x="70" y="646"/>
                                    <a:pt x="70" y="646"/>
                                    <a:pt x="70" y="646"/>
                                  </a:cubicBezTo>
                                  <a:cubicBezTo>
                                    <a:pt x="69" y="646"/>
                                    <a:pt x="69" y="645"/>
                                    <a:pt x="70" y="645"/>
                                  </a:cubicBezTo>
                                  <a:cubicBezTo>
                                    <a:pt x="70" y="645"/>
                                    <a:pt x="70" y="645"/>
                                    <a:pt x="70" y="645"/>
                                  </a:cubicBezTo>
                                  <a:cubicBezTo>
                                    <a:pt x="70" y="645"/>
                                    <a:pt x="70" y="644"/>
                                    <a:pt x="71" y="644"/>
                                  </a:cubicBezTo>
                                  <a:cubicBezTo>
                                    <a:pt x="71" y="644"/>
                                    <a:pt x="71" y="644"/>
                                    <a:pt x="71" y="644"/>
                                  </a:cubicBezTo>
                                  <a:cubicBezTo>
                                    <a:pt x="71" y="644"/>
                                    <a:pt x="72" y="644"/>
                                    <a:pt x="72" y="645"/>
                                  </a:cubicBezTo>
                                  <a:cubicBezTo>
                                    <a:pt x="72" y="645"/>
                                    <a:pt x="72" y="645"/>
                                    <a:pt x="72" y="645"/>
                                  </a:cubicBezTo>
                                  <a:cubicBezTo>
                                    <a:pt x="72" y="645"/>
                                    <a:pt x="72" y="645"/>
                                    <a:pt x="72" y="645"/>
                                  </a:cubicBezTo>
                                  <a:cubicBezTo>
                                    <a:pt x="72" y="645"/>
                                    <a:pt x="72" y="646"/>
                                    <a:pt x="72" y="646"/>
                                  </a:cubicBezTo>
                                  <a:cubicBezTo>
                                    <a:pt x="72" y="646"/>
                                    <a:pt x="72" y="646"/>
                                    <a:pt x="72" y="646"/>
                                  </a:cubicBezTo>
                                  <a:close/>
                                  <a:moveTo>
                                    <a:pt x="75" y="654"/>
                                  </a:moveTo>
                                  <a:cubicBezTo>
                                    <a:pt x="75" y="654"/>
                                    <a:pt x="75" y="654"/>
                                    <a:pt x="75" y="655"/>
                                  </a:cubicBezTo>
                                  <a:cubicBezTo>
                                    <a:pt x="75" y="655"/>
                                    <a:pt x="74" y="655"/>
                                    <a:pt x="74" y="655"/>
                                  </a:cubicBezTo>
                                  <a:cubicBezTo>
                                    <a:pt x="74" y="655"/>
                                    <a:pt x="74" y="654"/>
                                    <a:pt x="74" y="654"/>
                                  </a:cubicBezTo>
                                  <a:cubicBezTo>
                                    <a:pt x="74" y="654"/>
                                    <a:pt x="74" y="654"/>
                                    <a:pt x="73" y="654"/>
                                  </a:cubicBezTo>
                                  <a:cubicBezTo>
                                    <a:pt x="73" y="653"/>
                                    <a:pt x="73" y="653"/>
                                    <a:pt x="73" y="653"/>
                                  </a:cubicBezTo>
                                  <a:cubicBezTo>
                                    <a:pt x="73" y="653"/>
                                    <a:pt x="73" y="653"/>
                                    <a:pt x="73" y="653"/>
                                  </a:cubicBezTo>
                                  <a:cubicBezTo>
                                    <a:pt x="73" y="653"/>
                                    <a:pt x="72" y="652"/>
                                    <a:pt x="72" y="652"/>
                                  </a:cubicBezTo>
                                  <a:cubicBezTo>
                                    <a:pt x="72" y="652"/>
                                    <a:pt x="71" y="652"/>
                                    <a:pt x="71" y="651"/>
                                  </a:cubicBezTo>
                                  <a:cubicBezTo>
                                    <a:pt x="71" y="651"/>
                                    <a:pt x="71" y="651"/>
                                    <a:pt x="71" y="651"/>
                                  </a:cubicBezTo>
                                  <a:cubicBezTo>
                                    <a:pt x="70" y="651"/>
                                    <a:pt x="70" y="650"/>
                                    <a:pt x="70" y="650"/>
                                  </a:cubicBezTo>
                                  <a:cubicBezTo>
                                    <a:pt x="70" y="650"/>
                                    <a:pt x="70" y="649"/>
                                    <a:pt x="71" y="649"/>
                                  </a:cubicBezTo>
                                  <a:cubicBezTo>
                                    <a:pt x="71" y="649"/>
                                    <a:pt x="71" y="649"/>
                                    <a:pt x="71" y="649"/>
                                  </a:cubicBezTo>
                                  <a:cubicBezTo>
                                    <a:pt x="71" y="650"/>
                                    <a:pt x="72" y="650"/>
                                    <a:pt x="72" y="650"/>
                                  </a:cubicBezTo>
                                  <a:cubicBezTo>
                                    <a:pt x="72" y="650"/>
                                    <a:pt x="72" y="650"/>
                                    <a:pt x="72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1"/>
                                  </a:cubicBezTo>
                                  <a:cubicBezTo>
                                    <a:pt x="73" y="651"/>
                                    <a:pt x="73" y="651"/>
                                    <a:pt x="74" y="651"/>
                                  </a:cubicBezTo>
                                  <a:cubicBezTo>
                                    <a:pt x="74" y="651"/>
                                    <a:pt x="74" y="651"/>
                                    <a:pt x="74" y="652"/>
                                  </a:cubicBezTo>
                                  <a:cubicBezTo>
                                    <a:pt x="74" y="652"/>
                                    <a:pt x="74" y="652"/>
                                    <a:pt x="74" y="652"/>
                                  </a:cubicBezTo>
                                  <a:cubicBezTo>
                                    <a:pt x="75" y="652"/>
                                    <a:pt x="75" y="653"/>
                                    <a:pt x="75" y="653"/>
                                  </a:cubicBezTo>
                                  <a:cubicBezTo>
                                    <a:pt x="75" y="653"/>
                                    <a:pt x="75" y="654"/>
                                    <a:pt x="75" y="654"/>
                                  </a:cubicBezTo>
                                  <a:close/>
                                  <a:moveTo>
                                    <a:pt x="81" y="650"/>
                                  </a:moveTo>
                                  <a:cubicBezTo>
                                    <a:pt x="81" y="650"/>
                                    <a:pt x="81" y="650"/>
                                    <a:pt x="80" y="650"/>
                                  </a:cubicBezTo>
                                  <a:cubicBezTo>
                                    <a:pt x="80" y="650"/>
                                    <a:pt x="80" y="650"/>
                                    <a:pt x="80" y="650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1" y="651"/>
                                    <a:pt x="81" y="652"/>
                                    <a:pt x="81" y="652"/>
                                  </a:cubicBezTo>
                                  <a:cubicBezTo>
                                    <a:pt x="81" y="652"/>
                                    <a:pt x="81" y="653"/>
                                    <a:pt x="81" y="653"/>
                                  </a:cubicBezTo>
                                  <a:cubicBezTo>
                                    <a:pt x="81" y="653"/>
                                    <a:pt x="80" y="653"/>
                                    <a:pt x="80" y="653"/>
                                  </a:cubicBezTo>
                                  <a:cubicBezTo>
                                    <a:pt x="80" y="653"/>
                                    <a:pt x="80" y="653"/>
                                    <a:pt x="80" y="653"/>
                                  </a:cubicBezTo>
                                  <a:cubicBezTo>
                                    <a:pt x="80" y="652"/>
                                    <a:pt x="80" y="652"/>
                                    <a:pt x="80" y="652"/>
                                  </a:cubicBezTo>
                                  <a:cubicBezTo>
                                    <a:pt x="80" y="652"/>
                                    <a:pt x="80" y="652"/>
                                    <a:pt x="80" y="652"/>
                                  </a:cubicBezTo>
                                  <a:cubicBezTo>
                                    <a:pt x="80" y="652"/>
                                    <a:pt x="80" y="652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0"/>
                                  </a:cubicBezTo>
                                  <a:cubicBezTo>
                                    <a:pt x="80" y="650"/>
                                    <a:pt x="80" y="649"/>
                                    <a:pt x="80" y="649"/>
                                  </a:cubicBezTo>
                                  <a:cubicBezTo>
                                    <a:pt x="80" y="649"/>
                                    <a:pt x="80" y="649"/>
                                    <a:pt x="80" y="649"/>
                                  </a:cubicBezTo>
                                  <a:cubicBezTo>
                                    <a:pt x="81" y="649"/>
                                    <a:pt x="81" y="648"/>
                                    <a:pt x="81" y="648"/>
                                  </a:cubicBezTo>
                                  <a:cubicBezTo>
                                    <a:pt x="81" y="648"/>
                                    <a:pt x="81" y="648"/>
                                    <a:pt x="81" y="648"/>
                                  </a:cubicBezTo>
                                  <a:cubicBezTo>
                                    <a:pt x="81" y="648"/>
                                    <a:pt x="81" y="648"/>
                                    <a:pt x="81" y="648"/>
                                  </a:cubicBezTo>
                                  <a:cubicBezTo>
                                    <a:pt x="81" y="649"/>
                                    <a:pt x="81" y="649"/>
                                    <a:pt x="81" y="649"/>
                                  </a:cubicBezTo>
                                  <a:cubicBezTo>
                                    <a:pt x="81" y="649"/>
                                    <a:pt x="81" y="650"/>
                                    <a:pt x="81" y="650"/>
                                  </a:cubicBezTo>
                                  <a:close/>
                                  <a:moveTo>
                                    <a:pt x="79" y="654"/>
                                  </a:moveTo>
                                  <a:cubicBezTo>
                                    <a:pt x="79" y="653"/>
                                    <a:pt x="79" y="653"/>
                                    <a:pt x="79" y="653"/>
                                  </a:cubicBezTo>
                                  <a:cubicBezTo>
                                    <a:pt x="79" y="653"/>
                                    <a:pt x="79" y="653"/>
                                    <a:pt x="79" y="653"/>
                                  </a:cubicBezTo>
                                  <a:cubicBezTo>
                                    <a:pt x="79" y="654"/>
                                    <a:pt x="79" y="654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4"/>
                                    <a:pt x="78" y="654"/>
                                  </a:cubicBezTo>
                                  <a:cubicBezTo>
                                    <a:pt x="78" y="654"/>
                                    <a:pt x="78" y="654"/>
                                    <a:pt x="78" y="654"/>
                                  </a:cubicBezTo>
                                  <a:cubicBezTo>
                                    <a:pt x="78" y="654"/>
                                    <a:pt x="78" y="654"/>
                                    <a:pt x="79" y="654"/>
                                  </a:cubicBezTo>
                                  <a:cubicBezTo>
                                    <a:pt x="79" y="654"/>
                                    <a:pt x="79" y="654"/>
                                    <a:pt x="79" y="654"/>
                                  </a:cubicBezTo>
                                  <a:close/>
                                  <a:moveTo>
                                    <a:pt x="77" y="655"/>
                                  </a:move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8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5"/>
                                    <a:pt x="79" y="656"/>
                                  </a:cubicBezTo>
                                  <a:cubicBezTo>
                                    <a:pt x="79" y="656"/>
                                    <a:pt x="79" y="656"/>
                                    <a:pt x="79" y="656"/>
                                  </a:cubicBezTo>
                                  <a:cubicBezTo>
                                    <a:pt x="79" y="656"/>
                                    <a:pt x="79" y="657"/>
                                    <a:pt x="78" y="657"/>
                                  </a:cubicBezTo>
                                  <a:cubicBezTo>
                                    <a:pt x="78" y="657"/>
                                    <a:pt x="78" y="657"/>
                                    <a:pt x="78" y="657"/>
                                  </a:cubicBezTo>
                                  <a:cubicBezTo>
                                    <a:pt x="78" y="656"/>
                                    <a:pt x="78" y="656"/>
                                    <a:pt x="78" y="656"/>
                                  </a:cubicBezTo>
                                  <a:cubicBezTo>
                                    <a:pt x="78" y="656"/>
                                    <a:pt x="78" y="656"/>
                                    <a:pt x="78" y="656"/>
                                  </a:cubicBezTo>
                                  <a:cubicBezTo>
                                    <a:pt x="78" y="656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lose/>
                                  <a:moveTo>
                                    <a:pt x="76" y="656"/>
                                  </a:moveTo>
                                  <a:cubicBezTo>
                                    <a:pt x="76" y="656"/>
                                    <a:pt x="76" y="656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7" y="656"/>
                                    <a:pt x="77" y="656"/>
                                    <a:pt x="77" y="656"/>
                                  </a:cubicBezTo>
                                  <a:cubicBezTo>
                                    <a:pt x="77" y="656"/>
                                    <a:pt x="77" y="656"/>
                                    <a:pt x="77" y="656"/>
                                  </a:cubicBezTo>
                                  <a:cubicBezTo>
                                    <a:pt x="77" y="656"/>
                                    <a:pt x="77" y="657"/>
                                    <a:pt x="77" y="657"/>
                                  </a:cubicBezTo>
                                  <a:cubicBezTo>
                                    <a:pt x="77" y="657"/>
                                    <a:pt x="77" y="657"/>
                                    <a:pt x="76" y="656"/>
                                  </a:cubicBezTo>
                                  <a:cubicBezTo>
                                    <a:pt x="76" y="656"/>
                                    <a:pt x="76" y="656"/>
                                    <a:pt x="76" y="656"/>
                                  </a:cubicBezTo>
                                  <a:cubicBezTo>
                                    <a:pt x="76" y="656"/>
                                    <a:pt x="76" y="656"/>
                                    <a:pt x="76" y="656"/>
                                  </a:cubicBezTo>
                                  <a:close/>
                                  <a:moveTo>
                                    <a:pt x="79" y="659"/>
                                  </a:move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80" y="659"/>
                                    <a:pt x="80" y="660"/>
                                    <a:pt x="81" y="660"/>
                                  </a:cubicBezTo>
                                  <a:cubicBezTo>
                                    <a:pt x="81" y="661"/>
                                    <a:pt x="81" y="661"/>
                                    <a:pt x="81" y="661"/>
                                  </a:cubicBezTo>
                                  <a:cubicBezTo>
                                    <a:pt x="81" y="661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0" y="662"/>
                                    <a:pt x="80" y="662"/>
                                  </a:cubicBezTo>
                                  <a:cubicBezTo>
                                    <a:pt x="80" y="661"/>
                                    <a:pt x="80" y="661"/>
                                    <a:pt x="79" y="661"/>
                                  </a:cubicBezTo>
                                  <a:cubicBezTo>
                                    <a:pt x="79" y="660"/>
                                    <a:pt x="79" y="660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lose/>
                                  <a:moveTo>
                                    <a:pt x="87" y="671"/>
                                  </a:moveTo>
                                  <a:cubicBezTo>
                                    <a:pt x="87" y="671"/>
                                    <a:pt x="87" y="671"/>
                                    <a:pt x="87" y="672"/>
                                  </a:cubicBezTo>
                                  <a:cubicBezTo>
                                    <a:pt x="88" y="672"/>
                                    <a:pt x="88" y="672"/>
                                    <a:pt x="88" y="672"/>
                                  </a:cubicBezTo>
                                  <a:cubicBezTo>
                                    <a:pt x="88" y="672"/>
                                    <a:pt x="88" y="672"/>
                                    <a:pt x="88" y="672"/>
                                  </a:cubicBezTo>
                                  <a:cubicBezTo>
                                    <a:pt x="88" y="673"/>
                                    <a:pt x="88" y="673"/>
                                    <a:pt x="88" y="674"/>
                                  </a:cubicBezTo>
                                  <a:cubicBezTo>
                                    <a:pt x="87" y="674"/>
                                    <a:pt x="87" y="673"/>
                                    <a:pt x="87" y="673"/>
                                  </a:cubicBezTo>
                                  <a:cubicBezTo>
                                    <a:pt x="87" y="673"/>
                                    <a:pt x="87" y="673"/>
                                    <a:pt x="87" y="673"/>
                                  </a:cubicBezTo>
                                  <a:cubicBezTo>
                                    <a:pt x="87" y="673"/>
                                    <a:pt x="87" y="673"/>
                                    <a:pt x="87" y="672"/>
                                  </a:cubicBezTo>
                                  <a:cubicBezTo>
                                    <a:pt x="86" y="672"/>
                                    <a:pt x="86" y="672"/>
                                    <a:pt x="86" y="672"/>
                                  </a:cubicBezTo>
                                  <a:cubicBezTo>
                                    <a:pt x="86" y="672"/>
                                    <a:pt x="86" y="672"/>
                                    <a:pt x="86" y="671"/>
                                  </a:cubicBezTo>
                                  <a:cubicBezTo>
                                    <a:pt x="86" y="671"/>
                                    <a:pt x="86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lose/>
                                  <a:moveTo>
                                    <a:pt x="88" y="685"/>
                                  </a:moveTo>
                                  <a:cubicBezTo>
                                    <a:pt x="88" y="685"/>
                                    <a:pt x="88" y="685"/>
                                    <a:pt x="88" y="684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8" y="684"/>
                                    <a:pt x="88" y="683"/>
                                    <a:pt x="88" y="683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7" y="684"/>
                                    <a:pt x="87" y="684"/>
                                    <a:pt x="87" y="684"/>
                                  </a:cubicBezTo>
                                  <a:cubicBezTo>
                                    <a:pt x="87" y="684"/>
                                    <a:pt x="87" y="684"/>
                                    <a:pt x="87" y="683"/>
                                  </a:cubicBezTo>
                                  <a:cubicBezTo>
                                    <a:pt x="86" y="683"/>
                                    <a:pt x="86" y="683"/>
                                    <a:pt x="86" y="683"/>
                                  </a:cubicBezTo>
                                  <a:cubicBezTo>
                                    <a:pt x="85" y="682"/>
                                    <a:pt x="85" y="682"/>
                                    <a:pt x="85" y="682"/>
                                  </a:cubicBezTo>
                                  <a:cubicBezTo>
                                    <a:pt x="85" y="682"/>
                                    <a:pt x="85" y="682"/>
                                    <a:pt x="85" y="681"/>
                                  </a:cubicBezTo>
                                  <a:cubicBezTo>
                                    <a:pt x="85" y="681"/>
                                    <a:pt x="85" y="681"/>
                                    <a:pt x="85" y="681"/>
                                  </a:cubicBezTo>
                                  <a:cubicBezTo>
                                    <a:pt x="85" y="680"/>
                                    <a:pt x="85" y="680"/>
                                    <a:pt x="85" y="680"/>
                                  </a:cubicBezTo>
                                  <a:cubicBezTo>
                                    <a:pt x="85" y="680"/>
                                    <a:pt x="85" y="680"/>
                                    <a:pt x="86" y="680"/>
                                  </a:cubicBezTo>
                                  <a:cubicBezTo>
                                    <a:pt x="86" y="680"/>
                                    <a:pt x="86" y="680"/>
                                    <a:pt x="87" y="680"/>
                                  </a:cubicBezTo>
                                  <a:cubicBezTo>
                                    <a:pt x="87" y="680"/>
                                    <a:pt x="88" y="680"/>
                                    <a:pt x="88" y="680"/>
                                  </a:cubicBezTo>
                                  <a:cubicBezTo>
                                    <a:pt x="89" y="680"/>
                                    <a:pt x="89" y="680"/>
                                    <a:pt x="89" y="680"/>
                                  </a:cubicBezTo>
                                  <a:cubicBezTo>
                                    <a:pt x="90" y="680"/>
                                    <a:pt x="91" y="681"/>
                                    <a:pt x="92" y="682"/>
                                  </a:cubicBezTo>
                                  <a:cubicBezTo>
                                    <a:pt x="92" y="682"/>
                                    <a:pt x="92" y="682"/>
                                    <a:pt x="93" y="682"/>
                                  </a:cubicBezTo>
                                  <a:cubicBezTo>
                                    <a:pt x="93" y="682"/>
                                    <a:pt x="94" y="683"/>
                                    <a:pt x="94" y="683"/>
                                  </a:cubicBezTo>
                                  <a:cubicBezTo>
                                    <a:pt x="94" y="683"/>
                                    <a:pt x="94" y="683"/>
                                    <a:pt x="94" y="683"/>
                                  </a:cubicBezTo>
                                  <a:cubicBezTo>
                                    <a:pt x="95" y="683"/>
                                    <a:pt x="95" y="683"/>
                                    <a:pt x="95" y="683"/>
                                  </a:cubicBezTo>
                                  <a:cubicBezTo>
                                    <a:pt x="95" y="683"/>
                                    <a:pt x="96" y="683"/>
                                    <a:pt x="96" y="684"/>
                                  </a:cubicBezTo>
                                  <a:cubicBezTo>
                                    <a:pt x="97" y="684"/>
                                    <a:pt x="97" y="684"/>
                                    <a:pt x="97" y="684"/>
                                  </a:cubicBezTo>
                                  <a:cubicBezTo>
                                    <a:pt x="98" y="684"/>
                                    <a:pt x="99" y="684"/>
                                    <a:pt x="100" y="684"/>
                                  </a:cubicBezTo>
                                  <a:cubicBezTo>
                                    <a:pt x="101" y="684"/>
                                    <a:pt x="101" y="684"/>
                                    <a:pt x="101" y="684"/>
                                  </a:cubicBezTo>
                                  <a:cubicBezTo>
                                    <a:pt x="102" y="685"/>
                                    <a:pt x="103" y="685"/>
                                    <a:pt x="103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5" y="686"/>
                                    <a:pt x="105" y="686"/>
                                  </a:cubicBezTo>
                                  <a:cubicBezTo>
                                    <a:pt x="105" y="687"/>
                                    <a:pt x="105" y="687"/>
                                    <a:pt x="106" y="688"/>
                                  </a:cubicBezTo>
                                  <a:cubicBezTo>
                                    <a:pt x="106" y="688"/>
                                    <a:pt x="106" y="688"/>
                                    <a:pt x="106" y="688"/>
                                  </a:cubicBezTo>
                                  <a:cubicBezTo>
                                    <a:pt x="106" y="689"/>
                                    <a:pt x="106" y="689"/>
                                    <a:pt x="106" y="690"/>
                                  </a:cubicBezTo>
                                  <a:cubicBezTo>
                                    <a:pt x="107" y="690"/>
                                    <a:pt x="107" y="691"/>
                                    <a:pt x="108" y="691"/>
                                  </a:cubicBezTo>
                                  <a:cubicBezTo>
                                    <a:pt x="108" y="692"/>
                                    <a:pt x="109" y="693"/>
                                    <a:pt x="110" y="694"/>
                                  </a:cubicBezTo>
                                  <a:cubicBezTo>
                                    <a:pt x="110" y="695"/>
                                    <a:pt x="110" y="695"/>
                                    <a:pt x="111" y="695"/>
                                  </a:cubicBezTo>
                                  <a:cubicBezTo>
                                    <a:pt x="111" y="695"/>
                                    <a:pt x="111" y="695"/>
                                    <a:pt x="112" y="696"/>
                                  </a:cubicBezTo>
                                  <a:cubicBezTo>
                                    <a:pt x="113" y="696"/>
                                    <a:pt x="114" y="697"/>
                                    <a:pt x="115" y="698"/>
                                  </a:cubicBezTo>
                                  <a:cubicBezTo>
                                    <a:pt x="115" y="697"/>
                                    <a:pt x="115" y="697"/>
                                    <a:pt x="116" y="697"/>
                                  </a:cubicBezTo>
                                  <a:cubicBezTo>
                                    <a:pt x="116" y="697"/>
                                    <a:pt x="116" y="697"/>
                                    <a:pt x="116" y="697"/>
                                  </a:cubicBezTo>
                                  <a:cubicBezTo>
                                    <a:pt x="116" y="698"/>
                                    <a:pt x="116" y="698"/>
                                    <a:pt x="116" y="698"/>
                                  </a:cubicBezTo>
                                  <a:cubicBezTo>
                                    <a:pt x="115" y="699"/>
                                    <a:pt x="116" y="700"/>
                                    <a:pt x="116" y="700"/>
                                  </a:cubicBezTo>
                                  <a:cubicBezTo>
                                    <a:pt x="116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2"/>
                                    <a:pt x="117" y="703"/>
                                    <a:pt x="117" y="704"/>
                                  </a:cubicBezTo>
                                  <a:cubicBezTo>
                                    <a:pt x="118" y="703"/>
                                    <a:pt x="118" y="703"/>
                                    <a:pt x="118" y="702"/>
                                  </a:cubicBezTo>
                                  <a:cubicBezTo>
                                    <a:pt x="118" y="703"/>
                                    <a:pt x="118" y="704"/>
                                    <a:pt x="119" y="704"/>
                                  </a:cubicBezTo>
                                  <a:cubicBezTo>
                                    <a:pt x="119" y="704"/>
                                    <a:pt x="119" y="705"/>
                                    <a:pt x="118" y="705"/>
                                  </a:cubicBezTo>
                                  <a:cubicBezTo>
                                    <a:pt x="118" y="705"/>
                                    <a:pt x="118" y="705"/>
                                    <a:pt x="118" y="705"/>
                                  </a:cubicBezTo>
                                  <a:cubicBezTo>
                                    <a:pt x="118" y="705"/>
                                    <a:pt x="117" y="705"/>
                                    <a:pt x="117" y="705"/>
                                  </a:cubicBezTo>
                                  <a:cubicBezTo>
                                    <a:pt x="117" y="706"/>
                                    <a:pt x="116" y="706"/>
                                    <a:pt x="116" y="706"/>
                                  </a:cubicBezTo>
                                  <a:cubicBezTo>
                                    <a:pt x="114" y="705"/>
                                    <a:pt x="112" y="704"/>
                                    <a:pt x="110" y="704"/>
                                  </a:cubicBezTo>
                                  <a:cubicBezTo>
                                    <a:pt x="110" y="703"/>
                                    <a:pt x="109" y="703"/>
                                    <a:pt x="109" y="703"/>
                                  </a:cubicBezTo>
                                  <a:cubicBezTo>
                                    <a:pt x="108" y="702"/>
                                    <a:pt x="108" y="702"/>
                                    <a:pt x="107" y="702"/>
                                  </a:cubicBezTo>
                                  <a:cubicBezTo>
                                    <a:pt x="107" y="702"/>
                                    <a:pt x="106" y="702"/>
                                    <a:pt x="106" y="701"/>
                                  </a:cubicBezTo>
                                  <a:cubicBezTo>
                                    <a:pt x="106" y="701"/>
                                    <a:pt x="108" y="700"/>
                                    <a:pt x="107" y="700"/>
                                  </a:cubicBezTo>
                                  <a:cubicBezTo>
                                    <a:pt x="107" y="699"/>
                                    <a:pt x="106" y="699"/>
                                    <a:pt x="106" y="699"/>
                                  </a:cubicBezTo>
                                  <a:cubicBezTo>
                                    <a:pt x="106" y="699"/>
                                    <a:pt x="106" y="699"/>
                                    <a:pt x="105" y="699"/>
                                  </a:cubicBezTo>
                                  <a:cubicBezTo>
                                    <a:pt x="105" y="699"/>
                                    <a:pt x="105" y="699"/>
                                    <a:pt x="105" y="699"/>
                                  </a:cubicBezTo>
                                  <a:cubicBezTo>
                                    <a:pt x="105" y="699"/>
                                    <a:pt x="104" y="699"/>
                                    <a:pt x="104" y="700"/>
                                  </a:cubicBezTo>
                                  <a:cubicBezTo>
                                    <a:pt x="104" y="700"/>
                                    <a:pt x="104" y="699"/>
                                    <a:pt x="103" y="699"/>
                                  </a:cubicBezTo>
                                  <a:cubicBezTo>
                                    <a:pt x="103" y="699"/>
                                    <a:pt x="103" y="699"/>
                                    <a:pt x="103" y="698"/>
                                  </a:cubicBezTo>
                                  <a:cubicBezTo>
                                    <a:pt x="102" y="698"/>
                                    <a:pt x="102" y="698"/>
                                    <a:pt x="102" y="698"/>
                                  </a:cubicBezTo>
                                  <a:cubicBezTo>
                                    <a:pt x="101" y="697"/>
                                    <a:pt x="102" y="696"/>
                                    <a:pt x="102" y="696"/>
                                  </a:cubicBezTo>
                                  <a:cubicBezTo>
                                    <a:pt x="102" y="696"/>
                                    <a:pt x="102" y="696"/>
                                    <a:pt x="101" y="696"/>
                                  </a:cubicBezTo>
                                  <a:cubicBezTo>
                                    <a:pt x="101" y="697"/>
                                    <a:pt x="101" y="696"/>
                                    <a:pt x="101" y="696"/>
                                  </a:cubicBezTo>
                                  <a:cubicBezTo>
                                    <a:pt x="101" y="696"/>
                                    <a:pt x="101" y="695"/>
                                    <a:pt x="101" y="695"/>
                                  </a:cubicBezTo>
                                  <a:cubicBezTo>
                                    <a:pt x="101" y="695"/>
                                    <a:pt x="101" y="695"/>
                                    <a:pt x="100" y="695"/>
                                  </a:cubicBezTo>
                                  <a:cubicBezTo>
                                    <a:pt x="100" y="696"/>
                                    <a:pt x="100" y="696"/>
                                    <a:pt x="100" y="696"/>
                                  </a:cubicBezTo>
                                  <a:cubicBezTo>
                                    <a:pt x="100" y="696"/>
                                    <a:pt x="100" y="696"/>
                                    <a:pt x="99" y="696"/>
                                  </a:cubicBezTo>
                                  <a:cubicBezTo>
                                    <a:pt x="99" y="696"/>
                                    <a:pt x="99" y="695"/>
                                    <a:pt x="99" y="695"/>
                                  </a:cubicBezTo>
                                  <a:cubicBezTo>
                                    <a:pt x="99" y="695"/>
                                    <a:pt x="99" y="695"/>
                                    <a:pt x="98" y="695"/>
                                  </a:cubicBezTo>
                                  <a:cubicBezTo>
                                    <a:pt x="98" y="695"/>
                                    <a:pt x="98" y="694"/>
                                    <a:pt x="97" y="694"/>
                                  </a:cubicBezTo>
                                  <a:cubicBezTo>
                                    <a:pt x="97" y="694"/>
                                    <a:pt x="97" y="695"/>
                                    <a:pt x="97" y="695"/>
                                  </a:cubicBezTo>
                                  <a:cubicBezTo>
                                    <a:pt x="97" y="695"/>
                                    <a:pt x="97" y="695"/>
                                    <a:pt x="97" y="694"/>
                                  </a:cubicBezTo>
                                  <a:cubicBezTo>
                                    <a:pt x="97" y="694"/>
                                    <a:pt x="97" y="693"/>
                                    <a:pt x="97" y="693"/>
                                  </a:cubicBezTo>
                                  <a:cubicBezTo>
                                    <a:pt x="97" y="693"/>
                                    <a:pt x="98" y="693"/>
                                    <a:pt x="98" y="693"/>
                                  </a:cubicBezTo>
                                  <a:cubicBezTo>
                                    <a:pt x="98" y="692"/>
                                    <a:pt x="98" y="692"/>
                                    <a:pt x="98" y="692"/>
                                  </a:cubicBezTo>
                                  <a:cubicBezTo>
                                    <a:pt x="97" y="692"/>
                                    <a:pt x="97" y="692"/>
                                    <a:pt x="97" y="692"/>
                                  </a:cubicBezTo>
                                  <a:cubicBezTo>
                                    <a:pt x="97" y="692"/>
                                    <a:pt x="97" y="692"/>
                                    <a:pt x="97" y="692"/>
                                  </a:cubicBezTo>
                                  <a:cubicBezTo>
                                    <a:pt x="97" y="692"/>
                                    <a:pt x="97" y="691"/>
                                    <a:pt x="97" y="691"/>
                                  </a:cubicBezTo>
                                  <a:cubicBezTo>
                                    <a:pt x="96" y="692"/>
                                    <a:pt x="96" y="692"/>
                                    <a:pt x="96" y="693"/>
                                  </a:cubicBezTo>
                                  <a:cubicBezTo>
                                    <a:pt x="96" y="693"/>
                                    <a:pt x="95" y="693"/>
                                    <a:pt x="95" y="693"/>
                                  </a:cubicBezTo>
                                  <a:cubicBezTo>
                                    <a:pt x="95" y="692"/>
                                    <a:pt x="94" y="692"/>
                                    <a:pt x="95" y="691"/>
                                  </a:cubicBezTo>
                                  <a:cubicBezTo>
                                    <a:pt x="95" y="691"/>
                                    <a:pt x="95" y="691"/>
                                    <a:pt x="95" y="691"/>
                                  </a:cubicBezTo>
                                  <a:cubicBezTo>
                                    <a:pt x="95" y="691"/>
                                    <a:pt x="95" y="690"/>
                                    <a:pt x="95" y="691"/>
                                  </a:cubicBezTo>
                                  <a:cubicBezTo>
                                    <a:pt x="95" y="690"/>
                                    <a:pt x="95" y="690"/>
                                    <a:pt x="95" y="690"/>
                                  </a:cubicBezTo>
                                  <a:cubicBezTo>
                                    <a:pt x="95" y="690"/>
                                    <a:pt x="95" y="690"/>
                                    <a:pt x="94" y="690"/>
                                  </a:cubicBezTo>
                                  <a:cubicBezTo>
                                    <a:pt x="94" y="690"/>
                                    <a:pt x="94" y="690"/>
                                    <a:pt x="94" y="690"/>
                                  </a:cubicBezTo>
                                  <a:cubicBezTo>
                                    <a:pt x="93" y="690"/>
                                    <a:pt x="93" y="690"/>
                                    <a:pt x="93" y="690"/>
                                  </a:cubicBezTo>
                                  <a:cubicBezTo>
                                    <a:pt x="93" y="690"/>
                                    <a:pt x="92" y="689"/>
                                    <a:pt x="93" y="689"/>
                                  </a:cubicBezTo>
                                  <a:cubicBezTo>
                                    <a:pt x="93" y="689"/>
                                    <a:pt x="93" y="689"/>
                                    <a:pt x="93" y="688"/>
                                  </a:cubicBezTo>
                                  <a:cubicBezTo>
                                    <a:pt x="93" y="688"/>
                                    <a:pt x="93" y="688"/>
                                    <a:pt x="92" y="687"/>
                                  </a:cubicBezTo>
                                  <a:cubicBezTo>
                                    <a:pt x="92" y="688"/>
                                    <a:pt x="92" y="688"/>
                                    <a:pt x="92" y="688"/>
                                  </a:cubicBezTo>
                                  <a:cubicBezTo>
                                    <a:pt x="92" y="689"/>
                                    <a:pt x="91" y="688"/>
                                    <a:pt x="91" y="688"/>
                                  </a:cubicBezTo>
                                  <a:cubicBezTo>
                                    <a:pt x="91" y="688"/>
                                    <a:pt x="91" y="688"/>
                                    <a:pt x="90" y="688"/>
                                  </a:cubicBezTo>
                                  <a:cubicBezTo>
                                    <a:pt x="90" y="688"/>
                                    <a:pt x="90" y="688"/>
                                    <a:pt x="90" y="688"/>
                                  </a:cubicBezTo>
                                  <a:cubicBezTo>
                                    <a:pt x="90" y="687"/>
                                    <a:pt x="90" y="687"/>
                                    <a:pt x="90" y="687"/>
                                  </a:cubicBezTo>
                                  <a:cubicBezTo>
                                    <a:pt x="90" y="687"/>
                                    <a:pt x="90" y="687"/>
                                    <a:pt x="90" y="687"/>
                                  </a:cubicBezTo>
                                  <a:cubicBezTo>
                                    <a:pt x="89" y="687"/>
                                    <a:pt x="89" y="687"/>
                                    <a:pt x="89" y="687"/>
                                  </a:cubicBezTo>
                                  <a:cubicBezTo>
                                    <a:pt x="89" y="688"/>
                                    <a:pt x="89" y="688"/>
                                    <a:pt x="89" y="688"/>
                                  </a:cubicBezTo>
                                  <a:cubicBezTo>
                                    <a:pt x="88" y="688"/>
                                    <a:pt x="88" y="688"/>
                                    <a:pt x="88" y="688"/>
                                  </a:cubicBezTo>
                                  <a:cubicBezTo>
                                    <a:pt x="88" y="688"/>
                                    <a:pt x="88" y="688"/>
                                    <a:pt x="88" y="687"/>
                                  </a:cubicBezTo>
                                  <a:cubicBezTo>
                                    <a:pt x="88" y="687"/>
                                    <a:pt x="88" y="687"/>
                                    <a:pt x="88" y="687"/>
                                  </a:cubicBezTo>
                                  <a:cubicBezTo>
                                    <a:pt x="88" y="687"/>
                                    <a:pt x="88" y="687"/>
                                    <a:pt x="89" y="686"/>
                                  </a:cubicBezTo>
                                  <a:cubicBezTo>
                                    <a:pt x="89" y="686"/>
                                    <a:pt x="89" y="686"/>
                                    <a:pt x="88" y="686"/>
                                  </a:cubicBezTo>
                                  <a:cubicBezTo>
                                    <a:pt x="88" y="686"/>
                                    <a:pt x="88" y="686"/>
                                    <a:pt x="88" y="685"/>
                                  </a:cubicBezTo>
                                  <a:cubicBezTo>
                                    <a:pt x="88" y="685"/>
                                    <a:pt x="88" y="685"/>
                                    <a:pt x="88" y="685"/>
                                  </a:cubicBezTo>
                                  <a:close/>
                                  <a:moveTo>
                                    <a:pt x="97" y="681"/>
                                  </a:move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8" y="681"/>
                                    <a:pt x="98" y="681"/>
                                  </a:cubicBezTo>
                                  <a:cubicBezTo>
                                    <a:pt x="98" y="680"/>
                                    <a:pt x="98" y="680"/>
                                    <a:pt x="98" y="680"/>
                                  </a:cubicBezTo>
                                  <a:cubicBezTo>
                                    <a:pt x="99" y="680"/>
                                    <a:pt x="99" y="680"/>
                                    <a:pt x="99" y="680"/>
                                  </a:cubicBezTo>
                                  <a:cubicBezTo>
                                    <a:pt x="99" y="680"/>
                                    <a:pt x="99" y="680"/>
                                    <a:pt x="99" y="680"/>
                                  </a:cubicBezTo>
                                  <a:cubicBezTo>
                                    <a:pt x="99" y="680"/>
                                    <a:pt x="99" y="681"/>
                                    <a:pt x="99" y="681"/>
                                  </a:cubicBezTo>
                                  <a:cubicBezTo>
                                    <a:pt x="99" y="681"/>
                                    <a:pt x="99" y="681"/>
                                    <a:pt x="99" y="681"/>
                                  </a:cubicBezTo>
                                  <a:cubicBezTo>
                                    <a:pt x="99" y="681"/>
                                    <a:pt x="99" y="681"/>
                                    <a:pt x="99" y="681"/>
                                  </a:cubicBezTo>
                                  <a:cubicBezTo>
                                    <a:pt x="99" y="682"/>
                                    <a:pt x="99" y="682"/>
                                    <a:pt x="99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1"/>
                                    <a:pt x="97" y="681"/>
                                  </a:cubicBezTo>
                                  <a:close/>
                                  <a:moveTo>
                                    <a:pt x="97" y="682"/>
                                  </a:moveTo>
                                  <a:cubicBezTo>
                                    <a:pt x="97" y="682"/>
                                    <a:pt x="97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3"/>
                                    <a:pt x="98" y="683"/>
                                    <a:pt x="98" y="683"/>
                                  </a:cubicBezTo>
                                  <a:cubicBezTo>
                                    <a:pt x="99" y="683"/>
                                    <a:pt x="99" y="682"/>
                                    <a:pt x="99" y="682"/>
                                  </a:cubicBezTo>
                                  <a:cubicBezTo>
                                    <a:pt x="99" y="682"/>
                                    <a:pt x="99" y="682"/>
                                    <a:pt x="100" y="682"/>
                                  </a:cubicBezTo>
                                  <a:cubicBezTo>
                                    <a:pt x="100" y="682"/>
                                    <a:pt x="100" y="682"/>
                                    <a:pt x="100" y="682"/>
                                  </a:cubicBezTo>
                                  <a:cubicBezTo>
                                    <a:pt x="100" y="682"/>
                                    <a:pt x="100" y="682"/>
                                    <a:pt x="100" y="683"/>
                                  </a:cubicBezTo>
                                  <a:cubicBezTo>
                                    <a:pt x="100" y="683"/>
                                    <a:pt x="99" y="683"/>
                                    <a:pt x="99" y="683"/>
                                  </a:cubicBezTo>
                                  <a:cubicBezTo>
                                    <a:pt x="99" y="683"/>
                                    <a:pt x="99" y="683"/>
                                    <a:pt x="99" y="683"/>
                                  </a:cubicBezTo>
                                  <a:cubicBezTo>
                                    <a:pt x="99" y="683"/>
                                    <a:pt x="99" y="683"/>
                                    <a:pt x="99" y="683"/>
                                  </a:cubicBezTo>
                                  <a:cubicBezTo>
                                    <a:pt x="98" y="683"/>
                                    <a:pt x="98" y="683"/>
                                    <a:pt x="97" y="683"/>
                                  </a:cubicBezTo>
                                  <a:cubicBezTo>
                                    <a:pt x="97" y="683"/>
                                    <a:pt x="97" y="683"/>
                                    <a:pt x="96" y="683"/>
                                  </a:cubicBezTo>
                                  <a:cubicBezTo>
                                    <a:pt x="96" y="683"/>
                                    <a:pt x="96" y="683"/>
                                    <a:pt x="96" y="683"/>
                                  </a:cubicBezTo>
                                  <a:cubicBezTo>
                                    <a:pt x="96" y="683"/>
                                    <a:pt x="96" y="683"/>
                                    <a:pt x="96" y="683"/>
                                  </a:cubicBezTo>
                                  <a:cubicBezTo>
                                    <a:pt x="97" y="683"/>
                                    <a:pt x="97" y="683"/>
                                    <a:pt x="97" y="683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lose/>
                                  <a:moveTo>
                                    <a:pt x="95" y="680"/>
                                  </a:move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7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7" y="681"/>
                                    <a:pt x="96" y="681"/>
                                  </a:cubicBezTo>
                                  <a:cubicBezTo>
                                    <a:pt x="96" y="681"/>
                                    <a:pt x="96" y="681"/>
                                    <a:pt x="96" y="681"/>
                                  </a:cubicBezTo>
                                  <a:cubicBezTo>
                                    <a:pt x="96" y="681"/>
                                    <a:pt x="96" y="681"/>
                                    <a:pt x="95" y="681"/>
                                  </a:cubicBezTo>
                                  <a:cubicBezTo>
                                    <a:pt x="95" y="681"/>
                                    <a:pt x="95" y="681"/>
                                    <a:pt x="95" y="681"/>
                                  </a:cubicBezTo>
                                  <a:cubicBezTo>
                                    <a:pt x="95" y="681"/>
                                    <a:pt x="95" y="681"/>
                                    <a:pt x="95" y="681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lose/>
                                  <a:moveTo>
                                    <a:pt x="111" y="691"/>
                                  </a:move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2"/>
                                    <a:pt x="111" y="692"/>
                                  </a:cubicBezTo>
                                  <a:cubicBezTo>
                                    <a:pt x="111" y="692"/>
                                    <a:pt x="111" y="692"/>
                                    <a:pt x="112" y="692"/>
                                  </a:cubicBezTo>
                                  <a:cubicBezTo>
                                    <a:pt x="112" y="692"/>
                                    <a:pt x="112" y="692"/>
                                    <a:pt x="112" y="692"/>
                                  </a:cubicBezTo>
                                  <a:cubicBezTo>
                                    <a:pt x="112" y="693"/>
                                    <a:pt x="113" y="693"/>
                                    <a:pt x="113" y="693"/>
                                  </a:cubicBezTo>
                                  <a:cubicBezTo>
                                    <a:pt x="113" y="693"/>
                                    <a:pt x="113" y="693"/>
                                    <a:pt x="113" y="694"/>
                                  </a:cubicBezTo>
                                  <a:cubicBezTo>
                                    <a:pt x="113" y="694"/>
                                    <a:pt x="113" y="694"/>
                                    <a:pt x="113" y="694"/>
                                  </a:cubicBezTo>
                                  <a:cubicBezTo>
                                    <a:pt x="113" y="694"/>
                                    <a:pt x="113" y="694"/>
                                    <a:pt x="113" y="694"/>
                                  </a:cubicBezTo>
                                  <a:cubicBezTo>
                                    <a:pt x="112" y="693"/>
                                    <a:pt x="112" y="693"/>
                                    <a:pt x="111" y="693"/>
                                  </a:cubicBezTo>
                                  <a:cubicBezTo>
                                    <a:pt x="111" y="693"/>
                                    <a:pt x="111" y="692"/>
                                    <a:pt x="111" y="692"/>
                                  </a:cubicBezTo>
                                  <a:cubicBezTo>
                                    <a:pt x="111" y="692"/>
                                    <a:pt x="111" y="692"/>
                                    <a:pt x="110" y="692"/>
                                  </a:cubicBezTo>
                                  <a:cubicBezTo>
                                    <a:pt x="110" y="692"/>
                                    <a:pt x="110" y="692"/>
                                    <a:pt x="110" y="691"/>
                                  </a:cubicBezTo>
                                  <a:cubicBezTo>
                                    <a:pt x="110" y="691"/>
                                    <a:pt x="110" y="691"/>
                                    <a:pt x="111" y="691"/>
                                  </a:cubicBezTo>
                                  <a:close/>
                                  <a:moveTo>
                                    <a:pt x="118" y="700"/>
                                  </a:moveTo>
                                  <a:cubicBezTo>
                                    <a:pt x="118" y="700"/>
                                    <a:pt x="118" y="700"/>
                                    <a:pt x="118" y="700"/>
                                  </a:cubicBezTo>
                                  <a:cubicBezTo>
                                    <a:pt x="118" y="700"/>
                                    <a:pt x="119" y="700"/>
                                    <a:pt x="119" y="700"/>
                                  </a:cubicBezTo>
                                  <a:cubicBezTo>
                                    <a:pt x="119" y="700"/>
                                    <a:pt x="119" y="700"/>
                                    <a:pt x="119" y="700"/>
                                  </a:cubicBezTo>
                                  <a:cubicBezTo>
                                    <a:pt x="119" y="700"/>
                                    <a:pt x="119" y="701"/>
                                    <a:pt x="119" y="701"/>
                                  </a:cubicBezTo>
                                  <a:cubicBezTo>
                                    <a:pt x="119" y="701"/>
                                    <a:pt x="119" y="701"/>
                                    <a:pt x="119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2"/>
                                  </a:cubicBezTo>
                                  <a:cubicBezTo>
                                    <a:pt x="118" y="702"/>
                                    <a:pt x="118" y="701"/>
                                    <a:pt x="118" y="702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1"/>
                                    <a:pt x="117" y="701"/>
                                    <a:pt x="117" y="700"/>
                                  </a:cubicBezTo>
                                  <a:cubicBezTo>
                                    <a:pt x="117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0"/>
                                    <a:pt x="118" y="700"/>
                                    <a:pt x="118" y="700"/>
                                  </a:cubicBezTo>
                                  <a:cubicBezTo>
                                    <a:pt x="118" y="700"/>
                                    <a:pt x="118" y="700"/>
                                    <a:pt x="118" y="700"/>
                                  </a:cubicBezTo>
                                  <a:close/>
                                  <a:moveTo>
                                    <a:pt x="572" y="663"/>
                                  </a:moveTo>
                                  <a:cubicBezTo>
                                    <a:pt x="572" y="663"/>
                                    <a:pt x="572" y="663"/>
                                    <a:pt x="572" y="663"/>
                                  </a:cubicBezTo>
                                  <a:cubicBezTo>
                                    <a:pt x="571" y="664"/>
                                    <a:pt x="570" y="663"/>
                                    <a:pt x="570" y="664"/>
                                  </a:cubicBezTo>
                                  <a:cubicBezTo>
                                    <a:pt x="570" y="664"/>
                                    <a:pt x="570" y="664"/>
                                    <a:pt x="570" y="664"/>
                                  </a:cubicBezTo>
                                  <a:cubicBezTo>
                                    <a:pt x="570" y="664"/>
                                    <a:pt x="570" y="664"/>
                                    <a:pt x="570" y="664"/>
                                  </a:cubicBezTo>
                                  <a:cubicBezTo>
                                    <a:pt x="570" y="664"/>
                                    <a:pt x="571" y="664"/>
                                    <a:pt x="571" y="664"/>
                                  </a:cubicBezTo>
                                  <a:cubicBezTo>
                                    <a:pt x="571" y="665"/>
                                    <a:pt x="571" y="665"/>
                                    <a:pt x="571" y="665"/>
                                  </a:cubicBezTo>
                                  <a:cubicBezTo>
                                    <a:pt x="572" y="665"/>
                                    <a:pt x="572" y="665"/>
                                    <a:pt x="572" y="665"/>
                                  </a:cubicBezTo>
                                  <a:cubicBezTo>
                                    <a:pt x="572" y="665"/>
                                    <a:pt x="572" y="665"/>
                                    <a:pt x="572" y="666"/>
                                  </a:cubicBezTo>
                                  <a:cubicBezTo>
                                    <a:pt x="572" y="666"/>
                                    <a:pt x="572" y="666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0" y="667"/>
                                    <a:pt x="570" y="667"/>
                                    <a:pt x="570" y="668"/>
                                  </a:cubicBezTo>
                                  <a:cubicBezTo>
                                    <a:pt x="570" y="668"/>
                                    <a:pt x="570" y="668"/>
                                    <a:pt x="570" y="668"/>
                                  </a:cubicBezTo>
                                  <a:cubicBezTo>
                                    <a:pt x="570" y="668"/>
                                    <a:pt x="570" y="668"/>
                                    <a:pt x="570" y="669"/>
                                  </a:cubicBezTo>
                                  <a:cubicBezTo>
                                    <a:pt x="569" y="669"/>
                                    <a:pt x="569" y="670"/>
                                    <a:pt x="568" y="670"/>
                                  </a:cubicBezTo>
                                  <a:cubicBezTo>
                                    <a:pt x="568" y="670"/>
                                    <a:pt x="567" y="670"/>
                                    <a:pt x="567" y="670"/>
                                  </a:cubicBezTo>
                                  <a:cubicBezTo>
                                    <a:pt x="567" y="670"/>
                                    <a:pt x="566" y="671"/>
                                    <a:pt x="566" y="671"/>
                                  </a:cubicBezTo>
                                  <a:cubicBezTo>
                                    <a:pt x="566" y="671"/>
                                    <a:pt x="565" y="672"/>
                                    <a:pt x="565" y="672"/>
                                  </a:cubicBezTo>
                                  <a:cubicBezTo>
                                    <a:pt x="564" y="673"/>
                                    <a:pt x="564" y="673"/>
                                    <a:pt x="563" y="674"/>
                                  </a:cubicBezTo>
                                  <a:cubicBezTo>
                                    <a:pt x="562" y="674"/>
                                    <a:pt x="562" y="674"/>
                                    <a:pt x="562" y="674"/>
                                  </a:cubicBezTo>
                                  <a:cubicBezTo>
                                    <a:pt x="562" y="674"/>
                                    <a:pt x="561" y="674"/>
                                    <a:pt x="561" y="673"/>
                                  </a:cubicBezTo>
                                  <a:cubicBezTo>
                                    <a:pt x="561" y="673"/>
                                    <a:pt x="561" y="673"/>
                                    <a:pt x="560" y="673"/>
                                  </a:cubicBezTo>
                                  <a:cubicBezTo>
                                    <a:pt x="560" y="673"/>
                                    <a:pt x="560" y="673"/>
                                    <a:pt x="560" y="673"/>
                                  </a:cubicBezTo>
                                  <a:cubicBezTo>
                                    <a:pt x="559" y="674"/>
                                    <a:pt x="559" y="674"/>
                                    <a:pt x="558" y="674"/>
                                  </a:cubicBezTo>
                                  <a:cubicBezTo>
                                    <a:pt x="558" y="674"/>
                                    <a:pt x="558" y="674"/>
                                    <a:pt x="557" y="674"/>
                                  </a:cubicBezTo>
                                  <a:cubicBezTo>
                                    <a:pt x="557" y="674"/>
                                    <a:pt x="557" y="674"/>
                                    <a:pt x="557" y="674"/>
                                  </a:cubicBezTo>
                                  <a:cubicBezTo>
                                    <a:pt x="557" y="674"/>
                                    <a:pt x="556" y="675"/>
                                    <a:pt x="556" y="675"/>
                                  </a:cubicBezTo>
                                  <a:cubicBezTo>
                                    <a:pt x="556" y="675"/>
                                    <a:pt x="555" y="676"/>
                                    <a:pt x="555" y="675"/>
                                  </a:cubicBezTo>
                                  <a:cubicBezTo>
                                    <a:pt x="554" y="675"/>
                                    <a:pt x="554" y="675"/>
                                    <a:pt x="554" y="676"/>
                                  </a:cubicBezTo>
                                  <a:cubicBezTo>
                                    <a:pt x="554" y="676"/>
                                    <a:pt x="554" y="676"/>
                                    <a:pt x="554" y="676"/>
                                  </a:cubicBezTo>
                                  <a:cubicBezTo>
                                    <a:pt x="554" y="676"/>
                                    <a:pt x="554" y="676"/>
                                    <a:pt x="554" y="676"/>
                                  </a:cubicBezTo>
                                  <a:cubicBezTo>
                                    <a:pt x="553" y="676"/>
                                    <a:pt x="553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7"/>
                                    <a:pt x="552" y="677"/>
                                  </a:cubicBezTo>
                                  <a:cubicBezTo>
                                    <a:pt x="552" y="677"/>
                                    <a:pt x="552" y="677"/>
                                    <a:pt x="551" y="678"/>
                                  </a:cubicBezTo>
                                  <a:cubicBezTo>
                                    <a:pt x="551" y="678"/>
                                    <a:pt x="551" y="678"/>
                                    <a:pt x="551" y="678"/>
                                  </a:cubicBezTo>
                                  <a:cubicBezTo>
                                    <a:pt x="551" y="678"/>
                                    <a:pt x="551" y="678"/>
                                    <a:pt x="550" y="678"/>
                                  </a:cubicBezTo>
                                  <a:cubicBezTo>
                                    <a:pt x="550" y="678"/>
                                    <a:pt x="550" y="678"/>
                                    <a:pt x="550" y="678"/>
                                  </a:cubicBezTo>
                                  <a:cubicBezTo>
                                    <a:pt x="550" y="678"/>
                                    <a:pt x="550" y="679"/>
                                    <a:pt x="550" y="679"/>
                                  </a:cubicBezTo>
                                  <a:cubicBezTo>
                                    <a:pt x="550" y="679"/>
                                    <a:pt x="550" y="680"/>
                                    <a:pt x="550" y="680"/>
                                  </a:cubicBezTo>
                                  <a:cubicBezTo>
                                    <a:pt x="550" y="680"/>
                                    <a:pt x="550" y="680"/>
                                    <a:pt x="550" y="680"/>
                                  </a:cubicBezTo>
                                  <a:cubicBezTo>
                                    <a:pt x="550" y="680"/>
                                    <a:pt x="550" y="681"/>
                                    <a:pt x="550" y="681"/>
                                  </a:cubicBezTo>
                                  <a:cubicBezTo>
                                    <a:pt x="549" y="681"/>
                                    <a:pt x="549" y="681"/>
                                    <a:pt x="548" y="681"/>
                                  </a:cubicBezTo>
                                  <a:cubicBezTo>
                                    <a:pt x="548" y="682"/>
                                    <a:pt x="547" y="682"/>
                                    <a:pt x="547" y="683"/>
                                  </a:cubicBezTo>
                                  <a:cubicBezTo>
                                    <a:pt x="547" y="683"/>
                                    <a:pt x="547" y="682"/>
                                    <a:pt x="547" y="683"/>
                                  </a:cubicBezTo>
                                  <a:cubicBezTo>
                                    <a:pt x="547" y="683"/>
                                    <a:pt x="547" y="683"/>
                                    <a:pt x="546" y="683"/>
                                  </a:cubicBezTo>
                                  <a:cubicBezTo>
                                    <a:pt x="546" y="684"/>
                                    <a:pt x="545" y="684"/>
                                    <a:pt x="543" y="685"/>
                                  </a:cubicBezTo>
                                  <a:cubicBezTo>
                                    <a:pt x="543" y="685"/>
                                    <a:pt x="544" y="685"/>
                                    <a:pt x="544" y="685"/>
                                  </a:cubicBezTo>
                                  <a:cubicBezTo>
                                    <a:pt x="544" y="686"/>
                                    <a:pt x="543" y="686"/>
                                    <a:pt x="543" y="686"/>
                                  </a:cubicBezTo>
                                  <a:cubicBezTo>
                                    <a:pt x="541" y="687"/>
                                    <a:pt x="540" y="687"/>
                                    <a:pt x="538" y="687"/>
                                  </a:cubicBezTo>
                                  <a:cubicBezTo>
                                    <a:pt x="536" y="686"/>
                                    <a:pt x="534" y="687"/>
                                    <a:pt x="533" y="687"/>
                                  </a:cubicBezTo>
                                  <a:cubicBezTo>
                                    <a:pt x="532" y="687"/>
                                    <a:pt x="532" y="688"/>
                                    <a:pt x="532" y="688"/>
                                  </a:cubicBezTo>
                                  <a:cubicBezTo>
                                    <a:pt x="531" y="688"/>
                                    <a:pt x="531" y="687"/>
                                    <a:pt x="530" y="687"/>
                                  </a:cubicBezTo>
                                  <a:cubicBezTo>
                                    <a:pt x="528" y="686"/>
                                    <a:pt x="525" y="686"/>
                                    <a:pt x="522" y="686"/>
                                  </a:cubicBezTo>
                                  <a:cubicBezTo>
                                    <a:pt x="522" y="686"/>
                                    <a:pt x="521" y="686"/>
                                    <a:pt x="521" y="686"/>
                                  </a:cubicBezTo>
                                  <a:cubicBezTo>
                                    <a:pt x="521" y="686"/>
                                    <a:pt x="521" y="687"/>
                                    <a:pt x="521" y="687"/>
                                  </a:cubicBezTo>
                                  <a:cubicBezTo>
                                    <a:pt x="519" y="687"/>
                                    <a:pt x="517" y="685"/>
                                    <a:pt x="516" y="686"/>
                                  </a:cubicBezTo>
                                  <a:cubicBezTo>
                                    <a:pt x="515" y="686"/>
                                    <a:pt x="515" y="686"/>
                                    <a:pt x="515" y="686"/>
                                  </a:cubicBezTo>
                                  <a:cubicBezTo>
                                    <a:pt x="515" y="686"/>
                                    <a:pt x="514" y="686"/>
                                    <a:pt x="514" y="686"/>
                                  </a:cubicBezTo>
                                  <a:cubicBezTo>
                                    <a:pt x="513" y="686"/>
                                    <a:pt x="512" y="686"/>
                                    <a:pt x="512" y="686"/>
                                  </a:cubicBezTo>
                                  <a:cubicBezTo>
                                    <a:pt x="509" y="686"/>
                                    <a:pt x="506" y="686"/>
                                    <a:pt x="503" y="686"/>
                                  </a:cubicBezTo>
                                  <a:cubicBezTo>
                                    <a:pt x="503" y="686"/>
                                    <a:pt x="502" y="686"/>
                                    <a:pt x="502" y="687"/>
                                  </a:cubicBezTo>
                                  <a:cubicBezTo>
                                    <a:pt x="501" y="687"/>
                                    <a:pt x="500" y="686"/>
                                    <a:pt x="499" y="687"/>
                                  </a:cubicBezTo>
                                  <a:cubicBezTo>
                                    <a:pt x="499" y="687"/>
                                    <a:pt x="499" y="687"/>
                                    <a:pt x="498" y="688"/>
                                  </a:cubicBezTo>
                                  <a:cubicBezTo>
                                    <a:pt x="498" y="688"/>
                                    <a:pt x="497" y="689"/>
                                    <a:pt x="497" y="689"/>
                                  </a:cubicBezTo>
                                  <a:cubicBezTo>
                                    <a:pt x="496" y="690"/>
                                    <a:pt x="495" y="690"/>
                                    <a:pt x="495" y="691"/>
                                  </a:cubicBezTo>
                                  <a:cubicBezTo>
                                    <a:pt x="494" y="692"/>
                                    <a:pt x="495" y="694"/>
                                    <a:pt x="494" y="695"/>
                                  </a:cubicBezTo>
                                  <a:cubicBezTo>
                                    <a:pt x="494" y="695"/>
                                    <a:pt x="494" y="696"/>
                                    <a:pt x="493" y="696"/>
                                  </a:cubicBezTo>
                                  <a:cubicBezTo>
                                    <a:pt x="493" y="696"/>
                                    <a:pt x="493" y="696"/>
                                    <a:pt x="493" y="696"/>
                                  </a:cubicBezTo>
                                  <a:cubicBezTo>
                                    <a:pt x="492" y="696"/>
                                    <a:pt x="491" y="696"/>
                                    <a:pt x="491" y="696"/>
                                  </a:cubicBezTo>
                                  <a:cubicBezTo>
                                    <a:pt x="490" y="696"/>
                                    <a:pt x="489" y="696"/>
                                    <a:pt x="488" y="697"/>
                                  </a:cubicBezTo>
                                  <a:cubicBezTo>
                                    <a:pt x="488" y="697"/>
                                    <a:pt x="488" y="698"/>
                                    <a:pt x="487" y="699"/>
                                  </a:cubicBezTo>
                                  <a:cubicBezTo>
                                    <a:pt x="487" y="699"/>
                                    <a:pt x="486" y="698"/>
                                    <a:pt x="486" y="699"/>
                                  </a:cubicBezTo>
                                  <a:cubicBezTo>
                                    <a:pt x="485" y="699"/>
                                    <a:pt x="485" y="699"/>
                                    <a:pt x="485" y="699"/>
                                  </a:cubicBezTo>
                                  <a:cubicBezTo>
                                    <a:pt x="485" y="700"/>
                                    <a:pt x="484" y="701"/>
                                    <a:pt x="483" y="701"/>
                                  </a:cubicBezTo>
                                  <a:cubicBezTo>
                                    <a:pt x="483" y="701"/>
                                    <a:pt x="482" y="701"/>
                                    <a:pt x="482" y="702"/>
                                  </a:cubicBezTo>
                                  <a:cubicBezTo>
                                    <a:pt x="482" y="702"/>
                                    <a:pt x="482" y="702"/>
                                    <a:pt x="482" y="702"/>
                                  </a:cubicBezTo>
                                  <a:cubicBezTo>
                                    <a:pt x="482" y="703"/>
                                    <a:pt x="482" y="703"/>
                                    <a:pt x="481" y="704"/>
                                  </a:cubicBezTo>
                                  <a:cubicBezTo>
                                    <a:pt x="480" y="704"/>
                                    <a:pt x="480" y="705"/>
                                    <a:pt x="480" y="706"/>
                                  </a:cubicBezTo>
                                  <a:cubicBezTo>
                                    <a:pt x="479" y="707"/>
                                    <a:pt x="478" y="707"/>
                                    <a:pt x="478" y="708"/>
                                  </a:cubicBezTo>
                                  <a:cubicBezTo>
                                    <a:pt x="477" y="709"/>
                                    <a:pt x="477" y="710"/>
                                    <a:pt x="476" y="711"/>
                                  </a:cubicBezTo>
                                  <a:cubicBezTo>
                                    <a:pt x="476" y="712"/>
                                    <a:pt x="475" y="713"/>
                                    <a:pt x="474" y="714"/>
                                  </a:cubicBezTo>
                                  <a:cubicBezTo>
                                    <a:pt x="474" y="715"/>
                                    <a:pt x="473" y="715"/>
                                    <a:pt x="473" y="716"/>
                                  </a:cubicBezTo>
                                  <a:cubicBezTo>
                                    <a:pt x="471" y="717"/>
                                    <a:pt x="470" y="719"/>
                                    <a:pt x="470" y="720"/>
                                  </a:cubicBezTo>
                                  <a:cubicBezTo>
                                    <a:pt x="471" y="719"/>
                                    <a:pt x="472" y="719"/>
                                    <a:pt x="473" y="718"/>
                                  </a:cubicBezTo>
                                  <a:cubicBezTo>
                                    <a:pt x="474" y="717"/>
                                    <a:pt x="474" y="717"/>
                                    <a:pt x="475" y="716"/>
                                  </a:cubicBezTo>
                                  <a:cubicBezTo>
                                    <a:pt x="476" y="715"/>
                                    <a:pt x="477" y="713"/>
                                    <a:pt x="478" y="712"/>
                                  </a:cubicBezTo>
                                  <a:cubicBezTo>
                                    <a:pt x="479" y="710"/>
                                    <a:pt x="480" y="709"/>
                                    <a:pt x="481" y="708"/>
                                  </a:cubicBezTo>
                                  <a:cubicBezTo>
                                    <a:pt x="482" y="707"/>
                                    <a:pt x="483" y="707"/>
                                    <a:pt x="483" y="706"/>
                                  </a:cubicBezTo>
                                  <a:cubicBezTo>
                                    <a:pt x="484" y="706"/>
                                    <a:pt x="485" y="705"/>
                                    <a:pt x="485" y="705"/>
                                  </a:cubicBezTo>
                                  <a:cubicBezTo>
                                    <a:pt x="488" y="703"/>
                                    <a:pt x="492" y="701"/>
                                    <a:pt x="495" y="700"/>
                                  </a:cubicBezTo>
                                  <a:cubicBezTo>
                                    <a:pt x="496" y="699"/>
                                    <a:pt x="497" y="699"/>
                                    <a:pt x="497" y="699"/>
                                  </a:cubicBezTo>
                                  <a:cubicBezTo>
                                    <a:pt x="500" y="698"/>
                                    <a:pt x="502" y="697"/>
                                    <a:pt x="504" y="697"/>
                                  </a:cubicBezTo>
                                  <a:cubicBezTo>
                                    <a:pt x="505" y="697"/>
                                    <a:pt x="506" y="697"/>
                                    <a:pt x="507" y="697"/>
                                  </a:cubicBezTo>
                                  <a:cubicBezTo>
                                    <a:pt x="509" y="697"/>
                                    <a:pt x="510" y="697"/>
                                    <a:pt x="512" y="698"/>
                                  </a:cubicBezTo>
                                  <a:cubicBezTo>
                                    <a:pt x="512" y="698"/>
                                    <a:pt x="513" y="699"/>
                                    <a:pt x="513" y="699"/>
                                  </a:cubicBezTo>
                                  <a:cubicBezTo>
                                    <a:pt x="514" y="699"/>
                                    <a:pt x="514" y="700"/>
                                    <a:pt x="514" y="700"/>
                                  </a:cubicBezTo>
                                  <a:cubicBezTo>
                                    <a:pt x="514" y="701"/>
                                    <a:pt x="514" y="701"/>
                                    <a:pt x="514" y="701"/>
                                  </a:cubicBezTo>
                                  <a:cubicBezTo>
                                    <a:pt x="514" y="701"/>
                                    <a:pt x="514" y="701"/>
                                    <a:pt x="514" y="701"/>
                                  </a:cubicBezTo>
                                  <a:cubicBezTo>
                                    <a:pt x="514" y="700"/>
                                    <a:pt x="513" y="700"/>
                                    <a:pt x="512" y="700"/>
                                  </a:cubicBezTo>
                                  <a:cubicBezTo>
                                    <a:pt x="512" y="700"/>
                                    <a:pt x="513" y="701"/>
                                    <a:pt x="513" y="701"/>
                                  </a:cubicBezTo>
                                  <a:cubicBezTo>
                                    <a:pt x="514" y="701"/>
                                    <a:pt x="514" y="702"/>
                                    <a:pt x="515" y="703"/>
                                  </a:cubicBezTo>
                                  <a:cubicBezTo>
                                    <a:pt x="514" y="703"/>
                                    <a:pt x="514" y="703"/>
                                    <a:pt x="514" y="703"/>
                                  </a:cubicBezTo>
                                  <a:cubicBezTo>
                                    <a:pt x="514" y="704"/>
                                    <a:pt x="515" y="704"/>
                                    <a:pt x="514" y="704"/>
                                  </a:cubicBezTo>
                                  <a:cubicBezTo>
                                    <a:pt x="514" y="704"/>
                                    <a:pt x="514" y="705"/>
                                    <a:pt x="514" y="705"/>
                                  </a:cubicBezTo>
                                  <a:cubicBezTo>
                                    <a:pt x="514" y="705"/>
                                    <a:pt x="513" y="705"/>
                                    <a:pt x="513" y="705"/>
                                  </a:cubicBezTo>
                                  <a:cubicBezTo>
                                    <a:pt x="513" y="705"/>
                                    <a:pt x="512" y="705"/>
                                    <a:pt x="512" y="706"/>
                                  </a:cubicBezTo>
                                  <a:cubicBezTo>
                                    <a:pt x="511" y="706"/>
                                    <a:pt x="511" y="707"/>
                                    <a:pt x="511" y="707"/>
                                  </a:cubicBezTo>
                                  <a:cubicBezTo>
                                    <a:pt x="510" y="707"/>
                                    <a:pt x="510" y="708"/>
                                    <a:pt x="509" y="708"/>
                                  </a:cubicBezTo>
                                  <a:cubicBezTo>
                                    <a:pt x="509" y="708"/>
                                    <a:pt x="508" y="709"/>
                                    <a:pt x="508" y="709"/>
                                  </a:cubicBezTo>
                                  <a:cubicBezTo>
                                    <a:pt x="507" y="709"/>
                                    <a:pt x="507" y="709"/>
                                    <a:pt x="506" y="709"/>
                                  </a:cubicBezTo>
                                  <a:cubicBezTo>
                                    <a:pt x="506" y="709"/>
                                    <a:pt x="506" y="709"/>
                                    <a:pt x="506" y="709"/>
                                  </a:cubicBezTo>
                                  <a:cubicBezTo>
                                    <a:pt x="505" y="708"/>
                                    <a:pt x="505" y="708"/>
                                    <a:pt x="504" y="708"/>
                                  </a:cubicBezTo>
                                  <a:cubicBezTo>
                                    <a:pt x="504" y="708"/>
                                    <a:pt x="503" y="708"/>
                                    <a:pt x="503" y="707"/>
                                  </a:cubicBezTo>
                                  <a:cubicBezTo>
                                    <a:pt x="503" y="707"/>
                                    <a:pt x="503" y="707"/>
                                    <a:pt x="503" y="708"/>
                                  </a:cubicBezTo>
                                  <a:cubicBezTo>
                                    <a:pt x="502" y="708"/>
                                    <a:pt x="502" y="708"/>
                                    <a:pt x="502" y="708"/>
                                  </a:cubicBezTo>
                                  <a:cubicBezTo>
                                    <a:pt x="502" y="708"/>
                                    <a:pt x="501" y="708"/>
                                    <a:pt x="500" y="708"/>
                                  </a:cubicBezTo>
                                  <a:cubicBezTo>
                                    <a:pt x="500" y="708"/>
                                    <a:pt x="500" y="708"/>
                                    <a:pt x="500" y="708"/>
                                  </a:cubicBezTo>
                                  <a:cubicBezTo>
                                    <a:pt x="500" y="708"/>
                                    <a:pt x="500" y="708"/>
                                    <a:pt x="500" y="708"/>
                                  </a:cubicBezTo>
                                  <a:cubicBezTo>
                                    <a:pt x="500" y="708"/>
                                    <a:pt x="499" y="708"/>
                                    <a:pt x="499" y="708"/>
                                  </a:cubicBezTo>
                                  <a:cubicBezTo>
                                    <a:pt x="499" y="708"/>
                                    <a:pt x="500" y="709"/>
                                    <a:pt x="500" y="709"/>
                                  </a:cubicBezTo>
                                  <a:cubicBezTo>
                                    <a:pt x="500" y="709"/>
                                    <a:pt x="501" y="709"/>
                                    <a:pt x="501" y="709"/>
                                  </a:cubicBezTo>
                                  <a:cubicBezTo>
                                    <a:pt x="501" y="709"/>
                                    <a:pt x="501" y="710"/>
                                    <a:pt x="502" y="710"/>
                                  </a:cubicBezTo>
                                  <a:cubicBezTo>
                                    <a:pt x="502" y="710"/>
                                    <a:pt x="503" y="710"/>
                                    <a:pt x="504" y="710"/>
                                  </a:cubicBezTo>
                                  <a:cubicBezTo>
                                    <a:pt x="504" y="710"/>
                                    <a:pt x="504" y="710"/>
                                    <a:pt x="504" y="710"/>
                                  </a:cubicBezTo>
                                  <a:cubicBezTo>
                                    <a:pt x="504" y="710"/>
                                    <a:pt x="504" y="711"/>
                                    <a:pt x="504" y="711"/>
                                  </a:cubicBezTo>
                                  <a:cubicBezTo>
                                    <a:pt x="504" y="711"/>
                                    <a:pt x="505" y="712"/>
                                    <a:pt x="505" y="712"/>
                                  </a:cubicBezTo>
                                  <a:cubicBezTo>
                                    <a:pt x="505" y="712"/>
                                    <a:pt x="505" y="712"/>
                                    <a:pt x="505" y="712"/>
                                  </a:cubicBezTo>
                                  <a:cubicBezTo>
                                    <a:pt x="505" y="713"/>
                                    <a:pt x="505" y="713"/>
                                    <a:pt x="505" y="713"/>
                                  </a:cubicBezTo>
                                  <a:cubicBezTo>
                                    <a:pt x="506" y="712"/>
                                    <a:pt x="507" y="712"/>
                                    <a:pt x="507" y="712"/>
                                  </a:cubicBezTo>
                                  <a:cubicBezTo>
                                    <a:pt x="508" y="711"/>
                                    <a:pt x="508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2"/>
                                  </a:cubicBezTo>
                                  <a:cubicBezTo>
                                    <a:pt x="509" y="712"/>
                                    <a:pt x="510" y="712"/>
                                    <a:pt x="510" y="711"/>
                                  </a:cubicBezTo>
                                  <a:cubicBezTo>
                                    <a:pt x="510" y="711"/>
                                    <a:pt x="510" y="711"/>
                                    <a:pt x="510" y="711"/>
                                  </a:cubicBezTo>
                                  <a:cubicBezTo>
                                    <a:pt x="511" y="711"/>
                                    <a:pt x="511" y="711"/>
                                    <a:pt x="511" y="711"/>
                                  </a:cubicBezTo>
                                  <a:cubicBezTo>
                                    <a:pt x="511" y="711"/>
                                    <a:pt x="511" y="712"/>
                                    <a:pt x="511" y="712"/>
                                  </a:cubicBezTo>
                                  <a:cubicBezTo>
                                    <a:pt x="511" y="712"/>
                                    <a:pt x="511" y="712"/>
                                    <a:pt x="511" y="712"/>
                                  </a:cubicBezTo>
                                  <a:cubicBezTo>
                                    <a:pt x="511" y="712"/>
                                    <a:pt x="512" y="712"/>
                                    <a:pt x="512" y="712"/>
                                  </a:cubicBezTo>
                                  <a:cubicBezTo>
                                    <a:pt x="512" y="712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1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2"/>
                                    <a:pt x="511" y="712"/>
                                  </a:cubicBezTo>
                                  <a:cubicBezTo>
                                    <a:pt x="511" y="712"/>
                                    <a:pt x="511" y="713"/>
                                    <a:pt x="510" y="713"/>
                                  </a:cubicBezTo>
                                  <a:cubicBezTo>
                                    <a:pt x="510" y="713"/>
                                    <a:pt x="510" y="714"/>
                                    <a:pt x="510" y="715"/>
                                  </a:cubicBezTo>
                                  <a:cubicBezTo>
                                    <a:pt x="510" y="715"/>
                                    <a:pt x="510" y="716"/>
                                    <a:pt x="509" y="716"/>
                                  </a:cubicBezTo>
                                  <a:cubicBezTo>
                                    <a:pt x="509" y="717"/>
                                    <a:pt x="508" y="718"/>
                                    <a:pt x="508" y="718"/>
                                  </a:cubicBezTo>
                                  <a:cubicBezTo>
                                    <a:pt x="507" y="718"/>
                                    <a:pt x="507" y="718"/>
                                    <a:pt x="507" y="719"/>
                                  </a:cubicBezTo>
                                  <a:cubicBezTo>
                                    <a:pt x="507" y="718"/>
                                    <a:pt x="507" y="718"/>
                                    <a:pt x="508" y="718"/>
                                  </a:cubicBezTo>
                                  <a:cubicBezTo>
                                    <a:pt x="508" y="718"/>
                                    <a:pt x="508" y="718"/>
                                    <a:pt x="508" y="718"/>
                                  </a:cubicBezTo>
                                  <a:cubicBezTo>
                                    <a:pt x="508" y="718"/>
                                    <a:pt x="508" y="718"/>
                                    <a:pt x="508" y="719"/>
                                  </a:cubicBezTo>
                                  <a:cubicBezTo>
                                    <a:pt x="508" y="719"/>
                                    <a:pt x="508" y="719"/>
                                    <a:pt x="509" y="718"/>
                                  </a:cubicBezTo>
                                  <a:cubicBezTo>
                                    <a:pt x="509" y="718"/>
                                    <a:pt x="510" y="718"/>
                                    <a:pt x="510" y="718"/>
                                  </a:cubicBezTo>
                                  <a:cubicBezTo>
                                    <a:pt x="510" y="718"/>
                                    <a:pt x="511" y="718"/>
                                    <a:pt x="511" y="719"/>
                                  </a:cubicBezTo>
                                  <a:cubicBezTo>
                                    <a:pt x="511" y="719"/>
                                    <a:pt x="510" y="719"/>
                                    <a:pt x="510" y="719"/>
                                  </a:cubicBezTo>
                                  <a:cubicBezTo>
                                    <a:pt x="510" y="719"/>
                                    <a:pt x="511" y="719"/>
                                    <a:pt x="511" y="719"/>
                                  </a:cubicBezTo>
                                  <a:cubicBezTo>
                                    <a:pt x="511" y="719"/>
                                    <a:pt x="511" y="719"/>
                                    <a:pt x="511" y="720"/>
                                  </a:cubicBezTo>
                                  <a:cubicBezTo>
                                    <a:pt x="510" y="720"/>
                                    <a:pt x="510" y="720"/>
                                    <a:pt x="510" y="720"/>
                                  </a:cubicBezTo>
                                  <a:cubicBezTo>
                                    <a:pt x="510" y="720"/>
                                    <a:pt x="510" y="721"/>
                                    <a:pt x="510" y="721"/>
                                  </a:cubicBezTo>
                                  <a:cubicBezTo>
                                    <a:pt x="510" y="721"/>
                                    <a:pt x="510" y="721"/>
                                    <a:pt x="510" y="721"/>
                                  </a:cubicBezTo>
                                  <a:cubicBezTo>
                                    <a:pt x="510" y="722"/>
                                    <a:pt x="510" y="722"/>
                                    <a:pt x="510" y="722"/>
                                  </a:cubicBezTo>
                                  <a:cubicBezTo>
                                    <a:pt x="510" y="722"/>
                                    <a:pt x="510" y="722"/>
                                    <a:pt x="511" y="722"/>
                                  </a:cubicBezTo>
                                  <a:cubicBezTo>
                                    <a:pt x="511" y="722"/>
                                    <a:pt x="511" y="722"/>
                                    <a:pt x="511" y="722"/>
                                  </a:cubicBezTo>
                                  <a:cubicBezTo>
                                    <a:pt x="511" y="722"/>
                                    <a:pt x="511" y="722"/>
                                    <a:pt x="511" y="723"/>
                                  </a:cubicBezTo>
                                  <a:cubicBezTo>
                                    <a:pt x="511" y="723"/>
                                    <a:pt x="511" y="724"/>
                                    <a:pt x="511" y="724"/>
                                  </a:cubicBezTo>
                                  <a:cubicBezTo>
                                    <a:pt x="512" y="724"/>
                                    <a:pt x="512" y="725"/>
                                    <a:pt x="512" y="725"/>
                                  </a:cubicBezTo>
                                  <a:cubicBezTo>
                                    <a:pt x="512" y="725"/>
                                    <a:pt x="512" y="725"/>
                                    <a:pt x="512" y="725"/>
                                  </a:cubicBezTo>
                                  <a:cubicBezTo>
                                    <a:pt x="512" y="726"/>
                                    <a:pt x="512" y="726"/>
                                    <a:pt x="513" y="726"/>
                                  </a:cubicBezTo>
                                  <a:cubicBezTo>
                                    <a:pt x="513" y="726"/>
                                    <a:pt x="512" y="726"/>
                                    <a:pt x="513" y="726"/>
                                  </a:cubicBezTo>
                                  <a:cubicBezTo>
                                    <a:pt x="513" y="726"/>
                                    <a:pt x="513" y="726"/>
                                    <a:pt x="513" y="726"/>
                                  </a:cubicBezTo>
                                  <a:cubicBezTo>
                                    <a:pt x="514" y="726"/>
                                    <a:pt x="514" y="726"/>
                                    <a:pt x="515" y="727"/>
                                  </a:cubicBezTo>
                                  <a:cubicBezTo>
                                    <a:pt x="515" y="727"/>
                                    <a:pt x="516" y="727"/>
                                    <a:pt x="516" y="727"/>
                                  </a:cubicBezTo>
                                  <a:cubicBezTo>
                                    <a:pt x="517" y="727"/>
                                    <a:pt x="517" y="727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6" y="728"/>
                                  </a:cubicBezTo>
                                  <a:cubicBezTo>
                                    <a:pt x="516" y="728"/>
                                    <a:pt x="516" y="728"/>
                                    <a:pt x="516" y="728"/>
                                  </a:cubicBezTo>
                                  <a:cubicBezTo>
                                    <a:pt x="516" y="728"/>
                                    <a:pt x="516" y="729"/>
                                    <a:pt x="516" y="729"/>
                                  </a:cubicBezTo>
                                  <a:cubicBezTo>
                                    <a:pt x="516" y="729"/>
                                    <a:pt x="516" y="729"/>
                                    <a:pt x="517" y="729"/>
                                  </a:cubicBezTo>
                                  <a:cubicBezTo>
                                    <a:pt x="517" y="729"/>
                                    <a:pt x="517" y="729"/>
                                    <a:pt x="517" y="730"/>
                                  </a:cubicBezTo>
                                  <a:cubicBezTo>
                                    <a:pt x="517" y="730"/>
                                    <a:pt x="517" y="730"/>
                                    <a:pt x="518" y="730"/>
                                  </a:cubicBezTo>
                                  <a:cubicBezTo>
                                    <a:pt x="518" y="730"/>
                                    <a:pt x="518" y="730"/>
                                    <a:pt x="519" y="730"/>
                                  </a:cubicBezTo>
                                  <a:cubicBezTo>
                                    <a:pt x="519" y="730"/>
                                    <a:pt x="520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0" y="731"/>
                                    <a:pt x="520" y="731"/>
                                    <a:pt x="520" y="732"/>
                                  </a:cubicBezTo>
                                  <a:cubicBezTo>
                                    <a:pt x="521" y="732"/>
                                    <a:pt x="521" y="732"/>
                                    <a:pt x="521" y="732"/>
                                  </a:cubicBezTo>
                                  <a:cubicBezTo>
                                    <a:pt x="522" y="731"/>
                                    <a:pt x="522" y="731"/>
                                    <a:pt x="522" y="731"/>
                                  </a:cubicBezTo>
                                  <a:cubicBezTo>
                                    <a:pt x="523" y="731"/>
                                    <a:pt x="523" y="731"/>
                                    <a:pt x="523" y="731"/>
                                  </a:cubicBezTo>
                                  <a:cubicBezTo>
                                    <a:pt x="523" y="731"/>
                                    <a:pt x="523" y="731"/>
                                    <a:pt x="523" y="731"/>
                                  </a:cubicBezTo>
                                  <a:cubicBezTo>
                                    <a:pt x="524" y="731"/>
                                    <a:pt x="524" y="731"/>
                                    <a:pt x="524" y="731"/>
                                  </a:cubicBezTo>
                                  <a:cubicBezTo>
                                    <a:pt x="524" y="731"/>
                                    <a:pt x="524" y="731"/>
                                    <a:pt x="524" y="731"/>
                                  </a:cubicBezTo>
                                  <a:cubicBezTo>
                                    <a:pt x="525" y="731"/>
                                    <a:pt x="525" y="732"/>
                                    <a:pt x="526" y="732"/>
                                  </a:cubicBezTo>
                                  <a:cubicBezTo>
                                    <a:pt x="526" y="732"/>
                                    <a:pt x="526" y="732"/>
                                    <a:pt x="526" y="732"/>
                                  </a:cubicBezTo>
                                  <a:cubicBezTo>
                                    <a:pt x="526" y="732"/>
                                    <a:pt x="527" y="732"/>
                                    <a:pt x="527" y="732"/>
                                  </a:cubicBezTo>
                                  <a:cubicBezTo>
                                    <a:pt x="528" y="732"/>
                                    <a:pt x="529" y="731"/>
                                    <a:pt x="530" y="730"/>
                                  </a:cubicBezTo>
                                  <a:cubicBezTo>
                                    <a:pt x="530" y="730"/>
                                    <a:pt x="530" y="731"/>
                                    <a:pt x="530" y="731"/>
                                  </a:cubicBezTo>
                                  <a:cubicBezTo>
                                    <a:pt x="530" y="731"/>
                                    <a:pt x="530" y="731"/>
                                    <a:pt x="530" y="732"/>
                                  </a:cubicBezTo>
                                  <a:cubicBezTo>
                                    <a:pt x="530" y="732"/>
                                    <a:pt x="530" y="732"/>
                                    <a:pt x="530" y="732"/>
                                  </a:cubicBezTo>
                                  <a:cubicBezTo>
                                    <a:pt x="530" y="732"/>
                                    <a:pt x="531" y="732"/>
                                    <a:pt x="531" y="732"/>
                                  </a:cubicBezTo>
                                  <a:cubicBezTo>
                                    <a:pt x="531" y="732"/>
                                    <a:pt x="531" y="732"/>
                                    <a:pt x="532" y="732"/>
                                  </a:cubicBezTo>
                                  <a:cubicBezTo>
                                    <a:pt x="532" y="732"/>
                                    <a:pt x="532" y="732"/>
                                    <a:pt x="532" y="732"/>
                                  </a:cubicBezTo>
                                  <a:cubicBezTo>
                                    <a:pt x="532" y="732"/>
                                    <a:pt x="533" y="732"/>
                                    <a:pt x="533" y="732"/>
                                  </a:cubicBezTo>
                                  <a:cubicBezTo>
                                    <a:pt x="533" y="731"/>
                                    <a:pt x="533" y="731"/>
                                    <a:pt x="533" y="731"/>
                                  </a:cubicBezTo>
                                  <a:cubicBezTo>
                                    <a:pt x="533" y="730"/>
                                    <a:pt x="533" y="730"/>
                                    <a:pt x="533" y="729"/>
                                  </a:cubicBezTo>
                                  <a:cubicBezTo>
                                    <a:pt x="533" y="729"/>
                                    <a:pt x="533" y="729"/>
                                    <a:pt x="533" y="729"/>
                                  </a:cubicBezTo>
                                  <a:cubicBezTo>
                                    <a:pt x="533" y="728"/>
                                    <a:pt x="533" y="728"/>
                                    <a:pt x="533" y="728"/>
                                  </a:cubicBezTo>
                                  <a:cubicBezTo>
                                    <a:pt x="533" y="728"/>
                                    <a:pt x="533" y="727"/>
                                    <a:pt x="533" y="727"/>
                                  </a:cubicBezTo>
                                  <a:cubicBezTo>
                                    <a:pt x="533" y="727"/>
                                    <a:pt x="534" y="727"/>
                                    <a:pt x="534" y="726"/>
                                  </a:cubicBezTo>
                                  <a:cubicBezTo>
                                    <a:pt x="535" y="726"/>
                                    <a:pt x="535" y="725"/>
                                    <a:pt x="536" y="724"/>
                                  </a:cubicBezTo>
                                  <a:cubicBezTo>
                                    <a:pt x="536" y="724"/>
                                    <a:pt x="536" y="723"/>
                                    <a:pt x="536" y="722"/>
                                  </a:cubicBezTo>
                                  <a:cubicBezTo>
                                    <a:pt x="537" y="722"/>
                                    <a:pt x="537" y="721"/>
                                    <a:pt x="537" y="721"/>
                                  </a:cubicBezTo>
                                  <a:cubicBezTo>
                                    <a:pt x="538" y="721"/>
                                    <a:pt x="538" y="720"/>
                                    <a:pt x="538" y="720"/>
                                  </a:cubicBezTo>
                                  <a:cubicBezTo>
                                    <a:pt x="538" y="719"/>
                                    <a:pt x="539" y="719"/>
                                    <a:pt x="539" y="719"/>
                                  </a:cubicBezTo>
                                  <a:cubicBezTo>
                                    <a:pt x="539" y="719"/>
                                    <a:pt x="539" y="719"/>
                                    <a:pt x="539" y="719"/>
                                  </a:cubicBezTo>
                                  <a:cubicBezTo>
                                    <a:pt x="539" y="719"/>
                                    <a:pt x="539" y="719"/>
                                    <a:pt x="540" y="719"/>
                                  </a:cubicBezTo>
                                  <a:cubicBezTo>
                                    <a:pt x="540" y="719"/>
                                    <a:pt x="540" y="719"/>
                                    <a:pt x="540" y="719"/>
                                  </a:cubicBezTo>
                                  <a:cubicBezTo>
                                    <a:pt x="540" y="719"/>
                                    <a:pt x="540" y="719"/>
                                    <a:pt x="540" y="720"/>
                                  </a:cubicBezTo>
                                  <a:cubicBezTo>
                                    <a:pt x="540" y="720"/>
                                    <a:pt x="540" y="720"/>
                                    <a:pt x="540" y="720"/>
                                  </a:cubicBezTo>
                                  <a:cubicBezTo>
                                    <a:pt x="540" y="720"/>
                                    <a:pt x="540" y="720"/>
                                    <a:pt x="541" y="720"/>
                                  </a:cubicBezTo>
                                  <a:cubicBezTo>
                                    <a:pt x="541" y="721"/>
                                    <a:pt x="541" y="721"/>
                                    <a:pt x="541" y="722"/>
                                  </a:cubicBezTo>
                                  <a:cubicBezTo>
                                    <a:pt x="541" y="722"/>
                                    <a:pt x="540" y="722"/>
                                    <a:pt x="540" y="722"/>
                                  </a:cubicBezTo>
                                  <a:cubicBezTo>
                                    <a:pt x="540" y="723"/>
                                    <a:pt x="540" y="723"/>
                                    <a:pt x="540" y="723"/>
                                  </a:cubicBezTo>
                                  <a:cubicBezTo>
                                    <a:pt x="540" y="723"/>
                                    <a:pt x="540" y="724"/>
                                    <a:pt x="540" y="724"/>
                                  </a:cubicBezTo>
                                  <a:cubicBezTo>
                                    <a:pt x="540" y="724"/>
                                    <a:pt x="540" y="724"/>
                                    <a:pt x="540" y="725"/>
                                  </a:cubicBezTo>
                                  <a:cubicBezTo>
                                    <a:pt x="540" y="725"/>
                                    <a:pt x="540" y="725"/>
                                    <a:pt x="539" y="725"/>
                                  </a:cubicBezTo>
                                  <a:cubicBezTo>
                                    <a:pt x="539" y="725"/>
                                    <a:pt x="539" y="726"/>
                                    <a:pt x="539" y="726"/>
                                  </a:cubicBezTo>
                                  <a:cubicBezTo>
                                    <a:pt x="539" y="726"/>
                                    <a:pt x="539" y="726"/>
                                    <a:pt x="539" y="726"/>
                                  </a:cubicBezTo>
                                  <a:cubicBezTo>
                                    <a:pt x="539" y="726"/>
                                    <a:pt x="539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7"/>
                                  </a:cubicBezTo>
                                  <a:cubicBezTo>
                                    <a:pt x="541" y="727"/>
                                    <a:pt x="541" y="727"/>
                                    <a:pt x="542" y="727"/>
                                  </a:cubicBezTo>
                                  <a:cubicBezTo>
                                    <a:pt x="542" y="727"/>
                                    <a:pt x="542" y="727"/>
                                    <a:pt x="542" y="727"/>
                                  </a:cubicBezTo>
                                  <a:cubicBezTo>
                                    <a:pt x="542" y="727"/>
                                    <a:pt x="543" y="726"/>
                                    <a:pt x="543" y="726"/>
                                  </a:cubicBezTo>
                                  <a:cubicBezTo>
                                    <a:pt x="543" y="726"/>
                                    <a:pt x="543" y="727"/>
                                    <a:pt x="543" y="727"/>
                                  </a:cubicBezTo>
                                  <a:cubicBezTo>
                                    <a:pt x="544" y="727"/>
                                    <a:pt x="544" y="727"/>
                                    <a:pt x="544" y="728"/>
                                  </a:cubicBezTo>
                                  <a:cubicBezTo>
                                    <a:pt x="544" y="728"/>
                                    <a:pt x="544" y="728"/>
                                    <a:pt x="544" y="728"/>
                                  </a:cubicBezTo>
                                  <a:cubicBezTo>
                                    <a:pt x="544" y="728"/>
                                    <a:pt x="544" y="728"/>
                                    <a:pt x="544" y="728"/>
                                  </a:cubicBezTo>
                                  <a:cubicBezTo>
                                    <a:pt x="544" y="728"/>
                                    <a:pt x="543" y="729"/>
                                    <a:pt x="543" y="729"/>
                                  </a:cubicBezTo>
                                  <a:cubicBezTo>
                                    <a:pt x="543" y="729"/>
                                    <a:pt x="543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30"/>
                                    <a:pt x="544" y="730"/>
                                  </a:cubicBezTo>
                                  <a:cubicBezTo>
                                    <a:pt x="543" y="730"/>
                                    <a:pt x="543" y="730"/>
                                    <a:pt x="543" y="730"/>
                                  </a:cubicBezTo>
                                  <a:cubicBezTo>
                                    <a:pt x="543" y="730"/>
                                    <a:pt x="542" y="730"/>
                                    <a:pt x="542" y="730"/>
                                  </a:cubicBezTo>
                                  <a:cubicBezTo>
                                    <a:pt x="542" y="730"/>
                                    <a:pt x="542" y="730"/>
                                    <a:pt x="542" y="730"/>
                                  </a:cubicBezTo>
                                  <a:cubicBezTo>
                                    <a:pt x="542" y="730"/>
                                    <a:pt x="542" y="731"/>
                                    <a:pt x="542" y="731"/>
                                  </a:cubicBezTo>
                                  <a:cubicBezTo>
                                    <a:pt x="542" y="731"/>
                                    <a:pt x="541" y="731"/>
                                    <a:pt x="541" y="732"/>
                                  </a:cubicBezTo>
                                  <a:cubicBezTo>
                                    <a:pt x="541" y="732"/>
                                    <a:pt x="540" y="732"/>
                                    <a:pt x="539" y="733"/>
                                  </a:cubicBezTo>
                                  <a:cubicBezTo>
                                    <a:pt x="539" y="733"/>
                                    <a:pt x="539" y="733"/>
                                    <a:pt x="539" y="733"/>
                                  </a:cubicBezTo>
                                  <a:cubicBezTo>
                                    <a:pt x="539" y="733"/>
                                    <a:pt x="538" y="733"/>
                                    <a:pt x="538" y="733"/>
                                  </a:cubicBezTo>
                                  <a:cubicBezTo>
                                    <a:pt x="538" y="733"/>
                                    <a:pt x="538" y="733"/>
                                    <a:pt x="538" y="733"/>
                                  </a:cubicBezTo>
                                  <a:cubicBezTo>
                                    <a:pt x="538" y="733"/>
                                    <a:pt x="538" y="733"/>
                                    <a:pt x="538" y="733"/>
                                  </a:cubicBezTo>
                                  <a:cubicBezTo>
                                    <a:pt x="537" y="733"/>
                                    <a:pt x="537" y="733"/>
                                    <a:pt x="537" y="733"/>
                                  </a:cubicBezTo>
                                  <a:cubicBezTo>
                                    <a:pt x="537" y="733"/>
                                    <a:pt x="537" y="733"/>
                                    <a:pt x="537" y="733"/>
                                  </a:cubicBezTo>
                                  <a:cubicBezTo>
                                    <a:pt x="537" y="732"/>
                                    <a:pt x="537" y="732"/>
                                    <a:pt x="536" y="732"/>
                                  </a:cubicBezTo>
                                  <a:cubicBezTo>
                                    <a:pt x="536" y="733"/>
                                    <a:pt x="536" y="733"/>
                                    <a:pt x="535" y="733"/>
                                  </a:cubicBezTo>
                                  <a:cubicBezTo>
                                    <a:pt x="535" y="733"/>
                                    <a:pt x="535" y="733"/>
                                    <a:pt x="535" y="733"/>
                                  </a:cubicBezTo>
                                  <a:cubicBezTo>
                                    <a:pt x="535" y="733"/>
                                    <a:pt x="535" y="733"/>
                                    <a:pt x="535" y="733"/>
                                  </a:cubicBezTo>
                                  <a:cubicBezTo>
                                    <a:pt x="535" y="733"/>
                                    <a:pt x="534" y="733"/>
                                    <a:pt x="534" y="733"/>
                                  </a:cubicBezTo>
                                  <a:cubicBezTo>
                                    <a:pt x="534" y="733"/>
                                    <a:pt x="534" y="733"/>
                                    <a:pt x="534" y="733"/>
                                  </a:cubicBezTo>
                                  <a:cubicBezTo>
                                    <a:pt x="534" y="733"/>
                                    <a:pt x="534" y="733"/>
                                    <a:pt x="534" y="734"/>
                                  </a:cubicBezTo>
                                  <a:cubicBezTo>
                                    <a:pt x="534" y="734"/>
                                    <a:pt x="534" y="734"/>
                                    <a:pt x="534" y="734"/>
                                  </a:cubicBezTo>
                                  <a:cubicBezTo>
                                    <a:pt x="534" y="734"/>
                                    <a:pt x="534" y="735"/>
                                    <a:pt x="533" y="735"/>
                                  </a:cubicBezTo>
                                  <a:cubicBezTo>
                                    <a:pt x="533" y="735"/>
                                    <a:pt x="533" y="735"/>
                                    <a:pt x="533" y="735"/>
                                  </a:cubicBezTo>
                                  <a:cubicBezTo>
                                    <a:pt x="533" y="735"/>
                                    <a:pt x="533" y="735"/>
                                    <a:pt x="533" y="735"/>
                                  </a:cubicBezTo>
                                  <a:cubicBezTo>
                                    <a:pt x="534" y="735"/>
                                    <a:pt x="535" y="735"/>
                                    <a:pt x="535" y="735"/>
                                  </a:cubicBezTo>
                                  <a:cubicBezTo>
                                    <a:pt x="536" y="735"/>
                                    <a:pt x="536" y="735"/>
                                    <a:pt x="536" y="735"/>
                                  </a:cubicBezTo>
                                  <a:cubicBezTo>
                                    <a:pt x="536" y="735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5" y="736"/>
                                    <a:pt x="535" y="736"/>
                                  </a:cubicBezTo>
                                  <a:cubicBezTo>
                                    <a:pt x="535" y="736"/>
                                    <a:pt x="535" y="736"/>
                                    <a:pt x="535" y="736"/>
                                  </a:cubicBezTo>
                                  <a:cubicBezTo>
                                    <a:pt x="535" y="736"/>
                                    <a:pt x="534" y="736"/>
                                    <a:pt x="534" y="736"/>
                                  </a:cubicBezTo>
                                  <a:cubicBezTo>
                                    <a:pt x="534" y="736"/>
                                    <a:pt x="534" y="736"/>
                                    <a:pt x="534" y="737"/>
                                  </a:cubicBezTo>
                                  <a:cubicBezTo>
                                    <a:pt x="534" y="737"/>
                                    <a:pt x="534" y="737"/>
                                    <a:pt x="534" y="737"/>
                                  </a:cubicBezTo>
                                  <a:cubicBezTo>
                                    <a:pt x="534" y="737"/>
                                    <a:pt x="533" y="737"/>
                                    <a:pt x="533" y="737"/>
                                  </a:cubicBezTo>
                                  <a:cubicBezTo>
                                    <a:pt x="533" y="737"/>
                                    <a:pt x="532" y="737"/>
                                    <a:pt x="532" y="737"/>
                                  </a:cubicBezTo>
                                  <a:cubicBezTo>
                                    <a:pt x="531" y="737"/>
                                    <a:pt x="532" y="737"/>
                                    <a:pt x="532" y="737"/>
                                  </a:cubicBezTo>
                                  <a:cubicBezTo>
                                    <a:pt x="532" y="737"/>
                                    <a:pt x="532" y="737"/>
                                    <a:pt x="532" y="737"/>
                                  </a:cubicBezTo>
                                  <a:cubicBezTo>
                                    <a:pt x="531" y="737"/>
                                    <a:pt x="531" y="737"/>
                                    <a:pt x="531" y="737"/>
                                  </a:cubicBezTo>
                                  <a:cubicBezTo>
                                    <a:pt x="531" y="737"/>
                                    <a:pt x="530" y="738"/>
                                    <a:pt x="530" y="738"/>
                                  </a:cubicBezTo>
                                  <a:cubicBezTo>
                                    <a:pt x="530" y="738"/>
                                    <a:pt x="530" y="738"/>
                                    <a:pt x="530" y="738"/>
                                  </a:cubicBezTo>
                                  <a:cubicBezTo>
                                    <a:pt x="530" y="738"/>
                                    <a:pt x="530" y="738"/>
                                    <a:pt x="530" y="739"/>
                                  </a:cubicBezTo>
                                  <a:cubicBezTo>
                                    <a:pt x="529" y="739"/>
                                    <a:pt x="529" y="739"/>
                                    <a:pt x="529" y="739"/>
                                  </a:cubicBezTo>
                                  <a:cubicBezTo>
                                    <a:pt x="529" y="739"/>
                                    <a:pt x="528" y="739"/>
                                    <a:pt x="528" y="739"/>
                                  </a:cubicBezTo>
                                  <a:cubicBezTo>
                                    <a:pt x="527" y="739"/>
                                    <a:pt x="526" y="740"/>
                                    <a:pt x="525" y="740"/>
                                  </a:cubicBezTo>
                                  <a:cubicBezTo>
                                    <a:pt x="525" y="740"/>
                                    <a:pt x="525" y="740"/>
                                    <a:pt x="524" y="740"/>
                                  </a:cubicBezTo>
                                  <a:cubicBezTo>
                                    <a:pt x="524" y="741"/>
                                    <a:pt x="524" y="741"/>
                                    <a:pt x="524" y="741"/>
                                  </a:cubicBezTo>
                                  <a:cubicBezTo>
                                    <a:pt x="523" y="741"/>
                                    <a:pt x="523" y="741"/>
                                    <a:pt x="523" y="741"/>
                                  </a:cubicBezTo>
                                  <a:cubicBezTo>
                                    <a:pt x="523" y="741"/>
                                    <a:pt x="522" y="741"/>
                                    <a:pt x="522" y="741"/>
                                  </a:cubicBezTo>
                                  <a:cubicBezTo>
                                    <a:pt x="522" y="741"/>
                                    <a:pt x="522" y="741"/>
                                    <a:pt x="522" y="741"/>
                                  </a:cubicBezTo>
                                  <a:cubicBezTo>
                                    <a:pt x="522" y="741"/>
                                    <a:pt x="522" y="741"/>
                                    <a:pt x="521" y="741"/>
                                  </a:cubicBezTo>
                                  <a:cubicBezTo>
                                    <a:pt x="521" y="741"/>
                                    <a:pt x="521" y="741"/>
                                    <a:pt x="521" y="741"/>
                                  </a:cubicBezTo>
                                  <a:cubicBezTo>
                                    <a:pt x="521" y="741"/>
                                    <a:pt x="520" y="741"/>
                                    <a:pt x="520" y="741"/>
                                  </a:cubicBezTo>
                                  <a:cubicBezTo>
                                    <a:pt x="520" y="741"/>
                                    <a:pt x="520" y="741"/>
                                    <a:pt x="520" y="741"/>
                                  </a:cubicBezTo>
                                  <a:cubicBezTo>
                                    <a:pt x="520" y="741"/>
                                    <a:pt x="520" y="741"/>
                                    <a:pt x="521" y="742"/>
                                  </a:cubicBezTo>
                                  <a:cubicBezTo>
                                    <a:pt x="520" y="742"/>
                                    <a:pt x="520" y="742"/>
                                    <a:pt x="519" y="742"/>
                                  </a:cubicBezTo>
                                  <a:cubicBezTo>
                                    <a:pt x="519" y="742"/>
                                    <a:pt x="519" y="742"/>
                                    <a:pt x="519" y="743"/>
                                  </a:cubicBezTo>
                                  <a:cubicBezTo>
                                    <a:pt x="519" y="743"/>
                                    <a:pt x="519" y="743"/>
                                    <a:pt x="519" y="743"/>
                                  </a:cubicBezTo>
                                  <a:cubicBezTo>
                                    <a:pt x="519" y="743"/>
                                    <a:pt x="519" y="743"/>
                                    <a:pt x="519" y="743"/>
                                  </a:cubicBezTo>
                                  <a:cubicBezTo>
                                    <a:pt x="519" y="744"/>
                                    <a:pt x="519" y="744"/>
                                    <a:pt x="518" y="744"/>
                                  </a:cubicBezTo>
                                  <a:cubicBezTo>
                                    <a:pt x="518" y="743"/>
                                    <a:pt x="518" y="743"/>
                                    <a:pt x="518" y="743"/>
                                  </a:cubicBezTo>
                                  <a:cubicBezTo>
                                    <a:pt x="518" y="744"/>
                                    <a:pt x="518" y="744"/>
                                    <a:pt x="518" y="744"/>
                                  </a:cubicBezTo>
                                  <a:cubicBezTo>
                                    <a:pt x="518" y="744"/>
                                    <a:pt x="517" y="744"/>
                                    <a:pt x="517" y="744"/>
                                  </a:cubicBezTo>
                                  <a:cubicBezTo>
                                    <a:pt x="517" y="743"/>
                                    <a:pt x="517" y="743"/>
                                    <a:pt x="517" y="743"/>
                                  </a:cubicBezTo>
                                  <a:cubicBezTo>
                                    <a:pt x="517" y="743"/>
                                    <a:pt x="517" y="743"/>
                                    <a:pt x="517" y="743"/>
                                  </a:cubicBezTo>
                                  <a:cubicBezTo>
                                    <a:pt x="517" y="743"/>
                                    <a:pt x="517" y="742"/>
                                    <a:pt x="517" y="742"/>
                                  </a:cubicBezTo>
                                  <a:cubicBezTo>
                                    <a:pt x="516" y="742"/>
                                    <a:pt x="516" y="742"/>
                                    <a:pt x="516" y="742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5" y="743"/>
                                    <a:pt x="515" y="743"/>
                                  </a:cubicBezTo>
                                  <a:cubicBezTo>
                                    <a:pt x="515" y="743"/>
                                    <a:pt x="515" y="743"/>
                                    <a:pt x="515" y="743"/>
                                  </a:cubicBezTo>
                                  <a:cubicBezTo>
                                    <a:pt x="515" y="743"/>
                                    <a:pt x="515" y="743"/>
                                    <a:pt x="515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5"/>
                                    <a:pt x="514" y="745"/>
                                  </a:cubicBezTo>
                                  <a:cubicBezTo>
                                    <a:pt x="514" y="745"/>
                                    <a:pt x="513" y="746"/>
                                    <a:pt x="513" y="746"/>
                                  </a:cubicBezTo>
                                  <a:cubicBezTo>
                                    <a:pt x="513" y="746"/>
                                    <a:pt x="513" y="747"/>
                                    <a:pt x="512" y="747"/>
                                  </a:cubicBezTo>
                                  <a:cubicBezTo>
                                    <a:pt x="512" y="747"/>
                                    <a:pt x="512" y="747"/>
                                    <a:pt x="512" y="747"/>
                                  </a:cubicBezTo>
                                  <a:cubicBezTo>
                                    <a:pt x="512" y="747"/>
                                    <a:pt x="512" y="747"/>
                                    <a:pt x="512" y="748"/>
                                  </a:cubicBezTo>
                                  <a:cubicBezTo>
                                    <a:pt x="512" y="748"/>
                                    <a:pt x="511" y="748"/>
                                    <a:pt x="511" y="748"/>
                                  </a:cubicBezTo>
                                  <a:cubicBezTo>
                                    <a:pt x="511" y="748"/>
                                    <a:pt x="511" y="748"/>
                                    <a:pt x="511" y="748"/>
                                  </a:cubicBezTo>
                                  <a:cubicBezTo>
                                    <a:pt x="511" y="748"/>
                                    <a:pt x="511" y="749"/>
                                    <a:pt x="511" y="749"/>
                                  </a:cubicBezTo>
                                  <a:cubicBezTo>
                                    <a:pt x="511" y="749"/>
                                    <a:pt x="511" y="749"/>
                                    <a:pt x="511" y="750"/>
                                  </a:cubicBezTo>
                                  <a:cubicBezTo>
                                    <a:pt x="510" y="750"/>
                                    <a:pt x="510" y="750"/>
                                    <a:pt x="510" y="750"/>
                                  </a:cubicBezTo>
                                  <a:cubicBezTo>
                                    <a:pt x="510" y="750"/>
                                    <a:pt x="510" y="750"/>
                                    <a:pt x="509" y="750"/>
                                  </a:cubicBezTo>
                                  <a:cubicBezTo>
                                    <a:pt x="509" y="750"/>
                                    <a:pt x="509" y="750"/>
                                    <a:pt x="509" y="750"/>
                                  </a:cubicBezTo>
                                  <a:cubicBezTo>
                                    <a:pt x="509" y="750"/>
                                    <a:pt x="509" y="750"/>
                                    <a:pt x="509" y="750"/>
                                  </a:cubicBezTo>
                                  <a:cubicBezTo>
                                    <a:pt x="509" y="751"/>
                                    <a:pt x="509" y="751"/>
                                    <a:pt x="509" y="751"/>
                                  </a:cubicBezTo>
                                  <a:cubicBezTo>
                                    <a:pt x="509" y="751"/>
                                    <a:pt x="508" y="751"/>
                                    <a:pt x="508" y="751"/>
                                  </a:cubicBezTo>
                                  <a:cubicBezTo>
                                    <a:pt x="508" y="751"/>
                                    <a:pt x="508" y="751"/>
                                    <a:pt x="508" y="751"/>
                                  </a:cubicBezTo>
                                  <a:cubicBezTo>
                                    <a:pt x="508" y="751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7" y="751"/>
                                    <a:pt x="507" y="751"/>
                                    <a:pt x="507" y="751"/>
                                  </a:cubicBezTo>
                                  <a:cubicBezTo>
                                    <a:pt x="507" y="751"/>
                                    <a:pt x="507" y="751"/>
                                    <a:pt x="507" y="751"/>
                                  </a:cubicBezTo>
                                  <a:cubicBezTo>
                                    <a:pt x="507" y="752"/>
                                    <a:pt x="507" y="752"/>
                                    <a:pt x="507" y="752"/>
                                  </a:cubicBezTo>
                                  <a:cubicBezTo>
                                    <a:pt x="507" y="752"/>
                                    <a:pt x="507" y="752"/>
                                    <a:pt x="506" y="752"/>
                                  </a:cubicBezTo>
                                  <a:cubicBezTo>
                                    <a:pt x="506" y="752"/>
                                    <a:pt x="506" y="752"/>
                                    <a:pt x="506" y="752"/>
                                  </a:cubicBezTo>
                                  <a:cubicBezTo>
                                    <a:pt x="506" y="752"/>
                                    <a:pt x="506" y="753"/>
                                    <a:pt x="506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3"/>
                                  </a:cubicBezTo>
                                  <a:cubicBezTo>
                                    <a:pt x="505" y="753"/>
                                    <a:pt x="505" y="753"/>
                                    <a:pt x="505" y="753"/>
                                  </a:cubicBezTo>
                                  <a:cubicBezTo>
                                    <a:pt x="505" y="753"/>
                                    <a:pt x="505" y="752"/>
                                    <a:pt x="505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1"/>
                                  </a:cubicBezTo>
                                  <a:cubicBezTo>
                                    <a:pt x="504" y="751"/>
                                    <a:pt x="504" y="751"/>
                                    <a:pt x="504" y="750"/>
                                  </a:cubicBezTo>
                                  <a:cubicBezTo>
                                    <a:pt x="504" y="750"/>
                                    <a:pt x="503" y="750"/>
                                    <a:pt x="503" y="750"/>
                                  </a:cubicBezTo>
                                  <a:cubicBezTo>
                                    <a:pt x="503" y="750"/>
                                    <a:pt x="503" y="750"/>
                                    <a:pt x="503" y="750"/>
                                  </a:cubicBezTo>
                                  <a:cubicBezTo>
                                    <a:pt x="503" y="750"/>
                                    <a:pt x="503" y="750"/>
                                    <a:pt x="503" y="750"/>
                                  </a:cubicBezTo>
                                  <a:cubicBezTo>
                                    <a:pt x="502" y="751"/>
                                    <a:pt x="502" y="750"/>
                                    <a:pt x="502" y="750"/>
                                  </a:cubicBezTo>
                                  <a:cubicBezTo>
                                    <a:pt x="502" y="750"/>
                                    <a:pt x="502" y="750"/>
                                    <a:pt x="502" y="749"/>
                                  </a:cubicBezTo>
                                  <a:cubicBezTo>
                                    <a:pt x="501" y="749"/>
                                    <a:pt x="502" y="749"/>
                                    <a:pt x="502" y="749"/>
                                  </a:cubicBezTo>
                                  <a:cubicBezTo>
                                    <a:pt x="502" y="748"/>
                                    <a:pt x="501" y="747"/>
                                    <a:pt x="501" y="747"/>
                                  </a:cubicBezTo>
                                  <a:cubicBezTo>
                                    <a:pt x="501" y="746"/>
                                    <a:pt x="502" y="746"/>
                                    <a:pt x="502" y="746"/>
                                  </a:cubicBezTo>
                                  <a:cubicBezTo>
                                    <a:pt x="502" y="745"/>
                                    <a:pt x="502" y="745"/>
                                    <a:pt x="502" y="744"/>
                                  </a:cubicBezTo>
                                  <a:cubicBezTo>
                                    <a:pt x="502" y="744"/>
                                    <a:pt x="502" y="744"/>
                                    <a:pt x="502" y="744"/>
                                  </a:cubicBezTo>
                                  <a:cubicBezTo>
                                    <a:pt x="502" y="743"/>
                                    <a:pt x="502" y="743"/>
                                    <a:pt x="502" y="743"/>
                                  </a:cubicBezTo>
                                  <a:cubicBezTo>
                                    <a:pt x="503" y="743"/>
                                    <a:pt x="503" y="743"/>
                                    <a:pt x="503" y="743"/>
                                  </a:cubicBezTo>
                                  <a:cubicBezTo>
                                    <a:pt x="503" y="742"/>
                                    <a:pt x="503" y="742"/>
                                    <a:pt x="503" y="742"/>
                                  </a:cubicBezTo>
                                  <a:cubicBezTo>
                                    <a:pt x="503" y="742"/>
                                    <a:pt x="503" y="742"/>
                                    <a:pt x="503" y="742"/>
                                  </a:cubicBezTo>
                                  <a:cubicBezTo>
                                    <a:pt x="503" y="742"/>
                                    <a:pt x="504" y="742"/>
                                    <a:pt x="504" y="742"/>
                                  </a:cubicBezTo>
                                  <a:cubicBezTo>
                                    <a:pt x="504" y="742"/>
                                    <a:pt x="504" y="742"/>
                                    <a:pt x="504" y="742"/>
                                  </a:cubicBezTo>
                                  <a:cubicBezTo>
                                    <a:pt x="504" y="742"/>
                                    <a:pt x="505" y="742"/>
                                    <a:pt x="505" y="742"/>
                                  </a:cubicBezTo>
                                  <a:cubicBezTo>
                                    <a:pt x="505" y="742"/>
                                    <a:pt x="505" y="741"/>
                                    <a:pt x="506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6" y="740"/>
                                    <a:pt x="508" y="739"/>
                                    <a:pt x="510" y="738"/>
                                  </a:cubicBezTo>
                                  <a:cubicBezTo>
                                    <a:pt x="510" y="738"/>
                                    <a:pt x="510" y="737"/>
                                    <a:pt x="511" y="737"/>
                                  </a:cubicBezTo>
                                  <a:cubicBezTo>
                                    <a:pt x="511" y="737"/>
                                    <a:pt x="511" y="737"/>
                                    <a:pt x="511" y="737"/>
                                  </a:cubicBezTo>
                                  <a:cubicBezTo>
                                    <a:pt x="512" y="736"/>
                                    <a:pt x="513" y="736"/>
                                    <a:pt x="513" y="736"/>
                                  </a:cubicBezTo>
                                  <a:cubicBezTo>
                                    <a:pt x="513" y="736"/>
                                    <a:pt x="513" y="737"/>
                                    <a:pt x="514" y="737"/>
                                  </a:cubicBezTo>
                                  <a:cubicBezTo>
                                    <a:pt x="514" y="737"/>
                                    <a:pt x="514" y="737"/>
                                    <a:pt x="514" y="737"/>
                                  </a:cubicBezTo>
                                  <a:cubicBezTo>
                                    <a:pt x="514" y="737"/>
                                    <a:pt x="514" y="738"/>
                                    <a:pt x="515" y="738"/>
                                  </a:cubicBezTo>
                                  <a:cubicBezTo>
                                    <a:pt x="515" y="738"/>
                                    <a:pt x="515" y="738"/>
                                    <a:pt x="515" y="738"/>
                                  </a:cubicBezTo>
                                  <a:cubicBezTo>
                                    <a:pt x="515" y="738"/>
                                    <a:pt x="515" y="738"/>
                                    <a:pt x="515" y="737"/>
                                  </a:cubicBezTo>
                                  <a:cubicBezTo>
                                    <a:pt x="515" y="737"/>
                                    <a:pt x="515" y="737"/>
                                    <a:pt x="515" y="737"/>
                                  </a:cubicBezTo>
                                  <a:cubicBezTo>
                                    <a:pt x="515" y="736"/>
                                    <a:pt x="515" y="736"/>
                                    <a:pt x="516" y="736"/>
                                  </a:cubicBezTo>
                                  <a:cubicBezTo>
                                    <a:pt x="517" y="736"/>
                                    <a:pt x="517" y="736"/>
                                    <a:pt x="518" y="735"/>
                                  </a:cubicBezTo>
                                  <a:cubicBezTo>
                                    <a:pt x="519" y="735"/>
                                    <a:pt x="519" y="735"/>
                                    <a:pt x="519" y="735"/>
                                  </a:cubicBezTo>
                                  <a:cubicBezTo>
                                    <a:pt x="520" y="735"/>
                                    <a:pt x="520" y="735"/>
                                    <a:pt x="520" y="735"/>
                                  </a:cubicBezTo>
                                  <a:cubicBezTo>
                                    <a:pt x="519" y="735"/>
                                    <a:pt x="518" y="735"/>
                                    <a:pt x="518" y="735"/>
                                  </a:cubicBezTo>
                                  <a:cubicBezTo>
                                    <a:pt x="518" y="735"/>
                                    <a:pt x="517" y="735"/>
                                    <a:pt x="517" y="735"/>
                                  </a:cubicBezTo>
                                  <a:cubicBezTo>
                                    <a:pt x="517" y="735"/>
                                    <a:pt x="517" y="735"/>
                                    <a:pt x="517" y="735"/>
                                  </a:cubicBezTo>
                                  <a:cubicBezTo>
                                    <a:pt x="517" y="735"/>
                                    <a:pt x="517" y="735"/>
                                    <a:pt x="517" y="735"/>
                                  </a:cubicBezTo>
                                  <a:cubicBezTo>
                                    <a:pt x="516" y="735"/>
                                    <a:pt x="516" y="735"/>
                                    <a:pt x="515" y="735"/>
                                  </a:cubicBezTo>
                                  <a:cubicBezTo>
                                    <a:pt x="515" y="735"/>
                                    <a:pt x="515" y="735"/>
                                    <a:pt x="514" y="735"/>
                                  </a:cubicBezTo>
                                  <a:cubicBezTo>
                                    <a:pt x="514" y="735"/>
                                    <a:pt x="513" y="735"/>
                                    <a:pt x="513" y="735"/>
                                  </a:cubicBezTo>
                                  <a:cubicBezTo>
                                    <a:pt x="512" y="735"/>
                                    <a:pt x="512" y="735"/>
                                    <a:pt x="511" y="735"/>
                                  </a:cubicBezTo>
                                  <a:cubicBezTo>
                                    <a:pt x="511" y="735"/>
                                    <a:pt x="511" y="735"/>
                                    <a:pt x="511" y="735"/>
                                  </a:cubicBezTo>
                                  <a:cubicBezTo>
                                    <a:pt x="511" y="736"/>
                                    <a:pt x="511" y="736"/>
                                    <a:pt x="511" y="735"/>
                                  </a:cubicBezTo>
                                  <a:cubicBezTo>
                                    <a:pt x="511" y="735"/>
                                    <a:pt x="511" y="735"/>
                                    <a:pt x="511" y="735"/>
                                  </a:cubicBezTo>
                                  <a:cubicBezTo>
                                    <a:pt x="511" y="735"/>
                                    <a:pt x="510" y="735"/>
                                    <a:pt x="510" y="735"/>
                                  </a:cubicBezTo>
                                  <a:cubicBezTo>
                                    <a:pt x="510" y="735"/>
                                    <a:pt x="510" y="734"/>
                                    <a:pt x="510" y="734"/>
                                  </a:cubicBezTo>
                                  <a:cubicBezTo>
                                    <a:pt x="510" y="734"/>
                                    <a:pt x="511" y="734"/>
                                    <a:pt x="511" y="734"/>
                                  </a:cubicBezTo>
                                  <a:cubicBezTo>
                                    <a:pt x="511" y="733"/>
                                    <a:pt x="512" y="733"/>
                                    <a:pt x="512" y="733"/>
                                  </a:cubicBezTo>
                                  <a:cubicBezTo>
                                    <a:pt x="512" y="732"/>
                                    <a:pt x="513" y="731"/>
                                    <a:pt x="514" y="730"/>
                                  </a:cubicBezTo>
                                  <a:cubicBezTo>
                                    <a:pt x="514" y="730"/>
                                    <a:pt x="514" y="730"/>
                                    <a:pt x="514" y="730"/>
                                  </a:cubicBezTo>
                                  <a:cubicBezTo>
                                    <a:pt x="513" y="730"/>
                                    <a:pt x="513" y="730"/>
                                    <a:pt x="513" y="731"/>
                                  </a:cubicBezTo>
                                  <a:cubicBezTo>
                                    <a:pt x="513" y="731"/>
                                    <a:pt x="513" y="731"/>
                                    <a:pt x="513" y="731"/>
                                  </a:cubicBezTo>
                                  <a:cubicBezTo>
                                    <a:pt x="513" y="731"/>
                                    <a:pt x="513" y="731"/>
                                    <a:pt x="513" y="731"/>
                                  </a:cubicBezTo>
                                  <a:cubicBezTo>
                                    <a:pt x="512" y="730"/>
                                    <a:pt x="512" y="730"/>
                                    <a:pt x="511" y="729"/>
                                  </a:cubicBezTo>
                                  <a:cubicBezTo>
                                    <a:pt x="511" y="730"/>
                                    <a:pt x="511" y="730"/>
                                    <a:pt x="512" y="730"/>
                                  </a:cubicBezTo>
                                  <a:cubicBezTo>
                                    <a:pt x="512" y="730"/>
                                    <a:pt x="512" y="730"/>
                                    <a:pt x="512" y="730"/>
                                  </a:cubicBezTo>
                                  <a:cubicBezTo>
                                    <a:pt x="512" y="730"/>
                                    <a:pt x="512" y="730"/>
                                    <a:pt x="512" y="731"/>
                                  </a:cubicBezTo>
                                  <a:cubicBezTo>
                                    <a:pt x="512" y="731"/>
                                    <a:pt x="511" y="732"/>
                                    <a:pt x="510" y="733"/>
                                  </a:cubicBezTo>
                                  <a:cubicBezTo>
                                    <a:pt x="510" y="733"/>
                                    <a:pt x="509" y="733"/>
                                    <a:pt x="508" y="734"/>
                                  </a:cubicBezTo>
                                  <a:cubicBezTo>
                                    <a:pt x="507" y="734"/>
                                    <a:pt x="506" y="735"/>
                                    <a:pt x="506" y="735"/>
                                  </a:cubicBezTo>
                                  <a:cubicBezTo>
                                    <a:pt x="505" y="736"/>
                                    <a:pt x="504" y="736"/>
                                    <a:pt x="504" y="736"/>
                                  </a:cubicBezTo>
                                  <a:cubicBezTo>
                                    <a:pt x="503" y="737"/>
                                    <a:pt x="503" y="737"/>
                                    <a:pt x="503" y="737"/>
                                  </a:cubicBezTo>
                                  <a:cubicBezTo>
                                    <a:pt x="503" y="737"/>
                                    <a:pt x="503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5"/>
                                    <a:pt x="503" y="735"/>
                                  </a:cubicBezTo>
                                  <a:cubicBezTo>
                                    <a:pt x="503" y="735"/>
                                    <a:pt x="503" y="735"/>
                                    <a:pt x="503" y="734"/>
                                  </a:cubicBezTo>
                                  <a:cubicBezTo>
                                    <a:pt x="502" y="734"/>
                                    <a:pt x="502" y="734"/>
                                    <a:pt x="502" y="735"/>
                                  </a:cubicBezTo>
                                  <a:cubicBezTo>
                                    <a:pt x="502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6"/>
                                    <a:pt x="501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6"/>
                                    <a:pt x="502" y="736"/>
                                  </a:cubicBezTo>
                                  <a:cubicBezTo>
                                    <a:pt x="502" y="736"/>
                                    <a:pt x="501" y="737"/>
                                    <a:pt x="501" y="737"/>
                                  </a:cubicBezTo>
                                  <a:cubicBezTo>
                                    <a:pt x="501" y="737"/>
                                    <a:pt x="500" y="737"/>
                                    <a:pt x="500" y="737"/>
                                  </a:cubicBezTo>
                                  <a:cubicBezTo>
                                    <a:pt x="500" y="738"/>
                                    <a:pt x="500" y="738"/>
                                    <a:pt x="500" y="738"/>
                                  </a:cubicBezTo>
                                  <a:cubicBezTo>
                                    <a:pt x="499" y="738"/>
                                    <a:pt x="499" y="738"/>
                                    <a:pt x="499" y="737"/>
                                  </a:cubicBezTo>
                                  <a:cubicBezTo>
                                    <a:pt x="499" y="737"/>
                                    <a:pt x="499" y="737"/>
                                    <a:pt x="499" y="737"/>
                                  </a:cubicBezTo>
                                  <a:cubicBezTo>
                                    <a:pt x="499" y="737"/>
                                    <a:pt x="499" y="737"/>
                                    <a:pt x="499" y="737"/>
                                  </a:cubicBezTo>
                                  <a:cubicBezTo>
                                    <a:pt x="498" y="737"/>
                                    <a:pt x="498" y="738"/>
                                    <a:pt x="498" y="738"/>
                                  </a:cubicBezTo>
                                  <a:cubicBezTo>
                                    <a:pt x="498" y="738"/>
                                    <a:pt x="497" y="738"/>
                                    <a:pt x="496" y="738"/>
                                  </a:cubicBezTo>
                                  <a:cubicBezTo>
                                    <a:pt x="496" y="738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5" y="737"/>
                                    <a:pt x="495" y="738"/>
                                  </a:cubicBezTo>
                                  <a:cubicBezTo>
                                    <a:pt x="495" y="738"/>
                                    <a:pt x="495" y="738"/>
                                    <a:pt x="495" y="738"/>
                                  </a:cubicBezTo>
                                  <a:cubicBezTo>
                                    <a:pt x="495" y="737"/>
                                    <a:pt x="495" y="737"/>
                                    <a:pt x="495" y="737"/>
                                  </a:cubicBezTo>
                                  <a:cubicBezTo>
                                    <a:pt x="495" y="737"/>
                                    <a:pt x="494" y="736"/>
                                    <a:pt x="494" y="736"/>
                                  </a:cubicBezTo>
                                  <a:cubicBezTo>
                                    <a:pt x="494" y="736"/>
                                    <a:pt x="494" y="737"/>
                                    <a:pt x="493" y="737"/>
                                  </a:cubicBezTo>
                                  <a:cubicBezTo>
                                    <a:pt x="493" y="737"/>
                                    <a:pt x="493" y="737"/>
                                    <a:pt x="493" y="737"/>
                                  </a:cubicBezTo>
                                  <a:cubicBezTo>
                                    <a:pt x="493" y="737"/>
                                    <a:pt x="493" y="736"/>
                                    <a:pt x="493" y="736"/>
                                  </a:cubicBezTo>
                                  <a:cubicBezTo>
                                    <a:pt x="493" y="736"/>
                                    <a:pt x="493" y="735"/>
                                    <a:pt x="493" y="735"/>
                                  </a:cubicBezTo>
                                  <a:cubicBezTo>
                                    <a:pt x="493" y="735"/>
                                    <a:pt x="493" y="735"/>
                                    <a:pt x="493" y="735"/>
                                  </a:cubicBezTo>
                                  <a:cubicBezTo>
                                    <a:pt x="493" y="735"/>
                                    <a:pt x="493" y="735"/>
                                    <a:pt x="493" y="735"/>
                                  </a:cubicBezTo>
                                  <a:cubicBezTo>
                                    <a:pt x="493" y="734"/>
                                    <a:pt x="493" y="734"/>
                                    <a:pt x="493" y="734"/>
                                  </a:cubicBezTo>
                                  <a:cubicBezTo>
                                    <a:pt x="493" y="734"/>
                                    <a:pt x="492" y="734"/>
                                    <a:pt x="492" y="734"/>
                                  </a:cubicBezTo>
                                  <a:cubicBezTo>
                                    <a:pt x="492" y="734"/>
                                    <a:pt x="493" y="733"/>
                                    <a:pt x="493" y="733"/>
                                  </a:cubicBezTo>
                                  <a:cubicBezTo>
                                    <a:pt x="493" y="733"/>
                                    <a:pt x="493" y="733"/>
                                    <a:pt x="493" y="733"/>
                                  </a:cubicBezTo>
                                  <a:cubicBezTo>
                                    <a:pt x="493" y="733"/>
                                    <a:pt x="490" y="732"/>
                                    <a:pt x="490" y="732"/>
                                  </a:cubicBezTo>
                                  <a:cubicBezTo>
                                    <a:pt x="490" y="732"/>
                                    <a:pt x="490" y="731"/>
                                    <a:pt x="490" y="731"/>
                                  </a:cubicBezTo>
                                  <a:cubicBezTo>
                                    <a:pt x="490" y="731"/>
                                    <a:pt x="491" y="731"/>
                                    <a:pt x="491" y="731"/>
                                  </a:cubicBezTo>
                                  <a:cubicBezTo>
                                    <a:pt x="491" y="731"/>
                                    <a:pt x="491" y="730"/>
                                    <a:pt x="491" y="730"/>
                                  </a:cubicBezTo>
                                  <a:cubicBezTo>
                                    <a:pt x="491" y="730"/>
                                    <a:pt x="490" y="730"/>
                                    <a:pt x="490" y="730"/>
                                  </a:cubicBezTo>
                                  <a:cubicBezTo>
                                    <a:pt x="490" y="730"/>
                                    <a:pt x="491" y="729"/>
                                    <a:pt x="491" y="729"/>
                                  </a:cubicBezTo>
                                  <a:cubicBezTo>
                                    <a:pt x="491" y="718"/>
                                    <a:pt x="491" y="718"/>
                                    <a:pt x="491" y="718"/>
                                  </a:cubicBezTo>
                                  <a:cubicBezTo>
                                    <a:pt x="488" y="716"/>
                                    <a:pt x="488" y="716"/>
                                    <a:pt x="488" y="716"/>
                                  </a:cubicBezTo>
                                  <a:cubicBezTo>
                                    <a:pt x="486" y="716"/>
                                    <a:pt x="486" y="716"/>
                                    <a:pt x="486" y="716"/>
                                  </a:cubicBezTo>
                                  <a:cubicBezTo>
                                    <a:pt x="486" y="716"/>
                                    <a:pt x="486" y="716"/>
                                    <a:pt x="486" y="716"/>
                                  </a:cubicBezTo>
                                  <a:cubicBezTo>
                                    <a:pt x="485" y="716"/>
                                    <a:pt x="485" y="716"/>
                                    <a:pt x="485" y="716"/>
                                  </a:cubicBezTo>
                                  <a:cubicBezTo>
                                    <a:pt x="483" y="717"/>
                                    <a:pt x="483" y="717"/>
                                    <a:pt x="483" y="717"/>
                                  </a:cubicBezTo>
                                  <a:cubicBezTo>
                                    <a:pt x="482" y="716"/>
                                    <a:pt x="482" y="716"/>
                                    <a:pt x="482" y="716"/>
                                  </a:cubicBezTo>
                                  <a:cubicBezTo>
                                    <a:pt x="482" y="715"/>
                                    <a:pt x="482" y="715"/>
                                    <a:pt x="482" y="715"/>
                                  </a:cubicBezTo>
                                  <a:cubicBezTo>
                                    <a:pt x="481" y="715"/>
                                    <a:pt x="481" y="715"/>
                                    <a:pt x="481" y="715"/>
                                  </a:cubicBezTo>
                                  <a:cubicBezTo>
                                    <a:pt x="476" y="722"/>
                                    <a:pt x="476" y="722"/>
                                    <a:pt x="476" y="722"/>
                                  </a:cubicBezTo>
                                  <a:cubicBezTo>
                                    <a:pt x="476" y="722"/>
                                    <a:pt x="475" y="723"/>
                                    <a:pt x="475" y="724"/>
                                  </a:cubicBezTo>
                                  <a:cubicBezTo>
                                    <a:pt x="475" y="724"/>
                                    <a:pt x="475" y="724"/>
                                    <a:pt x="475" y="724"/>
                                  </a:cubicBezTo>
                                  <a:cubicBezTo>
                                    <a:pt x="475" y="725"/>
                                    <a:pt x="475" y="725"/>
                                    <a:pt x="475" y="725"/>
                                  </a:cubicBezTo>
                                  <a:cubicBezTo>
                                    <a:pt x="474" y="725"/>
                                    <a:pt x="474" y="725"/>
                                    <a:pt x="474" y="725"/>
                                  </a:cubicBezTo>
                                  <a:cubicBezTo>
                                    <a:pt x="474" y="726"/>
                                    <a:pt x="474" y="726"/>
                                    <a:pt x="474" y="726"/>
                                  </a:cubicBezTo>
                                  <a:cubicBezTo>
                                    <a:pt x="474" y="726"/>
                                    <a:pt x="474" y="727"/>
                                    <a:pt x="474" y="727"/>
                                  </a:cubicBezTo>
                                  <a:cubicBezTo>
                                    <a:pt x="474" y="727"/>
                                    <a:pt x="474" y="727"/>
                                    <a:pt x="474" y="727"/>
                                  </a:cubicBezTo>
                                  <a:cubicBezTo>
                                    <a:pt x="474" y="728"/>
                                    <a:pt x="474" y="728"/>
                                    <a:pt x="474" y="728"/>
                                  </a:cubicBezTo>
                                  <a:cubicBezTo>
                                    <a:pt x="474" y="728"/>
                                    <a:pt x="474" y="728"/>
                                    <a:pt x="474" y="728"/>
                                  </a:cubicBezTo>
                                  <a:cubicBezTo>
                                    <a:pt x="474" y="728"/>
                                    <a:pt x="474" y="729"/>
                                    <a:pt x="474" y="729"/>
                                  </a:cubicBezTo>
                                  <a:cubicBezTo>
                                    <a:pt x="474" y="730"/>
                                    <a:pt x="474" y="730"/>
                                    <a:pt x="474" y="730"/>
                                  </a:cubicBezTo>
                                  <a:cubicBezTo>
                                    <a:pt x="473" y="731"/>
                                    <a:pt x="473" y="731"/>
                                    <a:pt x="473" y="731"/>
                                  </a:cubicBezTo>
                                  <a:cubicBezTo>
                                    <a:pt x="473" y="731"/>
                                    <a:pt x="473" y="731"/>
                                    <a:pt x="473" y="731"/>
                                  </a:cubicBezTo>
                                  <a:cubicBezTo>
                                    <a:pt x="473" y="731"/>
                                    <a:pt x="472" y="732"/>
                                    <a:pt x="472" y="732"/>
                                  </a:cubicBezTo>
                                  <a:cubicBezTo>
                                    <a:pt x="472" y="732"/>
                                    <a:pt x="471" y="732"/>
                                    <a:pt x="471" y="732"/>
                                  </a:cubicBezTo>
                                  <a:cubicBezTo>
                                    <a:pt x="471" y="732"/>
                                    <a:pt x="471" y="733"/>
                                    <a:pt x="471" y="733"/>
                                  </a:cubicBezTo>
                                  <a:cubicBezTo>
                                    <a:pt x="471" y="733"/>
                                    <a:pt x="471" y="734"/>
                                    <a:pt x="471" y="734"/>
                                  </a:cubicBezTo>
                                  <a:cubicBezTo>
                                    <a:pt x="471" y="734"/>
                                    <a:pt x="471" y="735"/>
                                    <a:pt x="471" y="735"/>
                                  </a:cubicBezTo>
                                  <a:cubicBezTo>
                                    <a:pt x="471" y="735"/>
                                    <a:pt x="471" y="735"/>
                                    <a:pt x="471" y="734"/>
                                  </a:cubicBezTo>
                                  <a:cubicBezTo>
                                    <a:pt x="471" y="734"/>
                                    <a:pt x="471" y="734"/>
                                    <a:pt x="471" y="734"/>
                                  </a:cubicBezTo>
                                  <a:cubicBezTo>
                                    <a:pt x="471" y="734"/>
                                    <a:pt x="470" y="735"/>
                                    <a:pt x="470" y="735"/>
                                  </a:cubicBezTo>
                                  <a:cubicBezTo>
                                    <a:pt x="470" y="735"/>
                                    <a:pt x="470" y="735"/>
                                    <a:pt x="470" y="735"/>
                                  </a:cubicBezTo>
                                  <a:cubicBezTo>
                                    <a:pt x="470" y="735"/>
                                    <a:pt x="470" y="736"/>
                                    <a:pt x="470" y="736"/>
                                  </a:cubicBezTo>
                                  <a:cubicBezTo>
                                    <a:pt x="469" y="735"/>
                                    <a:pt x="469" y="735"/>
                                    <a:pt x="469" y="735"/>
                                  </a:cubicBezTo>
                                  <a:cubicBezTo>
                                    <a:pt x="468" y="736"/>
                                    <a:pt x="468" y="736"/>
                                    <a:pt x="468" y="736"/>
                                  </a:cubicBezTo>
                                  <a:cubicBezTo>
                                    <a:pt x="468" y="736"/>
                                    <a:pt x="467" y="735"/>
                                    <a:pt x="467" y="735"/>
                                  </a:cubicBezTo>
                                  <a:cubicBezTo>
                                    <a:pt x="467" y="735"/>
                                    <a:pt x="466" y="736"/>
                                    <a:pt x="466" y="736"/>
                                  </a:cubicBezTo>
                                  <a:cubicBezTo>
                                    <a:pt x="466" y="736"/>
                                    <a:pt x="466" y="737"/>
                                    <a:pt x="466" y="737"/>
                                  </a:cubicBezTo>
                                  <a:cubicBezTo>
                                    <a:pt x="466" y="737"/>
                                    <a:pt x="466" y="737"/>
                                    <a:pt x="466" y="737"/>
                                  </a:cubicBezTo>
                                  <a:cubicBezTo>
                                    <a:pt x="466" y="737"/>
                                    <a:pt x="466" y="738"/>
                                    <a:pt x="466" y="738"/>
                                  </a:cubicBezTo>
                                  <a:cubicBezTo>
                                    <a:pt x="443" y="738"/>
                                    <a:pt x="443" y="738"/>
                                    <a:pt x="443" y="738"/>
                                  </a:cubicBezTo>
                                  <a:cubicBezTo>
                                    <a:pt x="440" y="740"/>
                                    <a:pt x="440" y="740"/>
                                    <a:pt x="440" y="740"/>
                                  </a:cubicBezTo>
                                  <a:cubicBezTo>
                                    <a:pt x="436" y="744"/>
                                    <a:pt x="436" y="744"/>
                                    <a:pt x="436" y="744"/>
                                  </a:cubicBezTo>
                                  <a:cubicBezTo>
                                    <a:pt x="433" y="746"/>
                                    <a:pt x="433" y="746"/>
                                    <a:pt x="433" y="746"/>
                                  </a:cubicBezTo>
                                  <a:cubicBezTo>
                                    <a:pt x="430" y="751"/>
                                    <a:pt x="430" y="751"/>
                                    <a:pt x="430" y="751"/>
                                  </a:cubicBezTo>
                                  <a:cubicBezTo>
                                    <a:pt x="417" y="751"/>
                                    <a:pt x="417" y="751"/>
                                    <a:pt x="417" y="751"/>
                                  </a:cubicBezTo>
                                  <a:cubicBezTo>
                                    <a:pt x="414" y="753"/>
                                    <a:pt x="414" y="753"/>
                                    <a:pt x="414" y="753"/>
                                  </a:cubicBezTo>
                                  <a:cubicBezTo>
                                    <a:pt x="415" y="754"/>
                                    <a:pt x="415" y="754"/>
                                    <a:pt x="415" y="754"/>
                                  </a:cubicBezTo>
                                  <a:cubicBezTo>
                                    <a:pt x="415" y="756"/>
                                    <a:pt x="415" y="756"/>
                                    <a:pt x="415" y="756"/>
                                  </a:cubicBezTo>
                                  <a:cubicBezTo>
                                    <a:pt x="416" y="757"/>
                                    <a:pt x="416" y="757"/>
                                    <a:pt x="416" y="757"/>
                                  </a:cubicBezTo>
                                  <a:cubicBezTo>
                                    <a:pt x="416" y="758"/>
                                    <a:pt x="416" y="758"/>
                                    <a:pt x="416" y="758"/>
                                  </a:cubicBezTo>
                                  <a:cubicBezTo>
                                    <a:pt x="408" y="762"/>
                                    <a:pt x="408" y="762"/>
                                    <a:pt x="408" y="762"/>
                                  </a:cubicBezTo>
                                  <a:cubicBezTo>
                                    <a:pt x="400" y="764"/>
                                    <a:pt x="400" y="764"/>
                                    <a:pt x="400" y="764"/>
                                  </a:cubicBezTo>
                                  <a:cubicBezTo>
                                    <a:pt x="393" y="769"/>
                                    <a:pt x="393" y="769"/>
                                    <a:pt x="393" y="769"/>
                                  </a:cubicBezTo>
                                  <a:cubicBezTo>
                                    <a:pt x="390" y="769"/>
                                    <a:pt x="390" y="769"/>
                                    <a:pt x="390" y="769"/>
                                  </a:cubicBezTo>
                                  <a:cubicBezTo>
                                    <a:pt x="388" y="767"/>
                                    <a:pt x="388" y="767"/>
                                    <a:pt x="388" y="767"/>
                                  </a:cubicBezTo>
                                  <a:cubicBezTo>
                                    <a:pt x="388" y="767"/>
                                    <a:pt x="388" y="766"/>
                                    <a:pt x="388" y="766"/>
                                  </a:cubicBezTo>
                                  <a:cubicBezTo>
                                    <a:pt x="388" y="766"/>
                                    <a:pt x="388" y="765"/>
                                    <a:pt x="388" y="765"/>
                                  </a:cubicBezTo>
                                  <a:cubicBezTo>
                                    <a:pt x="388" y="765"/>
                                    <a:pt x="388" y="764"/>
                                    <a:pt x="388" y="764"/>
                                  </a:cubicBezTo>
                                  <a:cubicBezTo>
                                    <a:pt x="388" y="764"/>
                                    <a:pt x="388" y="763"/>
                                    <a:pt x="388" y="763"/>
                                  </a:cubicBezTo>
                                  <a:cubicBezTo>
                                    <a:pt x="388" y="763"/>
                                    <a:pt x="390" y="763"/>
                                    <a:pt x="390" y="763"/>
                                  </a:cubicBezTo>
                                  <a:cubicBezTo>
                                    <a:pt x="390" y="763"/>
                                    <a:pt x="392" y="760"/>
                                    <a:pt x="392" y="760"/>
                                  </a:cubicBezTo>
                                  <a:cubicBezTo>
                                    <a:pt x="392" y="759"/>
                                    <a:pt x="392" y="759"/>
                                    <a:pt x="392" y="759"/>
                                  </a:cubicBezTo>
                                  <a:cubicBezTo>
                                    <a:pt x="392" y="759"/>
                                    <a:pt x="392" y="757"/>
                                    <a:pt x="392" y="757"/>
                                  </a:cubicBezTo>
                                  <a:cubicBezTo>
                                    <a:pt x="392" y="757"/>
                                    <a:pt x="394" y="752"/>
                                    <a:pt x="394" y="752"/>
                                  </a:cubicBezTo>
                                  <a:cubicBezTo>
                                    <a:pt x="392" y="735"/>
                                    <a:pt x="392" y="735"/>
                                    <a:pt x="392" y="735"/>
                                  </a:cubicBezTo>
                                  <a:cubicBezTo>
                                    <a:pt x="385" y="730"/>
                                    <a:pt x="385" y="730"/>
                                    <a:pt x="385" y="730"/>
                                  </a:cubicBezTo>
                                  <a:cubicBezTo>
                                    <a:pt x="386" y="729"/>
                                    <a:pt x="386" y="729"/>
                                    <a:pt x="386" y="729"/>
                                  </a:cubicBezTo>
                                  <a:cubicBezTo>
                                    <a:pt x="385" y="728"/>
                                    <a:pt x="385" y="728"/>
                                    <a:pt x="385" y="728"/>
                                  </a:cubicBezTo>
                                  <a:cubicBezTo>
                                    <a:pt x="383" y="728"/>
                                    <a:pt x="383" y="728"/>
                                    <a:pt x="383" y="728"/>
                                  </a:cubicBezTo>
                                  <a:cubicBezTo>
                                    <a:pt x="382" y="728"/>
                                    <a:pt x="382" y="728"/>
                                    <a:pt x="382" y="728"/>
                                  </a:cubicBezTo>
                                  <a:cubicBezTo>
                                    <a:pt x="381" y="726"/>
                                    <a:pt x="381" y="726"/>
                                    <a:pt x="381" y="726"/>
                                  </a:cubicBezTo>
                                  <a:cubicBezTo>
                                    <a:pt x="381" y="723"/>
                                    <a:pt x="381" y="723"/>
                                    <a:pt x="381" y="723"/>
                                  </a:cubicBezTo>
                                  <a:cubicBezTo>
                                    <a:pt x="379" y="724"/>
                                    <a:pt x="379" y="724"/>
                                    <a:pt x="379" y="724"/>
                                  </a:cubicBezTo>
                                  <a:cubicBezTo>
                                    <a:pt x="378" y="724"/>
                                    <a:pt x="378" y="724"/>
                                    <a:pt x="378" y="724"/>
                                  </a:cubicBezTo>
                                  <a:cubicBezTo>
                                    <a:pt x="377" y="722"/>
                                    <a:pt x="377" y="722"/>
                                    <a:pt x="377" y="722"/>
                                  </a:cubicBezTo>
                                  <a:cubicBezTo>
                                    <a:pt x="376" y="720"/>
                                    <a:pt x="376" y="720"/>
                                    <a:pt x="376" y="720"/>
                                  </a:cubicBezTo>
                                  <a:cubicBezTo>
                                    <a:pt x="352" y="706"/>
                                    <a:pt x="352" y="706"/>
                                    <a:pt x="352" y="706"/>
                                  </a:cubicBezTo>
                                  <a:cubicBezTo>
                                    <a:pt x="351" y="706"/>
                                    <a:pt x="351" y="706"/>
                                    <a:pt x="351" y="706"/>
                                  </a:cubicBezTo>
                                  <a:cubicBezTo>
                                    <a:pt x="346" y="709"/>
                                    <a:pt x="346" y="709"/>
                                    <a:pt x="346" y="709"/>
                                  </a:cubicBezTo>
                                  <a:cubicBezTo>
                                    <a:pt x="344" y="709"/>
                                    <a:pt x="344" y="709"/>
                                    <a:pt x="344" y="709"/>
                                  </a:cubicBezTo>
                                  <a:cubicBezTo>
                                    <a:pt x="344" y="709"/>
                                    <a:pt x="343" y="709"/>
                                    <a:pt x="343" y="709"/>
                                  </a:cubicBezTo>
                                  <a:cubicBezTo>
                                    <a:pt x="343" y="709"/>
                                    <a:pt x="343" y="709"/>
                                    <a:pt x="343" y="709"/>
                                  </a:cubicBezTo>
                                  <a:cubicBezTo>
                                    <a:pt x="342" y="709"/>
                                    <a:pt x="342" y="709"/>
                                    <a:pt x="342" y="709"/>
                                  </a:cubicBezTo>
                                  <a:cubicBezTo>
                                    <a:pt x="341" y="708"/>
                                    <a:pt x="341" y="708"/>
                                    <a:pt x="341" y="708"/>
                                  </a:cubicBezTo>
                                  <a:cubicBezTo>
                                    <a:pt x="337" y="708"/>
                                    <a:pt x="337" y="708"/>
                                    <a:pt x="337" y="708"/>
                                  </a:cubicBezTo>
                                  <a:cubicBezTo>
                                    <a:pt x="336" y="707"/>
                                    <a:pt x="336" y="707"/>
                                    <a:pt x="336" y="707"/>
                                  </a:cubicBezTo>
                                  <a:cubicBezTo>
                                    <a:pt x="333" y="708"/>
                                    <a:pt x="333" y="708"/>
                                    <a:pt x="333" y="708"/>
                                  </a:cubicBezTo>
                                  <a:cubicBezTo>
                                    <a:pt x="331" y="708"/>
                                    <a:pt x="331" y="708"/>
                                    <a:pt x="331" y="708"/>
                                  </a:cubicBezTo>
                                  <a:cubicBezTo>
                                    <a:pt x="331" y="708"/>
                                    <a:pt x="331" y="708"/>
                                    <a:pt x="331" y="708"/>
                                  </a:cubicBezTo>
                                  <a:cubicBezTo>
                                    <a:pt x="330" y="708"/>
                                    <a:pt x="330" y="708"/>
                                    <a:pt x="330" y="708"/>
                                  </a:cubicBezTo>
                                  <a:cubicBezTo>
                                    <a:pt x="330" y="707"/>
                                    <a:pt x="330" y="707"/>
                                    <a:pt x="330" y="707"/>
                                  </a:cubicBezTo>
                                  <a:cubicBezTo>
                                    <a:pt x="329" y="707"/>
                                    <a:pt x="329" y="707"/>
                                    <a:pt x="329" y="707"/>
                                  </a:cubicBezTo>
                                  <a:cubicBezTo>
                                    <a:pt x="328" y="706"/>
                                    <a:pt x="328" y="706"/>
                                    <a:pt x="328" y="706"/>
                                  </a:cubicBezTo>
                                  <a:cubicBezTo>
                                    <a:pt x="327" y="706"/>
                                    <a:pt x="327" y="706"/>
                                    <a:pt x="327" y="706"/>
                                  </a:cubicBezTo>
                                  <a:cubicBezTo>
                                    <a:pt x="326" y="707"/>
                                    <a:pt x="326" y="707"/>
                                    <a:pt x="326" y="707"/>
                                  </a:cubicBezTo>
                                  <a:cubicBezTo>
                                    <a:pt x="326" y="707"/>
                                    <a:pt x="326" y="707"/>
                                    <a:pt x="326" y="707"/>
                                  </a:cubicBezTo>
                                  <a:cubicBezTo>
                                    <a:pt x="326" y="705"/>
                                    <a:pt x="326" y="705"/>
                                    <a:pt x="326" y="705"/>
                                  </a:cubicBezTo>
                                  <a:cubicBezTo>
                                    <a:pt x="325" y="705"/>
                                    <a:pt x="325" y="705"/>
                                    <a:pt x="325" y="705"/>
                                  </a:cubicBezTo>
                                  <a:cubicBezTo>
                                    <a:pt x="324" y="704"/>
                                    <a:pt x="324" y="704"/>
                                    <a:pt x="324" y="704"/>
                                  </a:cubicBezTo>
                                  <a:cubicBezTo>
                                    <a:pt x="324" y="703"/>
                                    <a:pt x="324" y="703"/>
                                    <a:pt x="324" y="703"/>
                                  </a:cubicBezTo>
                                  <a:cubicBezTo>
                                    <a:pt x="323" y="703"/>
                                    <a:pt x="323" y="703"/>
                                    <a:pt x="323" y="703"/>
                                  </a:cubicBezTo>
                                  <a:cubicBezTo>
                                    <a:pt x="322" y="703"/>
                                    <a:pt x="322" y="703"/>
                                    <a:pt x="322" y="703"/>
                                  </a:cubicBezTo>
                                  <a:cubicBezTo>
                                    <a:pt x="320" y="703"/>
                                    <a:pt x="320" y="703"/>
                                    <a:pt x="320" y="703"/>
                                  </a:cubicBezTo>
                                  <a:cubicBezTo>
                                    <a:pt x="319" y="703"/>
                                    <a:pt x="319" y="703"/>
                                    <a:pt x="319" y="703"/>
                                  </a:cubicBezTo>
                                  <a:cubicBezTo>
                                    <a:pt x="318" y="704"/>
                                    <a:pt x="318" y="704"/>
                                    <a:pt x="318" y="704"/>
                                  </a:cubicBezTo>
                                  <a:cubicBezTo>
                                    <a:pt x="316" y="704"/>
                                    <a:pt x="316" y="704"/>
                                    <a:pt x="316" y="704"/>
                                  </a:cubicBezTo>
                                  <a:cubicBezTo>
                                    <a:pt x="316" y="702"/>
                                    <a:pt x="316" y="702"/>
                                    <a:pt x="316" y="702"/>
                                  </a:cubicBezTo>
                                  <a:cubicBezTo>
                                    <a:pt x="316" y="702"/>
                                    <a:pt x="314" y="702"/>
                                    <a:pt x="314" y="702"/>
                                  </a:cubicBezTo>
                                  <a:cubicBezTo>
                                    <a:pt x="313" y="702"/>
                                    <a:pt x="312" y="702"/>
                                    <a:pt x="312" y="702"/>
                                  </a:cubicBezTo>
                                  <a:cubicBezTo>
                                    <a:pt x="310" y="701"/>
                                    <a:pt x="310" y="701"/>
                                    <a:pt x="310" y="701"/>
                                  </a:cubicBezTo>
                                  <a:cubicBezTo>
                                    <a:pt x="310" y="699"/>
                                    <a:pt x="310" y="699"/>
                                    <a:pt x="310" y="699"/>
                                  </a:cubicBezTo>
                                  <a:cubicBezTo>
                                    <a:pt x="310" y="697"/>
                                    <a:pt x="310" y="697"/>
                                    <a:pt x="310" y="697"/>
                                  </a:cubicBezTo>
                                  <a:cubicBezTo>
                                    <a:pt x="309" y="696"/>
                                    <a:pt x="309" y="696"/>
                                    <a:pt x="309" y="696"/>
                                  </a:cubicBezTo>
                                  <a:cubicBezTo>
                                    <a:pt x="309" y="696"/>
                                    <a:pt x="309" y="695"/>
                                    <a:pt x="309" y="695"/>
                                  </a:cubicBezTo>
                                  <a:cubicBezTo>
                                    <a:pt x="309" y="695"/>
                                    <a:pt x="307" y="695"/>
                                    <a:pt x="307" y="695"/>
                                  </a:cubicBezTo>
                                  <a:cubicBezTo>
                                    <a:pt x="307" y="699"/>
                                    <a:pt x="307" y="699"/>
                                    <a:pt x="307" y="699"/>
                                  </a:cubicBezTo>
                                  <a:cubicBezTo>
                                    <a:pt x="122" y="699"/>
                                    <a:pt x="122" y="699"/>
                                    <a:pt x="122" y="699"/>
                                  </a:cubicBezTo>
                                  <a:cubicBezTo>
                                    <a:pt x="122" y="699"/>
                                    <a:pt x="122" y="699"/>
                                    <a:pt x="121" y="698"/>
                                  </a:cubicBezTo>
                                  <a:cubicBezTo>
                                    <a:pt x="121" y="698"/>
                                    <a:pt x="121" y="698"/>
                                    <a:pt x="121" y="698"/>
                                  </a:cubicBezTo>
                                  <a:cubicBezTo>
                                    <a:pt x="121" y="698"/>
                                    <a:pt x="121" y="698"/>
                                    <a:pt x="121" y="698"/>
                                  </a:cubicBezTo>
                                  <a:cubicBezTo>
                                    <a:pt x="121" y="699"/>
                                    <a:pt x="121" y="699"/>
                                    <a:pt x="121" y="699"/>
                                  </a:cubicBezTo>
                                  <a:cubicBezTo>
                                    <a:pt x="120" y="699"/>
                                    <a:pt x="120" y="699"/>
                                    <a:pt x="120" y="698"/>
                                  </a:cubicBezTo>
                                  <a:cubicBezTo>
                                    <a:pt x="120" y="698"/>
                                    <a:pt x="120" y="698"/>
                                    <a:pt x="120" y="698"/>
                                  </a:cubicBezTo>
                                  <a:cubicBezTo>
                                    <a:pt x="120" y="698"/>
                                    <a:pt x="120" y="698"/>
                                    <a:pt x="120" y="698"/>
                                  </a:cubicBezTo>
                                  <a:cubicBezTo>
                                    <a:pt x="119" y="698"/>
                                    <a:pt x="119" y="697"/>
                                    <a:pt x="119" y="697"/>
                                  </a:cubicBezTo>
                                  <a:cubicBezTo>
                                    <a:pt x="119" y="696"/>
                                    <a:pt x="119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19" y="696"/>
                                    <a:pt x="119" y="696"/>
                                    <a:pt x="119" y="695"/>
                                  </a:cubicBezTo>
                                  <a:cubicBezTo>
                                    <a:pt x="119" y="695"/>
                                    <a:pt x="119" y="695"/>
                                    <a:pt x="119" y="695"/>
                                  </a:cubicBezTo>
                                  <a:cubicBezTo>
                                    <a:pt x="119" y="695"/>
                                    <a:pt x="119" y="695"/>
                                    <a:pt x="118" y="695"/>
                                  </a:cubicBezTo>
                                  <a:cubicBezTo>
                                    <a:pt x="118" y="696"/>
                                    <a:pt x="118" y="695"/>
                                    <a:pt x="118" y="695"/>
                                  </a:cubicBezTo>
                                  <a:cubicBezTo>
                                    <a:pt x="118" y="695"/>
                                    <a:pt x="118" y="695"/>
                                    <a:pt x="118" y="695"/>
                                  </a:cubicBezTo>
                                  <a:cubicBezTo>
                                    <a:pt x="118" y="695"/>
                                    <a:pt x="119" y="694"/>
                                    <a:pt x="119" y="694"/>
                                  </a:cubicBezTo>
                                  <a:cubicBezTo>
                                    <a:pt x="119" y="694"/>
                                    <a:pt x="119" y="694"/>
                                    <a:pt x="119" y="693"/>
                                  </a:cubicBezTo>
                                  <a:cubicBezTo>
                                    <a:pt x="119" y="693"/>
                                    <a:pt x="119" y="693"/>
                                    <a:pt x="119" y="693"/>
                                  </a:cubicBezTo>
                                  <a:cubicBezTo>
                                    <a:pt x="120" y="692"/>
                                    <a:pt x="120" y="692"/>
                                    <a:pt x="120" y="692"/>
                                  </a:cubicBezTo>
                                  <a:cubicBezTo>
                                    <a:pt x="120" y="692"/>
                                    <a:pt x="120" y="692"/>
                                    <a:pt x="119" y="692"/>
                                  </a:cubicBezTo>
                                  <a:cubicBezTo>
                                    <a:pt x="119" y="692"/>
                                    <a:pt x="119" y="692"/>
                                    <a:pt x="119" y="692"/>
                                  </a:cubicBezTo>
                                  <a:cubicBezTo>
                                    <a:pt x="119" y="692"/>
                                    <a:pt x="119" y="693"/>
                                    <a:pt x="119" y="693"/>
                                  </a:cubicBezTo>
                                  <a:cubicBezTo>
                                    <a:pt x="119" y="693"/>
                                    <a:pt x="119" y="693"/>
                                    <a:pt x="118" y="693"/>
                                  </a:cubicBezTo>
                                  <a:cubicBezTo>
                                    <a:pt x="118" y="693"/>
                                    <a:pt x="118" y="693"/>
                                    <a:pt x="118" y="693"/>
                                  </a:cubicBezTo>
                                  <a:cubicBezTo>
                                    <a:pt x="118" y="693"/>
                                    <a:pt x="118" y="693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5"/>
                                    <a:pt x="118" y="695"/>
                                    <a:pt x="118" y="695"/>
                                  </a:cubicBezTo>
                                  <a:cubicBezTo>
                                    <a:pt x="117" y="695"/>
                                    <a:pt x="117" y="695"/>
                                    <a:pt x="117" y="695"/>
                                  </a:cubicBezTo>
                                  <a:cubicBezTo>
                                    <a:pt x="117" y="695"/>
                                    <a:pt x="117" y="695"/>
                                    <a:pt x="117" y="695"/>
                                  </a:cubicBezTo>
                                  <a:cubicBezTo>
                                    <a:pt x="116" y="695"/>
                                    <a:pt x="116" y="694"/>
                                    <a:pt x="116" y="694"/>
                                  </a:cubicBezTo>
                                  <a:cubicBezTo>
                                    <a:pt x="116" y="694"/>
                                    <a:pt x="116" y="694"/>
                                    <a:pt x="115" y="694"/>
                                  </a:cubicBezTo>
                                  <a:cubicBezTo>
                                    <a:pt x="115" y="694"/>
                                    <a:pt x="115" y="694"/>
                                    <a:pt x="115" y="694"/>
                                  </a:cubicBezTo>
                                  <a:cubicBezTo>
                                    <a:pt x="114" y="694"/>
                                    <a:pt x="114" y="694"/>
                                    <a:pt x="114" y="693"/>
                                  </a:cubicBezTo>
                                  <a:cubicBezTo>
                                    <a:pt x="114" y="693"/>
                                    <a:pt x="114" y="693"/>
                                    <a:pt x="114" y="693"/>
                                  </a:cubicBezTo>
                                  <a:cubicBezTo>
                                    <a:pt x="114" y="693"/>
                                    <a:pt x="114" y="693"/>
                                    <a:pt x="114" y="693"/>
                                  </a:cubicBezTo>
                                  <a:cubicBezTo>
                                    <a:pt x="114" y="692"/>
                                    <a:pt x="113" y="692"/>
                                    <a:pt x="113" y="692"/>
                                  </a:cubicBezTo>
                                  <a:cubicBezTo>
                                    <a:pt x="113" y="692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4" y="691"/>
                                    <a:pt x="114" y="691"/>
                                  </a:cubicBezTo>
                                  <a:cubicBezTo>
                                    <a:pt x="114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89"/>
                                    <a:pt x="115" y="689"/>
                                  </a:cubicBezTo>
                                  <a:cubicBezTo>
                                    <a:pt x="115" y="689"/>
                                    <a:pt x="115" y="689"/>
                                    <a:pt x="115" y="689"/>
                                  </a:cubicBezTo>
                                  <a:cubicBezTo>
                                    <a:pt x="115" y="689"/>
                                    <a:pt x="115" y="689"/>
                                    <a:pt x="115" y="688"/>
                                  </a:cubicBezTo>
                                  <a:cubicBezTo>
                                    <a:pt x="116" y="688"/>
                                    <a:pt x="116" y="688"/>
                                    <a:pt x="116" y="688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4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8"/>
                                    <a:pt x="115" y="688"/>
                                    <a:pt x="115" y="688"/>
                                  </a:cubicBezTo>
                                  <a:cubicBezTo>
                                    <a:pt x="115" y="688"/>
                                    <a:pt x="115" y="688"/>
                                    <a:pt x="115" y="688"/>
                                  </a:cubicBezTo>
                                  <a:cubicBezTo>
                                    <a:pt x="115" y="688"/>
                                    <a:pt x="115" y="689"/>
                                    <a:pt x="115" y="689"/>
                                  </a:cubicBezTo>
                                  <a:cubicBezTo>
                                    <a:pt x="114" y="689"/>
                                    <a:pt x="114" y="689"/>
                                    <a:pt x="114" y="689"/>
                                  </a:cubicBezTo>
                                  <a:cubicBezTo>
                                    <a:pt x="114" y="689"/>
                                    <a:pt x="114" y="689"/>
                                    <a:pt x="114" y="689"/>
                                  </a:cubicBezTo>
                                  <a:cubicBezTo>
                                    <a:pt x="114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4" y="690"/>
                                    <a:pt x="114" y="690"/>
                                  </a:cubicBezTo>
                                  <a:cubicBezTo>
                                    <a:pt x="114" y="691"/>
                                    <a:pt x="114" y="690"/>
                                    <a:pt x="114" y="690"/>
                                  </a:cubicBezTo>
                                  <a:cubicBezTo>
                                    <a:pt x="114" y="690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3" y="691"/>
                                    <a:pt x="113" y="691"/>
                                  </a:cubicBezTo>
                                  <a:cubicBezTo>
                                    <a:pt x="112" y="691"/>
                                    <a:pt x="112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0" y="690"/>
                                    <a:pt x="110" y="690"/>
                                    <a:pt x="110" y="689"/>
                                  </a:cubicBezTo>
                                  <a:cubicBezTo>
                                    <a:pt x="109" y="689"/>
                                    <a:pt x="109" y="689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9" y="688"/>
                                    <a:pt x="109" y="688"/>
                                    <a:pt x="109" y="688"/>
                                  </a:cubicBezTo>
                                  <a:cubicBezTo>
                                    <a:pt x="109" y="688"/>
                                    <a:pt x="110" y="688"/>
                                    <a:pt x="110" y="687"/>
                                  </a:cubicBezTo>
                                  <a:cubicBezTo>
                                    <a:pt x="110" y="687"/>
                                    <a:pt x="110" y="687"/>
                                    <a:pt x="110" y="687"/>
                                  </a:cubicBezTo>
                                  <a:cubicBezTo>
                                    <a:pt x="110" y="686"/>
                                    <a:pt x="110" y="686"/>
                                    <a:pt x="110" y="686"/>
                                  </a:cubicBezTo>
                                  <a:cubicBezTo>
                                    <a:pt x="110" y="686"/>
                                    <a:pt x="110" y="685"/>
                                    <a:pt x="110" y="685"/>
                                  </a:cubicBezTo>
                                  <a:cubicBezTo>
                                    <a:pt x="110" y="685"/>
                                    <a:pt x="110" y="685"/>
                                    <a:pt x="110" y="685"/>
                                  </a:cubicBezTo>
                                  <a:cubicBezTo>
                                    <a:pt x="110" y="684"/>
                                    <a:pt x="110" y="684"/>
                                    <a:pt x="110" y="684"/>
                                  </a:cubicBezTo>
                                  <a:cubicBezTo>
                                    <a:pt x="110" y="684"/>
                                    <a:pt x="110" y="684"/>
                                    <a:pt x="109" y="684"/>
                                  </a:cubicBezTo>
                                  <a:cubicBezTo>
                                    <a:pt x="109" y="684"/>
                                    <a:pt x="109" y="685"/>
                                    <a:pt x="109" y="685"/>
                                  </a:cubicBezTo>
                                  <a:cubicBezTo>
                                    <a:pt x="108" y="685"/>
                                    <a:pt x="108" y="685"/>
                                    <a:pt x="108" y="685"/>
                                  </a:cubicBezTo>
                                  <a:cubicBezTo>
                                    <a:pt x="108" y="685"/>
                                    <a:pt x="107" y="685"/>
                                    <a:pt x="107" y="684"/>
                                  </a:cubicBezTo>
                                  <a:cubicBezTo>
                                    <a:pt x="107" y="684"/>
                                    <a:pt x="107" y="684"/>
                                    <a:pt x="107" y="684"/>
                                  </a:cubicBezTo>
                                  <a:cubicBezTo>
                                    <a:pt x="107" y="684"/>
                                    <a:pt x="108" y="683"/>
                                    <a:pt x="108" y="683"/>
                                  </a:cubicBezTo>
                                  <a:cubicBezTo>
                                    <a:pt x="108" y="683"/>
                                    <a:pt x="108" y="682"/>
                                    <a:pt x="108" y="682"/>
                                  </a:cubicBezTo>
                                  <a:cubicBezTo>
                                    <a:pt x="109" y="682"/>
                                    <a:pt x="109" y="681"/>
                                    <a:pt x="109" y="681"/>
                                  </a:cubicBezTo>
                                  <a:cubicBezTo>
                                    <a:pt x="108" y="681"/>
                                    <a:pt x="108" y="680"/>
                                    <a:pt x="108" y="680"/>
                                  </a:cubicBezTo>
                                  <a:cubicBezTo>
                                    <a:pt x="108" y="680"/>
                                    <a:pt x="108" y="679"/>
                                    <a:pt x="109" y="679"/>
                                  </a:cubicBezTo>
                                  <a:cubicBezTo>
                                    <a:pt x="109" y="679"/>
                                    <a:pt x="108" y="679"/>
                                    <a:pt x="108" y="679"/>
                                  </a:cubicBezTo>
                                  <a:cubicBezTo>
                                    <a:pt x="108" y="679"/>
                                    <a:pt x="108" y="679"/>
                                    <a:pt x="108" y="679"/>
                                  </a:cubicBezTo>
                                  <a:cubicBezTo>
                                    <a:pt x="108" y="680"/>
                                    <a:pt x="108" y="680"/>
                                    <a:pt x="108" y="680"/>
                                  </a:cubicBezTo>
                                  <a:cubicBezTo>
                                    <a:pt x="108" y="680"/>
                                    <a:pt x="108" y="681"/>
                                    <a:pt x="108" y="681"/>
                                  </a:cubicBezTo>
                                  <a:cubicBezTo>
                                    <a:pt x="108" y="681"/>
                                    <a:pt x="108" y="682"/>
                                    <a:pt x="108" y="682"/>
                                  </a:cubicBezTo>
                                  <a:cubicBezTo>
                                    <a:pt x="108" y="683"/>
                                    <a:pt x="108" y="683"/>
                                    <a:pt x="107" y="683"/>
                                  </a:cubicBezTo>
                                  <a:cubicBezTo>
                                    <a:pt x="107" y="684"/>
                                    <a:pt x="107" y="684"/>
                                    <a:pt x="106" y="684"/>
                                  </a:cubicBezTo>
                                  <a:cubicBezTo>
                                    <a:pt x="106" y="684"/>
                                    <a:pt x="106" y="685"/>
                                    <a:pt x="106" y="685"/>
                                  </a:cubicBezTo>
                                  <a:cubicBezTo>
                                    <a:pt x="106" y="685"/>
                                    <a:pt x="106" y="685"/>
                                    <a:pt x="106" y="685"/>
                                  </a:cubicBezTo>
                                  <a:cubicBezTo>
                                    <a:pt x="106" y="686"/>
                                    <a:pt x="107" y="686"/>
                                    <a:pt x="107" y="686"/>
                                  </a:cubicBezTo>
                                  <a:cubicBezTo>
                                    <a:pt x="107" y="686"/>
                                    <a:pt x="107" y="687"/>
                                    <a:pt x="107" y="687"/>
                                  </a:cubicBezTo>
                                  <a:cubicBezTo>
                                    <a:pt x="108" y="687"/>
                                    <a:pt x="108" y="687"/>
                                    <a:pt x="108" y="687"/>
                                  </a:cubicBezTo>
                                  <a:cubicBezTo>
                                    <a:pt x="108" y="687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7" y="688"/>
                                    <a:pt x="107" y="688"/>
                                  </a:cubicBezTo>
                                  <a:cubicBezTo>
                                    <a:pt x="107" y="688"/>
                                    <a:pt x="107" y="688"/>
                                    <a:pt x="107" y="688"/>
                                  </a:cubicBezTo>
                                  <a:cubicBezTo>
                                    <a:pt x="107" y="687"/>
                                    <a:pt x="107" y="687"/>
                                    <a:pt x="107" y="687"/>
                                  </a:cubicBezTo>
                                  <a:cubicBezTo>
                                    <a:pt x="107" y="687"/>
                                    <a:pt x="106" y="686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5" y="687"/>
                                    <a:pt x="105" y="687"/>
                                    <a:pt x="105" y="686"/>
                                  </a:cubicBezTo>
                                  <a:cubicBezTo>
                                    <a:pt x="105" y="686"/>
                                    <a:pt x="105" y="685"/>
                                    <a:pt x="105" y="685"/>
                                  </a:cubicBezTo>
                                  <a:cubicBezTo>
                                    <a:pt x="105" y="684"/>
                                    <a:pt x="105" y="684"/>
                                    <a:pt x="105" y="684"/>
                                  </a:cubicBezTo>
                                  <a:cubicBezTo>
                                    <a:pt x="105" y="684"/>
                                    <a:pt x="105" y="683"/>
                                    <a:pt x="105" y="684"/>
                                  </a:cubicBezTo>
                                  <a:cubicBezTo>
                                    <a:pt x="105" y="684"/>
                                    <a:pt x="104" y="684"/>
                                    <a:pt x="104" y="684"/>
                                  </a:cubicBezTo>
                                  <a:cubicBezTo>
                                    <a:pt x="104" y="684"/>
                                    <a:pt x="105" y="684"/>
                                    <a:pt x="105" y="685"/>
                                  </a:cubicBezTo>
                                  <a:cubicBezTo>
                                    <a:pt x="105" y="685"/>
                                    <a:pt x="105" y="685"/>
                                    <a:pt x="105" y="685"/>
                                  </a:cubicBezTo>
                                  <a:cubicBezTo>
                                    <a:pt x="105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3" y="685"/>
                                    <a:pt x="103" y="685"/>
                                    <a:pt x="103" y="685"/>
                                  </a:cubicBezTo>
                                  <a:cubicBezTo>
                                    <a:pt x="103" y="685"/>
                                    <a:pt x="103" y="685"/>
                                    <a:pt x="103" y="685"/>
                                  </a:cubicBezTo>
                                  <a:cubicBezTo>
                                    <a:pt x="103" y="684"/>
                                    <a:pt x="103" y="684"/>
                                    <a:pt x="103" y="684"/>
                                  </a:cubicBezTo>
                                  <a:cubicBezTo>
                                    <a:pt x="104" y="684"/>
                                    <a:pt x="104" y="684"/>
                                    <a:pt x="104" y="683"/>
                                  </a:cubicBezTo>
                                  <a:cubicBezTo>
                                    <a:pt x="104" y="683"/>
                                    <a:pt x="104" y="683"/>
                                    <a:pt x="104" y="683"/>
                                  </a:cubicBezTo>
                                  <a:cubicBezTo>
                                    <a:pt x="103" y="683"/>
                                    <a:pt x="103" y="684"/>
                                    <a:pt x="102" y="684"/>
                                  </a:cubicBezTo>
                                  <a:cubicBezTo>
                                    <a:pt x="102" y="684"/>
                                    <a:pt x="102" y="684"/>
                                    <a:pt x="102" y="684"/>
                                  </a:cubicBezTo>
                                  <a:cubicBezTo>
                                    <a:pt x="102" y="685"/>
                                    <a:pt x="102" y="684"/>
                                    <a:pt x="101" y="684"/>
                                  </a:cubicBezTo>
                                  <a:cubicBezTo>
                                    <a:pt x="102" y="684"/>
                                    <a:pt x="102" y="684"/>
                                    <a:pt x="102" y="684"/>
                                  </a:cubicBezTo>
                                  <a:cubicBezTo>
                                    <a:pt x="102" y="684"/>
                                    <a:pt x="102" y="683"/>
                                    <a:pt x="102" y="683"/>
                                  </a:cubicBezTo>
                                  <a:cubicBezTo>
                                    <a:pt x="102" y="683"/>
                                    <a:pt x="102" y="684"/>
                                    <a:pt x="101" y="684"/>
                                  </a:cubicBezTo>
                                  <a:cubicBezTo>
                                    <a:pt x="101" y="684"/>
                                    <a:pt x="100" y="684"/>
                                    <a:pt x="100" y="683"/>
                                  </a:cubicBezTo>
                                  <a:cubicBezTo>
                                    <a:pt x="100" y="683"/>
                                    <a:pt x="100" y="683"/>
                                    <a:pt x="100" y="683"/>
                                  </a:cubicBezTo>
                                  <a:cubicBezTo>
                                    <a:pt x="101" y="682"/>
                                    <a:pt x="101" y="682"/>
                                    <a:pt x="101" y="682"/>
                                  </a:cubicBezTo>
                                  <a:cubicBezTo>
                                    <a:pt x="102" y="682"/>
                                    <a:pt x="102" y="682"/>
                                    <a:pt x="103" y="681"/>
                                  </a:cubicBezTo>
                                  <a:cubicBezTo>
                                    <a:pt x="103" y="681"/>
                                    <a:pt x="103" y="681"/>
                                    <a:pt x="103" y="681"/>
                                  </a:cubicBezTo>
                                  <a:cubicBezTo>
                                    <a:pt x="104" y="681"/>
                                    <a:pt x="104" y="680"/>
                                    <a:pt x="104" y="680"/>
                                  </a:cubicBezTo>
                                  <a:cubicBezTo>
                                    <a:pt x="104" y="680"/>
                                    <a:pt x="104" y="679"/>
                                    <a:pt x="104" y="678"/>
                                  </a:cubicBezTo>
                                  <a:cubicBezTo>
                                    <a:pt x="104" y="678"/>
                                    <a:pt x="104" y="678"/>
                                    <a:pt x="104" y="678"/>
                                  </a:cubicBezTo>
                                  <a:cubicBezTo>
                                    <a:pt x="104" y="678"/>
                                    <a:pt x="104" y="678"/>
                                    <a:pt x="104" y="678"/>
                                  </a:cubicBezTo>
                                  <a:cubicBezTo>
                                    <a:pt x="104" y="678"/>
                                    <a:pt x="103" y="678"/>
                                    <a:pt x="103" y="678"/>
                                  </a:cubicBezTo>
                                  <a:cubicBezTo>
                                    <a:pt x="103" y="678"/>
                                    <a:pt x="103" y="678"/>
                                    <a:pt x="103" y="679"/>
                                  </a:cubicBezTo>
                                  <a:cubicBezTo>
                                    <a:pt x="103" y="679"/>
                                    <a:pt x="103" y="679"/>
                                    <a:pt x="103" y="680"/>
                                  </a:cubicBezTo>
                                  <a:cubicBezTo>
                                    <a:pt x="103" y="680"/>
                                    <a:pt x="102" y="680"/>
                                    <a:pt x="102" y="681"/>
                                  </a:cubicBezTo>
                                  <a:cubicBezTo>
                                    <a:pt x="102" y="681"/>
                                    <a:pt x="102" y="682"/>
                                    <a:pt x="101" y="682"/>
                                  </a:cubicBezTo>
                                  <a:cubicBezTo>
                                    <a:pt x="101" y="682"/>
                                    <a:pt x="100" y="681"/>
                                    <a:pt x="100" y="682"/>
                                  </a:cubicBezTo>
                                  <a:cubicBezTo>
                                    <a:pt x="99" y="681"/>
                                    <a:pt x="100" y="681"/>
                                    <a:pt x="100" y="681"/>
                                  </a:cubicBezTo>
                                  <a:cubicBezTo>
                                    <a:pt x="100" y="681"/>
                                    <a:pt x="100" y="681"/>
                                    <a:pt x="100" y="680"/>
                                  </a:cubicBezTo>
                                  <a:cubicBezTo>
                                    <a:pt x="100" y="680"/>
                                    <a:pt x="100" y="680"/>
                                    <a:pt x="99" y="680"/>
                                  </a:cubicBezTo>
                                  <a:cubicBezTo>
                                    <a:pt x="99" y="680"/>
                                    <a:pt x="98" y="680"/>
                                    <a:pt x="98" y="680"/>
                                  </a:cubicBezTo>
                                  <a:cubicBezTo>
                                    <a:pt x="98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0"/>
                                    <a:pt x="97" y="679"/>
                                    <a:pt x="97" y="679"/>
                                  </a:cubicBezTo>
                                  <a:cubicBezTo>
                                    <a:pt x="98" y="679"/>
                                    <a:pt x="98" y="679"/>
                                    <a:pt x="99" y="679"/>
                                  </a:cubicBezTo>
                                  <a:cubicBezTo>
                                    <a:pt x="99" y="679"/>
                                    <a:pt x="99" y="679"/>
                                    <a:pt x="99" y="679"/>
                                  </a:cubicBezTo>
                                  <a:cubicBezTo>
                                    <a:pt x="99" y="679"/>
                                    <a:pt x="98" y="679"/>
                                    <a:pt x="98" y="679"/>
                                  </a:cubicBezTo>
                                  <a:cubicBezTo>
                                    <a:pt x="97" y="679"/>
                                    <a:pt x="97" y="679"/>
                                    <a:pt x="97" y="679"/>
                                  </a:cubicBezTo>
                                  <a:cubicBezTo>
                                    <a:pt x="97" y="679"/>
                                    <a:pt x="97" y="679"/>
                                    <a:pt x="97" y="679"/>
                                  </a:cubicBezTo>
                                  <a:cubicBezTo>
                                    <a:pt x="96" y="680"/>
                                    <a:pt x="95" y="679"/>
                                    <a:pt x="95" y="679"/>
                                  </a:cubicBezTo>
                                  <a:cubicBezTo>
                                    <a:pt x="94" y="680"/>
                                    <a:pt x="94" y="680"/>
                                    <a:pt x="94" y="680"/>
                                  </a:cubicBezTo>
                                  <a:cubicBezTo>
                                    <a:pt x="93" y="680"/>
                                    <a:pt x="93" y="680"/>
                                    <a:pt x="93" y="680"/>
                                  </a:cubicBezTo>
                                  <a:cubicBezTo>
                                    <a:pt x="92" y="679"/>
                                    <a:pt x="92" y="680"/>
                                    <a:pt x="91" y="679"/>
                                  </a:cubicBezTo>
                                  <a:cubicBezTo>
                                    <a:pt x="91" y="679"/>
                                    <a:pt x="91" y="679"/>
                                    <a:pt x="91" y="679"/>
                                  </a:cubicBezTo>
                                  <a:cubicBezTo>
                                    <a:pt x="91" y="678"/>
                                    <a:pt x="90" y="677"/>
                                    <a:pt x="89" y="676"/>
                                  </a:cubicBezTo>
                                  <a:cubicBezTo>
                                    <a:pt x="89" y="676"/>
                                    <a:pt x="89" y="676"/>
                                    <a:pt x="89" y="676"/>
                                  </a:cubicBezTo>
                                  <a:cubicBezTo>
                                    <a:pt x="89" y="676"/>
                                    <a:pt x="89" y="676"/>
                                    <a:pt x="89" y="675"/>
                                  </a:cubicBezTo>
                                  <a:cubicBezTo>
                                    <a:pt x="90" y="675"/>
                                    <a:pt x="91" y="675"/>
                                    <a:pt x="90" y="675"/>
                                  </a:cubicBezTo>
                                  <a:cubicBezTo>
                                    <a:pt x="90" y="675"/>
                                    <a:pt x="90" y="675"/>
                                    <a:pt x="90" y="675"/>
                                  </a:cubicBezTo>
                                  <a:cubicBezTo>
                                    <a:pt x="90" y="675"/>
                                    <a:pt x="89" y="675"/>
                                    <a:pt x="89" y="674"/>
                                  </a:cubicBezTo>
                                  <a:cubicBezTo>
                                    <a:pt x="89" y="674"/>
                                    <a:pt x="89" y="674"/>
                                    <a:pt x="89" y="674"/>
                                  </a:cubicBezTo>
                                  <a:cubicBezTo>
                                    <a:pt x="90" y="674"/>
                                    <a:pt x="90" y="673"/>
                                    <a:pt x="90" y="673"/>
                                  </a:cubicBezTo>
                                  <a:cubicBezTo>
                                    <a:pt x="91" y="673"/>
                                    <a:pt x="91" y="672"/>
                                    <a:pt x="91" y="672"/>
                                  </a:cubicBezTo>
                                  <a:cubicBezTo>
                                    <a:pt x="91" y="672"/>
                                    <a:pt x="91" y="672"/>
                                    <a:pt x="91" y="671"/>
                                  </a:cubicBezTo>
                                  <a:cubicBezTo>
                                    <a:pt x="91" y="671"/>
                                    <a:pt x="91" y="671"/>
                                    <a:pt x="91" y="671"/>
                                  </a:cubicBezTo>
                                  <a:cubicBezTo>
                                    <a:pt x="92" y="671"/>
                                    <a:pt x="92" y="671"/>
                                    <a:pt x="92" y="671"/>
                                  </a:cubicBezTo>
                                  <a:cubicBezTo>
                                    <a:pt x="92" y="671"/>
                                    <a:pt x="92" y="671"/>
                                    <a:pt x="92" y="670"/>
                                  </a:cubicBezTo>
                                  <a:cubicBezTo>
                                    <a:pt x="91" y="670"/>
                                    <a:pt x="91" y="670"/>
                                    <a:pt x="91" y="670"/>
                                  </a:cubicBezTo>
                                  <a:cubicBezTo>
                                    <a:pt x="91" y="670"/>
                                    <a:pt x="91" y="670"/>
                                    <a:pt x="91" y="670"/>
                                  </a:cubicBezTo>
                                  <a:cubicBezTo>
                                    <a:pt x="91" y="670"/>
                                    <a:pt x="91" y="670"/>
                                    <a:pt x="90" y="671"/>
                                  </a:cubicBezTo>
                                  <a:cubicBezTo>
                                    <a:pt x="90" y="671"/>
                                    <a:pt x="90" y="672"/>
                                    <a:pt x="90" y="672"/>
                                  </a:cubicBezTo>
                                  <a:cubicBezTo>
                                    <a:pt x="90" y="672"/>
                                    <a:pt x="90" y="672"/>
                                    <a:pt x="90" y="672"/>
                                  </a:cubicBezTo>
                                  <a:cubicBezTo>
                                    <a:pt x="90" y="673"/>
                                    <a:pt x="90" y="673"/>
                                    <a:pt x="90" y="673"/>
                                  </a:cubicBezTo>
                                  <a:cubicBezTo>
                                    <a:pt x="90" y="673"/>
                                    <a:pt x="89" y="673"/>
                                    <a:pt x="89" y="673"/>
                                  </a:cubicBezTo>
                                  <a:cubicBezTo>
                                    <a:pt x="89" y="673"/>
                                    <a:pt x="89" y="673"/>
                                    <a:pt x="89" y="672"/>
                                  </a:cubicBezTo>
                                  <a:cubicBezTo>
                                    <a:pt x="89" y="672"/>
                                    <a:pt x="89" y="672"/>
                                    <a:pt x="88" y="672"/>
                                  </a:cubicBezTo>
                                  <a:cubicBezTo>
                                    <a:pt x="88" y="672"/>
                                    <a:pt x="89" y="671"/>
                                    <a:pt x="88" y="671"/>
                                  </a:cubicBezTo>
                                  <a:cubicBezTo>
                                    <a:pt x="88" y="671"/>
                                    <a:pt x="88" y="671"/>
                                    <a:pt x="88" y="671"/>
                                  </a:cubicBezTo>
                                  <a:cubicBezTo>
                                    <a:pt x="88" y="671"/>
                                    <a:pt x="88" y="670"/>
                                    <a:pt x="88" y="670"/>
                                  </a:cubicBezTo>
                                  <a:cubicBezTo>
                                    <a:pt x="88" y="669"/>
                                    <a:pt x="88" y="669"/>
                                    <a:pt x="88" y="669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8" y="668"/>
                                    <a:pt x="88" y="668"/>
                                    <a:pt x="88" y="668"/>
                                  </a:cubicBezTo>
                                  <a:cubicBezTo>
                                    <a:pt x="88" y="668"/>
                                    <a:pt x="88" y="667"/>
                                    <a:pt x="88" y="667"/>
                                  </a:cubicBezTo>
                                  <a:cubicBezTo>
                                    <a:pt x="88" y="667"/>
                                    <a:pt x="89" y="666"/>
                                    <a:pt x="89" y="666"/>
                                  </a:cubicBezTo>
                                  <a:cubicBezTo>
                                    <a:pt x="89" y="665"/>
                                    <a:pt x="89" y="665"/>
                                    <a:pt x="89" y="665"/>
                                  </a:cubicBezTo>
                                  <a:cubicBezTo>
                                    <a:pt x="89" y="665"/>
                                    <a:pt x="90" y="665"/>
                                    <a:pt x="90" y="665"/>
                                  </a:cubicBezTo>
                                  <a:cubicBezTo>
                                    <a:pt x="91" y="664"/>
                                    <a:pt x="91" y="664"/>
                                    <a:pt x="91" y="663"/>
                                  </a:cubicBezTo>
                                  <a:cubicBezTo>
                                    <a:pt x="91" y="663"/>
                                    <a:pt x="92" y="663"/>
                                    <a:pt x="92" y="663"/>
                                  </a:cubicBezTo>
                                  <a:cubicBezTo>
                                    <a:pt x="92" y="663"/>
                                    <a:pt x="92" y="663"/>
                                    <a:pt x="92" y="663"/>
                                  </a:cubicBezTo>
                                  <a:cubicBezTo>
                                    <a:pt x="92" y="664"/>
                                    <a:pt x="92" y="664"/>
                                    <a:pt x="92" y="664"/>
                                  </a:cubicBezTo>
                                  <a:cubicBezTo>
                                    <a:pt x="92" y="664"/>
                                    <a:pt x="91" y="665"/>
                                    <a:pt x="91" y="665"/>
                                  </a:cubicBezTo>
                                  <a:cubicBezTo>
                                    <a:pt x="90" y="665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89" y="666"/>
                                    <a:pt x="89" y="667"/>
                                  </a:cubicBezTo>
                                  <a:cubicBezTo>
                                    <a:pt x="89" y="667"/>
                                    <a:pt x="90" y="667"/>
                                    <a:pt x="90" y="667"/>
                                  </a:cubicBezTo>
                                  <a:cubicBezTo>
                                    <a:pt x="90" y="667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1" y="666"/>
                                  </a:cubicBezTo>
                                  <a:cubicBezTo>
                                    <a:pt x="91" y="666"/>
                                    <a:pt x="91" y="666"/>
                                    <a:pt x="91" y="666"/>
                                  </a:cubicBezTo>
                                  <a:cubicBezTo>
                                    <a:pt x="91" y="666"/>
                                    <a:pt x="91" y="666"/>
                                    <a:pt x="91" y="665"/>
                                  </a:cubicBezTo>
                                  <a:cubicBezTo>
                                    <a:pt x="92" y="665"/>
                                    <a:pt x="92" y="665"/>
                                    <a:pt x="92" y="665"/>
                                  </a:cubicBezTo>
                                  <a:cubicBezTo>
                                    <a:pt x="92" y="665"/>
                                    <a:pt x="92" y="665"/>
                                    <a:pt x="92" y="665"/>
                                  </a:cubicBezTo>
                                  <a:cubicBezTo>
                                    <a:pt x="93" y="664"/>
                                    <a:pt x="93" y="664"/>
                                    <a:pt x="94" y="664"/>
                                  </a:cubicBezTo>
                                  <a:cubicBezTo>
                                    <a:pt x="94" y="664"/>
                                    <a:pt x="94" y="664"/>
                                    <a:pt x="94" y="664"/>
                                  </a:cubicBezTo>
                                  <a:cubicBezTo>
                                    <a:pt x="94" y="664"/>
                                    <a:pt x="94" y="665"/>
                                    <a:pt x="94" y="665"/>
                                  </a:cubicBezTo>
                                  <a:cubicBezTo>
                                    <a:pt x="94" y="665"/>
                                    <a:pt x="95" y="666"/>
                                    <a:pt x="95" y="666"/>
                                  </a:cubicBezTo>
                                  <a:cubicBezTo>
                                    <a:pt x="95" y="666"/>
                                    <a:pt x="95" y="667"/>
                                    <a:pt x="95" y="667"/>
                                  </a:cubicBezTo>
                                  <a:cubicBezTo>
                                    <a:pt x="96" y="667"/>
                                    <a:pt x="96" y="666"/>
                                    <a:pt x="96" y="666"/>
                                  </a:cubicBezTo>
                                  <a:cubicBezTo>
                                    <a:pt x="96" y="666"/>
                                    <a:pt x="96" y="666"/>
                                    <a:pt x="95" y="665"/>
                                  </a:cubicBezTo>
                                  <a:cubicBezTo>
                                    <a:pt x="95" y="665"/>
                                    <a:pt x="95" y="665"/>
                                    <a:pt x="95" y="665"/>
                                  </a:cubicBezTo>
                                  <a:cubicBezTo>
                                    <a:pt x="95" y="665"/>
                                    <a:pt x="95" y="665"/>
                                    <a:pt x="95" y="664"/>
                                  </a:cubicBezTo>
                                  <a:cubicBezTo>
                                    <a:pt x="95" y="664"/>
                                    <a:pt x="95" y="664"/>
                                    <a:pt x="95" y="664"/>
                                  </a:cubicBezTo>
                                  <a:cubicBezTo>
                                    <a:pt x="95" y="664"/>
                                    <a:pt x="95" y="664"/>
                                    <a:pt x="95" y="664"/>
                                  </a:cubicBezTo>
                                  <a:cubicBezTo>
                                    <a:pt x="95" y="664"/>
                                    <a:pt x="95" y="663"/>
                                    <a:pt x="95" y="663"/>
                                  </a:cubicBezTo>
                                  <a:cubicBezTo>
                                    <a:pt x="95" y="663"/>
                                    <a:pt x="95" y="663"/>
                                    <a:pt x="95" y="663"/>
                                  </a:cubicBezTo>
                                  <a:cubicBezTo>
                                    <a:pt x="95" y="663"/>
                                    <a:pt x="95" y="663"/>
                                    <a:pt x="95" y="663"/>
                                  </a:cubicBezTo>
                                  <a:cubicBezTo>
                                    <a:pt x="94" y="663"/>
                                    <a:pt x="94" y="663"/>
                                    <a:pt x="94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2"/>
                                    <a:pt x="93" y="662"/>
                                    <a:pt x="93" y="662"/>
                                  </a:cubicBezTo>
                                  <a:cubicBezTo>
                                    <a:pt x="93" y="662"/>
                                    <a:pt x="93" y="662"/>
                                    <a:pt x="92" y="662"/>
                                  </a:cubicBezTo>
                                  <a:cubicBezTo>
                                    <a:pt x="92" y="662"/>
                                    <a:pt x="92" y="662"/>
                                    <a:pt x="92" y="662"/>
                                  </a:cubicBezTo>
                                  <a:cubicBezTo>
                                    <a:pt x="92" y="662"/>
                                    <a:pt x="93" y="662"/>
                                    <a:pt x="93" y="661"/>
                                  </a:cubicBezTo>
                                  <a:cubicBezTo>
                                    <a:pt x="93" y="661"/>
                                    <a:pt x="93" y="661"/>
                                    <a:pt x="93" y="661"/>
                                  </a:cubicBezTo>
                                  <a:cubicBezTo>
                                    <a:pt x="94" y="660"/>
                                    <a:pt x="95" y="660"/>
                                    <a:pt x="95" y="659"/>
                                  </a:cubicBezTo>
                                  <a:cubicBezTo>
                                    <a:pt x="95" y="658"/>
                                    <a:pt x="94" y="658"/>
                                    <a:pt x="94" y="658"/>
                                  </a:cubicBezTo>
                                  <a:cubicBezTo>
                                    <a:pt x="94" y="659"/>
                                    <a:pt x="94" y="659"/>
                                    <a:pt x="94" y="660"/>
                                  </a:cubicBezTo>
                                  <a:cubicBezTo>
                                    <a:pt x="94" y="660"/>
                                    <a:pt x="93" y="661"/>
                                    <a:pt x="93" y="661"/>
                                  </a:cubicBezTo>
                                  <a:cubicBezTo>
                                    <a:pt x="92" y="661"/>
                                    <a:pt x="92" y="662"/>
                                    <a:pt x="92" y="662"/>
                                  </a:cubicBezTo>
                                  <a:cubicBezTo>
                                    <a:pt x="92" y="662"/>
                                    <a:pt x="92" y="663"/>
                                    <a:pt x="92" y="663"/>
                                  </a:cubicBezTo>
                                  <a:cubicBezTo>
                                    <a:pt x="92" y="663"/>
                                    <a:pt x="91" y="663"/>
                                    <a:pt x="91" y="663"/>
                                  </a:cubicBezTo>
                                  <a:cubicBezTo>
                                    <a:pt x="91" y="662"/>
                                    <a:pt x="91" y="662"/>
                                    <a:pt x="91" y="662"/>
                                  </a:cubicBezTo>
                                  <a:cubicBezTo>
                                    <a:pt x="91" y="662"/>
                                    <a:pt x="91" y="663"/>
                                    <a:pt x="91" y="663"/>
                                  </a:cubicBezTo>
                                  <a:cubicBezTo>
                                    <a:pt x="91" y="663"/>
                                    <a:pt x="90" y="664"/>
                                    <a:pt x="90" y="664"/>
                                  </a:cubicBezTo>
                                  <a:cubicBezTo>
                                    <a:pt x="90" y="664"/>
                                    <a:pt x="89" y="664"/>
                                    <a:pt x="89" y="664"/>
                                  </a:cubicBezTo>
                                  <a:cubicBezTo>
                                    <a:pt x="89" y="664"/>
                                    <a:pt x="89" y="664"/>
                                    <a:pt x="89" y="664"/>
                                  </a:cubicBezTo>
                                  <a:cubicBezTo>
                                    <a:pt x="89" y="665"/>
                                    <a:pt x="88" y="665"/>
                                    <a:pt x="88" y="666"/>
                                  </a:cubicBezTo>
                                  <a:cubicBezTo>
                                    <a:pt x="88" y="666"/>
                                    <a:pt x="88" y="666"/>
                                    <a:pt x="88" y="667"/>
                                  </a:cubicBezTo>
                                  <a:cubicBezTo>
                                    <a:pt x="87" y="667"/>
                                    <a:pt x="87" y="667"/>
                                    <a:pt x="87" y="667"/>
                                  </a:cubicBezTo>
                                  <a:cubicBezTo>
                                    <a:pt x="87" y="667"/>
                                    <a:pt x="87" y="667"/>
                                    <a:pt x="87" y="667"/>
                                  </a:cubicBezTo>
                                  <a:cubicBezTo>
                                    <a:pt x="87" y="668"/>
                                    <a:pt x="88" y="669"/>
                                    <a:pt x="87" y="669"/>
                                  </a:cubicBezTo>
                                  <a:cubicBezTo>
                                    <a:pt x="87" y="669"/>
                                    <a:pt x="86" y="669"/>
                                    <a:pt x="86" y="668"/>
                                  </a:cubicBezTo>
                                  <a:cubicBezTo>
                                    <a:pt x="86" y="668"/>
                                    <a:pt x="87" y="667"/>
                                    <a:pt x="86" y="666"/>
                                  </a:cubicBezTo>
                                  <a:cubicBezTo>
                                    <a:pt x="86" y="667"/>
                                    <a:pt x="86" y="667"/>
                                    <a:pt x="86" y="667"/>
                                  </a:cubicBezTo>
                                  <a:cubicBezTo>
                                    <a:pt x="86" y="667"/>
                                    <a:pt x="86" y="667"/>
                                    <a:pt x="85" y="667"/>
                                  </a:cubicBezTo>
                                  <a:cubicBezTo>
                                    <a:pt x="85" y="666"/>
                                    <a:pt x="85" y="666"/>
                                    <a:pt x="84" y="666"/>
                                  </a:cubicBezTo>
                                  <a:cubicBezTo>
                                    <a:pt x="84" y="666"/>
                                    <a:pt x="84" y="666"/>
                                    <a:pt x="84" y="665"/>
                                  </a:cubicBezTo>
                                  <a:cubicBezTo>
                                    <a:pt x="84" y="665"/>
                                    <a:pt x="84" y="665"/>
                                    <a:pt x="85" y="665"/>
                                  </a:cubicBezTo>
                                  <a:cubicBezTo>
                                    <a:pt x="85" y="665"/>
                                    <a:pt x="86" y="665"/>
                                    <a:pt x="86" y="665"/>
                                  </a:cubicBezTo>
                                  <a:cubicBezTo>
                                    <a:pt x="86" y="666"/>
                                    <a:pt x="86" y="666"/>
                                    <a:pt x="86" y="666"/>
                                  </a:cubicBezTo>
                                  <a:cubicBezTo>
                                    <a:pt x="87" y="666"/>
                                    <a:pt x="87" y="666"/>
                                    <a:pt x="87" y="665"/>
                                  </a:cubicBezTo>
                                  <a:cubicBezTo>
                                    <a:pt x="87" y="665"/>
                                    <a:pt x="87" y="665"/>
                                    <a:pt x="87" y="664"/>
                                  </a:cubicBezTo>
                                  <a:cubicBezTo>
                                    <a:pt x="87" y="664"/>
                                    <a:pt x="87" y="664"/>
                                    <a:pt x="87" y="664"/>
                                  </a:cubicBezTo>
                                  <a:cubicBezTo>
                                    <a:pt x="87" y="664"/>
                                    <a:pt x="87" y="664"/>
                                    <a:pt x="87" y="665"/>
                                  </a:cubicBezTo>
                                  <a:cubicBezTo>
                                    <a:pt x="87" y="665"/>
                                    <a:pt x="87" y="665"/>
                                    <a:pt x="86" y="665"/>
                                  </a:cubicBezTo>
                                  <a:cubicBezTo>
                                    <a:pt x="86" y="665"/>
                                    <a:pt x="86" y="665"/>
                                    <a:pt x="86" y="665"/>
                                  </a:cubicBezTo>
                                  <a:cubicBezTo>
                                    <a:pt x="86" y="665"/>
                                    <a:pt x="87" y="664"/>
                                    <a:pt x="87" y="664"/>
                                  </a:cubicBezTo>
                                  <a:cubicBezTo>
                                    <a:pt x="86" y="664"/>
                                    <a:pt x="86" y="664"/>
                                    <a:pt x="86" y="664"/>
                                  </a:cubicBezTo>
                                  <a:cubicBezTo>
                                    <a:pt x="86" y="664"/>
                                    <a:pt x="86" y="664"/>
                                    <a:pt x="86" y="663"/>
                                  </a:cubicBezTo>
                                  <a:cubicBezTo>
                                    <a:pt x="87" y="663"/>
                                    <a:pt x="87" y="663"/>
                                    <a:pt x="87" y="662"/>
                                  </a:cubicBezTo>
                                  <a:cubicBezTo>
                                    <a:pt x="87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1"/>
                                    <a:pt x="88" y="661"/>
                                  </a:cubicBezTo>
                                  <a:cubicBezTo>
                                    <a:pt x="87" y="661"/>
                                    <a:pt x="87" y="662"/>
                                    <a:pt x="87" y="662"/>
                                  </a:cubicBezTo>
                                  <a:cubicBezTo>
                                    <a:pt x="87" y="662"/>
                                    <a:pt x="86" y="663"/>
                                    <a:pt x="86" y="663"/>
                                  </a:cubicBezTo>
                                  <a:cubicBezTo>
                                    <a:pt x="86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3"/>
                                    <a:pt x="86" y="663"/>
                                  </a:cubicBezTo>
                                  <a:cubicBezTo>
                                    <a:pt x="86" y="662"/>
                                    <a:pt x="86" y="662"/>
                                    <a:pt x="86" y="662"/>
                                  </a:cubicBezTo>
                                  <a:cubicBezTo>
                                    <a:pt x="86" y="662"/>
                                    <a:pt x="86" y="662"/>
                                    <a:pt x="86" y="661"/>
                                  </a:cubicBezTo>
                                  <a:cubicBezTo>
                                    <a:pt x="86" y="661"/>
                                    <a:pt x="86" y="660"/>
                                    <a:pt x="87" y="660"/>
                                  </a:cubicBezTo>
                                  <a:cubicBezTo>
                                    <a:pt x="87" y="659"/>
                                    <a:pt x="87" y="659"/>
                                    <a:pt x="87" y="659"/>
                                  </a:cubicBezTo>
                                  <a:cubicBezTo>
                                    <a:pt x="87" y="659"/>
                                    <a:pt x="87" y="659"/>
                                    <a:pt x="87" y="659"/>
                                  </a:cubicBezTo>
                                  <a:cubicBezTo>
                                    <a:pt x="87" y="659"/>
                                    <a:pt x="86" y="659"/>
                                    <a:pt x="87" y="658"/>
                                  </a:cubicBezTo>
                                  <a:cubicBezTo>
                                    <a:pt x="86" y="658"/>
                                    <a:pt x="86" y="658"/>
                                    <a:pt x="86" y="658"/>
                                  </a:cubicBezTo>
                                  <a:cubicBezTo>
                                    <a:pt x="86" y="658"/>
                                    <a:pt x="86" y="658"/>
                                    <a:pt x="86" y="659"/>
                                  </a:cubicBezTo>
                                  <a:cubicBezTo>
                                    <a:pt x="86" y="659"/>
                                    <a:pt x="86" y="659"/>
                                    <a:pt x="86" y="660"/>
                                  </a:cubicBezTo>
                                  <a:cubicBezTo>
                                    <a:pt x="86" y="660"/>
                                    <a:pt x="86" y="660"/>
                                    <a:pt x="86" y="661"/>
                                  </a:cubicBezTo>
                                  <a:cubicBezTo>
                                    <a:pt x="85" y="661"/>
                                    <a:pt x="85" y="662"/>
                                    <a:pt x="85" y="663"/>
                                  </a:cubicBezTo>
                                  <a:cubicBezTo>
                                    <a:pt x="85" y="663"/>
                                    <a:pt x="85" y="663"/>
                                    <a:pt x="85" y="664"/>
                                  </a:cubicBezTo>
                                  <a:cubicBezTo>
                                    <a:pt x="85" y="664"/>
                                    <a:pt x="84" y="664"/>
                                    <a:pt x="84" y="664"/>
                                  </a:cubicBezTo>
                                  <a:cubicBezTo>
                                    <a:pt x="84" y="663"/>
                                    <a:pt x="84" y="663"/>
                                    <a:pt x="84" y="663"/>
                                  </a:cubicBezTo>
                                  <a:cubicBezTo>
                                    <a:pt x="85" y="662"/>
                                    <a:pt x="85" y="662"/>
                                    <a:pt x="84" y="661"/>
                                  </a:cubicBezTo>
                                  <a:cubicBezTo>
                                    <a:pt x="84" y="660"/>
                                    <a:pt x="84" y="659"/>
                                    <a:pt x="85" y="658"/>
                                  </a:cubicBezTo>
                                  <a:cubicBezTo>
                                    <a:pt x="85" y="658"/>
                                    <a:pt x="84" y="658"/>
                                    <a:pt x="84" y="658"/>
                                  </a:cubicBezTo>
                                  <a:cubicBezTo>
                                    <a:pt x="84" y="658"/>
                                    <a:pt x="84" y="658"/>
                                    <a:pt x="84" y="657"/>
                                  </a:cubicBezTo>
                                  <a:cubicBezTo>
                                    <a:pt x="84" y="657"/>
                                    <a:pt x="84" y="657"/>
                                    <a:pt x="84" y="657"/>
                                  </a:cubicBezTo>
                                  <a:cubicBezTo>
                                    <a:pt x="84" y="657"/>
                                    <a:pt x="84" y="658"/>
                                    <a:pt x="84" y="658"/>
                                  </a:cubicBezTo>
                                  <a:cubicBezTo>
                                    <a:pt x="84" y="658"/>
                                    <a:pt x="83" y="659"/>
                                    <a:pt x="83" y="659"/>
                                  </a:cubicBezTo>
                                  <a:cubicBezTo>
                                    <a:pt x="83" y="660"/>
                                    <a:pt x="83" y="660"/>
                                    <a:pt x="83" y="660"/>
                                  </a:cubicBezTo>
                                  <a:cubicBezTo>
                                    <a:pt x="83" y="660"/>
                                    <a:pt x="84" y="660"/>
                                    <a:pt x="84" y="660"/>
                                  </a:cubicBezTo>
                                  <a:cubicBezTo>
                                    <a:pt x="84" y="660"/>
                                    <a:pt x="84" y="660"/>
                                    <a:pt x="84" y="661"/>
                                  </a:cubicBezTo>
                                  <a:cubicBezTo>
                                    <a:pt x="84" y="661"/>
                                    <a:pt x="84" y="662"/>
                                    <a:pt x="84" y="662"/>
                                  </a:cubicBezTo>
                                  <a:cubicBezTo>
                                    <a:pt x="84" y="662"/>
                                    <a:pt x="84" y="663"/>
                                    <a:pt x="84" y="663"/>
                                  </a:cubicBezTo>
                                  <a:cubicBezTo>
                                    <a:pt x="84" y="663"/>
                                    <a:pt x="84" y="663"/>
                                    <a:pt x="84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2" y="663"/>
                                    <a:pt x="82" y="663"/>
                                  </a:cubicBezTo>
                                  <a:cubicBezTo>
                                    <a:pt x="82" y="663"/>
                                    <a:pt x="82" y="663"/>
                                    <a:pt x="82" y="663"/>
                                  </a:cubicBezTo>
                                  <a:cubicBezTo>
                                    <a:pt x="82" y="663"/>
                                    <a:pt x="82" y="663"/>
                                    <a:pt x="82" y="663"/>
                                  </a:cubicBezTo>
                                  <a:cubicBezTo>
                                    <a:pt x="82" y="662"/>
                                    <a:pt x="83" y="662"/>
                                    <a:pt x="82" y="661"/>
                                  </a:cubicBezTo>
                                  <a:cubicBezTo>
                                    <a:pt x="82" y="661"/>
                                    <a:pt x="82" y="661"/>
                                    <a:pt x="82" y="661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3" y="660"/>
                                    <a:pt x="82" y="659"/>
                                    <a:pt x="83" y="658"/>
                                  </a:cubicBezTo>
                                  <a:cubicBezTo>
                                    <a:pt x="83" y="658"/>
                                    <a:pt x="83" y="658"/>
                                    <a:pt x="83" y="658"/>
                                  </a:cubicBezTo>
                                  <a:cubicBezTo>
                                    <a:pt x="83" y="658"/>
                                    <a:pt x="83" y="657"/>
                                    <a:pt x="83" y="657"/>
                                  </a:cubicBezTo>
                                  <a:cubicBezTo>
                                    <a:pt x="82" y="658"/>
                                    <a:pt x="82" y="659"/>
                                    <a:pt x="82" y="659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1" y="660"/>
                                    <a:pt x="81" y="660"/>
                                    <a:pt x="81" y="660"/>
                                  </a:cubicBezTo>
                                  <a:cubicBezTo>
                                    <a:pt x="81" y="660"/>
                                    <a:pt x="81" y="660"/>
                                    <a:pt x="80" y="659"/>
                                  </a:cubicBezTo>
                                  <a:cubicBezTo>
                                    <a:pt x="80" y="659"/>
                                    <a:pt x="80" y="659"/>
                                    <a:pt x="80" y="658"/>
                                  </a:cubicBezTo>
                                  <a:cubicBezTo>
                                    <a:pt x="80" y="658"/>
                                    <a:pt x="80" y="658"/>
                                    <a:pt x="80" y="658"/>
                                  </a:cubicBezTo>
                                  <a:cubicBezTo>
                                    <a:pt x="80" y="658"/>
                                    <a:pt x="80" y="658"/>
                                    <a:pt x="80" y="657"/>
                                  </a:cubicBezTo>
                                  <a:cubicBezTo>
                                    <a:pt x="80" y="657"/>
                                    <a:pt x="80" y="657"/>
                                    <a:pt x="80" y="657"/>
                                  </a:cubicBezTo>
                                  <a:cubicBezTo>
                                    <a:pt x="80" y="657"/>
                                    <a:pt x="80" y="656"/>
                                    <a:pt x="80" y="656"/>
                                  </a:cubicBezTo>
                                  <a:cubicBezTo>
                                    <a:pt x="80" y="655"/>
                                    <a:pt x="80" y="654"/>
                                    <a:pt x="80" y="653"/>
                                  </a:cubicBezTo>
                                  <a:cubicBezTo>
                                    <a:pt x="81" y="653"/>
                                    <a:pt x="81" y="653"/>
                                    <a:pt x="81" y="653"/>
                                  </a:cubicBezTo>
                                  <a:cubicBezTo>
                                    <a:pt x="82" y="653"/>
                                    <a:pt x="82" y="652"/>
                                    <a:pt x="81" y="652"/>
                                  </a:cubicBezTo>
                                  <a:cubicBezTo>
                                    <a:pt x="81" y="652"/>
                                    <a:pt x="81" y="651"/>
                                    <a:pt x="81" y="651"/>
                                  </a:cubicBezTo>
                                  <a:cubicBezTo>
                                    <a:pt x="81" y="651"/>
                                    <a:pt x="81" y="651"/>
                                    <a:pt x="81" y="651"/>
                                  </a:cubicBezTo>
                                  <a:cubicBezTo>
                                    <a:pt x="81" y="651"/>
                                    <a:pt x="81" y="650"/>
                                    <a:pt x="82" y="650"/>
                                  </a:cubicBezTo>
                                  <a:cubicBezTo>
                                    <a:pt x="82" y="651"/>
                                    <a:pt x="82" y="651"/>
                                    <a:pt x="82" y="651"/>
                                  </a:cubicBezTo>
                                  <a:cubicBezTo>
                                    <a:pt x="83" y="652"/>
                                    <a:pt x="84" y="652"/>
                                    <a:pt x="84" y="652"/>
                                  </a:cubicBezTo>
                                  <a:cubicBezTo>
                                    <a:pt x="85" y="652"/>
                                    <a:pt x="85" y="652"/>
                                    <a:pt x="85" y="652"/>
                                  </a:cubicBezTo>
                                  <a:cubicBezTo>
                                    <a:pt x="86" y="651"/>
                                    <a:pt x="86" y="652"/>
                                    <a:pt x="87" y="652"/>
                                  </a:cubicBezTo>
                                  <a:cubicBezTo>
                                    <a:pt x="87" y="652"/>
                                    <a:pt x="87" y="653"/>
                                    <a:pt x="88" y="652"/>
                                  </a:cubicBezTo>
                                  <a:cubicBezTo>
                                    <a:pt x="87" y="652"/>
                                    <a:pt x="87" y="652"/>
                                    <a:pt x="87" y="651"/>
                                  </a:cubicBezTo>
                                  <a:cubicBezTo>
                                    <a:pt x="86" y="651"/>
                                    <a:pt x="86" y="651"/>
                                    <a:pt x="85" y="651"/>
                                  </a:cubicBezTo>
                                  <a:cubicBezTo>
                                    <a:pt x="85" y="651"/>
                                    <a:pt x="85" y="651"/>
                                    <a:pt x="85" y="651"/>
                                  </a:cubicBezTo>
                                  <a:cubicBezTo>
                                    <a:pt x="84" y="651"/>
                                    <a:pt x="84" y="651"/>
                                    <a:pt x="84" y="651"/>
                                  </a:cubicBezTo>
                                  <a:cubicBezTo>
                                    <a:pt x="83" y="651"/>
                                    <a:pt x="83" y="651"/>
                                    <a:pt x="83" y="650"/>
                                  </a:cubicBezTo>
                                  <a:cubicBezTo>
                                    <a:pt x="82" y="650"/>
                                    <a:pt x="82" y="649"/>
                                    <a:pt x="82" y="649"/>
                                  </a:cubicBezTo>
                                  <a:cubicBezTo>
                                    <a:pt x="82" y="649"/>
                                    <a:pt x="82" y="649"/>
                                    <a:pt x="82" y="649"/>
                                  </a:cubicBezTo>
                                  <a:cubicBezTo>
                                    <a:pt x="82" y="648"/>
                                    <a:pt x="82" y="648"/>
                                    <a:pt x="82" y="648"/>
                                  </a:cubicBezTo>
                                  <a:cubicBezTo>
                                    <a:pt x="82" y="648"/>
                                    <a:pt x="82" y="648"/>
                                    <a:pt x="82" y="648"/>
                                  </a:cubicBezTo>
                                  <a:cubicBezTo>
                                    <a:pt x="83" y="647"/>
                                    <a:pt x="83" y="647"/>
                                    <a:pt x="83" y="646"/>
                                  </a:cubicBezTo>
                                  <a:cubicBezTo>
                                    <a:pt x="83" y="646"/>
                                    <a:pt x="83" y="646"/>
                                    <a:pt x="83" y="646"/>
                                  </a:cubicBezTo>
                                  <a:cubicBezTo>
                                    <a:pt x="83" y="646"/>
                                    <a:pt x="83" y="646"/>
                                    <a:pt x="82" y="646"/>
                                  </a:cubicBezTo>
                                  <a:cubicBezTo>
                                    <a:pt x="82" y="646"/>
                                    <a:pt x="82" y="646"/>
                                    <a:pt x="82" y="646"/>
                                  </a:cubicBezTo>
                                  <a:cubicBezTo>
                                    <a:pt x="82" y="647"/>
                                    <a:pt x="81" y="647"/>
                                    <a:pt x="81" y="647"/>
                                  </a:cubicBezTo>
                                  <a:cubicBezTo>
                                    <a:pt x="81" y="648"/>
                                    <a:pt x="81" y="648"/>
                                    <a:pt x="80" y="648"/>
                                  </a:cubicBezTo>
                                  <a:cubicBezTo>
                                    <a:pt x="80" y="649"/>
                                    <a:pt x="79" y="649"/>
                                    <a:pt x="79" y="649"/>
                                  </a:cubicBezTo>
                                  <a:cubicBezTo>
                                    <a:pt x="79" y="650"/>
                                    <a:pt x="79" y="651"/>
                                    <a:pt x="79" y="652"/>
                                  </a:cubicBezTo>
                                  <a:cubicBezTo>
                                    <a:pt x="79" y="652"/>
                                    <a:pt x="79" y="652"/>
                                    <a:pt x="79" y="652"/>
                                  </a:cubicBezTo>
                                  <a:cubicBezTo>
                                    <a:pt x="79" y="652"/>
                                    <a:pt x="79" y="652"/>
                                    <a:pt x="79" y="652"/>
                                  </a:cubicBezTo>
                                  <a:cubicBezTo>
                                    <a:pt x="78" y="652"/>
                                    <a:pt x="78" y="652"/>
                                    <a:pt x="78" y="653"/>
                                  </a:cubicBezTo>
                                  <a:cubicBezTo>
                                    <a:pt x="78" y="653"/>
                                    <a:pt x="78" y="653"/>
                                    <a:pt x="78" y="653"/>
                                  </a:cubicBezTo>
                                  <a:cubicBezTo>
                                    <a:pt x="77" y="653"/>
                                    <a:pt x="77" y="654"/>
                                    <a:pt x="77" y="654"/>
                                  </a:cubicBezTo>
                                  <a:cubicBezTo>
                                    <a:pt x="77" y="654"/>
                                    <a:pt x="77" y="654"/>
                                    <a:pt x="76" y="653"/>
                                  </a:cubicBezTo>
                                  <a:cubicBezTo>
                                    <a:pt x="76" y="653"/>
                                    <a:pt x="75" y="653"/>
                                    <a:pt x="75" y="652"/>
                                  </a:cubicBezTo>
                                  <a:cubicBezTo>
                                    <a:pt x="75" y="652"/>
                                    <a:pt x="75" y="652"/>
                                    <a:pt x="75" y="651"/>
                                  </a:cubicBezTo>
                                  <a:cubicBezTo>
                                    <a:pt x="75" y="651"/>
                                    <a:pt x="74" y="651"/>
                                    <a:pt x="74" y="651"/>
                                  </a:cubicBezTo>
                                  <a:cubicBezTo>
                                    <a:pt x="74" y="651"/>
                                    <a:pt x="74" y="650"/>
                                    <a:pt x="74" y="650"/>
                                  </a:cubicBezTo>
                                  <a:cubicBezTo>
                                    <a:pt x="74" y="650"/>
                                    <a:pt x="74" y="650"/>
                                    <a:pt x="74" y="650"/>
                                  </a:cubicBezTo>
                                  <a:cubicBezTo>
                                    <a:pt x="74" y="650"/>
                                    <a:pt x="73" y="649"/>
                                    <a:pt x="73" y="648"/>
                                  </a:cubicBezTo>
                                  <a:cubicBezTo>
                                    <a:pt x="73" y="649"/>
                                    <a:pt x="73" y="649"/>
                                    <a:pt x="73" y="649"/>
                                  </a:cubicBezTo>
                                  <a:cubicBezTo>
                                    <a:pt x="73" y="649"/>
                                    <a:pt x="73" y="650"/>
                                    <a:pt x="73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0"/>
                                  </a:cubicBezTo>
                                  <a:cubicBezTo>
                                    <a:pt x="72" y="649"/>
                                    <a:pt x="72" y="650"/>
                                    <a:pt x="71" y="649"/>
                                  </a:cubicBezTo>
                                  <a:cubicBezTo>
                                    <a:pt x="71" y="649"/>
                                    <a:pt x="71" y="648"/>
                                    <a:pt x="72" y="648"/>
                                  </a:cubicBezTo>
                                  <a:cubicBezTo>
                                    <a:pt x="72" y="648"/>
                                    <a:pt x="72" y="648"/>
                                    <a:pt x="72" y="648"/>
                                  </a:cubicBezTo>
                                  <a:cubicBezTo>
                                    <a:pt x="72" y="648"/>
                                    <a:pt x="72" y="648"/>
                                    <a:pt x="72" y="648"/>
                                  </a:cubicBezTo>
                                  <a:cubicBezTo>
                                    <a:pt x="73" y="648"/>
                                    <a:pt x="73" y="648"/>
                                    <a:pt x="73" y="648"/>
                                  </a:cubicBezTo>
                                  <a:cubicBezTo>
                                    <a:pt x="73" y="648"/>
                                    <a:pt x="73" y="648"/>
                                    <a:pt x="73" y="647"/>
                                  </a:cubicBezTo>
                                  <a:cubicBezTo>
                                    <a:pt x="73" y="647"/>
                                    <a:pt x="73" y="647"/>
                                    <a:pt x="72" y="647"/>
                                  </a:cubicBezTo>
                                  <a:cubicBezTo>
                                    <a:pt x="72" y="647"/>
                                    <a:pt x="72" y="647"/>
                                    <a:pt x="72" y="647"/>
                                  </a:cubicBezTo>
                                  <a:cubicBezTo>
                                    <a:pt x="72" y="646"/>
                                    <a:pt x="73" y="646"/>
                                    <a:pt x="73" y="646"/>
                                  </a:cubicBezTo>
                                  <a:cubicBezTo>
                                    <a:pt x="73" y="646"/>
                                    <a:pt x="73" y="647"/>
                                    <a:pt x="73" y="647"/>
                                  </a:cubicBezTo>
                                  <a:cubicBezTo>
                                    <a:pt x="74" y="647"/>
                                    <a:pt x="74" y="648"/>
                                    <a:pt x="75" y="649"/>
                                  </a:cubicBezTo>
                                  <a:cubicBezTo>
                                    <a:pt x="75" y="649"/>
                                    <a:pt x="75" y="649"/>
                                    <a:pt x="75" y="649"/>
                                  </a:cubicBezTo>
                                  <a:cubicBezTo>
                                    <a:pt x="75" y="649"/>
                                    <a:pt x="75" y="649"/>
                                    <a:pt x="76" y="649"/>
                                  </a:cubicBezTo>
                                  <a:cubicBezTo>
                                    <a:pt x="76" y="649"/>
                                    <a:pt x="76" y="648"/>
                                    <a:pt x="75" y="648"/>
                                  </a:cubicBezTo>
                                  <a:cubicBezTo>
                                    <a:pt x="75" y="648"/>
                                    <a:pt x="74" y="647"/>
                                    <a:pt x="73" y="646"/>
                                  </a:cubicBezTo>
                                  <a:cubicBezTo>
                                    <a:pt x="73" y="646"/>
                                    <a:pt x="73" y="645"/>
                                    <a:pt x="73" y="645"/>
                                  </a:cubicBezTo>
                                  <a:cubicBezTo>
                                    <a:pt x="73" y="645"/>
                                    <a:pt x="73" y="645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4" y="644"/>
                                  </a:cubicBezTo>
                                  <a:cubicBezTo>
                                    <a:pt x="74" y="644"/>
                                    <a:pt x="74" y="644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3" y="643"/>
                                    <a:pt x="73" y="643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2" y="644"/>
                                  </a:cubicBezTo>
                                  <a:cubicBezTo>
                                    <a:pt x="72" y="644"/>
                                    <a:pt x="72" y="644"/>
                                    <a:pt x="72" y="644"/>
                                  </a:cubicBezTo>
                                  <a:cubicBezTo>
                                    <a:pt x="72" y="644"/>
                                    <a:pt x="72" y="644"/>
                                    <a:pt x="72" y="644"/>
                                  </a:cubicBezTo>
                                  <a:cubicBezTo>
                                    <a:pt x="72" y="643"/>
                                    <a:pt x="72" y="643"/>
                                    <a:pt x="72" y="643"/>
                                  </a:cubicBezTo>
                                  <a:cubicBezTo>
                                    <a:pt x="72" y="643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1" y="642"/>
                                    <a:pt x="71" y="642"/>
                                    <a:pt x="71" y="641"/>
                                  </a:cubicBezTo>
                                  <a:cubicBezTo>
                                    <a:pt x="71" y="641"/>
                                    <a:pt x="71" y="641"/>
                                    <a:pt x="71" y="641"/>
                                  </a:cubicBezTo>
                                  <a:cubicBezTo>
                                    <a:pt x="71" y="641"/>
                                    <a:pt x="71" y="641"/>
                                    <a:pt x="71" y="641"/>
                                  </a:cubicBezTo>
                                  <a:cubicBezTo>
                                    <a:pt x="71" y="640"/>
                                    <a:pt x="71" y="640"/>
                                    <a:pt x="71" y="640"/>
                                  </a:cubicBezTo>
                                  <a:cubicBezTo>
                                    <a:pt x="71" y="640"/>
                                    <a:pt x="71" y="640"/>
                                    <a:pt x="71" y="640"/>
                                  </a:cubicBezTo>
                                  <a:cubicBezTo>
                                    <a:pt x="71" y="640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40"/>
                                    <a:pt x="72" y="640"/>
                                    <a:pt x="72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38"/>
                                    <a:pt x="72" y="638"/>
                                    <a:pt x="72" y="638"/>
                                  </a:cubicBezTo>
                                  <a:cubicBezTo>
                                    <a:pt x="72" y="638"/>
                                    <a:pt x="72" y="638"/>
                                    <a:pt x="71" y="638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8"/>
                                  </a:cubicBezTo>
                                  <a:cubicBezTo>
                                    <a:pt x="71" y="638"/>
                                    <a:pt x="71" y="638"/>
                                    <a:pt x="71" y="638"/>
                                  </a:cubicBezTo>
                                  <a:cubicBezTo>
                                    <a:pt x="71" y="638"/>
                                    <a:pt x="71" y="638"/>
                                    <a:pt x="72" y="638"/>
                                  </a:cubicBezTo>
                                  <a:cubicBezTo>
                                    <a:pt x="72" y="638"/>
                                    <a:pt x="72" y="638"/>
                                    <a:pt x="72" y="637"/>
                                  </a:cubicBezTo>
                                  <a:cubicBezTo>
                                    <a:pt x="72" y="637"/>
                                    <a:pt x="72" y="637"/>
                                    <a:pt x="72" y="637"/>
                                  </a:cubicBezTo>
                                  <a:cubicBezTo>
                                    <a:pt x="72" y="637"/>
                                    <a:pt x="72" y="637"/>
                                    <a:pt x="72" y="637"/>
                                  </a:cubicBezTo>
                                  <a:cubicBezTo>
                                    <a:pt x="72" y="636"/>
                                    <a:pt x="72" y="636"/>
                                    <a:pt x="72" y="636"/>
                                  </a:cubicBezTo>
                                  <a:cubicBezTo>
                                    <a:pt x="72" y="636"/>
                                    <a:pt x="73" y="636"/>
                                    <a:pt x="73" y="636"/>
                                  </a:cubicBezTo>
                                  <a:cubicBezTo>
                                    <a:pt x="73" y="636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6" y="634"/>
                                  </a:cubicBezTo>
                                  <a:cubicBezTo>
                                    <a:pt x="76" y="634"/>
                                    <a:pt x="76" y="634"/>
                                    <a:pt x="76" y="634"/>
                                  </a:cubicBezTo>
                                  <a:cubicBezTo>
                                    <a:pt x="76" y="634"/>
                                    <a:pt x="76" y="633"/>
                                    <a:pt x="76" y="633"/>
                                  </a:cubicBezTo>
                                  <a:cubicBezTo>
                                    <a:pt x="76" y="633"/>
                                    <a:pt x="76" y="633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5" y="634"/>
                                  </a:cubicBezTo>
                                  <a:cubicBezTo>
                                    <a:pt x="75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4" y="633"/>
                                  </a:cubicBezTo>
                                  <a:cubicBezTo>
                                    <a:pt x="74" y="632"/>
                                    <a:pt x="74" y="632"/>
                                    <a:pt x="75" y="632"/>
                                  </a:cubicBezTo>
                                  <a:cubicBezTo>
                                    <a:pt x="75" y="632"/>
                                    <a:pt x="75" y="631"/>
                                    <a:pt x="75" y="631"/>
                                  </a:cubicBezTo>
                                  <a:cubicBezTo>
                                    <a:pt x="76" y="630"/>
                                    <a:pt x="76" y="630"/>
                                    <a:pt x="76" y="630"/>
                                  </a:cubicBezTo>
                                  <a:cubicBezTo>
                                    <a:pt x="76" y="630"/>
                                    <a:pt x="76" y="629"/>
                                    <a:pt x="76" y="629"/>
                                  </a:cubicBezTo>
                                  <a:cubicBezTo>
                                    <a:pt x="76" y="629"/>
                                    <a:pt x="76" y="629"/>
                                    <a:pt x="76" y="629"/>
                                  </a:cubicBezTo>
                                  <a:cubicBezTo>
                                    <a:pt x="76" y="628"/>
                                    <a:pt x="76" y="628"/>
                                    <a:pt x="76" y="628"/>
                                  </a:cubicBezTo>
                                  <a:cubicBezTo>
                                    <a:pt x="76" y="628"/>
                                    <a:pt x="76" y="628"/>
                                    <a:pt x="76" y="628"/>
                                  </a:cubicBezTo>
                                  <a:cubicBezTo>
                                    <a:pt x="76" y="628"/>
                                    <a:pt x="75" y="627"/>
                                    <a:pt x="75" y="627"/>
                                  </a:cubicBezTo>
                                  <a:cubicBezTo>
                                    <a:pt x="75" y="628"/>
                                    <a:pt x="75" y="628"/>
                                    <a:pt x="75" y="629"/>
                                  </a:cubicBezTo>
                                  <a:cubicBezTo>
                                    <a:pt x="75" y="629"/>
                                    <a:pt x="75" y="629"/>
                                    <a:pt x="75" y="629"/>
                                  </a:cubicBezTo>
                                  <a:cubicBezTo>
                                    <a:pt x="75" y="629"/>
                                    <a:pt x="75" y="630"/>
                                    <a:pt x="75" y="630"/>
                                  </a:cubicBezTo>
                                  <a:cubicBezTo>
                                    <a:pt x="75" y="630"/>
                                    <a:pt x="75" y="630"/>
                                    <a:pt x="75" y="631"/>
                                  </a:cubicBezTo>
                                  <a:cubicBezTo>
                                    <a:pt x="75" y="631"/>
                                    <a:pt x="74" y="631"/>
                                    <a:pt x="74" y="632"/>
                                  </a:cubicBezTo>
                                  <a:cubicBezTo>
                                    <a:pt x="74" y="632"/>
                                    <a:pt x="74" y="632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3" y="634"/>
                                  </a:cubicBezTo>
                                  <a:cubicBezTo>
                                    <a:pt x="73" y="633"/>
                                    <a:pt x="73" y="633"/>
                                    <a:pt x="73" y="633"/>
                                  </a:cubicBezTo>
                                  <a:cubicBezTo>
                                    <a:pt x="73" y="633"/>
                                    <a:pt x="73" y="632"/>
                                    <a:pt x="73" y="632"/>
                                  </a:cubicBezTo>
                                  <a:cubicBezTo>
                                    <a:pt x="73" y="632"/>
                                    <a:pt x="73" y="632"/>
                                    <a:pt x="74" y="632"/>
                                  </a:cubicBezTo>
                                  <a:cubicBezTo>
                                    <a:pt x="74" y="632"/>
                                    <a:pt x="74" y="631"/>
                                    <a:pt x="74" y="631"/>
                                  </a:cubicBezTo>
                                  <a:cubicBezTo>
                                    <a:pt x="74" y="631"/>
                                    <a:pt x="74" y="631"/>
                                    <a:pt x="74" y="631"/>
                                  </a:cubicBezTo>
                                  <a:cubicBezTo>
                                    <a:pt x="74" y="631"/>
                                    <a:pt x="74" y="630"/>
                                    <a:pt x="74" y="630"/>
                                  </a:cubicBezTo>
                                  <a:cubicBezTo>
                                    <a:pt x="74" y="629"/>
                                    <a:pt x="74" y="628"/>
                                    <a:pt x="73" y="627"/>
                                  </a:cubicBezTo>
                                  <a:cubicBezTo>
                                    <a:pt x="73" y="626"/>
                                    <a:pt x="74" y="625"/>
                                    <a:pt x="73" y="624"/>
                                  </a:cubicBezTo>
                                  <a:cubicBezTo>
                                    <a:pt x="73" y="624"/>
                                    <a:pt x="73" y="624"/>
                                    <a:pt x="73" y="624"/>
                                  </a:cubicBezTo>
                                  <a:cubicBezTo>
                                    <a:pt x="74" y="623"/>
                                    <a:pt x="74" y="623"/>
                                    <a:pt x="74" y="623"/>
                                  </a:cubicBezTo>
                                  <a:cubicBezTo>
                                    <a:pt x="74" y="623"/>
                                    <a:pt x="74" y="622"/>
                                    <a:pt x="74" y="622"/>
                                  </a:cubicBezTo>
                                  <a:cubicBezTo>
                                    <a:pt x="74" y="622"/>
                                    <a:pt x="73" y="620"/>
                                    <a:pt x="73" y="620"/>
                                  </a:cubicBezTo>
                                  <a:cubicBezTo>
                                    <a:pt x="72" y="620"/>
                                    <a:pt x="72" y="620"/>
                                    <a:pt x="72" y="620"/>
                                  </a:cubicBezTo>
                                  <a:cubicBezTo>
                                    <a:pt x="71" y="620"/>
                                    <a:pt x="71" y="620"/>
                                    <a:pt x="71" y="620"/>
                                  </a:cubicBezTo>
                                  <a:cubicBezTo>
                                    <a:pt x="71" y="620"/>
                                    <a:pt x="71" y="620"/>
                                    <a:pt x="71" y="620"/>
                                  </a:cubicBezTo>
                                  <a:cubicBezTo>
                                    <a:pt x="71" y="619"/>
                                    <a:pt x="71" y="619"/>
                                    <a:pt x="71" y="619"/>
                                  </a:cubicBezTo>
                                  <a:cubicBezTo>
                                    <a:pt x="71" y="619"/>
                                    <a:pt x="70" y="619"/>
                                    <a:pt x="70" y="619"/>
                                  </a:cubicBezTo>
                                  <a:cubicBezTo>
                                    <a:pt x="70" y="619"/>
                                    <a:pt x="69" y="617"/>
                                    <a:pt x="69" y="617"/>
                                  </a:cubicBezTo>
                                  <a:cubicBezTo>
                                    <a:pt x="68" y="617"/>
                                    <a:pt x="68" y="617"/>
                                    <a:pt x="68" y="617"/>
                                  </a:cubicBezTo>
                                  <a:cubicBezTo>
                                    <a:pt x="66" y="617"/>
                                    <a:pt x="66" y="617"/>
                                    <a:pt x="66" y="617"/>
                                  </a:cubicBezTo>
                                  <a:cubicBezTo>
                                    <a:pt x="66" y="617"/>
                                    <a:pt x="63" y="614"/>
                                    <a:pt x="63" y="614"/>
                                  </a:cubicBezTo>
                                  <a:cubicBezTo>
                                    <a:pt x="63" y="614"/>
                                    <a:pt x="61" y="614"/>
                                    <a:pt x="61" y="614"/>
                                  </a:cubicBezTo>
                                  <a:cubicBezTo>
                                    <a:pt x="61" y="612"/>
                                    <a:pt x="61" y="612"/>
                                    <a:pt x="61" y="612"/>
                                  </a:cubicBezTo>
                                  <a:cubicBezTo>
                                    <a:pt x="60" y="611"/>
                                    <a:pt x="60" y="611"/>
                                    <a:pt x="60" y="611"/>
                                  </a:cubicBezTo>
                                  <a:cubicBezTo>
                                    <a:pt x="60" y="610"/>
                                    <a:pt x="60" y="610"/>
                                    <a:pt x="60" y="610"/>
                                  </a:cubicBezTo>
                                  <a:cubicBezTo>
                                    <a:pt x="60" y="610"/>
                                    <a:pt x="60" y="610"/>
                                    <a:pt x="60" y="610"/>
                                  </a:cubicBezTo>
                                  <a:cubicBezTo>
                                    <a:pt x="60" y="609"/>
                                    <a:pt x="60" y="609"/>
                                    <a:pt x="60" y="609"/>
                                  </a:cubicBezTo>
                                  <a:cubicBezTo>
                                    <a:pt x="58" y="608"/>
                                    <a:pt x="58" y="608"/>
                                    <a:pt x="58" y="608"/>
                                  </a:cubicBezTo>
                                  <a:cubicBezTo>
                                    <a:pt x="58" y="608"/>
                                    <a:pt x="58" y="608"/>
                                    <a:pt x="58" y="608"/>
                                  </a:cubicBezTo>
                                  <a:cubicBezTo>
                                    <a:pt x="58" y="608"/>
                                    <a:pt x="59" y="607"/>
                                    <a:pt x="59" y="607"/>
                                  </a:cubicBezTo>
                                  <a:cubicBezTo>
                                    <a:pt x="51" y="592"/>
                                    <a:pt x="51" y="592"/>
                                    <a:pt x="51" y="592"/>
                                  </a:cubicBezTo>
                                  <a:cubicBezTo>
                                    <a:pt x="51" y="592"/>
                                    <a:pt x="51" y="592"/>
                                    <a:pt x="51" y="592"/>
                                  </a:cubicBezTo>
                                  <a:cubicBezTo>
                                    <a:pt x="48" y="588"/>
                                    <a:pt x="48" y="588"/>
                                    <a:pt x="48" y="588"/>
                                  </a:cubicBezTo>
                                  <a:cubicBezTo>
                                    <a:pt x="46" y="586"/>
                                    <a:pt x="46" y="586"/>
                                    <a:pt x="46" y="586"/>
                                  </a:cubicBezTo>
                                  <a:cubicBezTo>
                                    <a:pt x="45" y="585"/>
                                    <a:pt x="45" y="585"/>
                                    <a:pt x="45" y="585"/>
                                  </a:cubicBezTo>
                                  <a:cubicBezTo>
                                    <a:pt x="45" y="585"/>
                                    <a:pt x="45" y="585"/>
                                    <a:pt x="45" y="585"/>
                                  </a:cubicBezTo>
                                  <a:cubicBezTo>
                                    <a:pt x="44" y="583"/>
                                    <a:pt x="44" y="583"/>
                                    <a:pt x="44" y="583"/>
                                  </a:cubicBezTo>
                                  <a:cubicBezTo>
                                    <a:pt x="42" y="582"/>
                                    <a:pt x="42" y="582"/>
                                    <a:pt x="42" y="582"/>
                                  </a:cubicBezTo>
                                  <a:cubicBezTo>
                                    <a:pt x="42" y="581"/>
                                    <a:pt x="42" y="581"/>
                                    <a:pt x="42" y="581"/>
                                  </a:cubicBezTo>
                                  <a:cubicBezTo>
                                    <a:pt x="40" y="580"/>
                                    <a:pt x="40" y="580"/>
                                    <a:pt x="40" y="580"/>
                                  </a:cubicBezTo>
                                  <a:cubicBezTo>
                                    <a:pt x="40" y="579"/>
                                    <a:pt x="40" y="579"/>
                                    <a:pt x="40" y="579"/>
                                  </a:cubicBezTo>
                                  <a:cubicBezTo>
                                    <a:pt x="40" y="579"/>
                                    <a:pt x="40" y="579"/>
                                    <a:pt x="40" y="579"/>
                                  </a:cubicBezTo>
                                  <a:cubicBezTo>
                                    <a:pt x="40" y="578"/>
                                    <a:pt x="40" y="578"/>
                                    <a:pt x="40" y="578"/>
                                  </a:cubicBezTo>
                                  <a:cubicBezTo>
                                    <a:pt x="40" y="578"/>
                                    <a:pt x="40" y="578"/>
                                    <a:pt x="40" y="578"/>
                                  </a:cubicBezTo>
                                  <a:cubicBezTo>
                                    <a:pt x="40" y="577"/>
                                    <a:pt x="40" y="577"/>
                                    <a:pt x="40" y="577"/>
                                  </a:cubicBezTo>
                                  <a:cubicBezTo>
                                    <a:pt x="37" y="574"/>
                                    <a:pt x="37" y="574"/>
                                    <a:pt x="37" y="574"/>
                                  </a:cubicBezTo>
                                  <a:cubicBezTo>
                                    <a:pt x="37" y="574"/>
                                    <a:pt x="37" y="574"/>
                                    <a:pt x="37" y="574"/>
                                  </a:cubicBezTo>
                                  <a:cubicBezTo>
                                    <a:pt x="33" y="576"/>
                                    <a:pt x="33" y="576"/>
                                    <a:pt x="33" y="576"/>
                                  </a:cubicBezTo>
                                  <a:cubicBezTo>
                                    <a:pt x="31" y="576"/>
                                    <a:pt x="31" y="576"/>
                                    <a:pt x="31" y="576"/>
                                  </a:cubicBezTo>
                                  <a:cubicBezTo>
                                    <a:pt x="31" y="576"/>
                                    <a:pt x="31" y="576"/>
                                    <a:pt x="31" y="576"/>
                                  </a:cubicBezTo>
                                  <a:cubicBezTo>
                                    <a:pt x="32" y="577"/>
                                    <a:pt x="32" y="577"/>
                                    <a:pt x="32" y="577"/>
                                  </a:cubicBezTo>
                                  <a:cubicBezTo>
                                    <a:pt x="32" y="577"/>
                                    <a:pt x="32" y="577"/>
                                    <a:pt x="32" y="577"/>
                                  </a:cubicBezTo>
                                  <a:cubicBezTo>
                                    <a:pt x="32" y="577"/>
                                    <a:pt x="32" y="578"/>
                                    <a:pt x="32" y="578"/>
                                  </a:cubicBezTo>
                                  <a:cubicBezTo>
                                    <a:pt x="31" y="578"/>
                                    <a:pt x="31" y="578"/>
                                    <a:pt x="31" y="578"/>
                                  </a:cubicBezTo>
                                  <a:cubicBezTo>
                                    <a:pt x="31" y="580"/>
                                    <a:pt x="31" y="580"/>
                                    <a:pt x="31" y="580"/>
                                  </a:cubicBezTo>
                                  <a:cubicBezTo>
                                    <a:pt x="30" y="582"/>
                                    <a:pt x="30" y="582"/>
                                    <a:pt x="30" y="582"/>
                                  </a:cubicBezTo>
                                  <a:cubicBezTo>
                                    <a:pt x="28" y="582"/>
                                    <a:pt x="28" y="582"/>
                                    <a:pt x="28" y="582"/>
                                  </a:cubicBezTo>
                                  <a:cubicBezTo>
                                    <a:pt x="23" y="586"/>
                                    <a:pt x="23" y="586"/>
                                    <a:pt x="23" y="586"/>
                                  </a:cubicBezTo>
                                  <a:cubicBezTo>
                                    <a:pt x="23" y="581"/>
                                    <a:pt x="23" y="581"/>
                                    <a:pt x="23" y="581"/>
                                  </a:cubicBezTo>
                                  <a:cubicBezTo>
                                    <a:pt x="16" y="574"/>
                                    <a:pt x="16" y="574"/>
                                    <a:pt x="16" y="574"/>
                                  </a:cubicBezTo>
                                  <a:cubicBezTo>
                                    <a:pt x="16" y="573"/>
                                    <a:pt x="16" y="573"/>
                                    <a:pt x="16" y="573"/>
                                  </a:cubicBezTo>
                                  <a:cubicBezTo>
                                    <a:pt x="16" y="572"/>
                                    <a:pt x="16" y="572"/>
                                    <a:pt x="16" y="572"/>
                                  </a:cubicBezTo>
                                  <a:cubicBezTo>
                                    <a:pt x="13" y="571"/>
                                    <a:pt x="13" y="571"/>
                                    <a:pt x="13" y="571"/>
                                  </a:cubicBezTo>
                                  <a:cubicBezTo>
                                    <a:pt x="12" y="570"/>
                                    <a:pt x="12" y="570"/>
                                    <a:pt x="12" y="570"/>
                                  </a:cubicBezTo>
                                  <a:cubicBezTo>
                                    <a:pt x="12" y="570"/>
                                    <a:pt x="12" y="569"/>
                                    <a:pt x="12" y="569"/>
                                  </a:cubicBezTo>
                                  <a:cubicBezTo>
                                    <a:pt x="12" y="569"/>
                                    <a:pt x="13" y="568"/>
                                    <a:pt x="13" y="568"/>
                                  </a:cubicBezTo>
                                  <a:cubicBezTo>
                                    <a:pt x="13" y="567"/>
                                    <a:pt x="13" y="566"/>
                                    <a:pt x="13" y="566"/>
                                  </a:cubicBezTo>
                                  <a:cubicBezTo>
                                    <a:pt x="9" y="566"/>
                                    <a:pt x="9" y="566"/>
                                    <a:pt x="9" y="566"/>
                                  </a:cubicBezTo>
                                  <a:cubicBezTo>
                                    <a:pt x="7" y="569"/>
                                    <a:pt x="7" y="569"/>
                                    <a:pt x="7" y="569"/>
                                  </a:cubicBezTo>
                                  <a:cubicBezTo>
                                    <a:pt x="7" y="569"/>
                                    <a:pt x="4" y="567"/>
                                    <a:pt x="4" y="567"/>
                                  </a:cubicBezTo>
                                  <a:cubicBezTo>
                                    <a:pt x="4" y="567"/>
                                    <a:pt x="3" y="568"/>
                                    <a:pt x="3" y="568"/>
                                  </a:cubicBezTo>
                                  <a:cubicBezTo>
                                    <a:pt x="0" y="567"/>
                                    <a:pt x="0" y="567"/>
                                    <a:pt x="0" y="567"/>
                                  </a:cubicBezTo>
                                  <a:cubicBezTo>
                                    <a:pt x="0" y="417"/>
                                    <a:pt x="0" y="417"/>
                                    <a:pt x="0" y="417"/>
                                  </a:cubicBezTo>
                                  <a:cubicBezTo>
                                    <a:pt x="1" y="417"/>
                                    <a:pt x="1" y="418"/>
                                    <a:pt x="2" y="418"/>
                                  </a:cubicBezTo>
                                  <a:cubicBezTo>
                                    <a:pt x="3" y="418"/>
                                    <a:pt x="3" y="418"/>
                                    <a:pt x="4" y="419"/>
                                  </a:cubicBezTo>
                                  <a:cubicBezTo>
                                    <a:pt x="6" y="419"/>
                                    <a:pt x="7" y="418"/>
                                    <a:pt x="8" y="418"/>
                                  </a:cubicBezTo>
                                  <a:cubicBezTo>
                                    <a:pt x="9" y="419"/>
                                    <a:pt x="10" y="419"/>
                                    <a:pt x="10" y="419"/>
                                  </a:cubicBezTo>
                                  <a:cubicBezTo>
                                    <a:pt x="11" y="420"/>
                                    <a:pt x="12" y="420"/>
                                    <a:pt x="13" y="420"/>
                                  </a:cubicBezTo>
                                  <a:cubicBezTo>
                                    <a:pt x="13" y="420"/>
                                    <a:pt x="13" y="421"/>
                                    <a:pt x="13" y="421"/>
                                  </a:cubicBezTo>
                                  <a:cubicBezTo>
                                    <a:pt x="14" y="421"/>
                                    <a:pt x="14" y="421"/>
                                    <a:pt x="14" y="422"/>
                                  </a:cubicBezTo>
                                  <a:cubicBezTo>
                                    <a:pt x="14" y="422"/>
                                    <a:pt x="14" y="422"/>
                                    <a:pt x="15" y="423"/>
                                  </a:cubicBezTo>
                                  <a:cubicBezTo>
                                    <a:pt x="15" y="423"/>
                                    <a:pt x="16" y="424"/>
                                    <a:pt x="17" y="425"/>
                                  </a:cubicBezTo>
                                  <a:cubicBezTo>
                                    <a:pt x="17" y="425"/>
                                    <a:pt x="17" y="425"/>
                                    <a:pt x="17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6"/>
                                    <a:pt x="19" y="426"/>
                                    <a:pt x="19" y="426"/>
                                  </a:cubicBezTo>
                                  <a:cubicBezTo>
                                    <a:pt x="19" y="426"/>
                                    <a:pt x="19" y="426"/>
                                    <a:pt x="19" y="427"/>
                                  </a:cubicBezTo>
                                  <a:cubicBezTo>
                                    <a:pt x="20" y="427"/>
                                    <a:pt x="21" y="428"/>
                                    <a:pt x="21" y="428"/>
                                  </a:cubicBezTo>
                                  <a:cubicBezTo>
                                    <a:pt x="22" y="429"/>
                                    <a:pt x="24" y="430"/>
                                    <a:pt x="25" y="430"/>
                                  </a:cubicBezTo>
                                  <a:cubicBezTo>
                                    <a:pt x="25" y="431"/>
                                    <a:pt x="26" y="431"/>
                                    <a:pt x="26" y="431"/>
                                  </a:cubicBezTo>
                                  <a:cubicBezTo>
                                    <a:pt x="27" y="431"/>
                                    <a:pt x="27" y="431"/>
                                    <a:pt x="27" y="431"/>
                                  </a:cubicBezTo>
                                  <a:cubicBezTo>
                                    <a:pt x="28" y="431"/>
                                    <a:pt x="28" y="432"/>
                                    <a:pt x="29" y="432"/>
                                  </a:cubicBezTo>
                                  <a:cubicBezTo>
                                    <a:pt x="29" y="432"/>
                                    <a:pt x="30" y="432"/>
                                    <a:pt x="30" y="432"/>
                                  </a:cubicBezTo>
                                  <a:cubicBezTo>
                                    <a:pt x="31" y="432"/>
                                    <a:pt x="31" y="432"/>
                                    <a:pt x="32" y="432"/>
                                  </a:cubicBezTo>
                                  <a:cubicBezTo>
                                    <a:pt x="32" y="432"/>
                                    <a:pt x="33" y="432"/>
                                    <a:pt x="33" y="432"/>
                                  </a:cubicBezTo>
                                  <a:cubicBezTo>
                                    <a:pt x="34" y="433"/>
                                    <a:pt x="35" y="433"/>
                                    <a:pt x="35" y="433"/>
                                  </a:cubicBezTo>
                                  <a:cubicBezTo>
                                    <a:pt x="35" y="433"/>
                                    <a:pt x="36" y="434"/>
                                    <a:pt x="36" y="434"/>
                                  </a:cubicBezTo>
                                  <a:cubicBezTo>
                                    <a:pt x="37" y="434"/>
                                    <a:pt x="37" y="434"/>
                                    <a:pt x="37" y="435"/>
                                  </a:cubicBezTo>
                                  <a:cubicBezTo>
                                    <a:pt x="38" y="435"/>
                                    <a:pt x="38" y="435"/>
                                    <a:pt x="38" y="436"/>
                                  </a:cubicBezTo>
                                  <a:cubicBezTo>
                                    <a:pt x="38" y="436"/>
                                    <a:pt x="39" y="436"/>
                                    <a:pt x="39" y="436"/>
                                  </a:cubicBezTo>
                                  <a:cubicBezTo>
                                    <a:pt x="39" y="436"/>
                                    <a:pt x="40" y="436"/>
                                    <a:pt x="40" y="437"/>
                                  </a:cubicBezTo>
                                  <a:cubicBezTo>
                                    <a:pt x="39" y="436"/>
                                    <a:pt x="38" y="434"/>
                                    <a:pt x="37" y="433"/>
                                  </a:cubicBezTo>
                                  <a:cubicBezTo>
                                    <a:pt x="37" y="433"/>
                                    <a:pt x="37" y="433"/>
                                    <a:pt x="37" y="432"/>
                                  </a:cubicBezTo>
                                  <a:cubicBezTo>
                                    <a:pt x="37" y="432"/>
                                    <a:pt x="37" y="432"/>
                                    <a:pt x="37" y="432"/>
                                  </a:cubicBezTo>
                                  <a:cubicBezTo>
                                    <a:pt x="37" y="432"/>
                                    <a:pt x="37" y="432"/>
                                    <a:pt x="38" y="432"/>
                                  </a:cubicBezTo>
                                  <a:cubicBezTo>
                                    <a:pt x="38" y="432"/>
                                    <a:pt x="38" y="432"/>
                                    <a:pt x="38" y="431"/>
                                  </a:cubicBezTo>
                                  <a:cubicBezTo>
                                    <a:pt x="38" y="431"/>
                                    <a:pt x="38" y="431"/>
                                    <a:pt x="38" y="431"/>
                                  </a:cubicBezTo>
                                  <a:cubicBezTo>
                                    <a:pt x="37" y="431"/>
                                    <a:pt x="37" y="431"/>
                                    <a:pt x="37" y="430"/>
                                  </a:cubicBezTo>
                                  <a:cubicBezTo>
                                    <a:pt x="38" y="430"/>
                                    <a:pt x="38" y="430"/>
                                    <a:pt x="38" y="430"/>
                                  </a:cubicBezTo>
                                  <a:cubicBezTo>
                                    <a:pt x="38" y="430"/>
                                    <a:pt x="38" y="430"/>
                                    <a:pt x="38" y="430"/>
                                  </a:cubicBezTo>
                                  <a:cubicBezTo>
                                    <a:pt x="37" y="430"/>
                                    <a:pt x="37" y="430"/>
                                    <a:pt x="37" y="430"/>
                                  </a:cubicBezTo>
                                  <a:cubicBezTo>
                                    <a:pt x="37" y="430"/>
                                    <a:pt x="37" y="430"/>
                                    <a:pt x="37" y="430"/>
                                  </a:cubicBezTo>
                                  <a:cubicBezTo>
                                    <a:pt x="36" y="430"/>
                                    <a:pt x="36" y="430"/>
                                    <a:pt x="36" y="429"/>
                                  </a:cubicBezTo>
                                  <a:cubicBezTo>
                                    <a:pt x="36" y="429"/>
                                    <a:pt x="36" y="429"/>
                                    <a:pt x="36" y="429"/>
                                  </a:cubicBezTo>
                                  <a:cubicBezTo>
                                    <a:pt x="35" y="429"/>
                                    <a:pt x="35" y="429"/>
                                    <a:pt x="35" y="429"/>
                                  </a:cubicBezTo>
                                  <a:cubicBezTo>
                                    <a:pt x="35" y="428"/>
                                    <a:pt x="34" y="428"/>
                                    <a:pt x="34" y="427"/>
                                  </a:cubicBezTo>
                                  <a:cubicBezTo>
                                    <a:pt x="34" y="427"/>
                                    <a:pt x="34" y="427"/>
                                    <a:pt x="34" y="427"/>
                                  </a:cubicBezTo>
                                  <a:cubicBezTo>
                                    <a:pt x="33" y="427"/>
                                    <a:pt x="34" y="427"/>
                                    <a:pt x="34" y="428"/>
                                  </a:cubicBezTo>
                                  <a:cubicBezTo>
                                    <a:pt x="34" y="428"/>
                                    <a:pt x="34" y="428"/>
                                    <a:pt x="34" y="428"/>
                                  </a:cubicBezTo>
                                  <a:cubicBezTo>
                                    <a:pt x="34" y="428"/>
                                    <a:pt x="34" y="428"/>
                                    <a:pt x="33" y="428"/>
                                  </a:cubicBezTo>
                                  <a:cubicBezTo>
                                    <a:pt x="33" y="428"/>
                                    <a:pt x="33" y="428"/>
                                    <a:pt x="32" y="428"/>
                                  </a:cubicBezTo>
                                  <a:cubicBezTo>
                                    <a:pt x="32" y="428"/>
                                    <a:pt x="32" y="428"/>
                                    <a:pt x="32" y="428"/>
                                  </a:cubicBezTo>
                                  <a:cubicBezTo>
                                    <a:pt x="32" y="427"/>
                                    <a:pt x="32" y="427"/>
                                    <a:pt x="32" y="427"/>
                                  </a:cubicBezTo>
                                  <a:cubicBezTo>
                                    <a:pt x="32" y="427"/>
                                    <a:pt x="32" y="426"/>
                                    <a:pt x="33" y="426"/>
                                  </a:cubicBezTo>
                                  <a:cubicBezTo>
                                    <a:pt x="33" y="426"/>
                                    <a:pt x="33" y="426"/>
                                    <a:pt x="33" y="426"/>
                                  </a:cubicBezTo>
                                  <a:cubicBezTo>
                                    <a:pt x="34" y="426"/>
                                    <a:pt x="34" y="426"/>
                                    <a:pt x="34" y="426"/>
                                  </a:cubicBezTo>
                                  <a:cubicBezTo>
                                    <a:pt x="34" y="426"/>
                                    <a:pt x="34" y="426"/>
                                    <a:pt x="34" y="426"/>
                                  </a:cubicBezTo>
                                  <a:cubicBezTo>
                                    <a:pt x="34" y="425"/>
                                    <a:pt x="35" y="426"/>
                                    <a:pt x="35" y="426"/>
                                  </a:cubicBezTo>
                                  <a:cubicBezTo>
                                    <a:pt x="35" y="426"/>
                                    <a:pt x="35" y="426"/>
                                    <a:pt x="36" y="426"/>
                                  </a:cubicBezTo>
                                  <a:cubicBezTo>
                                    <a:pt x="36" y="426"/>
                                    <a:pt x="36" y="426"/>
                                    <a:pt x="35" y="426"/>
                                  </a:cubicBezTo>
                                  <a:cubicBezTo>
                                    <a:pt x="35" y="426"/>
                                    <a:pt x="35" y="426"/>
                                    <a:pt x="35" y="426"/>
                                  </a:cubicBezTo>
                                  <a:cubicBezTo>
                                    <a:pt x="35" y="425"/>
                                    <a:pt x="35" y="425"/>
                                    <a:pt x="35" y="424"/>
                                  </a:cubicBezTo>
                                  <a:cubicBezTo>
                                    <a:pt x="35" y="424"/>
                                    <a:pt x="36" y="424"/>
                                    <a:pt x="36" y="424"/>
                                  </a:cubicBezTo>
                                  <a:cubicBezTo>
                                    <a:pt x="36" y="424"/>
                                    <a:pt x="37" y="424"/>
                                    <a:pt x="37" y="424"/>
                                  </a:cubicBezTo>
                                  <a:cubicBezTo>
                                    <a:pt x="38" y="424"/>
                                    <a:pt x="39" y="424"/>
                                    <a:pt x="39" y="425"/>
                                  </a:cubicBezTo>
                                  <a:cubicBezTo>
                                    <a:pt x="39" y="425"/>
                                    <a:pt x="39" y="424"/>
                                    <a:pt x="39" y="424"/>
                                  </a:cubicBezTo>
                                  <a:cubicBezTo>
                                    <a:pt x="39" y="424"/>
                                    <a:pt x="38" y="424"/>
                                    <a:pt x="38" y="424"/>
                                  </a:cubicBezTo>
                                  <a:cubicBezTo>
                                    <a:pt x="38" y="424"/>
                                    <a:pt x="37" y="423"/>
                                    <a:pt x="37" y="423"/>
                                  </a:cubicBezTo>
                                  <a:cubicBezTo>
                                    <a:pt x="37" y="423"/>
                                    <a:pt x="37" y="423"/>
                                    <a:pt x="37" y="423"/>
                                  </a:cubicBezTo>
                                  <a:cubicBezTo>
                                    <a:pt x="37" y="423"/>
                                    <a:pt x="37" y="422"/>
                                    <a:pt x="38" y="422"/>
                                  </a:cubicBezTo>
                                  <a:cubicBezTo>
                                    <a:pt x="38" y="422"/>
                                    <a:pt x="38" y="423"/>
                                    <a:pt x="39" y="423"/>
                                  </a:cubicBezTo>
                                  <a:cubicBezTo>
                                    <a:pt x="39" y="423"/>
                                    <a:pt x="39" y="422"/>
                                    <a:pt x="39" y="422"/>
                                  </a:cubicBezTo>
                                  <a:cubicBezTo>
                                    <a:pt x="39" y="422"/>
                                    <a:pt x="39" y="421"/>
                                    <a:pt x="40" y="421"/>
                                  </a:cubicBezTo>
                                  <a:cubicBezTo>
                                    <a:pt x="40" y="421"/>
                                    <a:pt x="40" y="421"/>
                                    <a:pt x="40" y="421"/>
                                  </a:cubicBezTo>
                                  <a:cubicBezTo>
                                    <a:pt x="41" y="421"/>
                                    <a:pt x="41" y="421"/>
                                    <a:pt x="41" y="421"/>
                                  </a:cubicBezTo>
                                  <a:cubicBezTo>
                                    <a:pt x="42" y="421"/>
                                    <a:pt x="43" y="421"/>
                                    <a:pt x="44" y="421"/>
                                  </a:cubicBezTo>
                                  <a:cubicBezTo>
                                    <a:pt x="44" y="421"/>
                                    <a:pt x="44" y="421"/>
                                    <a:pt x="44" y="421"/>
                                  </a:cubicBezTo>
                                  <a:cubicBezTo>
                                    <a:pt x="44" y="421"/>
                                    <a:pt x="44" y="421"/>
                                    <a:pt x="44" y="420"/>
                                  </a:cubicBezTo>
                                  <a:cubicBezTo>
                                    <a:pt x="44" y="420"/>
                                    <a:pt x="44" y="420"/>
                                    <a:pt x="43" y="420"/>
                                  </a:cubicBezTo>
                                  <a:cubicBezTo>
                                    <a:pt x="43" y="420"/>
                                    <a:pt x="43" y="420"/>
                                    <a:pt x="43" y="420"/>
                                  </a:cubicBezTo>
                                  <a:cubicBezTo>
                                    <a:pt x="43" y="420"/>
                                    <a:pt x="44" y="420"/>
                                    <a:pt x="44" y="420"/>
                                  </a:cubicBezTo>
                                  <a:cubicBezTo>
                                    <a:pt x="44" y="419"/>
                                    <a:pt x="44" y="419"/>
                                    <a:pt x="44" y="419"/>
                                  </a:cubicBezTo>
                                  <a:cubicBezTo>
                                    <a:pt x="44" y="419"/>
                                    <a:pt x="44" y="419"/>
                                    <a:pt x="44" y="418"/>
                                  </a:cubicBezTo>
                                  <a:cubicBezTo>
                                    <a:pt x="44" y="418"/>
                                    <a:pt x="44" y="417"/>
                                    <a:pt x="44" y="417"/>
                                  </a:cubicBezTo>
                                  <a:cubicBezTo>
                                    <a:pt x="44" y="417"/>
                                    <a:pt x="44" y="417"/>
                                    <a:pt x="44" y="417"/>
                                  </a:cubicBezTo>
                                  <a:cubicBezTo>
                                    <a:pt x="45" y="417"/>
                                    <a:pt x="45" y="417"/>
                                    <a:pt x="45" y="417"/>
                                  </a:cubicBezTo>
                                  <a:cubicBezTo>
                                    <a:pt x="45" y="417"/>
                                    <a:pt x="46" y="417"/>
                                    <a:pt x="46" y="417"/>
                                  </a:cubicBezTo>
                                  <a:cubicBezTo>
                                    <a:pt x="46" y="417"/>
                                    <a:pt x="45" y="418"/>
                                    <a:pt x="46" y="418"/>
                                  </a:cubicBezTo>
                                  <a:cubicBezTo>
                                    <a:pt x="46" y="419"/>
                                    <a:pt x="46" y="419"/>
                                    <a:pt x="46" y="419"/>
                                  </a:cubicBezTo>
                                  <a:cubicBezTo>
                                    <a:pt x="46" y="419"/>
                                    <a:pt x="46" y="419"/>
                                    <a:pt x="46" y="419"/>
                                  </a:cubicBezTo>
                                  <a:cubicBezTo>
                                    <a:pt x="47" y="419"/>
                                    <a:pt x="47" y="419"/>
                                    <a:pt x="47" y="419"/>
                                  </a:cubicBezTo>
                                  <a:cubicBezTo>
                                    <a:pt x="47" y="419"/>
                                    <a:pt x="47" y="419"/>
                                    <a:pt x="47" y="419"/>
                                  </a:cubicBezTo>
                                  <a:cubicBezTo>
                                    <a:pt x="47" y="418"/>
                                    <a:pt x="48" y="418"/>
                                    <a:pt x="48" y="418"/>
                                  </a:cubicBezTo>
                                  <a:cubicBezTo>
                                    <a:pt x="48" y="419"/>
                                    <a:pt x="48" y="419"/>
                                    <a:pt x="48" y="420"/>
                                  </a:cubicBezTo>
                                  <a:cubicBezTo>
                                    <a:pt x="48" y="420"/>
                                    <a:pt x="47" y="420"/>
                                    <a:pt x="47" y="420"/>
                                  </a:cubicBezTo>
                                  <a:cubicBezTo>
                                    <a:pt x="47" y="420"/>
                                    <a:pt x="48" y="420"/>
                                    <a:pt x="48" y="420"/>
                                  </a:cubicBezTo>
                                  <a:cubicBezTo>
                                    <a:pt x="48" y="420"/>
                                    <a:pt x="48" y="420"/>
                                    <a:pt x="49" y="420"/>
                                  </a:cubicBezTo>
                                  <a:cubicBezTo>
                                    <a:pt x="48" y="420"/>
                                    <a:pt x="48" y="421"/>
                                    <a:pt x="48" y="422"/>
                                  </a:cubicBezTo>
                                  <a:cubicBezTo>
                                    <a:pt x="48" y="422"/>
                                    <a:pt x="48" y="422"/>
                                    <a:pt x="48" y="422"/>
                                  </a:cubicBezTo>
                                  <a:cubicBezTo>
                                    <a:pt x="48" y="423"/>
                                    <a:pt x="48" y="423"/>
                                    <a:pt x="47" y="423"/>
                                  </a:cubicBezTo>
                                  <a:cubicBezTo>
                                    <a:pt x="47" y="423"/>
                                    <a:pt x="47" y="423"/>
                                    <a:pt x="47" y="423"/>
                                  </a:cubicBezTo>
                                  <a:cubicBezTo>
                                    <a:pt x="47" y="423"/>
                                    <a:pt x="47" y="423"/>
                                    <a:pt x="48" y="424"/>
                                  </a:cubicBezTo>
                                  <a:cubicBezTo>
                                    <a:pt x="48" y="424"/>
                                    <a:pt x="48" y="424"/>
                                    <a:pt x="47" y="424"/>
                                  </a:cubicBezTo>
                                  <a:cubicBezTo>
                                    <a:pt x="47" y="424"/>
                                    <a:pt x="47" y="424"/>
                                    <a:pt x="47" y="424"/>
                                  </a:cubicBezTo>
                                  <a:cubicBezTo>
                                    <a:pt x="46" y="425"/>
                                    <a:pt x="46" y="425"/>
                                    <a:pt x="45" y="425"/>
                                  </a:cubicBezTo>
                                  <a:cubicBezTo>
                                    <a:pt x="45" y="425"/>
                                    <a:pt x="45" y="426"/>
                                    <a:pt x="45" y="426"/>
                                  </a:cubicBezTo>
                                  <a:cubicBezTo>
                                    <a:pt x="46" y="425"/>
                                    <a:pt x="48" y="425"/>
                                    <a:pt x="48" y="424"/>
                                  </a:cubicBezTo>
                                  <a:cubicBezTo>
                                    <a:pt x="48" y="424"/>
                                    <a:pt x="48" y="424"/>
                                    <a:pt x="48" y="424"/>
                                  </a:cubicBezTo>
                                  <a:cubicBezTo>
                                    <a:pt x="48" y="424"/>
                                    <a:pt x="49" y="423"/>
                                    <a:pt x="49" y="424"/>
                                  </a:cubicBezTo>
                                  <a:cubicBezTo>
                                    <a:pt x="49" y="424"/>
                                    <a:pt x="49" y="424"/>
                                    <a:pt x="49" y="424"/>
                                  </a:cubicBezTo>
                                  <a:cubicBezTo>
                                    <a:pt x="49" y="424"/>
                                    <a:pt x="50" y="424"/>
                                    <a:pt x="50" y="424"/>
                                  </a:cubicBezTo>
                                  <a:cubicBezTo>
                                    <a:pt x="50" y="423"/>
                                    <a:pt x="50" y="423"/>
                                    <a:pt x="49" y="423"/>
                                  </a:cubicBezTo>
                                  <a:cubicBezTo>
                                    <a:pt x="50" y="423"/>
                                    <a:pt x="51" y="422"/>
                                    <a:pt x="52" y="423"/>
                                  </a:cubicBezTo>
                                  <a:cubicBezTo>
                                    <a:pt x="52" y="423"/>
                                    <a:pt x="52" y="423"/>
                                    <a:pt x="52" y="423"/>
                                  </a:cubicBezTo>
                                  <a:cubicBezTo>
                                    <a:pt x="52" y="423"/>
                                    <a:pt x="52" y="423"/>
                                    <a:pt x="53" y="422"/>
                                  </a:cubicBezTo>
                                  <a:cubicBezTo>
                                    <a:pt x="53" y="422"/>
                                    <a:pt x="53" y="422"/>
                                    <a:pt x="54" y="422"/>
                                  </a:cubicBezTo>
                                  <a:cubicBezTo>
                                    <a:pt x="54" y="422"/>
                                    <a:pt x="54" y="422"/>
                                    <a:pt x="54" y="422"/>
                                  </a:cubicBezTo>
                                  <a:cubicBezTo>
                                    <a:pt x="54" y="421"/>
                                    <a:pt x="54" y="421"/>
                                    <a:pt x="54" y="421"/>
                                  </a:cubicBezTo>
                                  <a:cubicBezTo>
                                    <a:pt x="54" y="420"/>
                                    <a:pt x="54" y="419"/>
                                    <a:pt x="54" y="419"/>
                                  </a:cubicBezTo>
                                  <a:cubicBezTo>
                                    <a:pt x="54" y="418"/>
                                    <a:pt x="54" y="418"/>
                                    <a:pt x="54" y="418"/>
                                  </a:cubicBezTo>
                                  <a:cubicBezTo>
                                    <a:pt x="54" y="418"/>
                                    <a:pt x="55" y="417"/>
                                    <a:pt x="55" y="418"/>
                                  </a:cubicBezTo>
                                  <a:cubicBezTo>
                                    <a:pt x="55" y="418"/>
                                    <a:pt x="55" y="418"/>
                                    <a:pt x="56" y="418"/>
                                  </a:cubicBezTo>
                                  <a:cubicBezTo>
                                    <a:pt x="56" y="418"/>
                                    <a:pt x="56" y="418"/>
                                    <a:pt x="56" y="418"/>
                                  </a:cubicBezTo>
                                  <a:cubicBezTo>
                                    <a:pt x="56" y="418"/>
                                    <a:pt x="56" y="417"/>
                                    <a:pt x="57" y="417"/>
                                  </a:cubicBezTo>
                                  <a:cubicBezTo>
                                    <a:pt x="57" y="417"/>
                                    <a:pt x="57" y="416"/>
                                    <a:pt x="57" y="416"/>
                                  </a:cubicBezTo>
                                  <a:cubicBezTo>
                                    <a:pt x="57" y="416"/>
                                    <a:pt x="58" y="416"/>
                                    <a:pt x="58" y="417"/>
                                  </a:cubicBezTo>
                                  <a:cubicBezTo>
                                    <a:pt x="58" y="417"/>
                                    <a:pt x="57" y="417"/>
                                    <a:pt x="57" y="417"/>
                                  </a:cubicBezTo>
                                  <a:cubicBezTo>
                                    <a:pt x="57" y="417"/>
                                    <a:pt x="57" y="418"/>
                                    <a:pt x="57" y="418"/>
                                  </a:cubicBezTo>
                                  <a:cubicBezTo>
                                    <a:pt x="57" y="418"/>
                                    <a:pt x="57" y="418"/>
                                    <a:pt x="57" y="418"/>
                                  </a:cubicBezTo>
                                  <a:cubicBezTo>
                                    <a:pt x="57" y="418"/>
                                    <a:pt x="58" y="418"/>
                                    <a:pt x="58" y="418"/>
                                  </a:cubicBezTo>
                                  <a:cubicBezTo>
                                    <a:pt x="58" y="418"/>
                                    <a:pt x="58" y="417"/>
                                    <a:pt x="58" y="417"/>
                                  </a:cubicBezTo>
                                  <a:cubicBezTo>
                                    <a:pt x="58" y="417"/>
                                    <a:pt x="58" y="416"/>
                                    <a:pt x="58" y="416"/>
                                  </a:cubicBezTo>
                                  <a:cubicBezTo>
                                    <a:pt x="58" y="416"/>
                                    <a:pt x="59" y="416"/>
                                    <a:pt x="59" y="416"/>
                                  </a:cubicBezTo>
                                  <a:cubicBezTo>
                                    <a:pt x="59" y="417"/>
                                    <a:pt x="59" y="417"/>
                                    <a:pt x="59" y="417"/>
                                  </a:cubicBezTo>
                                  <a:cubicBezTo>
                                    <a:pt x="60" y="417"/>
                                    <a:pt x="60" y="417"/>
                                    <a:pt x="60" y="416"/>
                                  </a:cubicBezTo>
                                  <a:cubicBezTo>
                                    <a:pt x="60" y="416"/>
                                    <a:pt x="60" y="416"/>
                                    <a:pt x="60" y="416"/>
                                  </a:cubicBezTo>
                                  <a:cubicBezTo>
                                    <a:pt x="60" y="416"/>
                                    <a:pt x="60" y="416"/>
                                    <a:pt x="60" y="416"/>
                                  </a:cubicBezTo>
                                  <a:cubicBezTo>
                                    <a:pt x="61" y="416"/>
                                    <a:pt x="61" y="415"/>
                                    <a:pt x="61" y="415"/>
                                  </a:cubicBezTo>
                                  <a:cubicBezTo>
                                    <a:pt x="62" y="414"/>
                                    <a:pt x="63" y="414"/>
                                    <a:pt x="64" y="413"/>
                                  </a:cubicBezTo>
                                  <a:cubicBezTo>
                                    <a:pt x="64" y="413"/>
                                    <a:pt x="64" y="413"/>
                                    <a:pt x="64" y="412"/>
                                  </a:cubicBezTo>
                                  <a:cubicBezTo>
                                    <a:pt x="64" y="412"/>
                                    <a:pt x="64" y="412"/>
                                    <a:pt x="64" y="412"/>
                                  </a:cubicBezTo>
                                  <a:cubicBezTo>
                                    <a:pt x="64" y="412"/>
                                    <a:pt x="64" y="411"/>
                                    <a:pt x="65" y="411"/>
                                  </a:cubicBezTo>
                                  <a:cubicBezTo>
                                    <a:pt x="65" y="412"/>
                                    <a:pt x="65" y="412"/>
                                    <a:pt x="66" y="412"/>
                                  </a:cubicBezTo>
                                  <a:cubicBezTo>
                                    <a:pt x="66" y="412"/>
                                    <a:pt x="66" y="413"/>
                                    <a:pt x="66" y="413"/>
                                  </a:cubicBezTo>
                                  <a:cubicBezTo>
                                    <a:pt x="66" y="413"/>
                                    <a:pt x="67" y="413"/>
                                    <a:pt x="67" y="413"/>
                                  </a:cubicBezTo>
                                  <a:cubicBezTo>
                                    <a:pt x="67" y="412"/>
                                    <a:pt x="67" y="412"/>
                                    <a:pt x="67" y="411"/>
                                  </a:cubicBezTo>
                                  <a:cubicBezTo>
                                    <a:pt x="67" y="411"/>
                                    <a:pt x="67" y="411"/>
                                    <a:pt x="67" y="411"/>
                                  </a:cubicBezTo>
                                  <a:cubicBezTo>
                                    <a:pt x="68" y="410"/>
                                    <a:pt x="68" y="410"/>
                                    <a:pt x="68" y="410"/>
                                  </a:cubicBezTo>
                                  <a:cubicBezTo>
                                    <a:pt x="68" y="410"/>
                                    <a:pt x="68" y="410"/>
                                    <a:pt x="67" y="410"/>
                                  </a:cubicBezTo>
                                  <a:cubicBezTo>
                                    <a:pt x="68" y="409"/>
                                    <a:pt x="68" y="409"/>
                                    <a:pt x="69" y="409"/>
                                  </a:cubicBezTo>
                                  <a:cubicBezTo>
                                    <a:pt x="69" y="409"/>
                                    <a:pt x="69" y="409"/>
                                    <a:pt x="70" y="409"/>
                                  </a:cubicBezTo>
                                  <a:cubicBezTo>
                                    <a:pt x="70" y="409"/>
                                    <a:pt x="70" y="409"/>
                                    <a:pt x="70" y="409"/>
                                  </a:cubicBezTo>
                                  <a:cubicBezTo>
                                    <a:pt x="70" y="408"/>
                                    <a:pt x="70" y="408"/>
                                    <a:pt x="70" y="408"/>
                                  </a:cubicBezTo>
                                  <a:cubicBezTo>
                                    <a:pt x="70" y="408"/>
                                    <a:pt x="71" y="408"/>
                                    <a:pt x="71" y="408"/>
                                  </a:cubicBezTo>
                                  <a:cubicBezTo>
                                    <a:pt x="71" y="408"/>
                                    <a:pt x="71" y="408"/>
                                    <a:pt x="72" y="408"/>
                                  </a:cubicBezTo>
                                  <a:cubicBezTo>
                                    <a:pt x="72" y="409"/>
                                    <a:pt x="72" y="409"/>
                                    <a:pt x="72" y="409"/>
                                  </a:cubicBezTo>
                                  <a:cubicBezTo>
                                    <a:pt x="73" y="409"/>
                                    <a:pt x="73" y="409"/>
                                    <a:pt x="74" y="409"/>
                                  </a:cubicBezTo>
                                  <a:cubicBezTo>
                                    <a:pt x="74" y="409"/>
                                    <a:pt x="75" y="409"/>
                                    <a:pt x="75" y="409"/>
                                  </a:cubicBezTo>
                                  <a:cubicBezTo>
                                    <a:pt x="75" y="409"/>
                                    <a:pt x="75" y="409"/>
                                    <a:pt x="75" y="408"/>
                                  </a:cubicBezTo>
                                  <a:cubicBezTo>
                                    <a:pt x="75" y="407"/>
                                    <a:pt x="76" y="406"/>
                                    <a:pt x="76" y="405"/>
                                  </a:cubicBezTo>
                                  <a:cubicBezTo>
                                    <a:pt x="77" y="406"/>
                                    <a:pt x="76" y="407"/>
                                    <a:pt x="77" y="407"/>
                                  </a:cubicBezTo>
                                  <a:cubicBezTo>
                                    <a:pt x="77" y="407"/>
                                    <a:pt x="77" y="407"/>
                                    <a:pt x="77" y="408"/>
                                  </a:cubicBezTo>
                                  <a:cubicBezTo>
                                    <a:pt x="78" y="408"/>
                                    <a:pt x="78" y="408"/>
                                    <a:pt x="78" y="408"/>
                                  </a:cubicBezTo>
                                  <a:cubicBezTo>
                                    <a:pt x="78" y="409"/>
                                    <a:pt x="78" y="409"/>
                                    <a:pt x="78" y="409"/>
                                  </a:cubicBezTo>
                                  <a:cubicBezTo>
                                    <a:pt x="78" y="409"/>
                                    <a:pt x="78" y="409"/>
                                    <a:pt x="78" y="409"/>
                                  </a:cubicBezTo>
                                  <a:cubicBezTo>
                                    <a:pt x="78" y="409"/>
                                    <a:pt x="77" y="409"/>
                                    <a:pt x="77" y="410"/>
                                  </a:cubicBezTo>
                                  <a:cubicBezTo>
                                    <a:pt x="77" y="410"/>
                                    <a:pt x="78" y="410"/>
                                    <a:pt x="78" y="410"/>
                                  </a:cubicBezTo>
                                  <a:cubicBezTo>
                                    <a:pt x="78" y="410"/>
                                    <a:pt x="78" y="410"/>
                                    <a:pt x="77" y="410"/>
                                  </a:cubicBezTo>
                                  <a:cubicBezTo>
                                    <a:pt x="76" y="411"/>
                                    <a:pt x="75" y="412"/>
                                    <a:pt x="74" y="413"/>
                                  </a:cubicBezTo>
                                  <a:cubicBezTo>
                                    <a:pt x="74" y="413"/>
                                    <a:pt x="73" y="413"/>
                                    <a:pt x="72" y="414"/>
                                  </a:cubicBezTo>
                                  <a:cubicBezTo>
                                    <a:pt x="72" y="414"/>
                                    <a:pt x="71" y="415"/>
                                    <a:pt x="71" y="415"/>
                                  </a:cubicBezTo>
                                  <a:cubicBezTo>
                                    <a:pt x="70" y="417"/>
                                    <a:pt x="68" y="418"/>
                                    <a:pt x="68" y="419"/>
                                  </a:cubicBezTo>
                                  <a:cubicBezTo>
                                    <a:pt x="67" y="419"/>
                                    <a:pt x="67" y="419"/>
                                    <a:pt x="67" y="419"/>
                                  </a:cubicBezTo>
                                  <a:cubicBezTo>
                                    <a:pt x="67" y="418"/>
                                    <a:pt x="67" y="418"/>
                                    <a:pt x="66" y="418"/>
                                  </a:cubicBezTo>
                                  <a:cubicBezTo>
                                    <a:pt x="66" y="418"/>
                                    <a:pt x="66" y="418"/>
                                    <a:pt x="66" y="418"/>
                                  </a:cubicBezTo>
                                  <a:cubicBezTo>
                                    <a:pt x="64" y="419"/>
                                    <a:pt x="62" y="419"/>
                                    <a:pt x="61" y="420"/>
                                  </a:cubicBezTo>
                                  <a:cubicBezTo>
                                    <a:pt x="60" y="421"/>
                                    <a:pt x="60" y="421"/>
                                    <a:pt x="60" y="422"/>
                                  </a:cubicBezTo>
                                  <a:cubicBezTo>
                                    <a:pt x="60" y="423"/>
                                    <a:pt x="60" y="423"/>
                                    <a:pt x="59" y="424"/>
                                  </a:cubicBezTo>
                                  <a:cubicBezTo>
                                    <a:pt x="59" y="424"/>
                                    <a:pt x="58" y="424"/>
                                    <a:pt x="58" y="424"/>
                                  </a:cubicBezTo>
                                  <a:cubicBezTo>
                                    <a:pt x="58" y="425"/>
                                    <a:pt x="57" y="425"/>
                                    <a:pt x="57" y="426"/>
                                  </a:cubicBezTo>
                                  <a:cubicBezTo>
                                    <a:pt x="57" y="425"/>
                                    <a:pt x="57" y="425"/>
                                    <a:pt x="57" y="424"/>
                                  </a:cubicBezTo>
                                  <a:cubicBezTo>
                                    <a:pt x="56" y="425"/>
                                    <a:pt x="56" y="425"/>
                                    <a:pt x="55" y="426"/>
                                  </a:cubicBezTo>
                                  <a:cubicBezTo>
                                    <a:pt x="55" y="426"/>
                                    <a:pt x="55" y="426"/>
                                    <a:pt x="55" y="426"/>
                                  </a:cubicBezTo>
                                  <a:cubicBezTo>
                                    <a:pt x="55" y="426"/>
                                    <a:pt x="55" y="426"/>
                                    <a:pt x="55" y="427"/>
                                  </a:cubicBezTo>
                                  <a:cubicBezTo>
                                    <a:pt x="55" y="427"/>
                                    <a:pt x="55" y="427"/>
                                    <a:pt x="55" y="428"/>
                                  </a:cubicBezTo>
                                  <a:cubicBezTo>
                                    <a:pt x="55" y="428"/>
                                    <a:pt x="56" y="429"/>
                                    <a:pt x="56" y="428"/>
                                  </a:cubicBezTo>
                                  <a:cubicBezTo>
                                    <a:pt x="56" y="428"/>
                                    <a:pt x="56" y="428"/>
                                    <a:pt x="56" y="428"/>
                                  </a:cubicBezTo>
                                  <a:cubicBezTo>
                                    <a:pt x="56" y="428"/>
                                    <a:pt x="57" y="428"/>
                                    <a:pt x="57" y="428"/>
                                  </a:cubicBezTo>
                                  <a:cubicBezTo>
                                    <a:pt x="57" y="428"/>
                                    <a:pt x="58" y="428"/>
                                    <a:pt x="58" y="427"/>
                                  </a:cubicBezTo>
                                  <a:cubicBezTo>
                                    <a:pt x="58" y="427"/>
                                    <a:pt x="58" y="427"/>
                                    <a:pt x="58" y="427"/>
                                  </a:cubicBezTo>
                                  <a:cubicBezTo>
                                    <a:pt x="58" y="427"/>
                                    <a:pt x="58" y="427"/>
                                    <a:pt x="58" y="427"/>
                                  </a:cubicBezTo>
                                  <a:cubicBezTo>
                                    <a:pt x="59" y="426"/>
                                    <a:pt x="59" y="426"/>
                                    <a:pt x="60" y="426"/>
                                  </a:cubicBezTo>
                                  <a:cubicBezTo>
                                    <a:pt x="60" y="426"/>
                                    <a:pt x="60" y="426"/>
                                    <a:pt x="60" y="426"/>
                                  </a:cubicBezTo>
                                  <a:cubicBezTo>
                                    <a:pt x="61" y="425"/>
                                    <a:pt x="62" y="424"/>
                                    <a:pt x="62" y="423"/>
                                  </a:cubicBezTo>
                                  <a:cubicBezTo>
                                    <a:pt x="62" y="423"/>
                                    <a:pt x="62" y="423"/>
                                    <a:pt x="62" y="423"/>
                                  </a:cubicBezTo>
                                  <a:cubicBezTo>
                                    <a:pt x="62" y="423"/>
                                    <a:pt x="62" y="423"/>
                                    <a:pt x="62" y="423"/>
                                  </a:cubicBezTo>
                                  <a:cubicBezTo>
                                    <a:pt x="61" y="423"/>
                                    <a:pt x="61" y="423"/>
                                    <a:pt x="61" y="423"/>
                                  </a:cubicBezTo>
                                  <a:cubicBezTo>
                                    <a:pt x="61" y="422"/>
                                    <a:pt x="62" y="422"/>
                                    <a:pt x="62" y="422"/>
                                  </a:cubicBezTo>
                                  <a:cubicBezTo>
                                    <a:pt x="62" y="422"/>
                                    <a:pt x="62" y="422"/>
                                    <a:pt x="62" y="422"/>
                                  </a:cubicBezTo>
                                  <a:cubicBezTo>
                                    <a:pt x="63" y="422"/>
                                    <a:pt x="63" y="421"/>
                                    <a:pt x="63" y="421"/>
                                  </a:cubicBezTo>
                                  <a:cubicBezTo>
                                    <a:pt x="63" y="421"/>
                                    <a:pt x="63" y="421"/>
                                    <a:pt x="64" y="421"/>
                                  </a:cubicBezTo>
                                  <a:cubicBezTo>
                                    <a:pt x="64" y="422"/>
                                    <a:pt x="64" y="422"/>
                                    <a:pt x="64" y="422"/>
                                  </a:cubicBezTo>
                                  <a:cubicBezTo>
                                    <a:pt x="64" y="422"/>
                                    <a:pt x="64" y="423"/>
                                    <a:pt x="64" y="423"/>
                                  </a:cubicBezTo>
                                  <a:cubicBezTo>
                                    <a:pt x="64" y="423"/>
                                    <a:pt x="64" y="423"/>
                                    <a:pt x="65" y="423"/>
                                  </a:cubicBezTo>
                                  <a:cubicBezTo>
                                    <a:pt x="65" y="423"/>
                                    <a:pt x="65" y="423"/>
                                    <a:pt x="65" y="423"/>
                                  </a:cubicBezTo>
                                  <a:cubicBezTo>
                                    <a:pt x="65" y="422"/>
                                    <a:pt x="65" y="422"/>
                                    <a:pt x="65" y="421"/>
                                  </a:cubicBezTo>
                                  <a:cubicBezTo>
                                    <a:pt x="66" y="420"/>
                                    <a:pt x="66" y="420"/>
                                    <a:pt x="66" y="419"/>
                                  </a:cubicBezTo>
                                  <a:cubicBezTo>
                                    <a:pt x="66" y="419"/>
                                    <a:pt x="67" y="420"/>
                                    <a:pt x="66" y="420"/>
                                  </a:cubicBezTo>
                                  <a:cubicBezTo>
                                    <a:pt x="67" y="420"/>
                                    <a:pt x="67" y="420"/>
                                    <a:pt x="67" y="421"/>
                                  </a:cubicBezTo>
                                  <a:cubicBezTo>
                                    <a:pt x="67" y="421"/>
                                    <a:pt x="67" y="421"/>
                                    <a:pt x="67" y="421"/>
                                  </a:cubicBezTo>
                                  <a:cubicBezTo>
                                    <a:pt x="66" y="421"/>
                                    <a:pt x="66" y="422"/>
                                    <a:pt x="66" y="423"/>
                                  </a:cubicBezTo>
                                  <a:cubicBezTo>
                                    <a:pt x="66" y="423"/>
                                    <a:pt x="65" y="423"/>
                                    <a:pt x="65" y="424"/>
                                  </a:cubicBezTo>
                                  <a:cubicBezTo>
                                    <a:pt x="65" y="424"/>
                                    <a:pt x="66" y="423"/>
                                    <a:pt x="66" y="423"/>
                                  </a:cubicBezTo>
                                  <a:cubicBezTo>
                                    <a:pt x="66" y="423"/>
                                    <a:pt x="66" y="423"/>
                                    <a:pt x="66" y="423"/>
                                  </a:cubicBezTo>
                                  <a:cubicBezTo>
                                    <a:pt x="67" y="423"/>
                                    <a:pt x="67" y="423"/>
                                    <a:pt x="67" y="424"/>
                                  </a:cubicBezTo>
                                  <a:cubicBezTo>
                                    <a:pt x="67" y="423"/>
                                    <a:pt x="67" y="423"/>
                                    <a:pt x="67" y="423"/>
                                  </a:cubicBezTo>
                                  <a:cubicBezTo>
                                    <a:pt x="67" y="422"/>
                                    <a:pt x="67" y="422"/>
                                    <a:pt x="67" y="421"/>
                                  </a:cubicBezTo>
                                  <a:cubicBezTo>
                                    <a:pt x="67" y="421"/>
                                    <a:pt x="68" y="421"/>
                                    <a:pt x="68" y="421"/>
                                  </a:cubicBezTo>
                                  <a:cubicBezTo>
                                    <a:pt x="68" y="421"/>
                                    <a:pt x="68" y="421"/>
                                    <a:pt x="68" y="421"/>
                                  </a:cubicBezTo>
                                  <a:cubicBezTo>
                                    <a:pt x="68" y="420"/>
                                    <a:pt x="68" y="421"/>
                                    <a:pt x="68" y="421"/>
                                  </a:cubicBezTo>
                                  <a:cubicBezTo>
                                    <a:pt x="68" y="421"/>
                                    <a:pt x="68" y="421"/>
                                    <a:pt x="68" y="422"/>
                                  </a:cubicBezTo>
                                  <a:cubicBezTo>
                                    <a:pt x="68" y="422"/>
                                    <a:pt x="68" y="422"/>
                                    <a:pt x="68" y="422"/>
                                  </a:cubicBezTo>
                                  <a:cubicBezTo>
                                    <a:pt x="68" y="422"/>
                                    <a:pt x="68" y="423"/>
                                    <a:pt x="68" y="423"/>
                                  </a:cubicBezTo>
                                  <a:cubicBezTo>
                                    <a:pt x="68" y="424"/>
                                    <a:pt x="68" y="424"/>
                                    <a:pt x="67" y="425"/>
                                  </a:cubicBezTo>
                                  <a:cubicBezTo>
                                    <a:pt x="67" y="425"/>
                                    <a:pt x="67" y="426"/>
                                    <a:pt x="67" y="426"/>
                                  </a:cubicBezTo>
                                  <a:cubicBezTo>
                                    <a:pt x="68" y="426"/>
                                    <a:pt x="68" y="425"/>
                                    <a:pt x="68" y="424"/>
                                  </a:cubicBezTo>
                                  <a:cubicBezTo>
                                    <a:pt x="68" y="424"/>
                                    <a:pt x="68" y="423"/>
                                    <a:pt x="69" y="423"/>
                                  </a:cubicBezTo>
                                  <a:cubicBezTo>
                                    <a:pt x="69" y="422"/>
                                    <a:pt x="69" y="422"/>
                                    <a:pt x="69" y="422"/>
                                  </a:cubicBezTo>
                                  <a:cubicBezTo>
                                    <a:pt x="70" y="422"/>
                                    <a:pt x="70" y="421"/>
                                    <a:pt x="70" y="421"/>
                                  </a:cubicBezTo>
                                  <a:cubicBezTo>
                                    <a:pt x="70" y="420"/>
                                    <a:pt x="71" y="419"/>
                                    <a:pt x="71" y="418"/>
                                  </a:cubicBezTo>
                                  <a:cubicBezTo>
                                    <a:pt x="71" y="418"/>
                                    <a:pt x="71" y="418"/>
                                    <a:pt x="72" y="417"/>
                                  </a:cubicBezTo>
                                  <a:cubicBezTo>
                                    <a:pt x="72" y="417"/>
                                    <a:pt x="72" y="417"/>
                                    <a:pt x="73" y="417"/>
                                  </a:cubicBezTo>
                                  <a:cubicBezTo>
                                    <a:pt x="73" y="416"/>
                                    <a:pt x="74" y="416"/>
                                    <a:pt x="75" y="416"/>
                                  </a:cubicBezTo>
                                  <a:cubicBezTo>
                                    <a:pt x="75" y="415"/>
                                    <a:pt x="76" y="415"/>
                                    <a:pt x="77" y="414"/>
                                  </a:cubicBezTo>
                                  <a:cubicBezTo>
                                    <a:pt x="78" y="414"/>
                                    <a:pt x="79" y="414"/>
                                    <a:pt x="79" y="414"/>
                                  </a:cubicBezTo>
                                  <a:cubicBezTo>
                                    <a:pt x="80" y="414"/>
                                    <a:pt x="80" y="414"/>
                                    <a:pt x="80" y="414"/>
                                  </a:cubicBezTo>
                                  <a:cubicBezTo>
                                    <a:pt x="80" y="414"/>
                                    <a:pt x="80" y="414"/>
                                    <a:pt x="80" y="414"/>
                                  </a:cubicBezTo>
                                  <a:cubicBezTo>
                                    <a:pt x="80" y="415"/>
                                    <a:pt x="80" y="415"/>
                                    <a:pt x="80" y="416"/>
                                  </a:cubicBezTo>
                                  <a:cubicBezTo>
                                    <a:pt x="80" y="416"/>
                                    <a:pt x="80" y="416"/>
                                    <a:pt x="80" y="416"/>
                                  </a:cubicBezTo>
                                  <a:cubicBezTo>
                                    <a:pt x="80" y="417"/>
                                    <a:pt x="80" y="416"/>
                                    <a:pt x="80" y="416"/>
                                  </a:cubicBezTo>
                                  <a:cubicBezTo>
                                    <a:pt x="81" y="416"/>
                                    <a:pt x="81" y="416"/>
                                    <a:pt x="81" y="416"/>
                                  </a:cubicBezTo>
                                  <a:cubicBezTo>
                                    <a:pt x="82" y="416"/>
                                    <a:pt x="82" y="416"/>
                                    <a:pt x="82" y="415"/>
                                  </a:cubicBezTo>
                                  <a:cubicBezTo>
                                    <a:pt x="82" y="415"/>
                                    <a:pt x="82" y="415"/>
                                    <a:pt x="83" y="415"/>
                                  </a:cubicBezTo>
                                  <a:cubicBezTo>
                                    <a:pt x="83" y="414"/>
                                    <a:pt x="84" y="413"/>
                                    <a:pt x="84" y="412"/>
                                  </a:cubicBezTo>
                                  <a:cubicBezTo>
                                    <a:pt x="84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6" y="412"/>
                                    <a:pt x="86" y="412"/>
                                  </a:cubicBezTo>
                                  <a:cubicBezTo>
                                    <a:pt x="86" y="412"/>
                                    <a:pt x="86" y="412"/>
                                    <a:pt x="86" y="412"/>
                                  </a:cubicBezTo>
                                  <a:cubicBezTo>
                                    <a:pt x="86" y="411"/>
                                    <a:pt x="85" y="411"/>
                                    <a:pt x="85" y="410"/>
                                  </a:cubicBezTo>
                                  <a:cubicBezTo>
                                    <a:pt x="85" y="410"/>
                                    <a:pt x="85" y="410"/>
                                    <a:pt x="85" y="409"/>
                                  </a:cubicBezTo>
                                  <a:cubicBezTo>
                                    <a:pt x="85" y="409"/>
                                    <a:pt x="85" y="409"/>
                                    <a:pt x="85" y="409"/>
                                  </a:cubicBezTo>
                                  <a:cubicBezTo>
                                    <a:pt x="86" y="408"/>
                                    <a:pt x="86" y="408"/>
                                    <a:pt x="87" y="407"/>
                                  </a:cubicBezTo>
                                  <a:cubicBezTo>
                                    <a:pt x="88" y="407"/>
                                    <a:pt x="89" y="407"/>
                                    <a:pt x="90" y="407"/>
                                  </a:cubicBezTo>
                                  <a:cubicBezTo>
                                    <a:pt x="90" y="407"/>
                                    <a:pt x="91" y="407"/>
                                    <a:pt x="91" y="406"/>
                                  </a:cubicBezTo>
                                  <a:cubicBezTo>
                                    <a:pt x="90" y="406"/>
                                    <a:pt x="89" y="406"/>
                                    <a:pt x="88" y="406"/>
                                  </a:cubicBezTo>
                                  <a:cubicBezTo>
                                    <a:pt x="88" y="405"/>
                                    <a:pt x="87" y="405"/>
                                    <a:pt x="87" y="405"/>
                                  </a:cubicBezTo>
                                  <a:cubicBezTo>
                                    <a:pt x="87" y="405"/>
                                    <a:pt x="87" y="404"/>
                                    <a:pt x="87" y="404"/>
                                  </a:cubicBezTo>
                                  <a:cubicBezTo>
                                    <a:pt x="87" y="404"/>
                                    <a:pt x="87" y="404"/>
                                    <a:pt x="88" y="404"/>
                                  </a:cubicBezTo>
                                  <a:cubicBezTo>
                                    <a:pt x="88" y="404"/>
                                    <a:pt x="88" y="404"/>
                                    <a:pt x="88" y="404"/>
                                  </a:cubicBezTo>
                                  <a:cubicBezTo>
                                    <a:pt x="88" y="404"/>
                                    <a:pt x="88" y="403"/>
                                    <a:pt x="88" y="403"/>
                                  </a:cubicBezTo>
                                  <a:cubicBezTo>
                                    <a:pt x="87" y="403"/>
                                    <a:pt x="87" y="404"/>
                                    <a:pt x="87" y="404"/>
                                  </a:cubicBezTo>
                                  <a:cubicBezTo>
                                    <a:pt x="87" y="404"/>
                                    <a:pt x="86" y="403"/>
                                    <a:pt x="86" y="403"/>
                                  </a:cubicBezTo>
                                  <a:cubicBezTo>
                                    <a:pt x="86" y="403"/>
                                    <a:pt x="86" y="403"/>
                                    <a:pt x="86" y="402"/>
                                  </a:cubicBezTo>
                                  <a:cubicBezTo>
                                    <a:pt x="86" y="401"/>
                                    <a:pt x="87" y="400"/>
                                    <a:pt x="87" y="400"/>
                                  </a:cubicBezTo>
                                  <a:cubicBezTo>
                                    <a:pt x="87" y="400"/>
                                    <a:pt x="87" y="400"/>
                                    <a:pt x="87" y="400"/>
                                  </a:cubicBezTo>
                                  <a:cubicBezTo>
                                    <a:pt x="87" y="400"/>
                                    <a:pt x="88" y="400"/>
                                    <a:pt x="88" y="400"/>
                                  </a:cubicBezTo>
                                  <a:cubicBezTo>
                                    <a:pt x="89" y="400"/>
                                    <a:pt x="90" y="402"/>
                                    <a:pt x="91" y="403"/>
                                  </a:cubicBezTo>
                                  <a:cubicBezTo>
                                    <a:pt x="91" y="404"/>
                                    <a:pt x="92" y="404"/>
                                    <a:pt x="92" y="404"/>
                                  </a:cubicBezTo>
                                  <a:cubicBezTo>
                                    <a:pt x="93" y="407"/>
                                    <a:pt x="94" y="409"/>
                                    <a:pt x="95" y="412"/>
                                  </a:cubicBezTo>
                                  <a:cubicBezTo>
                                    <a:pt x="96" y="414"/>
                                    <a:pt x="97" y="417"/>
                                    <a:pt x="98" y="419"/>
                                  </a:cubicBezTo>
                                  <a:cubicBezTo>
                                    <a:pt x="99" y="420"/>
                                    <a:pt x="100" y="421"/>
                                    <a:pt x="101" y="422"/>
                                  </a:cubicBezTo>
                                  <a:cubicBezTo>
                                    <a:pt x="101" y="423"/>
                                    <a:pt x="102" y="423"/>
                                    <a:pt x="102" y="423"/>
                                  </a:cubicBezTo>
                                  <a:cubicBezTo>
                                    <a:pt x="102" y="423"/>
                                    <a:pt x="103" y="423"/>
                                    <a:pt x="103" y="423"/>
                                  </a:cubicBezTo>
                                  <a:cubicBezTo>
                                    <a:pt x="103" y="423"/>
                                    <a:pt x="104" y="423"/>
                                    <a:pt x="104" y="424"/>
                                  </a:cubicBezTo>
                                  <a:cubicBezTo>
                                    <a:pt x="104" y="424"/>
                                    <a:pt x="105" y="424"/>
                                    <a:pt x="105" y="423"/>
                                  </a:cubicBezTo>
                                  <a:cubicBezTo>
                                    <a:pt x="105" y="423"/>
                                    <a:pt x="105" y="423"/>
                                    <a:pt x="105" y="423"/>
                                  </a:cubicBezTo>
                                  <a:cubicBezTo>
                                    <a:pt x="105" y="422"/>
                                    <a:pt x="106" y="422"/>
                                    <a:pt x="106" y="422"/>
                                  </a:cubicBezTo>
                                  <a:cubicBezTo>
                                    <a:pt x="106" y="423"/>
                                    <a:pt x="107" y="422"/>
                                    <a:pt x="107" y="422"/>
                                  </a:cubicBezTo>
                                  <a:cubicBezTo>
                                    <a:pt x="106" y="422"/>
                                    <a:pt x="106" y="422"/>
                                    <a:pt x="106" y="422"/>
                                  </a:cubicBezTo>
                                  <a:cubicBezTo>
                                    <a:pt x="106" y="422"/>
                                    <a:pt x="107" y="422"/>
                                    <a:pt x="107" y="421"/>
                                  </a:cubicBezTo>
                                  <a:cubicBezTo>
                                    <a:pt x="106" y="421"/>
                                    <a:pt x="106" y="421"/>
                                    <a:pt x="106" y="421"/>
                                  </a:cubicBezTo>
                                  <a:cubicBezTo>
                                    <a:pt x="106" y="421"/>
                                    <a:pt x="105" y="421"/>
                                    <a:pt x="104" y="422"/>
                                  </a:cubicBezTo>
                                  <a:cubicBezTo>
                                    <a:pt x="104" y="422"/>
                                    <a:pt x="104" y="422"/>
                                    <a:pt x="103" y="422"/>
                                  </a:cubicBezTo>
                                  <a:cubicBezTo>
                                    <a:pt x="103" y="422"/>
                                    <a:pt x="103" y="421"/>
                                    <a:pt x="104" y="421"/>
                                  </a:cubicBezTo>
                                  <a:cubicBezTo>
                                    <a:pt x="104" y="421"/>
                                    <a:pt x="104" y="421"/>
                                    <a:pt x="104" y="420"/>
                                  </a:cubicBezTo>
                                  <a:cubicBezTo>
                                    <a:pt x="104" y="420"/>
                                    <a:pt x="104" y="420"/>
                                    <a:pt x="104" y="420"/>
                                  </a:cubicBezTo>
                                  <a:cubicBezTo>
                                    <a:pt x="104" y="420"/>
                                    <a:pt x="104" y="420"/>
                                    <a:pt x="105" y="420"/>
                                  </a:cubicBezTo>
                                  <a:cubicBezTo>
                                    <a:pt x="105" y="420"/>
                                    <a:pt x="106" y="421"/>
                                    <a:pt x="107" y="420"/>
                                  </a:cubicBezTo>
                                  <a:cubicBezTo>
                                    <a:pt x="106" y="420"/>
                                    <a:pt x="106" y="420"/>
                                    <a:pt x="106" y="420"/>
                                  </a:cubicBezTo>
                                  <a:cubicBezTo>
                                    <a:pt x="106" y="420"/>
                                    <a:pt x="106" y="419"/>
                                    <a:pt x="106" y="419"/>
                                  </a:cubicBezTo>
                                  <a:cubicBezTo>
                                    <a:pt x="105" y="419"/>
                                    <a:pt x="105" y="418"/>
                                    <a:pt x="105" y="418"/>
                                  </a:cubicBezTo>
                                  <a:cubicBezTo>
                                    <a:pt x="105" y="418"/>
                                    <a:pt x="105" y="417"/>
                                    <a:pt x="105" y="417"/>
                                  </a:cubicBezTo>
                                  <a:cubicBezTo>
                                    <a:pt x="106" y="417"/>
                                    <a:pt x="106" y="416"/>
                                    <a:pt x="107" y="416"/>
                                  </a:cubicBezTo>
                                  <a:cubicBezTo>
                                    <a:pt x="107" y="416"/>
                                    <a:pt x="107" y="415"/>
                                    <a:pt x="106" y="415"/>
                                  </a:cubicBezTo>
                                  <a:cubicBezTo>
                                    <a:pt x="106" y="415"/>
                                    <a:pt x="106" y="415"/>
                                    <a:pt x="106" y="415"/>
                                  </a:cubicBezTo>
                                  <a:cubicBezTo>
                                    <a:pt x="106" y="415"/>
                                    <a:pt x="106" y="415"/>
                                    <a:pt x="106" y="415"/>
                                  </a:cubicBezTo>
                                  <a:cubicBezTo>
                                    <a:pt x="106" y="414"/>
                                    <a:pt x="106" y="414"/>
                                    <a:pt x="106" y="413"/>
                                  </a:cubicBezTo>
                                  <a:cubicBezTo>
                                    <a:pt x="106" y="414"/>
                                    <a:pt x="106" y="414"/>
                                    <a:pt x="106" y="414"/>
                                  </a:cubicBezTo>
                                  <a:cubicBezTo>
                                    <a:pt x="106" y="415"/>
                                    <a:pt x="107" y="415"/>
                                    <a:pt x="107" y="414"/>
                                  </a:cubicBezTo>
                                  <a:cubicBezTo>
                                    <a:pt x="107" y="414"/>
                                    <a:pt x="108" y="414"/>
                                    <a:pt x="108" y="414"/>
                                  </a:cubicBezTo>
                                  <a:cubicBezTo>
                                    <a:pt x="107" y="414"/>
                                    <a:pt x="107" y="414"/>
                                    <a:pt x="107" y="413"/>
                                  </a:cubicBezTo>
                                  <a:cubicBezTo>
                                    <a:pt x="107" y="413"/>
                                    <a:pt x="107" y="413"/>
                                    <a:pt x="108" y="413"/>
                                  </a:cubicBezTo>
                                  <a:cubicBezTo>
                                    <a:pt x="108" y="412"/>
                                    <a:pt x="108" y="412"/>
                                    <a:pt x="108" y="412"/>
                                  </a:cubicBezTo>
                                  <a:cubicBezTo>
                                    <a:pt x="108" y="411"/>
                                    <a:pt x="108" y="411"/>
                                    <a:pt x="108" y="411"/>
                                  </a:cubicBezTo>
                                  <a:cubicBezTo>
                                    <a:pt x="108" y="410"/>
                                    <a:pt x="107" y="411"/>
                                    <a:pt x="107" y="411"/>
                                  </a:cubicBezTo>
                                  <a:cubicBezTo>
                                    <a:pt x="107" y="411"/>
                                    <a:pt x="107" y="411"/>
                                    <a:pt x="107" y="411"/>
                                  </a:cubicBezTo>
                                  <a:cubicBezTo>
                                    <a:pt x="107" y="412"/>
                                    <a:pt x="106" y="412"/>
                                    <a:pt x="106" y="412"/>
                                  </a:cubicBezTo>
                                  <a:cubicBezTo>
                                    <a:pt x="106" y="412"/>
                                    <a:pt x="106" y="411"/>
                                    <a:pt x="106" y="411"/>
                                  </a:cubicBezTo>
                                  <a:cubicBezTo>
                                    <a:pt x="106" y="411"/>
                                    <a:pt x="106" y="411"/>
                                    <a:pt x="106" y="411"/>
                                  </a:cubicBezTo>
                                  <a:cubicBezTo>
                                    <a:pt x="106" y="410"/>
                                    <a:pt x="107" y="410"/>
                                    <a:pt x="107" y="409"/>
                                  </a:cubicBezTo>
                                  <a:cubicBezTo>
                                    <a:pt x="107" y="410"/>
                                    <a:pt x="107" y="410"/>
                                    <a:pt x="107" y="410"/>
                                  </a:cubicBezTo>
                                  <a:cubicBezTo>
                                    <a:pt x="108" y="410"/>
                                    <a:pt x="109" y="409"/>
                                    <a:pt x="110" y="409"/>
                                  </a:cubicBezTo>
                                  <a:cubicBezTo>
                                    <a:pt x="109" y="409"/>
                                    <a:pt x="109" y="408"/>
                                    <a:pt x="109" y="408"/>
                                  </a:cubicBezTo>
                                  <a:cubicBezTo>
                                    <a:pt x="109" y="408"/>
                                    <a:pt x="109" y="408"/>
                                    <a:pt x="109" y="408"/>
                                  </a:cubicBezTo>
                                  <a:cubicBezTo>
                                    <a:pt x="109" y="408"/>
                                    <a:pt x="109" y="407"/>
                                    <a:pt x="109" y="407"/>
                                  </a:cubicBezTo>
                                  <a:cubicBezTo>
                                    <a:pt x="109" y="407"/>
                                    <a:pt x="110" y="407"/>
                                    <a:pt x="110" y="407"/>
                                  </a:cubicBezTo>
                                  <a:cubicBezTo>
                                    <a:pt x="110" y="407"/>
                                    <a:pt x="110" y="407"/>
                                    <a:pt x="110" y="407"/>
                                  </a:cubicBezTo>
                                  <a:cubicBezTo>
                                    <a:pt x="111" y="407"/>
                                    <a:pt x="111" y="407"/>
                                    <a:pt x="111" y="407"/>
                                  </a:cubicBezTo>
                                  <a:cubicBezTo>
                                    <a:pt x="111" y="407"/>
                                    <a:pt x="111" y="407"/>
                                    <a:pt x="110" y="407"/>
                                  </a:cubicBezTo>
                                  <a:cubicBezTo>
                                    <a:pt x="110" y="408"/>
                                    <a:pt x="111" y="408"/>
                                    <a:pt x="111" y="408"/>
                                  </a:cubicBezTo>
                                  <a:cubicBezTo>
                                    <a:pt x="111" y="408"/>
                                    <a:pt x="111" y="408"/>
                                    <a:pt x="112" y="408"/>
                                  </a:cubicBezTo>
                                  <a:cubicBezTo>
                                    <a:pt x="111" y="408"/>
                                    <a:pt x="112" y="409"/>
                                    <a:pt x="112" y="409"/>
                                  </a:cubicBezTo>
                                  <a:cubicBezTo>
                                    <a:pt x="112" y="410"/>
                                    <a:pt x="112" y="411"/>
                                    <a:pt x="111" y="411"/>
                                  </a:cubicBezTo>
                                  <a:cubicBezTo>
                                    <a:pt x="111" y="411"/>
                                    <a:pt x="111" y="411"/>
                                    <a:pt x="111" y="412"/>
                                  </a:cubicBezTo>
                                  <a:cubicBezTo>
                                    <a:pt x="111" y="412"/>
                                    <a:pt x="111" y="412"/>
                                    <a:pt x="111" y="412"/>
                                  </a:cubicBezTo>
                                  <a:cubicBezTo>
                                    <a:pt x="111" y="412"/>
                                    <a:pt x="111" y="412"/>
                                    <a:pt x="111" y="412"/>
                                  </a:cubicBezTo>
                                  <a:cubicBezTo>
                                    <a:pt x="111" y="412"/>
                                    <a:pt x="111" y="413"/>
                                    <a:pt x="111" y="413"/>
                                  </a:cubicBezTo>
                                  <a:cubicBezTo>
                                    <a:pt x="111" y="414"/>
                                    <a:pt x="111" y="415"/>
                                    <a:pt x="111" y="415"/>
                                  </a:cubicBezTo>
                                  <a:cubicBezTo>
                                    <a:pt x="111" y="416"/>
                                    <a:pt x="111" y="416"/>
                                    <a:pt x="111" y="416"/>
                                  </a:cubicBezTo>
                                  <a:cubicBezTo>
                                    <a:pt x="111" y="416"/>
                                    <a:pt x="111" y="416"/>
                                    <a:pt x="111" y="416"/>
                                  </a:cubicBezTo>
                                  <a:cubicBezTo>
                                    <a:pt x="111" y="416"/>
                                    <a:pt x="112" y="416"/>
                                    <a:pt x="112" y="416"/>
                                  </a:cubicBezTo>
                                  <a:cubicBezTo>
                                    <a:pt x="112" y="416"/>
                                    <a:pt x="112" y="416"/>
                                    <a:pt x="113" y="416"/>
                                  </a:cubicBezTo>
                                  <a:cubicBezTo>
                                    <a:pt x="113" y="416"/>
                                    <a:pt x="113" y="416"/>
                                    <a:pt x="114" y="416"/>
                                  </a:cubicBezTo>
                                  <a:cubicBezTo>
                                    <a:pt x="114" y="417"/>
                                    <a:pt x="114" y="417"/>
                                    <a:pt x="114" y="417"/>
                                  </a:cubicBezTo>
                                  <a:cubicBezTo>
                                    <a:pt x="113" y="418"/>
                                    <a:pt x="113" y="418"/>
                                    <a:pt x="113" y="419"/>
                                  </a:cubicBezTo>
                                  <a:cubicBezTo>
                                    <a:pt x="113" y="419"/>
                                    <a:pt x="112" y="420"/>
                                    <a:pt x="112" y="420"/>
                                  </a:cubicBezTo>
                                  <a:cubicBezTo>
                                    <a:pt x="112" y="420"/>
                                    <a:pt x="112" y="420"/>
                                    <a:pt x="111" y="421"/>
                                  </a:cubicBezTo>
                                  <a:cubicBezTo>
                                    <a:pt x="111" y="421"/>
                                    <a:pt x="112" y="422"/>
                                    <a:pt x="111" y="422"/>
                                  </a:cubicBezTo>
                                  <a:cubicBezTo>
                                    <a:pt x="111" y="422"/>
                                    <a:pt x="111" y="422"/>
                                    <a:pt x="111" y="423"/>
                                  </a:cubicBezTo>
                                  <a:cubicBezTo>
                                    <a:pt x="111" y="423"/>
                                    <a:pt x="111" y="423"/>
                                    <a:pt x="111" y="423"/>
                                  </a:cubicBezTo>
                                  <a:cubicBezTo>
                                    <a:pt x="112" y="423"/>
                                    <a:pt x="113" y="423"/>
                                    <a:pt x="113" y="423"/>
                                  </a:cubicBezTo>
                                  <a:cubicBezTo>
                                    <a:pt x="114" y="423"/>
                                    <a:pt x="114" y="423"/>
                                    <a:pt x="114" y="422"/>
                                  </a:cubicBezTo>
                                  <a:cubicBezTo>
                                    <a:pt x="114" y="422"/>
                                    <a:pt x="114" y="422"/>
                                    <a:pt x="115" y="422"/>
                                  </a:cubicBezTo>
                                  <a:cubicBezTo>
                                    <a:pt x="115" y="423"/>
                                    <a:pt x="115" y="423"/>
                                    <a:pt x="115" y="423"/>
                                  </a:cubicBezTo>
                                  <a:cubicBezTo>
                                    <a:pt x="116" y="423"/>
                                    <a:pt x="116" y="424"/>
                                    <a:pt x="116" y="424"/>
                                  </a:cubicBezTo>
                                  <a:cubicBezTo>
                                    <a:pt x="116" y="424"/>
                                    <a:pt x="116" y="424"/>
                                    <a:pt x="116" y="424"/>
                                  </a:cubicBezTo>
                                  <a:cubicBezTo>
                                    <a:pt x="116" y="423"/>
                                    <a:pt x="116" y="423"/>
                                    <a:pt x="117" y="423"/>
                                  </a:cubicBezTo>
                                  <a:cubicBezTo>
                                    <a:pt x="117" y="423"/>
                                    <a:pt x="117" y="423"/>
                                    <a:pt x="117" y="423"/>
                                  </a:cubicBezTo>
                                  <a:cubicBezTo>
                                    <a:pt x="118" y="423"/>
                                    <a:pt x="118" y="422"/>
                                    <a:pt x="118" y="422"/>
                                  </a:cubicBezTo>
                                  <a:cubicBezTo>
                                    <a:pt x="118" y="422"/>
                                    <a:pt x="118" y="422"/>
                                    <a:pt x="118" y="422"/>
                                  </a:cubicBezTo>
                                  <a:cubicBezTo>
                                    <a:pt x="118" y="422"/>
                                    <a:pt x="118" y="421"/>
                                    <a:pt x="118" y="421"/>
                                  </a:cubicBezTo>
                                  <a:cubicBezTo>
                                    <a:pt x="118" y="421"/>
                                    <a:pt x="118" y="421"/>
                                    <a:pt x="119" y="421"/>
                                  </a:cubicBezTo>
                                  <a:cubicBezTo>
                                    <a:pt x="119" y="421"/>
                                    <a:pt x="119" y="421"/>
                                    <a:pt x="119" y="420"/>
                                  </a:cubicBezTo>
                                  <a:cubicBezTo>
                                    <a:pt x="119" y="420"/>
                                    <a:pt x="120" y="420"/>
                                    <a:pt x="120" y="420"/>
                                  </a:cubicBezTo>
                                  <a:cubicBezTo>
                                    <a:pt x="120" y="420"/>
                                    <a:pt x="120" y="419"/>
                                    <a:pt x="120" y="419"/>
                                  </a:cubicBezTo>
                                  <a:cubicBezTo>
                                    <a:pt x="120" y="419"/>
                                    <a:pt x="120" y="418"/>
                                    <a:pt x="120" y="418"/>
                                  </a:cubicBezTo>
                                  <a:cubicBezTo>
                                    <a:pt x="120" y="418"/>
                                    <a:pt x="120" y="417"/>
                                    <a:pt x="120" y="417"/>
                                  </a:cubicBezTo>
                                  <a:cubicBezTo>
                                    <a:pt x="120" y="416"/>
                                    <a:pt x="120" y="416"/>
                                    <a:pt x="120" y="416"/>
                                  </a:cubicBezTo>
                                  <a:cubicBezTo>
                                    <a:pt x="120" y="415"/>
                                    <a:pt x="120" y="415"/>
                                    <a:pt x="120" y="415"/>
                                  </a:cubicBezTo>
                                  <a:cubicBezTo>
                                    <a:pt x="121" y="415"/>
                                    <a:pt x="121" y="415"/>
                                    <a:pt x="121" y="414"/>
                                  </a:cubicBezTo>
                                  <a:cubicBezTo>
                                    <a:pt x="121" y="414"/>
                                    <a:pt x="121" y="414"/>
                                    <a:pt x="121" y="414"/>
                                  </a:cubicBezTo>
                                  <a:cubicBezTo>
                                    <a:pt x="121" y="414"/>
                                    <a:pt x="122" y="414"/>
                                    <a:pt x="122" y="414"/>
                                  </a:cubicBezTo>
                                  <a:cubicBezTo>
                                    <a:pt x="122" y="415"/>
                                    <a:pt x="123" y="414"/>
                                    <a:pt x="123" y="414"/>
                                  </a:cubicBezTo>
                                  <a:cubicBezTo>
                                    <a:pt x="123" y="414"/>
                                    <a:pt x="124" y="414"/>
                                    <a:pt x="124" y="414"/>
                                  </a:cubicBezTo>
                                  <a:cubicBezTo>
                                    <a:pt x="124" y="415"/>
                                    <a:pt x="125" y="414"/>
                                    <a:pt x="126" y="414"/>
                                  </a:cubicBezTo>
                                  <a:cubicBezTo>
                                    <a:pt x="126" y="414"/>
                                    <a:pt x="127" y="414"/>
                                    <a:pt x="127" y="414"/>
                                  </a:cubicBezTo>
                                  <a:cubicBezTo>
                                    <a:pt x="127" y="414"/>
                                    <a:pt x="127" y="414"/>
                                    <a:pt x="127" y="414"/>
                                  </a:cubicBezTo>
                                  <a:cubicBezTo>
                                    <a:pt x="127" y="414"/>
                                    <a:pt x="128" y="414"/>
                                    <a:pt x="128" y="414"/>
                                  </a:cubicBezTo>
                                  <a:cubicBezTo>
                                    <a:pt x="129" y="415"/>
                                    <a:pt x="129" y="414"/>
                                    <a:pt x="130" y="415"/>
                                  </a:cubicBezTo>
                                  <a:cubicBezTo>
                                    <a:pt x="130" y="415"/>
                                    <a:pt x="130" y="415"/>
                                    <a:pt x="130" y="415"/>
                                  </a:cubicBezTo>
                                  <a:cubicBezTo>
                                    <a:pt x="131" y="415"/>
                                    <a:pt x="131" y="415"/>
                                    <a:pt x="132" y="415"/>
                                  </a:cubicBezTo>
                                  <a:cubicBezTo>
                                    <a:pt x="132" y="415"/>
                                    <a:pt x="133" y="416"/>
                                    <a:pt x="133" y="417"/>
                                  </a:cubicBezTo>
                                  <a:cubicBezTo>
                                    <a:pt x="134" y="417"/>
                                    <a:pt x="134" y="417"/>
                                    <a:pt x="134" y="417"/>
                                  </a:cubicBezTo>
                                  <a:cubicBezTo>
                                    <a:pt x="135" y="417"/>
                                    <a:pt x="135" y="418"/>
                                    <a:pt x="136" y="418"/>
                                  </a:cubicBezTo>
                                  <a:cubicBezTo>
                                    <a:pt x="136" y="419"/>
                                    <a:pt x="137" y="419"/>
                                    <a:pt x="137" y="420"/>
                                  </a:cubicBezTo>
                                  <a:cubicBezTo>
                                    <a:pt x="138" y="421"/>
                                    <a:pt x="138" y="421"/>
                                    <a:pt x="139" y="422"/>
                                  </a:cubicBezTo>
                                  <a:cubicBezTo>
                                    <a:pt x="140" y="422"/>
                                    <a:pt x="141" y="423"/>
                                    <a:pt x="142" y="423"/>
                                  </a:cubicBezTo>
                                  <a:cubicBezTo>
                                    <a:pt x="143" y="424"/>
                                    <a:pt x="144" y="424"/>
                                    <a:pt x="145" y="424"/>
                                  </a:cubicBezTo>
                                  <a:cubicBezTo>
                                    <a:pt x="145" y="424"/>
                                    <a:pt x="145" y="425"/>
                                    <a:pt x="146" y="425"/>
                                  </a:cubicBezTo>
                                  <a:cubicBezTo>
                                    <a:pt x="146" y="425"/>
                                    <a:pt x="146" y="424"/>
                                    <a:pt x="146" y="424"/>
                                  </a:cubicBezTo>
                                  <a:cubicBezTo>
                                    <a:pt x="146" y="424"/>
                                    <a:pt x="146" y="424"/>
                                    <a:pt x="146" y="424"/>
                                  </a:cubicBezTo>
                                  <a:cubicBezTo>
                                    <a:pt x="147" y="425"/>
                                    <a:pt x="147" y="425"/>
                                    <a:pt x="148" y="425"/>
                                  </a:cubicBezTo>
                                  <a:cubicBezTo>
                                    <a:pt x="149" y="425"/>
                                    <a:pt x="150" y="425"/>
                                    <a:pt x="151" y="426"/>
                                  </a:cubicBezTo>
                                  <a:cubicBezTo>
                                    <a:pt x="151" y="427"/>
                                    <a:pt x="151" y="427"/>
                                    <a:pt x="152" y="428"/>
                                  </a:cubicBezTo>
                                  <a:cubicBezTo>
                                    <a:pt x="152" y="428"/>
                                    <a:pt x="153" y="428"/>
                                    <a:pt x="154" y="429"/>
                                  </a:cubicBezTo>
                                  <a:cubicBezTo>
                                    <a:pt x="154" y="429"/>
                                    <a:pt x="154" y="429"/>
                                    <a:pt x="154" y="429"/>
                                  </a:cubicBezTo>
                                  <a:cubicBezTo>
                                    <a:pt x="155" y="430"/>
                                    <a:pt x="156" y="430"/>
                                    <a:pt x="157" y="430"/>
                                  </a:cubicBezTo>
                                  <a:cubicBezTo>
                                    <a:pt x="158" y="430"/>
                                    <a:pt x="159" y="430"/>
                                    <a:pt x="159" y="431"/>
                                  </a:cubicBezTo>
                                  <a:cubicBezTo>
                                    <a:pt x="159" y="431"/>
                                    <a:pt x="160" y="431"/>
                                    <a:pt x="160" y="431"/>
                                  </a:cubicBezTo>
                                  <a:cubicBezTo>
                                    <a:pt x="160" y="432"/>
                                    <a:pt x="161" y="432"/>
                                    <a:pt x="161" y="431"/>
                                  </a:cubicBezTo>
                                  <a:cubicBezTo>
                                    <a:pt x="161" y="431"/>
                                    <a:pt x="162" y="431"/>
                                    <a:pt x="162" y="431"/>
                                  </a:cubicBezTo>
                                  <a:cubicBezTo>
                                    <a:pt x="162" y="431"/>
                                    <a:pt x="162" y="432"/>
                                    <a:pt x="163" y="432"/>
                                  </a:cubicBezTo>
                                  <a:cubicBezTo>
                                    <a:pt x="163" y="432"/>
                                    <a:pt x="163" y="432"/>
                                    <a:pt x="163" y="432"/>
                                  </a:cubicBezTo>
                                  <a:cubicBezTo>
                                    <a:pt x="163" y="432"/>
                                    <a:pt x="164" y="432"/>
                                    <a:pt x="164" y="432"/>
                                  </a:cubicBezTo>
                                  <a:cubicBezTo>
                                    <a:pt x="165" y="432"/>
                                    <a:pt x="165" y="432"/>
                                    <a:pt x="165" y="432"/>
                                  </a:cubicBezTo>
                                  <a:cubicBezTo>
                                    <a:pt x="165" y="432"/>
                                    <a:pt x="165" y="432"/>
                                    <a:pt x="165" y="432"/>
                                  </a:cubicBezTo>
                                  <a:cubicBezTo>
                                    <a:pt x="166" y="432"/>
                                    <a:pt x="166" y="432"/>
                                    <a:pt x="166" y="432"/>
                                  </a:cubicBezTo>
                                  <a:cubicBezTo>
                                    <a:pt x="166" y="432"/>
                                    <a:pt x="167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7" y="432"/>
                                    <a:pt x="167" y="431"/>
                                  </a:cubicBezTo>
                                  <a:cubicBezTo>
                                    <a:pt x="168" y="431"/>
                                    <a:pt x="168" y="431"/>
                                    <a:pt x="169" y="431"/>
                                  </a:cubicBezTo>
                                  <a:cubicBezTo>
                                    <a:pt x="168" y="431"/>
                                    <a:pt x="168" y="431"/>
                                    <a:pt x="168" y="431"/>
                                  </a:cubicBezTo>
                                  <a:cubicBezTo>
                                    <a:pt x="168" y="431"/>
                                    <a:pt x="167" y="431"/>
                                    <a:pt x="167" y="431"/>
                                  </a:cubicBezTo>
                                  <a:cubicBezTo>
                                    <a:pt x="167" y="431"/>
                                    <a:pt x="167" y="431"/>
                                    <a:pt x="167" y="431"/>
                                  </a:cubicBezTo>
                                  <a:cubicBezTo>
                                    <a:pt x="167" y="431"/>
                                    <a:pt x="167" y="431"/>
                                    <a:pt x="166" y="431"/>
                                  </a:cubicBezTo>
                                  <a:cubicBezTo>
                                    <a:pt x="166" y="431"/>
                                    <a:pt x="166" y="430"/>
                                    <a:pt x="166" y="430"/>
                                  </a:cubicBezTo>
                                  <a:cubicBezTo>
                                    <a:pt x="166" y="430"/>
                                    <a:pt x="166" y="430"/>
                                    <a:pt x="167" y="430"/>
                                  </a:cubicBezTo>
                                  <a:cubicBezTo>
                                    <a:pt x="167" y="430"/>
                                    <a:pt x="167" y="430"/>
                                    <a:pt x="168" y="430"/>
                                  </a:cubicBezTo>
                                  <a:cubicBezTo>
                                    <a:pt x="168" y="431"/>
                                    <a:pt x="168" y="431"/>
                                    <a:pt x="169" y="431"/>
                                  </a:cubicBezTo>
                                  <a:cubicBezTo>
                                    <a:pt x="169" y="431"/>
                                    <a:pt x="169" y="431"/>
                                    <a:pt x="169" y="431"/>
                                  </a:cubicBezTo>
                                  <a:cubicBezTo>
                                    <a:pt x="169" y="430"/>
                                    <a:pt x="169" y="430"/>
                                    <a:pt x="169" y="430"/>
                                  </a:cubicBezTo>
                                  <a:cubicBezTo>
                                    <a:pt x="169" y="430"/>
                                    <a:pt x="169" y="430"/>
                                    <a:pt x="170" y="430"/>
                                  </a:cubicBezTo>
                                  <a:cubicBezTo>
                                    <a:pt x="170" y="430"/>
                                    <a:pt x="170" y="430"/>
                                    <a:pt x="170" y="430"/>
                                  </a:cubicBezTo>
                                  <a:cubicBezTo>
                                    <a:pt x="171" y="430"/>
                                    <a:pt x="171" y="431"/>
                                    <a:pt x="172" y="431"/>
                                  </a:cubicBezTo>
                                  <a:cubicBezTo>
                                    <a:pt x="172" y="431"/>
                                    <a:pt x="173" y="432"/>
                                    <a:pt x="173" y="432"/>
                                  </a:cubicBezTo>
                                  <a:cubicBezTo>
                                    <a:pt x="173" y="432"/>
                                    <a:pt x="174" y="432"/>
                                    <a:pt x="174" y="432"/>
                                  </a:cubicBezTo>
                                  <a:cubicBezTo>
                                    <a:pt x="175" y="432"/>
                                    <a:pt x="176" y="433"/>
                                    <a:pt x="176" y="434"/>
                                  </a:cubicBezTo>
                                  <a:cubicBezTo>
                                    <a:pt x="176" y="434"/>
                                    <a:pt x="176" y="434"/>
                                    <a:pt x="176" y="434"/>
                                  </a:cubicBezTo>
                                  <a:cubicBezTo>
                                    <a:pt x="176" y="435"/>
                                    <a:pt x="177" y="435"/>
                                    <a:pt x="178" y="435"/>
                                  </a:cubicBezTo>
                                  <a:cubicBezTo>
                                    <a:pt x="178" y="435"/>
                                    <a:pt x="178" y="435"/>
                                    <a:pt x="178" y="435"/>
                                  </a:cubicBezTo>
                                  <a:cubicBezTo>
                                    <a:pt x="178" y="435"/>
                                    <a:pt x="178" y="435"/>
                                    <a:pt x="178" y="436"/>
                                  </a:cubicBezTo>
                                  <a:cubicBezTo>
                                    <a:pt x="178" y="436"/>
                                    <a:pt x="179" y="437"/>
                                    <a:pt x="179" y="437"/>
                                  </a:cubicBezTo>
                                  <a:cubicBezTo>
                                    <a:pt x="179" y="438"/>
                                    <a:pt x="180" y="438"/>
                                    <a:pt x="180" y="438"/>
                                  </a:cubicBezTo>
                                  <a:cubicBezTo>
                                    <a:pt x="180" y="438"/>
                                    <a:pt x="180" y="438"/>
                                    <a:pt x="180" y="438"/>
                                  </a:cubicBezTo>
                                  <a:cubicBezTo>
                                    <a:pt x="181" y="439"/>
                                    <a:pt x="181" y="440"/>
                                    <a:pt x="181" y="440"/>
                                  </a:cubicBezTo>
                                  <a:cubicBezTo>
                                    <a:pt x="181" y="440"/>
                                    <a:pt x="181" y="441"/>
                                    <a:pt x="181" y="441"/>
                                  </a:cubicBezTo>
                                  <a:cubicBezTo>
                                    <a:pt x="181" y="441"/>
                                    <a:pt x="181" y="441"/>
                                    <a:pt x="182" y="441"/>
                                  </a:cubicBezTo>
                                  <a:cubicBezTo>
                                    <a:pt x="182" y="441"/>
                                    <a:pt x="182" y="441"/>
                                    <a:pt x="182" y="441"/>
                                  </a:cubicBezTo>
                                  <a:cubicBezTo>
                                    <a:pt x="182" y="441"/>
                                    <a:pt x="182" y="441"/>
                                    <a:pt x="181" y="441"/>
                                  </a:cubicBezTo>
                                  <a:cubicBezTo>
                                    <a:pt x="181" y="441"/>
                                    <a:pt x="181" y="442"/>
                                    <a:pt x="182" y="442"/>
                                  </a:cubicBezTo>
                                  <a:cubicBezTo>
                                    <a:pt x="182" y="442"/>
                                    <a:pt x="181" y="442"/>
                                    <a:pt x="181" y="442"/>
                                  </a:cubicBezTo>
                                  <a:cubicBezTo>
                                    <a:pt x="181" y="442"/>
                                    <a:pt x="181" y="443"/>
                                    <a:pt x="181" y="443"/>
                                  </a:cubicBezTo>
                                  <a:cubicBezTo>
                                    <a:pt x="181" y="444"/>
                                    <a:pt x="181" y="444"/>
                                    <a:pt x="180" y="444"/>
                                  </a:cubicBezTo>
                                  <a:cubicBezTo>
                                    <a:pt x="180" y="444"/>
                                    <a:pt x="180" y="444"/>
                                    <a:pt x="180" y="444"/>
                                  </a:cubicBezTo>
                                  <a:cubicBezTo>
                                    <a:pt x="179" y="444"/>
                                    <a:pt x="179" y="444"/>
                                    <a:pt x="179" y="444"/>
                                  </a:cubicBezTo>
                                  <a:cubicBezTo>
                                    <a:pt x="179" y="444"/>
                                    <a:pt x="179" y="444"/>
                                    <a:pt x="179" y="444"/>
                                  </a:cubicBezTo>
                                  <a:cubicBezTo>
                                    <a:pt x="179" y="444"/>
                                    <a:pt x="179" y="443"/>
                                    <a:pt x="178" y="443"/>
                                  </a:cubicBezTo>
                                  <a:cubicBezTo>
                                    <a:pt x="178" y="443"/>
                                    <a:pt x="178" y="444"/>
                                    <a:pt x="178" y="444"/>
                                  </a:cubicBezTo>
                                  <a:cubicBezTo>
                                    <a:pt x="177" y="444"/>
                                    <a:pt x="176" y="443"/>
                                    <a:pt x="176" y="443"/>
                                  </a:cubicBezTo>
                                  <a:cubicBezTo>
                                    <a:pt x="176" y="443"/>
                                    <a:pt x="175" y="443"/>
                                    <a:pt x="175" y="443"/>
                                  </a:cubicBezTo>
                                  <a:cubicBezTo>
                                    <a:pt x="175" y="443"/>
                                    <a:pt x="175" y="443"/>
                                    <a:pt x="175" y="442"/>
                                  </a:cubicBezTo>
                                  <a:cubicBezTo>
                                    <a:pt x="175" y="442"/>
                                    <a:pt x="175" y="442"/>
                                    <a:pt x="175" y="443"/>
                                  </a:cubicBezTo>
                                  <a:cubicBezTo>
                                    <a:pt x="175" y="443"/>
                                    <a:pt x="175" y="443"/>
                                    <a:pt x="175" y="443"/>
                                  </a:cubicBezTo>
                                  <a:cubicBezTo>
                                    <a:pt x="175" y="444"/>
                                    <a:pt x="176" y="444"/>
                                    <a:pt x="176" y="444"/>
                                  </a:cubicBezTo>
                                  <a:cubicBezTo>
                                    <a:pt x="176" y="444"/>
                                    <a:pt x="176" y="445"/>
                                    <a:pt x="176" y="445"/>
                                  </a:cubicBezTo>
                                  <a:cubicBezTo>
                                    <a:pt x="176" y="445"/>
                                    <a:pt x="176" y="445"/>
                                    <a:pt x="175" y="445"/>
                                  </a:cubicBezTo>
                                  <a:cubicBezTo>
                                    <a:pt x="175" y="445"/>
                                    <a:pt x="175" y="445"/>
                                    <a:pt x="175" y="445"/>
                                  </a:cubicBezTo>
                                  <a:cubicBezTo>
                                    <a:pt x="175" y="445"/>
                                    <a:pt x="174" y="445"/>
                                    <a:pt x="173" y="445"/>
                                  </a:cubicBezTo>
                                  <a:cubicBezTo>
                                    <a:pt x="173" y="445"/>
                                    <a:pt x="173" y="445"/>
                                    <a:pt x="173" y="445"/>
                                  </a:cubicBezTo>
                                  <a:cubicBezTo>
                                    <a:pt x="173" y="445"/>
                                    <a:pt x="173" y="445"/>
                                    <a:pt x="173" y="445"/>
                                  </a:cubicBezTo>
                                  <a:cubicBezTo>
                                    <a:pt x="173" y="446"/>
                                    <a:pt x="173" y="446"/>
                                    <a:pt x="173" y="447"/>
                                  </a:cubicBezTo>
                                  <a:cubicBezTo>
                                    <a:pt x="173" y="447"/>
                                    <a:pt x="173" y="447"/>
                                    <a:pt x="173" y="448"/>
                                  </a:cubicBezTo>
                                  <a:cubicBezTo>
                                    <a:pt x="173" y="448"/>
                                    <a:pt x="173" y="448"/>
                                    <a:pt x="173" y="448"/>
                                  </a:cubicBezTo>
                                  <a:cubicBezTo>
                                    <a:pt x="173" y="448"/>
                                    <a:pt x="173" y="448"/>
                                    <a:pt x="173" y="448"/>
                                  </a:cubicBezTo>
                                  <a:cubicBezTo>
                                    <a:pt x="173" y="449"/>
                                    <a:pt x="172" y="449"/>
                                    <a:pt x="172" y="449"/>
                                  </a:cubicBezTo>
                                  <a:cubicBezTo>
                                    <a:pt x="171" y="449"/>
                                    <a:pt x="171" y="449"/>
                                    <a:pt x="171" y="450"/>
                                  </a:cubicBezTo>
                                  <a:cubicBezTo>
                                    <a:pt x="171" y="450"/>
                                    <a:pt x="171" y="450"/>
                                    <a:pt x="171" y="450"/>
                                  </a:cubicBezTo>
                                  <a:cubicBezTo>
                                    <a:pt x="172" y="450"/>
                                    <a:pt x="173" y="451"/>
                                    <a:pt x="174" y="451"/>
                                  </a:cubicBezTo>
                                  <a:cubicBezTo>
                                    <a:pt x="174" y="452"/>
                                    <a:pt x="174" y="452"/>
                                    <a:pt x="174" y="452"/>
                                  </a:cubicBezTo>
                                  <a:cubicBezTo>
                                    <a:pt x="175" y="452"/>
                                    <a:pt x="175" y="452"/>
                                    <a:pt x="175" y="452"/>
                                  </a:cubicBezTo>
                                  <a:cubicBezTo>
                                    <a:pt x="176" y="451"/>
                                    <a:pt x="177" y="452"/>
                                    <a:pt x="178" y="452"/>
                                  </a:cubicBezTo>
                                  <a:cubicBezTo>
                                    <a:pt x="178" y="452"/>
                                    <a:pt x="178" y="452"/>
                                    <a:pt x="178" y="452"/>
                                  </a:cubicBezTo>
                                  <a:cubicBezTo>
                                    <a:pt x="179" y="452"/>
                                    <a:pt x="179" y="452"/>
                                    <a:pt x="179" y="452"/>
                                  </a:cubicBezTo>
                                  <a:cubicBezTo>
                                    <a:pt x="179" y="453"/>
                                    <a:pt x="179" y="453"/>
                                    <a:pt x="180" y="453"/>
                                  </a:cubicBezTo>
                                  <a:cubicBezTo>
                                    <a:pt x="182" y="453"/>
                                    <a:pt x="184" y="454"/>
                                    <a:pt x="186" y="453"/>
                                  </a:cubicBezTo>
                                  <a:cubicBezTo>
                                    <a:pt x="186" y="453"/>
                                    <a:pt x="186" y="453"/>
                                    <a:pt x="186" y="453"/>
                                  </a:cubicBezTo>
                                  <a:cubicBezTo>
                                    <a:pt x="187" y="453"/>
                                    <a:pt x="187" y="453"/>
                                    <a:pt x="187" y="453"/>
                                  </a:cubicBezTo>
                                  <a:cubicBezTo>
                                    <a:pt x="188" y="454"/>
                                    <a:pt x="189" y="454"/>
                                    <a:pt x="190" y="454"/>
                                  </a:cubicBezTo>
                                  <a:cubicBezTo>
                                    <a:pt x="190" y="454"/>
                                    <a:pt x="191" y="454"/>
                                    <a:pt x="191" y="454"/>
                                  </a:cubicBezTo>
                                  <a:cubicBezTo>
                                    <a:pt x="192" y="454"/>
                                    <a:pt x="192" y="453"/>
                                    <a:pt x="192" y="453"/>
                                  </a:cubicBezTo>
                                  <a:cubicBezTo>
                                    <a:pt x="192" y="453"/>
                                    <a:pt x="193" y="453"/>
                                    <a:pt x="193" y="453"/>
                                  </a:cubicBezTo>
                                  <a:cubicBezTo>
                                    <a:pt x="193" y="453"/>
                                    <a:pt x="193" y="453"/>
                                    <a:pt x="194" y="453"/>
                                  </a:cubicBezTo>
                                  <a:cubicBezTo>
                                    <a:pt x="195" y="452"/>
                                    <a:pt x="196" y="452"/>
                                    <a:pt x="198" y="452"/>
                                  </a:cubicBezTo>
                                  <a:cubicBezTo>
                                    <a:pt x="198" y="452"/>
                                    <a:pt x="198" y="452"/>
                                    <a:pt x="198" y="452"/>
                                  </a:cubicBezTo>
                                  <a:cubicBezTo>
                                    <a:pt x="199" y="452"/>
                                    <a:pt x="199" y="452"/>
                                    <a:pt x="199" y="452"/>
                                  </a:cubicBezTo>
                                  <a:cubicBezTo>
                                    <a:pt x="199" y="452"/>
                                    <a:pt x="199" y="452"/>
                                    <a:pt x="200" y="451"/>
                                  </a:cubicBezTo>
                                  <a:cubicBezTo>
                                    <a:pt x="200" y="451"/>
                                    <a:pt x="200" y="451"/>
                                    <a:pt x="200" y="451"/>
                                  </a:cubicBezTo>
                                  <a:cubicBezTo>
                                    <a:pt x="200" y="451"/>
                                    <a:pt x="200" y="451"/>
                                    <a:pt x="200" y="452"/>
                                  </a:cubicBezTo>
                                  <a:cubicBezTo>
                                    <a:pt x="201" y="452"/>
                                    <a:pt x="201" y="452"/>
                                    <a:pt x="201" y="452"/>
                                  </a:cubicBezTo>
                                  <a:cubicBezTo>
                                    <a:pt x="202" y="452"/>
                                    <a:pt x="202" y="452"/>
                                    <a:pt x="202" y="451"/>
                                  </a:cubicBezTo>
                                  <a:cubicBezTo>
                                    <a:pt x="203" y="451"/>
                                    <a:pt x="204" y="450"/>
                                    <a:pt x="204" y="449"/>
                                  </a:cubicBezTo>
                                  <a:cubicBezTo>
                                    <a:pt x="205" y="449"/>
                                    <a:pt x="205" y="449"/>
                                    <a:pt x="205" y="449"/>
                                  </a:cubicBezTo>
                                  <a:cubicBezTo>
                                    <a:pt x="205" y="449"/>
                                    <a:pt x="206" y="449"/>
                                    <a:pt x="206" y="449"/>
                                  </a:cubicBezTo>
                                  <a:cubicBezTo>
                                    <a:pt x="206" y="448"/>
                                    <a:pt x="207" y="448"/>
                                    <a:pt x="207" y="448"/>
                                  </a:cubicBezTo>
                                  <a:cubicBezTo>
                                    <a:pt x="208" y="448"/>
                                    <a:pt x="208" y="449"/>
                                    <a:pt x="208" y="449"/>
                                  </a:cubicBezTo>
                                  <a:cubicBezTo>
                                    <a:pt x="208" y="450"/>
                                    <a:pt x="209" y="450"/>
                                    <a:pt x="209" y="450"/>
                                  </a:cubicBezTo>
                                  <a:cubicBezTo>
                                    <a:pt x="210" y="451"/>
                                    <a:pt x="210" y="452"/>
                                    <a:pt x="210" y="453"/>
                                  </a:cubicBezTo>
                                  <a:cubicBezTo>
                                    <a:pt x="210" y="453"/>
                                    <a:pt x="210" y="453"/>
                                    <a:pt x="210" y="453"/>
                                  </a:cubicBezTo>
                                  <a:cubicBezTo>
                                    <a:pt x="210" y="453"/>
                                    <a:pt x="210" y="453"/>
                                    <a:pt x="210" y="453"/>
                                  </a:cubicBezTo>
                                  <a:cubicBezTo>
                                    <a:pt x="211" y="453"/>
                                    <a:pt x="211" y="453"/>
                                    <a:pt x="211" y="453"/>
                                  </a:cubicBezTo>
                                  <a:cubicBezTo>
                                    <a:pt x="212" y="453"/>
                                    <a:pt x="212" y="453"/>
                                    <a:pt x="212" y="453"/>
                                  </a:cubicBezTo>
                                  <a:cubicBezTo>
                                    <a:pt x="212" y="453"/>
                                    <a:pt x="213" y="453"/>
                                    <a:pt x="213" y="453"/>
                                  </a:cubicBezTo>
                                  <a:cubicBezTo>
                                    <a:pt x="213" y="453"/>
                                    <a:pt x="213" y="453"/>
                                    <a:pt x="213" y="453"/>
                                  </a:cubicBezTo>
                                  <a:cubicBezTo>
                                    <a:pt x="214" y="453"/>
                                    <a:pt x="214" y="453"/>
                                    <a:pt x="214" y="453"/>
                                  </a:cubicBezTo>
                                  <a:cubicBezTo>
                                    <a:pt x="214" y="453"/>
                                    <a:pt x="214" y="453"/>
                                    <a:pt x="215" y="453"/>
                                  </a:cubicBezTo>
                                  <a:cubicBezTo>
                                    <a:pt x="215" y="453"/>
                                    <a:pt x="215" y="454"/>
                                    <a:pt x="215" y="454"/>
                                  </a:cubicBezTo>
                                  <a:cubicBezTo>
                                    <a:pt x="215" y="455"/>
                                    <a:pt x="215" y="456"/>
                                    <a:pt x="215" y="456"/>
                                  </a:cubicBezTo>
                                  <a:cubicBezTo>
                                    <a:pt x="215" y="457"/>
                                    <a:pt x="215" y="457"/>
                                    <a:pt x="215" y="457"/>
                                  </a:cubicBezTo>
                                  <a:cubicBezTo>
                                    <a:pt x="215" y="457"/>
                                    <a:pt x="215" y="457"/>
                                    <a:pt x="215" y="457"/>
                                  </a:cubicBezTo>
                                  <a:cubicBezTo>
                                    <a:pt x="215" y="457"/>
                                    <a:pt x="215" y="457"/>
                                    <a:pt x="215" y="458"/>
                                  </a:cubicBezTo>
                                  <a:cubicBezTo>
                                    <a:pt x="215" y="458"/>
                                    <a:pt x="215" y="458"/>
                                    <a:pt x="215" y="458"/>
                                  </a:cubicBezTo>
                                  <a:cubicBezTo>
                                    <a:pt x="216" y="458"/>
                                    <a:pt x="216" y="459"/>
                                    <a:pt x="216" y="459"/>
                                  </a:cubicBezTo>
                                  <a:cubicBezTo>
                                    <a:pt x="216" y="459"/>
                                    <a:pt x="216" y="459"/>
                                    <a:pt x="216" y="459"/>
                                  </a:cubicBezTo>
                                  <a:cubicBezTo>
                                    <a:pt x="216" y="459"/>
                                    <a:pt x="216" y="459"/>
                                    <a:pt x="216" y="459"/>
                                  </a:cubicBezTo>
                                  <a:cubicBezTo>
                                    <a:pt x="217" y="458"/>
                                    <a:pt x="216" y="457"/>
                                    <a:pt x="217" y="456"/>
                                  </a:cubicBezTo>
                                  <a:cubicBezTo>
                                    <a:pt x="217" y="456"/>
                                    <a:pt x="217" y="456"/>
                                    <a:pt x="217" y="456"/>
                                  </a:cubicBezTo>
                                  <a:cubicBezTo>
                                    <a:pt x="217" y="456"/>
                                    <a:pt x="217" y="455"/>
                                    <a:pt x="217" y="455"/>
                                  </a:cubicBezTo>
                                  <a:cubicBezTo>
                                    <a:pt x="217" y="455"/>
                                    <a:pt x="217" y="455"/>
                                    <a:pt x="217" y="455"/>
                                  </a:cubicBezTo>
                                  <a:cubicBezTo>
                                    <a:pt x="217" y="455"/>
                                    <a:pt x="217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7"/>
                                    <a:pt x="218" y="457"/>
                                  </a:cubicBezTo>
                                  <a:cubicBezTo>
                                    <a:pt x="218" y="457"/>
                                    <a:pt x="218" y="458"/>
                                    <a:pt x="218" y="458"/>
                                  </a:cubicBezTo>
                                  <a:cubicBezTo>
                                    <a:pt x="218" y="458"/>
                                    <a:pt x="218" y="458"/>
                                    <a:pt x="218" y="458"/>
                                  </a:cubicBezTo>
                                  <a:cubicBezTo>
                                    <a:pt x="218" y="459"/>
                                    <a:pt x="219" y="459"/>
                                    <a:pt x="218" y="459"/>
                                  </a:cubicBezTo>
                                  <a:cubicBezTo>
                                    <a:pt x="219" y="459"/>
                                    <a:pt x="219" y="458"/>
                                    <a:pt x="219" y="458"/>
                                  </a:cubicBezTo>
                                  <a:cubicBezTo>
                                    <a:pt x="220" y="458"/>
                                    <a:pt x="220" y="459"/>
                                    <a:pt x="220" y="460"/>
                                  </a:cubicBezTo>
                                  <a:cubicBezTo>
                                    <a:pt x="221" y="460"/>
                                    <a:pt x="221" y="460"/>
                                    <a:pt x="221" y="460"/>
                                  </a:cubicBezTo>
                                  <a:cubicBezTo>
                                    <a:pt x="222" y="460"/>
                                    <a:pt x="222" y="461"/>
                                    <a:pt x="222" y="462"/>
                                  </a:cubicBezTo>
                                  <a:cubicBezTo>
                                    <a:pt x="222" y="462"/>
                                    <a:pt x="222" y="463"/>
                                    <a:pt x="222" y="463"/>
                                  </a:cubicBezTo>
                                  <a:cubicBezTo>
                                    <a:pt x="222" y="463"/>
                                    <a:pt x="223" y="464"/>
                                    <a:pt x="223" y="464"/>
                                  </a:cubicBezTo>
                                  <a:cubicBezTo>
                                    <a:pt x="223" y="464"/>
                                    <a:pt x="223" y="464"/>
                                    <a:pt x="222" y="464"/>
                                  </a:cubicBezTo>
                                  <a:cubicBezTo>
                                    <a:pt x="222" y="464"/>
                                    <a:pt x="222" y="464"/>
                                    <a:pt x="221" y="464"/>
                                  </a:cubicBezTo>
                                  <a:cubicBezTo>
                                    <a:pt x="221" y="464"/>
                                    <a:pt x="221" y="464"/>
                                    <a:pt x="221" y="464"/>
                                  </a:cubicBezTo>
                                  <a:cubicBezTo>
                                    <a:pt x="221" y="464"/>
                                    <a:pt x="220" y="465"/>
                                    <a:pt x="220" y="465"/>
                                  </a:cubicBezTo>
                                  <a:cubicBezTo>
                                    <a:pt x="220" y="465"/>
                                    <a:pt x="220" y="465"/>
                                    <a:pt x="220" y="465"/>
                                  </a:cubicBezTo>
                                  <a:cubicBezTo>
                                    <a:pt x="220" y="465"/>
                                    <a:pt x="220" y="465"/>
                                    <a:pt x="220" y="465"/>
                                  </a:cubicBezTo>
                                  <a:cubicBezTo>
                                    <a:pt x="219" y="464"/>
                                    <a:pt x="218" y="464"/>
                                    <a:pt x="218" y="463"/>
                                  </a:cubicBezTo>
                                  <a:cubicBezTo>
                                    <a:pt x="217" y="463"/>
                                    <a:pt x="218" y="464"/>
                                    <a:pt x="218" y="464"/>
                                  </a:cubicBezTo>
                                  <a:cubicBezTo>
                                    <a:pt x="218" y="465"/>
                                    <a:pt x="218" y="465"/>
                                    <a:pt x="218" y="465"/>
                                  </a:cubicBezTo>
                                  <a:cubicBezTo>
                                    <a:pt x="218" y="465"/>
                                    <a:pt x="218" y="465"/>
                                    <a:pt x="219" y="465"/>
                                  </a:cubicBezTo>
                                  <a:cubicBezTo>
                                    <a:pt x="219" y="465"/>
                                    <a:pt x="219" y="465"/>
                                    <a:pt x="219" y="465"/>
                                  </a:cubicBezTo>
                                  <a:cubicBezTo>
                                    <a:pt x="219" y="466"/>
                                    <a:pt x="220" y="466"/>
                                    <a:pt x="220" y="466"/>
                                  </a:cubicBezTo>
                                  <a:cubicBezTo>
                                    <a:pt x="220" y="466"/>
                                    <a:pt x="221" y="466"/>
                                    <a:pt x="221" y="466"/>
                                  </a:cubicBezTo>
                                  <a:cubicBezTo>
                                    <a:pt x="221" y="466"/>
                                    <a:pt x="221" y="466"/>
                                    <a:pt x="221" y="466"/>
                                  </a:cubicBezTo>
                                  <a:cubicBezTo>
                                    <a:pt x="221" y="466"/>
                                    <a:pt x="221" y="466"/>
                                    <a:pt x="221" y="466"/>
                                  </a:cubicBezTo>
                                  <a:cubicBezTo>
                                    <a:pt x="222" y="466"/>
                                    <a:pt x="222" y="466"/>
                                    <a:pt x="222" y="467"/>
                                  </a:cubicBezTo>
                                  <a:cubicBezTo>
                                    <a:pt x="221" y="467"/>
                                    <a:pt x="221" y="467"/>
                                    <a:pt x="221" y="467"/>
                                  </a:cubicBezTo>
                                  <a:cubicBezTo>
                                    <a:pt x="221" y="467"/>
                                    <a:pt x="221" y="467"/>
                                    <a:pt x="221" y="467"/>
                                  </a:cubicBezTo>
                                  <a:cubicBezTo>
                                    <a:pt x="221" y="467"/>
                                    <a:pt x="221" y="468"/>
                                    <a:pt x="221" y="468"/>
                                  </a:cubicBezTo>
                                  <a:cubicBezTo>
                                    <a:pt x="221" y="468"/>
                                    <a:pt x="221" y="468"/>
                                    <a:pt x="222" y="469"/>
                                  </a:cubicBezTo>
                                  <a:cubicBezTo>
                                    <a:pt x="222" y="469"/>
                                    <a:pt x="222" y="469"/>
                                    <a:pt x="222" y="469"/>
                                  </a:cubicBezTo>
                                  <a:cubicBezTo>
                                    <a:pt x="222" y="470"/>
                                    <a:pt x="222" y="470"/>
                                    <a:pt x="222" y="470"/>
                                  </a:cubicBezTo>
                                  <a:cubicBezTo>
                                    <a:pt x="222" y="470"/>
                                    <a:pt x="222" y="471"/>
                                    <a:pt x="222" y="471"/>
                                  </a:cubicBezTo>
                                  <a:cubicBezTo>
                                    <a:pt x="222" y="471"/>
                                    <a:pt x="222" y="471"/>
                                    <a:pt x="222" y="471"/>
                                  </a:cubicBezTo>
                                  <a:cubicBezTo>
                                    <a:pt x="222" y="471"/>
                                    <a:pt x="222" y="471"/>
                                    <a:pt x="222" y="471"/>
                                  </a:cubicBezTo>
                                  <a:cubicBezTo>
                                    <a:pt x="223" y="471"/>
                                    <a:pt x="223" y="471"/>
                                    <a:pt x="223" y="470"/>
                                  </a:cubicBezTo>
                                  <a:cubicBezTo>
                                    <a:pt x="223" y="471"/>
                                    <a:pt x="224" y="472"/>
                                    <a:pt x="224" y="473"/>
                                  </a:cubicBezTo>
                                  <a:cubicBezTo>
                                    <a:pt x="224" y="473"/>
                                    <a:pt x="225" y="474"/>
                                    <a:pt x="225" y="474"/>
                                  </a:cubicBezTo>
                                  <a:cubicBezTo>
                                    <a:pt x="226" y="475"/>
                                    <a:pt x="226" y="476"/>
                                    <a:pt x="227" y="476"/>
                                  </a:cubicBezTo>
                                  <a:cubicBezTo>
                                    <a:pt x="227" y="476"/>
                                    <a:pt x="227" y="476"/>
                                    <a:pt x="227" y="476"/>
                                  </a:cubicBezTo>
                                  <a:cubicBezTo>
                                    <a:pt x="227" y="475"/>
                                    <a:pt x="226" y="475"/>
                                    <a:pt x="227" y="475"/>
                                  </a:cubicBezTo>
                                  <a:cubicBezTo>
                                    <a:pt x="227" y="475"/>
                                    <a:pt x="227" y="475"/>
                                    <a:pt x="227" y="475"/>
                                  </a:cubicBezTo>
                                  <a:cubicBezTo>
                                    <a:pt x="227" y="475"/>
                                    <a:pt x="227" y="475"/>
                                    <a:pt x="226" y="475"/>
                                  </a:cubicBezTo>
                                  <a:cubicBezTo>
                                    <a:pt x="226" y="475"/>
                                    <a:pt x="226" y="475"/>
                                    <a:pt x="226" y="474"/>
                                  </a:cubicBezTo>
                                  <a:cubicBezTo>
                                    <a:pt x="226" y="474"/>
                                    <a:pt x="226" y="474"/>
                                    <a:pt x="225" y="473"/>
                                  </a:cubicBezTo>
                                  <a:cubicBezTo>
                                    <a:pt x="225" y="473"/>
                                    <a:pt x="225" y="473"/>
                                    <a:pt x="225" y="473"/>
                                  </a:cubicBezTo>
                                  <a:cubicBezTo>
                                    <a:pt x="225" y="472"/>
                                    <a:pt x="225" y="472"/>
                                    <a:pt x="225" y="472"/>
                                  </a:cubicBezTo>
                                  <a:cubicBezTo>
                                    <a:pt x="225" y="472"/>
                                    <a:pt x="225" y="472"/>
                                    <a:pt x="225" y="472"/>
                                  </a:cubicBezTo>
                                  <a:cubicBezTo>
                                    <a:pt x="225" y="472"/>
                                    <a:pt x="225" y="471"/>
                                    <a:pt x="225" y="471"/>
                                  </a:cubicBezTo>
                                  <a:cubicBezTo>
                                    <a:pt x="225" y="471"/>
                                    <a:pt x="225" y="471"/>
                                    <a:pt x="225" y="471"/>
                                  </a:cubicBezTo>
                                  <a:cubicBezTo>
                                    <a:pt x="225" y="471"/>
                                    <a:pt x="225" y="471"/>
                                    <a:pt x="224" y="471"/>
                                  </a:cubicBezTo>
                                  <a:cubicBezTo>
                                    <a:pt x="224" y="471"/>
                                    <a:pt x="224" y="471"/>
                                    <a:pt x="223" y="470"/>
                                  </a:cubicBezTo>
                                  <a:cubicBezTo>
                                    <a:pt x="223" y="470"/>
                                    <a:pt x="223" y="470"/>
                                    <a:pt x="223" y="470"/>
                                  </a:cubicBezTo>
                                  <a:cubicBezTo>
                                    <a:pt x="223" y="470"/>
                                    <a:pt x="223" y="470"/>
                                    <a:pt x="223" y="470"/>
                                  </a:cubicBezTo>
                                  <a:cubicBezTo>
                                    <a:pt x="224" y="469"/>
                                    <a:pt x="224" y="469"/>
                                    <a:pt x="223" y="468"/>
                                  </a:cubicBezTo>
                                  <a:cubicBezTo>
                                    <a:pt x="223" y="468"/>
                                    <a:pt x="223" y="468"/>
                                    <a:pt x="223" y="468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8"/>
                                    <a:pt x="224" y="468"/>
                                    <a:pt x="224" y="468"/>
                                  </a:cubicBezTo>
                                  <a:cubicBezTo>
                                    <a:pt x="225" y="468"/>
                                    <a:pt x="225" y="467"/>
                                    <a:pt x="225" y="467"/>
                                  </a:cubicBezTo>
                                  <a:cubicBezTo>
                                    <a:pt x="225" y="467"/>
                                    <a:pt x="226" y="467"/>
                                    <a:pt x="226" y="467"/>
                                  </a:cubicBezTo>
                                  <a:cubicBezTo>
                                    <a:pt x="226" y="467"/>
                                    <a:pt x="225" y="467"/>
                                    <a:pt x="225" y="467"/>
                                  </a:cubicBezTo>
                                  <a:cubicBezTo>
                                    <a:pt x="225" y="466"/>
                                    <a:pt x="225" y="466"/>
                                    <a:pt x="225" y="466"/>
                                  </a:cubicBezTo>
                                  <a:cubicBezTo>
                                    <a:pt x="226" y="466"/>
                                    <a:pt x="226" y="466"/>
                                    <a:pt x="226" y="466"/>
                                  </a:cubicBezTo>
                                  <a:cubicBezTo>
                                    <a:pt x="226" y="467"/>
                                    <a:pt x="226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6"/>
                                    <a:pt x="226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4"/>
                                    <a:pt x="226" y="464"/>
                                    <a:pt x="226" y="464"/>
                                  </a:cubicBezTo>
                                  <a:cubicBezTo>
                                    <a:pt x="226" y="464"/>
                                    <a:pt x="226" y="464"/>
                                    <a:pt x="226" y="463"/>
                                  </a:cubicBezTo>
                                  <a:cubicBezTo>
                                    <a:pt x="226" y="463"/>
                                    <a:pt x="226" y="463"/>
                                    <a:pt x="226" y="463"/>
                                  </a:cubicBezTo>
                                  <a:cubicBezTo>
                                    <a:pt x="226" y="463"/>
                                    <a:pt x="226" y="463"/>
                                    <a:pt x="226" y="463"/>
                                  </a:cubicBezTo>
                                  <a:cubicBezTo>
                                    <a:pt x="225" y="463"/>
                                    <a:pt x="225" y="462"/>
                                    <a:pt x="224" y="461"/>
                                  </a:cubicBezTo>
                                  <a:cubicBezTo>
                                    <a:pt x="224" y="461"/>
                                    <a:pt x="224" y="461"/>
                                    <a:pt x="224" y="461"/>
                                  </a:cubicBezTo>
                                  <a:cubicBezTo>
                                    <a:pt x="224" y="460"/>
                                    <a:pt x="224" y="459"/>
                                    <a:pt x="224" y="458"/>
                                  </a:cubicBezTo>
                                  <a:cubicBezTo>
                                    <a:pt x="224" y="458"/>
                                    <a:pt x="224" y="458"/>
                                    <a:pt x="224" y="457"/>
                                  </a:cubicBezTo>
                                  <a:cubicBezTo>
                                    <a:pt x="224" y="457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5"/>
                                    <a:pt x="223" y="455"/>
                                  </a:cubicBezTo>
                                  <a:cubicBezTo>
                                    <a:pt x="223" y="455"/>
                                    <a:pt x="223" y="454"/>
                                    <a:pt x="223" y="454"/>
                                  </a:cubicBezTo>
                                  <a:cubicBezTo>
                                    <a:pt x="223" y="454"/>
                                    <a:pt x="223" y="454"/>
                                    <a:pt x="223" y="454"/>
                                  </a:cubicBezTo>
                                  <a:cubicBezTo>
                                    <a:pt x="223" y="454"/>
                                    <a:pt x="222" y="454"/>
                                    <a:pt x="222" y="454"/>
                                  </a:cubicBezTo>
                                  <a:cubicBezTo>
                                    <a:pt x="222" y="453"/>
                                    <a:pt x="222" y="453"/>
                                    <a:pt x="221" y="453"/>
                                  </a:cubicBezTo>
                                  <a:cubicBezTo>
                                    <a:pt x="221" y="452"/>
                                    <a:pt x="221" y="452"/>
                                    <a:pt x="221" y="452"/>
                                  </a:cubicBezTo>
                                  <a:cubicBezTo>
                                    <a:pt x="221" y="452"/>
                                    <a:pt x="221" y="452"/>
                                    <a:pt x="222" y="452"/>
                                  </a:cubicBezTo>
                                  <a:cubicBezTo>
                                    <a:pt x="222" y="451"/>
                                    <a:pt x="222" y="450"/>
                                    <a:pt x="223" y="450"/>
                                  </a:cubicBezTo>
                                  <a:cubicBezTo>
                                    <a:pt x="223" y="450"/>
                                    <a:pt x="224" y="450"/>
                                    <a:pt x="224" y="449"/>
                                  </a:cubicBezTo>
                                  <a:cubicBezTo>
                                    <a:pt x="224" y="449"/>
                                    <a:pt x="224" y="449"/>
                                    <a:pt x="224" y="449"/>
                                  </a:cubicBezTo>
                                  <a:cubicBezTo>
                                    <a:pt x="224" y="449"/>
                                    <a:pt x="223" y="449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2" y="448"/>
                                  </a:cubicBezTo>
                                  <a:cubicBezTo>
                                    <a:pt x="222" y="447"/>
                                    <a:pt x="222" y="447"/>
                                    <a:pt x="222" y="447"/>
                                  </a:cubicBezTo>
                                  <a:cubicBezTo>
                                    <a:pt x="222" y="447"/>
                                    <a:pt x="222" y="447"/>
                                    <a:pt x="222" y="447"/>
                                  </a:cubicBezTo>
                                  <a:cubicBezTo>
                                    <a:pt x="223" y="446"/>
                                    <a:pt x="223" y="446"/>
                                    <a:pt x="223" y="446"/>
                                  </a:cubicBezTo>
                                  <a:cubicBezTo>
                                    <a:pt x="223" y="446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4" y="447"/>
                                    <a:pt x="224" y="447"/>
                                    <a:pt x="225" y="447"/>
                                  </a:cubicBezTo>
                                  <a:cubicBezTo>
                                    <a:pt x="225" y="447"/>
                                    <a:pt x="225" y="447"/>
                                    <a:pt x="225" y="447"/>
                                  </a:cubicBezTo>
                                  <a:cubicBezTo>
                                    <a:pt x="225" y="447"/>
                                    <a:pt x="225" y="447"/>
                                    <a:pt x="225" y="447"/>
                                  </a:cubicBezTo>
                                  <a:cubicBezTo>
                                    <a:pt x="226" y="447"/>
                                    <a:pt x="226" y="447"/>
                                    <a:pt x="226" y="447"/>
                                  </a:cubicBezTo>
                                  <a:cubicBezTo>
                                    <a:pt x="227" y="446"/>
                                    <a:pt x="227" y="446"/>
                                    <a:pt x="228" y="446"/>
                                  </a:cubicBezTo>
                                  <a:cubicBezTo>
                                    <a:pt x="228" y="446"/>
                                    <a:pt x="229" y="446"/>
                                    <a:pt x="229" y="446"/>
                                  </a:cubicBezTo>
                                  <a:cubicBezTo>
                                    <a:pt x="230" y="446"/>
                                    <a:pt x="230" y="446"/>
                                    <a:pt x="230" y="446"/>
                                  </a:cubicBezTo>
                                  <a:cubicBezTo>
                                    <a:pt x="230" y="446"/>
                                    <a:pt x="230" y="446"/>
                                    <a:pt x="230" y="445"/>
                                  </a:cubicBezTo>
                                  <a:cubicBezTo>
                                    <a:pt x="230" y="445"/>
                                    <a:pt x="230" y="445"/>
                                    <a:pt x="230" y="445"/>
                                  </a:cubicBezTo>
                                  <a:cubicBezTo>
                                    <a:pt x="230" y="445"/>
                                    <a:pt x="230" y="445"/>
                                    <a:pt x="230" y="444"/>
                                  </a:cubicBezTo>
                                  <a:cubicBezTo>
                                    <a:pt x="230" y="444"/>
                                    <a:pt x="230" y="444"/>
                                    <a:pt x="230" y="444"/>
                                  </a:cubicBezTo>
                                  <a:cubicBezTo>
                                    <a:pt x="230" y="444"/>
                                    <a:pt x="230" y="444"/>
                                    <a:pt x="230" y="444"/>
                                  </a:cubicBezTo>
                                  <a:cubicBezTo>
                                    <a:pt x="230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5"/>
                                  </a:cubicBezTo>
                                  <a:cubicBezTo>
                                    <a:pt x="232" y="445"/>
                                    <a:pt x="232" y="445"/>
                                    <a:pt x="232" y="445"/>
                                  </a:cubicBezTo>
                                  <a:cubicBezTo>
                                    <a:pt x="232" y="445"/>
                                    <a:pt x="232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4"/>
                                    <a:pt x="233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2"/>
                                    <a:pt x="232" y="442"/>
                                    <a:pt x="232" y="442"/>
                                  </a:cubicBezTo>
                                  <a:cubicBezTo>
                                    <a:pt x="232" y="442"/>
                                    <a:pt x="232" y="442"/>
                                    <a:pt x="232" y="442"/>
                                  </a:cubicBezTo>
                                  <a:cubicBezTo>
                                    <a:pt x="233" y="442"/>
                                    <a:pt x="233" y="442"/>
                                    <a:pt x="233" y="441"/>
                                  </a:cubicBezTo>
                                  <a:cubicBezTo>
                                    <a:pt x="233" y="441"/>
                                    <a:pt x="233" y="441"/>
                                    <a:pt x="233" y="441"/>
                                  </a:cubicBezTo>
                                  <a:cubicBezTo>
                                    <a:pt x="234" y="441"/>
                                    <a:pt x="233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7" y="440"/>
                                  </a:cubicBezTo>
                                  <a:cubicBezTo>
                                    <a:pt x="237" y="440"/>
                                    <a:pt x="237" y="440"/>
                                    <a:pt x="237" y="440"/>
                                  </a:cubicBezTo>
                                  <a:cubicBezTo>
                                    <a:pt x="237" y="439"/>
                                    <a:pt x="237" y="439"/>
                                    <a:pt x="237" y="438"/>
                                  </a:cubicBezTo>
                                  <a:cubicBezTo>
                                    <a:pt x="237" y="438"/>
                                    <a:pt x="237" y="438"/>
                                    <a:pt x="236" y="438"/>
                                  </a:cubicBezTo>
                                  <a:cubicBezTo>
                                    <a:pt x="236" y="438"/>
                                    <a:pt x="236" y="438"/>
                                    <a:pt x="236" y="438"/>
                                  </a:cubicBezTo>
                                  <a:cubicBezTo>
                                    <a:pt x="236" y="438"/>
                                    <a:pt x="236" y="438"/>
                                    <a:pt x="236" y="438"/>
                                  </a:cubicBezTo>
                                  <a:cubicBezTo>
                                    <a:pt x="237" y="438"/>
                                    <a:pt x="237" y="438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6" y="437"/>
                                    <a:pt x="235" y="437"/>
                                    <a:pt x="235" y="437"/>
                                  </a:cubicBezTo>
                                  <a:cubicBezTo>
                                    <a:pt x="235" y="437"/>
                                    <a:pt x="235" y="437"/>
                                    <a:pt x="235" y="437"/>
                                  </a:cubicBezTo>
                                  <a:cubicBezTo>
                                    <a:pt x="234" y="437"/>
                                    <a:pt x="234" y="437"/>
                                    <a:pt x="234" y="437"/>
                                  </a:cubicBezTo>
                                  <a:cubicBezTo>
                                    <a:pt x="234" y="437"/>
                                    <a:pt x="234" y="437"/>
                                    <a:pt x="234" y="437"/>
                                  </a:cubicBezTo>
                                  <a:cubicBezTo>
                                    <a:pt x="234" y="437"/>
                                    <a:pt x="234" y="438"/>
                                    <a:pt x="233" y="438"/>
                                  </a:cubicBezTo>
                                  <a:cubicBezTo>
                                    <a:pt x="233" y="438"/>
                                    <a:pt x="233" y="438"/>
                                    <a:pt x="233" y="438"/>
                                  </a:cubicBezTo>
                                  <a:cubicBezTo>
                                    <a:pt x="233" y="438"/>
                                    <a:pt x="233" y="438"/>
                                    <a:pt x="233" y="438"/>
                                  </a:cubicBezTo>
                                  <a:cubicBezTo>
                                    <a:pt x="233" y="438"/>
                                    <a:pt x="232" y="438"/>
                                    <a:pt x="232" y="438"/>
                                  </a:cubicBezTo>
                                  <a:cubicBezTo>
                                    <a:pt x="232" y="438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2" y="439"/>
                                    <a:pt x="232" y="439"/>
                                  </a:cubicBezTo>
                                  <a:cubicBezTo>
                                    <a:pt x="232" y="439"/>
                                    <a:pt x="232" y="440"/>
                                    <a:pt x="232" y="440"/>
                                  </a:cubicBezTo>
                                  <a:cubicBezTo>
                                    <a:pt x="231" y="440"/>
                                    <a:pt x="231" y="440"/>
                                    <a:pt x="231" y="440"/>
                                  </a:cubicBezTo>
                                  <a:cubicBezTo>
                                    <a:pt x="231" y="440"/>
                                    <a:pt x="231" y="440"/>
                                    <a:pt x="231" y="440"/>
                                  </a:cubicBezTo>
                                  <a:cubicBezTo>
                                    <a:pt x="231" y="440"/>
                                    <a:pt x="231" y="441"/>
                                    <a:pt x="231" y="441"/>
                                  </a:cubicBezTo>
                                  <a:cubicBezTo>
                                    <a:pt x="232" y="441"/>
                                    <a:pt x="232" y="441"/>
                                    <a:pt x="232" y="441"/>
                                  </a:cubicBezTo>
                                  <a:cubicBezTo>
                                    <a:pt x="232" y="441"/>
                                    <a:pt x="232" y="441"/>
                                    <a:pt x="232" y="441"/>
                                  </a:cubicBezTo>
                                  <a:cubicBezTo>
                                    <a:pt x="232" y="441"/>
                                    <a:pt x="232" y="441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0" y="441"/>
                                    <a:pt x="230" y="441"/>
                                  </a:cubicBezTo>
                                  <a:cubicBezTo>
                                    <a:pt x="230" y="441"/>
                                    <a:pt x="230" y="440"/>
                                    <a:pt x="230" y="440"/>
                                  </a:cubicBezTo>
                                  <a:cubicBezTo>
                                    <a:pt x="229" y="440"/>
                                    <a:pt x="229" y="441"/>
                                    <a:pt x="229" y="441"/>
                                  </a:cubicBezTo>
                                  <a:cubicBezTo>
                                    <a:pt x="229" y="441"/>
                                    <a:pt x="229" y="441"/>
                                    <a:pt x="229" y="441"/>
                                  </a:cubicBezTo>
                                  <a:cubicBezTo>
                                    <a:pt x="229" y="442"/>
                                    <a:pt x="229" y="442"/>
                                    <a:pt x="229" y="442"/>
                                  </a:cubicBezTo>
                                  <a:cubicBezTo>
                                    <a:pt x="229" y="442"/>
                                    <a:pt x="228" y="442"/>
                                    <a:pt x="228" y="442"/>
                                  </a:cubicBezTo>
                                  <a:cubicBezTo>
                                    <a:pt x="229" y="442"/>
                                    <a:pt x="229" y="443"/>
                                    <a:pt x="229" y="443"/>
                                  </a:cubicBezTo>
                                  <a:cubicBezTo>
                                    <a:pt x="228" y="443"/>
                                    <a:pt x="228" y="443"/>
                                    <a:pt x="228" y="443"/>
                                  </a:cubicBezTo>
                                  <a:cubicBezTo>
                                    <a:pt x="228" y="443"/>
                                    <a:pt x="228" y="443"/>
                                    <a:pt x="228" y="443"/>
                                  </a:cubicBezTo>
                                  <a:cubicBezTo>
                                    <a:pt x="228" y="442"/>
                                    <a:pt x="228" y="442"/>
                                    <a:pt x="228" y="442"/>
                                  </a:cubicBezTo>
                                  <a:cubicBezTo>
                                    <a:pt x="228" y="442"/>
                                    <a:pt x="227" y="442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2"/>
                                    <a:pt x="226" y="442"/>
                                  </a:cubicBezTo>
                                  <a:cubicBezTo>
                                    <a:pt x="226" y="442"/>
                                    <a:pt x="225" y="442"/>
                                    <a:pt x="225" y="442"/>
                                  </a:cubicBezTo>
                                  <a:cubicBezTo>
                                    <a:pt x="225" y="442"/>
                                    <a:pt x="225" y="442"/>
                                    <a:pt x="225" y="442"/>
                                  </a:cubicBezTo>
                                  <a:cubicBezTo>
                                    <a:pt x="224" y="442"/>
                                    <a:pt x="224" y="442"/>
                                    <a:pt x="224" y="442"/>
                                  </a:cubicBezTo>
                                  <a:cubicBezTo>
                                    <a:pt x="224" y="442"/>
                                    <a:pt x="223" y="442"/>
                                    <a:pt x="223" y="442"/>
                                  </a:cubicBezTo>
                                  <a:cubicBezTo>
                                    <a:pt x="223" y="442"/>
                                    <a:pt x="223" y="442"/>
                                    <a:pt x="223" y="441"/>
                                  </a:cubicBezTo>
                                  <a:cubicBezTo>
                                    <a:pt x="223" y="441"/>
                                    <a:pt x="224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2"/>
                                  </a:cubicBezTo>
                                  <a:cubicBezTo>
                                    <a:pt x="223" y="442"/>
                                    <a:pt x="222" y="442"/>
                                    <a:pt x="222" y="442"/>
                                  </a:cubicBezTo>
                                  <a:cubicBezTo>
                                    <a:pt x="222" y="442"/>
                                    <a:pt x="222" y="443"/>
                                    <a:pt x="222" y="443"/>
                                  </a:cubicBezTo>
                                  <a:cubicBezTo>
                                    <a:pt x="222" y="443"/>
                                    <a:pt x="222" y="443"/>
                                    <a:pt x="222" y="443"/>
                                  </a:cubicBezTo>
                                  <a:cubicBezTo>
                                    <a:pt x="223" y="444"/>
                                    <a:pt x="223" y="444"/>
                                    <a:pt x="223" y="444"/>
                                  </a:cubicBezTo>
                                  <a:cubicBezTo>
                                    <a:pt x="223" y="444"/>
                                    <a:pt x="223" y="444"/>
                                    <a:pt x="223" y="444"/>
                                  </a:cubicBezTo>
                                  <a:cubicBezTo>
                                    <a:pt x="223" y="445"/>
                                    <a:pt x="224" y="444"/>
                                    <a:pt x="224" y="445"/>
                                  </a:cubicBezTo>
                                  <a:cubicBezTo>
                                    <a:pt x="224" y="445"/>
                                    <a:pt x="223" y="445"/>
                                    <a:pt x="223" y="445"/>
                                  </a:cubicBezTo>
                                  <a:cubicBezTo>
                                    <a:pt x="223" y="445"/>
                                    <a:pt x="222" y="445"/>
                                    <a:pt x="222" y="445"/>
                                  </a:cubicBezTo>
                                  <a:cubicBezTo>
                                    <a:pt x="222" y="446"/>
                                    <a:pt x="222" y="445"/>
                                    <a:pt x="221" y="445"/>
                                  </a:cubicBezTo>
                                  <a:cubicBezTo>
                                    <a:pt x="221" y="445"/>
                                    <a:pt x="221" y="445"/>
                                    <a:pt x="221" y="445"/>
                                  </a:cubicBezTo>
                                  <a:cubicBezTo>
                                    <a:pt x="221" y="445"/>
                                    <a:pt x="221" y="445"/>
                                    <a:pt x="221" y="445"/>
                                  </a:cubicBezTo>
                                  <a:cubicBezTo>
                                    <a:pt x="221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6"/>
                                    <a:pt x="220" y="446"/>
                                    <a:pt x="219" y="446"/>
                                  </a:cubicBezTo>
                                  <a:cubicBezTo>
                                    <a:pt x="219" y="446"/>
                                    <a:pt x="219" y="446"/>
                                    <a:pt x="219" y="445"/>
                                  </a:cubicBezTo>
                                  <a:cubicBezTo>
                                    <a:pt x="219" y="445"/>
                                    <a:pt x="219" y="445"/>
                                    <a:pt x="219" y="445"/>
                                  </a:cubicBezTo>
                                  <a:cubicBezTo>
                                    <a:pt x="219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3"/>
                                    <a:pt x="219" y="443"/>
                                    <a:pt x="219" y="443"/>
                                  </a:cubicBezTo>
                                  <a:cubicBezTo>
                                    <a:pt x="219" y="443"/>
                                    <a:pt x="219" y="443"/>
                                    <a:pt x="219" y="443"/>
                                  </a:cubicBezTo>
                                  <a:cubicBezTo>
                                    <a:pt x="218" y="443"/>
                                    <a:pt x="218" y="443"/>
                                    <a:pt x="218" y="443"/>
                                  </a:cubicBezTo>
                                  <a:cubicBezTo>
                                    <a:pt x="218" y="443"/>
                                    <a:pt x="218" y="443"/>
                                    <a:pt x="217" y="443"/>
                                  </a:cubicBezTo>
                                  <a:cubicBezTo>
                                    <a:pt x="217" y="443"/>
                                    <a:pt x="217" y="443"/>
                                    <a:pt x="217" y="443"/>
                                  </a:cubicBezTo>
                                  <a:cubicBezTo>
                                    <a:pt x="217" y="444"/>
                                    <a:pt x="217" y="444"/>
                                    <a:pt x="217" y="444"/>
                                  </a:cubicBezTo>
                                  <a:cubicBezTo>
                                    <a:pt x="217" y="444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7" y="443"/>
                                    <a:pt x="217" y="443"/>
                                    <a:pt x="217" y="442"/>
                                  </a:cubicBezTo>
                                  <a:cubicBezTo>
                                    <a:pt x="217" y="442"/>
                                    <a:pt x="217" y="442"/>
                                    <a:pt x="217" y="442"/>
                                  </a:cubicBezTo>
                                  <a:cubicBezTo>
                                    <a:pt x="217" y="441"/>
                                    <a:pt x="217" y="441"/>
                                    <a:pt x="217" y="441"/>
                                  </a:cubicBezTo>
                                  <a:cubicBezTo>
                                    <a:pt x="217" y="441"/>
                                    <a:pt x="218" y="440"/>
                                    <a:pt x="218" y="440"/>
                                  </a:cubicBezTo>
                                  <a:cubicBezTo>
                                    <a:pt x="218" y="440"/>
                                    <a:pt x="218" y="439"/>
                                    <a:pt x="218" y="439"/>
                                  </a:cubicBezTo>
                                  <a:cubicBezTo>
                                    <a:pt x="219" y="438"/>
                                    <a:pt x="219" y="438"/>
                                    <a:pt x="219" y="437"/>
                                  </a:cubicBezTo>
                                  <a:cubicBezTo>
                                    <a:pt x="219" y="437"/>
                                    <a:pt x="219" y="437"/>
                                    <a:pt x="219" y="437"/>
                                  </a:cubicBezTo>
                                  <a:cubicBezTo>
                                    <a:pt x="220" y="437"/>
                                    <a:pt x="220" y="437"/>
                                    <a:pt x="220" y="437"/>
                                  </a:cubicBezTo>
                                  <a:cubicBezTo>
                                    <a:pt x="220" y="436"/>
                                    <a:pt x="221" y="437"/>
                                    <a:pt x="221" y="436"/>
                                  </a:cubicBezTo>
                                  <a:cubicBezTo>
                                    <a:pt x="221" y="436"/>
                                    <a:pt x="222" y="436"/>
                                    <a:pt x="223" y="436"/>
                                  </a:cubicBezTo>
                                  <a:cubicBezTo>
                                    <a:pt x="223" y="436"/>
                                    <a:pt x="224" y="436"/>
                                    <a:pt x="224" y="436"/>
                                  </a:cubicBezTo>
                                  <a:cubicBezTo>
                                    <a:pt x="225" y="436"/>
                                    <a:pt x="226" y="435"/>
                                    <a:pt x="226" y="435"/>
                                  </a:cubicBezTo>
                                  <a:cubicBezTo>
                                    <a:pt x="227" y="435"/>
                                    <a:pt x="228" y="434"/>
                                    <a:pt x="229" y="434"/>
                                  </a:cubicBezTo>
                                  <a:cubicBezTo>
                                    <a:pt x="230" y="433"/>
                                    <a:pt x="230" y="433"/>
                                    <a:pt x="231" y="433"/>
                                  </a:cubicBezTo>
                                  <a:cubicBezTo>
                                    <a:pt x="232" y="432"/>
                                    <a:pt x="233" y="431"/>
                                    <a:pt x="234" y="431"/>
                                  </a:cubicBezTo>
                                  <a:cubicBezTo>
                                    <a:pt x="234" y="431"/>
                                    <a:pt x="234" y="431"/>
                                    <a:pt x="234" y="431"/>
                                  </a:cubicBezTo>
                                  <a:cubicBezTo>
                                    <a:pt x="235" y="431"/>
                                    <a:pt x="235" y="432"/>
                                    <a:pt x="235" y="432"/>
                                  </a:cubicBezTo>
                                  <a:cubicBezTo>
                                    <a:pt x="235" y="432"/>
                                    <a:pt x="236" y="432"/>
                                    <a:pt x="236" y="432"/>
                                  </a:cubicBezTo>
                                  <a:cubicBezTo>
                                    <a:pt x="236" y="432"/>
                                    <a:pt x="236" y="432"/>
                                    <a:pt x="237" y="432"/>
                                  </a:cubicBezTo>
                                  <a:cubicBezTo>
                                    <a:pt x="237" y="432"/>
                                    <a:pt x="237" y="432"/>
                                    <a:pt x="237" y="432"/>
                                  </a:cubicBezTo>
                                  <a:cubicBezTo>
                                    <a:pt x="237" y="433"/>
                                    <a:pt x="238" y="433"/>
                                    <a:pt x="238" y="434"/>
                                  </a:cubicBezTo>
                                  <a:cubicBezTo>
                                    <a:pt x="238" y="434"/>
                                    <a:pt x="238" y="434"/>
                                    <a:pt x="238" y="434"/>
                                  </a:cubicBezTo>
                                  <a:cubicBezTo>
                                    <a:pt x="238" y="434"/>
                                    <a:pt x="238" y="434"/>
                                    <a:pt x="238" y="434"/>
                                  </a:cubicBezTo>
                                  <a:cubicBezTo>
                                    <a:pt x="238" y="434"/>
                                    <a:pt x="238" y="435"/>
                                    <a:pt x="238" y="435"/>
                                  </a:cubicBezTo>
                                  <a:cubicBezTo>
                                    <a:pt x="239" y="435"/>
                                    <a:pt x="239" y="435"/>
                                    <a:pt x="239" y="435"/>
                                  </a:cubicBezTo>
                                  <a:cubicBezTo>
                                    <a:pt x="238" y="435"/>
                                    <a:pt x="238" y="435"/>
                                    <a:pt x="238" y="435"/>
                                  </a:cubicBezTo>
                                  <a:cubicBezTo>
                                    <a:pt x="238" y="435"/>
                                    <a:pt x="238" y="435"/>
                                    <a:pt x="238" y="435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7"/>
                                    <a:pt x="238" y="437"/>
                                  </a:cubicBezTo>
                                  <a:cubicBezTo>
                                    <a:pt x="238" y="437"/>
                                    <a:pt x="238" y="437"/>
                                    <a:pt x="238" y="437"/>
                                  </a:cubicBezTo>
                                  <a:cubicBezTo>
                                    <a:pt x="239" y="437"/>
                                    <a:pt x="239" y="437"/>
                                    <a:pt x="239" y="437"/>
                                  </a:cubicBezTo>
                                  <a:cubicBezTo>
                                    <a:pt x="239" y="438"/>
                                    <a:pt x="239" y="438"/>
                                    <a:pt x="239" y="438"/>
                                  </a:cubicBezTo>
                                  <a:cubicBezTo>
                                    <a:pt x="239" y="438"/>
                                    <a:pt x="239" y="438"/>
                                    <a:pt x="239" y="438"/>
                                  </a:cubicBezTo>
                                  <a:cubicBezTo>
                                    <a:pt x="239" y="438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40" y="439"/>
                                    <a:pt x="240" y="439"/>
                                  </a:cubicBezTo>
                                  <a:cubicBezTo>
                                    <a:pt x="240" y="439"/>
                                    <a:pt x="240" y="439"/>
                                    <a:pt x="240" y="439"/>
                                  </a:cubicBezTo>
                                  <a:cubicBezTo>
                                    <a:pt x="240" y="439"/>
                                    <a:pt x="240" y="439"/>
                                    <a:pt x="240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40"/>
                                    <a:pt x="239" y="440"/>
                                    <a:pt x="238" y="440"/>
                                  </a:cubicBezTo>
                                  <a:cubicBezTo>
                                    <a:pt x="238" y="440"/>
                                    <a:pt x="238" y="440"/>
                                    <a:pt x="238" y="440"/>
                                  </a:cubicBezTo>
                                  <a:cubicBezTo>
                                    <a:pt x="238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2"/>
                                  </a:cubicBezTo>
                                  <a:cubicBezTo>
                                    <a:pt x="240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2" y="442"/>
                                  </a:cubicBezTo>
                                  <a:cubicBezTo>
                                    <a:pt x="242" y="442"/>
                                    <a:pt x="242" y="442"/>
                                    <a:pt x="242" y="442"/>
                                  </a:cubicBezTo>
                                  <a:cubicBezTo>
                                    <a:pt x="242" y="442"/>
                                    <a:pt x="243" y="442"/>
                                    <a:pt x="243" y="442"/>
                                  </a:cubicBezTo>
                                  <a:cubicBezTo>
                                    <a:pt x="243" y="442"/>
                                    <a:pt x="243" y="442"/>
                                    <a:pt x="243" y="442"/>
                                  </a:cubicBezTo>
                                  <a:cubicBezTo>
                                    <a:pt x="243" y="442"/>
                                    <a:pt x="243" y="442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2" y="443"/>
                                  </a:cubicBezTo>
                                  <a:cubicBezTo>
                                    <a:pt x="242" y="443"/>
                                    <a:pt x="242" y="443"/>
                                    <a:pt x="242" y="443"/>
                                  </a:cubicBezTo>
                                  <a:cubicBezTo>
                                    <a:pt x="242" y="443"/>
                                    <a:pt x="242" y="443"/>
                                    <a:pt x="242" y="443"/>
                                  </a:cubicBezTo>
                                  <a:cubicBezTo>
                                    <a:pt x="242" y="444"/>
                                    <a:pt x="242" y="444"/>
                                    <a:pt x="242" y="444"/>
                                  </a:cubicBezTo>
                                  <a:cubicBezTo>
                                    <a:pt x="243" y="444"/>
                                    <a:pt x="243" y="444"/>
                                    <a:pt x="243" y="444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4" y="443"/>
                                    <a:pt x="244" y="443"/>
                                  </a:cubicBezTo>
                                  <a:cubicBezTo>
                                    <a:pt x="244" y="443"/>
                                    <a:pt x="244" y="443"/>
                                    <a:pt x="244" y="443"/>
                                  </a:cubicBezTo>
                                  <a:cubicBezTo>
                                    <a:pt x="244" y="443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5"/>
                                    <a:pt x="244" y="445"/>
                                    <a:pt x="244" y="445"/>
                                  </a:cubicBezTo>
                                  <a:cubicBezTo>
                                    <a:pt x="244" y="445"/>
                                    <a:pt x="245" y="445"/>
                                    <a:pt x="245" y="445"/>
                                  </a:cubicBezTo>
                                  <a:cubicBezTo>
                                    <a:pt x="245" y="445"/>
                                    <a:pt x="245" y="445"/>
                                    <a:pt x="245" y="445"/>
                                  </a:cubicBezTo>
                                  <a:cubicBezTo>
                                    <a:pt x="245" y="445"/>
                                    <a:pt x="246" y="445"/>
                                    <a:pt x="246" y="445"/>
                                  </a:cubicBezTo>
                                  <a:cubicBezTo>
                                    <a:pt x="246" y="445"/>
                                    <a:pt x="246" y="444"/>
                                    <a:pt x="246" y="445"/>
                                  </a:cubicBezTo>
                                  <a:cubicBezTo>
                                    <a:pt x="246" y="445"/>
                                    <a:pt x="246" y="445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7"/>
                                  </a:cubicBezTo>
                                  <a:cubicBezTo>
                                    <a:pt x="245" y="447"/>
                                    <a:pt x="245" y="447"/>
                                    <a:pt x="245" y="447"/>
                                  </a:cubicBezTo>
                                  <a:cubicBezTo>
                                    <a:pt x="245" y="447"/>
                                    <a:pt x="245" y="447"/>
                                    <a:pt x="245" y="447"/>
                                  </a:cubicBezTo>
                                  <a:cubicBezTo>
                                    <a:pt x="245" y="447"/>
                                    <a:pt x="245" y="448"/>
                                    <a:pt x="245" y="448"/>
                                  </a:cubicBezTo>
                                  <a:cubicBezTo>
                                    <a:pt x="246" y="448"/>
                                    <a:pt x="246" y="448"/>
                                    <a:pt x="246" y="447"/>
                                  </a:cubicBezTo>
                                  <a:cubicBezTo>
                                    <a:pt x="246" y="447"/>
                                    <a:pt x="246" y="447"/>
                                    <a:pt x="246" y="447"/>
                                  </a:cubicBezTo>
                                  <a:cubicBezTo>
                                    <a:pt x="246" y="447"/>
                                    <a:pt x="246" y="447"/>
                                    <a:pt x="246" y="447"/>
                                  </a:cubicBezTo>
                                  <a:cubicBezTo>
                                    <a:pt x="247" y="447"/>
                                    <a:pt x="247" y="447"/>
                                    <a:pt x="247" y="448"/>
                                  </a:cubicBezTo>
                                  <a:cubicBezTo>
                                    <a:pt x="247" y="448"/>
                                    <a:pt x="247" y="448"/>
                                    <a:pt x="247" y="448"/>
                                  </a:cubicBezTo>
                                  <a:cubicBezTo>
                                    <a:pt x="247" y="448"/>
                                    <a:pt x="248" y="448"/>
                                    <a:pt x="248" y="448"/>
                                  </a:cubicBezTo>
                                  <a:cubicBezTo>
                                    <a:pt x="248" y="448"/>
                                    <a:pt x="248" y="448"/>
                                    <a:pt x="248" y="447"/>
                                  </a:cubicBezTo>
                                  <a:cubicBezTo>
                                    <a:pt x="248" y="447"/>
                                    <a:pt x="248" y="447"/>
                                    <a:pt x="249" y="447"/>
                                  </a:cubicBezTo>
                                  <a:cubicBezTo>
                                    <a:pt x="249" y="447"/>
                                    <a:pt x="249" y="447"/>
                                    <a:pt x="249" y="447"/>
                                  </a:cubicBezTo>
                                  <a:cubicBezTo>
                                    <a:pt x="250" y="448"/>
                                    <a:pt x="250" y="447"/>
                                    <a:pt x="250" y="447"/>
                                  </a:cubicBezTo>
                                  <a:cubicBezTo>
                                    <a:pt x="250" y="447"/>
                                    <a:pt x="250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2" y="447"/>
                                  </a:cubicBezTo>
                                  <a:cubicBezTo>
                                    <a:pt x="252" y="447"/>
                                    <a:pt x="252" y="447"/>
                                    <a:pt x="252" y="447"/>
                                  </a:cubicBezTo>
                                  <a:cubicBezTo>
                                    <a:pt x="252" y="447"/>
                                    <a:pt x="252" y="447"/>
                                    <a:pt x="252" y="447"/>
                                  </a:cubicBezTo>
                                  <a:cubicBezTo>
                                    <a:pt x="251" y="446"/>
                                    <a:pt x="251" y="446"/>
                                    <a:pt x="251" y="446"/>
                                  </a:cubicBezTo>
                                  <a:cubicBezTo>
                                    <a:pt x="252" y="446"/>
                                    <a:pt x="252" y="446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3" y="446"/>
                                    <a:pt x="253" y="446"/>
                                  </a:cubicBezTo>
                                  <a:cubicBezTo>
                                    <a:pt x="253" y="446"/>
                                    <a:pt x="253" y="446"/>
                                    <a:pt x="253" y="446"/>
                                  </a:cubicBezTo>
                                  <a:cubicBezTo>
                                    <a:pt x="253" y="446"/>
                                    <a:pt x="253" y="447"/>
                                    <a:pt x="253" y="447"/>
                                  </a:cubicBezTo>
                                  <a:cubicBezTo>
                                    <a:pt x="253" y="447"/>
                                    <a:pt x="253" y="447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4" y="449"/>
                                    <a:pt x="254" y="449"/>
                                    <a:pt x="254" y="449"/>
                                  </a:cubicBezTo>
                                  <a:cubicBezTo>
                                    <a:pt x="254" y="449"/>
                                    <a:pt x="254" y="449"/>
                                    <a:pt x="254" y="449"/>
                                  </a:cubicBezTo>
                                  <a:cubicBezTo>
                                    <a:pt x="254" y="449"/>
                                    <a:pt x="254" y="449"/>
                                    <a:pt x="255" y="449"/>
                                  </a:cubicBezTo>
                                  <a:cubicBezTo>
                                    <a:pt x="255" y="450"/>
                                    <a:pt x="255" y="450"/>
                                    <a:pt x="255" y="450"/>
                                  </a:cubicBezTo>
                                  <a:cubicBezTo>
                                    <a:pt x="255" y="450"/>
                                    <a:pt x="255" y="450"/>
                                    <a:pt x="256" y="450"/>
                                  </a:cubicBezTo>
                                  <a:cubicBezTo>
                                    <a:pt x="256" y="450"/>
                                    <a:pt x="256" y="450"/>
                                    <a:pt x="256" y="450"/>
                                  </a:cubicBezTo>
                                  <a:cubicBezTo>
                                    <a:pt x="256" y="450"/>
                                    <a:pt x="256" y="450"/>
                                    <a:pt x="256" y="450"/>
                                  </a:cubicBezTo>
                                  <a:cubicBezTo>
                                    <a:pt x="256" y="451"/>
                                    <a:pt x="256" y="451"/>
                                    <a:pt x="256" y="451"/>
                                  </a:cubicBezTo>
                                  <a:cubicBezTo>
                                    <a:pt x="256" y="451"/>
                                    <a:pt x="256" y="451"/>
                                    <a:pt x="257" y="451"/>
                                  </a:cubicBezTo>
                                  <a:cubicBezTo>
                                    <a:pt x="257" y="451"/>
                                    <a:pt x="257" y="451"/>
                                    <a:pt x="257" y="452"/>
                                  </a:cubicBezTo>
                                  <a:cubicBezTo>
                                    <a:pt x="257" y="452"/>
                                    <a:pt x="258" y="452"/>
                                    <a:pt x="258" y="452"/>
                                  </a:cubicBezTo>
                                  <a:cubicBezTo>
                                    <a:pt x="258" y="452"/>
                                    <a:pt x="258" y="452"/>
                                    <a:pt x="258" y="452"/>
                                  </a:cubicBezTo>
                                  <a:cubicBezTo>
                                    <a:pt x="259" y="452"/>
                                    <a:pt x="259" y="452"/>
                                    <a:pt x="259" y="452"/>
                                  </a:cubicBezTo>
                                  <a:cubicBezTo>
                                    <a:pt x="259" y="452"/>
                                    <a:pt x="259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2"/>
                                  </a:cubicBezTo>
                                  <a:cubicBezTo>
                                    <a:pt x="261" y="452"/>
                                    <a:pt x="261" y="452"/>
                                    <a:pt x="261" y="452"/>
                                  </a:cubicBezTo>
                                  <a:cubicBezTo>
                                    <a:pt x="261" y="452"/>
                                    <a:pt x="261" y="452"/>
                                    <a:pt x="261" y="453"/>
                                  </a:cubicBezTo>
                                  <a:cubicBezTo>
                                    <a:pt x="261" y="453"/>
                                    <a:pt x="261" y="453"/>
                                    <a:pt x="261" y="453"/>
                                  </a:cubicBezTo>
                                  <a:cubicBezTo>
                                    <a:pt x="262" y="453"/>
                                    <a:pt x="262" y="453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3"/>
                                  </a:cubicBezTo>
                                  <a:cubicBezTo>
                                    <a:pt x="262" y="453"/>
                                    <a:pt x="263" y="453"/>
                                    <a:pt x="263" y="453"/>
                                  </a:cubicBezTo>
                                  <a:cubicBezTo>
                                    <a:pt x="263" y="453"/>
                                    <a:pt x="263" y="452"/>
                                    <a:pt x="263" y="452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5" y="454"/>
                                    <a:pt x="265" y="454"/>
                                    <a:pt x="265" y="453"/>
                                  </a:cubicBezTo>
                                  <a:cubicBezTo>
                                    <a:pt x="265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7" y="453"/>
                                    <a:pt x="267" y="453"/>
                                  </a:cubicBezTo>
                                  <a:cubicBezTo>
                                    <a:pt x="267" y="452"/>
                                    <a:pt x="267" y="452"/>
                                    <a:pt x="267" y="452"/>
                                  </a:cubicBezTo>
                                  <a:cubicBezTo>
                                    <a:pt x="267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9" y="452"/>
                                    <a:pt x="269" y="452"/>
                                    <a:pt x="269" y="452"/>
                                  </a:cubicBezTo>
                                  <a:cubicBezTo>
                                    <a:pt x="269" y="452"/>
                                    <a:pt x="269" y="452"/>
                                    <a:pt x="269" y="452"/>
                                  </a:cubicBezTo>
                                  <a:cubicBezTo>
                                    <a:pt x="269" y="451"/>
                                    <a:pt x="270" y="451"/>
                                    <a:pt x="270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2"/>
                                  </a:cubicBezTo>
                                  <a:cubicBezTo>
                                    <a:pt x="271" y="452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3" y="451"/>
                                  </a:cubicBezTo>
                                  <a:cubicBezTo>
                                    <a:pt x="273" y="451"/>
                                    <a:pt x="273" y="451"/>
                                    <a:pt x="273" y="451"/>
                                  </a:cubicBezTo>
                                  <a:cubicBezTo>
                                    <a:pt x="273" y="451"/>
                                    <a:pt x="273" y="451"/>
                                    <a:pt x="273" y="451"/>
                                  </a:cubicBezTo>
                                  <a:cubicBezTo>
                                    <a:pt x="273" y="450"/>
                                    <a:pt x="273" y="450"/>
                                    <a:pt x="274" y="450"/>
                                  </a:cubicBezTo>
                                  <a:cubicBezTo>
                                    <a:pt x="274" y="450"/>
                                    <a:pt x="274" y="451"/>
                                    <a:pt x="274" y="451"/>
                                  </a:cubicBezTo>
                                  <a:cubicBezTo>
                                    <a:pt x="275" y="451"/>
                                    <a:pt x="275" y="451"/>
                                    <a:pt x="275" y="451"/>
                                  </a:cubicBezTo>
                                  <a:cubicBezTo>
                                    <a:pt x="275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7" y="451"/>
                                    <a:pt x="277" y="451"/>
                                    <a:pt x="277" y="451"/>
                                  </a:cubicBezTo>
                                  <a:cubicBezTo>
                                    <a:pt x="277" y="451"/>
                                    <a:pt x="277" y="451"/>
                                    <a:pt x="278" y="451"/>
                                  </a:cubicBezTo>
                                  <a:cubicBezTo>
                                    <a:pt x="278" y="451"/>
                                    <a:pt x="278" y="451"/>
                                    <a:pt x="278" y="451"/>
                                  </a:cubicBezTo>
                                  <a:cubicBezTo>
                                    <a:pt x="278" y="451"/>
                                    <a:pt x="278" y="451"/>
                                    <a:pt x="278" y="451"/>
                                  </a:cubicBezTo>
                                  <a:cubicBezTo>
                                    <a:pt x="278" y="452"/>
                                    <a:pt x="279" y="452"/>
                                    <a:pt x="279" y="452"/>
                                  </a:cubicBezTo>
                                  <a:cubicBezTo>
                                    <a:pt x="279" y="452"/>
                                    <a:pt x="279" y="452"/>
                                    <a:pt x="279" y="452"/>
                                  </a:cubicBezTo>
                                  <a:cubicBezTo>
                                    <a:pt x="280" y="452"/>
                                    <a:pt x="280" y="452"/>
                                    <a:pt x="280" y="452"/>
                                  </a:cubicBezTo>
                                  <a:cubicBezTo>
                                    <a:pt x="280" y="452"/>
                                    <a:pt x="281" y="453"/>
                                    <a:pt x="281" y="453"/>
                                  </a:cubicBezTo>
                                  <a:cubicBezTo>
                                    <a:pt x="282" y="453"/>
                                    <a:pt x="282" y="453"/>
                                    <a:pt x="282" y="453"/>
                                  </a:cubicBezTo>
                                  <a:cubicBezTo>
                                    <a:pt x="282" y="453"/>
                                    <a:pt x="282" y="453"/>
                                    <a:pt x="282" y="453"/>
                                  </a:cubicBezTo>
                                  <a:cubicBezTo>
                                    <a:pt x="282" y="453"/>
                                    <a:pt x="282" y="453"/>
                                    <a:pt x="283" y="453"/>
                                  </a:cubicBezTo>
                                  <a:cubicBezTo>
                                    <a:pt x="283" y="452"/>
                                    <a:pt x="283" y="453"/>
                                    <a:pt x="283" y="452"/>
                                  </a:cubicBezTo>
                                  <a:cubicBezTo>
                                    <a:pt x="283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5" y="452"/>
                                  </a:cubicBezTo>
                                  <a:cubicBezTo>
                                    <a:pt x="285" y="452"/>
                                    <a:pt x="285" y="452"/>
                                    <a:pt x="285" y="452"/>
                                  </a:cubicBezTo>
                                  <a:cubicBezTo>
                                    <a:pt x="285" y="452"/>
                                    <a:pt x="286" y="452"/>
                                    <a:pt x="286" y="452"/>
                                  </a:cubicBezTo>
                                  <a:cubicBezTo>
                                    <a:pt x="286" y="451"/>
                                    <a:pt x="286" y="451"/>
                                    <a:pt x="286" y="451"/>
                                  </a:cubicBezTo>
                                  <a:cubicBezTo>
                                    <a:pt x="286" y="451"/>
                                    <a:pt x="286" y="451"/>
                                    <a:pt x="286" y="450"/>
                                  </a:cubicBezTo>
                                  <a:cubicBezTo>
                                    <a:pt x="286" y="450"/>
                                    <a:pt x="286" y="450"/>
                                    <a:pt x="286" y="450"/>
                                  </a:cubicBezTo>
                                  <a:cubicBezTo>
                                    <a:pt x="285" y="450"/>
                                    <a:pt x="285" y="450"/>
                                    <a:pt x="285" y="450"/>
                                  </a:cubicBezTo>
                                  <a:cubicBezTo>
                                    <a:pt x="285" y="450"/>
                                    <a:pt x="285" y="450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3" y="448"/>
                                    <a:pt x="283" y="448"/>
                                    <a:pt x="283" y="448"/>
                                  </a:cubicBezTo>
                                  <a:cubicBezTo>
                                    <a:pt x="283" y="448"/>
                                    <a:pt x="283" y="447"/>
                                    <a:pt x="284" y="447"/>
                                  </a:cubicBezTo>
                                  <a:cubicBezTo>
                                    <a:pt x="284" y="447"/>
                                    <a:pt x="284" y="447"/>
                                    <a:pt x="284" y="446"/>
                                  </a:cubicBezTo>
                                  <a:cubicBezTo>
                                    <a:pt x="284" y="446"/>
                                    <a:pt x="284" y="446"/>
                                    <a:pt x="285" y="446"/>
                                  </a:cubicBezTo>
                                  <a:cubicBezTo>
                                    <a:pt x="285" y="446"/>
                                    <a:pt x="285" y="447"/>
                                    <a:pt x="285" y="447"/>
                                  </a:cubicBezTo>
                                  <a:cubicBezTo>
                                    <a:pt x="285" y="447"/>
                                    <a:pt x="285" y="447"/>
                                    <a:pt x="285" y="447"/>
                                  </a:cubicBezTo>
                                  <a:cubicBezTo>
                                    <a:pt x="285" y="448"/>
                                    <a:pt x="286" y="448"/>
                                    <a:pt x="286" y="448"/>
                                  </a:cubicBezTo>
                                  <a:cubicBezTo>
                                    <a:pt x="286" y="448"/>
                                    <a:pt x="286" y="448"/>
                                    <a:pt x="286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6" y="448"/>
                                    <a:pt x="286" y="448"/>
                                    <a:pt x="286" y="448"/>
                                  </a:cubicBezTo>
                                  <a:cubicBezTo>
                                    <a:pt x="286" y="448"/>
                                    <a:pt x="286" y="447"/>
                                    <a:pt x="286" y="447"/>
                                  </a:cubicBezTo>
                                  <a:cubicBezTo>
                                    <a:pt x="286" y="447"/>
                                    <a:pt x="286" y="447"/>
                                    <a:pt x="286" y="447"/>
                                  </a:cubicBezTo>
                                  <a:cubicBezTo>
                                    <a:pt x="286" y="446"/>
                                    <a:pt x="285" y="446"/>
                                    <a:pt x="285" y="446"/>
                                  </a:cubicBezTo>
                                  <a:cubicBezTo>
                                    <a:pt x="285" y="446"/>
                                    <a:pt x="285" y="445"/>
                                    <a:pt x="285" y="445"/>
                                  </a:cubicBezTo>
                                  <a:cubicBezTo>
                                    <a:pt x="285" y="445"/>
                                    <a:pt x="285" y="445"/>
                                    <a:pt x="285" y="445"/>
                                  </a:cubicBezTo>
                                  <a:cubicBezTo>
                                    <a:pt x="285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5"/>
                                  </a:cubicBezTo>
                                  <a:cubicBezTo>
                                    <a:pt x="287" y="445"/>
                                    <a:pt x="287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4"/>
                                    <a:pt x="286" y="444"/>
                                    <a:pt x="285" y="444"/>
                                  </a:cubicBezTo>
                                  <a:cubicBezTo>
                                    <a:pt x="285" y="444"/>
                                    <a:pt x="285" y="444"/>
                                    <a:pt x="285" y="444"/>
                                  </a:cubicBezTo>
                                  <a:cubicBezTo>
                                    <a:pt x="285" y="443"/>
                                    <a:pt x="285" y="443"/>
                                    <a:pt x="284" y="442"/>
                                  </a:cubicBezTo>
                                  <a:cubicBezTo>
                                    <a:pt x="284" y="442"/>
                                    <a:pt x="284" y="442"/>
                                    <a:pt x="284" y="442"/>
                                  </a:cubicBezTo>
                                  <a:cubicBezTo>
                                    <a:pt x="284" y="442"/>
                                    <a:pt x="284" y="441"/>
                                    <a:pt x="284" y="441"/>
                                  </a:cubicBezTo>
                                  <a:cubicBezTo>
                                    <a:pt x="284" y="441"/>
                                    <a:pt x="284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6" y="441"/>
                                  </a:cubicBezTo>
                                  <a:cubicBezTo>
                                    <a:pt x="286" y="442"/>
                                    <a:pt x="286" y="441"/>
                                    <a:pt x="287" y="442"/>
                                  </a:cubicBezTo>
                                  <a:cubicBezTo>
                                    <a:pt x="287" y="442"/>
                                    <a:pt x="287" y="442"/>
                                    <a:pt x="287" y="442"/>
                                  </a:cubicBezTo>
                                  <a:cubicBezTo>
                                    <a:pt x="287" y="442"/>
                                    <a:pt x="287" y="442"/>
                                    <a:pt x="288" y="442"/>
                                  </a:cubicBezTo>
                                  <a:cubicBezTo>
                                    <a:pt x="288" y="442"/>
                                    <a:pt x="288" y="441"/>
                                    <a:pt x="288" y="441"/>
                                  </a:cubicBezTo>
                                  <a:cubicBezTo>
                                    <a:pt x="288" y="441"/>
                                    <a:pt x="289" y="441"/>
                                    <a:pt x="289" y="441"/>
                                  </a:cubicBezTo>
                                  <a:cubicBezTo>
                                    <a:pt x="289" y="441"/>
                                    <a:pt x="289" y="441"/>
                                    <a:pt x="289" y="441"/>
                                  </a:cubicBezTo>
                                  <a:cubicBezTo>
                                    <a:pt x="289" y="441"/>
                                    <a:pt x="289" y="441"/>
                                    <a:pt x="290" y="441"/>
                                  </a:cubicBezTo>
                                  <a:cubicBezTo>
                                    <a:pt x="290" y="441"/>
                                    <a:pt x="290" y="441"/>
                                    <a:pt x="290" y="441"/>
                                  </a:cubicBezTo>
                                  <a:cubicBezTo>
                                    <a:pt x="290" y="441"/>
                                    <a:pt x="291" y="441"/>
                                    <a:pt x="290" y="441"/>
                                  </a:cubicBezTo>
                                  <a:cubicBezTo>
                                    <a:pt x="290" y="441"/>
                                    <a:pt x="290" y="441"/>
                                    <a:pt x="290" y="441"/>
                                  </a:cubicBezTo>
                                  <a:cubicBezTo>
                                    <a:pt x="290" y="441"/>
                                    <a:pt x="289" y="440"/>
                                    <a:pt x="289" y="440"/>
                                  </a:cubicBezTo>
                                  <a:cubicBezTo>
                                    <a:pt x="289" y="440"/>
                                    <a:pt x="289" y="440"/>
                                    <a:pt x="289" y="440"/>
                                  </a:cubicBezTo>
                                  <a:cubicBezTo>
                                    <a:pt x="289" y="440"/>
                                    <a:pt x="289" y="439"/>
                                    <a:pt x="289" y="439"/>
                                  </a:cubicBezTo>
                                  <a:cubicBezTo>
                                    <a:pt x="288" y="439"/>
                                    <a:pt x="288" y="439"/>
                                    <a:pt x="289" y="439"/>
                                  </a:cubicBezTo>
                                  <a:cubicBezTo>
                                    <a:pt x="289" y="438"/>
                                    <a:pt x="289" y="438"/>
                                    <a:pt x="289" y="438"/>
                                  </a:cubicBezTo>
                                  <a:cubicBezTo>
                                    <a:pt x="290" y="438"/>
                                    <a:pt x="290" y="438"/>
                                    <a:pt x="291" y="438"/>
                                  </a:cubicBezTo>
                                  <a:cubicBezTo>
                                    <a:pt x="291" y="439"/>
                                    <a:pt x="292" y="439"/>
                                    <a:pt x="292" y="439"/>
                                  </a:cubicBezTo>
                                  <a:cubicBezTo>
                                    <a:pt x="292" y="439"/>
                                    <a:pt x="293" y="439"/>
                                    <a:pt x="293" y="439"/>
                                  </a:cubicBezTo>
                                  <a:cubicBezTo>
                                    <a:pt x="293" y="439"/>
                                    <a:pt x="293" y="439"/>
                                    <a:pt x="293" y="439"/>
                                  </a:cubicBezTo>
                                  <a:cubicBezTo>
                                    <a:pt x="293" y="439"/>
                                    <a:pt x="293" y="439"/>
                                    <a:pt x="294" y="439"/>
                                  </a:cubicBezTo>
                                  <a:cubicBezTo>
                                    <a:pt x="294" y="440"/>
                                    <a:pt x="294" y="440"/>
                                    <a:pt x="294" y="440"/>
                                  </a:cubicBezTo>
                                  <a:cubicBezTo>
                                    <a:pt x="294" y="440"/>
                                    <a:pt x="294" y="441"/>
                                    <a:pt x="295" y="441"/>
                                  </a:cubicBezTo>
                                  <a:cubicBezTo>
                                    <a:pt x="295" y="441"/>
                                    <a:pt x="295" y="441"/>
                                    <a:pt x="295" y="441"/>
                                  </a:cubicBezTo>
                                  <a:cubicBezTo>
                                    <a:pt x="295" y="441"/>
                                    <a:pt x="295" y="441"/>
                                    <a:pt x="295" y="441"/>
                                  </a:cubicBezTo>
                                  <a:cubicBezTo>
                                    <a:pt x="295" y="442"/>
                                    <a:pt x="295" y="442"/>
                                    <a:pt x="295" y="442"/>
                                  </a:cubicBezTo>
                                  <a:cubicBezTo>
                                    <a:pt x="295" y="442"/>
                                    <a:pt x="295" y="442"/>
                                    <a:pt x="295" y="442"/>
                                  </a:cubicBezTo>
                                  <a:cubicBezTo>
                                    <a:pt x="295" y="443"/>
                                    <a:pt x="296" y="443"/>
                                    <a:pt x="296" y="443"/>
                                  </a:cubicBezTo>
                                  <a:cubicBezTo>
                                    <a:pt x="296" y="443"/>
                                    <a:pt x="297" y="443"/>
                                    <a:pt x="297" y="443"/>
                                  </a:cubicBezTo>
                                  <a:cubicBezTo>
                                    <a:pt x="297" y="443"/>
                                    <a:pt x="298" y="443"/>
                                    <a:pt x="298" y="443"/>
                                  </a:cubicBezTo>
                                  <a:cubicBezTo>
                                    <a:pt x="298" y="443"/>
                                    <a:pt x="298" y="444"/>
                                    <a:pt x="298" y="444"/>
                                  </a:cubicBezTo>
                                  <a:cubicBezTo>
                                    <a:pt x="298" y="444"/>
                                    <a:pt x="298" y="444"/>
                                    <a:pt x="298" y="443"/>
                                  </a:cubicBezTo>
                                  <a:cubicBezTo>
                                    <a:pt x="298" y="443"/>
                                    <a:pt x="299" y="443"/>
                                    <a:pt x="299" y="443"/>
                                  </a:cubicBezTo>
                                  <a:cubicBezTo>
                                    <a:pt x="299" y="443"/>
                                    <a:pt x="299" y="442"/>
                                    <a:pt x="299" y="443"/>
                                  </a:cubicBezTo>
                                  <a:cubicBezTo>
                                    <a:pt x="299" y="443"/>
                                    <a:pt x="299" y="443"/>
                                    <a:pt x="299" y="443"/>
                                  </a:cubicBezTo>
                                  <a:cubicBezTo>
                                    <a:pt x="299" y="443"/>
                                    <a:pt x="299" y="443"/>
                                    <a:pt x="299" y="444"/>
                                  </a:cubicBezTo>
                                  <a:cubicBezTo>
                                    <a:pt x="299" y="444"/>
                                    <a:pt x="299" y="444"/>
                                    <a:pt x="299" y="444"/>
                                  </a:cubicBezTo>
                                  <a:cubicBezTo>
                                    <a:pt x="299" y="444"/>
                                    <a:pt x="299" y="444"/>
                                    <a:pt x="300" y="443"/>
                                  </a:cubicBezTo>
                                  <a:cubicBezTo>
                                    <a:pt x="300" y="443"/>
                                    <a:pt x="300" y="444"/>
                                    <a:pt x="300" y="444"/>
                                  </a:cubicBezTo>
                                  <a:cubicBezTo>
                                    <a:pt x="299" y="444"/>
                                    <a:pt x="299" y="444"/>
                                    <a:pt x="299" y="444"/>
                                  </a:cubicBezTo>
                                  <a:cubicBezTo>
                                    <a:pt x="298" y="445"/>
                                    <a:pt x="298" y="446"/>
                                    <a:pt x="297" y="446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8"/>
                                    <a:pt x="297" y="448"/>
                                    <a:pt x="297" y="448"/>
                                  </a:cubicBezTo>
                                  <a:cubicBezTo>
                                    <a:pt x="298" y="448"/>
                                    <a:pt x="298" y="447"/>
                                    <a:pt x="298" y="447"/>
                                  </a:cubicBezTo>
                                  <a:cubicBezTo>
                                    <a:pt x="298" y="447"/>
                                    <a:pt x="298" y="447"/>
                                    <a:pt x="298" y="447"/>
                                  </a:cubicBezTo>
                                  <a:cubicBezTo>
                                    <a:pt x="299" y="447"/>
                                    <a:pt x="299" y="447"/>
                                    <a:pt x="299" y="446"/>
                                  </a:cubicBezTo>
                                  <a:cubicBezTo>
                                    <a:pt x="299" y="446"/>
                                    <a:pt x="299" y="445"/>
                                    <a:pt x="300" y="444"/>
                                  </a:cubicBezTo>
                                  <a:cubicBezTo>
                                    <a:pt x="301" y="444"/>
                                    <a:pt x="302" y="444"/>
                                    <a:pt x="302" y="443"/>
                                  </a:cubicBezTo>
                                  <a:cubicBezTo>
                                    <a:pt x="302" y="444"/>
                                    <a:pt x="302" y="444"/>
                                    <a:pt x="302" y="444"/>
                                  </a:cubicBezTo>
                                  <a:cubicBezTo>
                                    <a:pt x="302" y="444"/>
                                    <a:pt x="301" y="445"/>
                                    <a:pt x="301" y="445"/>
                                  </a:cubicBezTo>
                                  <a:cubicBezTo>
                                    <a:pt x="301" y="445"/>
                                    <a:pt x="302" y="446"/>
                                    <a:pt x="302" y="446"/>
                                  </a:cubicBezTo>
                                  <a:cubicBezTo>
                                    <a:pt x="302" y="447"/>
                                    <a:pt x="302" y="447"/>
                                    <a:pt x="301" y="448"/>
                                  </a:cubicBezTo>
                                  <a:cubicBezTo>
                                    <a:pt x="301" y="448"/>
                                    <a:pt x="301" y="448"/>
                                    <a:pt x="301" y="449"/>
                                  </a:cubicBezTo>
                                  <a:cubicBezTo>
                                    <a:pt x="301" y="449"/>
                                    <a:pt x="301" y="450"/>
                                    <a:pt x="300" y="451"/>
                                  </a:cubicBezTo>
                                  <a:cubicBezTo>
                                    <a:pt x="301" y="451"/>
                                    <a:pt x="301" y="451"/>
                                    <a:pt x="302" y="451"/>
                                  </a:cubicBezTo>
                                  <a:cubicBezTo>
                                    <a:pt x="302" y="451"/>
                                    <a:pt x="302" y="451"/>
                                    <a:pt x="302" y="451"/>
                                  </a:cubicBezTo>
                                  <a:cubicBezTo>
                                    <a:pt x="301" y="452"/>
                                    <a:pt x="301" y="452"/>
                                    <a:pt x="301" y="452"/>
                                  </a:cubicBezTo>
                                  <a:cubicBezTo>
                                    <a:pt x="301" y="452"/>
                                    <a:pt x="301" y="452"/>
                                    <a:pt x="301" y="452"/>
                                  </a:cubicBezTo>
                                  <a:cubicBezTo>
                                    <a:pt x="301" y="452"/>
                                    <a:pt x="301" y="452"/>
                                    <a:pt x="301" y="453"/>
                                  </a:cubicBezTo>
                                  <a:cubicBezTo>
                                    <a:pt x="301" y="454"/>
                                    <a:pt x="301" y="454"/>
                                    <a:pt x="301" y="455"/>
                                  </a:cubicBezTo>
                                  <a:cubicBezTo>
                                    <a:pt x="300" y="455"/>
                                    <a:pt x="300" y="455"/>
                                    <a:pt x="300" y="455"/>
                                  </a:cubicBezTo>
                                  <a:cubicBezTo>
                                    <a:pt x="300" y="454"/>
                                    <a:pt x="300" y="454"/>
                                    <a:pt x="300" y="454"/>
                                  </a:cubicBezTo>
                                  <a:cubicBezTo>
                                    <a:pt x="299" y="454"/>
                                    <a:pt x="300" y="455"/>
                                    <a:pt x="299" y="456"/>
                                  </a:cubicBezTo>
                                  <a:cubicBezTo>
                                    <a:pt x="299" y="456"/>
                                    <a:pt x="299" y="456"/>
                                    <a:pt x="299" y="456"/>
                                  </a:cubicBezTo>
                                  <a:cubicBezTo>
                                    <a:pt x="299" y="456"/>
                                    <a:pt x="299" y="457"/>
                                    <a:pt x="299" y="457"/>
                                  </a:cubicBezTo>
                                  <a:cubicBezTo>
                                    <a:pt x="299" y="457"/>
                                    <a:pt x="299" y="457"/>
                                    <a:pt x="299" y="457"/>
                                  </a:cubicBezTo>
                                  <a:cubicBezTo>
                                    <a:pt x="299" y="457"/>
                                    <a:pt x="299" y="457"/>
                                    <a:pt x="299" y="457"/>
                                  </a:cubicBezTo>
                                  <a:cubicBezTo>
                                    <a:pt x="299" y="458"/>
                                    <a:pt x="300" y="458"/>
                                    <a:pt x="300" y="458"/>
                                  </a:cubicBezTo>
                                  <a:cubicBezTo>
                                    <a:pt x="301" y="458"/>
                                    <a:pt x="301" y="458"/>
                                    <a:pt x="301" y="458"/>
                                  </a:cubicBezTo>
                                  <a:cubicBezTo>
                                    <a:pt x="301" y="458"/>
                                    <a:pt x="301" y="457"/>
                                    <a:pt x="302" y="458"/>
                                  </a:cubicBezTo>
                                  <a:cubicBezTo>
                                    <a:pt x="301" y="459"/>
                                    <a:pt x="301" y="460"/>
                                    <a:pt x="300" y="460"/>
                                  </a:cubicBezTo>
                                  <a:cubicBezTo>
                                    <a:pt x="301" y="461"/>
                                    <a:pt x="301" y="461"/>
                                    <a:pt x="301" y="461"/>
                                  </a:cubicBezTo>
                                  <a:cubicBezTo>
                                    <a:pt x="301" y="461"/>
                                    <a:pt x="301" y="461"/>
                                    <a:pt x="301" y="461"/>
                                  </a:cubicBezTo>
                                  <a:cubicBezTo>
                                    <a:pt x="301" y="462"/>
                                    <a:pt x="302" y="461"/>
                                    <a:pt x="302" y="461"/>
                                  </a:cubicBezTo>
                                  <a:cubicBezTo>
                                    <a:pt x="302" y="461"/>
                                    <a:pt x="302" y="461"/>
                                    <a:pt x="302" y="461"/>
                                  </a:cubicBezTo>
                                  <a:cubicBezTo>
                                    <a:pt x="302" y="461"/>
                                    <a:pt x="302" y="460"/>
                                    <a:pt x="303" y="460"/>
                                  </a:cubicBezTo>
                                  <a:cubicBezTo>
                                    <a:pt x="303" y="460"/>
                                    <a:pt x="304" y="460"/>
                                    <a:pt x="303" y="459"/>
                                  </a:cubicBezTo>
                                  <a:cubicBezTo>
                                    <a:pt x="304" y="459"/>
                                    <a:pt x="304" y="460"/>
                                    <a:pt x="305" y="459"/>
                                  </a:cubicBezTo>
                                  <a:cubicBezTo>
                                    <a:pt x="305" y="459"/>
                                    <a:pt x="305" y="459"/>
                                    <a:pt x="305" y="459"/>
                                  </a:cubicBezTo>
                                  <a:cubicBezTo>
                                    <a:pt x="305" y="459"/>
                                    <a:pt x="305" y="460"/>
                                    <a:pt x="305" y="460"/>
                                  </a:cubicBezTo>
                                  <a:cubicBezTo>
                                    <a:pt x="304" y="461"/>
                                    <a:pt x="304" y="461"/>
                                    <a:pt x="303" y="462"/>
                                  </a:cubicBezTo>
                                  <a:cubicBezTo>
                                    <a:pt x="304" y="462"/>
                                    <a:pt x="305" y="462"/>
                                    <a:pt x="306" y="461"/>
                                  </a:cubicBezTo>
                                  <a:cubicBezTo>
                                    <a:pt x="306" y="461"/>
                                    <a:pt x="306" y="461"/>
                                    <a:pt x="306" y="462"/>
                                  </a:cubicBezTo>
                                  <a:cubicBezTo>
                                    <a:pt x="306" y="462"/>
                                    <a:pt x="306" y="462"/>
                                    <a:pt x="306" y="462"/>
                                  </a:cubicBezTo>
                                  <a:cubicBezTo>
                                    <a:pt x="306" y="462"/>
                                    <a:pt x="306" y="462"/>
                                    <a:pt x="306" y="462"/>
                                  </a:cubicBezTo>
                                  <a:cubicBezTo>
                                    <a:pt x="305" y="462"/>
                                    <a:pt x="305" y="463"/>
                                    <a:pt x="305" y="463"/>
                                  </a:cubicBezTo>
                                  <a:cubicBezTo>
                                    <a:pt x="306" y="463"/>
                                    <a:pt x="306" y="463"/>
                                    <a:pt x="306" y="463"/>
                                  </a:cubicBezTo>
                                  <a:cubicBezTo>
                                    <a:pt x="306" y="464"/>
                                    <a:pt x="306" y="464"/>
                                    <a:pt x="306" y="464"/>
                                  </a:cubicBezTo>
                                  <a:cubicBezTo>
                                    <a:pt x="306" y="464"/>
                                    <a:pt x="306" y="465"/>
                                    <a:pt x="307" y="465"/>
                                  </a:cubicBezTo>
                                  <a:cubicBezTo>
                                    <a:pt x="307" y="464"/>
                                    <a:pt x="307" y="464"/>
                                    <a:pt x="307" y="464"/>
                                  </a:cubicBezTo>
                                  <a:cubicBezTo>
                                    <a:pt x="307" y="463"/>
                                    <a:pt x="307" y="463"/>
                                    <a:pt x="307" y="463"/>
                                  </a:cubicBezTo>
                                  <a:cubicBezTo>
                                    <a:pt x="308" y="463"/>
                                    <a:pt x="309" y="462"/>
                                    <a:pt x="309" y="462"/>
                                  </a:cubicBezTo>
                                  <a:cubicBezTo>
                                    <a:pt x="309" y="462"/>
                                    <a:pt x="308" y="462"/>
                                    <a:pt x="308" y="462"/>
                                  </a:cubicBezTo>
                                  <a:cubicBezTo>
                                    <a:pt x="308" y="463"/>
                                    <a:pt x="307" y="463"/>
                                    <a:pt x="307" y="463"/>
                                  </a:cubicBezTo>
                                  <a:cubicBezTo>
                                    <a:pt x="307" y="463"/>
                                    <a:pt x="307" y="462"/>
                                    <a:pt x="307" y="462"/>
                                  </a:cubicBezTo>
                                  <a:cubicBezTo>
                                    <a:pt x="307" y="462"/>
                                    <a:pt x="307" y="461"/>
                                    <a:pt x="307" y="461"/>
                                  </a:cubicBezTo>
                                  <a:cubicBezTo>
                                    <a:pt x="307" y="461"/>
                                    <a:pt x="307" y="461"/>
                                    <a:pt x="307" y="460"/>
                                  </a:cubicBezTo>
                                  <a:cubicBezTo>
                                    <a:pt x="307" y="460"/>
                                    <a:pt x="307" y="460"/>
                                    <a:pt x="307" y="460"/>
                                  </a:cubicBezTo>
                                  <a:cubicBezTo>
                                    <a:pt x="307" y="460"/>
                                    <a:pt x="306" y="459"/>
                                    <a:pt x="306" y="459"/>
                                  </a:cubicBezTo>
                                  <a:cubicBezTo>
                                    <a:pt x="306" y="458"/>
                                    <a:pt x="306" y="458"/>
                                    <a:pt x="306" y="458"/>
                                  </a:cubicBezTo>
                                  <a:cubicBezTo>
                                    <a:pt x="306" y="457"/>
                                    <a:pt x="306" y="457"/>
                                    <a:pt x="306" y="457"/>
                                  </a:cubicBezTo>
                                  <a:cubicBezTo>
                                    <a:pt x="306" y="457"/>
                                    <a:pt x="306" y="457"/>
                                    <a:pt x="307" y="457"/>
                                  </a:cubicBezTo>
                                  <a:cubicBezTo>
                                    <a:pt x="307" y="456"/>
                                    <a:pt x="306" y="456"/>
                                    <a:pt x="306" y="456"/>
                                  </a:cubicBezTo>
                                  <a:cubicBezTo>
                                    <a:pt x="306" y="455"/>
                                    <a:pt x="305" y="454"/>
                                    <a:pt x="305" y="454"/>
                                  </a:cubicBezTo>
                                  <a:cubicBezTo>
                                    <a:pt x="304" y="454"/>
                                    <a:pt x="304" y="453"/>
                                    <a:pt x="304" y="453"/>
                                  </a:cubicBezTo>
                                  <a:cubicBezTo>
                                    <a:pt x="304" y="452"/>
                                    <a:pt x="305" y="452"/>
                                    <a:pt x="305" y="451"/>
                                  </a:cubicBezTo>
                                  <a:cubicBezTo>
                                    <a:pt x="305" y="451"/>
                                    <a:pt x="305" y="450"/>
                                    <a:pt x="305" y="450"/>
                                  </a:cubicBezTo>
                                  <a:cubicBezTo>
                                    <a:pt x="305" y="449"/>
                                    <a:pt x="305" y="449"/>
                                    <a:pt x="306" y="448"/>
                                  </a:cubicBezTo>
                                  <a:cubicBezTo>
                                    <a:pt x="306" y="448"/>
                                    <a:pt x="306" y="448"/>
                                    <a:pt x="306" y="448"/>
                                  </a:cubicBezTo>
                                  <a:cubicBezTo>
                                    <a:pt x="306" y="448"/>
                                    <a:pt x="306" y="447"/>
                                    <a:pt x="306" y="447"/>
                                  </a:cubicBezTo>
                                  <a:cubicBezTo>
                                    <a:pt x="305" y="447"/>
                                    <a:pt x="305" y="447"/>
                                    <a:pt x="306" y="447"/>
                                  </a:cubicBezTo>
                                  <a:cubicBezTo>
                                    <a:pt x="306" y="447"/>
                                    <a:pt x="306" y="447"/>
                                    <a:pt x="306" y="447"/>
                                  </a:cubicBezTo>
                                  <a:cubicBezTo>
                                    <a:pt x="306" y="447"/>
                                    <a:pt x="307" y="447"/>
                                    <a:pt x="307" y="447"/>
                                  </a:cubicBezTo>
                                  <a:cubicBezTo>
                                    <a:pt x="307" y="447"/>
                                    <a:pt x="307" y="447"/>
                                    <a:pt x="307" y="447"/>
                                  </a:cubicBezTo>
                                  <a:cubicBezTo>
                                    <a:pt x="308" y="447"/>
                                    <a:pt x="308" y="446"/>
                                    <a:pt x="308" y="447"/>
                                  </a:cubicBezTo>
                                  <a:cubicBezTo>
                                    <a:pt x="308" y="447"/>
                                    <a:pt x="309" y="447"/>
                                    <a:pt x="309" y="447"/>
                                  </a:cubicBezTo>
                                  <a:cubicBezTo>
                                    <a:pt x="309" y="447"/>
                                    <a:pt x="310" y="447"/>
                                    <a:pt x="310" y="447"/>
                                  </a:cubicBezTo>
                                  <a:cubicBezTo>
                                    <a:pt x="311" y="447"/>
                                    <a:pt x="311" y="446"/>
                                    <a:pt x="311" y="446"/>
                                  </a:cubicBezTo>
                                  <a:cubicBezTo>
                                    <a:pt x="311" y="446"/>
                                    <a:pt x="311" y="445"/>
                                    <a:pt x="312" y="445"/>
                                  </a:cubicBezTo>
                                  <a:cubicBezTo>
                                    <a:pt x="312" y="445"/>
                                    <a:pt x="312" y="445"/>
                                    <a:pt x="313" y="444"/>
                                  </a:cubicBezTo>
                                  <a:cubicBezTo>
                                    <a:pt x="313" y="444"/>
                                    <a:pt x="314" y="443"/>
                                    <a:pt x="314" y="443"/>
                                  </a:cubicBezTo>
                                  <a:cubicBezTo>
                                    <a:pt x="314" y="443"/>
                                    <a:pt x="314" y="443"/>
                                    <a:pt x="314" y="443"/>
                                  </a:cubicBezTo>
                                  <a:cubicBezTo>
                                    <a:pt x="314" y="443"/>
                                    <a:pt x="314" y="443"/>
                                    <a:pt x="314" y="443"/>
                                  </a:cubicBezTo>
                                  <a:cubicBezTo>
                                    <a:pt x="314" y="442"/>
                                    <a:pt x="314" y="441"/>
                                    <a:pt x="314" y="441"/>
                                  </a:cubicBezTo>
                                  <a:cubicBezTo>
                                    <a:pt x="315" y="440"/>
                                    <a:pt x="316" y="440"/>
                                    <a:pt x="316" y="439"/>
                                  </a:cubicBezTo>
                                  <a:cubicBezTo>
                                    <a:pt x="317" y="439"/>
                                    <a:pt x="317" y="439"/>
                                    <a:pt x="317" y="439"/>
                                  </a:cubicBezTo>
                                  <a:cubicBezTo>
                                    <a:pt x="317" y="439"/>
                                    <a:pt x="318" y="438"/>
                                    <a:pt x="318" y="438"/>
                                  </a:cubicBezTo>
                                  <a:cubicBezTo>
                                    <a:pt x="318" y="438"/>
                                    <a:pt x="318" y="438"/>
                                    <a:pt x="318" y="438"/>
                                  </a:cubicBezTo>
                                  <a:cubicBezTo>
                                    <a:pt x="318" y="437"/>
                                    <a:pt x="318" y="437"/>
                                    <a:pt x="318" y="437"/>
                                  </a:cubicBezTo>
                                  <a:cubicBezTo>
                                    <a:pt x="318" y="437"/>
                                    <a:pt x="317" y="437"/>
                                    <a:pt x="317" y="436"/>
                                  </a:cubicBezTo>
                                  <a:cubicBezTo>
                                    <a:pt x="317" y="436"/>
                                    <a:pt x="317" y="436"/>
                                    <a:pt x="317" y="436"/>
                                  </a:cubicBezTo>
                                  <a:cubicBezTo>
                                    <a:pt x="317" y="435"/>
                                    <a:pt x="317" y="435"/>
                                    <a:pt x="317" y="435"/>
                                  </a:cubicBezTo>
                                  <a:cubicBezTo>
                                    <a:pt x="318" y="435"/>
                                    <a:pt x="317" y="434"/>
                                    <a:pt x="318" y="434"/>
                                  </a:cubicBezTo>
                                  <a:cubicBezTo>
                                    <a:pt x="318" y="434"/>
                                    <a:pt x="318" y="433"/>
                                    <a:pt x="318" y="433"/>
                                  </a:cubicBezTo>
                                  <a:cubicBezTo>
                                    <a:pt x="318" y="432"/>
                                    <a:pt x="318" y="432"/>
                                    <a:pt x="318" y="431"/>
                                  </a:cubicBezTo>
                                  <a:cubicBezTo>
                                    <a:pt x="318" y="431"/>
                                    <a:pt x="318" y="430"/>
                                    <a:pt x="318" y="430"/>
                                  </a:cubicBezTo>
                                  <a:cubicBezTo>
                                    <a:pt x="317" y="430"/>
                                    <a:pt x="317" y="430"/>
                                    <a:pt x="317" y="430"/>
                                  </a:cubicBezTo>
                                  <a:cubicBezTo>
                                    <a:pt x="317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1"/>
                                  </a:cubicBezTo>
                                  <a:cubicBezTo>
                                    <a:pt x="316" y="431"/>
                                    <a:pt x="316" y="431"/>
                                    <a:pt x="316" y="431"/>
                                  </a:cubicBezTo>
                                  <a:cubicBezTo>
                                    <a:pt x="315" y="431"/>
                                    <a:pt x="315" y="431"/>
                                    <a:pt x="315" y="431"/>
                                  </a:cubicBezTo>
                                  <a:cubicBezTo>
                                    <a:pt x="315" y="432"/>
                                    <a:pt x="314" y="432"/>
                                    <a:pt x="315" y="432"/>
                                  </a:cubicBezTo>
                                  <a:cubicBezTo>
                                    <a:pt x="315" y="432"/>
                                    <a:pt x="315" y="432"/>
                                    <a:pt x="315" y="433"/>
                                  </a:cubicBezTo>
                                  <a:cubicBezTo>
                                    <a:pt x="315" y="432"/>
                                    <a:pt x="315" y="432"/>
                                    <a:pt x="316" y="432"/>
                                  </a:cubicBezTo>
                                  <a:cubicBezTo>
                                    <a:pt x="316" y="433"/>
                                    <a:pt x="316" y="433"/>
                                    <a:pt x="316" y="433"/>
                                  </a:cubicBezTo>
                                  <a:cubicBezTo>
                                    <a:pt x="316" y="433"/>
                                    <a:pt x="315" y="434"/>
                                    <a:pt x="315" y="434"/>
                                  </a:cubicBezTo>
                                  <a:cubicBezTo>
                                    <a:pt x="315" y="434"/>
                                    <a:pt x="315" y="434"/>
                                    <a:pt x="314" y="434"/>
                                  </a:cubicBezTo>
                                  <a:cubicBezTo>
                                    <a:pt x="314" y="434"/>
                                    <a:pt x="314" y="434"/>
                                    <a:pt x="314" y="434"/>
                                  </a:cubicBezTo>
                                  <a:cubicBezTo>
                                    <a:pt x="313" y="434"/>
                                    <a:pt x="313" y="435"/>
                                    <a:pt x="313" y="435"/>
                                  </a:cubicBezTo>
                                  <a:cubicBezTo>
                                    <a:pt x="313" y="435"/>
                                    <a:pt x="312" y="435"/>
                                    <a:pt x="312" y="435"/>
                                  </a:cubicBezTo>
                                  <a:cubicBezTo>
                                    <a:pt x="312" y="435"/>
                                    <a:pt x="312" y="434"/>
                                    <a:pt x="312" y="434"/>
                                  </a:cubicBezTo>
                                  <a:cubicBezTo>
                                    <a:pt x="311" y="434"/>
                                    <a:pt x="311" y="434"/>
                                    <a:pt x="311" y="434"/>
                                  </a:cubicBezTo>
                                  <a:cubicBezTo>
                                    <a:pt x="311" y="434"/>
                                    <a:pt x="311" y="434"/>
                                    <a:pt x="311" y="434"/>
                                  </a:cubicBezTo>
                                  <a:cubicBezTo>
                                    <a:pt x="311" y="433"/>
                                    <a:pt x="311" y="433"/>
                                    <a:pt x="311" y="432"/>
                                  </a:cubicBezTo>
                                  <a:cubicBezTo>
                                    <a:pt x="312" y="432"/>
                                    <a:pt x="312" y="431"/>
                                    <a:pt x="311" y="430"/>
                                  </a:cubicBezTo>
                                  <a:cubicBezTo>
                                    <a:pt x="311" y="430"/>
                                    <a:pt x="312" y="430"/>
                                    <a:pt x="312" y="430"/>
                                  </a:cubicBezTo>
                                  <a:cubicBezTo>
                                    <a:pt x="312" y="430"/>
                                    <a:pt x="312" y="430"/>
                                    <a:pt x="312" y="430"/>
                                  </a:cubicBezTo>
                                  <a:cubicBezTo>
                                    <a:pt x="313" y="430"/>
                                    <a:pt x="313" y="430"/>
                                    <a:pt x="313" y="430"/>
                                  </a:cubicBezTo>
                                  <a:cubicBezTo>
                                    <a:pt x="313" y="429"/>
                                    <a:pt x="313" y="429"/>
                                    <a:pt x="313" y="429"/>
                                  </a:cubicBezTo>
                                  <a:cubicBezTo>
                                    <a:pt x="314" y="429"/>
                                    <a:pt x="314" y="429"/>
                                    <a:pt x="314" y="429"/>
                                  </a:cubicBezTo>
                                  <a:cubicBezTo>
                                    <a:pt x="314" y="429"/>
                                    <a:pt x="315" y="428"/>
                                    <a:pt x="315" y="427"/>
                                  </a:cubicBezTo>
                                  <a:cubicBezTo>
                                    <a:pt x="315" y="428"/>
                                    <a:pt x="314" y="428"/>
                                    <a:pt x="314" y="427"/>
                                  </a:cubicBezTo>
                                  <a:cubicBezTo>
                                    <a:pt x="314" y="427"/>
                                    <a:pt x="314" y="427"/>
                                    <a:pt x="314" y="427"/>
                                  </a:cubicBezTo>
                                  <a:cubicBezTo>
                                    <a:pt x="314" y="427"/>
                                    <a:pt x="314" y="427"/>
                                    <a:pt x="313" y="427"/>
                                  </a:cubicBezTo>
                                  <a:cubicBezTo>
                                    <a:pt x="313" y="427"/>
                                    <a:pt x="313" y="426"/>
                                    <a:pt x="313" y="426"/>
                                  </a:cubicBezTo>
                                  <a:cubicBezTo>
                                    <a:pt x="313" y="426"/>
                                    <a:pt x="314" y="425"/>
                                    <a:pt x="314" y="424"/>
                                  </a:cubicBezTo>
                                  <a:cubicBezTo>
                                    <a:pt x="314" y="424"/>
                                    <a:pt x="313" y="424"/>
                                    <a:pt x="314" y="424"/>
                                  </a:cubicBezTo>
                                  <a:cubicBezTo>
                                    <a:pt x="314" y="423"/>
                                    <a:pt x="314" y="423"/>
                                    <a:pt x="314" y="423"/>
                                  </a:cubicBezTo>
                                  <a:cubicBezTo>
                                    <a:pt x="315" y="423"/>
                                    <a:pt x="315" y="423"/>
                                    <a:pt x="315" y="423"/>
                                  </a:cubicBezTo>
                                  <a:cubicBezTo>
                                    <a:pt x="316" y="423"/>
                                    <a:pt x="316" y="423"/>
                                    <a:pt x="316" y="423"/>
                                  </a:cubicBezTo>
                                  <a:cubicBezTo>
                                    <a:pt x="316" y="423"/>
                                    <a:pt x="316" y="423"/>
                                    <a:pt x="316" y="423"/>
                                  </a:cubicBezTo>
                                  <a:cubicBezTo>
                                    <a:pt x="317" y="423"/>
                                    <a:pt x="317" y="423"/>
                                    <a:pt x="317" y="423"/>
                                  </a:cubicBezTo>
                                  <a:cubicBezTo>
                                    <a:pt x="317" y="422"/>
                                    <a:pt x="318" y="422"/>
                                    <a:pt x="318" y="422"/>
                                  </a:cubicBezTo>
                                  <a:cubicBezTo>
                                    <a:pt x="318" y="422"/>
                                    <a:pt x="318" y="423"/>
                                    <a:pt x="317" y="423"/>
                                  </a:cubicBezTo>
                                  <a:cubicBezTo>
                                    <a:pt x="317" y="424"/>
                                    <a:pt x="317" y="424"/>
                                    <a:pt x="316" y="424"/>
                                  </a:cubicBezTo>
                                  <a:cubicBezTo>
                                    <a:pt x="316" y="425"/>
                                    <a:pt x="316" y="425"/>
                                    <a:pt x="316" y="426"/>
                                  </a:cubicBezTo>
                                  <a:cubicBezTo>
                                    <a:pt x="316" y="426"/>
                                    <a:pt x="316" y="426"/>
                                    <a:pt x="316" y="426"/>
                                  </a:cubicBezTo>
                                  <a:cubicBezTo>
                                    <a:pt x="316" y="426"/>
                                    <a:pt x="316" y="426"/>
                                    <a:pt x="316" y="426"/>
                                  </a:cubicBezTo>
                                  <a:cubicBezTo>
                                    <a:pt x="316" y="426"/>
                                    <a:pt x="317" y="426"/>
                                    <a:pt x="317" y="426"/>
                                  </a:cubicBezTo>
                                  <a:cubicBezTo>
                                    <a:pt x="318" y="425"/>
                                    <a:pt x="318" y="424"/>
                                    <a:pt x="319" y="423"/>
                                  </a:cubicBezTo>
                                  <a:cubicBezTo>
                                    <a:pt x="319" y="423"/>
                                    <a:pt x="318" y="423"/>
                                    <a:pt x="318" y="422"/>
                                  </a:cubicBezTo>
                                  <a:cubicBezTo>
                                    <a:pt x="318" y="422"/>
                                    <a:pt x="319" y="422"/>
                                    <a:pt x="319" y="421"/>
                                  </a:cubicBezTo>
                                  <a:cubicBezTo>
                                    <a:pt x="319" y="421"/>
                                    <a:pt x="319" y="420"/>
                                    <a:pt x="318" y="420"/>
                                  </a:cubicBezTo>
                                  <a:cubicBezTo>
                                    <a:pt x="318" y="420"/>
                                    <a:pt x="317" y="420"/>
                                    <a:pt x="317" y="420"/>
                                  </a:cubicBezTo>
                                  <a:cubicBezTo>
                                    <a:pt x="317" y="420"/>
                                    <a:pt x="317" y="420"/>
                                    <a:pt x="317" y="420"/>
                                  </a:cubicBezTo>
                                  <a:cubicBezTo>
                                    <a:pt x="317" y="420"/>
                                    <a:pt x="316" y="420"/>
                                    <a:pt x="316" y="420"/>
                                  </a:cubicBezTo>
                                  <a:cubicBezTo>
                                    <a:pt x="316" y="421"/>
                                    <a:pt x="316" y="421"/>
                                    <a:pt x="316" y="421"/>
                                  </a:cubicBezTo>
                                  <a:cubicBezTo>
                                    <a:pt x="316" y="421"/>
                                    <a:pt x="316" y="421"/>
                                    <a:pt x="316" y="421"/>
                                  </a:cubicBezTo>
                                  <a:cubicBezTo>
                                    <a:pt x="315" y="421"/>
                                    <a:pt x="314" y="422"/>
                                    <a:pt x="314" y="421"/>
                                  </a:cubicBezTo>
                                  <a:cubicBezTo>
                                    <a:pt x="313" y="421"/>
                                    <a:pt x="313" y="421"/>
                                    <a:pt x="313" y="421"/>
                                  </a:cubicBezTo>
                                  <a:cubicBezTo>
                                    <a:pt x="313" y="421"/>
                                    <a:pt x="313" y="421"/>
                                    <a:pt x="313" y="421"/>
                                  </a:cubicBezTo>
                                  <a:cubicBezTo>
                                    <a:pt x="313" y="420"/>
                                    <a:pt x="312" y="420"/>
                                    <a:pt x="312" y="419"/>
                                  </a:cubicBezTo>
                                  <a:cubicBezTo>
                                    <a:pt x="312" y="419"/>
                                    <a:pt x="312" y="418"/>
                                    <a:pt x="312" y="418"/>
                                  </a:cubicBezTo>
                                  <a:cubicBezTo>
                                    <a:pt x="312" y="418"/>
                                    <a:pt x="311" y="418"/>
                                    <a:pt x="311" y="418"/>
                                  </a:cubicBezTo>
                                  <a:cubicBezTo>
                                    <a:pt x="311" y="417"/>
                                    <a:pt x="311" y="417"/>
                                    <a:pt x="311" y="417"/>
                                  </a:cubicBezTo>
                                  <a:cubicBezTo>
                                    <a:pt x="311" y="417"/>
                                    <a:pt x="310" y="417"/>
                                    <a:pt x="310" y="417"/>
                                  </a:cubicBezTo>
                                  <a:cubicBezTo>
                                    <a:pt x="310" y="418"/>
                                    <a:pt x="310" y="418"/>
                                    <a:pt x="310" y="419"/>
                                  </a:cubicBezTo>
                                  <a:cubicBezTo>
                                    <a:pt x="310" y="419"/>
                                    <a:pt x="309" y="419"/>
                                    <a:pt x="309" y="419"/>
                                  </a:cubicBezTo>
                                  <a:cubicBezTo>
                                    <a:pt x="309" y="419"/>
                                    <a:pt x="309" y="418"/>
                                    <a:pt x="309" y="418"/>
                                  </a:cubicBezTo>
                                  <a:cubicBezTo>
                                    <a:pt x="309" y="418"/>
                                    <a:pt x="308" y="418"/>
                                    <a:pt x="308" y="418"/>
                                  </a:cubicBezTo>
                                  <a:cubicBezTo>
                                    <a:pt x="308" y="418"/>
                                    <a:pt x="307" y="418"/>
                                    <a:pt x="307" y="417"/>
                                  </a:cubicBezTo>
                                  <a:cubicBezTo>
                                    <a:pt x="306" y="417"/>
                                    <a:pt x="306" y="417"/>
                                    <a:pt x="305" y="416"/>
                                  </a:cubicBezTo>
                                  <a:cubicBezTo>
                                    <a:pt x="305" y="416"/>
                                    <a:pt x="305" y="416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3" y="415"/>
                                  </a:cubicBezTo>
                                  <a:cubicBezTo>
                                    <a:pt x="303" y="415"/>
                                    <a:pt x="303" y="415"/>
                                    <a:pt x="303" y="415"/>
                                  </a:cubicBezTo>
                                  <a:cubicBezTo>
                                    <a:pt x="303" y="415"/>
                                    <a:pt x="302" y="415"/>
                                    <a:pt x="302" y="415"/>
                                  </a:cubicBezTo>
                                  <a:cubicBezTo>
                                    <a:pt x="302" y="414"/>
                                    <a:pt x="302" y="414"/>
                                    <a:pt x="301" y="414"/>
                                  </a:cubicBezTo>
                                  <a:cubicBezTo>
                                    <a:pt x="301" y="414"/>
                                    <a:pt x="301" y="414"/>
                                    <a:pt x="301" y="413"/>
                                  </a:cubicBezTo>
                                  <a:cubicBezTo>
                                    <a:pt x="301" y="413"/>
                                    <a:pt x="301" y="413"/>
                                    <a:pt x="301" y="413"/>
                                  </a:cubicBezTo>
                                  <a:cubicBezTo>
                                    <a:pt x="301" y="413"/>
                                    <a:pt x="301" y="413"/>
                                    <a:pt x="301" y="413"/>
                                  </a:cubicBezTo>
                                  <a:cubicBezTo>
                                    <a:pt x="301" y="412"/>
                                    <a:pt x="301" y="412"/>
                                    <a:pt x="301" y="412"/>
                                  </a:cubicBezTo>
                                  <a:cubicBezTo>
                                    <a:pt x="301" y="412"/>
                                    <a:pt x="301" y="412"/>
                                    <a:pt x="301" y="412"/>
                                  </a:cubicBezTo>
                                  <a:cubicBezTo>
                                    <a:pt x="301" y="411"/>
                                    <a:pt x="301" y="411"/>
                                    <a:pt x="301" y="411"/>
                                  </a:cubicBezTo>
                                  <a:cubicBezTo>
                                    <a:pt x="301" y="411"/>
                                    <a:pt x="300" y="411"/>
                                    <a:pt x="300" y="411"/>
                                  </a:cubicBezTo>
                                  <a:cubicBezTo>
                                    <a:pt x="300" y="411"/>
                                    <a:pt x="300" y="411"/>
                                    <a:pt x="299" y="410"/>
                                  </a:cubicBezTo>
                                  <a:cubicBezTo>
                                    <a:pt x="299" y="410"/>
                                    <a:pt x="299" y="410"/>
                                    <a:pt x="299" y="409"/>
                                  </a:cubicBezTo>
                                  <a:cubicBezTo>
                                    <a:pt x="299" y="409"/>
                                    <a:pt x="299" y="409"/>
                                    <a:pt x="299" y="408"/>
                                  </a:cubicBezTo>
                                  <a:cubicBezTo>
                                    <a:pt x="299" y="408"/>
                                    <a:pt x="299" y="408"/>
                                    <a:pt x="299" y="408"/>
                                  </a:cubicBezTo>
                                  <a:cubicBezTo>
                                    <a:pt x="298" y="407"/>
                                    <a:pt x="298" y="407"/>
                                    <a:pt x="298" y="407"/>
                                  </a:cubicBezTo>
                                  <a:cubicBezTo>
                                    <a:pt x="298" y="407"/>
                                    <a:pt x="298" y="406"/>
                                    <a:pt x="298" y="406"/>
                                  </a:cubicBezTo>
                                  <a:cubicBezTo>
                                    <a:pt x="298" y="406"/>
                                    <a:pt x="298" y="405"/>
                                    <a:pt x="298" y="404"/>
                                  </a:cubicBezTo>
                                  <a:cubicBezTo>
                                    <a:pt x="298" y="404"/>
                                    <a:pt x="298" y="403"/>
                                    <a:pt x="299" y="403"/>
                                  </a:cubicBezTo>
                                  <a:cubicBezTo>
                                    <a:pt x="299" y="403"/>
                                    <a:pt x="299" y="403"/>
                                    <a:pt x="299" y="403"/>
                                  </a:cubicBezTo>
                                  <a:cubicBezTo>
                                    <a:pt x="299" y="402"/>
                                    <a:pt x="299" y="402"/>
                                    <a:pt x="299" y="402"/>
                                  </a:cubicBezTo>
                                  <a:cubicBezTo>
                                    <a:pt x="300" y="402"/>
                                    <a:pt x="300" y="402"/>
                                    <a:pt x="300" y="402"/>
                                  </a:cubicBezTo>
                                  <a:cubicBezTo>
                                    <a:pt x="300" y="402"/>
                                    <a:pt x="300" y="401"/>
                                    <a:pt x="300" y="401"/>
                                  </a:cubicBezTo>
                                  <a:cubicBezTo>
                                    <a:pt x="300" y="401"/>
                                    <a:pt x="300" y="400"/>
                                    <a:pt x="300" y="400"/>
                                  </a:cubicBezTo>
                                  <a:cubicBezTo>
                                    <a:pt x="300" y="400"/>
                                    <a:pt x="300" y="400"/>
                                    <a:pt x="300" y="400"/>
                                  </a:cubicBezTo>
                                  <a:cubicBezTo>
                                    <a:pt x="300" y="400"/>
                                    <a:pt x="300" y="400"/>
                                    <a:pt x="301" y="400"/>
                                  </a:cubicBezTo>
                                  <a:cubicBezTo>
                                    <a:pt x="301" y="400"/>
                                    <a:pt x="301" y="400"/>
                                    <a:pt x="301" y="400"/>
                                  </a:cubicBezTo>
                                  <a:cubicBezTo>
                                    <a:pt x="301" y="399"/>
                                    <a:pt x="301" y="399"/>
                                    <a:pt x="301" y="399"/>
                                  </a:cubicBezTo>
                                  <a:cubicBezTo>
                                    <a:pt x="301" y="399"/>
                                    <a:pt x="302" y="399"/>
                                    <a:pt x="302" y="399"/>
                                  </a:cubicBezTo>
                                  <a:cubicBezTo>
                                    <a:pt x="302" y="399"/>
                                    <a:pt x="302" y="399"/>
                                    <a:pt x="302" y="399"/>
                                  </a:cubicBezTo>
                                  <a:cubicBezTo>
                                    <a:pt x="302" y="399"/>
                                    <a:pt x="302" y="398"/>
                                    <a:pt x="302" y="398"/>
                                  </a:cubicBezTo>
                                  <a:cubicBezTo>
                                    <a:pt x="301" y="398"/>
                                    <a:pt x="302" y="398"/>
                                    <a:pt x="302" y="398"/>
                                  </a:cubicBezTo>
                                  <a:cubicBezTo>
                                    <a:pt x="302" y="397"/>
                                    <a:pt x="302" y="397"/>
                                    <a:pt x="303" y="396"/>
                                  </a:cubicBezTo>
                                  <a:cubicBezTo>
                                    <a:pt x="302" y="396"/>
                                    <a:pt x="302" y="397"/>
                                    <a:pt x="302" y="397"/>
                                  </a:cubicBezTo>
                                  <a:cubicBezTo>
                                    <a:pt x="302" y="397"/>
                                    <a:pt x="301" y="398"/>
                                    <a:pt x="301" y="398"/>
                                  </a:cubicBezTo>
                                  <a:cubicBezTo>
                                    <a:pt x="301" y="398"/>
                                    <a:pt x="301" y="398"/>
                                    <a:pt x="301" y="398"/>
                                  </a:cubicBezTo>
                                  <a:cubicBezTo>
                                    <a:pt x="300" y="398"/>
                                    <a:pt x="300" y="398"/>
                                    <a:pt x="300" y="398"/>
                                  </a:cubicBezTo>
                                  <a:cubicBezTo>
                                    <a:pt x="300" y="397"/>
                                    <a:pt x="299" y="397"/>
                                    <a:pt x="299" y="396"/>
                                  </a:cubicBezTo>
                                  <a:cubicBezTo>
                                    <a:pt x="299" y="396"/>
                                    <a:pt x="299" y="396"/>
                                    <a:pt x="299" y="396"/>
                                  </a:cubicBezTo>
                                  <a:cubicBezTo>
                                    <a:pt x="299" y="396"/>
                                    <a:pt x="299" y="396"/>
                                    <a:pt x="299" y="395"/>
                                  </a:cubicBezTo>
                                  <a:cubicBezTo>
                                    <a:pt x="298" y="395"/>
                                    <a:pt x="298" y="395"/>
                                    <a:pt x="298" y="394"/>
                                  </a:cubicBezTo>
                                  <a:cubicBezTo>
                                    <a:pt x="298" y="393"/>
                                    <a:pt x="298" y="393"/>
                                    <a:pt x="298" y="392"/>
                                  </a:cubicBezTo>
                                  <a:cubicBezTo>
                                    <a:pt x="298" y="392"/>
                                    <a:pt x="298" y="391"/>
                                    <a:pt x="299" y="391"/>
                                  </a:cubicBezTo>
                                  <a:cubicBezTo>
                                    <a:pt x="299" y="390"/>
                                    <a:pt x="299" y="390"/>
                                    <a:pt x="299" y="389"/>
                                  </a:cubicBezTo>
                                  <a:cubicBezTo>
                                    <a:pt x="299" y="389"/>
                                    <a:pt x="300" y="389"/>
                                    <a:pt x="300" y="389"/>
                                  </a:cubicBezTo>
                                  <a:cubicBezTo>
                                    <a:pt x="300" y="389"/>
                                    <a:pt x="300" y="389"/>
                                    <a:pt x="300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8"/>
                                    <a:pt x="298" y="388"/>
                                    <a:pt x="298" y="388"/>
                                  </a:cubicBezTo>
                                  <a:cubicBezTo>
                                    <a:pt x="298" y="388"/>
                                    <a:pt x="298" y="388"/>
                                    <a:pt x="298" y="388"/>
                                  </a:cubicBezTo>
                                  <a:cubicBezTo>
                                    <a:pt x="298" y="388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6"/>
                                    <a:pt x="299" y="385"/>
                                    <a:pt x="299" y="385"/>
                                  </a:cubicBezTo>
                                  <a:cubicBezTo>
                                    <a:pt x="299" y="385"/>
                                    <a:pt x="299" y="385"/>
                                    <a:pt x="299" y="385"/>
                                  </a:cubicBezTo>
                                  <a:cubicBezTo>
                                    <a:pt x="300" y="385"/>
                                    <a:pt x="300" y="385"/>
                                    <a:pt x="300" y="384"/>
                                  </a:cubicBezTo>
                                  <a:cubicBezTo>
                                    <a:pt x="300" y="384"/>
                                    <a:pt x="300" y="384"/>
                                    <a:pt x="300" y="384"/>
                                  </a:cubicBezTo>
                                  <a:cubicBezTo>
                                    <a:pt x="300" y="384"/>
                                    <a:pt x="300" y="383"/>
                                    <a:pt x="301" y="383"/>
                                  </a:cubicBezTo>
                                  <a:cubicBezTo>
                                    <a:pt x="301" y="382"/>
                                    <a:pt x="301" y="382"/>
                                    <a:pt x="302" y="382"/>
                                  </a:cubicBezTo>
                                  <a:cubicBezTo>
                                    <a:pt x="302" y="382"/>
                                    <a:pt x="303" y="382"/>
                                    <a:pt x="303" y="382"/>
                                  </a:cubicBezTo>
                                  <a:cubicBezTo>
                                    <a:pt x="303" y="383"/>
                                    <a:pt x="303" y="383"/>
                                    <a:pt x="303" y="383"/>
                                  </a:cubicBezTo>
                                  <a:cubicBezTo>
                                    <a:pt x="303" y="383"/>
                                    <a:pt x="303" y="384"/>
                                    <a:pt x="303" y="384"/>
                                  </a:cubicBezTo>
                                  <a:cubicBezTo>
                                    <a:pt x="304" y="384"/>
                                    <a:pt x="304" y="384"/>
                                    <a:pt x="304" y="385"/>
                                  </a:cubicBezTo>
                                  <a:cubicBezTo>
                                    <a:pt x="304" y="385"/>
                                    <a:pt x="304" y="385"/>
                                    <a:pt x="305" y="385"/>
                                  </a:cubicBezTo>
                                  <a:cubicBezTo>
                                    <a:pt x="305" y="385"/>
                                    <a:pt x="305" y="385"/>
                                    <a:pt x="305" y="384"/>
                                  </a:cubicBezTo>
                                  <a:cubicBezTo>
                                    <a:pt x="305" y="384"/>
                                    <a:pt x="305" y="384"/>
                                    <a:pt x="305" y="383"/>
                                  </a:cubicBezTo>
                                  <a:cubicBezTo>
                                    <a:pt x="305" y="383"/>
                                    <a:pt x="306" y="383"/>
                                    <a:pt x="306" y="383"/>
                                  </a:cubicBezTo>
                                  <a:cubicBezTo>
                                    <a:pt x="306" y="382"/>
                                    <a:pt x="305" y="382"/>
                                    <a:pt x="305" y="382"/>
                                  </a:cubicBezTo>
                                  <a:cubicBezTo>
                                    <a:pt x="305" y="382"/>
                                    <a:pt x="305" y="382"/>
                                    <a:pt x="305" y="382"/>
                                  </a:cubicBezTo>
                                  <a:cubicBezTo>
                                    <a:pt x="305" y="381"/>
                                    <a:pt x="305" y="381"/>
                                    <a:pt x="305" y="381"/>
                                  </a:cubicBezTo>
                                  <a:cubicBezTo>
                                    <a:pt x="305" y="381"/>
                                    <a:pt x="305" y="381"/>
                                    <a:pt x="305" y="381"/>
                                  </a:cubicBezTo>
                                  <a:cubicBezTo>
                                    <a:pt x="305" y="381"/>
                                    <a:pt x="306" y="381"/>
                                    <a:pt x="306" y="380"/>
                                  </a:cubicBezTo>
                                  <a:cubicBezTo>
                                    <a:pt x="306" y="380"/>
                                    <a:pt x="306" y="380"/>
                                    <a:pt x="306" y="380"/>
                                  </a:cubicBezTo>
                                  <a:cubicBezTo>
                                    <a:pt x="305" y="380"/>
                                    <a:pt x="305" y="380"/>
                                    <a:pt x="305" y="380"/>
                                  </a:cubicBezTo>
                                  <a:cubicBezTo>
                                    <a:pt x="305" y="380"/>
                                    <a:pt x="304" y="380"/>
                                    <a:pt x="303" y="380"/>
                                  </a:cubicBezTo>
                                  <a:cubicBezTo>
                                    <a:pt x="303" y="380"/>
                                    <a:pt x="303" y="380"/>
                                    <a:pt x="303" y="380"/>
                                  </a:cubicBezTo>
                                  <a:cubicBezTo>
                                    <a:pt x="303" y="380"/>
                                    <a:pt x="303" y="380"/>
                                    <a:pt x="303" y="380"/>
                                  </a:cubicBezTo>
                                  <a:cubicBezTo>
                                    <a:pt x="303" y="379"/>
                                    <a:pt x="303" y="379"/>
                                    <a:pt x="302" y="379"/>
                                  </a:cubicBezTo>
                                  <a:cubicBezTo>
                                    <a:pt x="302" y="379"/>
                                    <a:pt x="302" y="379"/>
                                    <a:pt x="302" y="379"/>
                                  </a:cubicBezTo>
                                  <a:cubicBezTo>
                                    <a:pt x="302" y="379"/>
                                    <a:pt x="302" y="379"/>
                                    <a:pt x="302" y="379"/>
                                  </a:cubicBezTo>
                                  <a:cubicBezTo>
                                    <a:pt x="303" y="378"/>
                                    <a:pt x="303" y="378"/>
                                    <a:pt x="303" y="378"/>
                                  </a:cubicBezTo>
                                  <a:cubicBezTo>
                                    <a:pt x="303" y="378"/>
                                    <a:pt x="303" y="378"/>
                                    <a:pt x="303" y="378"/>
                                  </a:cubicBezTo>
                                  <a:cubicBezTo>
                                    <a:pt x="303" y="377"/>
                                    <a:pt x="303" y="377"/>
                                    <a:pt x="303" y="377"/>
                                  </a:cubicBezTo>
                                  <a:cubicBezTo>
                                    <a:pt x="303" y="377"/>
                                    <a:pt x="304" y="377"/>
                                    <a:pt x="304" y="377"/>
                                  </a:cubicBezTo>
                                  <a:cubicBezTo>
                                    <a:pt x="304" y="377"/>
                                    <a:pt x="304" y="376"/>
                                    <a:pt x="304" y="376"/>
                                  </a:cubicBezTo>
                                  <a:cubicBezTo>
                                    <a:pt x="305" y="376"/>
                                    <a:pt x="305" y="375"/>
                                    <a:pt x="306" y="375"/>
                                  </a:cubicBezTo>
                                  <a:cubicBezTo>
                                    <a:pt x="305" y="375"/>
                                    <a:pt x="305" y="374"/>
                                    <a:pt x="305" y="374"/>
                                  </a:cubicBezTo>
                                  <a:cubicBezTo>
                                    <a:pt x="305" y="374"/>
                                    <a:pt x="306" y="374"/>
                                    <a:pt x="306" y="374"/>
                                  </a:cubicBezTo>
                                  <a:cubicBezTo>
                                    <a:pt x="306" y="374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2"/>
                                    <a:pt x="307" y="372"/>
                                    <a:pt x="307" y="372"/>
                                  </a:cubicBezTo>
                                  <a:cubicBezTo>
                                    <a:pt x="307" y="371"/>
                                    <a:pt x="307" y="371"/>
                                    <a:pt x="308" y="370"/>
                                  </a:cubicBezTo>
                                  <a:cubicBezTo>
                                    <a:pt x="308" y="370"/>
                                    <a:pt x="308" y="370"/>
                                    <a:pt x="308" y="370"/>
                                  </a:cubicBezTo>
                                  <a:cubicBezTo>
                                    <a:pt x="308" y="370"/>
                                    <a:pt x="308" y="370"/>
                                    <a:pt x="309" y="370"/>
                                  </a:cubicBezTo>
                                  <a:cubicBezTo>
                                    <a:pt x="308" y="370"/>
                                    <a:pt x="308" y="370"/>
                                    <a:pt x="308" y="370"/>
                                  </a:cubicBezTo>
                                  <a:cubicBezTo>
                                    <a:pt x="307" y="370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8"/>
                                    <a:pt x="307" y="368"/>
                                    <a:pt x="307" y="368"/>
                                  </a:cubicBezTo>
                                  <a:cubicBezTo>
                                    <a:pt x="307" y="368"/>
                                    <a:pt x="308" y="368"/>
                                    <a:pt x="308" y="368"/>
                                  </a:cubicBezTo>
                                  <a:cubicBezTo>
                                    <a:pt x="308" y="367"/>
                                    <a:pt x="308" y="367"/>
                                    <a:pt x="307" y="367"/>
                                  </a:cubicBezTo>
                                  <a:cubicBezTo>
                                    <a:pt x="308" y="367"/>
                                    <a:pt x="309" y="366"/>
                                    <a:pt x="310" y="366"/>
                                  </a:cubicBezTo>
                                  <a:cubicBezTo>
                                    <a:pt x="310" y="366"/>
                                    <a:pt x="310" y="366"/>
                                    <a:pt x="310" y="366"/>
                                  </a:cubicBezTo>
                                  <a:cubicBezTo>
                                    <a:pt x="310" y="366"/>
                                    <a:pt x="310" y="366"/>
                                    <a:pt x="310" y="366"/>
                                  </a:cubicBezTo>
                                  <a:cubicBezTo>
                                    <a:pt x="310" y="366"/>
                                    <a:pt x="309" y="366"/>
                                    <a:pt x="309" y="366"/>
                                  </a:cubicBezTo>
                                  <a:cubicBezTo>
                                    <a:pt x="308" y="366"/>
                                    <a:pt x="308" y="366"/>
                                    <a:pt x="307" y="367"/>
                                  </a:cubicBezTo>
                                  <a:cubicBezTo>
                                    <a:pt x="307" y="366"/>
                                    <a:pt x="307" y="366"/>
                                    <a:pt x="307" y="365"/>
                                  </a:cubicBezTo>
                                  <a:cubicBezTo>
                                    <a:pt x="307" y="364"/>
                                    <a:pt x="307" y="362"/>
                                    <a:pt x="307" y="361"/>
                                  </a:cubicBezTo>
                                  <a:cubicBezTo>
                                    <a:pt x="307" y="361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59"/>
                                    <a:pt x="308" y="359"/>
                                    <a:pt x="308" y="359"/>
                                  </a:cubicBezTo>
                                  <a:cubicBezTo>
                                    <a:pt x="308" y="359"/>
                                    <a:pt x="307" y="359"/>
                                    <a:pt x="307" y="359"/>
                                  </a:cubicBezTo>
                                  <a:cubicBezTo>
                                    <a:pt x="307" y="358"/>
                                    <a:pt x="307" y="358"/>
                                    <a:pt x="307" y="358"/>
                                  </a:cubicBezTo>
                                  <a:cubicBezTo>
                                    <a:pt x="307" y="357"/>
                                    <a:pt x="307" y="357"/>
                                    <a:pt x="307" y="357"/>
                                  </a:cubicBezTo>
                                  <a:cubicBezTo>
                                    <a:pt x="306" y="357"/>
                                    <a:pt x="306" y="357"/>
                                    <a:pt x="306" y="357"/>
                                  </a:cubicBezTo>
                                  <a:cubicBezTo>
                                    <a:pt x="306" y="357"/>
                                    <a:pt x="306" y="357"/>
                                    <a:pt x="306" y="356"/>
                                  </a:cubicBezTo>
                                  <a:cubicBezTo>
                                    <a:pt x="306" y="356"/>
                                    <a:pt x="306" y="356"/>
                                    <a:pt x="306" y="356"/>
                                  </a:cubicBezTo>
                                  <a:cubicBezTo>
                                    <a:pt x="306" y="355"/>
                                    <a:pt x="306" y="355"/>
                                    <a:pt x="306" y="355"/>
                                  </a:cubicBezTo>
                                  <a:cubicBezTo>
                                    <a:pt x="306" y="354"/>
                                    <a:pt x="305" y="354"/>
                                    <a:pt x="305" y="354"/>
                                  </a:cubicBezTo>
                                  <a:cubicBezTo>
                                    <a:pt x="305" y="354"/>
                                    <a:pt x="305" y="354"/>
                                    <a:pt x="304" y="354"/>
                                  </a:cubicBezTo>
                                  <a:cubicBezTo>
                                    <a:pt x="304" y="354"/>
                                    <a:pt x="304" y="354"/>
                                    <a:pt x="304" y="354"/>
                                  </a:cubicBezTo>
                                  <a:cubicBezTo>
                                    <a:pt x="305" y="353"/>
                                    <a:pt x="305" y="353"/>
                                    <a:pt x="305" y="353"/>
                                  </a:cubicBezTo>
                                  <a:cubicBezTo>
                                    <a:pt x="305" y="353"/>
                                    <a:pt x="305" y="353"/>
                                    <a:pt x="305" y="353"/>
                                  </a:cubicBezTo>
                                  <a:cubicBezTo>
                                    <a:pt x="305" y="353"/>
                                    <a:pt x="305" y="353"/>
                                    <a:pt x="305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1"/>
                                    <a:pt x="304" y="350"/>
                                    <a:pt x="304" y="349"/>
                                  </a:cubicBezTo>
                                  <a:cubicBezTo>
                                    <a:pt x="304" y="349"/>
                                    <a:pt x="304" y="349"/>
                                    <a:pt x="304" y="348"/>
                                  </a:cubicBezTo>
                                  <a:cubicBezTo>
                                    <a:pt x="304" y="348"/>
                                    <a:pt x="304" y="348"/>
                                    <a:pt x="304" y="348"/>
                                  </a:cubicBezTo>
                                  <a:cubicBezTo>
                                    <a:pt x="304" y="347"/>
                                    <a:pt x="304" y="347"/>
                                    <a:pt x="304" y="347"/>
                                  </a:cubicBezTo>
                                  <a:cubicBezTo>
                                    <a:pt x="304" y="346"/>
                                    <a:pt x="304" y="346"/>
                                    <a:pt x="304" y="346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4"/>
                                    <a:pt x="305" y="344"/>
                                    <a:pt x="305" y="344"/>
                                  </a:cubicBezTo>
                                  <a:cubicBezTo>
                                    <a:pt x="304" y="343"/>
                                    <a:pt x="305" y="341"/>
                                    <a:pt x="305" y="340"/>
                                  </a:cubicBezTo>
                                  <a:cubicBezTo>
                                    <a:pt x="304" y="339"/>
                                    <a:pt x="304" y="337"/>
                                    <a:pt x="304" y="336"/>
                                  </a:cubicBezTo>
                                  <a:cubicBezTo>
                                    <a:pt x="304" y="336"/>
                                    <a:pt x="304" y="335"/>
                                    <a:pt x="304" y="335"/>
                                  </a:cubicBezTo>
                                  <a:cubicBezTo>
                                    <a:pt x="304" y="335"/>
                                    <a:pt x="304" y="334"/>
                                    <a:pt x="304" y="334"/>
                                  </a:cubicBezTo>
                                  <a:cubicBezTo>
                                    <a:pt x="304" y="334"/>
                                    <a:pt x="305" y="334"/>
                                    <a:pt x="305" y="333"/>
                                  </a:cubicBezTo>
                                  <a:cubicBezTo>
                                    <a:pt x="304" y="333"/>
                                    <a:pt x="304" y="332"/>
                                    <a:pt x="304" y="333"/>
                                  </a:cubicBezTo>
                                  <a:cubicBezTo>
                                    <a:pt x="304" y="332"/>
                                    <a:pt x="304" y="331"/>
                                    <a:pt x="305" y="330"/>
                                  </a:cubicBezTo>
                                  <a:cubicBezTo>
                                    <a:pt x="305" y="330"/>
                                    <a:pt x="306" y="329"/>
                                    <a:pt x="307" y="330"/>
                                  </a:cubicBezTo>
                                  <a:cubicBezTo>
                                    <a:pt x="307" y="331"/>
                                    <a:pt x="308" y="331"/>
                                    <a:pt x="308" y="332"/>
                                  </a:cubicBezTo>
                                  <a:cubicBezTo>
                                    <a:pt x="309" y="332"/>
                                    <a:pt x="309" y="332"/>
                                    <a:pt x="310" y="332"/>
                                  </a:cubicBezTo>
                                  <a:cubicBezTo>
                                    <a:pt x="310" y="332"/>
                                    <a:pt x="311" y="332"/>
                                    <a:pt x="311" y="332"/>
                                  </a:cubicBezTo>
                                  <a:cubicBezTo>
                                    <a:pt x="311" y="332"/>
                                    <a:pt x="311" y="332"/>
                                    <a:pt x="310" y="331"/>
                                  </a:cubicBezTo>
                                  <a:cubicBezTo>
                                    <a:pt x="310" y="331"/>
                                    <a:pt x="309" y="331"/>
                                    <a:pt x="309" y="330"/>
                                  </a:cubicBezTo>
                                  <a:cubicBezTo>
                                    <a:pt x="308" y="330"/>
                                    <a:pt x="308" y="329"/>
                                    <a:pt x="308" y="329"/>
                                  </a:cubicBezTo>
                                  <a:cubicBezTo>
                                    <a:pt x="308" y="328"/>
                                    <a:pt x="308" y="328"/>
                                    <a:pt x="308" y="328"/>
                                  </a:cubicBezTo>
                                  <a:cubicBezTo>
                                    <a:pt x="308" y="327"/>
                                    <a:pt x="308" y="327"/>
                                    <a:pt x="308" y="327"/>
                                  </a:cubicBezTo>
                                  <a:cubicBezTo>
                                    <a:pt x="308" y="327"/>
                                    <a:pt x="307" y="328"/>
                                    <a:pt x="307" y="327"/>
                                  </a:cubicBezTo>
                                  <a:cubicBezTo>
                                    <a:pt x="307" y="327"/>
                                    <a:pt x="307" y="327"/>
                                    <a:pt x="306" y="327"/>
                                  </a:cubicBezTo>
                                  <a:cubicBezTo>
                                    <a:pt x="306" y="326"/>
                                    <a:pt x="307" y="324"/>
                                    <a:pt x="308" y="324"/>
                                  </a:cubicBezTo>
                                  <a:cubicBezTo>
                                    <a:pt x="309" y="322"/>
                                    <a:pt x="311" y="322"/>
                                    <a:pt x="313" y="321"/>
                                  </a:cubicBezTo>
                                  <a:cubicBezTo>
                                    <a:pt x="314" y="321"/>
                                    <a:pt x="315" y="321"/>
                                    <a:pt x="316" y="320"/>
                                  </a:cubicBezTo>
                                  <a:cubicBezTo>
                                    <a:pt x="316" y="321"/>
                                    <a:pt x="316" y="321"/>
                                    <a:pt x="316" y="322"/>
                                  </a:cubicBezTo>
                                  <a:cubicBezTo>
                                    <a:pt x="317" y="321"/>
                                    <a:pt x="317" y="321"/>
                                    <a:pt x="317" y="320"/>
                                  </a:cubicBezTo>
                                  <a:cubicBezTo>
                                    <a:pt x="317" y="320"/>
                                    <a:pt x="318" y="320"/>
                                    <a:pt x="319" y="320"/>
                                  </a:cubicBezTo>
                                  <a:cubicBezTo>
                                    <a:pt x="321" y="320"/>
                                    <a:pt x="323" y="321"/>
                                    <a:pt x="324" y="322"/>
                                  </a:cubicBezTo>
                                  <a:cubicBezTo>
                                    <a:pt x="324" y="321"/>
                                    <a:pt x="325" y="321"/>
                                    <a:pt x="325" y="322"/>
                                  </a:cubicBezTo>
                                  <a:cubicBezTo>
                                    <a:pt x="325" y="322"/>
                                    <a:pt x="325" y="322"/>
                                    <a:pt x="325" y="322"/>
                                  </a:cubicBezTo>
                                  <a:cubicBezTo>
                                    <a:pt x="326" y="323"/>
                                    <a:pt x="326" y="323"/>
                                    <a:pt x="326" y="323"/>
                                  </a:cubicBezTo>
                                  <a:cubicBezTo>
                                    <a:pt x="327" y="323"/>
                                    <a:pt x="327" y="324"/>
                                    <a:pt x="326" y="325"/>
                                  </a:cubicBezTo>
                                  <a:cubicBezTo>
                                    <a:pt x="327" y="325"/>
                                    <a:pt x="327" y="325"/>
                                    <a:pt x="328" y="325"/>
                                  </a:cubicBezTo>
                                  <a:cubicBezTo>
                                    <a:pt x="328" y="324"/>
                                    <a:pt x="328" y="324"/>
                                    <a:pt x="329" y="324"/>
                                  </a:cubicBezTo>
                                  <a:cubicBezTo>
                                    <a:pt x="330" y="323"/>
                                    <a:pt x="331" y="323"/>
                                    <a:pt x="333" y="324"/>
                                  </a:cubicBezTo>
                                  <a:cubicBezTo>
                                    <a:pt x="334" y="324"/>
                                    <a:pt x="334" y="324"/>
                                    <a:pt x="335" y="324"/>
                                  </a:cubicBezTo>
                                  <a:cubicBezTo>
                                    <a:pt x="336" y="324"/>
                                    <a:pt x="336" y="325"/>
                                    <a:pt x="337" y="325"/>
                                  </a:cubicBezTo>
                                  <a:cubicBezTo>
                                    <a:pt x="338" y="325"/>
                                    <a:pt x="339" y="326"/>
                                    <a:pt x="339" y="326"/>
                                  </a:cubicBezTo>
                                  <a:cubicBezTo>
                                    <a:pt x="340" y="326"/>
                                    <a:pt x="340" y="326"/>
                                    <a:pt x="341" y="326"/>
                                  </a:cubicBezTo>
                                  <a:cubicBezTo>
                                    <a:pt x="341" y="326"/>
                                    <a:pt x="341" y="327"/>
                                    <a:pt x="341" y="327"/>
                                  </a:cubicBezTo>
                                  <a:cubicBezTo>
                                    <a:pt x="341" y="327"/>
                                    <a:pt x="340" y="327"/>
                                    <a:pt x="340" y="327"/>
                                  </a:cubicBezTo>
                                  <a:cubicBezTo>
                                    <a:pt x="339" y="327"/>
                                    <a:pt x="339" y="328"/>
                                    <a:pt x="339" y="329"/>
                                  </a:cubicBezTo>
                                  <a:cubicBezTo>
                                    <a:pt x="339" y="330"/>
                                    <a:pt x="339" y="331"/>
                                    <a:pt x="338" y="332"/>
                                  </a:cubicBezTo>
                                  <a:cubicBezTo>
                                    <a:pt x="337" y="333"/>
                                    <a:pt x="337" y="335"/>
                                    <a:pt x="335" y="335"/>
                                  </a:cubicBezTo>
                                  <a:cubicBezTo>
                                    <a:pt x="336" y="335"/>
                                    <a:pt x="336" y="336"/>
                                    <a:pt x="335" y="336"/>
                                  </a:cubicBezTo>
                                  <a:cubicBezTo>
                                    <a:pt x="335" y="337"/>
                                    <a:pt x="335" y="337"/>
                                    <a:pt x="335" y="338"/>
                                  </a:cubicBezTo>
                                  <a:cubicBezTo>
                                    <a:pt x="334" y="339"/>
                                    <a:pt x="334" y="340"/>
                                    <a:pt x="334" y="341"/>
                                  </a:cubicBezTo>
                                  <a:cubicBezTo>
                                    <a:pt x="333" y="341"/>
                                    <a:pt x="333" y="342"/>
                                    <a:pt x="332" y="342"/>
                                  </a:cubicBezTo>
                                  <a:cubicBezTo>
                                    <a:pt x="332" y="342"/>
                                    <a:pt x="332" y="342"/>
                                    <a:pt x="333" y="343"/>
                                  </a:cubicBezTo>
                                  <a:cubicBezTo>
                                    <a:pt x="333" y="343"/>
                                    <a:pt x="333" y="343"/>
                                    <a:pt x="333" y="343"/>
                                  </a:cubicBezTo>
                                  <a:cubicBezTo>
                                    <a:pt x="332" y="346"/>
                                    <a:pt x="330" y="349"/>
                                    <a:pt x="329" y="352"/>
                                  </a:cubicBezTo>
                                  <a:cubicBezTo>
                                    <a:pt x="329" y="353"/>
                                    <a:pt x="328" y="353"/>
                                    <a:pt x="328" y="354"/>
                                  </a:cubicBezTo>
                                  <a:cubicBezTo>
                                    <a:pt x="327" y="354"/>
                                    <a:pt x="326" y="354"/>
                                    <a:pt x="325" y="354"/>
                                  </a:cubicBezTo>
                                  <a:cubicBezTo>
                                    <a:pt x="324" y="353"/>
                                    <a:pt x="323" y="353"/>
                                    <a:pt x="322" y="353"/>
                                  </a:cubicBezTo>
                                  <a:cubicBezTo>
                                    <a:pt x="321" y="352"/>
                                    <a:pt x="321" y="352"/>
                                    <a:pt x="321" y="352"/>
                                  </a:cubicBezTo>
                                  <a:cubicBezTo>
                                    <a:pt x="321" y="352"/>
                                    <a:pt x="321" y="352"/>
                                    <a:pt x="320" y="352"/>
                                  </a:cubicBezTo>
                                  <a:cubicBezTo>
                                    <a:pt x="320" y="352"/>
                                    <a:pt x="320" y="352"/>
                                    <a:pt x="320" y="352"/>
                                  </a:cubicBezTo>
                                  <a:cubicBezTo>
                                    <a:pt x="319" y="352"/>
                                    <a:pt x="319" y="352"/>
                                    <a:pt x="318" y="352"/>
                                  </a:cubicBezTo>
                                  <a:cubicBezTo>
                                    <a:pt x="317" y="352"/>
                                    <a:pt x="315" y="352"/>
                                    <a:pt x="314" y="353"/>
                                  </a:cubicBezTo>
                                  <a:cubicBezTo>
                                    <a:pt x="314" y="353"/>
                                    <a:pt x="313" y="353"/>
                                    <a:pt x="313" y="353"/>
                                  </a:cubicBezTo>
                                  <a:cubicBezTo>
                                    <a:pt x="313" y="353"/>
                                    <a:pt x="313" y="354"/>
                                    <a:pt x="313" y="354"/>
                                  </a:cubicBezTo>
                                  <a:cubicBezTo>
                                    <a:pt x="314" y="353"/>
                                    <a:pt x="315" y="354"/>
                                    <a:pt x="316" y="354"/>
                                  </a:cubicBezTo>
                                  <a:cubicBezTo>
                                    <a:pt x="317" y="355"/>
                                    <a:pt x="316" y="355"/>
                                    <a:pt x="316" y="355"/>
                                  </a:cubicBezTo>
                                  <a:cubicBezTo>
                                    <a:pt x="316" y="355"/>
                                    <a:pt x="317" y="355"/>
                                    <a:pt x="317" y="356"/>
                                  </a:cubicBezTo>
                                  <a:cubicBezTo>
                                    <a:pt x="317" y="356"/>
                                    <a:pt x="317" y="356"/>
                                    <a:pt x="318" y="356"/>
                                  </a:cubicBezTo>
                                  <a:cubicBezTo>
                                    <a:pt x="318" y="357"/>
                                    <a:pt x="318" y="357"/>
                                    <a:pt x="318" y="357"/>
                                  </a:cubicBezTo>
                                  <a:cubicBezTo>
                                    <a:pt x="318" y="357"/>
                                    <a:pt x="318" y="358"/>
                                    <a:pt x="318" y="358"/>
                                  </a:cubicBezTo>
                                  <a:cubicBezTo>
                                    <a:pt x="319" y="358"/>
                                    <a:pt x="318" y="358"/>
                                    <a:pt x="318" y="358"/>
                                  </a:cubicBezTo>
                                  <a:cubicBezTo>
                                    <a:pt x="318" y="359"/>
                                    <a:pt x="319" y="359"/>
                                    <a:pt x="319" y="359"/>
                                  </a:cubicBezTo>
                                  <a:cubicBezTo>
                                    <a:pt x="319" y="359"/>
                                    <a:pt x="319" y="360"/>
                                    <a:pt x="319" y="360"/>
                                  </a:cubicBezTo>
                                  <a:cubicBezTo>
                                    <a:pt x="318" y="360"/>
                                    <a:pt x="318" y="361"/>
                                    <a:pt x="318" y="361"/>
                                  </a:cubicBezTo>
                                  <a:cubicBezTo>
                                    <a:pt x="318" y="361"/>
                                    <a:pt x="318" y="361"/>
                                    <a:pt x="318" y="362"/>
                                  </a:cubicBezTo>
                                  <a:cubicBezTo>
                                    <a:pt x="318" y="362"/>
                                    <a:pt x="318" y="362"/>
                                    <a:pt x="318" y="362"/>
                                  </a:cubicBezTo>
                                  <a:cubicBezTo>
                                    <a:pt x="318" y="362"/>
                                    <a:pt x="317" y="362"/>
                                    <a:pt x="317" y="362"/>
                                  </a:cubicBezTo>
                                  <a:cubicBezTo>
                                    <a:pt x="316" y="363"/>
                                    <a:pt x="316" y="363"/>
                                    <a:pt x="316" y="364"/>
                                  </a:cubicBezTo>
                                  <a:cubicBezTo>
                                    <a:pt x="316" y="365"/>
                                    <a:pt x="315" y="366"/>
                                    <a:pt x="315" y="367"/>
                                  </a:cubicBezTo>
                                  <a:cubicBezTo>
                                    <a:pt x="315" y="367"/>
                                    <a:pt x="315" y="368"/>
                                    <a:pt x="315" y="368"/>
                                  </a:cubicBezTo>
                                  <a:cubicBezTo>
                                    <a:pt x="314" y="369"/>
                                    <a:pt x="314" y="369"/>
                                    <a:pt x="313" y="369"/>
                                  </a:cubicBezTo>
                                  <a:cubicBezTo>
                                    <a:pt x="312" y="369"/>
                                    <a:pt x="311" y="370"/>
                                    <a:pt x="311" y="370"/>
                                  </a:cubicBezTo>
                                  <a:cubicBezTo>
                                    <a:pt x="310" y="370"/>
                                    <a:pt x="310" y="370"/>
                                    <a:pt x="310" y="370"/>
                                  </a:cubicBezTo>
                                  <a:cubicBezTo>
                                    <a:pt x="310" y="370"/>
                                    <a:pt x="311" y="370"/>
                                    <a:pt x="312" y="370"/>
                                  </a:cubicBezTo>
                                  <a:cubicBezTo>
                                    <a:pt x="312" y="371"/>
                                    <a:pt x="312" y="371"/>
                                    <a:pt x="312" y="371"/>
                                  </a:cubicBezTo>
                                  <a:cubicBezTo>
                                    <a:pt x="312" y="372"/>
                                    <a:pt x="312" y="372"/>
                                    <a:pt x="312" y="373"/>
                                  </a:cubicBezTo>
                                  <a:cubicBezTo>
                                    <a:pt x="311" y="373"/>
                                    <a:pt x="311" y="373"/>
                                    <a:pt x="310" y="373"/>
                                  </a:cubicBezTo>
                                  <a:cubicBezTo>
                                    <a:pt x="310" y="373"/>
                                    <a:pt x="309" y="373"/>
                                    <a:pt x="309" y="373"/>
                                  </a:cubicBezTo>
                                  <a:cubicBezTo>
                                    <a:pt x="309" y="373"/>
                                    <a:pt x="309" y="373"/>
                                    <a:pt x="309" y="373"/>
                                  </a:cubicBezTo>
                                  <a:cubicBezTo>
                                    <a:pt x="308" y="373"/>
                                    <a:pt x="309" y="373"/>
                                    <a:pt x="309" y="373"/>
                                  </a:cubicBezTo>
                                  <a:cubicBezTo>
                                    <a:pt x="309" y="373"/>
                                    <a:pt x="310" y="373"/>
                                    <a:pt x="310" y="374"/>
                                  </a:cubicBezTo>
                                  <a:cubicBezTo>
                                    <a:pt x="311" y="374"/>
                                    <a:pt x="311" y="374"/>
                                    <a:pt x="311" y="374"/>
                                  </a:cubicBezTo>
                                  <a:cubicBezTo>
                                    <a:pt x="311" y="374"/>
                                    <a:pt x="311" y="375"/>
                                    <a:pt x="311" y="375"/>
                                  </a:cubicBezTo>
                                  <a:cubicBezTo>
                                    <a:pt x="312" y="375"/>
                                    <a:pt x="312" y="374"/>
                                    <a:pt x="312" y="374"/>
                                  </a:cubicBezTo>
                                  <a:cubicBezTo>
                                    <a:pt x="313" y="374"/>
                                    <a:pt x="313" y="374"/>
                                    <a:pt x="313" y="374"/>
                                  </a:cubicBezTo>
                                  <a:cubicBezTo>
                                    <a:pt x="313" y="374"/>
                                    <a:pt x="313" y="374"/>
                                    <a:pt x="313" y="375"/>
                                  </a:cubicBezTo>
                                  <a:cubicBezTo>
                                    <a:pt x="313" y="375"/>
                                    <a:pt x="313" y="375"/>
                                    <a:pt x="312" y="376"/>
                                  </a:cubicBezTo>
                                  <a:cubicBezTo>
                                    <a:pt x="312" y="376"/>
                                    <a:pt x="312" y="376"/>
                                    <a:pt x="313" y="376"/>
                                  </a:cubicBezTo>
                                  <a:cubicBezTo>
                                    <a:pt x="313" y="376"/>
                                    <a:pt x="313" y="376"/>
                                    <a:pt x="313" y="376"/>
                                  </a:cubicBezTo>
                                  <a:cubicBezTo>
                                    <a:pt x="313" y="376"/>
                                    <a:pt x="314" y="375"/>
                                    <a:pt x="314" y="375"/>
                                  </a:cubicBezTo>
                                  <a:cubicBezTo>
                                    <a:pt x="314" y="375"/>
                                    <a:pt x="314" y="375"/>
                                    <a:pt x="314" y="375"/>
                                  </a:cubicBezTo>
                                  <a:cubicBezTo>
                                    <a:pt x="314" y="374"/>
                                    <a:pt x="314" y="374"/>
                                    <a:pt x="314" y="374"/>
                                  </a:cubicBezTo>
                                  <a:cubicBezTo>
                                    <a:pt x="314" y="374"/>
                                    <a:pt x="314" y="375"/>
                                    <a:pt x="314" y="375"/>
                                  </a:cubicBezTo>
                                  <a:cubicBezTo>
                                    <a:pt x="315" y="375"/>
                                    <a:pt x="315" y="374"/>
                                    <a:pt x="315" y="374"/>
                                  </a:cubicBezTo>
                                  <a:cubicBezTo>
                                    <a:pt x="315" y="375"/>
                                    <a:pt x="315" y="375"/>
                                    <a:pt x="315" y="375"/>
                                  </a:cubicBezTo>
                                  <a:cubicBezTo>
                                    <a:pt x="316" y="375"/>
                                    <a:pt x="316" y="375"/>
                                    <a:pt x="316" y="375"/>
                                  </a:cubicBezTo>
                                  <a:cubicBezTo>
                                    <a:pt x="317" y="375"/>
                                    <a:pt x="317" y="375"/>
                                    <a:pt x="317" y="375"/>
                                  </a:cubicBezTo>
                                  <a:cubicBezTo>
                                    <a:pt x="318" y="375"/>
                                    <a:pt x="318" y="376"/>
                                    <a:pt x="317" y="376"/>
                                  </a:cubicBezTo>
                                  <a:cubicBezTo>
                                    <a:pt x="317" y="376"/>
                                    <a:pt x="316" y="377"/>
                                    <a:pt x="317" y="377"/>
                                  </a:cubicBezTo>
                                  <a:cubicBezTo>
                                    <a:pt x="317" y="377"/>
                                    <a:pt x="317" y="377"/>
                                    <a:pt x="317" y="378"/>
                                  </a:cubicBezTo>
                                  <a:cubicBezTo>
                                    <a:pt x="317" y="378"/>
                                    <a:pt x="318" y="379"/>
                                    <a:pt x="319" y="380"/>
                                  </a:cubicBezTo>
                                  <a:cubicBezTo>
                                    <a:pt x="319" y="380"/>
                                    <a:pt x="320" y="381"/>
                                    <a:pt x="321" y="381"/>
                                  </a:cubicBezTo>
                                  <a:cubicBezTo>
                                    <a:pt x="320" y="382"/>
                                    <a:pt x="321" y="383"/>
                                    <a:pt x="321" y="383"/>
                                  </a:cubicBezTo>
                                  <a:cubicBezTo>
                                    <a:pt x="322" y="383"/>
                                    <a:pt x="322" y="383"/>
                                    <a:pt x="322" y="383"/>
                                  </a:cubicBezTo>
                                  <a:cubicBezTo>
                                    <a:pt x="322" y="384"/>
                                    <a:pt x="322" y="384"/>
                                    <a:pt x="322" y="384"/>
                                  </a:cubicBezTo>
                                  <a:cubicBezTo>
                                    <a:pt x="322" y="384"/>
                                    <a:pt x="322" y="385"/>
                                    <a:pt x="322" y="386"/>
                                  </a:cubicBezTo>
                                  <a:cubicBezTo>
                                    <a:pt x="323" y="386"/>
                                    <a:pt x="323" y="386"/>
                                    <a:pt x="323" y="387"/>
                                  </a:cubicBezTo>
                                  <a:cubicBezTo>
                                    <a:pt x="323" y="387"/>
                                    <a:pt x="323" y="387"/>
                                    <a:pt x="323" y="387"/>
                                  </a:cubicBezTo>
                                  <a:cubicBezTo>
                                    <a:pt x="323" y="388"/>
                                    <a:pt x="323" y="388"/>
                                    <a:pt x="323" y="389"/>
                                  </a:cubicBezTo>
                                  <a:cubicBezTo>
                                    <a:pt x="323" y="389"/>
                                    <a:pt x="323" y="390"/>
                                    <a:pt x="323" y="390"/>
                                  </a:cubicBezTo>
                                  <a:cubicBezTo>
                                    <a:pt x="323" y="390"/>
                                    <a:pt x="323" y="390"/>
                                    <a:pt x="323" y="391"/>
                                  </a:cubicBezTo>
                                  <a:cubicBezTo>
                                    <a:pt x="323" y="391"/>
                                    <a:pt x="323" y="391"/>
                                    <a:pt x="323" y="391"/>
                                  </a:cubicBezTo>
                                  <a:cubicBezTo>
                                    <a:pt x="323" y="392"/>
                                    <a:pt x="323" y="392"/>
                                    <a:pt x="323" y="393"/>
                                  </a:cubicBezTo>
                                  <a:cubicBezTo>
                                    <a:pt x="323" y="393"/>
                                    <a:pt x="323" y="394"/>
                                    <a:pt x="323" y="394"/>
                                  </a:cubicBezTo>
                                  <a:cubicBezTo>
                                    <a:pt x="323" y="394"/>
                                    <a:pt x="323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5"/>
                                  </a:cubicBezTo>
                                  <a:cubicBezTo>
                                    <a:pt x="323" y="395"/>
                                    <a:pt x="323" y="395"/>
                                    <a:pt x="323" y="395"/>
                                  </a:cubicBezTo>
                                  <a:cubicBezTo>
                                    <a:pt x="323" y="395"/>
                                    <a:pt x="324" y="395"/>
                                    <a:pt x="324" y="395"/>
                                  </a:cubicBezTo>
                                  <a:cubicBezTo>
                                    <a:pt x="324" y="395"/>
                                    <a:pt x="324" y="396"/>
                                    <a:pt x="324" y="396"/>
                                  </a:cubicBezTo>
                                  <a:cubicBezTo>
                                    <a:pt x="324" y="396"/>
                                    <a:pt x="324" y="397"/>
                                    <a:pt x="324" y="397"/>
                                  </a:cubicBezTo>
                                  <a:cubicBezTo>
                                    <a:pt x="325" y="397"/>
                                    <a:pt x="325" y="397"/>
                                    <a:pt x="325" y="397"/>
                                  </a:cubicBezTo>
                                  <a:cubicBezTo>
                                    <a:pt x="325" y="398"/>
                                    <a:pt x="326" y="398"/>
                                    <a:pt x="326" y="398"/>
                                  </a:cubicBezTo>
                                  <a:cubicBezTo>
                                    <a:pt x="326" y="398"/>
                                    <a:pt x="326" y="398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6" y="399"/>
                                  </a:cubicBezTo>
                                  <a:cubicBezTo>
                                    <a:pt x="326" y="400"/>
                                    <a:pt x="327" y="400"/>
                                    <a:pt x="327" y="400"/>
                                  </a:cubicBezTo>
                                  <a:cubicBezTo>
                                    <a:pt x="327" y="400"/>
                                    <a:pt x="327" y="401"/>
                                    <a:pt x="327" y="401"/>
                                  </a:cubicBezTo>
                                  <a:cubicBezTo>
                                    <a:pt x="327" y="401"/>
                                    <a:pt x="327" y="401"/>
                                    <a:pt x="327" y="401"/>
                                  </a:cubicBezTo>
                                  <a:cubicBezTo>
                                    <a:pt x="327" y="401"/>
                                    <a:pt x="327" y="401"/>
                                    <a:pt x="327" y="401"/>
                                  </a:cubicBezTo>
                                  <a:cubicBezTo>
                                    <a:pt x="327" y="402"/>
                                    <a:pt x="327" y="402"/>
                                    <a:pt x="327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4"/>
                                    <a:pt x="328" y="404"/>
                                    <a:pt x="328" y="404"/>
                                  </a:cubicBezTo>
                                  <a:cubicBezTo>
                                    <a:pt x="328" y="404"/>
                                    <a:pt x="328" y="404"/>
                                    <a:pt x="329" y="404"/>
                                  </a:cubicBezTo>
                                  <a:cubicBezTo>
                                    <a:pt x="329" y="404"/>
                                    <a:pt x="329" y="404"/>
                                    <a:pt x="329" y="404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30" y="405"/>
                                    <a:pt x="329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1" y="404"/>
                                  </a:cubicBezTo>
                                  <a:cubicBezTo>
                                    <a:pt x="331" y="404"/>
                                    <a:pt x="331" y="404"/>
                                    <a:pt x="331" y="404"/>
                                  </a:cubicBezTo>
                                  <a:cubicBezTo>
                                    <a:pt x="331" y="404"/>
                                    <a:pt x="331" y="404"/>
                                    <a:pt x="331" y="405"/>
                                  </a:cubicBezTo>
                                  <a:cubicBezTo>
                                    <a:pt x="331" y="405"/>
                                    <a:pt x="330" y="406"/>
                                    <a:pt x="331" y="406"/>
                                  </a:cubicBezTo>
                                  <a:cubicBezTo>
                                    <a:pt x="331" y="406"/>
                                    <a:pt x="331" y="407"/>
                                    <a:pt x="331" y="407"/>
                                  </a:cubicBezTo>
                                  <a:cubicBezTo>
                                    <a:pt x="331" y="407"/>
                                    <a:pt x="331" y="407"/>
                                    <a:pt x="332" y="407"/>
                                  </a:cubicBezTo>
                                  <a:cubicBezTo>
                                    <a:pt x="332" y="407"/>
                                    <a:pt x="332" y="407"/>
                                    <a:pt x="332" y="407"/>
                                  </a:cubicBezTo>
                                  <a:cubicBezTo>
                                    <a:pt x="332" y="407"/>
                                    <a:pt x="332" y="407"/>
                                    <a:pt x="332" y="408"/>
                                  </a:cubicBezTo>
                                  <a:cubicBezTo>
                                    <a:pt x="332" y="408"/>
                                    <a:pt x="332" y="408"/>
                                    <a:pt x="332" y="408"/>
                                  </a:cubicBezTo>
                                  <a:cubicBezTo>
                                    <a:pt x="331" y="408"/>
                                    <a:pt x="331" y="408"/>
                                    <a:pt x="331" y="408"/>
                                  </a:cubicBezTo>
                                  <a:cubicBezTo>
                                    <a:pt x="331" y="408"/>
                                    <a:pt x="331" y="408"/>
                                    <a:pt x="330" y="408"/>
                                  </a:cubicBezTo>
                                  <a:cubicBezTo>
                                    <a:pt x="330" y="408"/>
                                    <a:pt x="329" y="409"/>
                                    <a:pt x="329" y="408"/>
                                  </a:cubicBezTo>
                                  <a:cubicBezTo>
                                    <a:pt x="329" y="408"/>
                                    <a:pt x="328" y="408"/>
                                    <a:pt x="328" y="408"/>
                                  </a:cubicBezTo>
                                  <a:cubicBezTo>
                                    <a:pt x="328" y="408"/>
                                    <a:pt x="328" y="408"/>
                                    <a:pt x="327" y="407"/>
                                  </a:cubicBezTo>
                                  <a:cubicBezTo>
                                    <a:pt x="327" y="407"/>
                                    <a:pt x="327" y="407"/>
                                    <a:pt x="327" y="407"/>
                                  </a:cubicBezTo>
                                  <a:cubicBezTo>
                                    <a:pt x="327" y="407"/>
                                    <a:pt x="327" y="407"/>
                                    <a:pt x="327" y="407"/>
                                  </a:cubicBezTo>
                                  <a:cubicBezTo>
                                    <a:pt x="327" y="407"/>
                                    <a:pt x="326" y="408"/>
                                    <a:pt x="326" y="408"/>
                                  </a:cubicBezTo>
                                  <a:cubicBezTo>
                                    <a:pt x="326" y="408"/>
                                    <a:pt x="326" y="408"/>
                                    <a:pt x="326" y="408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10"/>
                                    <a:pt x="325" y="410"/>
                                    <a:pt x="325" y="410"/>
                                  </a:cubicBezTo>
                                  <a:cubicBezTo>
                                    <a:pt x="325" y="410"/>
                                    <a:pt x="325" y="410"/>
                                    <a:pt x="326" y="410"/>
                                  </a:cubicBezTo>
                                  <a:cubicBezTo>
                                    <a:pt x="326" y="409"/>
                                    <a:pt x="326" y="409"/>
                                    <a:pt x="326" y="409"/>
                                  </a:cubicBezTo>
                                  <a:cubicBezTo>
                                    <a:pt x="326" y="409"/>
                                    <a:pt x="326" y="409"/>
                                    <a:pt x="326" y="409"/>
                                  </a:cubicBezTo>
                                  <a:cubicBezTo>
                                    <a:pt x="327" y="409"/>
                                    <a:pt x="327" y="409"/>
                                    <a:pt x="327" y="409"/>
                                  </a:cubicBezTo>
                                  <a:cubicBezTo>
                                    <a:pt x="328" y="409"/>
                                    <a:pt x="328" y="409"/>
                                    <a:pt x="328" y="409"/>
                                  </a:cubicBezTo>
                                  <a:cubicBezTo>
                                    <a:pt x="328" y="409"/>
                                    <a:pt x="328" y="410"/>
                                    <a:pt x="328" y="410"/>
                                  </a:cubicBezTo>
                                  <a:cubicBezTo>
                                    <a:pt x="329" y="410"/>
                                    <a:pt x="329" y="410"/>
                                    <a:pt x="329" y="411"/>
                                  </a:cubicBezTo>
                                  <a:cubicBezTo>
                                    <a:pt x="329" y="411"/>
                                    <a:pt x="329" y="411"/>
                                    <a:pt x="329" y="411"/>
                                  </a:cubicBezTo>
                                  <a:cubicBezTo>
                                    <a:pt x="328" y="412"/>
                                    <a:pt x="326" y="414"/>
                                    <a:pt x="325" y="415"/>
                                  </a:cubicBezTo>
                                  <a:cubicBezTo>
                                    <a:pt x="325" y="415"/>
                                    <a:pt x="324" y="415"/>
                                    <a:pt x="324" y="416"/>
                                  </a:cubicBezTo>
                                  <a:cubicBezTo>
                                    <a:pt x="324" y="416"/>
                                    <a:pt x="325" y="416"/>
                                    <a:pt x="324" y="416"/>
                                  </a:cubicBezTo>
                                  <a:cubicBezTo>
                                    <a:pt x="324" y="416"/>
                                    <a:pt x="324" y="416"/>
                                    <a:pt x="324" y="416"/>
                                  </a:cubicBezTo>
                                  <a:cubicBezTo>
                                    <a:pt x="324" y="416"/>
                                    <a:pt x="324" y="416"/>
                                    <a:pt x="324" y="417"/>
                                  </a:cubicBezTo>
                                  <a:cubicBezTo>
                                    <a:pt x="325" y="417"/>
                                    <a:pt x="325" y="417"/>
                                    <a:pt x="326" y="417"/>
                                  </a:cubicBezTo>
                                  <a:cubicBezTo>
                                    <a:pt x="326" y="417"/>
                                    <a:pt x="326" y="418"/>
                                    <a:pt x="326" y="418"/>
                                  </a:cubicBezTo>
                                  <a:cubicBezTo>
                                    <a:pt x="327" y="418"/>
                                    <a:pt x="327" y="418"/>
                                    <a:pt x="327" y="418"/>
                                  </a:cubicBezTo>
                                  <a:cubicBezTo>
                                    <a:pt x="327" y="418"/>
                                    <a:pt x="327" y="418"/>
                                    <a:pt x="327" y="418"/>
                                  </a:cubicBezTo>
                                  <a:cubicBezTo>
                                    <a:pt x="327" y="419"/>
                                    <a:pt x="327" y="419"/>
                                    <a:pt x="327" y="419"/>
                                  </a:cubicBezTo>
                                  <a:cubicBezTo>
                                    <a:pt x="328" y="419"/>
                                    <a:pt x="329" y="420"/>
                                    <a:pt x="329" y="421"/>
                                  </a:cubicBezTo>
                                  <a:cubicBezTo>
                                    <a:pt x="330" y="420"/>
                                    <a:pt x="330" y="420"/>
                                    <a:pt x="331" y="420"/>
                                  </a:cubicBezTo>
                                  <a:cubicBezTo>
                                    <a:pt x="331" y="420"/>
                                    <a:pt x="331" y="419"/>
                                    <a:pt x="331" y="419"/>
                                  </a:cubicBezTo>
                                  <a:cubicBezTo>
                                    <a:pt x="331" y="419"/>
                                    <a:pt x="331" y="419"/>
                                    <a:pt x="332" y="418"/>
                                  </a:cubicBezTo>
                                  <a:cubicBezTo>
                                    <a:pt x="332" y="418"/>
                                    <a:pt x="332" y="418"/>
                                    <a:pt x="332" y="418"/>
                                  </a:cubicBezTo>
                                  <a:cubicBezTo>
                                    <a:pt x="332" y="418"/>
                                    <a:pt x="332" y="418"/>
                                    <a:pt x="332" y="418"/>
                                  </a:cubicBezTo>
                                  <a:cubicBezTo>
                                    <a:pt x="333" y="417"/>
                                    <a:pt x="333" y="418"/>
                                    <a:pt x="333" y="418"/>
                                  </a:cubicBezTo>
                                  <a:cubicBezTo>
                                    <a:pt x="333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7"/>
                                    <a:pt x="334" y="417"/>
                                    <a:pt x="334" y="417"/>
                                  </a:cubicBezTo>
                                  <a:cubicBezTo>
                                    <a:pt x="335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8"/>
                                    <a:pt x="335" y="418"/>
                                    <a:pt x="335" y="418"/>
                                  </a:cubicBezTo>
                                  <a:cubicBezTo>
                                    <a:pt x="334" y="419"/>
                                    <a:pt x="334" y="419"/>
                                    <a:pt x="334" y="419"/>
                                  </a:cubicBezTo>
                                  <a:cubicBezTo>
                                    <a:pt x="333" y="419"/>
                                    <a:pt x="333" y="419"/>
                                    <a:pt x="333" y="419"/>
                                  </a:cubicBezTo>
                                  <a:cubicBezTo>
                                    <a:pt x="333" y="420"/>
                                    <a:pt x="333" y="420"/>
                                    <a:pt x="333" y="420"/>
                                  </a:cubicBezTo>
                                  <a:cubicBezTo>
                                    <a:pt x="333" y="420"/>
                                    <a:pt x="332" y="420"/>
                                    <a:pt x="332" y="420"/>
                                  </a:cubicBezTo>
                                  <a:cubicBezTo>
                                    <a:pt x="333" y="420"/>
                                    <a:pt x="333" y="420"/>
                                    <a:pt x="334" y="420"/>
                                  </a:cubicBezTo>
                                  <a:cubicBezTo>
                                    <a:pt x="334" y="420"/>
                                    <a:pt x="334" y="420"/>
                                    <a:pt x="334" y="420"/>
                                  </a:cubicBezTo>
                                  <a:cubicBezTo>
                                    <a:pt x="334" y="420"/>
                                    <a:pt x="334" y="420"/>
                                    <a:pt x="335" y="420"/>
                                  </a:cubicBezTo>
                                  <a:cubicBezTo>
                                    <a:pt x="335" y="420"/>
                                    <a:pt x="335" y="420"/>
                                    <a:pt x="335" y="420"/>
                                  </a:cubicBezTo>
                                  <a:cubicBezTo>
                                    <a:pt x="335" y="420"/>
                                    <a:pt x="336" y="420"/>
                                    <a:pt x="336" y="420"/>
                                  </a:cubicBezTo>
                                  <a:cubicBezTo>
                                    <a:pt x="336" y="421"/>
                                    <a:pt x="337" y="420"/>
                                    <a:pt x="337" y="420"/>
                                  </a:cubicBezTo>
                                  <a:cubicBezTo>
                                    <a:pt x="338" y="420"/>
                                    <a:pt x="338" y="420"/>
                                    <a:pt x="339" y="421"/>
                                  </a:cubicBezTo>
                                  <a:cubicBezTo>
                                    <a:pt x="339" y="421"/>
                                    <a:pt x="339" y="421"/>
                                    <a:pt x="339" y="421"/>
                                  </a:cubicBezTo>
                                  <a:cubicBezTo>
                                    <a:pt x="339" y="421"/>
                                    <a:pt x="339" y="422"/>
                                    <a:pt x="339" y="422"/>
                                  </a:cubicBezTo>
                                  <a:cubicBezTo>
                                    <a:pt x="338" y="422"/>
                                    <a:pt x="338" y="422"/>
                                    <a:pt x="338" y="422"/>
                                  </a:cubicBezTo>
                                  <a:cubicBezTo>
                                    <a:pt x="338" y="422"/>
                                    <a:pt x="338" y="422"/>
                                    <a:pt x="338" y="422"/>
                                  </a:cubicBezTo>
                                  <a:cubicBezTo>
                                    <a:pt x="338" y="423"/>
                                    <a:pt x="337" y="423"/>
                                    <a:pt x="337" y="423"/>
                                  </a:cubicBezTo>
                                  <a:cubicBezTo>
                                    <a:pt x="337" y="423"/>
                                    <a:pt x="336" y="424"/>
                                    <a:pt x="336" y="424"/>
                                  </a:cubicBezTo>
                                  <a:cubicBezTo>
                                    <a:pt x="337" y="424"/>
                                    <a:pt x="337" y="424"/>
                                    <a:pt x="337" y="423"/>
                                  </a:cubicBezTo>
                                  <a:cubicBezTo>
                                    <a:pt x="337" y="423"/>
                                    <a:pt x="338" y="423"/>
                                    <a:pt x="338" y="423"/>
                                  </a:cubicBezTo>
                                  <a:cubicBezTo>
                                    <a:pt x="338" y="423"/>
                                    <a:pt x="338" y="424"/>
                                    <a:pt x="338" y="424"/>
                                  </a:cubicBezTo>
                                  <a:cubicBezTo>
                                    <a:pt x="338" y="424"/>
                                    <a:pt x="338" y="424"/>
                                    <a:pt x="338" y="424"/>
                                  </a:cubicBezTo>
                                  <a:cubicBezTo>
                                    <a:pt x="339" y="424"/>
                                    <a:pt x="339" y="425"/>
                                    <a:pt x="339" y="425"/>
                                  </a:cubicBezTo>
                                  <a:cubicBezTo>
                                    <a:pt x="339" y="425"/>
                                    <a:pt x="339" y="425"/>
                                    <a:pt x="339" y="426"/>
                                  </a:cubicBezTo>
                                  <a:cubicBezTo>
                                    <a:pt x="339" y="426"/>
                                    <a:pt x="338" y="426"/>
                                    <a:pt x="338" y="426"/>
                                  </a:cubicBezTo>
                                  <a:cubicBezTo>
                                    <a:pt x="338" y="426"/>
                                    <a:pt x="338" y="426"/>
                                    <a:pt x="338" y="425"/>
                                  </a:cubicBezTo>
                                  <a:cubicBezTo>
                                    <a:pt x="338" y="425"/>
                                    <a:pt x="338" y="425"/>
                                    <a:pt x="337" y="425"/>
                                  </a:cubicBezTo>
                                  <a:cubicBezTo>
                                    <a:pt x="337" y="425"/>
                                    <a:pt x="337" y="425"/>
                                    <a:pt x="337" y="425"/>
                                  </a:cubicBezTo>
                                  <a:cubicBezTo>
                                    <a:pt x="337" y="425"/>
                                    <a:pt x="337" y="425"/>
                                    <a:pt x="337" y="425"/>
                                  </a:cubicBezTo>
                                  <a:cubicBezTo>
                                    <a:pt x="337" y="424"/>
                                    <a:pt x="337" y="425"/>
                                    <a:pt x="336" y="425"/>
                                  </a:cubicBezTo>
                                  <a:cubicBezTo>
                                    <a:pt x="336" y="425"/>
                                    <a:pt x="337" y="425"/>
                                    <a:pt x="336" y="425"/>
                                  </a:cubicBezTo>
                                  <a:cubicBezTo>
                                    <a:pt x="336" y="425"/>
                                    <a:pt x="336" y="425"/>
                                    <a:pt x="336" y="425"/>
                                  </a:cubicBezTo>
                                  <a:cubicBezTo>
                                    <a:pt x="336" y="425"/>
                                    <a:pt x="336" y="425"/>
                                    <a:pt x="336" y="425"/>
                                  </a:cubicBezTo>
                                  <a:cubicBezTo>
                                    <a:pt x="335" y="425"/>
                                    <a:pt x="335" y="425"/>
                                    <a:pt x="335" y="425"/>
                                  </a:cubicBezTo>
                                  <a:cubicBezTo>
                                    <a:pt x="335" y="424"/>
                                    <a:pt x="336" y="424"/>
                                    <a:pt x="336" y="424"/>
                                  </a:cubicBezTo>
                                  <a:cubicBezTo>
                                    <a:pt x="335" y="424"/>
                                    <a:pt x="335" y="424"/>
                                    <a:pt x="335" y="424"/>
                                  </a:cubicBezTo>
                                  <a:cubicBezTo>
                                    <a:pt x="335" y="424"/>
                                    <a:pt x="334" y="424"/>
                                    <a:pt x="334" y="425"/>
                                  </a:cubicBezTo>
                                  <a:cubicBezTo>
                                    <a:pt x="334" y="425"/>
                                    <a:pt x="334" y="425"/>
                                    <a:pt x="334" y="425"/>
                                  </a:cubicBezTo>
                                  <a:cubicBezTo>
                                    <a:pt x="334" y="425"/>
                                    <a:pt x="334" y="425"/>
                                    <a:pt x="334" y="425"/>
                                  </a:cubicBezTo>
                                  <a:cubicBezTo>
                                    <a:pt x="335" y="426"/>
                                    <a:pt x="335" y="426"/>
                                    <a:pt x="336" y="427"/>
                                  </a:cubicBezTo>
                                  <a:cubicBezTo>
                                    <a:pt x="336" y="428"/>
                                    <a:pt x="337" y="428"/>
                                    <a:pt x="337" y="428"/>
                                  </a:cubicBezTo>
                                  <a:cubicBezTo>
                                    <a:pt x="337" y="429"/>
                                    <a:pt x="337" y="429"/>
                                    <a:pt x="337" y="429"/>
                                  </a:cubicBezTo>
                                  <a:cubicBezTo>
                                    <a:pt x="338" y="429"/>
                                    <a:pt x="338" y="429"/>
                                    <a:pt x="337" y="429"/>
                                  </a:cubicBezTo>
                                  <a:cubicBezTo>
                                    <a:pt x="337" y="429"/>
                                    <a:pt x="337" y="430"/>
                                    <a:pt x="337" y="430"/>
                                  </a:cubicBezTo>
                                  <a:cubicBezTo>
                                    <a:pt x="337" y="430"/>
                                    <a:pt x="337" y="430"/>
                                    <a:pt x="337" y="430"/>
                                  </a:cubicBezTo>
                                  <a:cubicBezTo>
                                    <a:pt x="338" y="430"/>
                                    <a:pt x="338" y="431"/>
                                    <a:pt x="338" y="431"/>
                                  </a:cubicBezTo>
                                  <a:cubicBezTo>
                                    <a:pt x="338" y="431"/>
                                    <a:pt x="338" y="431"/>
                                    <a:pt x="338" y="431"/>
                                  </a:cubicBezTo>
                                  <a:cubicBezTo>
                                    <a:pt x="338" y="431"/>
                                    <a:pt x="338" y="431"/>
                                    <a:pt x="338" y="431"/>
                                  </a:cubicBezTo>
                                  <a:cubicBezTo>
                                    <a:pt x="338" y="432"/>
                                    <a:pt x="338" y="432"/>
                                    <a:pt x="338" y="432"/>
                                  </a:cubicBezTo>
                                  <a:cubicBezTo>
                                    <a:pt x="338" y="432"/>
                                    <a:pt x="339" y="432"/>
                                    <a:pt x="339" y="432"/>
                                  </a:cubicBezTo>
                                  <a:cubicBezTo>
                                    <a:pt x="339" y="432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8" y="433"/>
                                  </a:cubicBezTo>
                                  <a:cubicBezTo>
                                    <a:pt x="338" y="433"/>
                                    <a:pt x="338" y="433"/>
                                    <a:pt x="338" y="433"/>
                                  </a:cubicBezTo>
                                  <a:cubicBezTo>
                                    <a:pt x="338" y="433"/>
                                    <a:pt x="338" y="433"/>
                                    <a:pt x="338" y="433"/>
                                  </a:cubicBezTo>
                                  <a:cubicBezTo>
                                    <a:pt x="338" y="434"/>
                                    <a:pt x="338" y="434"/>
                                    <a:pt x="338" y="434"/>
                                  </a:cubicBezTo>
                                  <a:cubicBezTo>
                                    <a:pt x="338" y="434"/>
                                    <a:pt x="338" y="434"/>
                                    <a:pt x="339" y="434"/>
                                  </a:cubicBezTo>
                                  <a:cubicBezTo>
                                    <a:pt x="339" y="434"/>
                                    <a:pt x="339" y="434"/>
                                    <a:pt x="339" y="434"/>
                                  </a:cubicBezTo>
                                  <a:cubicBezTo>
                                    <a:pt x="339" y="434"/>
                                    <a:pt x="339" y="435"/>
                                    <a:pt x="339" y="435"/>
                                  </a:cubicBezTo>
                                  <a:cubicBezTo>
                                    <a:pt x="338" y="435"/>
                                    <a:pt x="338" y="435"/>
                                    <a:pt x="338" y="435"/>
                                  </a:cubicBezTo>
                                  <a:cubicBezTo>
                                    <a:pt x="338" y="436"/>
                                    <a:pt x="338" y="436"/>
                                    <a:pt x="338" y="436"/>
                                  </a:cubicBezTo>
                                  <a:cubicBezTo>
                                    <a:pt x="338" y="436"/>
                                    <a:pt x="339" y="436"/>
                                    <a:pt x="339" y="436"/>
                                  </a:cubicBezTo>
                                  <a:cubicBezTo>
                                    <a:pt x="339" y="436"/>
                                    <a:pt x="339" y="436"/>
                                    <a:pt x="339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9"/>
                                    <a:pt x="339" y="439"/>
                                    <a:pt x="339" y="439"/>
                                  </a:cubicBezTo>
                                  <a:cubicBezTo>
                                    <a:pt x="339" y="439"/>
                                    <a:pt x="339" y="440"/>
                                    <a:pt x="338" y="440"/>
                                  </a:cubicBezTo>
                                  <a:cubicBezTo>
                                    <a:pt x="338" y="440"/>
                                    <a:pt x="338" y="440"/>
                                    <a:pt x="338" y="440"/>
                                  </a:cubicBezTo>
                                  <a:cubicBezTo>
                                    <a:pt x="338" y="440"/>
                                    <a:pt x="338" y="441"/>
                                    <a:pt x="338" y="441"/>
                                  </a:cubicBezTo>
                                  <a:cubicBezTo>
                                    <a:pt x="338" y="441"/>
                                    <a:pt x="339" y="441"/>
                                    <a:pt x="339" y="441"/>
                                  </a:cubicBezTo>
                                  <a:cubicBezTo>
                                    <a:pt x="339" y="441"/>
                                    <a:pt x="339" y="441"/>
                                    <a:pt x="339" y="441"/>
                                  </a:cubicBezTo>
                                  <a:cubicBezTo>
                                    <a:pt x="339" y="442"/>
                                    <a:pt x="339" y="442"/>
                                    <a:pt x="340" y="442"/>
                                  </a:cubicBezTo>
                                  <a:cubicBezTo>
                                    <a:pt x="340" y="442"/>
                                    <a:pt x="340" y="442"/>
                                    <a:pt x="339" y="442"/>
                                  </a:cubicBezTo>
                                  <a:cubicBezTo>
                                    <a:pt x="339" y="442"/>
                                    <a:pt x="339" y="442"/>
                                    <a:pt x="339" y="442"/>
                                  </a:cubicBezTo>
                                  <a:cubicBezTo>
                                    <a:pt x="339" y="442"/>
                                    <a:pt x="340" y="442"/>
                                    <a:pt x="340" y="443"/>
                                  </a:cubicBezTo>
                                  <a:cubicBezTo>
                                    <a:pt x="340" y="443"/>
                                    <a:pt x="340" y="443"/>
                                    <a:pt x="340" y="443"/>
                                  </a:cubicBezTo>
                                  <a:cubicBezTo>
                                    <a:pt x="340" y="443"/>
                                    <a:pt x="340" y="444"/>
                                    <a:pt x="340" y="444"/>
                                  </a:cubicBezTo>
                                  <a:cubicBezTo>
                                    <a:pt x="340" y="444"/>
                                    <a:pt x="340" y="444"/>
                                    <a:pt x="340" y="444"/>
                                  </a:cubicBezTo>
                                  <a:cubicBezTo>
                                    <a:pt x="341" y="444"/>
                                    <a:pt x="341" y="444"/>
                                    <a:pt x="341" y="444"/>
                                  </a:cubicBezTo>
                                  <a:cubicBezTo>
                                    <a:pt x="341" y="444"/>
                                    <a:pt x="341" y="444"/>
                                    <a:pt x="341" y="443"/>
                                  </a:cubicBezTo>
                                  <a:cubicBezTo>
                                    <a:pt x="341" y="443"/>
                                    <a:pt x="341" y="443"/>
                                    <a:pt x="341" y="443"/>
                                  </a:cubicBezTo>
                                  <a:cubicBezTo>
                                    <a:pt x="342" y="443"/>
                                    <a:pt x="342" y="443"/>
                                    <a:pt x="342" y="443"/>
                                  </a:cubicBezTo>
                                  <a:cubicBezTo>
                                    <a:pt x="342" y="443"/>
                                    <a:pt x="342" y="443"/>
                                    <a:pt x="342" y="442"/>
                                  </a:cubicBezTo>
                                  <a:cubicBezTo>
                                    <a:pt x="342" y="442"/>
                                    <a:pt x="342" y="442"/>
                                    <a:pt x="342" y="442"/>
                                  </a:cubicBezTo>
                                  <a:cubicBezTo>
                                    <a:pt x="341" y="442"/>
                                    <a:pt x="341" y="442"/>
                                    <a:pt x="342" y="442"/>
                                  </a:cubicBezTo>
                                  <a:cubicBezTo>
                                    <a:pt x="342" y="442"/>
                                    <a:pt x="342" y="442"/>
                                    <a:pt x="342" y="442"/>
                                  </a:cubicBezTo>
                                  <a:cubicBezTo>
                                    <a:pt x="342" y="441"/>
                                    <a:pt x="342" y="441"/>
                                    <a:pt x="342" y="441"/>
                                  </a:cubicBezTo>
                                  <a:cubicBezTo>
                                    <a:pt x="342" y="441"/>
                                    <a:pt x="342" y="440"/>
                                    <a:pt x="342" y="440"/>
                                  </a:cubicBezTo>
                                  <a:cubicBezTo>
                                    <a:pt x="342" y="440"/>
                                    <a:pt x="343" y="440"/>
                                    <a:pt x="343" y="440"/>
                                  </a:cubicBezTo>
                                  <a:cubicBezTo>
                                    <a:pt x="343" y="440"/>
                                    <a:pt x="343" y="440"/>
                                    <a:pt x="343" y="439"/>
                                  </a:cubicBezTo>
                                  <a:cubicBezTo>
                                    <a:pt x="343" y="439"/>
                                    <a:pt x="343" y="439"/>
                                    <a:pt x="342" y="439"/>
                                  </a:cubicBezTo>
                                  <a:cubicBezTo>
                                    <a:pt x="342" y="438"/>
                                    <a:pt x="342" y="438"/>
                                    <a:pt x="342" y="438"/>
                                  </a:cubicBezTo>
                                  <a:cubicBezTo>
                                    <a:pt x="342" y="437"/>
                                    <a:pt x="343" y="437"/>
                                    <a:pt x="343" y="436"/>
                                  </a:cubicBezTo>
                                  <a:cubicBezTo>
                                    <a:pt x="343" y="436"/>
                                    <a:pt x="343" y="436"/>
                                    <a:pt x="343" y="436"/>
                                  </a:cubicBezTo>
                                  <a:cubicBezTo>
                                    <a:pt x="344" y="436"/>
                                    <a:pt x="344" y="435"/>
                                    <a:pt x="344" y="435"/>
                                  </a:cubicBezTo>
                                  <a:cubicBezTo>
                                    <a:pt x="344" y="434"/>
                                    <a:pt x="344" y="434"/>
                                    <a:pt x="344" y="433"/>
                                  </a:cubicBezTo>
                                  <a:cubicBezTo>
                                    <a:pt x="344" y="433"/>
                                    <a:pt x="344" y="432"/>
                                    <a:pt x="344" y="432"/>
                                  </a:cubicBezTo>
                                  <a:cubicBezTo>
                                    <a:pt x="344" y="431"/>
                                    <a:pt x="344" y="430"/>
                                    <a:pt x="345" y="429"/>
                                  </a:cubicBezTo>
                                  <a:cubicBezTo>
                                    <a:pt x="345" y="429"/>
                                    <a:pt x="345" y="428"/>
                                    <a:pt x="346" y="428"/>
                                  </a:cubicBezTo>
                                  <a:cubicBezTo>
                                    <a:pt x="346" y="427"/>
                                    <a:pt x="346" y="426"/>
                                    <a:pt x="347" y="425"/>
                                  </a:cubicBezTo>
                                  <a:cubicBezTo>
                                    <a:pt x="347" y="425"/>
                                    <a:pt x="348" y="425"/>
                                    <a:pt x="348" y="425"/>
                                  </a:cubicBezTo>
                                  <a:cubicBezTo>
                                    <a:pt x="348" y="425"/>
                                    <a:pt x="348" y="425"/>
                                    <a:pt x="348" y="425"/>
                                  </a:cubicBezTo>
                                  <a:cubicBezTo>
                                    <a:pt x="349" y="425"/>
                                    <a:pt x="349" y="426"/>
                                    <a:pt x="349" y="427"/>
                                  </a:cubicBezTo>
                                  <a:cubicBezTo>
                                    <a:pt x="349" y="427"/>
                                    <a:pt x="349" y="427"/>
                                    <a:pt x="349" y="427"/>
                                  </a:cubicBezTo>
                                  <a:cubicBezTo>
                                    <a:pt x="350" y="428"/>
                                    <a:pt x="350" y="428"/>
                                    <a:pt x="350" y="429"/>
                                  </a:cubicBezTo>
                                  <a:cubicBezTo>
                                    <a:pt x="352" y="430"/>
                                    <a:pt x="354" y="432"/>
                                    <a:pt x="355" y="434"/>
                                  </a:cubicBezTo>
                                  <a:cubicBezTo>
                                    <a:pt x="356" y="435"/>
                                    <a:pt x="356" y="437"/>
                                    <a:pt x="356" y="438"/>
                                  </a:cubicBezTo>
                                  <a:cubicBezTo>
                                    <a:pt x="356" y="439"/>
                                    <a:pt x="356" y="439"/>
                                    <a:pt x="356" y="440"/>
                                  </a:cubicBezTo>
                                  <a:cubicBezTo>
                                    <a:pt x="356" y="440"/>
                                    <a:pt x="357" y="441"/>
                                    <a:pt x="357" y="441"/>
                                  </a:cubicBezTo>
                                  <a:cubicBezTo>
                                    <a:pt x="357" y="442"/>
                                    <a:pt x="357" y="443"/>
                                    <a:pt x="356" y="444"/>
                                  </a:cubicBezTo>
                                  <a:cubicBezTo>
                                    <a:pt x="356" y="444"/>
                                    <a:pt x="356" y="445"/>
                                    <a:pt x="356" y="445"/>
                                  </a:cubicBezTo>
                                  <a:cubicBezTo>
                                    <a:pt x="356" y="444"/>
                                    <a:pt x="355" y="444"/>
                                    <a:pt x="355" y="444"/>
                                  </a:cubicBezTo>
                                  <a:cubicBezTo>
                                    <a:pt x="355" y="444"/>
                                    <a:pt x="355" y="444"/>
                                    <a:pt x="354" y="444"/>
                                  </a:cubicBezTo>
                                  <a:cubicBezTo>
                                    <a:pt x="354" y="444"/>
                                    <a:pt x="354" y="444"/>
                                    <a:pt x="354" y="444"/>
                                  </a:cubicBezTo>
                                  <a:cubicBezTo>
                                    <a:pt x="354" y="444"/>
                                    <a:pt x="354" y="444"/>
                                    <a:pt x="354" y="444"/>
                                  </a:cubicBezTo>
                                  <a:cubicBezTo>
                                    <a:pt x="354" y="443"/>
                                    <a:pt x="354" y="442"/>
                                    <a:pt x="354" y="442"/>
                                  </a:cubicBezTo>
                                  <a:cubicBezTo>
                                    <a:pt x="354" y="442"/>
                                    <a:pt x="353" y="443"/>
                                    <a:pt x="353" y="444"/>
                                  </a:cubicBezTo>
                                  <a:cubicBezTo>
                                    <a:pt x="353" y="444"/>
                                    <a:pt x="353" y="444"/>
                                    <a:pt x="353" y="444"/>
                                  </a:cubicBezTo>
                                  <a:cubicBezTo>
                                    <a:pt x="353" y="444"/>
                                    <a:pt x="353" y="444"/>
                                    <a:pt x="353" y="444"/>
                                  </a:cubicBezTo>
                                  <a:cubicBezTo>
                                    <a:pt x="353" y="444"/>
                                    <a:pt x="353" y="445"/>
                                    <a:pt x="353" y="445"/>
                                  </a:cubicBezTo>
                                  <a:cubicBezTo>
                                    <a:pt x="353" y="445"/>
                                    <a:pt x="353" y="445"/>
                                    <a:pt x="354" y="445"/>
                                  </a:cubicBezTo>
                                  <a:cubicBezTo>
                                    <a:pt x="354" y="446"/>
                                    <a:pt x="354" y="446"/>
                                    <a:pt x="354" y="446"/>
                                  </a:cubicBezTo>
                                  <a:cubicBezTo>
                                    <a:pt x="353" y="446"/>
                                    <a:pt x="353" y="447"/>
                                    <a:pt x="353" y="447"/>
                                  </a:cubicBezTo>
                                  <a:cubicBezTo>
                                    <a:pt x="353" y="447"/>
                                    <a:pt x="353" y="447"/>
                                    <a:pt x="353" y="447"/>
                                  </a:cubicBezTo>
                                  <a:cubicBezTo>
                                    <a:pt x="352" y="448"/>
                                    <a:pt x="353" y="449"/>
                                    <a:pt x="353" y="449"/>
                                  </a:cubicBezTo>
                                  <a:cubicBezTo>
                                    <a:pt x="353" y="449"/>
                                    <a:pt x="353" y="450"/>
                                    <a:pt x="353" y="450"/>
                                  </a:cubicBezTo>
                                  <a:cubicBezTo>
                                    <a:pt x="353" y="450"/>
                                    <a:pt x="353" y="451"/>
                                    <a:pt x="353" y="451"/>
                                  </a:cubicBezTo>
                                  <a:cubicBezTo>
                                    <a:pt x="354" y="452"/>
                                    <a:pt x="354" y="452"/>
                                    <a:pt x="354" y="453"/>
                                  </a:cubicBezTo>
                                  <a:cubicBezTo>
                                    <a:pt x="354" y="453"/>
                                    <a:pt x="354" y="453"/>
                                    <a:pt x="354" y="454"/>
                                  </a:cubicBezTo>
                                  <a:cubicBezTo>
                                    <a:pt x="355" y="454"/>
                                    <a:pt x="355" y="454"/>
                                    <a:pt x="355" y="454"/>
                                  </a:cubicBezTo>
                                  <a:cubicBezTo>
                                    <a:pt x="355" y="455"/>
                                    <a:pt x="355" y="455"/>
                                    <a:pt x="355" y="455"/>
                                  </a:cubicBezTo>
                                  <a:cubicBezTo>
                                    <a:pt x="356" y="455"/>
                                    <a:pt x="356" y="456"/>
                                    <a:pt x="356" y="456"/>
                                  </a:cubicBezTo>
                                  <a:cubicBezTo>
                                    <a:pt x="357" y="458"/>
                                    <a:pt x="358" y="459"/>
                                    <a:pt x="359" y="460"/>
                                  </a:cubicBezTo>
                                  <a:cubicBezTo>
                                    <a:pt x="359" y="461"/>
                                    <a:pt x="359" y="461"/>
                                    <a:pt x="359" y="461"/>
                                  </a:cubicBezTo>
                                  <a:cubicBezTo>
                                    <a:pt x="359" y="461"/>
                                    <a:pt x="359" y="461"/>
                                    <a:pt x="359" y="461"/>
                                  </a:cubicBezTo>
                                  <a:cubicBezTo>
                                    <a:pt x="359" y="461"/>
                                    <a:pt x="359" y="461"/>
                                    <a:pt x="360" y="462"/>
                                  </a:cubicBezTo>
                                  <a:cubicBezTo>
                                    <a:pt x="360" y="462"/>
                                    <a:pt x="360" y="462"/>
                                    <a:pt x="360" y="462"/>
                                  </a:cubicBezTo>
                                  <a:cubicBezTo>
                                    <a:pt x="360" y="463"/>
                                    <a:pt x="360" y="463"/>
                                    <a:pt x="360" y="464"/>
                                  </a:cubicBezTo>
                                  <a:cubicBezTo>
                                    <a:pt x="361" y="464"/>
                                    <a:pt x="360" y="463"/>
                                    <a:pt x="361" y="462"/>
                                  </a:cubicBezTo>
                                  <a:cubicBezTo>
                                    <a:pt x="361" y="462"/>
                                    <a:pt x="361" y="462"/>
                                    <a:pt x="361" y="462"/>
                                  </a:cubicBezTo>
                                  <a:cubicBezTo>
                                    <a:pt x="362" y="462"/>
                                    <a:pt x="362" y="462"/>
                                    <a:pt x="362" y="462"/>
                                  </a:cubicBezTo>
                                  <a:cubicBezTo>
                                    <a:pt x="362" y="462"/>
                                    <a:pt x="362" y="462"/>
                                    <a:pt x="362" y="462"/>
                                  </a:cubicBezTo>
                                  <a:cubicBezTo>
                                    <a:pt x="362" y="461"/>
                                    <a:pt x="362" y="461"/>
                                    <a:pt x="362" y="461"/>
                                  </a:cubicBezTo>
                                  <a:cubicBezTo>
                                    <a:pt x="362" y="461"/>
                                    <a:pt x="362" y="461"/>
                                    <a:pt x="362" y="460"/>
                                  </a:cubicBezTo>
                                  <a:cubicBezTo>
                                    <a:pt x="361" y="460"/>
                                    <a:pt x="361" y="460"/>
                                    <a:pt x="361" y="460"/>
                                  </a:cubicBezTo>
                                  <a:cubicBezTo>
                                    <a:pt x="362" y="460"/>
                                    <a:pt x="362" y="460"/>
                                    <a:pt x="362" y="460"/>
                                  </a:cubicBezTo>
                                  <a:cubicBezTo>
                                    <a:pt x="362" y="460"/>
                                    <a:pt x="363" y="460"/>
                                    <a:pt x="363" y="459"/>
                                  </a:cubicBezTo>
                                  <a:cubicBezTo>
                                    <a:pt x="363" y="459"/>
                                    <a:pt x="363" y="459"/>
                                    <a:pt x="363" y="459"/>
                                  </a:cubicBezTo>
                                  <a:cubicBezTo>
                                    <a:pt x="364" y="459"/>
                                    <a:pt x="364" y="459"/>
                                    <a:pt x="364" y="459"/>
                                  </a:cubicBezTo>
                                  <a:cubicBezTo>
                                    <a:pt x="364" y="459"/>
                                    <a:pt x="364" y="459"/>
                                    <a:pt x="365" y="459"/>
                                  </a:cubicBezTo>
                                  <a:cubicBezTo>
                                    <a:pt x="365" y="459"/>
                                    <a:pt x="365" y="460"/>
                                    <a:pt x="365" y="460"/>
                                  </a:cubicBezTo>
                                  <a:cubicBezTo>
                                    <a:pt x="365" y="460"/>
                                    <a:pt x="365" y="459"/>
                                    <a:pt x="365" y="459"/>
                                  </a:cubicBezTo>
                                  <a:cubicBezTo>
                                    <a:pt x="365" y="458"/>
                                    <a:pt x="366" y="458"/>
                                    <a:pt x="366" y="458"/>
                                  </a:cubicBezTo>
                                  <a:cubicBezTo>
                                    <a:pt x="366" y="457"/>
                                    <a:pt x="366" y="457"/>
                                    <a:pt x="366" y="456"/>
                                  </a:cubicBezTo>
                                  <a:cubicBezTo>
                                    <a:pt x="366" y="456"/>
                                    <a:pt x="366" y="455"/>
                                    <a:pt x="366" y="455"/>
                                  </a:cubicBezTo>
                                  <a:cubicBezTo>
                                    <a:pt x="366" y="455"/>
                                    <a:pt x="365" y="454"/>
                                    <a:pt x="365" y="454"/>
                                  </a:cubicBezTo>
                                  <a:cubicBezTo>
                                    <a:pt x="365" y="454"/>
                                    <a:pt x="365" y="453"/>
                                    <a:pt x="366" y="453"/>
                                  </a:cubicBezTo>
                                  <a:cubicBezTo>
                                    <a:pt x="366" y="453"/>
                                    <a:pt x="366" y="452"/>
                                    <a:pt x="367" y="451"/>
                                  </a:cubicBezTo>
                                  <a:cubicBezTo>
                                    <a:pt x="367" y="451"/>
                                    <a:pt x="367" y="450"/>
                                    <a:pt x="367" y="450"/>
                                  </a:cubicBezTo>
                                  <a:cubicBezTo>
                                    <a:pt x="367" y="450"/>
                                    <a:pt x="368" y="450"/>
                                    <a:pt x="368" y="449"/>
                                  </a:cubicBezTo>
                                  <a:cubicBezTo>
                                    <a:pt x="369" y="449"/>
                                    <a:pt x="370" y="448"/>
                                    <a:pt x="370" y="447"/>
                                  </a:cubicBezTo>
                                  <a:cubicBezTo>
                                    <a:pt x="370" y="447"/>
                                    <a:pt x="370" y="447"/>
                                    <a:pt x="370" y="447"/>
                                  </a:cubicBezTo>
                                  <a:cubicBezTo>
                                    <a:pt x="371" y="447"/>
                                    <a:pt x="370" y="446"/>
                                    <a:pt x="370" y="446"/>
                                  </a:cubicBezTo>
                                  <a:cubicBezTo>
                                    <a:pt x="370" y="446"/>
                                    <a:pt x="369" y="447"/>
                                    <a:pt x="369" y="447"/>
                                  </a:cubicBezTo>
                                  <a:cubicBezTo>
                                    <a:pt x="369" y="447"/>
                                    <a:pt x="369" y="446"/>
                                    <a:pt x="369" y="446"/>
                                  </a:cubicBezTo>
                                  <a:cubicBezTo>
                                    <a:pt x="369" y="446"/>
                                    <a:pt x="369" y="445"/>
                                    <a:pt x="370" y="445"/>
                                  </a:cubicBezTo>
                                  <a:cubicBezTo>
                                    <a:pt x="370" y="445"/>
                                    <a:pt x="370" y="444"/>
                                    <a:pt x="370" y="444"/>
                                  </a:cubicBezTo>
                                  <a:cubicBezTo>
                                    <a:pt x="370" y="444"/>
                                    <a:pt x="370" y="444"/>
                                    <a:pt x="370" y="444"/>
                                  </a:cubicBezTo>
                                  <a:cubicBezTo>
                                    <a:pt x="370" y="444"/>
                                    <a:pt x="370" y="443"/>
                                    <a:pt x="370" y="443"/>
                                  </a:cubicBezTo>
                                  <a:cubicBezTo>
                                    <a:pt x="370" y="442"/>
                                    <a:pt x="371" y="440"/>
                                    <a:pt x="371" y="439"/>
                                  </a:cubicBezTo>
                                  <a:cubicBezTo>
                                    <a:pt x="371" y="438"/>
                                    <a:pt x="371" y="437"/>
                                    <a:pt x="371" y="436"/>
                                  </a:cubicBezTo>
                                  <a:cubicBezTo>
                                    <a:pt x="371" y="436"/>
                                    <a:pt x="371" y="436"/>
                                    <a:pt x="371" y="435"/>
                                  </a:cubicBezTo>
                                  <a:cubicBezTo>
                                    <a:pt x="371" y="435"/>
                                    <a:pt x="371" y="435"/>
                                    <a:pt x="372" y="435"/>
                                  </a:cubicBezTo>
                                  <a:cubicBezTo>
                                    <a:pt x="372" y="435"/>
                                    <a:pt x="372" y="435"/>
                                    <a:pt x="372" y="435"/>
                                  </a:cubicBezTo>
                                  <a:cubicBezTo>
                                    <a:pt x="373" y="435"/>
                                    <a:pt x="373" y="435"/>
                                    <a:pt x="373" y="434"/>
                                  </a:cubicBezTo>
                                  <a:cubicBezTo>
                                    <a:pt x="373" y="435"/>
                                    <a:pt x="373" y="435"/>
                                    <a:pt x="374" y="435"/>
                                  </a:cubicBezTo>
                                  <a:cubicBezTo>
                                    <a:pt x="374" y="435"/>
                                    <a:pt x="374" y="435"/>
                                    <a:pt x="374" y="435"/>
                                  </a:cubicBezTo>
                                  <a:cubicBezTo>
                                    <a:pt x="374" y="435"/>
                                    <a:pt x="374" y="435"/>
                                    <a:pt x="374" y="435"/>
                                  </a:cubicBezTo>
                                  <a:cubicBezTo>
                                    <a:pt x="375" y="435"/>
                                    <a:pt x="375" y="435"/>
                                    <a:pt x="376" y="435"/>
                                  </a:cubicBezTo>
                                  <a:cubicBezTo>
                                    <a:pt x="376" y="435"/>
                                    <a:pt x="376" y="435"/>
                                    <a:pt x="376" y="435"/>
                                  </a:cubicBezTo>
                                  <a:cubicBezTo>
                                    <a:pt x="377" y="435"/>
                                    <a:pt x="377" y="435"/>
                                    <a:pt x="377" y="434"/>
                                  </a:cubicBezTo>
                                  <a:cubicBezTo>
                                    <a:pt x="377" y="434"/>
                                    <a:pt x="377" y="434"/>
                                    <a:pt x="377" y="434"/>
                                  </a:cubicBezTo>
                                  <a:cubicBezTo>
                                    <a:pt x="376" y="434"/>
                                    <a:pt x="376" y="434"/>
                                    <a:pt x="376" y="434"/>
                                  </a:cubicBezTo>
                                  <a:cubicBezTo>
                                    <a:pt x="376" y="434"/>
                                    <a:pt x="376" y="434"/>
                                    <a:pt x="376" y="434"/>
                                  </a:cubicBezTo>
                                  <a:cubicBezTo>
                                    <a:pt x="376" y="433"/>
                                    <a:pt x="376" y="433"/>
                                    <a:pt x="375" y="433"/>
                                  </a:cubicBezTo>
                                  <a:cubicBezTo>
                                    <a:pt x="375" y="434"/>
                                    <a:pt x="375" y="434"/>
                                    <a:pt x="375" y="433"/>
                                  </a:cubicBezTo>
                                  <a:cubicBezTo>
                                    <a:pt x="374" y="433"/>
                                    <a:pt x="375" y="432"/>
                                    <a:pt x="375" y="432"/>
                                  </a:cubicBezTo>
                                  <a:cubicBezTo>
                                    <a:pt x="375" y="432"/>
                                    <a:pt x="375" y="432"/>
                                    <a:pt x="375" y="432"/>
                                  </a:cubicBezTo>
                                  <a:cubicBezTo>
                                    <a:pt x="376" y="432"/>
                                    <a:pt x="376" y="432"/>
                                    <a:pt x="376" y="432"/>
                                  </a:cubicBezTo>
                                  <a:cubicBezTo>
                                    <a:pt x="375" y="432"/>
                                    <a:pt x="375" y="432"/>
                                    <a:pt x="375" y="432"/>
                                  </a:cubicBezTo>
                                  <a:cubicBezTo>
                                    <a:pt x="375" y="432"/>
                                    <a:pt x="375" y="431"/>
                                    <a:pt x="374" y="431"/>
                                  </a:cubicBezTo>
                                  <a:cubicBezTo>
                                    <a:pt x="374" y="431"/>
                                    <a:pt x="375" y="431"/>
                                    <a:pt x="375" y="431"/>
                                  </a:cubicBezTo>
                                  <a:cubicBezTo>
                                    <a:pt x="375" y="431"/>
                                    <a:pt x="376" y="431"/>
                                    <a:pt x="376" y="431"/>
                                  </a:cubicBezTo>
                                  <a:cubicBezTo>
                                    <a:pt x="376" y="431"/>
                                    <a:pt x="376" y="431"/>
                                    <a:pt x="377" y="431"/>
                                  </a:cubicBezTo>
                                  <a:cubicBezTo>
                                    <a:pt x="377" y="431"/>
                                    <a:pt x="377" y="431"/>
                                    <a:pt x="377" y="431"/>
                                  </a:cubicBezTo>
                                  <a:cubicBezTo>
                                    <a:pt x="377" y="431"/>
                                    <a:pt x="376" y="431"/>
                                    <a:pt x="376" y="431"/>
                                  </a:cubicBezTo>
                                  <a:cubicBezTo>
                                    <a:pt x="376" y="431"/>
                                    <a:pt x="376" y="430"/>
                                    <a:pt x="376" y="430"/>
                                  </a:cubicBezTo>
                                  <a:cubicBezTo>
                                    <a:pt x="376" y="430"/>
                                    <a:pt x="376" y="430"/>
                                    <a:pt x="377" y="430"/>
                                  </a:cubicBezTo>
                                  <a:cubicBezTo>
                                    <a:pt x="377" y="430"/>
                                    <a:pt x="377" y="430"/>
                                    <a:pt x="377" y="430"/>
                                  </a:cubicBezTo>
                                  <a:cubicBezTo>
                                    <a:pt x="378" y="430"/>
                                    <a:pt x="378" y="430"/>
                                    <a:pt x="378" y="430"/>
                                  </a:cubicBezTo>
                                  <a:cubicBezTo>
                                    <a:pt x="378" y="430"/>
                                    <a:pt x="379" y="430"/>
                                    <a:pt x="379" y="429"/>
                                  </a:cubicBezTo>
                                  <a:cubicBezTo>
                                    <a:pt x="379" y="429"/>
                                    <a:pt x="378" y="430"/>
                                    <a:pt x="378" y="430"/>
                                  </a:cubicBezTo>
                                  <a:cubicBezTo>
                                    <a:pt x="378" y="430"/>
                                    <a:pt x="378" y="429"/>
                                    <a:pt x="377" y="429"/>
                                  </a:cubicBezTo>
                                  <a:cubicBezTo>
                                    <a:pt x="377" y="429"/>
                                    <a:pt x="377" y="429"/>
                                    <a:pt x="377" y="429"/>
                                  </a:cubicBezTo>
                                  <a:cubicBezTo>
                                    <a:pt x="376" y="429"/>
                                    <a:pt x="376" y="429"/>
                                    <a:pt x="376" y="429"/>
                                  </a:cubicBezTo>
                                  <a:cubicBezTo>
                                    <a:pt x="375" y="429"/>
                                    <a:pt x="375" y="429"/>
                                    <a:pt x="375" y="429"/>
                                  </a:cubicBezTo>
                                  <a:cubicBezTo>
                                    <a:pt x="375" y="429"/>
                                    <a:pt x="375" y="428"/>
                                    <a:pt x="375" y="428"/>
                                  </a:cubicBezTo>
                                  <a:cubicBezTo>
                                    <a:pt x="375" y="428"/>
                                    <a:pt x="376" y="428"/>
                                    <a:pt x="375" y="428"/>
                                  </a:cubicBezTo>
                                  <a:cubicBezTo>
                                    <a:pt x="375" y="428"/>
                                    <a:pt x="375" y="428"/>
                                    <a:pt x="375" y="428"/>
                                  </a:cubicBezTo>
                                  <a:cubicBezTo>
                                    <a:pt x="375" y="428"/>
                                    <a:pt x="374" y="428"/>
                                    <a:pt x="374" y="427"/>
                                  </a:cubicBezTo>
                                  <a:cubicBezTo>
                                    <a:pt x="374" y="427"/>
                                    <a:pt x="374" y="428"/>
                                    <a:pt x="373" y="428"/>
                                  </a:cubicBezTo>
                                  <a:cubicBezTo>
                                    <a:pt x="373" y="427"/>
                                    <a:pt x="373" y="427"/>
                                    <a:pt x="373" y="427"/>
                                  </a:cubicBezTo>
                                  <a:cubicBezTo>
                                    <a:pt x="374" y="427"/>
                                    <a:pt x="374" y="427"/>
                                    <a:pt x="374" y="426"/>
                                  </a:cubicBezTo>
                                  <a:cubicBezTo>
                                    <a:pt x="373" y="426"/>
                                    <a:pt x="373" y="426"/>
                                    <a:pt x="373" y="426"/>
                                  </a:cubicBezTo>
                                  <a:cubicBezTo>
                                    <a:pt x="373" y="426"/>
                                    <a:pt x="372" y="425"/>
                                    <a:pt x="372" y="424"/>
                                  </a:cubicBezTo>
                                  <a:cubicBezTo>
                                    <a:pt x="372" y="424"/>
                                    <a:pt x="372" y="423"/>
                                    <a:pt x="372" y="423"/>
                                  </a:cubicBezTo>
                                  <a:cubicBezTo>
                                    <a:pt x="372" y="423"/>
                                    <a:pt x="372" y="422"/>
                                    <a:pt x="372" y="422"/>
                                  </a:cubicBezTo>
                                  <a:cubicBezTo>
                                    <a:pt x="372" y="422"/>
                                    <a:pt x="372" y="422"/>
                                    <a:pt x="373" y="422"/>
                                  </a:cubicBezTo>
                                  <a:cubicBezTo>
                                    <a:pt x="373" y="422"/>
                                    <a:pt x="373" y="422"/>
                                    <a:pt x="373" y="422"/>
                                  </a:cubicBezTo>
                                  <a:cubicBezTo>
                                    <a:pt x="373" y="422"/>
                                    <a:pt x="373" y="422"/>
                                    <a:pt x="373" y="422"/>
                                  </a:cubicBezTo>
                                  <a:cubicBezTo>
                                    <a:pt x="372" y="422"/>
                                    <a:pt x="372" y="421"/>
                                    <a:pt x="372" y="421"/>
                                  </a:cubicBezTo>
                                  <a:cubicBezTo>
                                    <a:pt x="372" y="421"/>
                                    <a:pt x="372" y="420"/>
                                    <a:pt x="372" y="420"/>
                                  </a:cubicBezTo>
                                  <a:cubicBezTo>
                                    <a:pt x="372" y="420"/>
                                    <a:pt x="373" y="419"/>
                                    <a:pt x="373" y="419"/>
                                  </a:cubicBezTo>
                                  <a:cubicBezTo>
                                    <a:pt x="373" y="419"/>
                                    <a:pt x="372" y="418"/>
                                    <a:pt x="372" y="418"/>
                                  </a:cubicBezTo>
                                  <a:cubicBezTo>
                                    <a:pt x="372" y="417"/>
                                    <a:pt x="372" y="417"/>
                                    <a:pt x="373" y="417"/>
                                  </a:cubicBezTo>
                                  <a:cubicBezTo>
                                    <a:pt x="373" y="417"/>
                                    <a:pt x="373" y="416"/>
                                    <a:pt x="373" y="416"/>
                                  </a:cubicBezTo>
                                  <a:cubicBezTo>
                                    <a:pt x="373" y="416"/>
                                    <a:pt x="372" y="416"/>
                                    <a:pt x="372" y="416"/>
                                  </a:cubicBezTo>
                                  <a:cubicBezTo>
                                    <a:pt x="372" y="416"/>
                                    <a:pt x="372" y="416"/>
                                    <a:pt x="372" y="416"/>
                                  </a:cubicBezTo>
                                  <a:cubicBezTo>
                                    <a:pt x="372" y="415"/>
                                    <a:pt x="373" y="415"/>
                                    <a:pt x="373" y="416"/>
                                  </a:cubicBezTo>
                                  <a:cubicBezTo>
                                    <a:pt x="373" y="416"/>
                                    <a:pt x="373" y="416"/>
                                    <a:pt x="373" y="416"/>
                                  </a:cubicBezTo>
                                  <a:cubicBezTo>
                                    <a:pt x="373" y="416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2" y="415"/>
                                    <a:pt x="372" y="415"/>
                                  </a:cubicBezTo>
                                  <a:cubicBezTo>
                                    <a:pt x="372" y="415"/>
                                    <a:pt x="372" y="414"/>
                                    <a:pt x="372" y="414"/>
                                  </a:cubicBezTo>
                                  <a:cubicBezTo>
                                    <a:pt x="372" y="414"/>
                                    <a:pt x="372" y="414"/>
                                    <a:pt x="372" y="414"/>
                                  </a:cubicBezTo>
                                  <a:cubicBezTo>
                                    <a:pt x="372" y="414"/>
                                    <a:pt x="373" y="414"/>
                                    <a:pt x="373" y="414"/>
                                  </a:cubicBezTo>
                                  <a:cubicBezTo>
                                    <a:pt x="374" y="414"/>
                                    <a:pt x="374" y="415"/>
                                    <a:pt x="374" y="415"/>
                                  </a:cubicBezTo>
                                  <a:cubicBezTo>
                                    <a:pt x="374" y="415"/>
                                    <a:pt x="375" y="415"/>
                                    <a:pt x="375" y="415"/>
                                  </a:cubicBezTo>
                                  <a:cubicBezTo>
                                    <a:pt x="375" y="415"/>
                                    <a:pt x="375" y="415"/>
                                    <a:pt x="376" y="415"/>
                                  </a:cubicBezTo>
                                  <a:cubicBezTo>
                                    <a:pt x="376" y="415"/>
                                    <a:pt x="376" y="415"/>
                                    <a:pt x="376" y="415"/>
                                  </a:cubicBezTo>
                                  <a:cubicBezTo>
                                    <a:pt x="376" y="415"/>
                                    <a:pt x="376" y="415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7" y="414"/>
                                  </a:cubicBezTo>
                                  <a:cubicBezTo>
                                    <a:pt x="376" y="414"/>
                                    <a:pt x="376" y="414"/>
                                    <a:pt x="376" y="414"/>
                                  </a:cubicBezTo>
                                  <a:cubicBezTo>
                                    <a:pt x="376" y="414"/>
                                    <a:pt x="376" y="414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8" y="414"/>
                                  </a:cubicBezTo>
                                  <a:cubicBezTo>
                                    <a:pt x="378" y="414"/>
                                    <a:pt x="379" y="414"/>
                                    <a:pt x="380" y="414"/>
                                  </a:cubicBezTo>
                                  <a:cubicBezTo>
                                    <a:pt x="380" y="414"/>
                                    <a:pt x="380" y="414"/>
                                    <a:pt x="380" y="415"/>
                                  </a:cubicBezTo>
                                  <a:cubicBezTo>
                                    <a:pt x="381" y="415"/>
                                    <a:pt x="381" y="415"/>
                                    <a:pt x="381" y="415"/>
                                  </a:cubicBezTo>
                                  <a:cubicBezTo>
                                    <a:pt x="381" y="415"/>
                                    <a:pt x="381" y="415"/>
                                    <a:pt x="381" y="415"/>
                                  </a:cubicBezTo>
                                  <a:cubicBezTo>
                                    <a:pt x="381" y="415"/>
                                    <a:pt x="382" y="415"/>
                                    <a:pt x="382" y="416"/>
                                  </a:cubicBezTo>
                                  <a:cubicBezTo>
                                    <a:pt x="382" y="416"/>
                                    <a:pt x="382" y="416"/>
                                    <a:pt x="383" y="416"/>
                                  </a:cubicBezTo>
                                  <a:cubicBezTo>
                                    <a:pt x="383" y="416"/>
                                    <a:pt x="383" y="416"/>
                                    <a:pt x="383" y="416"/>
                                  </a:cubicBezTo>
                                  <a:cubicBezTo>
                                    <a:pt x="383" y="416"/>
                                    <a:pt x="383" y="416"/>
                                    <a:pt x="383" y="416"/>
                                  </a:cubicBezTo>
                                  <a:cubicBezTo>
                                    <a:pt x="383" y="416"/>
                                    <a:pt x="384" y="417"/>
                                    <a:pt x="384" y="417"/>
                                  </a:cubicBezTo>
                                  <a:cubicBezTo>
                                    <a:pt x="384" y="417"/>
                                    <a:pt x="385" y="417"/>
                                    <a:pt x="385" y="417"/>
                                  </a:cubicBezTo>
                                  <a:cubicBezTo>
                                    <a:pt x="385" y="417"/>
                                    <a:pt x="386" y="417"/>
                                    <a:pt x="386" y="417"/>
                                  </a:cubicBezTo>
                                  <a:cubicBezTo>
                                    <a:pt x="386" y="417"/>
                                    <a:pt x="386" y="417"/>
                                    <a:pt x="387" y="417"/>
                                  </a:cubicBezTo>
                                  <a:cubicBezTo>
                                    <a:pt x="387" y="417"/>
                                    <a:pt x="387" y="417"/>
                                    <a:pt x="387" y="417"/>
                                  </a:cubicBezTo>
                                  <a:cubicBezTo>
                                    <a:pt x="387" y="417"/>
                                    <a:pt x="387" y="417"/>
                                    <a:pt x="387" y="417"/>
                                  </a:cubicBezTo>
                                  <a:cubicBezTo>
                                    <a:pt x="388" y="417"/>
                                    <a:pt x="389" y="417"/>
                                    <a:pt x="390" y="417"/>
                                  </a:cubicBezTo>
                                  <a:cubicBezTo>
                                    <a:pt x="390" y="417"/>
                                    <a:pt x="390" y="417"/>
                                    <a:pt x="391" y="417"/>
                                  </a:cubicBezTo>
                                  <a:cubicBezTo>
                                    <a:pt x="391" y="417"/>
                                    <a:pt x="391" y="417"/>
                                    <a:pt x="391" y="417"/>
                                  </a:cubicBezTo>
                                  <a:cubicBezTo>
                                    <a:pt x="391" y="417"/>
                                    <a:pt x="391" y="417"/>
                                    <a:pt x="392" y="417"/>
                                  </a:cubicBezTo>
                                  <a:cubicBezTo>
                                    <a:pt x="392" y="417"/>
                                    <a:pt x="392" y="417"/>
                                    <a:pt x="392" y="417"/>
                                  </a:cubicBezTo>
                                  <a:cubicBezTo>
                                    <a:pt x="392" y="417"/>
                                    <a:pt x="392" y="417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1" y="418"/>
                                  </a:cubicBezTo>
                                  <a:cubicBezTo>
                                    <a:pt x="391" y="418"/>
                                    <a:pt x="391" y="418"/>
                                    <a:pt x="391" y="418"/>
                                  </a:cubicBezTo>
                                  <a:cubicBezTo>
                                    <a:pt x="391" y="418"/>
                                    <a:pt x="391" y="418"/>
                                    <a:pt x="391" y="418"/>
                                  </a:cubicBezTo>
                                  <a:cubicBezTo>
                                    <a:pt x="391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9"/>
                                    <a:pt x="392" y="419"/>
                                    <a:pt x="391" y="419"/>
                                  </a:cubicBezTo>
                                  <a:cubicBezTo>
                                    <a:pt x="391" y="419"/>
                                    <a:pt x="391" y="419"/>
                                    <a:pt x="391" y="419"/>
                                  </a:cubicBezTo>
                                  <a:cubicBezTo>
                                    <a:pt x="391" y="419"/>
                                    <a:pt x="391" y="419"/>
                                    <a:pt x="391" y="419"/>
                                  </a:cubicBezTo>
                                  <a:cubicBezTo>
                                    <a:pt x="392" y="419"/>
                                    <a:pt x="392" y="420"/>
                                    <a:pt x="392" y="420"/>
                                  </a:cubicBezTo>
                                  <a:cubicBezTo>
                                    <a:pt x="393" y="420"/>
                                    <a:pt x="393" y="420"/>
                                    <a:pt x="394" y="421"/>
                                  </a:cubicBezTo>
                                  <a:cubicBezTo>
                                    <a:pt x="394" y="421"/>
                                    <a:pt x="394" y="421"/>
                                    <a:pt x="395" y="421"/>
                                  </a:cubicBezTo>
                                  <a:cubicBezTo>
                                    <a:pt x="395" y="421"/>
                                    <a:pt x="395" y="421"/>
                                    <a:pt x="395" y="421"/>
                                  </a:cubicBezTo>
                                  <a:cubicBezTo>
                                    <a:pt x="396" y="421"/>
                                    <a:pt x="396" y="422"/>
                                    <a:pt x="396" y="422"/>
                                  </a:cubicBezTo>
                                  <a:cubicBezTo>
                                    <a:pt x="395" y="422"/>
                                    <a:pt x="394" y="421"/>
                                    <a:pt x="394" y="421"/>
                                  </a:cubicBezTo>
                                  <a:cubicBezTo>
                                    <a:pt x="393" y="422"/>
                                    <a:pt x="393" y="422"/>
                                    <a:pt x="393" y="422"/>
                                  </a:cubicBezTo>
                                  <a:cubicBezTo>
                                    <a:pt x="393" y="422"/>
                                    <a:pt x="393" y="422"/>
                                    <a:pt x="393" y="422"/>
                                  </a:cubicBezTo>
                                  <a:cubicBezTo>
                                    <a:pt x="393" y="421"/>
                                    <a:pt x="393" y="421"/>
                                    <a:pt x="393" y="421"/>
                                  </a:cubicBezTo>
                                  <a:cubicBezTo>
                                    <a:pt x="393" y="421"/>
                                    <a:pt x="393" y="421"/>
                                    <a:pt x="393" y="421"/>
                                  </a:cubicBezTo>
                                  <a:cubicBezTo>
                                    <a:pt x="392" y="421"/>
                                    <a:pt x="392" y="421"/>
                                    <a:pt x="391" y="421"/>
                                  </a:cubicBezTo>
                                  <a:cubicBezTo>
                                    <a:pt x="390" y="421"/>
                                    <a:pt x="390" y="421"/>
                                    <a:pt x="390" y="420"/>
                                  </a:cubicBezTo>
                                  <a:cubicBezTo>
                                    <a:pt x="389" y="420"/>
                                    <a:pt x="389" y="420"/>
                                    <a:pt x="388" y="420"/>
                                  </a:cubicBezTo>
                                  <a:cubicBezTo>
                                    <a:pt x="388" y="420"/>
                                    <a:pt x="388" y="420"/>
                                    <a:pt x="388" y="420"/>
                                  </a:cubicBezTo>
                                  <a:cubicBezTo>
                                    <a:pt x="389" y="421"/>
                                    <a:pt x="390" y="421"/>
                                    <a:pt x="390" y="421"/>
                                  </a:cubicBezTo>
                                  <a:cubicBezTo>
                                    <a:pt x="391" y="421"/>
                                    <a:pt x="392" y="421"/>
                                    <a:pt x="392" y="422"/>
                                  </a:cubicBezTo>
                                  <a:cubicBezTo>
                                    <a:pt x="393" y="422"/>
                                    <a:pt x="393" y="422"/>
                                    <a:pt x="393" y="423"/>
                                  </a:cubicBezTo>
                                  <a:cubicBezTo>
                                    <a:pt x="393" y="423"/>
                                    <a:pt x="393" y="423"/>
                                    <a:pt x="393" y="423"/>
                                  </a:cubicBezTo>
                                  <a:cubicBezTo>
                                    <a:pt x="393" y="423"/>
                                    <a:pt x="393" y="423"/>
                                    <a:pt x="393" y="423"/>
                                  </a:cubicBezTo>
                                  <a:cubicBezTo>
                                    <a:pt x="392" y="423"/>
                                    <a:pt x="392" y="423"/>
                                    <a:pt x="392" y="422"/>
                                  </a:cubicBezTo>
                                  <a:cubicBezTo>
                                    <a:pt x="392" y="423"/>
                                    <a:pt x="392" y="423"/>
                                    <a:pt x="392" y="423"/>
                                  </a:cubicBezTo>
                                  <a:cubicBezTo>
                                    <a:pt x="392" y="423"/>
                                    <a:pt x="392" y="424"/>
                                    <a:pt x="393" y="424"/>
                                  </a:cubicBezTo>
                                  <a:cubicBezTo>
                                    <a:pt x="393" y="424"/>
                                    <a:pt x="393" y="424"/>
                                    <a:pt x="393" y="424"/>
                                  </a:cubicBezTo>
                                  <a:cubicBezTo>
                                    <a:pt x="393" y="424"/>
                                    <a:pt x="393" y="424"/>
                                    <a:pt x="393" y="423"/>
                                  </a:cubicBezTo>
                                  <a:cubicBezTo>
                                    <a:pt x="393" y="423"/>
                                    <a:pt x="394" y="423"/>
                                    <a:pt x="394" y="424"/>
                                  </a:cubicBezTo>
                                  <a:cubicBezTo>
                                    <a:pt x="394" y="424"/>
                                    <a:pt x="394" y="424"/>
                                    <a:pt x="394" y="424"/>
                                  </a:cubicBezTo>
                                  <a:cubicBezTo>
                                    <a:pt x="394" y="424"/>
                                    <a:pt x="395" y="424"/>
                                    <a:pt x="395" y="424"/>
                                  </a:cubicBezTo>
                                  <a:cubicBezTo>
                                    <a:pt x="395" y="424"/>
                                    <a:pt x="394" y="424"/>
                                    <a:pt x="394" y="424"/>
                                  </a:cubicBezTo>
                                  <a:cubicBezTo>
                                    <a:pt x="394" y="425"/>
                                    <a:pt x="394" y="425"/>
                                    <a:pt x="394" y="425"/>
                                  </a:cubicBezTo>
                                  <a:cubicBezTo>
                                    <a:pt x="394" y="425"/>
                                    <a:pt x="394" y="425"/>
                                    <a:pt x="394" y="425"/>
                                  </a:cubicBezTo>
                                  <a:cubicBezTo>
                                    <a:pt x="394" y="425"/>
                                    <a:pt x="394" y="426"/>
                                    <a:pt x="394" y="426"/>
                                  </a:cubicBezTo>
                                  <a:cubicBezTo>
                                    <a:pt x="394" y="426"/>
                                    <a:pt x="394" y="426"/>
                                    <a:pt x="395" y="426"/>
                                  </a:cubicBezTo>
                                  <a:cubicBezTo>
                                    <a:pt x="395" y="426"/>
                                    <a:pt x="395" y="426"/>
                                    <a:pt x="395" y="426"/>
                                  </a:cubicBezTo>
                                  <a:cubicBezTo>
                                    <a:pt x="395" y="426"/>
                                    <a:pt x="395" y="425"/>
                                    <a:pt x="395" y="425"/>
                                  </a:cubicBezTo>
                                  <a:cubicBezTo>
                                    <a:pt x="395" y="425"/>
                                    <a:pt x="395" y="425"/>
                                    <a:pt x="395" y="425"/>
                                  </a:cubicBezTo>
                                  <a:cubicBezTo>
                                    <a:pt x="396" y="425"/>
                                    <a:pt x="397" y="425"/>
                                    <a:pt x="398" y="425"/>
                                  </a:cubicBezTo>
                                  <a:cubicBezTo>
                                    <a:pt x="398" y="425"/>
                                    <a:pt x="398" y="426"/>
                                    <a:pt x="399" y="426"/>
                                  </a:cubicBezTo>
                                  <a:cubicBezTo>
                                    <a:pt x="399" y="426"/>
                                    <a:pt x="399" y="426"/>
                                    <a:pt x="399" y="426"/>
                                  </a:cubicBezTo>
                                  <a:cubicBezTo>
                                    <a:pt x="399" y="426"/>
                                    <a:pt x="399" y="426"/>
                                    <a:pt x="399" y="426"/>
                                  </a:cubicBezTo>
                                  <a:cubicBezTo>
                                    <a:pt x="399" y="426"/>
                                    <a:pt x="400" y="426"/>
                                    <a:pt x="400" y="426"/>
                                  </a:cubicBezTo>
                                  <a:cubicBezTo>
                                    <a:pt x="400" y="426"/>
                                    <a:pt x="400" y="426"/>
                                    <a:pt x="400" y="426"/>
                                  </a:cubicBezTo>
                                  <a:cubicBezTo>
                                    <a:pt x="400" y="427"/>
                                    <a:pt x="400" y="427"/>
                                    <a:pt x="400" y="427"/>
                                  </a:cubicBezTo>
                                  <a:cubicBezTo>
                                    <a:pt x="400" y="428"/>
                                    <a:pt x="400" y="428"/>
                                    <a:pt x="400" y="428"/>
                                  </a:cubicBezTo>
                                  <a:cubicBezTo>
                                    <a:pt x="400" y="429"/>
                                    <a:pt x="400" y="429"/>
                                    <a:pt x="399" y="429"/>
                                  </a:cubicBezTo>
                                  <a:cubicBezTo>
                                    <a:pt x="399" y="429"/>
                                    <a:pt x="399" y="429"/>
                                    <a:pt x="399" y="429"/>
                                  </a:cubicBezTo>
                                  <a:cubicBezTo>
                                    <a:pt x="399" y="430"/>
                                    <a:pt x="399" y="430"/>
                                    <a:pt x="399" y="430"/>
                                  </a:cubicBezTo>
                                  <a:cubicBezTo>
                                    <a:pt x="399" y="430"/>
                                    <a:pt x="399" y="430"/>
                                    <a:pt x="398" y="430"/>
                                  </a:cubicBezTo>
                                  <a:cubicBezTo>
                                    <a:pt x="398" y="430"/>
                                    <a:pt x="398" y="431"/>
                                    <a:pt x="398" y="431"/>
                                  </a:cubicBezTo>
                                  <a:cubicBezTo>
                                    <a:pt x="397" y="431"/>
                                    <a:pt x="397" y="431"/>
                                    <a:pt x="397" y="432"/>
                                  </a:cubicBezTo>
                                  <a:cubicBezTo>
                                    <a:pt x="397" y="432"/>
                                    <a:pt x="397" y="432"/>
                                    <a:pt x="397" y="432"/>
                                  </a:cubicBezTo>
                                  <a:cubicBezTo>
                                    <a:pt x="397" y="432"/>
                                    <a:pt x="397" y="432"/>
                                    <a:pt x="397" y="432"/>
                                  </a:cubicBezTo>
                                  <a:cubicBezTo>
                                    <a:pt x="397" y="432"/>
                                    <a:pt x="398" y="432"/>
                                    <a:pt x="398" y="432"/>
                                  </a:cubicBezTo>
                                  <a:cubicBezTo>
                                    <a:pt x="398" y="432"/>
                                    <a:pt x="398" y="432"/>
                                    <a:pt x="398" y="432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4"/>
                                  </a:cubicBezTo>
                                  <a:cubicBezTo>
                                    <a:pt x="400" y="434"/>
                                    <a:pt x="400" y="434"/>
                                    <a:pt x="400" y="434"/>
                                  </a:cubicBezTo>
                                  <a:cubicBezTo>
                                    <a:pt x="401" y="434"/>
                                    <a:pt x="401" y="434"/>
                                    <a:pt x="401" y="434"/>
                                  </a:cubicBezTo>
                                  <a:cubicBezTo>
                                    <a:pt x="401" y="434"/>
                                    <a:pt x="401" y="436"/>
                                    <a:pt x="400" y="436"/>
                                  </a:cubicBezTo>
                                  <a:cubicBezTo>
                                    <a:pt x="400" y="436"/>
                                    <a:pt x="400" y="436"/>
                                    <a:pt x="400" y="436"/>
                                  </a:cubicBezTo>
                                  <a:cubicBezTo>
                                    <a:pt x="400" y="436"/>
                                    <a:pt x="400" y="436"/>
                                    <a:pt x="400" y="436"/>
                                  </a:cubicBezTo>
                                  <a:cubicBezTo>
                                    <a:pt x="400" y="435"/>
                                    <a:pt x="400" y="435"/>
                                    <a:pt x="399" y="435"/>
                                  </a:cubicBezTo>
                                  <a:cubicBezTo>
                                    <a:pt x="399" y="435"/>
                                    <a:pt x="399" y="435"/>
                                    <a:pt x="399" y="435"/>
                                  </a:cubicBezTo>
                                  <a:cubicBezTo>
                                    <a:pt x="399" y="435"/>
                                    <a:pt x="399" y="436"/>
                                    <a:pt x="399" y="436"/>
                                  </a:cubicBezTo>
                                  <a:cubicBezTo>
                                    <a:pt x="399" y="436"/>
                                    <a:pt x="399" y="436"/>
                                    <a:pt x="399" y="436"/>
                                  </a:cubicBezTo>
                                  <a:cubicBezTo>
                                    <a:pt x="400" y="436"/>
                                    <a:pt x="400" y="437"/>
                                    <a:pt x="400" y="437"/>
                                  </a:cubicBezTo>
                                  <a:cubicBezTo>
                                    <a:pt x="400" y="437"/>
                                    <a:pt x="400" y="437"/>
                                    <a:pt x="400" y="438"/>
                                  </a:cubicBezTo>
                                  <a:cubicBezTo>
                                    <a:pt x="399" y="438"/>
                                    <a:pt x="399" y="439"/>
                                    <a:pt x="398" y="439"/>
                                  </a:cubicBezTo>
                                  <a:cubicBezTo>
                                    <a:pt x="398" y="439"/>
                                    <a:pt x="397" y="439"/>
                                    <a:pt x="397" y="439"/>
                                  </a:cubicBezTo>
                                  <a:cubicBezTo>
                                    <a:pt x="396" y="439"/>
                                    <a:pt x="397" y="440"/>
                                    <a:pt x="397" y="440"/>
                                  </a:cubicBezTo>
                                  <a:cubicBezTo>
                                    <a:pt x="396" y="441"/>
                                    <a:pt x="396" y="441"/>
                                    <a:pt x="396" y="441"/>
                                  </a:cubicBezTo>
                                  <a:cubicBezTo>
                                    <a:pt x="396" y="441"/>
                                    <a:pt x="395" y="441"/>
                                    <a:pt x="395" y="440"/>
                                  </a:cubicBezTo>
                                  <a:cubicBezTo>
                                    <a:pt x="395" y="440"/>
                                    <a:pt x="395" y="440"/>
                                    <a:pt x="395" y="440"/>
                                  </a:cubicBezTo>
                                  <a:cubicBezTo>
                                    <a:pt x="395" y="440"/>
                                    <a:pt x="395" y="439"/>
                                    <a:pt x="395" y="439"/>
                                  </a:cubicBezTo>
                                  <a:cubicBezTo>
                                    <a:pt x="395" y="439"/>
                                    <a:pt x="394" y="439"/>
                                    <a:pt x="394" y="439"/>
                                  </a:cubicBezTo>
                                  <a:cubicBezTo>
                                    <a:pt x="394" y="439"/>
                                    <a:pt x="394" y="440"/>
                                    <a:pt x="394" y="440"/>
                                  </a:cubicBezTo>
                                  <a:cubicBezTo>
                                    <a:pt x="394" y="440"/>
                                    <a:pt x="394" y="440"/>
                                    <a:pt x="394" y="440"/>
                                  </a:cubicBezTo>
                                  <a:cubicBezTo>
                                    <a:pt x="394" y="440"/>
                                    <a:pt x="394" y="440"/>
                                    <a:pt x="394" y="440"/>
                                  </a:cubicBezTo>
                                  <a:cubicBezTo>
                                    <a:pt x="393" y="440"/>
                                    <a:pt x="393" y="440"/>
                                    <a:pt x="393" y="440"/>
                                  </a:cubicBezTo>
                                  <a:cubicBezTo>
                                    <a:pt x="393" y="440"/>
                                    <a:pt x="392" y="439"/>
                                    <a:pt x="392" y="439"/>
                                  </a:cubicBezTo>
                                  <a:cubicBezTo>
                                    <a:pt x="392" y="439"/>
                                    <a:pt x="392" y="439"/>
                                    <a:pt x="392" y="439"/>
                                  </a:cubicBezTo>
                                  <a:cubicBezTo>
                                    <a:pt x="392" y="439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1"/>
                                    <a:pt x="392" y="441"/>
                                  </a:cubicBezTo>
                                  <a:cubicBezTo>
                                    <a:pt x="392" y="441"/>
                                    <a:pt x="392" y="441"/>
                                    <a:pt x="392" y="441"/>
                                  </a:cubicBezTo>
                                  <a:cubicBezTo>
                                    <a:pt x="391" y="441"/>
                                    <a:pt x="391" y="441"/>
                                    <a:pt x="391" y="441"/>
                                  </a:cubicBezTo>
                                  <a:cubicBezTo>
                                    <a:pt x="391" y="441"/>
                                    <a:pt x="391" y="441"/>
                                    <a:pt x="391" y="441"/>
                                  </a:cubicBezTo>
                                  <a:cubicBezTo>
                                    <a:pt x="392" y="441"/>
                                    <a:pt x="392" y="441"/>
                                    <a:pt x="392" y="441"/>
                                  </a:cubicBezTo>
                                  <a:cubicBezTo>
                                    <a:pt x="392" y="441"/>
                                    <a:pt x="392" y="441"/>
                                    <a:pt x="393" y="442"/>
                                  </a:cubicBezTo>
                                  <a:cubicBezTo>
                                    <a:pt x="393" y="442"/>
                                    <a:pt x="393" y="442"/>
                                    <a:pt x="393" y="442"/>
                                  </a:cubicBezTo>
                                  <a:cubicBezTo>
                                    <a:pt x="393" y="442"/>
                                    <a:pt x="393" y="442"/>
                                    <a:pt x="393" y="442"/>
                                  </a:cubicBezTo>
                                  <a:cubicBezTo>
                                    <a:pt x="394" y="442"/>
                                    <a:pt x="393" y="443"/>
                                    <a:pt x="393" y="443"/>
                                  </a:cubicBezTo>
                                  <a:cubicBezTo>
                                    <a:pt x="393" y="443"/>
                                    <a:pt x="393" y="443"/>
                                    <a:pt x="393" y="443"/>
                                  </a:cubicBezTo>
                                  <a:cubicBezTo>
                                    <a:pt x="393" y="444"/>
                                    <a:pt x="393" y="444"/>
                                    <a:pt x="393" y="444"/>
                                  </a:cubicBezTo>
                                  <a:cubicBezTo>
                                    <a:pt x="393" y="444"/>
                                    <a:pt x="393" y="444"/>
                                    <a:pt x="394" y="444"/>
                                  </a:cubicBezTo>
                                  <a:cubicBezTo>
                                    <a:pt x="394" y="444"/>
                                    <a:pt x="394" y="444"/>
                                    <a:pt x="394" y="444"/>
                                  </a:cubicBezTo>
                                  <a:cubicBezTo>
                                    <a:pt x="393" y="444"/>
                                    <a:pt x="394" y="445"/>
                                    <a:pt x="393" y="446"/>
                                  </a:cubicBezTo>
                                  <a:cubicBezTo>
                                    <a:pt x="393" y="446"/>
                                    <a:pt x="393" y="446"/>
                                    <a:pt x="393" y="446"/>
                                  </a:cubicBezTo>
                                  <a:cubicBezTo>
                                    <a:pt x="393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5" y="446"/>
                                    <a:pt x="395" y="445"/>
                                    <a:pt x="395" y="445"/>
                                  </a:cubicBezTo>
                                  <a:cubicBezTo>
                                    <a:pt x="395" y="445"/>
                                    <a:pt x="395" y="445"/>
                                    <a:pt x="395" y="445"/>
                                  </a:cubicBezTo>
                                  <a:cubicBezTo>
                                    <a:pt x="395" y="445"/>
                                    <a:pt x="396" y="445"/>
                                    <a:pt x="396" y="445"/>
                                  </a:cubicBezTo>
                                  <a:cubicBezTo>
                                    <a:pt x="396" y="445"/>
                                    <a:pt x="396" y="446"/>
                                    <a:pt x="396" y="446"/>
                                  </a:cubicBezTo>
                                  <a:cubicBezTo>
                                    <a:pt x="396" y="446"/>
                                    <a:pt x="395" y="446"/>
                                    <a:pt x="395" y="446"/>
                                  </a:cubicBezTo>
                                  <a:cubicBezTo>
                                    <a:pt x="395" y="447"/>
                                    <a:pt x="395" y="447"/>
                                    <a:pt x="395" y="447"/>
                                  </a:cubicBezTo>
                                  <a:cubicBezTo>
                                    <a:pt x="395" y="447"/>
                                    <a:pt x="395" y="447"/>
                                    <a:pt x="395" y="447"/>
                                  </a:cubicBezTo>
                                  <a:cubicBezTo>
                                    <a:pt x="394" y="447"/>
                                    <a:pt x="394" y="448"/>
                                    <a:pt x="394" y="448"/>
                                  </a:cubicBezTo>
                                  <a:cubicBezTo>
                                    <a:pt x="394" y="448"/>
                                    <a:pt x="394" y="448"/>
                                    <a:pt x="394" y="449"/>
                                  </a:cubicBezTo>
                                  <a:cubicBezTo>
                                    <a:pt x="394" y="449"/>
                                    <a:pt x="394" y="449"/>
                                    <a:pt x="395" y="449"/>
                                  </a:cubicBezTo>
                                  <a:cubicBezTo>
                                    <a:pt x="395" y="449"/>
                                    <a:pt x="395" y="449"/>
                                    <a:pt x="395" y="449"/>
                                  </a:cubicBezTo>
                                  <a:cubicBezTo>
                                    <a:pt x="395" y="450"/>
                                    <a:pt x="395" y="450"/>
                                    <a:pt x="395" y="450"/>
                                  </a:cubicBezTo>
                                  <a:cubicBezTo>
                                    <a:pt x="395" y="451"/>
                                    <a:pt x="396" y="451"/>
                                    <a:pt x="396" y="452"/>
                                  </a:cubicBezTo>
                                  <a:cubicBezTo>
                                    <a:pt x="396" y="452"/>
                                    <a:pt x="397" y="452"/>
                                    <a:pt x="397" y="453"/>
                                  </a:cubicBezTo>
                                  <a:cubicBezTo>
                                    <a:pt x="397" y="453"/>
                                    <a:pt x="398" y="453"/>
                                    <a:pt x="398" y="454"/>
                                  </a:cubicBezTo>
                                  <a:cubicBezTo>
                                    <a:pt x="398" y="454"/>
                                    <a:pt x="398" y="454"/>
                                    <a:pt x="398" y="454"/>
                                  </a:cubicBezTo>
                                  <a:cubicBezTo>
                                    <a:pt x="398" y="455"/>
                                    <a:pt x="399" y="455"/>
                                    <a:pt x="400" y="456"/>
                                  </a:cubicBezTo>
                                  <a:cubicBezTo>
                                    <a:pt x="400" y="456"/>
                                    <a:pt x="400" y="456"/>
                                    <a:pt x="400" y="456"/>
                                  </a:cubicBezTo>
                                  <a:cubicBezTo>
                                    <a:pt x="400" y="457"/>
                                    <a:pt x="400" y="457"/>
                                    <a:pt x="400" y="457"/>
                                  </a:cubicBezTo>
                                  <a:cubicBezTo>
                                    <a:pt x="401" y="457"/>
                                    <a:pt x="401" y="457"/>
                                    <a:pt x="401" y="458"/>
                                  </a:cubicBezTo>
                                  <a:cubicBezTo>
                                    <a:pt x="401" y="458"/>
                                    <a:pt x="401" y="459"/>
                                    <a:pt x="401" y="459"/>
                                  </a:cubicBezTo>
                                  <a:cubicBezTo>
                                    <a:pt x="400" y="460"/>
                                    <a:pt x="400" y="460"/>
                                    <a:pt x="400" y="461"/>
                                  </a:cubicBezTo>
                                  <a:cubicBezTo>
                                    <a:pt x="400" y="461"/>
                                    <a:pt x="400" y="461"/>
                                    <a:pt x="400" y="462"/>
                                  </a:cubicBezTo>
                                  <a:cubicBezTo>
                                    <a:pt x="400" y="462"/>
                                    <a:pt x="400" y="462"/>
                                    <a:pt x="400" y="463"/>
                                  </a:cubicBezTo>
                                  <a:cubicBezTo>
                                    <a:pt x="400" y="463"/>
                                    <a:pt x="399" y="464"/>
                                    <a:pt x="399" y="465"/>
                                  </a:cubicBezTo>
                                  <a:cubicBezTo>
                                    <a:pt x="399" y="465"/>
                                    <a:pt x="399" y="465"/>
                                    <a:pt x="399" y="465"/>
                                  </a:cubicBezTo>
                                  <a:cubicBezTo>
                                    <a:pt x="399" y="465"/>
                                    <a:pt x="399" y="465"/>
                                    <a:pt x="399" y="466"/>
                                  </a:cubicBezTo>
                                  <a:cubicBezTo>
                                    <a:pt x="399" y="466"/>
                                    <a:pt x="398" y="466"/>
                                    <a:pt x="398" y="466"/>
                                  </a:cubicBezTo>
                                  <a:cubicBezTo>
                                    <a:pt x="398" y="466"/>
                                    <a:pt x="398" y="466"/>
                                    <a:pt x="398" y="466"/>
                                  </a:cubicBezTo>
                                  <a:cubicBezTo>
                                    <a:pt x="397" y="466"/>
                                    <a:pt x="397" y="466"/>
                                    <a:pt x="397" y="466"/>
                                  </a:cubicBezTo>
                                  <a:cubicBezTo>
                                    <a:pt x="397" y="466"/>
                                    <a:pt x="396" y="466"/>
                                    <a:pt x="396" y="466"/>
                                  </a:cubicBezTo>
                                  <a:cubicBezTo>
                                    <a:pt x="396" y="467"/>
                                    <a:pt x="395" y="468"/>
                                    <a:pt x="395" y="468"/>
                                  </a:cubicBezTo>
                                  <a:cubicBezTo>
                                    <a:pt x="395" y="469"/>
                                    <a:pt x="395" y="469"/>
                                    <a:pt x="395" y="469"/>
                                  </a:cubicBezTo>
                                  <a:cubicBezTo>
                                    <a:pt x="395" y="469"/>
                                    <a:pt x="395" y="469"/>
                                    <a:pt x="395" y="469"/>
                                  </a:cubicBezTo>
                                  <a:cubicBezTo>
                                    <a:pt x="394" y="469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3" y="470"/>
                                    <a:pt x="393" y="470"/>
                                  </a:cubicBezTo>
                                  <a:cubicBezTo>
                                    <a:pt x="393" y="470"/>
                                    <a:pt x="393" y="470"/>
                                    <a:pt x="393" y="470"/>
                                  </a:cubicBezTo>
                                  <a:cubicBezTo>
                                    <a:pt x="393" y="471"/>
                                    <a:pt x="393" y="471"/>
                                    <a:pt x="392" y="471"/>
                                  </a:cubicBezTo>
                                  <a:cubicBezTo>
                                    <a:pt x="392" y="471"/>
                                    <a:pt x="392" y="471"/>
                                    <a:pt x="392" y="471"/>
                                  </a:cubicBezTo>
                                  <a:cubicBezTo>
                                    <a:pt x="392" y="471"/>
                                    <a:pt x="393" y="471"/>
                                    <a:pt x="393" y="471"/>
                                  </a:cubicBezTo>
                                  <a:cubicBezTo>
                                    <a:pt x="393" y="471"/>
                                    <a:pt x="393" y="471"/>
                                    <a:pt x="393" y="471"/>
                                  </a:cubicBezTo>
                                  <a:cubicBezTo>
                                    <a:pt x="393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3"/>
                                    <a:pt x="392" y="473"/>
                                    <a:pt x="391" y="473"/>
                                  </a:cubicBezTo>
                                  <a:cubicBezTo>
                                    <a:pt x="391" y="473"/>
                                    <a:pt x="391" y="473"/>
                                    <a:pt x="391" y="473"/>
                                  </a:cubicBezTo>
                                  <a:cubicBezTo>
                                    <a:pt x="390" y="473"/>
                                    <a:pt x="390" y="473"/>
                                    <a:pt x="390" y="473"/>
                                  </a:cubicBezTo>
                                  <a:cubicBezTo>
                                    <a:pt x="390" y="473"/>
                                    <a:pt x="390" y="473"/>
                                    <a:pt x="389" y="473"/>
                                  </a:cubicBezTo>
                                  <a:cubicBezTo>
                                    <a:pt x="389" y="473"/>
                                    <a:pt x="389" y="473"/>
                                    <a:pt x="389" y="473"/>
                                  </a:cubicBezTo>
                                  <a:cubicBezTo>
                                    <a:pt x="389" y="474"/>
                                    <a:pt x="389" y="474"/>
                                    <a:pt x="389" y="475"/>
                                  </a:cubicBezTo>
                                  <a:cubicBezTo>
                                    <a:pt x="388" y="475"/>
                                    <a:pt x="388" y="475"/>
                                    <a:pt x="387" y="476"/>
                                  </a:cubicBezTo>
                                  <a:cubicBezTo>
                                    <a:pt x="387" y="476"/>
                                    <a:pt x="387" y="476"/>
                                    <a:pt x="386" y="476"/>
                                  </a:cubicBezTo>
                                  <a:cubicBezTo>
                                    <a:pt x="386" y="476"/>
                                    <a:pt x="386" y="477"/>
                                    <a:pt x="385" y="477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5"/>
                                    <a:pt x="385" y="475"/>
                                  </a:cubicBezTo>
                                  <a:cubicBezTo>
                                    <a:pt x="385" y="475"/>
                                    <a:pt x="385" y="475"/>
                                    <a:pt x="385" y="475"/>
                                  </a:cubicBezTo>
                                  <a:cubicBezTo>
                                    <a:pt x="385" y="475"/>
                                    <a:pt x="385" y="475"/>
                                    <a:pt x="385" y="474"/>
                                  </a:cubicBezTo>
                                  <a:cubicBezTo>
                                    <a:pt x="384" y="474"/>
                                    <a:pt x="384" y="474"/>
                                    <a:pt x="384" y="474"/>
                                  </a:cubicBezTo>
                                  <a:cubicBezTo>
                                    <a:pt x="384" y="474"/>
                                    <a:pt x="384" y="474"/>
                                    <a:pt x="384" y="474"/>
                                  </a:cubicBezTo>
                                  <a:cubicBezTo>
                                    <a:pt x="384" y="474"/>
                                    <a:pt x="384" y="473"/>
                                    <a:pt x="383" y="473"/>
                                  </a:cubicBezTo>
                                  <a:cubicBezTo>
                                    <a:pt x="383" y="473"/>
                                    <a:pt x="383" y="473"/>
                                    <a:pt x="383" y="473"/>
                                  </a:cubicBezTo>
                                  <a:cubicBezTo>
                                    <a:pt x="382" y="472"/>
                                    <a:pt x="382" y="472"/>
                                    <a:pt x="382" y="472"/>
                                  </a:cubicBezTo>
                                  <a:cubicBezTo>
                                    <a:pt x="382" y="472"/>
                                    <a:pt x="382" y="471"/>
                                    <a:pt x="382" y="471"/>
                                  </a:cubicBezTo>
                                  <a:cubicBezTo>
                                    <a:pt x="382" y="471"/>
                                    <a:pt x="382" y="471"/>
                                    <a:pt x="382" y="471"/>
                                  </a:cubicBezTo>
                                  <a:cubicBezTo>
                                    <a:pt x="382" y="471"/>
                                    <a:pt x="382" y="471"/>
                                    <a:pt x="383" y="471"/>
                                  </a:cubicBezTo>
                                  <a:cubicBezTo>
                                    <a:pt x="383" y="470"/>
                                    <a:pt x="383" y="470"/>
                                    <a:pt x="383" y="470"/>
                                  </a:cubicBezTo>
                                  <a:cubicBezTo>
                                    <a:pt x="383" y="470"/>
                                    <a:pt x="383" y="470"/>
                                    <a:pt x="383" y="469"/>
                                  </a:cubicBezTo>
                                  <a:cubicBezTo>
                                    <a:pt x="383" y="469"/>
                                    <a:pt x="383" y="468"/>
                                    <a:pt x="383" y="468"/>
                                  </a:cubicBezTo>
                                  <a:cubicBezTo>
                                    <a:pt x="383" y="467"/>
                                    <a:pt x="383" y="467"/>
                                    <a:pt x="383" y="467"/>
                                  </a:cubicBezTo>
                                  <a:cubicBezTo>
                                    <a:pt x="383" y="467"/>
                                    <a:pt x="382" y="467"/>
                                    <a:pt x="382" y="468"/>
                                  </a:cubicBezTo>
                                  <a:cubicBezTo>
                                    <a:pt x="382" y="468"/>
                                    <a:pt x="382" y="468"/>
                                    <a:pt x="382" y="468"/>
                                  </a:cubicBezTo>
                                  <a:cubicBezTo>
                                    <a:pt x="382" y="469"/>
                                    <a:pt x="382" y="469"/>
                                    <a:pt x="382" y="470"/>
                                  </a:cubicBezTo>
                                  <a:cubicBezTo>
                                    <a:pt x="382" y="470"/>
                                    <a:pt x="382" y="470"/>
                                    <a:pt x="382" y="470"/>
                                  </a:cubicBezTo>
                                  <a:cubicBezTo>
                                    <a:pt x="382" y="470"/>
                                    <a:pt x="382" y="470"/>
                                    <a:pt x="382" y="470"/>
                                  </a:cubicBezTo>
                                  <a:cubicBezTo>
                                    <a:pt x="381" y="470"/>
                                    <a:pt x="381" y="471"/>
                                    <a:pt x="381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0"/>
                                  </a:cubicBezTo>
                                  <a:cubicBezTo>
                                    <a:pt x="380" y="469"/>
                                    <a:pt x="380" y="469"/>
                                    <a:pt x="380" y="469"/>
                                  </a:cubicBezTo>
                                  <a:cubicBezTo>
                                    <a:pt x="380" y="469"/>
                                    <a:pt x="380" y="469"/>
                                    <a:pt x="380" y="469"/>
                                  </a:cubicBezTo>
                                  <a:cubicBezTo>
                                    <a:pt x="380" y="469"/>
                                    <a:pt x="380" y="469"/>
                                    <a:pt x="380" y="468"/>
                                  </a:cubicBezTo>
                                  <a:cubicBezTo>
                                    <a:pt x="379" y="468"/>
                                    <a:pt x="379" y="468"/>
                                    <a:pt x="379" y="468"/>
                                  </a:cubicBezTo>
                                  <a:cubicBezTo>
                                    <a:pt x="379" y="467"/>
                                    <a:pt x="379" y="467"/>
                                    <a:pt x="379" y="467"/>
                                  </a:cubicBezTo>
                                  <a:cubicBezTo>
                                    <a:pt x="379" y="467"/>
                                    <a:pt x="379" y="467"/>
                                    <a:pt x="379" y="467"/>
                                  </a:cubicBezTo>
                                  <a:cubicBezTo>
                                    <a:pt x="379" y="466"/>
                                    <a:pt x="379" y="466"/>
                                    <a:pt x="379" y="466"/>
                                  </a:cubicBezTo>
                                  <a:cubicBezTo>
                                    <a:pt x="379" y="466"/>
                                    <a:pt x="378" y="466"/>
                                    <a:pt x="378" y="466"/>
                                  </a:cubicBezTo>
                                  <a:cubicBezTo>
                                    <a:pt x="378" y="466"/>
                                    <a:pt x="377" y="466"/>
                                    <a:pt x="377" y="466"/>
                                  </a:cubicBezTo>
                                  <a:cubicBezTo>
                                    <a:pt x="377" y="466"/>
                                    <a:pt x="376" y="466"/>
                                    <a:pt x="375" y="466"/>
                                  </a:cubicBezTo>
                                  <a:cubicBezTo>
                                    <a:pt x="375" y="467"/>
                                    <a:pt x="374" y="467"/>
                                    <a:pt x="374" y="467"/>
                                  </a:cubicBezTo>
                                  <a:cubicBezTo>
                                    <a:pt x="374" y="467"/>
                                    <a:pt x="374" y="467"/>
                                    <a:pt x="374" y="467"/>
                                  </a:cubicBezTo>
                                  <a:cubicBezTo>
                                    <a:pt x="374" y="468"/>
                                    <a:pt x="374" y="468"/>
                                    <a:pt x="374" y="468"/>
                                  </a:cubicBezTo>
                                  <a:cubicBezTo>
                                    <a:pt x="374" y="468"/>
                                    <a:pt x="375" y="468"/>
                                    <a:pt x="375" y="468"/>
                                  </a:cubicBezTo>
                                  <a:cubicBezTo>
                                    <a:pt x="375" y="468"/>
                                    <a:pt x="376" y="468"/>
                                    <a:pt x="376" y="468"/>
                                  </a:cubicBezTo>
                                  <a:cubicBezTo>
                                    <a:pt x="376" y="468"/>
                                    <a:pt x="376" y="467"/>
                                    <a:pt x="376" y="467"/>
                                  </a:cubicBezTo>
                                  <a:cubicBezTo>
                                    <a:pt x="376" y="467"/>
                                    <a:pt x="376" y="467"/>
                                    <a:pt x="376" y="467"/>
                                  </a:cubicBezTo>
                                  <a:cubicBezTo>
                                    <a:pt x="377" y="466"/>
                                    <a:pt x="378" y="466"/>
                                    <a:pt x="378" y="467"/>
                                  </a:cubicBezTo>
                                  <a:cubicBezTo>
                                    <a:pt x="378" y="467"/>
                                    <a:pt x="378" y="467"/>
                                    <a:pt x="378" y="467"/>
                                  </a:cubicBezTo>
                                  <a:cubicBezTo>
                                    <a:pt x="378" y="468"/>
                                    <a:pt x="379" y="468"/>
                                    <a:pt x="379" y="469"/>
                                  </a:cubicBezTo>
                                  <a:cubicBezTo>
                                    <a:pt x="379" y="469"/>
                                    <a:pt x="379" y="469"/>
                                    <a:pt x="379" y="469"/>
                                  </a:cubicBezTo>
                                  <a:cubicBezTo>
                                    <a:pt x="379" y="469"/>
                                    <a:pt x="380" y="469"/>
                                    <a:pt x="380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1"/>
                                  </a:cubicBezTo>
                                  <a:cubicBezTo>
                                    <a:pt x="380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2"/>
                                    <a:pt x="381" y="472"/>
                                    <a:pt x="381" y="472"/>
                                  </a:cubicBezTo>
                                  <a:cubicBezTo>
                                    <a:pt x="381" y="473"/>
                                    <a:pt x="381" y="473"/>
                                    <a:pt x="381" y="473"/>
                                  </a:cubicBezTo>
                                  <a:cubicBezTo>
                                    <a:pt x="381" y="473"/>
                                    <a:pt x="382" y="473"/>
                                    <a:pt x="382" y="474"/>
                                  </a:cubicBezTo>
                                  <a:cubicBezTo>
                                    <a:pt x="383" y="474"/>
                                    <a:pt x="383" y="475"/>
                                    <a:pt x="383" y="476"/>
                                  </a:cubicBezTo>
                                  <a:cubicBezTo>
                                    <a:pt x="383" y="476"/>
                                    <a:pt x="383" y="476"/>
                                    <a:pt x="383" y="476"/>
                                  </a:cubicBezTo>
                                  <a:cubicBezTo>
                                    <a:pt x="383" y="477"/>
                                    <a:pt x="383" y="477"/>
                                    <a:pt x="383" y="477"/>
                                  </a:cubicBezTo>
                                  <a:cubicBezTo>
                                    <a:pt x="384" y="477"/>
                                    <a:pt x="384" y="478"/>
                                    <a:pt x="384" y="478"/>
                                  </a:cubicBezTo>
                                  <a:cubicBezTo>
                                    <a:pt x="384" y="478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80"/>
                                    <a:pt x="384" y="480"/>
                                  </a:cubicBezTo>
                                  <a:cubicBezTo>
                                    <a:pt x="384" y="480"/>
                                    <a:pt x="384" y="480"/>
                                    <a:pt x="384" y="480"/>
                                  </a:cubicBezTo>
                                  <a:cubicBezTo>
                                    <a:pt x="383" y="480"/>
                                    <a:pt x="384" y="479"/>
                                    <a:pt x="383" y="479"/>
                                  </a:cubicBezTo>
                                  <a:cubicBezTo>
                                    <a:pt x="383" y="479"/>
                                    <a:pt x="383" y="479"/>
                                    <a:pt x="383" y="479"/>
                                  </a:cubicBezTo>
                                  <a:cubicBezTo>
                                    <a:pt x="383" y="479"/>
                                    <a:pt x="383" y="479"/>
                                    <a:pt x="382" y="479"/>
                                  </a:cubicBezTo>
                                  <a:cubicBezTo>
                                    <a:pt x="382" y="479"/>
                                    <a:pt x="382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7"/>
                                    <a:pt x="381" y="477"/>
                                    <a:pt x="381" y="477"/>
                                  </a:cubicBezTo>
                                  <a:cubicBezTo>
                                    <a:pt x="381" y="477"/>
                                    <a:pt x="380" y="477"/>
                                    <a:pt x="380" y="477"/>
                                  </a:cubicBezTo>
                                  <a:cubicBezTo>
                                    <a:pt x="380" y="477"/>
                                    <a:pt x="380" y="477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7"/>
                                    <a:pt x="380" y="477"/>
                                    <a:pt x="380" y="477"/>
                                  </a:cubicBezTo>
                                  <a:cubicBezTo>
                                    <a:pt x="380" y="477"/>
                                    <a:pt x="379" y="477"/>
                                    <a:pt x="379" y="477"/>
                                  </a:cubicBezTo>
                                  <a:cubicBezTo>
                                    <a:pt x="379" y="477"/>
                                    <a:pt x="379" y="477"/>
                                    <a:pt x="379" y="476"/>
                                  </a:cubicBezTo>
                                  <a:cubicBezTo>
                                    <a:pt x="379" y="476"/>
                                    <a:pt x="379" y="476"/>
                                    <a:pt x="379" y="476"/>
                                  </a:cubicBezTo>
                                  <a:cubicBezTo>
                                    <a:pt x="379" y="476"/>
                                    <a:pt x="378" y="476"/>
                                    <a:pt x="378" y="477"/>
                                  </a:cubicBezTo>
                                  <a:cubicBezTo>
                                    <a:pt x="378" y="477"/>
                                    <a:pt x="379" y="477"/>
                                    <a:pt x="379" y="477"/>
                                  </a:cubicBezTo>
                                  <a:cubicBezTo>
                                    <a:pt x="379" y="477"/>
                                    <a:pt x="379" y="478"/>
                                    <a:pt x="379" y="478"/>
                                  </a:cubicBezTo>
                                  <a:cubicBezTo>
                                    <a:pt x="379" y="478"/>
                                    <a:pt x="380" y="479"/>
                                    <a:pt x="380" y="479"/>
                                  </a:cubicBezTo>
                                  <a:cubicBezTo>
                                    <a:pt x="380" y="479"/>
                                    <a:pt x="380" y="479"/>
                                    <a:pt x="380" y="479"/>
                                  </a:cubicBezTo>
                                  <a:cubicBezTo>
                                    <a:pt x="380" y="479"/>
                                    <a:pt x="380" y="479"/>
                                    <a:pt x="380" y="480"/>
                                  </a:cubicBezTo>
                                  <a:cubicBezTo>
                                    <a:pt x="380" y="480"/>
                                    <a:pt x="380" y="480"/>
                                    <a:pt x="380" y="480"/>
                                  </a:cubicBezTo>
                                  <a:cubicBezTo>
                                    <a:pt x="380" y="480"/>
                                    <a:pt x="380" y="480"/>
                                    <a:pt x="379" y="480"/>
                                  </a:cubicBezTo>
                                  <a:cubicBezTo>
                                    <a:pt x="379" y="480"/>
                                    <a:pt x="379" y="479"/>
                                    <a:pt x="379" y="479"/>
                                  </a:cubicBezTo>
                                  <a:cubicBezTo>
                                    <a:pt x="379" y="479"/>
                                    <a:pt x="378" y="479"/>
                                    <a:pt x="378" y="479"/>
                                  </a:cubicBezTo>
                                  <a:cubicBezTo>
                                    <a:pt x="378" y="479"/>
                                    <a:pt x="378" y="479"/>
                                    <a:pt x="378" y="479"/>
                                  </a:cubicBezTo>
                                  <a:cubicBezTo>
                                    <a:pt x="377" y="479"/>
                                    <a:pt x="377" y="479"/>
                                    <a:pt x="377" y="478"/>
                                  </a:cubicBezTo>
                                  <a:cubicBezTo>
                                    <a:pt x="377" y="478"/>
                                    <a:pt x="377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5" y="478"/>
                                    <a:pt x="375" y="478"/>
                                    <a:pt x="375" y="478"/>
                                  </a:cubicBezTo>
                                  <a:cubicBezTo>
                                    <a:pt x="374" y="478"/>
                                    <a:pt x="374" y="478"/>
                                    <a:pt x="374" y="477"/>
                                  </a:cubicBezTo>
                                  <a:cubicBezTo>
                                    <a:pt x="374" y="477"/>
                                    <a:pt x="374" y="477"/>
                                    <a:pt x="374" y="477"/>
                                  </a:cubicBezTo>
                                  <a:cubicBezTo>
                                    <a:pt x="374" y="476"/>
                                    <a:pt x="373" y="476"/>
                                    <a:pt x="373" y="475"/>
                                  </a:cubicBezTo>
                                  <a:cubicBezTo>
                                    <a:pt x="373" y="475"/>
                                    <a:pt x="373" y="474"/>
                                    <a:pt x="373" y="474"/>
                                  </a:cubicBezTo>
                                  <a:cubicBezTo>
                                    <a:pt x="373" y="473"/>
                                    <a:pt x="373" y="473"/>
                                    <a:pt x="372" y="473"/>
                                  </a:cubicBezTo>
                                  <a:cubicBezTo>
                                    <a:pt x="372" y="473"/>
                                    <a:pt x="372" y="473"/>
                                    <a:pt x="371" y="473"/>
                                  </a:cubicBezTo>
                                  <a:cubicBezTo>
                                    <a:pt x="371" y="473"/>
                                    <a:pt x="371" y="473"/>
                                    <a:pt x="370" y="474"/>
                                  </a:cubicBezTo>
                                  <a:cubicBezTo>
                                    <a:pt x="370" y="474"/>
                                    <a:pt x="370" y="474"/>
                                    <a:pt x="370" y="474"/>
                                  </a:cubicBezTo>
                                  <a:cubicBezTo>
                                    <a:pt x="370" y="474"/>
                                    <a:pt x="370" y="474"/>
                                    <a:pt x="370" y="474"/>
                                  </a:cubicBezTo>
                                  <a:cubicBezTo>
                                    <a:pt x="369" y="474"/>
                                    <a:pt x="369" y="474"/>
                                    <a:pt x="369" y="474"/>
                                  </a:cubicBezTo>
                                  <a:cubicBezTo>
                                    <a:pt x="368" y="474"/>
                                    <a:pt x="368" y="474"/>
                                    <a:pt x="367" y="474"/>
                                  </a:cubicBezTo>
                                  <a:cubicBezTo>
                                    <a:pt x="367" y="474"/>
                                    <a:pt x="366" y="474"/>
                                    <a:pt x="366" y="474"/>
                                  </a:cubicBezTo>
                                  <a:cubicBezTo>
                                    <a:pt x="366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3" y="475"/>
                                  </a:cubicBezTo>
                                  <a:cubicBezTo>
                                    <a:pt x="363" y="475"/>
                                    <a:pt x="363" y="475"/>
                                    <a:pt x="363" y="475"/>
                                  </a:cubicBezTo>
                                  <a:cubicBezTo>
                                    <a:pt x="364" y="476"/>
                                    <a:pt x="364" y="476"/>
                                    <a:pt x="365" y="477"/>
                                  </a:cubicBezTo>
                                  <a:cubicBezTo>
                                    <a:pt x="365" y="477"/>
                                    <a:pt x="365" y="477"/>
                                    <a:pt x="365" y="477"/>
                                  </a:cubicBezTo>
                                  <a:cubicBezTo>
                                    <a:pt x="365" y="477"/>
                                    <a:pt x="366" y="477"/>
                                    <a:pt x="366" y="477"/>
                                  </a:cubicBezTo>
                                  <a:cubicBezTo>
                                    <a:pt x="366" y="477"/>
                                    <a:pt x="367" y="478"/>
                                    <a:pt x="367" y="478"/>
                                  </a:cubicBezTo>
                                  <a:cubicBezTo>
                                    <a:pt x="368" y="478"/>
                                    <a:pt x="368" y="479"/>
                                    <a:pt x="369" y="479"/>
                                  </a:cubicBezTo>
                                  <a:cubicBezTo>
                                    <a:pt x="369" y="479"/>
                                    <a:pt x="369" y="479"/>
                                    <a:pt x="369" y="479"/>
                                  </a:cubicBezTo>
                                  <a:cubicBezTo>
                                    <a:pt x="369" y="479"/>
                                    <a:pt x="369" y="479"/>
                                    <a:pt x="369" y="479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1"/>
                                    <a:pt x="369" y="481"/>
                                    <a:pt x="369" y="482"/>
                                  </a:cubicBezTo>
                                  <a:cubicBezTo>
                                    <a:pt x="369" y="482"/>
                                    <a:pt x="369" y="482"/>
                                    <a:pt x="369" y="482"/>
                                  </a:cubicBezTo>
                                  <a:cubicBezTo>
                                    <a:pt x="368" y="482"/>
                                    <a:pt x="368" y="482"/>
                                    <a:pt x="368" y="483"/>
                                  </a:cubicBezTo>
                                  <a:cubicBezTo>
                                    <a:pt x="368" y="483"/>
                                    <a:pt x="367" y="483"/>
                                    <a:pt x="367" y="483"/>
                                  </a:cubicBezTo>
                                  <a:cubicBezTo>
                                    <a:pt x="367" y="484"/>
                                    <a:pt x="366" y="484"/>
                                    <a:pt x="366" y="484"/>
                                  </a:cubicBezTo>
                                  <a:cubicBezTo>
                                    <a:pt x="366" y="485"/>
                                    <a:pt x="366" y="485"/>
                                    <a:pt x="366" y="485"/>
                                  </a:cubicBezTo>
                                  <a:cubicBezTo>
                                    <a:pt x="366" y="486"/>
                                    <a:pt x="366" y="486"/>
                                    <a:pt x="366" y="486"/>
                                  </a:cubicBezTo>
                                  <a:cubicBezTo>
                                    <a:pt x="365" y="486"/>
                                    <a:pt x="365" y="486"/>
                                    <a:pt x="365" y="486"/>
                                  </a:cubicBezTo>
                                  <a:cubicBezTo>
                                    <a:pt x="365" y="486"/>
                                    <a:pt x="366" y="487"/>
                                    <a:pt x="366" y="487"/>
                                  </a:cubicBezTo>
                                  <a:cubicBezTo>
                                    <a:pt x="366" y="487"/>
                                    <a:pt x="366" y="487"/>
                                    <a:pt x="366" y="487"/>
                                  </a:cubicBezTo>
                                  <a:cubicBezTo>
                                    <a:pt x="366" y="487"/>
                                    <a:pt x="365" y="487"/>
                                    <a:pt x="365" y="488"/>
                                  </a:cubicBezTo>
                                  <a:cubicBezTo>
                                    <a:pt x="365" y="488"/>
                                    <a:pt x="365" y="488"/>
                                    <a:pt x="365" y="488"/>
                                  </a:cubicBezTo>
                                  <a:cubicBezTo>
                                    <a:pt x="365" y="488"/>
                                    <a:pt x="365" y="488"/>
                                    <a:pt x="365" y="488"/>
                                  </a:cubicBezTo>
                                  <a:cubicBezTo>
                                    <a:pt x="364" y="488"/>
                                    <a:pt x="364" y="488"/>
                                    <a:pt x="364" y="488"/>
                                  </a:cubicBezTo>
                                  <a:cubicBezTo>
                                    <a:pt x="364" y="488"/>
                                    <a:pt x="364" y="489"/>
                                    <a:pt x="364" y="489"/>
                                  </a:cubicBezTo>
                                  <a:cubicBezTo>
                                    <a:pt x="364" y="489"/>
                                    <a:pt x="363" y="489"/>
                                    <a:pt x="363" y="490"/>
                                  </a:cubicBezTo>
                                  <a:cubicBezTo>
                                    <a:pt x="362" y="490"/>
                                    <a:pt x="362" y="490"/>
                                    <a:pt x="362" y="491"/>
                                  </a:cubicBezTo>
                                  <a:cubicBezTo>
                                    <a:pt x="362" y="491"/>
                                    <a:pt x="362" y="491"/>
                                    <a:pt x="362" y="491"/>
                                  </a:cubicBezTo>
                                  <a:cubicBezTo>
                                    <a:pt x="361" y="492"/>
                                    <a:pt x="362" y="492"/>
                                    <a:pt x="361" y="492"/>
                                  </a:cubicBezTo>
                                  <a:cubicBezTo>
                                    <a:pt x="361" y="492"/>
                                    <a:pt x="361" y="492"/>
                                    <a:pt x="361" y="492"/>
                                  </a:cubicBezTo>
                                  <a:cubicBezTo>
                                    <a:pt x="361" y="493"/>
                                    <a:pt x="360" y="493"/>
                                    <a:pt x="360" y="493"/>
                                  </a:cubicBezTo>
                                  <a:cubicBezTo>
                                    <a:pt x="360" y="493"/>
                                    <a:pt x="359" y="493"/>
                                    <a:pt x="359" y="493"/>
                                  </a:cubicBezTo>
                                  <a:cubicBezTo>
                                    <a:pt x="358" y="493"/>
                                    <a:pt x="358" y="493"/>
                                    <a:pt x="357" y="493"/>
                                  </a:cubicBezTo>
                                  <a:cubicBezTo>
                                    <a:pt x="356" y="493"/>
                                    <a:pt x="356" y="493"/>
                                    <a:pt x="355" y="493"/>
                                  </a:cubicBezTo>
                                  <a:cubicBezTo>
                                    <a:pt x="355" y="493"/>
                                    <a:pt x="355" y="492"/>
                                    <a:pt x="354" y="492"/>
                                  </a:cubicBezTo>
                                  <a:cubicBezTo>
                                    <a:pt x="354" y="492"/>
                                    <a:pt x="354" y="492"/>
                                    <a:pt x="354" y="491"/>
                                  </a:cubicBezTo>
                                  <a:cubicBezTo>
                                    <a:pt x="353" y="491"/>
                                    <a:pt x="353" y="491"/>
                                    <a:pt x="353" y="490"/>
                                  </a:cubicBezTo>
                                  <a:cubicBezTo>
                                    <a:pt x="353" y="490"/>
                                    <a:pt x="353" y="490"/>
                                    <a:pt x="353" y="490"/>
                                  </a:cubicBezTo>
                                  <a:cubicBezTo>
                                    <a:pt x="353" y="490"/>
                                    <a:pt x="352" y="490"/>
                                    <a:pt x="352" y="489"/>
                                  </a:cubicBezTo>
                                  <a:cubicBezTo>
                                    <a:pt x="352" y="489"/>
                                    <a:pt x="351" y="489"/>
                                    <a:pt x="351" y="489"/>
                                  </a:cubicBezTo>
                                  <a:cubicBezTo>
                                    <a:pt x="350" y="489"/>
                                    <a:pt x="350" y="489"/>
                                    <a:pt x="350" y="488"/>
                                  </a:cubicBezTo>
                                  <a:cubicBezTo>
                                    <a:pt x="350" y="488"/>
                                    <a:pt x="350" y="488"/>
                                    <a:pt x="350" y="488"/>
                                  </a:cubicBezTo>
                                  <a:cubicBezTo>
                                    <a:pt x="350" y="488"/>
                                    <a:pt x="351" y="488"/>
                                    <a:pt x="351" y="488"/>
                                  </a:cubicBezTo>
                                  <a:cubicBezTo>
                                    <a:pt x="351" y="488"/>
                                    <a:pt x="351" y="488"/>
                                    <a:pt x="351" y="488"/>
                                  </a:cubicBezTo>
                                  <a:cubicBezTo>
                                    <a:pt x="351" y="488"/>
                                    <a:pt x="351" y="488"/>
                                    <a:pt x="350" y="487"/>
                                  </a:cubicBezTo>
                                  <a:cubicBezTo>
                                    <a:pt x="350" y="487"/>
                                    <a:pt x="350" y="487"/>
                                    <a:pt x="350" y="487"/>
                                  </a:cubicBezTo>
                                  <a:cubicBezTo>
                                    <a:pt x="349" y="487"/>
                                    <a:pt x="349" y="487"/>
                                    <a:pt x="349" y="487"/>
                                  </a:cubicBezTo>
                                  <a:cubicBezTo>
                                    <a:pt x="349" y="487"/>
                                    <a:pt x="349" y="487"/>
                                    <a:pt x="349" y="487"/>
                                  </a:cubicBezTo>
                                  <a:cubicBezTo>
                                    <a:pt x="348" y="486"/>
                                    <a:pt x="347" y="486"/>
                                    <a:pt x="346" y="485"/>
                                  </a:cubicBezTo>
                                  <a:cubicBezTo>
                                    <a:pt x="346" y="485"/>
                                    <a:pt x="346" y="484"/>
                                    <a:pt x="346" y="484"/>
                                  </a:cubicBezTo>
                                  <a:cubicBezTo>
                                    <a:pt x="345" y="484"/>
                                    <a:pt x="345" y="484"/>
                                    <a:pt x="345" y="484"/>
                                  </a:cubicBezTo>
                                  <a:cubicBezTo>
                                    <a:pt x="345" y="484"/>
                                    <a:pt x="344" y="484"/>
                                    <a:pt x="344" y="483"/>
                                  </a:cubicBezTo>
                                  <a:cubicBezTo>
                                    <a:pt x="344" y="483"/>
                                    <a:pt x="344" y="483"/>
                                    <a:pt x="343" y="483"/>
                                  </a:cubicBezTo>
                                  <a:cubicBezTo>
                                    <a:pt x="343" y="483"/>
                                    <a:pt x="343" y="483"/>
                                    <a:pt x="344" y="483"/>
                                  </a:cubicBezTo>
                                  <a:cubicBezTo>
                                    <a:pt x="343" y="483"/>
                                    <a:pt x="343" y="483"/>
                                    <a:pt x="342" y="483"/>
                                  </a:cubicBezTo>
                                  <a:cubicBezTo>
                                    <a:pt x="342" y="483"/>
                                    <a:pt x="342" y="483"/>
                                    <a:pt x="342" y="483"/>
                                  </a:cubicBezTo>
                                  <a:cubicBezTo>
                                    <a:pt x="342" y="483"/>
                                    <a:pt x="343" y="483"/>
                                    <a:pt x="343" y="484"/>
                                  </a:cubicBezTo>
                                  <a:cubicBezTo>
                                    <a:pt x="343" y="484"/>
                                    <a:pt x="343" y="484"/>
                                    <a:pt x="344" y="484"/>
                                  </a:cubicBezTo>
                                  <a:cubicBezTo>
                                    <a:pt x="344" y="484"/>
                                    <a:pt x="344" y="485"/>
                                    <a:pt x="343" y="485"/>
                                  </a:cubicBezTo>
                                  <a:cubicBezTo>
                                    <a:pt x="343" y="485"/>
                                    <a:pt x="343" y="485"/>
                                    <a:pt x="343" y="485"/>
                                  </a:cubicBezTo>
                                  <a:cubicBezTo>
                                    <a:pt x="342" y="484"/>
                                    <a:pt x="341" y="484"/>
                                    <a:pt x="340" y="484"/>
                                  </a:cubicBezTo>
                                  <a:cubicBezTo>
                                    <a:pt x="340" y="485"/>
                                    <a:pt x="341" y="485"/>
                                    <a:pt x="342" y="485"/>
                                  </a:cubicBezTo>
                                  <a:cubicBezTo>
                                    <a:pt x="343" y="486"/>
                                    <a:pt x="343" y="486"/>
                                    <a:pt x="344" y="487"/>
                                  </a:cubicBezTo>
                                  <a:cubicBezTo>
                                    <a:pt x="344" y="488"/>
                                    <a:pt x="345" y="488"/>
                                    <a:pt x="345" y="488"/>
                                  </a:cubicBezTo>
                                  <a:cubicBezTo>
                                    <a:pt x="345" y="489"/>
                                    <a:pt x="346" y="489"/>
                                    <a:pt x="346" y="489"/>
                                  </a:cubicBezTo>
                                  <a:cubicBezTo>
                                    <a:pt x="346" y="489"/>
                                    <a:pt x="346" y="490"/>
                                    <a:pt x="346" y="490"/>
                                  </a:cubicBezTo>
                                  <a:cubicBezTo>
                                    <a:pt x="346" y="490"/>
                                    <a:pt x="347" y="491"/>
                                    <a:pt x="347" y="491"/>
                                  </a:cubicBezTo>
                                  <a:cubicBezTo>
                                    <a:pt x="347" y="492"/>
                                    <a:pt x="348" y="492"/>
                                    <a:pt x="348" y="492"/>
                                  </a:cubicBezTo>
                                  <a:cubicBezTo>
                                    <a:pt x="348" y="493"/>
                                    <a:pt x="348" y="493"/>
                                    <a:pt x="349" y="493"/>
                                  </a:cubicBezTo>
                                  <a:cubicBezTo>
                                    <a:pt x="349" y="493"/>
                                    <a:pt x="349" y="493"/>
                                    <a:pt x="349" y="493"/>
                                  </a:cubicBezTo>
                                  <a:cubicBezTo>
                                    <a:pt x="349" y="493"/>
                                    <a:pt x="349" y="493"/>
                                    <a:pt x="350" y="493"/>
                                  </a:cubicBezTo>
                                  <a:cubicBezTo>
                                    <a:pt x="351" y="493"/>
                                    <a:pt x="353" y="494"/>
                                    <a:pt x="355" y="494"/>
                                  </a:cubicBezTo>
                                  <a:cubicBezTo>
                                    <a:pt x="355" y="494"/>
                                    <a:pt x="355" y="494"/>
                                    <a:pt x="355" y="494"/>
                                  </a:cubicBezTo>
                                  <a:cubicBezTo>
                                    <a:pt x="355" y="494"/>
                                    <a:pt x="356" y="494"/>
                                    <a:pt x="356" y="494"/>
                                  </a:cubicBezTo>
                                  <a:cubicBezTo>
                                    <a:pt x="356" y="494"/>
                                    <a:pt x="357" y="494"/>
                                    <a:pt x="357" y="494"/>
                                  </a:cubicBezTo>
                                  <a:cubicBezTo>
                                    <a:pt x="357" y="494"/>
                                    <a:pt x="357" y="494"/>
                                    <a:pt x="358" y="494"/>
                                  </a:cubicBezTo>
                                  <a:cubicBezTo>
                                    <a:pt x="358" y="494"/>
                                    <a:pt x="358" y="494"/>
                                    <a:pt x="359" y="494"/>
                                  </a:cubicBezTo>
                                  <a:cubicBezTo>
                                    <a:pt x="359" y="494"/>
                                    <a:pt x="359" y="494"/>
                                    <a:pt x="359" y="494"/>
                                  </a:cubicBezTo>
                                  <a:cubicBezTo>
                                    <a:pt x="360" y="494"/>
                                    <a:pt x="361" y="494"/>
                                    <a:pt x="361" y="495"/>
                                  </a:cubicBezTo>
                                  <a:cubicBezTo>
                                    <a:pt x="361" y="495"/>
                                    <a:pt x="361" y="495"/>
                                    <a:pt x="362" y="495"/>
                                  </a:cubicBezTo>
                                  <a:cubicBezTo>
                                    <a:pt x="362" y="495"/>
                                    <a:pt x="362" y="495"/>
                                    <a:pt x="362" y="495"/>
                                  </a:cubicBezTo>
                                  <a:cubicBezTo>
                                    <a:pt x="362" y="496"/>
                                    <a:pt x="362" y="496"/>
                                    <a:pt x="362" y="496"/>
                                  </a:cubicBezTo>
                                  <a:cubicBezTo>
                                    <a:pt x="363" y="496"/>
                                    <a:pt x="362" y="497"/>
                                    <a:pt x="362" y="497"/>
                                  </a:cubicBezTo>
                                  <a:cubicBezTo>
                                    <a:pt x="362" y="497"/>
                                    <a:pt x="362" y="497"/>
                                    <a:pt x="362" y="497"/>
                                  </a:cubicBezTo>
                                  <a:cubicBezTo>
                                    <a:pt x="362" y="498"/>
                                    <a:pt x="362" y="498"/>
                                    <a:pt x="362" y="498"/>
                                  </a:cubicBezTo>
                                  <a:cubicBezTo>
                                    <a:pt x="362" y="498"/>
                                    <a:pt x="362" y="498"/>
                                    <a:pt x="362" y="498"/>
                                  </a:cubicBezTo>
                                  <a:cubicBezTo>
                                    <a:pt x="361" y="498"/>
                                    <a:pt x="361" y="498"/>
                                    <a:pt x="361" y="498"/>
                                  </a:cubicBezTo>
                                  <a:cubicBezTo>
                                    <a:pt x="361" y="499"/>
                                    <a:pt x="361" y="499"/>
                                    <a:pt x="361" y="499"/>
                                  </a:cubicBezTo>
                                  <a:cubicBezTo>
                                    <a:pt x="361" y="499"/>
                                    <a:pt x="361" y="499"/>
                                    <a:pt x="362" y="499"/>
                                  </a:cubicBezTo>
                                  <a:cubicBezTo>
                                    <a:pt x="362" y="499"/>
                                    <a:pt x="362" y="499"/>
                                    <a:pt x="362" y="499"/>
                                  </a:cubicBezTo>
                                  <a:cubicBezTo>
                                    <a:pt x="362" y="499"/>
                                    <a:pt x="362" y="499"/>
                                    <a:pt x="362" y="499"/>
                                  </a:cubicBezTo>
                                  <a:cubicBezTo>
                                    <a:pt x="361" y="500"/>
                                    <a:pt x="361" y="500"/>
                                    <a:pt x="361" y="500"/>
                                  </a:cubicBezTo>
                                  <a:cubicBezTo>
                                    <a:pt x="361" y="500"/>
                                    <a:pt x="361" y="500"/>
                                    <a:pt x="361" y="500"/>
                                  </a:cubicBezTo>
                                  <a:cubicBezTo>
                                    <a:pt x="360" y="501"/>
                                    <a:pt x="360" y="501"/>
                                    <a:pt x="360" y="502"/>
                                  </a:cubicBezTo>
                                  <a:cubicBezTo>
                                    <a:pt x="360" y="502"/>
                                    <a:pt x="360" y="502"/>
                                    <a:pt x="360" y="503"/>
                                  </a:cubicBezTo>
                                  <a:cubicBezTo>
                                    <a:pt x="360" y="503"/>
                                    <a:pt x="360" y="503"/>
                                    <a:pt x="360" y="503"/>
                                  </a:cubicBezTo>
                                  <a:cubicBezTo>
                                    <a:pt x="359" y="503"/>
                                    <a:pt x="359" y="503"/>
                                    <a:pt x="359" y="503"/>
                                  </a:cubicBezTo>
                                  <a:cubicBezTo>
                                    <a:pt x="359" y="503"/>
                                    <a:pt x="359" y="503"/>
                                    <a:pt x="359" y="504"/>
                                  </a:cubicBezTo>
                                  <a:cubicBezTo>
                                    <a:pt x="359" y="504"/>
                                    <a:pt x="359" y="505"/>
                                    <a:pt x="358" y="505"/>
                                  </a:cubicBezTo>
                                  <a:cubicBezTo>
                                    <a:pt x="358" y="505"/>
                                    <a:pt x="358" y="505"/>
                                    <a:pt x="358" y="506"/>
                                  </a:cubicBezTo>
                                  <a:cubicBezTo>
                                    <a:pt x="358" y="506"/>
                                    <a:pt x="358" y="506"/>
                                    <a:pt x="358" y="506"/>
                                  </a:cubicBezTo>
                                  <a:cubicBezTo>
                                    <a:pt x="357" y="506"/>
                                    <a:pt x="356" y="506"/>
                                    <a:pt x="356" y="507"/>
                                  </a:cubicBezTo>
                                  <a:cubicBezTo>
                                    <a:pt x="356" y="507"/>
                                    <a:pt x="356" y="508"/>
                                    <a:pt x="356" y="508"/>
                                  </a:cubicBezTo>
                                  <a:cubicBezTo>
                                    <a:pt x="356" y="508"/>
                                    <a:pt x="356" y="509"/>
                                    <a:pt x="356" y="509"/>
                                  </a:cubicBezTo>
                                  <a:cubicBezTo>
                                    <a:pt x="355" y="510"/>
                                    <a:pt x="355" y="510"/>
                                    <a:pt x="355" y="511"/>
                                  </a:cubicBezTo>
                                  <a:cubicBezTo>
                                    <a:pt x="355" y="511"/>
                                    <a:pt x="355" y="511"/>
                                    <a:pt x="355" y="512"/>
                                  </a:cubicBezTo>
                                  <a:cubicBezTo>
                                    <a:pt x="354" y="512"/>
                                    <a:pt x="354" y="512"/>
                                    <a:pt x="354" y="512"/>
                                  </a:cubicBezTo>
                                  <a:cubicBezTo>
                                    <a:pt x="354" y="512"/>
                                    <a:pt x="353" y="512"/>
                                    <a:pt x="353" y="512"/>
                                  </a:cubicBezTo>
                                  <a:cubicBezTo>
                                    <a:pt x="353" y="512"/>
                                    <a:pt x="353" y="512"/>
                                    <a:pt x="353" y="512"/>
                                  </a:cubicBezTo>
                                  <a:cubicBezTo>
                                    <a:pt x="352" y="513"/>
                                    <a:pt x="352" y="513"/>
                                    <a:pt x="352" y="513"/>
                                  </a:cubicBezTo>
                                  <a:cubicBezTo>
                                    <a:pt x="352" y="513"/>
                                    <a:pt x="352" y="514"/>
                                    <a:pt x="351" y="514"/>
                                  </a:cubicBezTo>
                                  <a:cubicBezTo>
                                    <a:pt x="351" y="514"/>
                                    <a:pt x="351" y="514"/>
                                    <a:pt x="351" y="514"/>
                                  </a:cubicBezTo>
                                  <a:cubicBezTo>
                                    <a:pt x="350" y="514"/>
                                    <a:pt x="350" y="514"/>
                                    <a:pt x="350" y="514"/>
                                  </a:cubicBezTo>
                                  <a:cubicBezTo>
                                    <a:pt x="349" y="514"/>
                                    <a:pt x="349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3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5"/>
                                    <a:pt x="348" y="515"/>
                                    <a:pt x="348" y="515"/>
                                  </a:cubicBezTo>
                                  <a:cubicBezTo>
                                    <a:pt x="348" y="515"/>
                                    <a:pt x="348" y="515"/>
                                    <a:pt x="348" y="515"/>
                                  </a:cubicBezTo>
                                  <a:cubicBezTo>
                                    <a:pt x="347" y="515"/>
                                    <a:pt x="347" y="515"/>
                                    <a:pt x="347" y="514"/>
                                  </a:cubicBezTo>
                                  <a:cubicBezTo>
                                    <a:pt x="346" y="514"/>
                                    <a:pt x="346" y="513"/>
                                    <a:pt x="345" y="513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3"/>
                                    <a:pt x="344" y="513"/>
                                  </a:cubicBezTo>
                                  <a:cubicBezTo>
                                    <a:pt x="344" y="513"/>
                                    <a:pt x="344" y="513"/>
                                    <a:pt x="344" y="513"/>
                                  </a:cubicBezTo>
                                  <a:cubicBezTo>
                                    <a:pt x="344" y="514"/>
                                    <a:pt x="344" y="514"/>
                                    <a:pt x="344" y="514"/>
                                  </a:cubicBezTo>
                                  <a:cubicBezTo>
                                    <a:pt x="344" y="514"/>
                                    <a:pt x="344" y="514"/>
                                    <a:pt x="344" y="514"/>
                                  </a:cubicBezTo>
                                  <a:cubicBezTo>
                                    <a:pt x="344" y="513"/>
                                    <a:pt x="344" y="513"/>
                                    <a:pt x="344" y="513"/>
                                  </a:cubicBezTo>
                                  <a:cubicBezTo>
                                    <a:pt x="343" y="513"/>
                                    <a:pt x="343" y="513"/>
                                    <a:pt x="343" y="512"/>
                                  </a:cubicBezTo>
                                  <a:cubicBezTo>
                                    <a:pt x="343" y="512"/>
                                    <a:pt x="343" y="512"/>
                                    <a:pt x="343" y="512"/>
                                  </a:cubicBezTo>
                                  <a:cubicBezTo>
                                    <a:pt x="344" y="512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2"/>
                                    <a:pt x="343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3" y="513"/>
                                    <a:pt x="343" y="513"/>
                                    <a:pt x="343" y="513"/>
                                  </a:cubicBezTo>
                                  <a:cubicBezTo>
                                    <a:pt x="343" y="513"/>
                                    <a:pt x="343" y="513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5"/>
                                  </a:cubicBezTo>
                                  <a:cubicBezTo>
                                    <a:pt x="343" y="515"/>
                                    <a:pt x="343" y="515"/>
                                    <a:pt x="343" y="515"/>
                                  </a:cubicBezTo>
                                  <a:cubicBezTo>
                                    <a:pt x="343" y="515"/>
                                    <a:pt x="343" y="515"/>
                                    <a:pt x="343" y="515"/>
                                  </a:cubicBezTo>
                                  <a:cubicBezTo>
                                    <a:pt x="342" y="515"/>
                                    <a:pt x="342" y="515"/>
                                    <a:pt x="342" y="515"/>
                                  </a:cubicBezTo>
                                  <a:cubicBezTo>
                                    <a:pt x="342" y="516"/>
                                    <a:pt x="342" y="516"/>
                                    <a:pt x="342" y="515"/>
                                  </a:cubicBezTo>
                                  <a:cubicBezTo>
                                    <a:pt x="342" y="515"/>
                                    <a:pt x="342" y="515"/>
                                    <a:pt x="342" y="515"/>
                                  </a:cubicBezTo>
                                  <a:cubicBezTo>
                                    <a:pt x="342" y="515"/>
                                    <a:pt x="342" y="515"/>
                                    <a:pt x="341" y="515"/>
                                  </a:cubicBezTo>
                                  <a:cubicBezTo>
                                    <a:pt x="341" y="515"/>
                                    <a:pt x="341" y="514"/>
                                    <a:pt x="341" y="514"/>
                                  </a:cubicBezTo>
                                  <a:cubicBezTo>
                                    <a:pt x="341" y="514"/>
                                    <a:pt x="341" y="515"/>
                                    <a:pt x="341" y="515"/>
                                  </a:cubicBezTo>
                                  <a:cubicBezTo>
                                    <a:pt x="341" y="515"/>
                                    <a:pt x="341" y="515"/>
                                    <a:pt x="341" y="515"/>
                                  </a:cubicBezTo>
                                  <a:cubicBezTo>
                                    <a:pt x="341" y="516"/>
                                    <a:pt x="341" y="516"/>
                                    <a:pt x="342" y="516"/>
                                  </a:cubicBezTo>
                                  <a:cubicBezTo>
                                    <a:pt x="342" y="516"/>
                                    <a:pt x="342" y="516"/>
                                    <a:pt x="342" y="516"/>
                                  </a:cubicBezTo>
                                  <a:cubicBezTo>
                                    <a:pt x="342" y="516"/>
                                    <a:pt x="342" y="517"/>
                                    <a:pt x="342" y="517"/>
                                  </a:cubicBezTo>
                                  <a:cubicBezTo>
                                    <a:pt x="342" y="517"/>
                                    <a:pt x="342" y="517"/>
                                    <a:pt x="342" y="517"/>
                                  </a:cubicBezTo>
                                  <a:cubicBezTo>
                                    <a:pt x="342" y="517"/>
                                    <a:pt x="342" y="517"/>
                                    <a:pt x="342" y="517"/>
                                  </a:cubicBezTo>
                                  <a:cubicBezTo>
                                    <a:pt x="342" y="518"/>
                                    <a:pt x="341" y="518"/>
                                    <a:pt x="342" y="518"/>
                                  </a:cubicBezTo>
                                  <a:cubicBezTo>
                                    <a:pt x="342" y="519"/>
                                    <a:pt x="341" y="519"/>
                                    <a:pt x="341" y="520"/>
                                  </a:cubicBezTo>
                                  <a:cubicBezTo>
                                    <a:pt x="341" y="520"/>
                                    <a:pt x="341" y="520"/>
                                    <a:pt x="341" y="520"/>
                                  </a:cubicBezTo>
                                  <a:cubicBezTo>
                                    <a:pt x="341" y="520"/>
                                    <a:pt x="340" y="520"/>
                                    <a:pt x="340" y="520"/>
                                  </a:cubicBezTo>
                                  <a:cubicBezTo>
                                    <a:pt x="340" y="520"/>
                                    <a:pt x="339" y="520"/>
                                    <a:pt x="338" y="520"/>
                                  </a:cubicBezTo>
                                  <a:cubicBezTo>
                                    <a:pt x="337" y="520"/>
                                    <a:pt x="336" y="520"/>
                                    <a:pt x="335" y="520"/>
                                  </a:cubicBezTo>
                                  <a:cubicBezTo>
                                    <a:pt x="333" y="520"/>
                                    <a:pt x="332" y="518"/>
                                    <a:pt x="330" y="518"/>
                                  </a:cubicBezTo>
                                  <a:cubicBezTo>
                                    <a:pt x="329" y="518"/>
                                    <a:pt x="329" y="518"/>
                                    <a:pt x="328" y="518"/>
                                  </a:cubicBezTo>
                                  <a:cubicBezTo>
                                    <a:pt x="327" y="518"/>
                                    <a:pt x="326" y="517"/>
                                    <a:pt x="326" y="517"/>
                                  </a:cubicBezTo>
                                  <a:cubicBezTo>
                                    <a:pt x="323" y="516"/>
                                    <a:pt x="321" y="515"/>
                                    <a:pt x="319" y="514"/>
                                  </a:cubicBezTo>
                                  <a:cubicBezTo>
                                    <a:pt x="319" y="514"/>
                                    <a:pt x="318" y="513"/>
                                    <a:pt x="318" y="513"/>
                                  </a:cubicBezTo>
                                  <a:cubicBezTo>
                                    <a:pt x="318" y="513"/>
                                    <a:pt x="318" y="513"/>
                                    <a:pt x="318" y="512"/>
                                  </a:cubicBezTo>
                                  <a:cubicBezTo>
                                    <a:pt x="318" y="512"/>
                                    <a:pt x="318" y="512"/>
                                    <a:pt x="317" y="512"/>
                                  </a:cubicBezTo>
                                  <a:cubicBezTo>
                                    <a:pt x="317" y="512"/>
                                    <a:pt x="317" y="513"/>
                                    <a:pt x="318" y="513"/>
                                  </a:cubicBezTo>
                                  <a:cubicBezTo>
                                    <a:pt x="318" y="514"/>
                                    <a:pt x="318" y="514"/>
                                    <a:pt x="318" y="514"/>
                                  </a:cubicBezTo>
                                  <a:cubicBezTo>
                                    <a:pt x="318" y="515"/>
                                    <a:pt x="317" y="514"/>
                                    <a:pt x="316" y="515"/>
                                  </a:cubicBezTo>
                                  <a:cubicBezTo>
                                    <a:pt x="316" y="515"/>
                                    <a:pt x="317" y="515"/>
                                    <a:pt x="317" y="515"/>
                                  </a:cubicBezTo>
                                  <a:cubicBezTo>
                                    <a:pt x="317" y="515"/>
                                    <a:pt x="318" y="515"/>
                                    <a:pt x="318" y="515"/>
                                  </a:cubicBezTo>
                                  <a:cubicBezTo>
                                    <a:pt x="318" y="516"/>
                                    <a:pt x="318" y="516"/>
                                    <a:pt x="319" y="516"/>
                                  </a:cubicBezTo>
                                  <a:cubicBezTo>
                                    <a:pt x="319" y="517"/>
                                    <a:pt x="319" y="517"/>
                                    <a:pt x="319" y="516"/>
                                  </a:cubicBezTo>
                                  <a:cubicBezTo>
                                    <a:pt x="320" y="516"/>
                                    <a:pt x="319" y="516"/>
                                    <a:pt x="319" y="515"/>
                                  </a:cubicBezTo>
                                  <a:cubicBezTo>
                                    <a:pt x="319" y="515"/>
                                    <a:pt x="319" y="515"/>
                                    <a:pt x="320" y="515"/>
                                  </a:cubicBezTo>
                                  <a:cubicBezTo>
                                    <a:pt x="320" y="515"/>
                                    <a:pt x="320" y="516"/>
                                    <a:pt x="321" y="516"/>
                                  </a:cubicBezTo>
                                  <a:cubicBezTo>
                                    <a:pt x="321" y="516"/>
                                    <a:pt x="322" y="516"/>
                                    <a:pt x="322" y="516"/>
                                  </a:cubicBezTo>
                                  <a:cubicBezTo>
                                    <a:pt x="323" y="516"/>
                                    <a:pt x="323" y="517"/>
                                    <a:pt x="324" y="517"/>
                                  </a:cubicBezTo>
                                  <a:cubicBezTo>
                                    <a:pt x="325" y="517"/>
                                    <a:pt x="325" y="517"/>
                                    <a:pt x="325" y="517"/>
                                  </a:cubicBezTo>
                                  <a:cubicBezTo>
                                    <a:pt x="325" y="517"/>
                                    <a:pt x="325" y="518"/>
                                    <a:pt x="326" y="518"/>
                                  </a:cubicBezTo>
                                  <a:cubicBezTo>
                                    <a:pt x="326" y="518"/>
                                    <a:pt x="327" y="518"/>
                                    <a:pt x="328" y="519"/>
                                  </a:cubicBezTo>
                                  <a:cubicBezTo>
                                    <a:pt x="328" y="519"/>
                                    <a:pt x="327" y="519"/>
                                    <a:pt x="327" y="519"/>
                                  </a:cubicBezTo>
                                  <a:cubicBezTo>
                                    <a:pt x="327" y="519"/>
                                    <a:pt x="327" y="520"/>
                                    <a:pt x="327" y="520"/>
                                  </a:cubicBezTo>
                                  <a:cubicBezTo>
                                    <a:pt x="327" y="520"/>
                                    <a:pt x="326" y="520"/>
                                    <a:pt x="326" y="520"/>
                                  </a:cubicBezTo>
                                  <a:cubicBezTo>
                                    <a:pt x="326" y="520"/>
                                    <a:pt x="326" y="520"/>
                                    <a:pt x="326" y="521"/>
                                  </a:cubicBezTo>
                                  <a:cubicBezTo>
                                    <a:pt x="326" y="521"/>
                                    <a:pt x="326" y="521"/>
                                    <a:pt x="326" y="521"/>
                                  </a:cubicBezTo>
                                  <a:cubicBezTo>
                                    <a:pt x="326" y="521"/>
                                    <a:pt x="326" y="521"/>
                                    <a:pt x="326" y="521"/>
                                  </a:cubicBezTo>
                                  <a:cubicBezTo>
                                    <a:pt x="327" y="521"/>
                                    <a:pt x="327" y="521"/>
                                    <a:pt x="327" y="521"/>
                                  </a:cubicBezTo>
                                  <a:cubicBezTo>
                                    <a:pt x="327" y="520"/>
                                    <a:pt x="327" y="520"/>
                                    <a:pt x="327" y="520"/>
                                  </a:cubicBezTo>
                                  <a:cubicBezTo>
                                    <a:pt x="327" y="520"/>
                                    <a:pt x="328" y="520"/>
                                    <a:pt x="328" y="520"/>
                                  </a:cubicBezTo>
                                  <a:cubicBezTo>
                                    <a:pt x="328" y="519"/>
                                    <a:pt x="329" y="519"/>
                                    <a:pt x="329" y="519"/>
                                  </a:cubicBezTo>
                                  <a:cubicBezTo>
                                    <a:pt x="330" y="519"/>
                                    <a:pt x="330" y="519"/>
                                    <a:pt x="331" y="519"/>
                                  </a:cubicBezTo>
                                  <a:cubicBezTo>
                                    <a:pt x="331" y="519"/>
                                    <a:pt x="331" y="520"/>
                                    <a:pt x="331" y="520"/>
                                  </a:cubicBezTo>
                                  <a:cubicBezTo>
                                    <a:pt x="331" y="521"/>
                                    <a:pt x="332" y="520"/>
                                    <a:pt x="333" y="520"/>
                                  </a:cubicBezTo>
                                  <a:cubicBezTo>
                                    <a:pt x="333" y="520"/>
                                    <a:pt x="333" y="520"/>
                                    <a:pt x="333" y="520"/>
                                  </a:cubicBezTo>
                                  <a:cubicBezTo>
                                    <a:pt x="333" y="521"/>
                                    <a:pt x="333" y="521"/>
                                    <a:pt x="333" y="521"/>
                                  </a:cubicBezTo>
                                  <a:cubicBezTo>
                                    <a:pt x="332" y="521"/>
                                    <a:pt x="332" y="521"/>
                                    <a:pt x="332" y="521"/>
                                  </a:cubicBezTo>
                                  <a:cubicBezTo>
                                    <a:pt x="332" y="521"/>
                                    <a:pt x="333" y="521"/>
                                    <a:pt x="334" y="521"/>
                                  </a:cubicBezTo>
                                  <a:cubicBezTo>
                                    <a:pt x="334" y="521"/>
                                    <a:pt x="334" y="521"/>
                                    <a:pt x="334" y="521"/>
                                  </a:cubicBezTo>
                                  <a:cubicBezTo>
                                    <a:pt x="334" y="521"/>
                                    <a:pt x="334" y="522"/>
                                    <a:pt x="334" y="522"/>
                                  </a:cubicBezTo>
                                  <a:cubicBezTo>
                                    <a:pt x="334" y="522"/>
                                    <a:pt x="335" y="522"/>
                                    <a:pt x="335" y="522"/>
                                  </a:cubicBezTo>
                                  <a:cubicBezTo>
                                    <a:pt x="335" y="522"/>
                                    <a:pt x="335" y="522"/>
                                    <a:pt x="335" y="522"/>
                                  </a:cubicBezTo>
                                  <a:cubicBezTo>
                                    <a:pt x="335" y="522"/>
                                    <a:pt x="336" y="522"/>
                                    <a:pt x="336" y="522"/>
                                  </a:cubicBezTo>
                                  <a:cubicBezTo>
                                    <a:pt x="336" y="522"/>
                                    <a:pt x="336" y="523"/>
                                    <a:pt x="336" y="523"/>
                                  </a:cubicBezTo>
                                  <a:cubicBezTo>
                                    <a:pt x="336" y="523"/>
                                    <a:pt x="337" y="523"/>
                                    <a:pt x="337" y="523"/>
                                  </a:cubicBezTo>
                                  <a:cubicBezTo>
                                    <a:pt x="337" y="523"/>
                                    <a:pt x="337" y="523"/>
                                    <a:pt x="336" y="524"/>
                                  </a:cubicBezTo>
                                  <a:cubicBezTo>
                                    <a:pt x="337" y="524"/>
                                    <a:pt x="337" y="524"/>
                                    <a:pt x="337" y="524"/>
                                  </a:cubicBezTo>
                                  <a:cubicBezTo>
                                    <a:pt x="337" y="524"/>
                                    <a:pt x="337" y="524"/>
                                    <a:pt x="337" y="524"/>
                                  </a:cubicBezTo>
                                  <a:cubicBezTo>
                                    <a:pt x="337" y="525"/>
                                    <a:pt x="337" y="525"/>
                                    <a:pt x="337" y="526"/>
                                  </a:cubicBezTo>
                                  <a:cubicBezTo>
                                    <a:pt x="337" y="526"/>
                                    <a:pt x="338" y="527"/>
                                    <a:pt x="338" y="527"/>
                                  </a:cubicBezTo>
                                  <a:cubicBezTo>
                                    <a:pt x="338" y="527"/>
                                    <a:pt x="337" y="527"/>
                                    <a:pt x="337" y="527"/>
                                  </a:cubicBezTo>
                                  <a:cubicBezTo>
                                    <a:pt x="337" y="528"/>
                                    <a:pt x="337" y="528"/>
                                    <a:pt x="338" y="528"/>
                                  </a:cubicBezTo>
                                  <a:cubicBezTo>
                                    <a:pt x="337" y="529"/>
                                    <a:pt x="337" y="529"/>
                                    <a:pt x="337" y="530"/>
                                  </a:cubicBezTo>
                                  <a:cubicBezTo>
                                    <a:pt x="336" y="530"/>
                                    <a:pt x="335" y="530"/>
                                    <a:pt x="334" y="531"/>
                                  </a:cubicBezTo>
                                  <a:cubicBezTo>
                                    <a:pt x="334" y="531"/>
                                    <a:pt x="334" y="531"/>
                                    <a:pt x="333" y="531"/>
                                  </a:cubicBezTo>
                                  <a:cubicBezTo>
                                    <a:pt x="333" y="531"/>
                                    <a:pt x="333" y="531"/>
                                    <a:pt x="333" y="531"/>
                                  </a:cubicBezTo>
                                  <a:cubicBezTo>
                                    <a:pt x="333" y="532"/>
                                    <a:pt x="333" y="532"/>
                                    <a:pt x="333" y="532"/>
                                  </a:cubicBezTo>
                                  <a:cubicBezTo>
                                    <a:pt x="333" y="532"/>
                                    <a:pt x="333" y="532"/>
                                    <a:pt x="332" y="532"/>
                                  </a:cubicBezTo>
                                  <a:cubicBezTo>
                                    <a:pt x="332" y="532"/>
                                    <a:pt x="331" y="532"/>
                                    <a:pt x="331" y="532"/>
                                  </a:cubicBezTo>
                                  <a:cubicBezTo>
                                    <a:pt x="330" y="532"/>
                                    <a:pt x="330" y="532"/>
                                    <a:pt x="330" y="532"/>
                                  </a:cubicBezTo>
                                  <a:cubicBezTo>
                                    <a:pt x="330" y="531"/>
                                    <a:pt x="329" y="531"/>
                                    <a:pt x="329" y="531"/>
                                  </a:cubicBezTo>
                                  <a:cubicBezTo>
                                    <a:pt x="328" y="531"/>
                                    <a:pt x="328" y="531"/>
                                    <a:pt x="328" y="531"/>
                                  </a:cubicBezTo>
                                  <a:cubicBezTo>
                                    <a:pt x="328" y="532"/>
                                    <a:pt x="328" y="532"/>
                                    <a:pt x="328" y="532"/>
                                  </a:cubicBezTo>
                                  <a:cubicBezTo>
                                    <a:pt x="328" y="532"/>
                                    <a:pt x="328" y="532"/>
                                    <a:pt x="328" y="532"/>
                                  </a:cubicBezTo>
                                  <a:cubicBezTo>
                                    <a:pt x="327" y="532"/>
                                    <a:pt x="327" y="532"/>
                                    <a:pt x="327" y="532"/>
                                  </a:cubicBezTo>
                                  <a:cubicBezTo>
                                    <a:pt x="326" y="532"/>
                                    <a:pt x="326" y="532"/>
                                    <a:pt x="326" y="532"/>
                                  </a:cubicBezTo>
                                  <a:cubicBezTo>
                                    <a:pt x="326" y="532"/>
                                    <a:pt x="326" y="532"/>
                                    <a:pt x="326" y="532"/>
                                  </a:cubicBezTo>
                                  <a:cubicBezTo>
                                    <a:pt x="326" y="533"/>
                                    <a:pt x="327" y="533"/>
                                    <a:pt x="327" y="534"/>
                                  </a:cubicBezTo>
                                  <a:cubicBezTo>
                                    <a:pt x="328" y="534"/>
                                    <a:pt x="328" y="534"/>
                                    <a:pt x="329" y="534"/>
                                  </a:cubicBezTo>
                                  <a:cubicBezTo>
                                    <a:pt x="329" y="534"/>
                                    <a:pt x="329" y="534"/>
                                    <a:pt x="329" y="534"/>
                                  </a:cubicBezTo>
                                  <a:cubicBezTo>
                                    <a:pt x="330" y="535"/>
                                    <a:pt x="329" y="535"/>
                                    <a:pt x="329" y="535"/>
                                  </a:cubicBezTo>
                                  <a:cubicBezTo>
                                    <a:pt x="329" y="535"/>
                                    <a:pt x="329" y="535"/>
                                    <a:pt x="329" y="536"/>
                                  </a:cubicBezTo>
                                  <a:cubicBezTo>
                                    <a:pt x="329" y="536"/>
                                    <a:pt x="329" y="536"/>
                                    <a:pt x="329" y="536"/>
                                  </a:cubicBezTo>
                                  <a:cubicBezTo>
                                    <a:pt x="329" y="536"/>
                                    <a:pt x="329" y="536"/>
                                    <a:pt x="329" y="536"/>
                                  </a:cubicBezTo>
                                  <a:cubicBezTo>
                                    <a:pt x="328" y="536"/>
                                    <a:pt x="328" y="536"/>
                                    <a:pt x="328" y="536"/>
                                  </a:cubicBezTo>
                                  <a:cubicBezTo>
                                    <a:pt x="327" y="536"/>
                                    <a:pt x="327" y="535"/>
                                    <a:pt x="327" y="536"/>
                                  </a:cubicBezTo>
                                  <a:cubicBezTo>
                                    <a:pt x="327" y="536"/>
                                    <a:pt x="327" y="536"/>
                                    <a:pt x="327" y="536"/>
                                  </a:cubicBezTo>
                                  <a:cubicBezTo>
                                    <a:pt x="326" y="536"/>
                                    <a:pt x="326" y="535"/>
                                    <a:pt x="325" y="536"/>
                                  </a:cubicBezTo>
                                  <a:cubicBezTo>
                                    <a:pt x="325" y="536"/>
                                    <a:pt x="325" y="537"/>
                                    <a:pt x="325" y="537"/>
                                  </a:cubicBezTo>
                                  <a:cubicBezTo>
                                    <a:pt x="325" y="537"/>
                                    <a:pt x="324" y="537"/>
                                    <a:pt x="324" y="537"/>
                                  </a:cubicBezTo>
                                  <a:cubicBezTo>
                                    <a:pt x="324" y="538"/>
                                    <a:pt x="324" y="538"/>
                                    <a:pt x="324" y="538"/>
                                  </a:cubicBezTo>
                                  <a:cubicBezTo>
                                    <a:pt x="324" y="538"/>
                                    <a:pt x="324" y="539"/>
                                    <a:pt x="324" y="539"/>
                                  </a:cubicBezTo>
                                  <a:cubicBezTo>
                                    <a:pt x="324" y="539"/>
                                    <a:pt x="325" y="539"/>
                                    <a:pt x="325" y="539"/>
                                  </a:cubicBezTo>
                                  <a:cubicBezTo>
                                    <a:pt x="325" y="539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4" y="540"/>
                                    <a:pt x="324" y="540"/>
                                  </a:cubicBezTo>
                                  <a:cubicBezTo>
                                    <a:pt x="324" y="540"/>
                                    <a:pt x="324" y="540"/>
                                    <a:pt x="324" y="540"/>
                                  </a:cubicBezTo>
                                  <a:cubicBezTo>
                                    <a:pt x="324" y="540"/>
                                    <a:pt x="324" y="540"/>
                                    <a:pt x="324" y="540"/>
                                  </a:cubicBezTo>
                                  <a:cubicBezTo>
                                    <a:pt x="323" y="539"/>
                                    <a:pt x="322" y="539"/>
                                    <a:pt x="322" y="539"/>
                                  </a:cubicBezTo>
                                  <a:cubicBezTo>
                                    <a:pt x="322" y="539"/>
                                    <a:pt x="321" y="539"/>
                                    <a:pt x="321" y="539"/>
                                  </a:cubicBezTo>
                                  <a:cubicBezTo>
                                    <a:pt x="321" y="539"/>
                                    <a:pt x="321" y="540"/>
                                    <a:pt x="322" y="540"/>
                                  </a:cubicBezTo>
                                  <a:cubicBezTo>
                                    <a:pt x="322" y="540"/>
                                    <a:pt x="322" y="539"/>
                                    <a:pt x="322" y="539"/>
                                  </a:cubicBezTo>
                                  <a:cubicBezTo>
                                    <a:pt x="322" y="539"/>
                                    <a:pt x="322" y="539"/>
                                    <a:pt x="322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2" y="541"/>
                                    <a:pt x="322" y="541"/>
                                    <a:pt x="322" y="541"/>
                                  </a:cubicBezTo>
                                  <a:cubicBezTo>
                                    <a:pt x="321" y="542"/>
                                    <a:pt x="321" y="542"/>
                                    <a:pt x="321" y="542"/>
                                  </a:cubicBezTo>
                                  <a:cubicBezTo>
                                    <a:pt x="321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3"/>
                                    <a:pt x="321" y="543"/>
                                    <a:pt x="321" y="543"/>
                                  </a:cubicBezTo>
                                  <a:cubicBezTo>
                                    <a:pt x="321" y="543"/>
                                    <a:pt x="321" y="544"/>
                                    <a:pt x="321" y="544"/>
                                  </a:cubicBezTo>
                                  <a:cubicBezTo>
                                    <a:pt x="320" y="544"/>
                                    <a:pt x="320" y="544"/>
                                    <a:pt x="320" y="544"/>
                                  </a:cubicBezTo>
                                  <a:cubicBezTo>
                                    <a:pt x="320" y="543"/>
                                    <a:pt x="320" y="543"/>
                                    <a:pt x="320" y="543"/>
                                  </a:cubicBezTo>
                                  <a:cubicBezTo>
                                    <a:pt x="319" y="543"/>
                                    <a:pt x="319" y="543"/>
                                    <a:pt x="320" y="544"/>
                                  </a:cubicBezTo>
                                  <a:cubicBezTo>
                                    <a:pt x="320" y="544"/>
                                    <a:pt x="320" y="544"/>
                                    <a:pt x="320" y="544"/>
                                  </a:cubicBezTo>
                                  <a:cubicBezTo>
                                    <a:pt x="320" y="544"/>
                                    <a:pt x="320" y="545"/>
                                    <a:pt x="320" y="545"/>
                                  </a:cubicBezTo>
                                  <a:cubicBezTo>
                                    <a:pt x="320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2" y="545"/>
                                    <a:pt x="322" y="545"/>
                                  </a:cubicBezTo>
                                  <a:cubicBezTo>
                                    <a:pt x="322" y="545"/>
                                    <a:pt x="322" y="546"/>
                                    <a:pt x="321" y="546"/>
                                  </a:cubicBezTo>
                                  <a:cubicBezTo>
                                    <a:pt x="321" y="546"/>
                                    <a:pt x="321" y="546"/>
                                    <a:pt x="321" y="546"/>
                                  </a:cubicBezTo>
                                  <a:cubicBezTo>
                                    <a:pt x="321" y="546"/>
                                    <a:pt x="321" y="546"/>
                                    <a:pt x="321" y="545"/>
                                  </a:cubicBezTo>
                                  <a:cubicBezTo>
                                    <a:pt x="320" y="545"/>
                                    <a:pt x="319" y="545"/>
                                    <a:pt x="319" y="545"/>
                                  </a:cubicBezTo>
                                  <a:cubicBezTo>
                                    <a:pt x="319" y="545"/>
                                    <a:pt x="319" y="545"/>
                                    <a:pt x="319" y="545"/>
                                  </a:cubicBezTo>
                                  <a:cubicBezTo>
                                    <a:pt x="319" y="545"/>
                                    <a:pt x="318" y="545"/>
                                    <a:pt x="318" y="545"/>
                                  </a:cubicBezTo>
                                  <a:cubicBezTo>
                                    <a:pt x="318" y="545"/>
                                    <a:pt x="318" y="545"/>
                                    <a:pt x="318" y="546"/>
                                  </a:cubicBezTo>
                                  <a:cubicBezTo>
                                    <a:pt x="318" y="546"/>
                                    <a:pt x="317" y="546"/>
                                    <a:pt x="317" y="546"/>
                                  </a:cubicBezTo>
                                  <a:cubicBezTo>
                                    <a:pt x="317" y="546"/>
                                    <a:pt x="318" y="546"/>
                                    <a:pt x="318" y="546"/>
                                  </a:cubicBezTo>
                                  <a:cubicBezTo>
                                    <a:pt x="318" y="546"/>
                                    <a:pt x="318" y="546"/>
                                    <a:pt x="318" y="546"/>
                                  </a:cubicBezTo>
                                  <a:cubicBezTo>
                                    <a:pt x="318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7"/>
                                    <a:pt x="320" y="547"/>
                                    <a:pt x="320" y="547"/>
                                  </a:cubicBezTo>
                                  <a:cubicBezTo>
                                    <a:pt x="320" y="547"/>
                                    <a:pt x="320" y="547"/>
                                    <a:pt x="320" y="548"/>
                                  </a:cubicBezTo>
                                  <a:cubicBezTo>
                                    <a:pt x="320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8"/>
                                    <a:pt x="319" y="548"/>
                                    <a:pt x="319" y="548"/>
                                  </a:cubicBezTo>
                                  <a:cubicBezTo>
                                    <a:pt x="319" y="548"/>
                                    <a:pt x="319" y="548"/>
                                    <a:pt x="319" y="548"/>
                                  </a:cubicBezTo>
                                  <a:cubicBezTo>
                                    <a:pt x="318" y="548"/>
                                    <a:pt x="318" y="548"/>
                                    <a:pt x="318" y="549"/>
                                  </a:cubicBezTo>
                                  <a:cubicBezTo>
                                    <a:pt x="317" y="549"/>
                                    <a:pt x="317" y="550"/>
                                    <a:pt x="316" y="550"/>
                                  </a:cubicBezTo>
                                  <a:cubicBezTo>
                                    <a:pt x="316" y="551"/>
                                    <a:pt x="315" y="551"/>
                                    <a:pt x="315" y="551"/>
                                  </a:cubicBezTo>
                                  <a:cubicBezTo>
                                    <a:pt x="315" y="551"/>
                                    <a:pt x="315" y="552"/>
                                    <a:pt x="315" y="552"/>
                                  </a:cubicBezTo>
                                  <a:cubicBezTo>
                                    <a:pt x="315" y="552"/>
                                    <a:pt x="315" y="552"/>
                                    <a:pt x="316" y="552"/>
                                  </a:cubicBezTo>
                                  <a:cubicBezTo>
                                    <a:pt x="316" y="552"/>
                                    <a:pt x="316" y="553"/>
                                    <a:pt x="316" y="553"/>
                                  </a:cubicBezTo>
                                  <a:cubicBezTo>
                                    <a:pt x="316" y="553"/>
                                    <a:pt x="316" y="553"/>
                                    <a:pt x="316" y="553"/>
                                  </a:cubicBezTo>
                                  <a:cubicBezTo>
                                    <a:pt x="315" y="553"/>
                                    <a:pt x="315" y="553"/>
                                    <a:pt x="315" y="553"/>
                                  </a:cubicBezTo>
                                  <a:cubicBezTo>
                                    <a:pt x="315" y="553"/>
                                    <a:pt x="315" y="554"/>
                                    <a:pt x="315" y="554"/>
                                  </a:cubicBezTo>
                                  <a:cubicBezTo>
                                    <a:pt x="315" y="554"/>
                                    <a:pt x="315" y="555"/>
                                    <a:pt x="315" y="555"/>
                                  </a:cubicBezTo>
                                  <a:cubicBezTo>
                                    <a:pt x="315" y="555"/>
                                    <a:pt x="315" y="555"/>
                                    <a:pt x="314" y="555"/>
                                  </a:cubicBezTo>
                                  <a:cubicBezTo>
                                    <a:pt x="314" y="556"/>
                                    <a:pt x="314" y="556"/>
                                    <a:pt x="315" y="556"/>
                                  </a:cubicBezTo>
                                  <a:cubicBezTo>
                                    <a:pt x="315" y="556"/>
                                    <a:pt x="315" y="556"/>
                                    <a:pt x="315" y="556"/>
                                  </a:cubicBezTo>
                                  <a:cubicBezTo>
                                    <a:pt x="315" y="556"/>
                                    <a:pt x="315" y="556"/>
                                    <a:pt x="315" y="556"/>
                                  </a:cubicBezTo>
                                  <a:cubicBezTo>
                                    <a:pt x="315" y="557"/>
                                    <a:pt x="314" y="557"/>
                                    <a:pt x="314" y="557"/>
                                  </a:cubicBezTo>
                                  <a:cubicBezTo>
                                    <a:pt x="314" y="557"/>
                                    <a:pt x="314" y="557"/>
                                    <a:pt x="314" y="558"/>
                                  </a:cubicBezTo>
                                  <a:cubicBezTo>
                                    <a:pt x="313" y="558"/>
                                    <a:pt x="313" y="558"/>
                                    <a:pt x="313" y="559"/>
                                  </a:cubicBezTo>
                                  <a:cubicBezTo>
                                    <a:pt x="313" y="559"/>
                                    <a:pt x="313" y="559"/>
                                    <a:pt x="313" y="559"/>
                                  </a:cubicBezTo>
                                  <a:cubicBezTo>
                                    <a:pt x="313" y="559"/>
                                    <a:pt x="313" y="559"/>
                                    <a:pt x="313" y="560"/>
                                  </a:cubicBezTo>
                                  <a:cubicBezTo>
                                    <a:pt x="313" y="560"/>
                                    <a:pt x="312" y="560"/>
                                    <a:pt x="312" y="560"/>
                                  </a:cubicBezTo>
                                  <a:cubicBezTo>
                                    <a:pt x="312" y="561"/>
                                    <a:pt x="312" y="561"/>
                                    <a:pt x="312" y="561"/>
                                  </a:cubicBezTo>
                                  <a:cubicBezTo>
                                    <a:pt x="312" y="561"/>
                                    <a:pt x="312" y="561"/>
                                    <a:pt x="312" y="561"/>
                                  </a:cubicBezTo>
                                  <a:cubicBezTo>
                                    <a:pt x="313" y="561"/>
                                    <a:pt x="312" y="562"/>
                                    <a:pt x="312" y="562"/>
                                  </a:cubicBezTo>
                                  <a:cubicBezTo>
                                    <a:pt x="312" y="563"/>
                                    <a:pt x="312" y="563"/>
                                    <a:pt x="311" y="563"/>
                                  </a:cubicBezTo>
                                  <a:cubicBezTo>
                                    <a:pt x="311" y="564"/>
                                    <a:pt x="311" y="564"/>
                                    <a:pt x="311" y="564"/>
                                  </a:cubicBezTo>
                                  <a:cubicBezTo>
                                    <a:pt x="311" y="564"/>
                                    <a:pt x="311" y="564"/>
                                    <a:pt x="310" y="564"/>
                                  </a:cubicBezTo>
                                  <a:cubicBezTo>
                                    <a:pt x="310" y="564"/>
                                    <a:pt x="310" y="564"/>
                                    <a:pt x="309" y="564"/>
                                  </a:cubicBezTo>
                                  <a:cubicBezTo>
                                    <a:pt x="309" y="564"/>
                                    <a:pt x="309" y="564"/>
                                    <a:pt x="309" y="564"/>
                                  </a:cubicBezTo>
                                  <a:cubicBezTo>
                                    <a:pt x="309" y="565"/>
                                    <a:pt x="309" y="565"/>
                                    <a:pt x="310" y="565"/>
                                  </a:cubicBezTo>
                                  <a:cubicBezTo>
                                    <a:pt x="310" y="565"/>
                                    <a:pt x="311" y="565"/>
                                    <a:pt x="311" y="566"/>
                                  </a:cubicBezTo>
                                  <a:cubicBezTo>
                                    <a:pt x="311" y="566"/>
                                    <a:pt x="311" y="567"/>
                                    <a:pt x="310" y="567"/>
                                  </a:cubicBezTo>
                                  <a:cubicBezTo>
                                    <a:pt x="310" y="568"/>
                                    <a:pt x="310" y="568"/>
                                    <a:pt x="310" y="569"/>
                                  </a:cubicBezTo>
                                  <a:cubicBezTo>
                                    <a:pt x="310" y="569"/>
                                    <a:pt x="310" y="570"/>
                                    <a:pt x="310" y="570"/>
                                  </a:cubicBezTo>
                                  <a:cubicBezTo>
                                    <a:pt x="310" y="571"/>
                                    <a:pt x="310" y="571"/>
                                    <a:pt x="310" y="571"/>
                                  </a:cubicBezTo>
                                  <a:cubicBezTo>
                                    <a:pt x="309" y="572"/>
                                    <a:pt x="309" y="573"/>
                                    <a:pt x="309" y="573"/>
                                  </a:cubicBezTo>
                                  <a:cubicBezTo>
                                    <a:pt x="309" y="574"/>
                                    <a:pt x="310" y="574"/>
                                    <a:pt x="310" y="575"/>
                                  </a:cubicBezTo>
                                  <a:cubicBezTo>
                                    <a:pt x="310" y="575"/>
                                    <a:pt x="309" y="576"/>
                                    <a:pt x="309" y="577"/>
                                  </a:cubicBezTo>
                                  <a:cubicBezTo>
                                    <a:pt x="309" y="578"/>
                                    <a:pt x="310" y="578"/>
                                    <a:pt x="310" y="579"/>
                                  </a:cubicBezTo>
                                  <a:cubicBezTo>
                                    <a:pt x="310" y="580"/>
                                    <a:pt x="310" y="581"/>
                                    <a:pt x="310" y="582"/>
                                  </a:cubicBezTo>
                                  <a:cubicBezTo>
                                    <a:pt x="310" y="583"/>
                                    <a:pt x="309" y="583"/>
                                    <a:pt x="309" y="583"/>
                                  </a:cubicBezTo>
                                  <a:cubicBezTo>
                                    <a:pt x="309" y="584"/>
                                    <a:pt x="308" y="584"/>
                                    <a:pt x="308" y="584"/>
                                  </a:cubicBezTo>
                                  <a:cubicBezTo>
                                    <a:pt x="307" y="584"/>
                                    <a:pt x="307" y="585"/>
                                    <a:pt x="307" y="585"/>
                                  </a:cubicBezTo>
                                  <a:cubicBezTo>
                                    <a:pt x="307" y="585"/>
                                    <a:pt x="307" y="585"/>
                                    <a:pt x="308" y="585"/>
                                  </a:cubicBezTo>
                                  <a:cubicBezTo>
                                    <a:pt x="308" y="585"/>
                                    <a:pt x="308" y="584"/>
                                    <a:pt x="308" y="584"/>
                                  </a:cubicBezTo>
                                  <a:cubicBezTo>
                                    <a:pt x="308" y="584"/>
                                    <a:pt x="308" y="584"/>
                                    <a:pt x="309" y="584"/>
                                  </a:cubicBezTo>
                                  <a:cubicBezTo>
                                    <a:pt x="309" y="584"/>
                                    <a:pt x="309" y="584"/>
                                    <a:pt x="309" y="584"/>
                                  </a:cubicBezTo>
                                  <a:cubicBezTo>
                                    <a:pt x="309" y="584"/>
                                    <a:pt x="309" y="584"/>
                                    <a:pt x="310" y="584"/>
                                  </a:cubicBezTo>
                                  <a:cubicBezTo>
                                    <a:pt x="310" y="584"/>
                                    <a:pt x="310" y="584"/>
                                    <a:pt x="310" y="584"/>
                                  </a:cubicBezTo>
                                  <a:cubicBezTo>
                                    <a:pt x="310" y="585"/>
                                    <a:pt x="310" y="585"/>
                                    <a:pt x="311" y="585"/>
                                  </a:cubicBezTo>
                                  <a:cubicBezTo>
                                    <a:pt x="311" y="585"/>
                                    <a:pt x="311" y="585"/>
                                    <a:pt x="311" y="585"/>
                                  </a:cubicBezTo>
                                  <a:cubicBezTo>
                                    <a:pt x="311" y="585"/>
                                    <a:pt x="311" y="586"/>
                                    <a:pt x="311" y="586"/>
                                  </a:cubicBezTo>
                                  <a:cubicBezTo>
                                    <a:pt x="311" y="587"/>
                                    <a:pt x="312" y="587"/>
                                    <a:pt x="312" y="588"/>
                                  </a:cubicBezTo>
                                  <a:cubicBezTo>
                                    <a:pt x="312" y="588"/>
                                    <a:pt x="312" y="588"/>
                                    <a:pt x="313" y="588"/>
                                  </a:cubicBezTo>
                                  <a:cubicBezTo>
                                    <a:pt x="313" y="588"/>
                                    <a:pt x="313" y="588"/>
                                    <a:pt x="314" y="587"/>
                                  </a:cubicBezTo>
                                  <a:cubicBezTo>
                                    <a:pt x="314" y="587"/>
                                    <a:pt x="314" y="587"/>
                                    <a:pt x="314" y="587"/>
                                  </a:cubicBezTo>
                                  <a:cubicBezTo>
                                    <a:pt x="314" y="587"/>
                                    <a:pt x="314" y="588"/>
                                    <a:pt x="314" y="588"/>
                                  </a:cubicBezTo>
                                  <a:cubicBezTo>
                                    <a:pt x="314" y="588"/>
                                    <a:pt x="314" y="589"/>
                                    <a:pt x="314" y="589"/>
                                  </a:cubicBezTo>
                                  <a:cubicBezTo>
                                    <a:pt x="314" y="589"/>
                                    <a:pt x="314" y="589"/>
                                    <a:pt x="314" y="588"/>
                                  </a:cubicBezTo>
                                  <a:cubicBezTo>
                                    <a:pt x="314" y="588"/>
                                    <a:pt x="314" y="588"/>
                                    <a:pt x="314" y="588"/>
                                  </a:cubicBezTo>
                                  <a:cubicBezTo>
                                    <a:pt x="314" y="587"/>
                                    <a:pt x="314" y="587"/>
                                    <a:pt x="314" y="587"/>
                                  </a:cubicBezTo>
                                  <a:cubicBezTo>
                                    <a:pt x="315" y="587"/>
                                    <a:pt x="315" y="587"/>
                                    <a:pt x="315" y="587"/>
                                  </a:cubicBezTo>
                                  <a:cubicBezTo>
                                    <a:pt x="315" y="588"/>
                                    <a:pt x="316" y="588"/>
                                    <a:pt x="316" y="588"/>
                                  </a:cubicBezTo>
                                  <a:cubicBezTo>
                                    <a:pt x="317" y="588"/>
                                    <a:pt x="317" y="587"/>
                                    <a:pt x="317" y="587"/>
                                  </a:cubicBezTo>
                                  <a:cubicBezTo>
                                    <a:pt x="318" y="587"/>
                                    <a:pt x="318" y="587"/>
                                    <a:pt x="318" y="587"/>
                                  </a:cubicBezTo>
                                  <a:cubicBezTo>
                                    <a:pt x="318" y="587"/>
                                    <a:pt x="319" y="587"/>
                                    <a:pt x="319" y="587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20" y="588"/>
                                    <a:pt x="320" y="588"/>
                                    <a:pt x="320" y="588"/>
                                  </a:cubicBezTo>
                                  <a:cubicBezTo>
                                    <a:pt x="321" y="588"/>
                                    <a:pt x="321" y="588"/>
                                    <a:pt x="321" y="589"/>
                                  </a:cubicBezTo>
                                  <a:cubicBezTo>
                                    <a:pt x="321" y="589"/>
                                    <a:pt x="321" y="589"/>
                                    <a:pt x="321" y="590"/>
                                  </a:cubicBezTo>
                                  <a:cubicBezTo>
                                    <a:pt x="321" y="590"/>
                                    <a:pt x="321" y="590"/>
                                    <a:pt x="321" y="590"/>
                                  </a:cubicBezTo>
                                  <a:cubicBezTo>
                                    <a:pt x="321" y="591"/>
                                    <a:pt x="321" y="591"/>
                                    <a:pt x="321" y="592"/>
                                  </a:cubicBezTo>
                                  <a:cubicBezTo>
                                    <a:pt x="322" y="593"/>
                                    <a:pt x="322" y="594"/>
                                    <a:pt x="322" y="594"/>
                                  </a:cubicBezTo>
                                  <a:cubicBezTo>
                                    <a:pt x="322" y="595"/>
                                    <a:pt x="322" y="595"/>
                                    <a:pt x="323" y="596"/>
                                  </a:cubicBezTo>
                                  <a:cubicBezTo>
                                    <a:pt x="323" y="596"/>
                                    <a:pt x="323" y="597"/>
                                    <a:pt x="323" y="598"/>
                                  </a:cubicBezTo>
                                  <a:cubicBezTo>
                                    <a:pt x="323" y="599"/>
                                    <a:pt x="324" y="601"/>
                                    <a:pt x="325" y="602"/>
                                  </a:cubicBezTo>
                                  <a:cubicBezTo>
                                    <a:pt x="325" y="604"/>
                                    <a:pt x="326" y="605"/>
                                    <a:pt x="326" y="607"/>
                                  </a:cubicBezTo>
                                  <a:cubicBezTo>
                                    <a:pt x="325" y="608"/>
                                    <a:pt x="325" y="608"/>
                                    <a:pt x="325" y="609"/>
                                  </a:cubicBezTo>
                                  <a:cubicBezTo>
                                    <a:pt x="324" y="609"/>
                                    <a:pt x="324" y="610"/>
                                    <a:pt x="324" y="610"/>
                                  </a:cubicBezTo>
                                  <a:cubicBezTo>
                                    <a:pt x="323" y="610"/>
                                    <a:pt x="322" y="610"/>
                                    <a:pt x="322" y="610"/>
                                  </a:cubicBezTo>
                                  <a:cubicBezTo>
                                    <a:pt x="321" y="610"/>
                                    <a:pt x="321" y="610"/>
                                    <a:pt x="321" y="611"/>
                                  </a:cubicBezTo>
                                  <a:cubicBezTo>
                                    <a:pt x="322" y="611"/>
                                    <a:pt x="322" y="611"/>
                                    <a:pt x="323" y="611"/>
                                  </a:cubicBezTo>
                                  <a:cubicBezTo>
                                    <a:pt x="324" y="611"/>
                                    <a:pt x="324" y="610"/>
                                    <a:pt x="325" y="610"/>
                                  </a:cubicBezTo>
                                  <a:cubicBezTo>
                                    <a:pt x="326" y="609"/>
                                    <a:pt x="326" y="609"/>
                                    <a:pt x="327" y="609"/>
                                  </a:cubicBezTo>
                                  <a:cubicBezTo>
                                    <a:pt x="327" y="609"/>
                                    <a:pt x="327" y="609"/>
                                    <a:pt x="326" y="609"/>
                                  </a:cubicBezTo>
                                  <a:cubicBezTo>
                                    <a:pt x="326" y="610"/>
                                    <a:pt x="326" y="610"/>
                                    <a:pt x="326" y="610"/>
                                  </a:cubicBezTo>
                                  <a:cubicBezTo>
                                    <a:pt x="326" y="610"/>
                                    <a:pt x="327" y="610"/>
                                    <a:pt x="327" y="610"/>
                                  </a:cubicBezTo>
                                  <a:cubicBezTo>
                                    <a:pt x="328" y="609"/>
                                    <a:pt x="330" y="609"/>
                                    <a:pt x="331" y="608"/>
                                  </a:cubicBezTo>
                                  <a:cubicBezTo>
                                    <a:pt x="333" y="607"/>
                                    <a:pt x="334" y="607"/>
                                    <a:pt x="336" y="606"/>
                                  </a:cubicBezTo>
                                  <a:cubicBezTo>
                                    <a:pt x="337" y="606"/>
                                    <a:pt x="338" y="607"/>
                                    <a:pt x="339" y="607"/>
                                  </a:cubicBezTo>
                                  <a:cubicBezTo>
                                    <a:pt x="340" y="608"/>
                                    <a:pt x="340" y="609"/>
                                    <a:pt x="341" y="609"/>
                                  </a:cubicBezTo>
                                  <a:cubicBezTo>
                                    <a:pt x="342" y="609"/>
                                    <a:pt x="342" y="609"/>
                                    <a:pt x="342" y="610"/>
                                  </a:cubicBezTo>
                                  <a:cubicBezTo>
                                    <a:pt x="343" y="610"/>
                                    <a:pt x="344" y="610"/>
                                    <a:pt x="344" y="610"/>
                                  </a:cubicBezTo>
                                  <a:cubicBezTo>
                                    <a:pt x="345" y="611"/>
                                    <a:pt x="345" y="611"/>
                                    <a:pt x="345" y="611"/>
                                  </a:cubicBezTo>
                                  <a:cubicBezTo>
                                    <a:pt x="346" y="611"/>
                                    <a:pt x="346" y="611"/>
                                    <a:pt x="347" y="611"/>
                                  </a:cubicBezTo>
                                  <a:cubicBezTo>
                                    <a:pt x="347" y="611"/>
                                    <a:pt x="348" y="612"/>
                                    <a:pt x="348" y="612"/>
                                  </a:cubicBezTo>
                                  <a:cubicBezTo>
                                    <a:pt x="349" y="612"/>
                                    <a:pt x="349" y="612"/>
                                    <a:pt x="349" y="612"/>
                                  </a:cubicBezTo>
                                  <a:cubicBezTo>
                                    <a:pt x="350" y="612"/>
                                    <a:pt x="350" y="612"/>
                                    <a:pt x="351" y="613"/>
                                  </a:cubicBezTo>
                                  <a:cubicBezTo>
                                    <a:pt x="351" y="614"/>
                                    <a:pt x="352" y="615"/>
                                    <a:pt x="354" y="615"/>
                                  </a:cubicBezTo>
                                  <a:cubicBezTo>
                                    <a:pt x="354" y="616"/>
                                    <a:pt x="355" y="616"/>
                                    <a:pt x="355" y="616"/>
                                  </a:cubicBezTo>
                                  <a:cubicBezTo>
                                    <a:pt x="355" y="616"/>
                                    <a:pt x="356" y="617"/>
                                    <a:pt x="356" y="617"/>
                                  </a:cubicBezTo>
                                  <a:cubicBezTo>
                                    <a:pt x="356" y="619"/>
                                    <a:pt x="357" y="620"/>
                                    <a:pt x="359" y="622"/>
                                  </a:cubicBezTo>
                                  <a:cubicBezTo>
                                    <a:pt x="360" y="623"/>
                                    <a:pt x="363" y="623"/>
                                    <a:pt x="364" y="624"/>
                                  </a:cubicBezTo>
                                  <a:cubicBezTo>
                                    <a:pt x="365" y="624"/>
                                    <a:pt x="366" y="625"/>
                                    <a:pt x="367" y="626"/>
                                  </a:cubicBezTo>
                                  <a:cubicBezTo>
                                    <a:pt x="368" y="626"/>
                                    <a:pt x="369" y="626"/>
                                    <a:pt x="369" y="626"/>
                                  </a:cubicBezTo>
                                  <a:cubicBezTo>
                                    <a:pt x="370" y="626"/>
                                    <a:pt x="370" y="627"/>
                                    <a:pt x="370" y="627"/>
                                  </a:cubicBezTo>
                                  <a:cubicBezTo>
                                    <a:pt x="371" y="627"/>
                                    <a:pt x="371" y="627"/>
                                    <a:pt x="371" y="628"/>
                                  </a:cubicBezTo>
                                  <a:cubicBezTo>
                                    <a:pt x="372" y="628"/>
                                    <a:pt x="372" y="629"/>
                                    <a:pt x="373" y="629"/>
                                  </a:cubicBezTo>
                                  <a:cubicBezTo>
                                    <a:pt x="373" y="629"/>
                                    <a:pt x="374" y="629"/>
                                    <a:pt x="374" y="630"/>
                                  </a:cubicBezTo>
                                  <a:cubicBezTo>
                                    <a:pt x="374" y="630"/>
                                    <a:pt x="375" y="630"/>
                                    <a:pt x="375" y="630"/>
                                  </a:cubicBezTo>
                                  <a:cubicBezTo>
                                    <a:pt x="375" y="631"/>
                                    <a:pt x="375" y="631"/>
                                    <a:pt x="375" y="631"/>
                                  </a:cubicBezTo>
                                  <a:cubicBezTo>
                                    <a:pt x="376" y="631"/>
                                    <a:pt x="376" y="631"/>
                                    <a:pt x="377" y="631"/>
                                  </a:cubicBezTo>
                                  <a:cubicBezTo>
                                    <a:pt x="377" y="631"/>
                                    <a:pt x="378" y="631"/>
                                    <a:pt x="379" y="631"/>
                                  </a:cubicBezTo>
                                  <a:cubicBezTo>
                                    <a:pt x="379" y="631"/>
                                    <a:pt x="380" y="630"/>
                                    <a:pt x="381" y="631"/>
                                  </a:cubicBezTo>
                                  <a:cubicBezTo>
                                    <a:pt x="381" y="631"/>
                                    <a:pt x="381" y="631"/>
                                    <a:pt x="381" y="631"/>
                                  </a:cubicBezTo>
                                  <a:cubicBezTo>
                                    <a:pt x="382" y="631"/>
                                    <a:pt x="382" y="631"/>
                                    <a:pt x="382" y="630"/>
                                  </a:cubicBezTo>
                                  <a:cubicBezTo>
                                    <a:pt x="383" y="630"/>
                                    <a:pt x="383" y="630"/>
                                    <a:pt x="384" y="631"/>
                                  </a:cubicBezTo>
                                  <a:cubicBezTo>
                                    <a:pt x="384" y="631"/>
                                    <a:pt x="384" y="631"/>
                                    <a:pt x="384" y="631"/>
                                  </a:cubicBezTo>
                                  <a:cubicBezTo>
                                    <a:pt x="384" y="631"/>
                                    <a:pt x="384" y="631"/>
                                    <a:pt x="384" y="631"/>
                                  </a:cubicBezTo>
                                  <a:cubicBezTo>
                                    <a:pt x="384" y="631"/>
                                    <a:pt x="385" y="631"/>
                                    <a:pt x="385" y="631"/>
                                  </a:cubicBezTo>
                                  <a:cubicBezTo>
                                    <a:pt x="385" y="631"/>
                                    <a:pt x="385" y="631"/>
                                    <a:pt x="385" y="631"/>
                                  </a:cubicBezTo>
                                  <a:cubicBezTo>
                                    <a:pt x="386" y="631"/>
                                    <a:pt x="386" y="631"/>
                                    <a:pt x="387" y="631"/>
                                  </a:cubicBezTo>
                                  <a:cubicBezTo>
                                    <a:pt x="387" y="631"/>
                                    <a:pt x="388" y="631"/>
                                    <a:pt x="389" y="631"/>
                                  </a:cubicBezTo>
                                  <a:cubicBezTo>
                                    <a:pt x="389" y="631"/>
                                    <a:pt x="389" y="631"/>
                                    <a:pt x="389" y="631"/>
                                  </a:cubicBezTo>
                                  <a:cubicBezTo>
                                    <a:pt x="390" y="632"/>
                                    <a:pt x="390" y="632"/>
                                    <a:pt x="390" y="632"/>
                                  </a:cubicBezTo>
                                  <a:cubicBezTo>
                                    <a:pt x="391" y="632"/>
                                    <a:pt x="391" y="632"/>
                                    <a:pt x="391" y="632"/>
                                  </a:cubicBezTo>
                                  <a:cubicBezTo>
                                    <a:pt x="391" y="632"/>
                                    <a:pt x="392" y="632"/>
                                    <a:pt x="392" y="632"/>
                                  </a:cubicBezTo>
                                  <a:cubicBezTo>
                                    <a:pt x="393" y="633"/>
                                    <a:pt x="393" y="633"/>
                                    <a:pt x="393" y="633"/>
                                  </a:cubicBezTo>
                                  <a:cubicBezTo>
                                    <a:pt x="394" y="634"/>
                                    <a:pt x="394" y="634"/>
                                    <a:pt x="394" y="635"/>
                                  </a:cubicBezTo>
                                  <a:cubicBezTo>
                                    <a:pt x="394" y="635"/>
                                    <a:pt x="394" y="636"/>
                                    <a:pt x="394" y="637"/>
                                  </a:cubicBezTo>
                                  <a:cubicBezTo>
                                    <a:pt x="394" y="637"/>
                                    <a:pt x="394" y="637"/>
                                    <a:pt x="394" y="638"/>
                                  </a:cubicBezTo>
                                  <a:cubicBezTo>
                                    <a:pt x="394" y="638"/>
                                    <a:pt x="394" y="638"/>
                                    <a:pt x="394" y="639"/>
                                  </a:cubicBezTo>
                                  <a:cubicBezTo>
                                    <a:pt x="393" y="639"/>
                                    <a:pt x="393" y="640"/>
                                    <a:pt x="393" y="641"/>
                                  </a:cubicBezTo>
                                  <a:cubicBezTo>
                                    <a:pt x="393" y="642"/>
                                    <a:pt x="393" y="642"/>
                                    <a:pt x="393" y="643"/>
                                  </a:cubicBezTo>
                                  <a:cubicBezTo>
                                    <a:pt x="393" y="644"/>
                                    <a:pt x="394" y="645"/>
                                    <a:pt x="394" y="645"/>
                                  </a:cubicBezTo>
                                  <a:cubicBezTo>
                                    <a:pt x="394" y="646"/>
                                    <a:pt x="394" y="646"/>
                                    <a:pt x="395" y="646"/>
                                  </a:cubicBezTo>
                                  <a:cubicBezTo>
                                    <a:pt x="395" y="647"/>
                                    <a:pt x="395" y="648"/>
                                    <a:pt x="395" y="649"/>
                                  </a:cubicBezTo>
                                  <a:cubicBezTo>
                                    <a:pt x="394" y="649"/>
                                    <a:pt x="394" y="650"/>
                                    <a:pt x="394" y="651"/>
                                  </a:cubicBezTo>
                                  <a:cubicBezTo>
                                    <a:pt x="394" y="651"/>
                                    <a:pt x="394" y="651"/>
                                    <a:pt x="394" y="652"/>
                                  </a:cubicBezTo>
                                  <a:cubicBezTo>
                                    <a:pt x="395" y="652"/>
                                    <a:pt x="395" y="653"/>
                                    <a:pt x="394" y="654"/>
                                  </a:cubicBezTo>
                                  <a:cubicBezTo>
                                    <a:pt x="394" y="655"/>
                                    <a:pt x="394" y="655"/>
                                    <a:pt x="394" y="656"/>
                                  </a:cubicBezTo>
                                  <a:cubicBezTo>
                                    <a:pt x="394" y="657"/>
                                    <a:pt x="394" y="658"/>
                                    <a:pt x="394" y="658"/>
                                  </a:cubicBezTo>
                                  <a:cubicBezTo>
                                    <a:pt x="395" y="658"/>
                                    <a:pt x="395" y="658"/>
                                    <a:pt x="395" y="658"/>
                                  </a:cubicBezTo>
                                  <a:cubicBezTo>
                                    <a:pt x="395" y="658"/>
                                    <a:pt x="395" y="659"/>
                                    <a:pt x="396" y="659"/>
                                  </a:cubicBezTo>
                                  <a:cubicBezTo>
                                    <a:pt x="396" y="660"/>
                                    <a:pt x="397" y="661"/>
                                    <a:pt x="398" y="662"/>
                                  </a:cubicBezTo>
                                  <a:cubicBezTo>
                                    <a:pt x="398" y="662"/>
                                    <a:pt x="398" y="662"/>
                                    <a:pt x="398" y="663"/>
                                  </a:cubicBezTo>
                                  <a:cubicBezTo>
                                    <a:pt x="399" y="663"/>
                                    <a:pt x="398" y="664"/>
                                    <a:pt x="398" y="664"/>
                                  </a:cubicBezTo>
                                  <a:cubicBezTo>
                                    <a:pt x="398" y="664"/>
                                    <a:pt x="398" y="664"/>
                                    <a:pt x="398" y="664"/>
                                  </a:cubicBezTo>
                                  <a:cubicBezTo>
                                    <a:pt x="398" y="664"/>
                                    <a:pt x="398" y="664"/>
                                    <a:pt x="398" y="664"/>
                                  </a:cubicBezTo>
                                  <a:cubicBezTo>
                                    <a:pt x="399" y="665"/>
                                    <a:pt x="399" y="665"/>
                                    <a:pt x="399" y="666"/>
                                  </a:cubicBezTo>
                                  <a:cubicBezTo>
                                    <a:pt x="400" y="666"/>
                                    <a:pt x="400" y="666"/>
                                    <a:pt x="400" y="666"/>
                                  </a:cubicBezTo>
                                  <a:cubicBezTo>
                                    <a:pt x="400" y="667"/>
                                    <a:pt x="401" y="667"/>
                                    <a:pt x="402" y="667"/>
                                  </a:cubicBezTo>
                                  <a:cubicBezTo>
                                    <a:pt x="403" y="668"/>
                                    <a:pt x="403" y="668"/>
                                    <a:pt x="403" y="669"/>
                                  </a:cubicBezTo>
                                  <a:cubicBezTo>
                                    <a:pt x="404" y="669"/>
                                    <a:pt x="404" y="669"/>
                                    <a:pt x="404" y="669"/>
                                  </a:cubicBezTo>
                                  <a:cubicBezTo>
                                    <a:pt x="404" y="670"/>
                                    <a:pt x="404" y="670"/>
                                    <a:pt x="405" y="670"/>
                                  </a:cubicBezTo>
                                  <a:cubicBezTo>
                                    <a:pt x="405" y="671"/>
                                    <a:pt x="406" y="672"/>
                                    <a:pt x="406" y="674"/>
                                  </a:cubicBezTo>
                                  <a:cubicBezTo>
                                    <a:pt x="406" y="674"/>
                                    <a:pt x="406" y="674"/>
                                    <a:pt x="406" y="674"/>
                                  </a:cubicBezTo>
                                  <a:cubicBezTo>
                                    <a:pt x="406" y="674"/>
                                    <a:pt x="406" y="674"/>
                                    <a:pt x="407" y="674"/>
                                  </a:cubicBezTo>
                                  <a:cubicBezTo>
                                    <a:pt x="407" y="675"/>
                                    <a:pt x="408" y="675"/>
                                    <a:pt x="409" y="676"/>
                                  </a:cubicBezTo>
                                  <a:cubicBezTo>
                                    <a:pt x="409" y="676"/>
                                    <a:pt x="410" y="676"/>
                                    <a:pt x="410" y="676"/>
                                  </a:cubicBezTo>
                                  <a:cubicBezTo>
                                    <a:pt x="410" y="676"/>
                                    <a:pt x="411" y="676"/>
                                    <a:pt x="411" y="675"/>
                                  </a:cubicBezTo>
                                  <a:cubicBezTo>
                                    <a:pt x="411" y="675"/>
                                    <a:pt x="411" y="675"/>
                                    <a:pt x="411" y="674"/>
                                  </a:cubicBezTo>
                                  <a:cubicBezTo>
                                    <a:pt x="411" y="674"/>
                                    <a:pt x="411" y="674"/>
                                    <a:pt x="411" y="674"/>
                                  </a:cubicBezTo>
                                  <a:cubicBezTo>
                                    <a:pt x="412" y="673"/>
                                    <a:pt x="412" y="672"/>
                                    <a:pt x="412" y="672"/>
                                  </a:cubicBezTo>
                                  <a:cubicBezTo>
                                    <a:pt x="413" y="671"/>
                                    <a:pt x="413" y="671"/>
                                    <a:pt x="414" y="671"/>
                                  </a:cubicBezTo>
                                  <a:cubicBezTo>
                                    <a:pt x="414" y="672"/>
                                    <a:pt x="414" y="672"/>
                                    <a:pt x="414" y="673"/>
                                  </a:cubicBezTo>
                                  <a:cubicBezTo>
                                    <a:pt x="414" y="673"/>
                                    <a:pt x="415" y="673"/>
                                    <a:pt x="415" y="673"/>
                                  </a:cubicBezTo>
                                  <a:cubicBezTo>
                                    <a:pt x="415" y="673"/>
                                    <a:pt x="416" y="673"/>
                                    <a:pt x="416" y="674"/>
                                  </a:cubicBezTo>
                                  <a:cubicBezTo>
                                    <a:pt x="416" y="674"/>
                                    <a:pt x="416" y="675"/>
                                    <a:pt x="416" y="675"/>
                                  </a:cubicBezTo>
                                  <a:cubicBezTo>
                                    <a:pt x="416" y="675"/>
                                    <a:pt x="416" y="675"/>
                                    <a:pt x="416" y="675"/>
                                  </a:cubicBezTo>
                                  <a:cubicBezTo>
                                    <a:pt x="416" y="675"/>
                                    <a:pt x="416" y="675"/>
                                    <a:pt x="416" y="675"/>
                                  </a:cubicBezTo>
                                  <a:cubicBezTo>
                                    <a:pt x="417" y="674"/>
                                    <a:pt x="417" y="672"/>
                                    <a:pt x="416" y="671"/>
                                  </a:cubicBezTo>
                                  <a:cubicBezTo>
                                    <a:pt x="416" y="671"/>
                                    <a:pt x="415" y="670"/>
                                    <a:pt x="415" y="670"/>
                                  </a:cubicBezTo>
                                  <a:cubicBezTo>
                                    <a:pt x="416" y="670"/>
                                    <a:pt x="416" y="669"/>
                                    <a:pt x="416" y="669"/>
                                  </a:cubicBezTo>
                                  <a:cubicBezTo>
                                    <a:pt x="416" y="669"/>
                                    <a:pt x="416" y="668"/>
                                    <a:pt x="416" y="668"/>
                                  </a:cubicBezTo>
                                  <a:cubicBezTo>
                                    <a:pt x="417" y="668"/>
                                    <a:pt x="417" y="668"/>
                                    <a:pt x="417" y="668"/>
                                  </a:cubicBezTo>
                                  <a:cubicBezTo>
                                    <a:pt x="417" y="667"/>
                                    <a:pt x="418" y="667"/>
                                    <a:pt x="418" y="666"/>
                                  </a:cubicBezTo>
                                  <a:cubicBezTo>
                                    <a:pt x="419" y="665"/>
                                    <a:pt x="419" y="664"/>
                                    <a:pt x="418" y="663"/>
                                  </a:cubicBezTo>
                                  <a:cubicBezTo>
                                    <a:pt x="418" y="663"/>
                                    <a:pt x="418" y="662"/>
                                    <a:pt x="418" y="662"/>
                                  </a:cubicBezTo>
                                  <a:cubicBezTo>
                                    <a:pt x="418" y="662"/>
                                    <a:pt x="418" y="662"/>
                                    <a:pt x="418" y="661"/>
                                  </a:cubicBezTo>
                                  <a:cubicBezTo>
                                    <a:pt x="417" y="661"/>
                                    <a:pt x="417" y="660"/>
                                    <a:pt x="417" y="659"/>
                                  </a:cubicBezTo>
                                  <a:cubicBezTo>
                                    <a:pt x="417" y="659"/>
                                    <a:pt x="417" y="659"/>
                                    <a:pt x="417" y="659"/>
                                  </a:cubicBezTo>
                                  <a:cubicBezTo>
                                    <a:pt x="417" y="659"/>
                                    <a:pt x="417" y="659"/>
                                    <a:pt x="417" y="659"/>
                                  </a:cubicBezTo>
                                  <a:cubicBezTo>
                                    <a:pt x="417" y="658"/>
                                    <a:pt x="417" y="658"/>
                                    <a:pt x="416" y="658"/>
                                  </a:cubicBezTo>
                                  <a:cubicBezTo>
                                    <a:pt x="416" y="657"/>
                                    <a:pt x="416" y="656"/>
                                    <a:pt x="416" y="655"/>
                                  </a:cubicBezTo>
                                  <a:cubicBezTo>
                                    <a:pt x="416" y="655"/>
                                    <a:pt x="416" y="654"/>
                                    <a:pt x="416" y="654"/>
                                  </a:cubicBezTo>
                                  <a:cubicBezTo>
                                    <a:pt x="416" y="653"/>
                                    <a:pt x="416" y="653"/>
                                    <a:pt x="416" y="653"/>
                                  </a:cubicBezTo>
                                  <a:cubicBezTo>
                                    <a:pt x="416" y="653"/>
                                    <a:pt x="416" y="652"/>
                                    <a:pt x="416" y="652"/>
                                  </a:cubicBezTo>
                                  <a:cubicBezTo>
                                    <a:pt x="416" y="652"/>
                                    <a:pt x="415" y="652"/>
                                    <a:pt x="415" y="652"/>
                                  </a:cubicBezTo>
                                  <a:cubicBezTo>
                                    <a:pt x="415" y="652"/>
                                    <a:pt x="415" y="651"/>
                                    <a:pt x="415" y="651"/>
                                  </a:cubicBezTo>
                                  <a:cubicBezTo>
                                    <a:pt x="415" y="651"/>
                                    <a:pt x="415" y="651"/>
                                    <a:pt x="415" y="650"/>
                                  </a:cubicBezTo>
                                  <a:cubicBezTo>
                                    <a:pt x="415" y="650"/>
                                    <a:pt x="415" y="650"/>
                                    <a:pt x="416" y="650"/>
                                  </a:cubicBezTo>
                                  <a:cubicBezTo>
                                    <a:pt x="416" y="650"/>
                                    <a:pt x="416" y="650"/>
                                    <a:pt x="416" y="650"/>
                                  </a:cubicBezTo>
                                  <a:cubicBezTo>
                                    <a:pt x="416" y="650"/>
                                    <a:pt x="416" y="650"/>
                                    <a:pt x="416" y="650"/>
                                  </a:cubicBezTo>
                                  <a:cubicBezTo>
                                    <a:pt x="415" y="649"/>
                                    <a:pt x="415" y="649"/>
                                    <a:pt x="415" y="648"/>
                                  </a:cubicBezTo>
                                  <a:cubicBezTo>
                                    <a:pt x="415" y="648"/>
                                    <a:pt x="415" y="648"/>
                                    <a:pt x="415" y="648"/>
                                  </a:cubicBezTo>
                                  <a:cubicBezTo>
                                    <a:pt x="415" y="647"/>
                                    <a:pt x="415" y="647"/>
                                    <a:pt x="415" y="647"/>
                                  </a:cubicBezTo>
                                  <a:cubicBezTo>
                                    <a:pt x="415" y="646"/>
                                    <a:pt x="415" y="646"/>
                                    <a:pt x="415" y="646"/>
                                  </a:cubicBezTo>
                                  <a:cubicBezTo>
                                    <a:pt x="415" y="646"/>
                                    <a:pt x="415" y="645"/>
                                    <a:pt x="415" y="645"/>
                                  </a:cubicBezTo>
                                  <a:cubicBezTo>
                                    <a:pt x="415" y="645"/>
                                    <a:pt x="415" y="645"/>
                                    <a:pt x="415" y="645"/>
                                  </a:cubicBezTo>
                                  <a:cubicBezTo>
                                    <a:pt x="415" y="644"/>
                                    <a:pt x="415" y="644"/>
                                    <a:pt x="414" y="643"/>
                                  </a:cubicBezTo>
                                  <a:cubicBezTo>
                                    <a:pt x="414" y="643"/>
                                    <a:pt x="414" y="643"/>
                                    <a:pt x="414" y="643"/>
                                  </a:cubicBezTo>
                                  <a:cubicBezTo>
                                    <a:pt x="414" y="643"/>
                                    <a:pt x="414" y="643"/>
                                    <a:pt x="414" y="643"/>
                                  </a:cubicBezTo>
                                  <a:cubicBezTo>
                                    <a:pt x="413" y="643"/>
                                    <a:pt x="413" y="642"/>
                                    <a:pt x="413" y="642"/>
                                  </a:cubicBezTo>
                                  <a:cubicBezTo>
                                    <a:pt x="413" y="641"/>
                                    <a:pt x="412" y="641"/>
                                    <a:pt x="412" y="640"/>
                                  </a:cubicBezTo>
                                  <a:cubicBezTo>
                                    <a:pt x="412" y="639"/>
                                    <a:pt x="412" y="639"/>
                                    <a:pt x="411" y="638"/>
                                  </a:cubicBezTo>
                                  <a:cubicBezTo>
                                    <a:pt x="411" y="638"/>
                                    <a:pt x="411" y="638"/>
                                    <a:pt x="411" y="638"/>
                                  </a:cubicBezTo>
                                  <a:cubicBezTo>
                                    <a:pt x="411" y="637"/>
                                    <a:pt x="411" y="637"/>
                                    <a:pt x="411" y="637"/>
                                  </a:cubicBezTo>
                                  <a:cubicBezTo>
                                    <a:pt x="412" y="637"/>
                                    <a:pt x="412" y="637"/>
                                    <a:pt x="412" y="637"/>
                                  </a:cubicBezTo>
                                  <a:cubicBezTo>
                                    <a:pt x="417" y="635"/>
                                    <a:pt x="422" y="632"/>
                                    <a:pt x="426" y="628"/>
                                  </a:cubicBezTo>
                                  <a:cubicBezTo>
                                    <a:pt x="425" y="628"/>
                                    <a:pt x="425" y="628"/>
                                    <a:pt x="426" y="628"/>
                                  </a:cubicBezTo>
                                  <a:cubicBezTo>
                                    <a:pt x="426" y="627"/>
                                    <a:pt x="426" y="627"/>
                                    <a:pt x="426" y="627"/>
                                  </a:cubicBezTo>
                                  <a:cubicBezTo>
                                    <a:pt x="426" y="627"/>
                                    <a:pt x="426" y="627"/>
                                    <a:pt x="426" y="627"/>
                                  </a:cubicBezTo>
                                  <a:cubicBezTo>
                                    <a:pt x="427" y="627"/>
                                    <a:pt x="427" y="627"/>
                                    <a:pt x="427" y="626"/>
                                  </a:cubicBezTo>
                                  <a:cubicBezTo>
                                    <a:pt x="428" y="626"/>
                                    <a:pt x="428" y="625"/>
                                    <a:pt x="428" y="625"/>
                                  </a:cubicBezTo>
                                  <a:cubicBezTo>
                                    <a:pt x="429" y="624"/>
                                    <a:pt x="430" y="623"/>
                                    <a:pt x="431" y="622"/>
                                  </a:cubicBezTo>
                                  <a:cubicBezTo>
                                    <a:pt x="431" y="621"/>
                                    <a:pt x="432" y="620"/>
                                    <a:pt x="432" y="619"/>
                                  </a:cubicBezTo>
                                  <a:cubicBezTo>
                                    <a:pt x="433" y="614"/>
                                    <a:pt x="432" y="610"/>
                                    <a:pt x="431" y="606"/>
                                  </a:cubicBezTo>
                                  <a:cubicBezTo>
                                    <a:pt x="431" y="603"/>
                                    <a:pt x="430" y="600"/>
                                    <a:pt x="428" y="598"/>
                                  </a:cubicBezTo>
                                  <a:cubicBezTo>
                                    <a:pt x="427" y="596"/>
                                    <a:pt x="425" y="595"/>
                                    <a:pt x="424" y="593"/>
                                  </a:cubicBezTo>
                                  <a:cubicBezTo>
                                    <a:pt x="423" y="593"/>
                                    <a:pt x="423" y="593"/>
                                    <a:pt x="423" y="593"/>
                                  </a:cubicBezTo>
                                  <a:cubicBezTo>
                                    <a:pt x="423" y="593"/>
                                    <a:pt x="423" y="593"/>
                                    <a:pt x="422" y="593"/>
                                  </a:cubicBezTo>
                                  <a:cubicBezTo>
                                    <a:pt x="422" y="592"/>
                                    <a:pt x="422" y="592"/>
                                    <a:pt x="422" y="592"/>
                                  </a:cubicBezTo>
                                  <a:cubicBezTo>
                                    <a:pt x="422" y="592"/>
                                    <a:pt x="422" y="592"/>
                                    <a:pt x="422" y="592"/>
                                  </a:cubicBezTo>
                                  <a:cubicBezTo>
                                    <a:pt x="422" y="592"/>
                                    <a:pt x="421" y="592"/>
                                    <a:pt x="421" y="592"/>
                                  </a:cubicBezTo>
                                  <a:cubicBezTo>
                                    <a:pt x="421" y="592"/>
                                    <a:pt x="421" y="591"/>
                                    <a:pt x="421" y="591"/>
                                  </a:cubicBezTo>
                                  <a:cubicBezTo>
                                    <a:pt x="421" y="591"/>
                                    <a:pt x="421" y="591"/>
                                    <a:pt x="420" y="591"/>
                                  </a:cubicBezTo>
                                  <a:cubicBezTo>
                                    <a:pt x="420" y="591"/>
                                    <a:pt x="420" y="590"/>
                                    <a:pt x="420" y="590"/>
                                  </a:cubicBezTo>
                                  <a:cubicBezTo>
                                    <a:pt x="420" y="590"/>
                                    <a:pt x="420" y="590"/>
                                    <a:pt x="420" y="590"/>
                                  </a:cubicBezTo>
                                  <a:cubicBezTo>
                                    <a:pt x="421" y="590"/>
                                    <a:pt x="421" y="589"/>
                                    <a:pt x="421" y="589"/>
                                  </a:cubicBezTo>
                                  <a:cubicBezTo>
                                    <a:pt x="420" y="589"/>
                                    <a:pt x="420" y="589"/>
                                    <a:pt x="420" y="589"/>
                                  </a:cubicBezTo>
                                  <a:cubicBezTo>
                                    <a:pt x="420" y="589"/>
                                    <a:pt x="420" y="589"/>
                                    <a:pt x="419" y="589"/>
                                  </a:cubicBezTo>
                                  <a:cubicBezTo>
                                    <a:pt x="419" y="589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8" y="590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9" y="589"/>
                                    <a:pt x="419" y="589"/>
                                  </a:cubicBezTo>
                                  <a:cubicBezTo>
                                    <a:pt x="419" y="589"/>
                                    <a:pt x="419" y="589"/>
                                    <a:pt x="419" y="589"/>
                                  </a:cubicBezTo>
                                  <a:cubicBezTo>
                                    <a:pt x="419" y="588"/>
                                    <a:pt x="419" y="588"/>
                                    <a:pt x="419" y="588"/>
                                  </a:cubicBezTo>
                                  <a:cubicBezTo>
                                    <a:pt x="419" y="588"/>
                                    <a:pt x="419" y="588"/>
                                    <a:pt x="419" y="588"/>
                                  </a:cubicBezTo>
                                  <a:cubicBezTo>
                                    <a:pt x="418" y="588"/>
                                    <a:pt x="418" y="588"/>
                                    <a:pt x="418" y="587"/>
                                  </a:cubicBezTo>
                                  <a:cubicBezTo>
                                    <a:pt x="418" y="587"/>
                                    <a:pt x="418" y="587"/>
                                    <a:pt x="418" y="587"/>
                                  </a:cubicBezTo>
                                  <a:cubicBezTo>
                                    <a:pt x="418" y="587"/>
                                    <a:pt x="418" y="587"/>
                                    <a:pt x="418" y="586"/>
                                  </a:cubicBezTo>
                                  <a:cubicBezTo>
                                    <a:pt x="419" y="586"/>
                                    <a:pt x="419" y="586"/>
                                    <a:pt x="419" y="586"/>
                                  </a:cubicBezTo>
                                  <a:cubicBezTo>
                                    <a:pt x="418" y="586"/>
                                    <a:pt x="418" y="586"/>
                                    <a:pt x="418" y="586"/>
                                  </a:cubicBezTo>
                                  <a:cubicBezTo>
                                    <a:pt x="418" y="586"/>
                                    <a:pt x="418" y="586"/>
                                    <a:pt x="418" y="585"/>
                                  </a:cubicBezTo>
                                  <a:cubicBezTo>
                                    <a:pt x="419" y="585"/>
                                    <a:pt x="419" y="585"/>
                                    <a:pt x="419" y="585"/>
                                  </a:cubicBezTo>
                                  <a:cubicBezTo>
                                    <a:pt x="419" y="585"/>
                                    <a:pt x="420" y="585"/>
                                    <a:pt x="420" y="585"/>
                                  </a:cubicBezTo>
                                  <a:cubicBezTo>
                                    <a:pt x="421" y="584"/>
                                    <a:pt x="421" y="583"/>
                                    <a:pt x="422" y="582"/>
                                  </a:cubicBezTo>
                                  <a:cubicBezTo>
                                    <a:pt x="422" y="581"/>
                                    <a:pt x="423" y="581"/>
                                    <a:pt x="423" y="580"/>
                                  </a:cubicBezTo>
                                  <a:cubicBezTo>
                                    <a:pt x="423" y="580"/>
                                    <a:pt x="424" y="580"/>
                                    <a:pt x="424" y="580"/>
                                  </a:cubicBezTo>
                                  <a:cubicBezTo>
                                    <a:pt x="424" y="580"/>
                                    <a:pt x="424" y="579"/>
                                    <a:pt x="424" y="579"/>
                                  </a:cubicBezTo>
                                  <a:cubicBezTo>
                                    <a:pt x="424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8"/>
                                  </a:cubicBezTo>
                                  <a:cubicBezTo>
                                    <a:pt x="423" y="578"/>
                                    <a:pt x="423" y="578"/>
                                    <a:pt x="423" y="578"/>
                                  </a:cubicBezTo>
                                  <a:cubicBezTo>
                                    <a:pt x="423" y="578"/>
                                    <a:pt x="423" y="578"/>
                                    <a:pt x="424" y="577"/>
                                  </a:cubicBezTo>
                                  <a:cubicBezTo>
                                    <a:pt x="424" y="577"/>
                                    <a:pt x="424" y="577"/>
                                    <a:pt x="424" y="577"/>
                                  </a:cubicBezTo>
                                  <a:cubicBezTo>
                                    <a:pt x="424" y="577"/>
                                    <a:pt x="424" y="576"/>
                                    <a:pt x="424" y="576"/>
                                  </a:cubicBezTo>
                                  <a:cubicBezTo>
                                    <a:pt x="424" y="576"/>
                                    <a:pt x="424" y="576"/>
                                    <a:pt x="424" y="576"/>
                                  </a:cubicBezTo>
                                  <a:cubicBezTo>
                                    <a:pt x="424" y="576"/>
                                    <a:pt x="424" y="576"/>
                                    <a:pt x="424" y="575"/>
                                  </a:cubicBezTo>
                                  <a:cubicBezTo>
                                    <a:pt x="424" y="575"/>
                                    <a:pt x="424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6"/>
                                    <a:pt x="425" y="576"/>
                                    <a:pt x="425" y="576"/>
                                  </a:cubicBezTo>
                                  <a:cubicBezTo>
                                    <a:pt x="426" y="576"/>
                                    <a:pt x="425" y="577"/>
                                    <a:pt x="426" y="577"/>
                                  </a:cubicBezTo>
                                  <a:cubicBezTo>
                                    <a:pt x="426" y="577"/>
                                    <a:pt x="426" y="577"/>
                                    <a:pt x="426" y="577"/>
                                  </a:cubicBezTo>
                                  <a:cubicBezTo>
                                    <a:pt x="426" y="577"/>
                                    <a:pt x="426" y="577"/>
                                    <a:pt x="426" y="576"/>
                                  </a:cubicBezTo>
                                  <a:cubicBezTo>
                                    <a:pt x="426" y="576"/>
                                    <a:pt x="426" y="576"/>
                                    <a:pt x="426" y="576"/>
                                  </a:cubicBezTo>
                                  <a:cubicBezTo>
                                    <a:pt x="426" y="576"/>
                                    <a:pt x="425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4"/>
                                    <a:pt x="426" y="574"/>
                                    <a:pt x="426" y="574"/>
                                  </a:cubicBezTo>
                                  <a:cubicBezTo>
                                    <a:pt x="426" y="574"/>
                                    <a:pt x="426" y="574"/>
                                    <a:pt x="426" y="574"/>
                                  </a:cubicBezTo>
                                  <a:cubicBezTo>
                                    <a:pt x="427" y="574"/>
                                    <a:pt x="427" y="574"/>
                                    <a:pt x="427" y="574"/>
                                  </a:cubicBezTo>
                                  <a:cubicBezTo>
                                    <a:pt x="427" y="573"/>
                                    <a:pt x="427" y="573"/>
                                    <a:pt x="426" y="573"/>
                                  </a:cubicBezTo>
                                  <a:cubicBezTo>
                                    <a:pt x="426" y="573"/>
                                    <a:pt x="426" y="573"/>
                                    <a:pt x="426" y="573"/>
                                  </a:cubicBezTo>
                                  <a:cubicBezTo>
                                    <a:pt x="426" y="573"/>
                                    <a:pt x="426" y="573"/>
                                    <a:pt x="426" y="572"/>
                                  </a:cubicBezTo>
                                  <a:cubicBezTo>
                                    <a:pt x="426" y="572"/>
                                    <a:pt x="426" y="572"/>
                                    <a:pt x="427" y="572"/>
                                  </a:cubicBezTo>
                                  <a:cubicBezTo>
                                    <a:pt x="427" y="572"/>
                                    <a:pt x="427" y="572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6" y="571"/>
                                  </a:cubicBezTo>
                                  <a:cubicBezTo>
                                    <a:pt x="426" y="571"/>
                                    <a:pt x="426" y="571"/>
                                    <a:pt x="426" y="571"/>
                                  </a:cubicBezTo>
                                  <a:cubicBezTo>
                                    <a:pt x="426" y="571"/>
                                    <a:pt x="426" y="571"/>
                                    <a:pt x="426" y="571"/>
                                  </a:cubicBezTo>
                                  <a:cubicBezTo>
                                    <a:pt x="425" y="571"/>
                                    <a:pt x="425" y="571"/>
                                    <a:pt x="425" y="570"/>
                                  </a:cubicBezTo>
                                  <a:cubicBezTo>
                                    <a:pt x="425" y="570"/>
                                    <a:pt x="425" y="570"/>
                                    <a:pt x="425" y="570"/>
                                  </a:cubicBezTo>
                                  <a:cubicBezTo>
                                    <a:pt x="425" y="570"/>
                                    <a:pt x="425" y="570"/>
                                    <a:pt x="425" y="569"/>
                                  </a:cubicBezTo>
                                  <a:cubicBezTo>
                                    <a:pt x="425" y="569"/>
                                    <a:pt x="426" y="569"/>
                                    <a:pt x="426" y="569"/>
                                  </a:cubicBezTo>
                                  <a:cubicBezTo>
                                    <a:pt x="426" y="569"/>
                                    <a:pt x="426" y="569"/>
                                    <a:pt x="426" y="569"/>
                                  </a:cubicBezTo>
                                  <a:cubicBezTo>
                                    <a:pt x="425" y="569"/>
                                    <a:pt x="425" y="569"/>
                                    <a:pt x="425" y="569"/>
                                  </a:cubicBezTo>
                                  <a:cubicBezTo>
                                    <a:pt x="425" y="569"/>
                                    <a:pt x="425" y="568"/>
                                    <a:pt x="425" y="568"/>
                                  </a:cubicBezTo>
                                  <a:cubicBezTo>
                                    <a:pt x="425" y="568"/>
                                    <a:pt x="425" y="568"/>
                                    <a:pt x="425" y="568"/>
                                  </a:cubicBezTo>
                                  <a:cubicBezTo>
                                    <a:pt x="425" y="568"/>
                                    <a:pt x="426" y="568"/>
                                    <a:pt x="426" y="568"/>
                                  </a:cubicBezTo>
                                  <a:cubicBezTo>
                                    <a:pt x="426" y="568"/>
                                    <a:pt x="426" y="568"/>
                                    <a:pt x="426" y="568"/>
                                  </a:cubicBezTo>
                                  <a:cubicBezTo>
                                    <a:pt x="426" y="568"/>
                                    <a:pt x="426" y="567"/>
                                    <a:pt x="426" y="567"/>
                                  </a:cubicBezTo>
                                  <a:cubicBezTo>
                                    <a:pt x="425" y="567"/>
                                    <a:pt x="425" y="567"/>
                                    <a:pt x="425" y="567"/>
                                  </a:cubicBezTo>
                                  <a:cubicBezTo>
                                    <a:pt x="425" y="567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5"/>
                                    <a:pt x="424" y="565"/>
                                  </a:cubicBezTo>
                                  <a:cubicBezTo>
                                    <a:pt x="425" y="565"/>
                                    <a:pt x="425" y="565"/>
                                    <a:pt x="425" y="565"/>
                                  </a:cubicBezTo>
                                  <a:cubicBezTo>
                                    <a:pt x="425" y="565"/>
                                    <a:pt x="425" y="565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4" y="564"/>
                                  </a:cubicBezTo>
                                  <a:cubicBezTo>
                                    <a:pt x="424" y="564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3" y="563"/>
                                  </a:cubicBezTo>
                                  <a:cubicBezTo>
                                    <a:pt x="423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5" y="562"/>
                                    <a:pt x="425" y="562"/>
                                    <a:pt x="425" y="561"/>
                                  </a:cubicBezTo>
                                  <a:cubicBezTo>
                                    <a:pt x="425" y="561"/>
                                    <a:pt x="425" y="561"/>
                                    <a:pt x="425" y="561"/>
                                  </a:cubicBezTo>
                                  <a:cubicBezTo>
                                    <a:pt x="424" y="561"/>
                                    <a:pt x="424" y="561"/>
                                    <a:pt x="424" y="561"/>
                                  </a:cubicBezTo>
                                  <a:cubicBezTo>
                                    <a:pt x="424" y="561"/>
                                    <a:pt x="424" y="561"/>
                                    <a:pt x="423" y="561"/>
                                  </a:cubicBezTo>
                                  <a:cubicBezTo>
                                    <a:pt x="423" y="561"/>
                                    <a:pt x="423" y="561"/>
                                    <a:pt x="423" y="561"/>
                                  </a:cubicBezTo>
                                  <a:cubicBezTo>
                                    <a:pt x="423" y="561"/>
                                    <a:pt x="422" y="561"/>
                                    <a:pt x="422" y="560"/>
                                  </a:cubicBezTo>
                                  <a:cubicBezTo>
                                    <a:pt x="422" y="560"/>
                                    <a:pt x="422" y="560"/>
                                    <a:pt x="422" y="560"/>
                                  </a:cubicBezTo>
                                  <a:cubicBezTo>
                                    <a:pt x="422" y="560"/>
                                    <a:pt x="421" y="560"/>
                                    <a:pt x="421" y="560"/>
                                  </a:cubicBezTo>
                                  <a:cubicBezTo>
                                    <a:pt x="421" y="560"/>
                                    <a:pt x="421" y="560"/>
                                    <a:pt x="421" y="560"/>
                                  </a:cubicBezTo>
                                  <a:cubicBezTo>
                                    <a:pt x="421" y="561"/>
                                    <a:pt x="421" y="561"/>
                                    <a:pt x="421" y="561"/>
                                  </a:cubicBezTo>
                                  <a:cubicBezTo>
                                    <a:pt x="420" y="561"/>
                                    <a:pt x="420" y="561"/>
                                    <a:pt x="420" y="561"/>
                                  </a:cubicBezTo>
                                  <a:cubicBezTo>
                                    <a:pt x="420" y="561"/>
                                    <a:pt x="419" y="561"/>
                                    <a:pt x="419" y="561"/>
                                  </a:cubicBezTo>
                                  <a:cubicBezTo>
                                    <a:pt x="419" y="561"/>
                                    <a:pt x="419" y="561"/>
                                    <a:pt x="419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9" y="561"/>
                                    <a:pt x="419" y="560"/>
                                    <a:pt x="419" y="560"/>
                                  </a:cubicBezTo>
                                  <a:cubicBezTo>
                                    <a:pt x="420" y="560"/>
                                    <a:pt x="420" y="560"/>
                                    <a:pt x="421" y="560"/>
                                  </a:cubicBezTo>
                                  <a:cubicBezTo>
                                    <a:pt x="421" y="560"/>
                                    <a:pt x="421" y="560"/>
                                    <a:pt x="421" y="559"/>
                                  </a:cubicBezTo>
                                  <a:cubicBezTo>
                                    <a:pt x="422" y="559"/>
                                    <a:pt x="422" y="559"/>
                                    <a:pt x="422" y="558"/>
                                  </a:cubicBezTo>
                                  <a:cubicBezTo>
                                    <a:pt x="422" y="558"/>
                                    <a:pt x="422" y="558"/>
                                    <a:pt x="422" y="558"/>
                                  </a:cubicBezTo>
                                  <a:cubicBezTo>
                                    <a:pt x="423" y="558"/>
                                    <a:pt x="423" y="557"/>
                                    <a:pt x="423" y="557"/>
                                  </a:cubicBezTo>
                                  <a:cubicBezTo>
                                    <a:pt x="423" y="557"/>
                                    <a:pt x="423" y="557"/>
                                    <a:pt x="424" y="557"/>
                                  </a:cubicBezTo>
                                  <a:cubicBezTo>
                                    <a:pt x="424" y="556"/>
                                    <a:pt x="424" y="556"/>
                                    <a:pt x="424" y="556"/>
                                  </a:cubicBezTo>
                                  <a:cubicBezTo>
                                    <a:pt x="424" y="556"/>
                                    <a:pt x="424" y="555"/>
                                    <a:pt x="424" y="555"/>
                                  </a:cubicBezTo>
                                  <a:cubicBezTo>
                                    <a:pt x="424" y="555"/>
                                    <a:pt x="424" y="555"/>
                                    <a:pt x="424" y="555"/>
                                  </a:cubicBezTo>
                                  <a:cubicBezTo>
                                    <a:pt x="424" y="555"/>
                                    <a:pt x="424" y="555"/>
                                    <a:pt x="424" y="554"/>
                                  </a:cubicBezTo>
                                  <a:cubicBezTo>
                                    <a:pt x="424" y="554"/>
                                    <a:pt x="424" y="553"/>
                                    <a:pt x="424" y="552"/>
                                  </a:cubicBezTo>
                                  <a:cubicBezTo>
                                    <a:pt x="424" y="552"/>
                                    <a:pt x="424" y="552"/>
                                    <a:pt x="424" y="552"/>
                                  </a:cubicBezTo>
                                  <a:cubicBezTo>
                                    <a:pt x="424" y="552"/>
                                    <a:pt x="424" y="551"/>
                                    <a:pt x="424" y="551"/>
                                  </a:cubicBezTo>
                                  <a:cubicBezTo>
                                    <a:pt x="424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0"/>
                                    <a:pt x="425" y="550"/>
                                  </a:cubicBezTo>
                                  <a:cubicBezTo>
                                    <a:pt x="425" y="550"/>
                                    <a:pt x="424" y="550"/>
                                    <a:pt x="424" y="550"/>
                                  </a:cubicBezTo>
                                  <a:cubicBezTo>
                                    <a:pt x="424" y="550"/>
                                    <a:pt x="425" y="550"/>
                                    <a:pt x="425" y="550"/>
                                  </a:cubicBezTo>
                                  <a:cubicBezTo>
                                    <a:pt x="425" y="550"/>
                                    <a:pt x="425" y="550"/>
                                    <a:pt x="425" y="549"/>
                                  </a:cubicBezTo>
                                  <a:cubicBezTo>
                                    <a:pt x="425" y="549"/>
                                    <a:pt x="425" y="549"/>
                                    <a:pt x="424" y="549"/>
                                  </a:cubicBezTo>
                                  <a:cubicBezTo>
                                    <a:pt x="424" y="549"/>
                                    <a:pt x="424" y="549"/>
                                    <a:pt x="424" y="548"/>
                                  </a:cubicBezTo>
                                  <a:cubicBezTo>
                                    <a:pt x="423" y="548"/>
                                    <a:pt x="423" y="548"/>
                                    <a:pt x="422" y="548"/>
                                  </a:cubicBezTo>
                                  <a:cubicBezTo>
                                    <a:pt x="422" y="548"/>
                                    <a:pt x="422" y="547"/>
                                    <a:pt x="422" y="547"/>
                                  </a:cubicBezTo>
                                  <a:cubicBezTo>
                                    <a:pt x="422" y="546"/>
                                    <a:pt x="422" y="546"/>
                                    <a:pt x="422" y="546"/>
                                  </a:cubicBezTo>
                                  <a:cubicBezTo>
                                    <a:pt x="422" y="546"/>
                                    <a:pt x="422" y="545"/>
                                    <a:pt x="422" y="545"/>
                                  </a:cubicBezTo>
                                  <a:cubicBezTo>
                                    <a:pt x="422" y="544"/>
                                    <a:pt x="421" y="543"/>
                                    <a:pt x="421" y="543"/>
                                  </a:cubicBezTo>
                                  <a:cubicBezTo>
                                    <a:pt x="421" y="541"/>
                                    <a:pt x="421" y="540"/>
                                    <a:pt x="421" y="539"/>
                                  </a:cubicBezTo>
                                  <a:cubicBezTo>
                                    <a:pt x="422" y="538"/>
                                    <a:pt x="423" y="538"/>
                                    <a:pt x="423" y="537"/>
                                  </a:cubicBezTo>
                                  <a:cubicBezTo>
                                    <a:pt x="424" y="537"/>
                                    <a:pt x="424" y="537"/>
                                    <a:pt x="425" y="536"/>
                                  </a:cubicBezTo>
                                  <a:cubicBezTo>
                                    <a:pt x="425" y="536"/>
                                    <a:pt x="425" y="536"/>
                                    <a:pt x="425" y="536"/>
                                  </a:cubicBezTo>
                                  <a:cubicBezTo>
                                    <a:pt x="426" y="535"/>
                                    <a:pt x="427" y="536"/>
                                    <a:pt x="429" y="536"/>
                                  </a:cubicBezTo>
                                  <a:cubicBezTo>
                                    <a:pt x="429" y="536"/>
                                    <a:pt x="429" y="536"/>
                                    <a:pt x="430" y="536"/>
                                  </a:cubicBezTo>
                                  <a:cubicBezTo>
                                    <a:pt x="430" y="536"/>
                                    <a:pt x="431" y="536"/>
                                    <a:pt x="431" y="537"/>
                                  </a:cubicBezTo>
                                  <a:cubicBezTo>
                                    <a:pt x="432" y="537"/>
                                    <a:pt x="434" y="537"/>
                                    <a:pt x="434" y="538"/>
                                  </a:cubicBezTo>
                                  <a:cubicBezTo>
                                    <a:pt x="435" y="538"/>
                                    <a:pt x="435" y="538"/>
                                    <a:pt x="435" y="539"/>
                                  </a:cubicBezTo>
                                  <a:cubicBezTo>
                                    <a:pt x="435" y="539"/>
                                    <a:pt x="436" y="539"/>
                                    <a:pt x="436" y="539"/>
                                  </a:cubicBezTo>
                                  <a:cubicBezTo>
                                    <a:pt x="437" y="539"/>
                                    <a:pt x="438" y="539"/>
                                    <a:pt x="438" y="540"/>
                                  </a:cubicBezTo>
                                  <a:cubicBezTo>
                                    <a:pt x="438" y="540"/>
                                    <a:pt x="437" y="541"/>
                                    <a:pt x="436" y="541"/>
                                  </a:cubicBezTo>
                                  <a:cubicBezTo>
                                    <a:pt x="437" y="541"/>
                                    <a:pt x="438" y="541"/>
                                    <a:pt x="438" y="540"/>
                                  </a:cubicBezTo>
                                  <a:cubicBezTo>
                                    <a:pt x="439" y="540"/>
                                    <a:pt x="439" y="539"/>
                                    <a:pt x="439" y="539"/>
                                  </a:cubicBezTo>
                                  <a:cubicBezTo>
                                    <a:pt x="440" y="539"/>
                                    <a:pt x="440" y="539"/>
                                    <a:pt x="440" y="539"/>
                                  </a:cubicBezTo>
                                  <a:cubicBezTo>
                                    <a:pt x="441" y="539"/>
                                    <a:pt x="441" y="540"/>
                                    <a:pt x="441" y="539"/>
                                  </a:cubicBezTo>
                                  <a:cubicBezTo>
                                    <a:pt x="442" y="540"/>
                                    <a:pt x="442" y="540"/>
                                    <a:pt x="442" y="540"/>
                                  </a:cubicBezTo>
                                  <a:cubicBezTo>
                                    <a:pt x="442" y="540"/>
                                    <a:pt x="443" y="540"/>
                                    <a:pt x="444" y="541"/>
                                  </a:cubicBezTo>
                                  <a:cubicBezTo>
                                    <a:pt x="444" y="541"/>
                                    <a:pt x="445" y="542"/>
                                    <a:pt x="445" y="542"/>
                                  </a:cubicBezTo>
                                  <a:cubicBezTo>
                                    <a:pt x="445" y="541"/>
                                    <a:pt x="445" y="541"/>
                                    <a:pt x="444" y="541"/>
                                  </a:cubicBezTo>
                                  <a:cubicBezTo>
                                    <a:pt x="444" y="541"/>
                                    <a:pt x="444" y="540"/>
                                    <a:pt x="444" y="540"/>
                                  </a:cubicBezTo>
                                  <a:cubicBezTo>
                                    <a:pt x="444" y="540"/>
                                    <a:pt x="445" y="540"/>
                                    <a:pt x="445" y="540"/>
                                  </a:cubicBezTo>
                                  <a:cubicBezTo>
                                    <a:pt x="445" y="540"/>
                                    <a:pt x="446" y="540"/>
                                    <a:pt x="446" y="540"/>
                                  </a:cubicBezTo>
                                  <a:cubicBezTo>
                                    <a:pt x="447" y="540"/>
                                    <a:pt x="447" y="539"/>
                                    <a:pt x="448" y="539"/>
                                  </a:cubicBezTo>
                                  <a:cubicBezTo>
                                    <a:pt x="448" y="539"/>
                                    <a:pt x="449" y="538"/>
                                    <a:pt x="449" y="538"/>
                                  </a:cubicBezTo>
                                  <a:cubicBezTo>
                                    <a:pt x="450" y="538"/>
                                    <a:pt x="450" y="537"/>
                                    <a:pt x="450" y="537"/>
                                  </a:cubicBezTo>
                                  <a:cubicBezTo>
                                    <a:pt x="451" y="537"/>
                                    <a:pt x="451" y="537"/>
                                    <a:pt x="451" y="537"/>
                                  </a:cubicBezTo>
                                  <a:cubicBezTo>
                                    <a:pt x="452" y="537"/>
                                    <a:pt x="452" y="537"/>
                                    <a:pt x="452" y="537"/>
                                  </a:cubicBezTo>
                                  <a:cubicBezTo>
                                    <a:pt x="452" y="538"/>
                                    <a:pt x="453" y="538"/>
                                    <a:pt x="454" y="538"/>
                                  </a:cubicBezTo>
                                  <a:cubicBezTo>
                                    <a:pt x="455" y="539"/>
                                    <a:pt x="455" y="540"/>
                                    <a:pt x="456" y="541"/>
                                  </a:cubicBezTo>
                                  <a:cubicBezTo>
                                    <a:pt x="456" y="541"/>
                                    <a:pt x="456" y="541"/>
                                    <a:pt x="456" y="541"/>
                                  </a:cubicBezTo>
                                  <a:cubicBezTo>
                                    <a:pt x="457" y="542"/>
                                    <a:pt x="457" y="542"/>
                                    <a:pt x="457" y="542"/>
                                  </a:cubicBezTo>
                                  <a:cubicBezTo>
                                    <a:pt x="457" y="542"/>
                                    <a:pt x="457" y="542"/>
                                    <a:pt x="457" y="542"/>
                                  </a:cubicBezTo>
                                  <a:cubicBezTo>
                                    <a:pt x="457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3"/>
                                    <a:pt x="458" y="543"/>
                                  </a:cubicBezTo>
                                  <a:cubicBezTo>
                                    <a:pt x="459" y="543"/>
                                    <a:pt x="459" y="543"/>
                                    <a:pt x="459" y="543"/>
                                  </a:cubicBezTo>
                                  <a:cubicBezTo>
                                    <a:pt x="459" y="544"/>
                                    <a:pt x="459" y="544"/>
                                    <a:pt x="458" y="544"/>
                                  </a:cubicBezTo>
                                  <a:cubicBezTo>
                                    <a:pt x="458" y="544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9" y="545"/>
                                    <a:pt x="459" y="544"/>
                                  </a:cubicBezTo>
                                  <a:cubicBezTo>
                                    <a:pt x="459" y="544"/>
                                    <a:pt x="459" y="544"/>
                                    <a:pt x="459" y="544"/>
                                  </a:cubicBezTo>
                                  <a:cubicBezTo>
                                    <a:pt x="459" y="544"/>
                                    <a:pt x="459" y="544"/>
                                    <a:pt x="459" y="544"/>
                                  </a:cubicBezTo>
                                  <a:cubicBezTo>
                                    <a:pt x="460" y="545"/>
                                    <a:pt x="460" y="545"/>
                                    <a:pt x="461" y="545"/>
                                  </a:cubicBezTo>
                                  <a:cubicBezTo>
                                    <a:pt x="461" y="545"/>
                                    <a:pt x="461" y="545"/>
                                    <a:pt x="461" y="546"/>
                                  </a:cubicBezTo>
                                  <a:cubicBezTo>
                                    <a:pt x="462" y="546"/>
                                    <a:pt x="461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7"/>
                                    <a:pt x="461" y="547"/>
                                  </a:cubicBezTo>
                                  <a:cubicBezTo>
                                    <a:pt x="461" y="547"/>
                                    <a:pt x="461" y="547"/>
                                    <a:pt x="461" y="547"/>
                                  </a:cubicBezTo>
                                  <a:cubicBezTo>
                                    <a:pt x="461" y="547"/>
                                    <a:pt x="461" y="547"/>
                                    <a:pt x="461" y="547"/>
                                  </a:cubicBezTo>
                                  <a:cubicBezTo>
                                    <a:pt x="462" y="547"/>
                                    <a:pt x="462" y="547"/>
                                    <a:pt x="462" y="547"/>
                                  </a:cubicBezTo>
                                  <a:cubicBezTo>
                                    <a:pt x="462" y="547"/>
                                    <a:pt x="462" y="547"/>
                                    <a:pt x="462" y="547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3" y="548"/>
                                    <a:pt x="462" y="549"/>
                                    <a:pt x="462" y="549"/>
                                  </a:cubicBezTo>
                                  <a:cubicBezTo>
                                    <a:pt x="462" y="549"/>
                                    <a:pt x="463" y="549"/>
                                    <a:pt x="463" y="549"/>
                                  </a:cubicBezTo>
                                  <a:cubicBezTo>
                                    <a:pt x="463" y="549"/>
                                    <a:pt x="463" y="549"/>
                                    <a:pt x="463" y="548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4" y="548"/>
                                    <a:pt x="464" y="548"/>
                                    <a:pt x="464" y="548"/>
                                  </a:cubicBezTo>
                                  <a:cubicBezTo>
                                    <a:pt x="464" y="548"/>
                                    <a:pt x="464" y="548"/>
                                    <a:pt x="464" y="548"/>
                                  </a:cubicBezTo>
                                  <a:cubicBezTo>
                                    <a:pt x="464" y="548"/>
                                    <a:pt x="465" y="548"/>
                                    <a:pt x="465" y="548"/>
                                  </a:cubicBezTo>
                                  <a:cubicBezTo>
                                    <a:pt x="465" y="548"/>
                                    <a:pt x="465" y="548"/>
                                    <a:pt x="465" y="549"/>
                                  </a:cubicBezTo>
                                  <a:cubicBezTo>
                                    <a:pt x="466" y="549"/>
                                    <a:pt x="466" y="549"/>
                                    <a:pt x="466" y="549"/>
                                  </a:cubicBezTo>
                                  <a:cubicBezTo>
                                    <a:pt x="466" y="549"/>
                                    <a:pt x="466" y="550"/>
                                    <a:pt x="465" y="550"/>
                                  </a:cubicBezTo>
                                  <a:cubicBezTo>
                                    <a:pt x="465" y="550"/>
                                    <a:pt x="465" y="550"/>
                                    <a:pt x="465" y="550"/>
                                  </a:cubicBezTo>
                                  <a:cubicBezTo>
                                    <a:pt x="465" y="550"/>
                                    <a:pt x="465" y="550"/>
                                    <a:pt x="465" y="550"/>
                                  </a:cubicBezTo>
                                  <a:cubicBezTo>
                                    <a:pt x="464" y="550"/>
                                    <a:pt x="464" y="551"/>
                                    <a:pt x="464" y="551"/>
                                  </a:cubicBezTo>
                                  <a:cubicBezTo>
                                    <a:pt x="464" y="551"/>
                                    <a:pt x="464" y="551"/>
                                    <a:pt x="464" y="552"/>
                                  </a:cubicBezTo>
                                  <a:cubicBezTo>
                                    <a:pt x="464" y="552"/>
                                    <a:pt x="464" y="552"/>
                                    <a:pt x="464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4"/>
                                  </a:cubicBezTo>
                                  <a:cubicBezTo>
                                    <a:pt x="465" y="554"/>
                                    <a:pt x="465" y="554"/>
                                    <a:pt x="465" y="554"/>
                                  </a:cubicBezTo>
                                  <a:cubicBezTo>
                                    <a:pt x="465" y="554"/>
                                    <a:pt x="466" y="555"/>
                                    <a:pt x="466" y="555"/>
                                  </a:cubicBezTo>
                                  <a:cubicBezTo>
                                    <a:pt x="466" y="555"/>
                                    <a:pt x="466" y="555"/>
                                    <a:pt x="466" y="555"/>
                                  </a:cubicBezTo>
                                  <a:cubicBezTo>
                                    <a:pt x="466" y="555"/>
                                    <a:pt x="466" y="555"/>
                                    <a:pt x="466" y="555"/>
                                  </a:cubicBezTo>
                                  <a:cubicBezTo>
                                    <a:pt x="467" y="555"/>
                                    <a:pt x="466" y="555"/>
                                    <a:pt x="466" y="555"/>
                                  </a:cubicBezTo>
                                  <a:cubicBezTo>
                                    <a:pt x="467" y="555"/>
                                    <a:pt x="467" y="555"/>
                                    <a:pt x="467" y="555"/>
                                  </a:cubicBezTo>
                                  <a:cubicBezTo>
                                    <a:pt x="467" y="555"/>
                                    <a:pt x="467" y="555"/>
                                    <a:pt x="468" y="555"/>
                                  </a:cubicBezTo>
                                  <a:cubicBezTo>
                                    <a:pt x="468" y="555"/>
                                    <a:pt x="468" y="555"/>
                                    <a:pt x="468" y="555"/>
                                  </a:cubicBezTo>
                                  <a:cubicBezTo>
                                    <a:pt x="468" y="556"/>
                                    <a:pt x="468" y="556"/>
                                    <a:pt x="468" y="556"/>
                                  </a:cubicBezTo>
                                  <a:cubicBezTo>
                                    <a:pt x="468" y="556"/>
                                    <a:pt x="468" y="556"/>
                                    <a:pt x="468" y="556"/>
                                  </a:cubicBezTo>
                                  <a:cubicBezTo>
                                    <a:pt x="468" y="556"/>
                                    <a:pt x="469" y="556"/>
                                    <a:pt x="469" y="556"/>
                                  </a:cubicBezTo>
                                  <a:cubicBezTo>
                                    <a:pt x="469" y="556"/>
                                    <a:pt x="469" y="556"/>
                                    <a:pt x="469" y="556"/>
                                  </a:cubicBezTo>
                                  <a:cubicBezTo>
                                    <a:pt x="470" y="556"/>
                                    <a:pt x="470" y="556"/>
                                    <a:pt x="470" y="556"/>
                                  </a:cubicBezTo>
                                  <a:cubicBezTo>
                                    <a:pt x="470" y="556"/>
                                    <a:pt x="470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2" y="557"/>
                                  </a:cubicBezTo>
                                  <a:cubicBezTo>
                                    <a:pt x="472" y="557"/>
                                    <a:pt x="472" y="557"/>
                                    <a:pt x="472" y="557"/>
                                  </a:cubicBezTo>
                                  <a:cubicBezTo>
                                    <a:pt x="472" y="557"/>
                                    <a:pt x="472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4" y="557"/>
                                  </a:cubicBezTo>
                                  <a:cubicBezTo>
                                    <a:pt x="474" y="557"/>
                                    <a:pt x="474" y="557"/>
                                    <a:pt x="474" y="557"/>
                                  </a:cubicBezTo>
                                  <a:cubicBezTo>
                                    <a:pt x="474" y="557"/>
                                    <a:pt x="474" y="557"/>
                                    <a:pt x="474" y="557"/>
                                  </a:cubicBezTo>
                                  <a:cubicBezTo>
                                    <a:pt x="474" y="556"/>
                                    <a:pt x="475" y="556"/>
                                    <a:pt x="475" y="556"/>
                                  </a:cubicBezTo>
                                  <a:cubicBezTo>
                                    <a:pt x="475" y="556"/>
                                    <a:pt x="475" y="556"/>
                                    <a:pt x="475" y="557"/>
                                  </a:cubicBezTo>
                                  <a:cubicBezTo>
                                    <a:pt x="475" y="557"/>
                                    <a:pt x="475" y="557"/>
                                    <a:pt x="475" y="557"/>
                                  </a:cubicBezTo>
                                  <a:cubicBezTo>
                                    <a:pt x="475" y="557"/>
                                    <a:pt x="475" y="558"/>
                                    <a:pt x="475" y="558"/>
                                  </a:cubicBezTo>
                                  <a:cubicBezTo>
                                    <a:pt x="475" y="558"/>
                                    <a:pt x="475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5" y="558"/>
                                    <a:pt x="475" y="559"/>
                                    <a:pt x="475" y="559"/>
                                  </a:cubicBezTo>
                                  <a:cubicBezTo>
                                    <a:pt x="475" y="559"/>
                                    <a:pt x="475" y="559"/>
                                    <a:pt x="475" y="559"/>
                                  </a:cubicBezTo>
                                  <a:cubicBezTo>
                                    <a:pt x="475" y="559"/>
                                    <a:pt x="475" y="560"/>
                                    <a:pt x="475" y="560"/>
                                  </a:cubicBezTo>
                                  <a:cubicBezTo>
                                    <a:pt x="475" y="560"/>
                                    <a:pt x="475" y="560"/>
                                    <a:pt x="476" y="560"/>
                                  </a:cubicBezTo>
                                  <a:cubicBezTo>
                                    <a:pt x="476" y="560"/>
                                    <a:pt x="476" y="560"/>
                                    <a:pt x="476" y="560"/>
                                  </a:cubicBezTo>
                                  <a:cubicBezTo>
                                    <a:pt x="476" y="560"/>
                                    <a:pt x="477" y="560"/>
                                    <a:pt x="477" y="559"/>
                                  </a:cubicBezTo>
                                  <a:cubicBezTo>
                                    <a:pt x="477" y="559"/>
                                    <a:pt x="477" y="559"/>
                                    <a:pt x="477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8"/>
                                  </a:cubicBezTo>
                                  <a:cubicBezTo>
                                    <a:pt x="478" y="558"/>
                                    <a:pt x="478" y="558"/>
                                    <a:pt x="478" y="558"/>
                                  </a:cubicBezTo>
                                  <a:cubicBezTo>
                                    <a:pt x="478" y="558"/>
                                    <a:pt x="478" y="558"/>
                                    <a:pt x="478" y="557"/>
                                  </a:cubicBezTo>
                                  <a:cubicBezTo>
                                    <a:pt x="478" y="557"/>
                                    <a:pt x="478" y="557"/>
                                    <a:pt x="478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8"/>
                                    <a:pt x="479" y="558"/>
                                    <a:pt x="479" y="558"/>
                                  </a:cubicBezTo>
                                  <a:cubicBezTo>
                                    <a:pt x="479" y="558"/>
                                    <a:pt x="480" y="559"/>
                                    <a:pt x="480" y="559"/>
                                  </a:cubicBezTo>
                                  <a:cubicBezTo>
                                    <a:pt x="480" y="559"/>
                                    <a:pt x="480" y="559"/>
                                    <a:pt x="480" y="559"/>
                                  </a:cubicBezTo>
                                  <a:cubicBezTo>
                                    <a:pt x="480" y="559"/>
                                    <a:pt x="480" y="560"/>
                                    <a:pt x="480" y="560"/>
                                  </a:cubicBezTo>
                                  <a:cubicBezTo>
                                    <a:pt x="480" y="560"/>
                                    <a:pt x="480" y="560"/>
                                    <a:pt x="480" y="560"/>
                                  </a:cubicBezTo>
                                  <a:cubicBezTo>
                                    <a:pt x="480" y="560"/>
                                    <a:pt x="480" y="560"/>
                                    <a:pt x="480" y="561"/>
                                  </a:cubicBezTo>
                                  <a:cubicBezTo>
                                    <a:pt x="480" y="561"/>
                                    <a:pt x="480" y="561"/>
                                    <a:pt x="480" y="561"/>
                                  </a:cubicBezTo>
                                  <a:cubicBezTo>
                                    <a:pt x="479" y="561"/>
                                    <a:pt x="479" y="561"/>
                                    <a:pt x="478" y="562"/>
                                  </a:cubicBezTo>
                                  <a:cubicBezTo>
                                    <a:pt x="478" y="562"/>
                                    <a:pt x="478" y="562"/>
                                    <a:pt x="478" y="562"/>
                                  </a:cubicBezTo>
                                  <a:cubicBezTo>
                                    <a:pt x="478" y="563"/>
                                    <a:pt x="478" y="563"/>
                                    <a:pt x="478" y="563"/>
                                  </a:cubicBezTo>
                                  <a:cubicBezTo>
                                    <a:pt x="478" y="563"/>
                                    <a:pt x="478" y="564"/>
                                    <a:pt x="478" y="564"/>
                                  </a:cubicBezTo>
                                  <a:cubicBezTo>
                                    <a:pt x="478" y="564"/>
                                    <a:pt x="478" y="564"/>
                                    <a:pt x="477" y="564"/>
                                  </a:cubicBezTo>
                                  <a:cubicBezTo>
                                    <a:pt x="477" y="564"/>
                                    <a:pt x="477" y="564"/>
                                    <a:pt x="477" y="564"/>
                                  </a:cubicBezTo>
                                  <a:cubicBezTo>
                                    <a:pt x="478" y="565"/>
                                    <a:pt x="478" y="566"/>
                                    <a:pt x="478" y="566"/>
                                  </a:cubicBezTo>
                                  <a:cubicBezTo>
                                    <a:pt x="478" y="566"/>
                                    <a:pt x="478" y="567"/>
                                    <a:pt x="478" y="567"/>
                                  </a:cubicBezTo>
                                  <a:cubicBezTo>
                                    <a:pt x="478" y="567"/>
                                    <a:pt x="478" y="567"/>
                                    <a:pt x="478" y="567"/>
                                  </a:cubicBezTo>
                                  <a:cubicBezTo>
                                    <a:pt x="478" y="567"/>
                                    <a:pt x="478" y="568"/>
                                    <a:pt x="478" y="568"/>
                                  </a:cubicBezTo>
                                  <a:cubicBezTo>
                                    <a:pt x="478" y="568"/>
                                    <a:pt x="478" y="568"/>
                                    <a:pt x="478" y="568"/>
                                  </a:cubicBezTo>
                                  <a:cubicBezTo>
                                    <a:pt x="479" y="569"/>
                                    <a:pt x="479" y="569"/>
                                    <a:pt x="478" y="570"/>
                                  </a:cubicBezTo>
                                  <a:cubicBezTo>
                                    <a:pt x="478" y="570"/>
                                    <a:pt x="478" y="570"/>
                                    <a:pt x="478" y="570"/>
                                  </a:cubicBezTo>
                                  <a:cubicBezTo>
                                    <a:pt x="478" y="571"/>
                                    <a:pt x="477" y="571"/>
                                    <a:pt x="477" y="571"/>
                                  </a:cubicBezTo>
                                  <a:cubicBezTo>
                                    <a:pt x="477" y="571"/>
                                    <a:pt x="477" y="571"/>
                                    <a:pt x="476" y="571"/>
                                  </a:cubicBezTo>
                                  <a:cubicBezTo>
                                    <a:pt x="476" y="571"/>
                                    <a:pt x="475" y="571"/>
                                    <a:pt x="475" y="571"/>
                                  </a:cubicBezTo>
                                  <a:cubicBezTo>
                                    <a:pt x="474" y="571"/>
                                    <a:pt x="473" y="571"/>
                                    <a:pt x="473" y="571"/>
                                  </a:cubicBezTo>
                                  <a:cubicBezTo>
                                    <a:pt x="473" y="571"/>
                                    <a:pt x="473" y="572"/>
                                    <a:pt x="474" y="572"/>
                                  </a:cubicBezTo>
                                  <a:cubicBezTo>
                                    <a:pt x="474" y="572"/>
                                    <a:pt x="474" y="572"/>
                                    <a:pt x="474" y="572"/>
                                  </a:cubicBezTo>
                                  <a:cubicBezTo>
                                    <a:pt x="475" y="572"/>
                                    <a:pt x="475" y="572"/>
                                    <a:pt x="476" y="572"/>
                                  </a:cubicBezTo>
                                  <a:cubicBezTo>
                                    <a:pt x="476" y="572"/>
                                    <a:pt x="477" y="572"/>
                                    <a:pt x="477" y="572"/>
                                  </a:cubicBezTo>
                                  <a:cubicBezTo>
                                    <a:pt x="477" y="572"/>
                                    <a:pt x="478" y="572"/>
                                    <a:pt x="478" y="572"/>
                                  </a:cubicBezTo>
                                  <a:cubicBezTo>
                                    <a:pt x="478" y="572"/>
                                    <a:pt x="478" y="572"/>
                                    <a:pt x="478" y="572"/>
                                  </a:cubicBezTo>
                                  <a:cubicBezTo>
                                    <a:pt x="478" y="573"/>
                                    <a:pt x="478" y="573"/>
                                    <a:pt x="478" y="573"/>
                                  </a:cubicBezTo>
                                  <a:cubicBezTo>
                                    <a:pt x="478" y="573"/>
                                    <a:pt x="478" y="573"/>
                                    <a:pt x="478" y="573"/>
                                  </a:cubicBezTo>
                                  <a:cubicBezTo>
                                    <a:pt x="478" y="573"/>
                                    <a:pt x="479" y="573"/>
                                    <a:pt x="479" y="573"/>
                                  </a:cubicBezTo>
                                  <a:cubicBezTo>
                                    <a:pt x="479" y="573"/>
                                    <a:pt x="479" y="573"/>
                                    <a:pt x="479" y="573"/>
                                  </a:cubicBezTo>
                                  <a:cubicBezTo>
                                    <a:pt x="479" y="574"/>
                                    <a:pt x="479" y="574"/>
                                    <a:pt x="478" y="575"/>
                                  </a:cubicBezTo>
                                  <a:cubicBezTo>
                                    <a:pt x="478" y="575"/>
                                    <a:pt x="478" y="575"/>
                                    <a:pt x="479" y="576"/>
                                  </a:cubicBezTo>
                                  <a:cubicBezTo>
                                    <a:pt x="479" y="576"/>
                                    <a:pt x="479" y="576"/>
                                    <a:pt x="479" y="576"/>
                                  </a:cubicBezTo>
                                  <a:cubicBezTo>
                                    <a:pt x="479" y="576"/>
                                    <a:pt x="479" y="576"/>
                                    <a:pt x="479" y="576"/>
                                  </a:cubicBezTo>
                                  <a:cubicBezTo>
                                    <a:pt x="478" y="577"/>
                                    <a:pt x="478" y="577"/>
                                    <a:pt x="477" y="578"/>
                                  </a:cubicBezTo>
                                  <a:cubicBezTo>
                                    <a:pt x="477" y="578"/>
                                    <a:pt x="478" y="578"/>
                                    <a:pt x="478" y="578"/>
                                  </a:cubicBezTo>
                                  <a:cubicBezTo>
                                    <a:pt x="478" y="579"/>
                                    <a:pt x="478" y="579"/>
                                    <a:pt x="478" y="579"/>
                                  </a:cubicBezTo>
                                  <a:cubicBezTo>
                                    <a:pt x="478" y="579"/>
                                    <a:pt x="478" y="579"/>
                                    <a:pt x="478" y="579"/>
                                  </a:cubicBezTo>
                                  <a:cubicBezTo>
                                    <a:pt x="478" y="580"/>
                                    <a:pt x="478" y="580"/>
                                    <a:pt x="478" y="580"/>
                                  </a:cubicBezTo>
                                  <a:cubicBezTo>
                                    <a:pt x="478" y="580"/>
                                    <a:pt x="478" y="580"/>
                                    <a:pt x="477" y="580"/>
                                  </a:cubicBezTo>
                                  <a:cubicBezTo>
                                    <a:pt x="478" y="580"/>
                                    <a:pt x="478" y="581"/>
                                    <a:pt x="479" y="580"/>
                                  </a:cubicBezTo>
                                  <a:cubicBezTo>
                                    <a:pt x="479" y="580"/>
                                    <a:pt x="479" y="580"/>
                                    <a:pt x="479" y="580"/>
                                  </a:cubicBezTo>
                                  <a:cubicBezTo>
                                    <a:pt x="479" y="580"/>
                                    <a:pt x="480" y="580"/>
                                    <a:pt x="481" y="580"/>
                                  </a:cubicBezTo>
                                  <a:cubicBezTo>
                                    <a:pt x="481" y="580"/>
                                    <a:pt x="481" y="580"/>
                                    <a:pt x="481" y="581"/>
                                  </a:cubicBezTo>
                                  <a:cubicBezTo>
                                    <a:pt x="481" y="581"/>
                                    <a:pt x="480" y="582"/>
                                    <a:pt x="480" y="582"/>
                                  </a:cubicBezTo>
                                  <a:cubicBezTo>
                                    <a:pt x="480" y="582"/>
                                    <a:pt x="479" y="582"/>
                                    <a:pt x="479" y="582"/>
                                  </a:cubicBezTo>
                                  <a:cubicBezTo>
                                    <a:pt x="479" y="582"/>
                                    <a:pt x="479" y="582"/>
                                    <a:pt x="479" y="583"/>
                                  </a:cubicBezTo>
                                  <a:cubicBezTo>
                                    <a:pt x="479" y="583"/>
                                    <a:pt x="479" y="583"/>
                                    <a:pt x="479" y="583"/>
                                  </a:cubicBezTo>
                                  <a:cubicBezTo>
                                    <a:pt x="480" y="583"/>
                                    <a:pt x="480" y="583"/>
                                    <a:pt x="480" y="583"/>
                                  </a:cubicBezTo>
                                  <a:cubicBezTo>
                                    <a:pt x="480" y="583"/>
                                    <a:pt x="480" y="583"/>
                                    <a:pt x="480" y="584"/>
                                  </a:cubicBezTo>
                                  <a:cubicBezTo>
                                    <a:pt x="480" y="584"/>
                                    <a:pt x="480" y="584"/>
                                    <a:pt x="480" y="584"/>
                                  </a:cubicBezTo>
                                  <a:cubicBezTo>
                                    <a:pt x="479" y="585"/>
                                    <a:pt x="479" y="585"/>
                                    <a:pt x="479" y="586"/>
                                  </a:cubicBezTo>
                                  <a:cubicBezTo>
                                    <a:pt x="479" y="586"/>
                                    <a:pt x="479" y="586"/>
                                    <a:pt x="479" y="586"/>
                                  </a:cubicBezTo>
                                  <a:cubicBezTo>
                                    <a:pt x="479" y="586"/>
                                    <a:pt x="479" y="586"/>
                                    <a:pt x="479" y="586"/>
                                  </a:cubicBezTo>
                                  <a:cubicBezTo>
                                    <a:pt x="479" y="586"/>
                                    <a:pt x="479" y="587"/>
                                    <a:pt x="479" y="587"/>
                                  </a:cubicBezTo>
                                  <a:cubicBezTo>
                                    <a:pt x="479" y="587"/>
                                    <a:pt x="479" y="587"/>
                                    <a:pt x="479" y="587"/>
                                  </a:cubicBezTo>
                                  <a:cubicBezTo>
                                    <a:pt x="478" y="587"/>
                                    <a:pt x="478" y="587"/>
                                    <a:pt x="478" y="587"/>
                                  </a:cubicBezTo>
                                  <a:cubicBezTo>
                                    <a:pt x="478" y="586"/>
                                    <a:pt x="478" y="586"/>
                                    <a:pt x="478" y="586"/>
                                  </a:cubicBezTo>
                                  <a:cubicBezTo>
                                    <a:pt x="478" y="586"/>
                                    <a:pt x="478" y="586"/>
                                    <a:pt x="478" y="586"/>
                                  </a:cubicBezTo>
                                  <a:cubicBezTo>
                                    <a:pt x="478" y="586"/>
                                    <a:pt x="478" y="585"/>
                                    <a:pt x="478" y="585"/>
                                  </a:cubicBezTo>
                                  <a:cubicBezTo>
                                    <a:pt x="478" y="585"/>
                                    <a:pt x="477" y="585"/>
                                    <a:pt x="477" y="584"/>
                                  </a:cubicBezTo>
                                  <a:cubicBezTo>
                                    <a:pt x="477" y="584"/>
                                    <a:pt x="477" y="584"/>
                                    <a:pt x="477" y="584"/>
                                  </a:cubicBezTo>
                                  <a:cubicBezTo>
                                    <a:pt x="477" y="584"/>
                                    <a:pt x="477" y="585"/>
                                    <a:pt x="477" y="585"/>
                                  </a:cubicBezTo>
                                  <a:cubicBezTo>
                                    <a:pt x="477" y="585"/>
                                    <a:pt x="477" y="585"/>
                                    <a:pt x="477" y="585"/>
                                  </a:cubicBezTo>
                                  <a:cubicBezTo>
                                    <a:pt x="477" y="586"/>
                                    <a:pt x="477" y="586"/>
                                    <a:pt x="477" y="587"/>
                                  </a:cubicBezTo>
                                  <a:cubicBezTo>
                                    <a:pt x="477" y="587"/>
                                    <a:pt x="477" y="587"/>
                                    <a:pt x="477" y="586"/>
                                  </a:cubicBezTo>
                                  <a:cubicBezTo>
                                    <a:pt x="476" y="587"/>
                                    <a:pt x="476" y="587"/>
                                    <a:pt x="475" y="587"/>
                                  </a:cubicBezTo>
                                  <a:cubicBezTo>
                                    <a:pt x="475" y="587"/>
                                    <a:pt x="475" y="587"/>
                                    <a:pt x="475" y="587"/>
                                  </a:cubicBezTo>
                                  <a:cubicBezTo>
                                    <a:pt x="475" y="587"/>
                                    <a:pt x="475" y="588"/>
                                    <a:pt x="475" y="588"/>
                                  </a:cubicBezTo>
                                  <a:cubicBezTo>
                                    <a:pt x="475" y="588"/>
                                    <a:pt x="476" y="588"/>
                                    <a:pt x="476" y="588"/>
                                  </a:cubicBezTo>
                                  <a:cubicBezTo>
                                    <a:pt x="476" y="588"/>
                                    <a:pt x="476" y="588"/>
                                    <a:pt x="476" y="588"/>
                                  </a:cubicBezTo>
                                  <a:cubicBezTo>
                                    <a:pt x="477" y="588"/>
                                    <a:pt x="477" y="588"/>
                                    <a:pt x="477" y="588"/>
                                  </a:cubicBezTo>
                                  <a:cubicBezTo>
                                    <a:pt x="477" y="588"/>
                                    <a:pt x="477" y="589"/>
                                    <a:pt x="477" y="589"/>
                                  </a:cubicBezTo>
                                  <a:cubicBezTo>
                                    <a:pt x="477" y="589"/>
                                    <a:pt x="477" y="589"/>
                                    <a:pt x="477" y="590"/>
                                  </a:cubicBezTo>
                                  <a:cubicBezTo>
                                    <a:pt x="477" y="590"/>
                                    <a:pt x="477" y="590"/>
                                    <a:pt x="477" y="589"/>
                                  </a:cubicBezTo>
                                  <a:cubicBezTo>
                                    <a:pt x="477" y="589"/>
                                    <a:pt x="477" y="589"/>
                                    <a:pt x="478" y="589"/>
                                  </a:cubicBezTo>
                                  <a:cubicBezTo>
                                    <a:pt x="478" y="589"/>
                                    <a:pt x="478" y="589"/>
                                    <a:pt x="478" y="589"/>
                                  </a:cubicBezTo>
                                  <a:cubicBezTo>
                                    <a:pt x="478" y="589"/>
                                    <a:pt x="478" y="589"/>
                                    <a:pt x="478" y="589"/>
                                  </a:cubicBezTo>
                                  <a:cubicBezTo>
                                    <a:pt x="478" y="588"/>
                                    <a:pt x="478" y="588"/>
                                    <a:pt x="478" y="588"/>
                                  </a:cubicBezTo>
                                  <a:cubicBezTo>
                                    <a:pt x="478" y="588"/>
                                    <a:pt x="478" y="588"/>
                                    <a:pt x="479" y="588"/>
                                  </a:cubicBezTo>
                                  <a:cubicBezTo>
                                    <a:pt x="479" y="588"/>
                                    <a:pt x="479" y="588"/>
                                    <a:pt x="479" y="587"/>
                                  </a:cubicBezTo>
                                  <a:cubicBezTo>
                                    <a:pt x="479" y="587"/>
                                    <a:pt x="480" y="587"/>
                                    <a:pt x="480" y="587"/>
                                  </a:cubicBezTo>
                                  <a:cubicBezTo>
                                    <a:pt x="480" y="586"/>
                                    <a:pt x="480" y="586"/>
                                    <a:pt x="480" y="586"/>
                                  </a:cubicBezTo>
                                  <a:cubicBezTo>
                                    <a:pt x="480" y="586"/>
                                    <a:pt x="480" y="586"/>
                                    <a:pt x="480" y="586"/>
                                  </a:cubicBezTo>
                                  <a:cubicBezTo>
                                    <a:pt x="481" y="586"/>
                                    <a:pt x="482" y="586"/>
                                    <a:pt x="483" y="586"/>
                                  </a:cubicBezTo>
                                  <a:cubicBezTo>
                                    <a:pt x="483" y="586"/>
                                    <a:pt x="483" y="586"/>
                                    <a:pt x="483" y="586"/>
                                  </a:cubicBezTo>
                                  <a:cubicBezTo>
                                    <a:pt x="484" y="586"/>
                                    <a:pt x="484" y="586"/>
                                    <a:pt x="484" y="586"/>
                                  </a:cubicBezTo>
                                  <a:cubicBezTo>
                                    <a:pt x="485" y="586"/>
                                    <a:pt x="485" y="586"/>
                                    <a:pt x="485" y="586"/>
                                  </a:cubicBezTo>
                                  <a:cubicBezTo>
                                    <a:pt x="485" y="586"/>
                                    <a:pt x="485" y="586"/>
                                    <a:pt x="486" y="587"/>
                                  </a:cubicBezTo>
                                  <a:cubicBezTo>
                                    <a:pt x="486" y="587"/>
                                    <a:pt x="486" y="587"/>
                                    <a:pt x="487" y="587"/>
                                  </a:cubicBezTo>
                                  <a:cubicBezTo>
                                    <a:pt x="487" y="587"/>
                                    <a:pt x="487" y="587"/>
                                    <a:pt x="487" y="587"/>
                                  </a:cubicBezTo>
                                  <a:cubicBezTo>
                                    <a:pt x="487" y="588"/>
                                    <a:pt x="487" y="589"/>
                                    <a:pt x="487" y="589"/>
                                  </a:cubicBezTo>
                                  <a:cubicBezTo>
                                    <a:pt x="487" y="590"/>
                                    <a:pt x="487" y="590"/>
                                    <a:pt x="488" y="590"/>
                                  </a:cubicBezTo>
                                  <a:cubicBezTo>
                                    <a:pt x="488" y="591"/>
                                    <a:pt x="489" y="591"/>
                                    <a:pt x="490" y="591"/>
                                  </a:cubicBezTo>
                                  <a:cubicBezTo>
                                    <a:pt x="490" y="591"/>
                                    <a:pt x="490" y="591"/>
                                    <a:pt x="490" y="591"/>
                                  </a:cubicBezTo>
                                  <a:cubicBezTo>
                                    <a:pt x="490" y="592"/>
                                    <a:pt x="490" y="592"/>
                                    <a:pt x="490" y="592"/>
                                  </a:cubicBezTo>
                                  <a:cubicBezTo>
                                    <a:pt x="490" y="593"/>
                                    <a:pt x="490" y="593"/>
                                    <a:pt x="490" y="593"/>
                                  </a:cubicBezTo>
                                  <a:cubicBezTo>
                                    <a:pt x="490" y="594"/>
                                    <a:pt x="490" y="594"/>
                                    <a:pt x="489" y="595"/>
                                  </a:cubicBezTo>
                                  <a:cubicBezTo>
                                    <a:pt x="489" y="595"/>
                                    <a:pt x="488" y="596"/>
                                    <a:pt x="489" y="596"/>
                                  </a:cubicBezTo>
                                  <a:cubicBezTo>
                                    <a:pt x="489" y="595"/>
                                    <a:pt x="489" y="595"/>
                                    <a:pt x="490" y="595"/>
                                  </a:cubicBezTo>
                                  <a:cubicBezTo>
                                    <a:pt x="490" y="595"/>
                                    <a:pt x="490" y="594"/>
                                    <a:pt x="490" y="594"/>
                                  </a:cubicBezTo>
                                  <a:cubicBezTo>
                                    <a:pt x="491" y="594"/>
                                    <a:pt x="491" y="594"/>
                                    <a:pt x="491" y="594"/>
                                  </a:cubicBezTo>
                                  <a:cubicBezTo>
                                    <a:pt x="491" y="593"/>
                                    <a:pt x="490" y="593"/>
                                    <a:pt x="491" y="592"/>
                                  </a:cubicBezTo>
                                  <a:cubicBezTo>
                                    <a:pt x="491" y="592"/>
                                    <a:pt x="491" y="592"/>
                                    <a:pt x="491" y="591"/>
                                  </a:cubicBezTo>
                                  <a:cubicBezTo>
                                    <a:pt x="491" y="591"/>
                                    <a:pt x="491" y="591"/>
                                    <a:pt x="491" y="591"/>
                                  </a:cubicBezTo>
                                  <a:cubicBezTo>
                                    <a:pt x="491" y="591"/>
                                    <a:pt x="491" y="591"/>
                                    <a:pt x="491" y="591"/>
                                  </a:cubicBezTo>
                                  <a:cubicBezTo>
                                    <a:pt x="491" y="592"/>
                                    <a:pt x="491" y="592"/>
                                    <a:pt x="491" y="593"/>
                                  </a:cubicBezTo>
                                  <a:cubicBezTo>
                                    <a:pt x="491" y="593"/>
                                    <a:pt x="491" y="593"/>
                                    <a:pt x="491" y="593"/>
                                  </a:cubicBezTo>
                                  <a:cubicBezTo>
                                    <a:pt x="491" y="593"/>
                                    <a:pt x="491" y="593"/>
                                    <a:pt x="491" y="594"/>
                                  </a:cubicBezTo>
                                  <a:cubicBezTo>
                                    <a:pt x="491" y="594"/>
                                    <a:pt x="491" y="594"/>
                                    <a:pt x="491" y="594"/>
                                  </a:cubicBezTo>
                                  <a:cubicBezTo>
                                    <a:pt x="491" y="594"/>
                                    <a:pt x="491" y="595"/>
                                    <a:pt x="491" y="595"/>
                                  </a:cubicBezTo>
                                  <a:cubicBezTo>
                                    <a:pt x="491" y="596"/>
                                    <a:pt x="491" y="596"/>
                                    <a:pt x="491" y="597"/>
                                  </a:cubicBezTo>
                                  <a:cubicBezTo>
                                    <a:pt x="491" y="597"/>
                                    <a:pt x="491" y="597"/>
                                    <a:pt x="491" y="597"/>
                                  </a:cubicBezTo>
                                  <a:cubicBezTo>
                                    <a:pt x="491" y="597"/>
                                    <a:pt x="492" y="597"/>
                                    <a:pt x="492" y="597"/>
                                  </a:cubicBezTo>
                                  <a:cubicBezTo>
                                    <a:pt x="492" y="596"/>
                                    <a:pt x="492" y="596"/>
                                    <a:pt x="492" y="595"/>
                                  </a:cubicBezTo>
                                  <a:cubicBezTo>
                                    <a:pt x="492" y="595"/>
                                    <a:pt x="492" y="594"/>
                                    <a:pt x="492" y="594"/>
                                  </a:cubicBezTo>
                                  <a:cubicBezTo>
                                    <a:pt x="493" y="594"/>
                                    <a:pt x="493" y="594"/>
                                    <a:pt x="494" y="594"/>
                                  </a:cubicBezTo>
                                  <a:cubicBezTo>
                                    <a:pt x="494" y="593"/>
                                    <a:pt x="494" y="593"/>
                                    <a:pt x="495" y="592"/>
                                  </a:cubicBezTo>
                                  <a:cubicBezTo>
                                    <a:pt x="495" y="592"/>
                                    <a:pt x="495" y="593"/>
                                    <a:pt x="495" y="593"/>
                                  </a:cubicBezTo>
                                  <a:cubicBezTo>
                                    <a:pt x="495" y="593"/>
                                    <a:pt x="496" y="592"/>
                                    <a:pt x="496" y="592"/>
                                  </a:cubicBezTo>
                                  <a:cubicBezTo>
                                    <a:pt x="496" y="592"/>
                                    <a:pt x="496" y="592"/>
                                    <a:pt x="496" y="591"/>
                                  </a:cubicBezTo>
                                  <a:cubicBezTo>
                                    <a:pt x="496" y="591"/>
                                    <a:pt x="496" y="591"/>
                                    <a:pt x="496" y="591"/>
                                  </a:cubicBezTo>
                                  <a:cubicBezTo>
                                    <a:pt x="497" y="591"/>
                                    <a:pt x="497" y="592"/>
                                    <a:pt x="497" y="592"/>
                                  </a:cubicBezTo>
                                  <a:cubicBezTo>
                                    <a:pt x="497" y="592"/>
                                    <a:pt x="497" y="592"/>
                                    <a:pt x="497" y="592"/>
                                  </a:cubicBezTo>
                                  <a:cubicBezTo>
                                    <a:pt x="497" y="591"/>
                                    <a:pt x="497" y="591"/>
                                    <a:pt x="497" y="591"/>
                                  </a:cubicBezTo>
                                  <a:cubicBezTo>
                                    <a:pt x="498" y="591"/>
                                    <a:pt x="498" y="591"/>
                                    <a:pt x="498" y="591"/>
                                  </a:cubicBezTo>
                                  <a:cubicBezTo>
                                    <a:pt x="499" y="590"/>
                                    <a:pt x="499" y="589"/>
                                    <a:pt x="499" y="589"/>
                                  </a:cubicBezTo>
                                  <a:cubicBezTo>
                                    <a:pt x="499" y="588"/>
                                    <a:pt x="500" y="588"/>
                                    <a:pt x="500" y="587"/>
                                  </a:cubicBezTo>
                                  <a:cubicBezTo>
                                    <a:pt x="500" y="587"/>
                                    <a:pt x="500" y="587"/>
                                    <a:pt x="500" y="587"/>
                                  </a:cubicBezTo>
                                  <a:cubicBezTo>
                                    <a:pt x="500" y="587"/>
                                    <a:pt x="500" y="587"/>
                                    <a:pt x="500" y="587"/>
                                  </a:cubicBezTo>
                                  <a:cubicBezTo>
                                    <a:pt x="500" y="587"/>
                                    <a:pt x="501" y="587"/>
                                    <a:pt x="501" y="587"/>
                                  </a:cubicBezTo>
                                  <a:cubicBezTo>
                                    <a:pt x="501" y="587"/>
                                    <a:pt x="502" y="588"/>
                                    <a:pt x="502" y="588"/>
                                  </a:cubicBezTo>
                                  <a:cubicBezTo>
                                    <a:pt x="502" y="589"/>
                                    <a:pt x="502" y="589"/>
                                    <a:pt x="503" y="589"/>
                                  </a:cubicBezTo>
                                  <a:cubicBezTo>
                                    <a:pt x="503" y="589"/>
                                    <a:pt x="503" y="590"/>
                                    <a:pt x="503" y="590"/>
                                  </a:cubicBezTo>
                                  <a:cubicBezTo>
                                    <a:pt x="503" y="590"/>
                                    <a:pt x="503" y="591"/>
                                    <a:pt x="503" y="591"/>
                                  </a:cubicBezTo>
                                  <a:cubicBezTo>
                                    <a:pt x="503" y="592"/>
                                    <a:pt x="502" y="592"/>
                                    <a:pt x="502" y="592"/>
                                  </a:cubicBezTo>
                                  <a:cubicBezTo>
                                    <a:pt x="502" y="593"/>
                                    <a:pt x="503" y="592"/>
                                    <a:pt x="503" y="592"/>
                                  </a:cubicBezTo>
                                  <a:cubicBezTo>
                                    <a:pt x="503" y="592"/>
                                    <a:pt x="503" y="592"/>
                                    <a:pt x="503" y="591"/>
                                  </a:cubicBezTo>
                                  <a:cubicBezTo>
                                    <a:pt x="503" y="591"/>
                                    <a:pt x="503" y="591"/>
                                    <a:pt x="503" y="590"/>
                                  </a:cubicBezTo>
                                  <a:cubicBezTo>
                                    <a:pt x="503" y="590"/>
                                    <a:pt x="504" y="590"/>
                                    <a:pt x="503" y="589"/>
                                  </a:cubicBezTo>
                                  <a:cubicBezTo>
                                    <a:pt x="503" y="589"/>
                                    <a:pt x="503" y="589"/>
                                    <a:pt x="503" y="589"/>
                                  </a:cubicBezTo>
                                  <a:cubicBezTo>
                                    <a:pt x="502" y="588"/>
                                    <a:pt x="502" y="588"/>
                                    <a:pt x="502" y="587"/>
                                  </a:cubicBezTo>
                                  <a:cubicBezTo>
                                    <a:pt x="502" y="587"/>
                                    <a:pt x="502" y="586"/>
                                    <a:pt x="503" y="586"/>
                                  </a:cubicBezTo>
                                  <a:cubicBezTo>
                                    <a:pt x="503" y="587"/>
                                    <a:pt x="503" y="587"/>
                                    <a:pt x="503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6"/>
                                    <a:pt x="504" y="586"/>
                                    <a:pt x="504" y="586"/>
                                  </a:cubicBezTo>
                                  <a:cubicBezTo>
                                    <a:pt x="504" y="586"/>
                                    <a:pt x="504" y="586"/>
                                    <a:pt x="504" y="586"/>
                                  </a:cubicBezTo>
                                  <a:cubicBezTo>
                                    <a:pt x="504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5" y="585"/>
                                  </a:cubicBezTo>
                                  <a:cubicBezTo>
                                    <a:pt x="505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6"/>
                                    <a:pt x="505" y="585"/>
                                    <a:pt x="505" y="585"/>
                                  </a:cubicBezTo>
                                  <a:cubicBezTo>
                                    <a:pt x="505" y="585"/>
                                    <a:pt x="505" y="585"/>
                                    <a:pt x="505" y="585"/>
                                  </a:cubicBezTo>
                                  <a:cubicBezTo>
                                    <a:pt x="505" y="585"/>
                                    <a:pt x="505" y="584"/>
                                    <a:pt x="505" y="584"/>
                                  </a:cubicBezTo>
                                  <a:cubicBezTo>
                                    <a:pt x="505" y="584"/>
                                    <a:pt x="505" y="584"/>
                                    <a:pt x="504" y="584"/>
                                  </a:cubicBezTo>
                                  <a:cubicBezTo>
                                    <a:pt x="504" y="584"/>
                                    <a:pt x="504" y="584"/>
                                    <a:pt x="505" y="584"/>
                                  </a:cubicBezTo>
                                  <a:cubicBezTo>
                                    <a:pt x="505" y="584"/>
                                    <a:pt x="505" y="584"/>
                                    <a:pt x="505" y="584"/>
                                  </a:cubicBezTo>
                                  <a:cubicBezTo>
                                    <a:pt x="505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5"/>
                                    <a:pt x="506" y="585"/>
                                    <a:pt x="506" y="585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7" y="584"/>
                                    <a:pt x="507" y="584"/>
                                    <a:pt x="507" y="584"/>
                                  </a:cubicBezTo>
                                  <a:cubicBezTo>
                                    <a:pt x="507" y="584"/>
                                    <a:pt x="507" y="584"/>
                                    <a:pt x="507" y="583"/>
                                  </a:cubicBezTo>
                                  <a:cubicBezTo>
                                    <a:pt x="506" y="583"/>
                                    <a:pt x="506" y="583"/>
                                    <a:pt x="506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1"/>
                                  </a:cubicBezTo>
                                  <a:cubicBezTo>
                                    <a:pt x="506" y="581"/>
                                    <a:pt x="506" y="581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79"/>
                                    <a:pt x="507" y="579"/>
                                  </a:cubicBezTo>
                                  <a:cubicBezTo>
                                    <a:pt x="506" y="579"/>
                                    <a:pt x="506" y="579"/>
                                    <a:pt x="506" y="579"/>
                                  </a:cubicBezTo>
                                  <a:cubicBezTo>
                                    <a:pt x="506" y="579"/>
                                    <a:pt x="506" y="579"/>
                                    <a:pt x="506" y="579"/>
                                  </a:cubicBezTo>
                                  <a:cubicBezTo>
                                    <a:pt x="506" y="578"/>
                                    <a:pt x="506" y="578"/>
                                    <a:pt x="506" y="579"/>
                                  </a:cubicBezTo>
                                  <a:cubicBezTo>
                                    <a:pt x="507" y="579"/>
                                    <a:pt x="507" y="579"/>
                                    <a:pt x="507" y="579"/>
                                  </a:cubicBezTo>
                                  <a:cubicBezTo>
                                    <a:pt x="507" y="579"/>
                                    <a:pt x="507" y="578"/>
                                    <a:pt x="507" y="578"/>
                                  </a:cubicBezTo>
                                  <a:cubicBezTo>
                                    <a:pt x="507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9"/>
                                    <a:pt x="508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8" y="579"/>
                                    <a:pt x="508" y="578"/>
                                  </a:cubicBezTo>
                                  <a:cubicBezTo>
                                    <a:pt x="508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8"/>
                                    <a:pt x="507" y="578"/>
                                    <a:pt x="507" y="578"/>
                                  </a:cubicBezTo>
                                  <a:cubicBezTo>
                                    <a:pt x="507" y="578"/>
                                    <a:pt x="507" y="577"/>
                                    <a:pt x="507" y="577"/>
                                  </a:cubicBezTo>
                                  <a:cubicBezTo>
                                    <a:pt x="507" y="577"/>
                                    <a:pt x="506" y="576"/>
                                    <a:pt x="506" y="576"/>
                                  </a:cubicBezTo>
                                  <a:cubicBezTo>
                                    <a:pt x="506" y="576"/>
                                    <a:pt x="506" y="575"/>
                                    <a:pt x="506" y="575"/>
                                  </a:cubicBezTo>
                                  <a:cubicBezTo>
                                    <a:pt x="506" y="575"/>
                                    <a:pt x="506" y="574"/>
                                    <a:pt x="507" y="574"/>
                                  </a:cubicBezTo>
                                  <a:cubicBezTo>
                                    <a:pt x="507" y="574"/>
                                    <a:pt x="507" y="574"/>
                                    <a:pt x="507" y="573"/>
                                  </a:cubicBezTo>
                                  <a:cubicBezTo>
                                    <a:pt x="507" y="573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9" y="574"/>
                                    <a:pt x="509" y="574"/>
                                    <a:pt x="509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3"/>
                                    <a:pt x="508" y="573"/>
                                  </a:cubicBezTo>
                                  <a:cubicBezTo>
                                    <a:pt x="508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1"/>
                                  </a:cubicBezTo>
                                  <a:cubicBezTo>
                                    <a:pt x="509" y="571"/>
                                    <a:pt x="508" y="571"/>
                                    <a:pt x="509" y="571"/>
                                  </a:cubicBezTo>
                                  <a:cubicBezTo>
                                    <a:pt x="509" y="570"/>
                                    <a:pt x="509" y="570"/>
                                    <a:pt x="509" y="570"/>
                                  </a:cubicBezTo>
                                  <a:cubicBezTo>
                                    <a:pt x="509" y="570"/>
                                    <a:pt x="509" y="570"/>
                                    <a:pt x="509" y="569"/>
                                  </a:cubicBezTo>
                                  <a:cubicBezTo>
                                    <a:pt x="509" y="569"/>
                                    <a:pt x="509" y="569"/>
                                    <a:pt x="509" y="569"/>
                                  </a:cubicBezTo>
                                  <a:cubicBezTo>
                                    <a:pt x="510" y="569"/>
                                    <a:pt x="510" y="569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7"/>
                                    <a:pt x="510" y="567"/>
                                    <a:pt x="510" y="567"/>
                                  </a:cubicBezTo>
                                  <a:cubicBezTo>
                                    <a:pt x="510" y="567"/>
                                    <a:pt x="510" y="567"/>
                                    <a:pt x="510" y="567"/>
                                  </a:cubicBezTo>
                                  <a:cubicBezTo>
                                    <a:pt x="511" y="567"/>
                                    <a:pt x="511" y="567"/>
                                    <a:pt x="511" y="567"/>
                                  </a:cubicBezTo>
                                  <a:cubicBezTo>
                                    <a:pt x="511" y="567"/>
                                    <a:pt x="511" y="567"/>
                                    <a:pt x="511" y="567"/>
                                  </a:cubicBezTo>
                                  <a:cubicBezTo>
                                    <a:pt x="512" y="567"/>
                                    <a:pt x="512" y="567"/>
                                    <a:pt x="513" y="568"/>
                                  </a:cubicBezTo>
                                  <a:cubicBezTo>
                                    <a:pt x="513" y="568"/>
                                    <a:pt x="513" y="568"/>
                                    <a:pt x="513" y="569"/>
                                  </a:cubicBezTo>
                                  <a:cubicBezTo>
                                    <a:pt x="513" y="569"/>
                                    <a:pt x="513" y="569"/>
                                    <a:pt x="513" y="569"/>
                                  </a:cubicBezTo>
                                  <a:cubicBezTo>
                                    <a:pt x="513" y="569"/>
                                    <a:pt x="513" y="570"/>
                                    <a:pt x="513" y="570"/>
                                  </a:cubicBezTo>
                                  <a:cubicBezTo>
                                    <a:pt x="513" y="570"/>
                                    <a:pt x="513" y="570"/>
                                    <a:pt x="512" y="570"/>
                                  </a:cubicBezTo>
                                  <a:cubicBezTo>
                                    <a:pt x="512" y="570"/>
                                    <a:pt x="512" y="570"/>
                                    <a:pt x="512" y="570"/>
                                  </a:cubicBezTo>
                                  <a:cubicBezTo>
                                    <a:pt x="512" y="570"/>
                                    <a:pt x="513" y="570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2"/>
                                    <a:pt x="513" y="571"/>
                                    <a:pt x="513" y="572"/>
                                  </a:cubicBezTo>
                                  <a:cubicBezTo>
                                    <a:pt x="513" y="572"/>
                                    <a:pt x="513" y="572"/>
                                    <a:pt x="513" y="572"/>
                                  </a:cubicBezTo>
                                  <a:cubicBezTo>
                                    <a:pt x="513" y="572"/>
                                    <a:pt x="513" y="572"/>
                                    <a:pt x="513" y="572"/>
                                  </a:cubicBezTo>
                                  <a:cubicBezTo>
                                    <a:pt x="513" y="572"/>
                                    <a:pt x="514" y="572"/>
                                    <a:pt x="514" y="572"/>
                                  </a:cubicBezTo>
                                  <a:cubicBezTo>
                                    <a:pt x="514" y="572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5" y="571"/>
                                  </a:cubicBezTo>
                                  <a:cubicBezTo>
                                    <a:pt x="515" y="571"/>
                                    <a:pt x="515" y="571"/>
                                    <a:pt x="515" y="572"/>
                                  </a:cubicBezTo>
                                  <a:cubicBezTo>
                                    <a:pt x="515" y="572"/>
                                    <a:pt x="514" y="572"/>
                                    <a:pt x="514" y="572"/>
                                  </a:cubicBezTo>
                                  <a:cubicBezTo>
                                    <a:pt x="514" y="572"/>
                                    <a:pt x="515" y="572"/>
                                    <a:pt x="515" y="572"/>
                                  </a:cubicBezTo>
                                  <a:cubicBezTo>
                                    <a:pt x="515" y="572"/>
                                    <a:pt x="515" y="573"/>
                                    <a:pt x="515" y="573"/>
                                  </a:cubicBezTo>
                                  <a:cubicBezTo>
                                    <a:pt x="515" y="573"/>
                                    <a:pt x="515" y="573"/>
                                    <a:pt x="515" y="573"/>
                                  </a:cubicBezTo>
                                  <a:cubicBezTo>
                                    <a:pt x="515" y="573"/>
                                    <a:pt x="515" y="574"/>
                                    <a:pt x="515" y="574"/>
                                  </a:cubicBezTo>
                                  <a:cubicBezTo>
                                    <a:pt x="515" y="574"/>
                                    <a:pt x="514" y="575"/>
                                    <a:pt x="515" y="575"/>
                                  </a:cubicBezTo>
                                  <a:cubicBezTo>
                                    <a:pt x="515" y="575"/>
                                    <a:pt x="515" y="576"/>
                                    <a:pt x="516" y="576"/>
                                  </a:cubicBezTo>
                                  <a:cubicBezTo>
                                    <a:pt x="516" y="576"/>
                                    <a:pt x="516" y="576"/>
                                    <a:pt x="516" y="576"/>
                                  </a:cubicBezTo>
                                  <a:cubicBezTo>
                                    <a:pt x="516" y="576"/>
                                    <a:pt x="516" y="576"/>
                                    <a:pt x="516" y="576"/>
                                  </a:cubicBezTo>
                                  <a:cubicBezTo>
                                    <a:pt x="516" y="576"/>
                                    <a:pt x="517" y="576"/>
                                    <a:pt x="517" y="577"/>
                                  </a:cubicBezTo>
                                  <a:cubicBezTo>
                                    <a:pt x="517" y="577"/>
                                    <a:pt x="517" y="577"/>
                                    <a:pt x="517" y="577"/>
                                  </a:cubicBezTo>
                                  <a:cubicBezTo>
                                    <a:pt x="517" y="577"/>
                                    <a:pt x="517" y="577"/>
                                    <a:pt x="517" y="577"/>
                                  </a:cubicBezTo>
                                  <a:cubicBezTo>
                                    <a:pt x="517" y="578"/>
                                    <a:pt x="518" y="578"/>
                                    <a:pt x="518" y="578"/>
                                  </a:cubicBezTo>
                                  <a:cubicBezTo>
                                    <a:pt x="518" y="578"/>
                                    <a:pt x="518" y="579"/>
                                    <a:pt x="517" y="579"/>
                                  </a:cubicBezTo>
                                  <a:cubicBezTo>
                                    <a:pt x="517" y="579"/>
                                    <a:pt x="517" y="579"/>
                                    <a:pt x="517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80"/>
                                    <a:pt x="517" y="579"/>
                                    <a:pt x="517" y="580"/>
                                  </a:cubicBezTo>
                                  <a:cubicBezTo>
                                    <a:pt x="518" y="580"/>
                                    <a:pt x="518" y="580"/>
                                    <a:pt x="518" y="581"/>
                                  </a:cubicBezTo>
                                  <a:cubicBezTo>
                                    <a:pt x="517" y="581"/>
                                    <a:pt x="517" y="581"/>
                                    <a:pt x="517" y="581"/>
                                  </a:cubicBezTo>
                                  <a:cubicBezTo>
                                    <a:pt x="517" y="581"/>
                                    <a:pt x="518" y="581"/>
                                    <a:pt x="518" y="581"/>
                                  </a:cubicBezTo>
                                  <a:cubicBezTo>
                                    <a:pt x="518" y="581"/>
                                    <a:pt x="518" y="580"/>
                                    <a:pt x="518" y="580"/>
                                  </a:cubicBezTo>
                                  <a:cubicBezTo>
                                    <a:pt x="518" y="580"/>
                                    <a:pt x="519" y="580"/>
                                    <a:pt x="519" y="580"/>
                                  </a:cubicBezTo>
                                  <a:cubicBezTo>
                                    <a:pt x="519" y="580"/>
                                    <a:pt x="519" y="581"/>
                                    <a:pt x="519" y="581"/>
                                  </a:cubicBezTo>
                                  <a:cubicBezTo>
                                    <a:pt x="519" y="581"/>
                                    <a:pt x="519" y="581"/>
                                    <a:pt x="519" y="581"/>
                                  </a:cubicBezTo>
                                  <a:cubicBezTo>
                                    <a:pt x="519" y="581"/>
                                    <a:pt x="520" y="581"/>
                                    <a:pt x="520" y="581"/>
                                  </a:cubicBezTo>
                                  <a:cubicBezTo>
                                    <a:pt x="520" y="581"/>
                                    <a:pt x="520" y="581"/>
                                    <a:pt x="520" y="581"/>
                                  </a:cubicBezTo>
                                  <a:cubicBezTo>
                                    <a:pt x="520" y="581"/>
                                    <a:pt x="520" y="582"/>
                                    <a:pt x="520" y="582"/>
                                  </a:cubicBezTo>
                                  <a:cubicBezTo>
                                    <a:pt x="520" y="582"/>
                                    <a:pt x="520" y="582"/>
                                    <a:pt x="520" y="582"/>
                                  </a:cubicBezTo>
                                  <a:cubicBezTo>
                                    <a:pt x="520" y="582"/>
                                    <a:pt x="520" y="582"/>
                                    <a:pt x="520" y="582"/>
                                  </a:cubicBezTo>
                                  <a:cubicBezTo>
                                    <a:pt x="520" y="583"/>
                                    <a:pt x="520" y="583"/>
                                    <a:pt x="519" y="583"/>
                                  </a:cubicBezTo>
                                  <a:cubicBezTo>
                                    <a:pt x="519" y="583"/>
                                    <a:pt x="519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3"/>
                                    <a:pt x="517" y="583"/>
                                  </a:cubicBezTo>
                                  <a:cubicBezTo>
                                    <a:pt x="517" y="583"/>
                                    <a:pt x="516" y="584"/>
                                    <a:pt x="516" y="585"/>
                                  </a:cubicBezTo>
                                  <a:cubicBezTo>
                                    <a:pt x="516" y="585"/>
                                    <a:pt x="516" y="585"/>
                                    <a:pt x="517" y="585"/>
                                  </a:cubicBezTo>
                                  <a:cubicBezTo>
                                    <a:pt x="517" y="585"/>
                                    <a:pt x="517" y="585"/>
                                    <a:pt x="517" y="585"/>
                                  </a:cubicBezTo>
                                  <a:cubicBezTo>
                                    <a:pt x="517" y="585"/>
                                    <a:pt x="517" y="585"/>
                                    <a:pt x="517" y="584"/>
                                  </a:cubicBezTo>
                                  <a:cubicBezTo>
                                    <a:pt x="517" y="584"/>
                                    <a:pt x="518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4"/>
                                    <a:pt x="518" y="584"/>
                                  </a:cubicBezTo>
                                  <a:cubicBezTo>
                                    <a:pt x="519" y="584"/>
                                    <a:pt x="519" y="584"/>
                                    <a:pt x="520" y="584"/>
                                  </a:cubicBezTo>
                                  <a:cubicBezTo>
                                    <a:pt x="520" y="584"/>
                                    <a:pt x="520" y="584"/>
                                    <a:pt x="520" y="583"/>
                                  </a:cubicBezTo>
                                  <a:cubicBezTo>
                                    <a:pt x="520" y="583"/>
                                    <a:pt x="520" y="583"/>
                                    <a:pt x="521" y="583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6"/>
                                  </a:cubicBezTo>
                                  <a:cubicBezTo>
                                    <a:pt x="521" y="586"/>
                                    <a:pt x="521" y="586"/>
                                    <a:pt x="521" y="586"/>
                                  </a:cubicBezTo>
                                  <a:cubicBezTo>
                                    <a:pt x="521" y="586"/>
                                    <a:pt x="521" y="586"/>
                                    <a:pt x="521" y="586"/>
                                  </a:cubicBezTo>
                                  <a:cubicBezTo>
                                    <a:pt x="522" y="586"/>
                                    <a:pt x="522" y="587"/>
                                    <a:pt x="522" y="586"/>
                                  </a:cubicBezTo>
                                  <a:cubicBezTo>
                                    <a:pt x="522" y="586"/>
                                    <a:pt x="523" y="586"/>
                                    <a:pt x="523" y="586"/>
                                  </a:cubicBezTo>
                                  <a:cubicBezTo>
                                    <a:pt x="523" y="586"/>
                                    <a:pt x="523" y="587"/>
                                    <a:pt x="523" y="587"/>
                                  </a:cubicBezTo>
                                  <a:cubicBezTo>
                                    <a:pt x="523" y="587"/>
                                    <a:pt x="523" y="587"/>
                                    <a:pt x="523" y="587"/>
                                  </a:cubicBezTo>
                                  <a:cubicBezTo>
                                    <a:pt x="523" y="587"/>
                                    <a:pt x="523" y="587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2" y="588"/>
                                  </a:cubicBezTo>
                                  <a:cubicBezTo>
                                    <a:pt x="522" y="588"/>
                                    <a:pt x="522" y="588"/>
                                    <a:pt x="522" y="588"/>
                                  </a:cubicBezTo>
                                  <a:cubicBezTo>
                                    <a:pt x="522" y="588"/>
                                    <a:pt x="522" y="588"/>
                                    <a:pt x="522" y="588"/>
                                  </a:cubicBezTo>
                                  <a:cubicBezTo>
                                    <a:pt x="522" y="588"/>
                                    <a:pt x="523" y="588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3" y="589"/>
                                  </a:cubicBezTo>
                                  <a:cubicBezTo>
                                    <a:pt x="523" y="589"/>
                                    <a:pt x="523" y="589"/>
                                    <a:pt x="523" y="589"/>
                                  </a:cubicBezTo>
                                  <a:cubicBezTo>
                                    <a:pt x="523" y="589"/>
                                    <a:pt x="523" y="590"/>
                                    <a:pt x="523" y="590"/>
                                  </a:cubicBezTo>
                                  <a:cubicBezTo>
                                    <a:pt x="523" y="590"/>
                                    <a:pt x="523" y="590"/>
                                    <a:pt x="522" y="590"/>
                                  </a:cubicBezTo>
                                  <a:cubicBezTo>
                                    <a:pt x="522" y="590"/>
                                    <a:pt x="522" y="591"/>
                                    <a:pt x="521" y="591"/>
                                  </a:cubicBezTo>
                                  <a:cubicBezTo>
                                    <a:pt x="521" y="591"/>
                                    <a:pt x="520" y="591"/>
                                    <a:pt x="520" y="591"/>
                                  </a:cubicBezTo>
                                  <a:cubicBezTo>
                                    <a:pt x="519" y="591"/>
                                    <a:pt x="520" y="591"/>
                                    <a:pt x="520" y="591"/>
                                  </a:cubicBezTo>
                                  <a:cubicBezTo>
                                    <a:pt x="520" y="591"/>
                                    <a:pt x="520" y="591"/>
                                    <a:pt x="520" y="591"/>
                                  </a:cubicBezTo>
                                  <a:cubicBezTo>
                                    <a:pt x="520" y="591"/>
                                    <a:pt x="520" y="592"/>
                                    <a:pt x="520" y="592"/>
                                  </a:cubicBezTo>
                                  <a:cubicBezTo>
                                    <a:pt x="520" y="592"/>
                                    <a:pt x="519" y="592"/>
                                    <a:pt x="519" y="593"/>
                                  </a:cubicBezTo>
                                  <a:cubicBezTo>
                                    <a:pt x="519" y="593"/>
                                    <a:pt x="519" y="593"/>
                                    <a:pt x="519" y="593"/>
                                  </a:cubicBezTo>
                                  <a:cubicBezTo>
                                    <a:pt x="519" y="593"/>
                                    <a:pt x="519" y="593"/>
                                    <a:pt x="519" y="593"/>
                                  </a:cubicBezTo>
                                  <a:cubicBezTo>
                                    <a:pt x="520" y="593"/>
                                    <a:pt x="520" y="592"/>
                                    <a:pt x="520" y="592"/>
                                  </a:cubicBezTo>
                                  <a:cubicBezTo>
                                    <a:pt x="521" y="592"/>
                                    <a:pt x="521" y="592"/>
                                    <a:pt x="521" y="591"/>
                                  </a:cubicBezTo>
                                  <a:cubicBezTo>
                                    <a:pt x="521" y="591"/>
                                    <a:pt x="522" y="591"/>
                                    <a:pt x="522" y="591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3" y="592"/>
                                    <a:pt x="523" y="592"/>
                                  </a:cubicBezTo>
                                  <a:cubicBezTo>
                                    <a:pt x="523" y="591"/>
                                    <a:pt x="524" y="592"/>
                                    <a:pt x="524" y="591"/>
                                  </a:cubicBezTo>
                                  <a:cubicBezTo>
                                    <a:pt x="524" y="591"/>
                                    <a:pt x="524" y="591"/>
                                    <a:pt x="525" y="591"/>
                                  </a:cubicBezTo>
                                  <a:cubicBezTo>
                                    <a:pt x="525" y="591"/>
                                    <a:pt x="525" y="591"/>
                                    <a:pt x="525" y="591"/>
                                  </a:cubicBezTo>
                                  <a:cubicBezTo>
                                    <a:pt x="525" y="592"/>
                                    <a:pt x="525" y="592"/>
                                    <a:pt x="525" y="592"/>
                                  </a:cubicBezTo>
                                  <a:cubicBezTo>
                                    <a:pt x="525" y="592"/>
                                    <a:pt x="525" y="592"/>
                                    <a:pt x="525" y="592"/>
                                  </a:cubicBezTo>
                                  <a:cubicBezTo>
                                    <a:pt x="525" y="593"/>
                                    <a:pt x="525" y="593"/>
                                    <a:pt x="525" y="593"/>
                                  </a:cubicBezTo>
                                  <a:cubicBezTo>
                                    <a:pt x="525" y="593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4" y="595"/>
                                    <a:pt x="524" y="595"/>
                                    <a:pt x="523" y="595"/>
                                  </a:cubicBezTo>
                                  <a:cubicBezTo>
                                    <a:pt x="522" y="596"/>
                                    <a:pt x="522" y="596"/>
                                    <a:pt x="522" y="596"/>
                                  </a:cubicBezTo>
                                  <a:cubicBezTo>
                                    <a:pt x="521" y="597"/>
                                    <a:pt x="521" y="597"/>
                                    <a:pt x="520" y="597"/>
                                  </a:cubicBezTo>
                                  <a:cubicBezTo>
                                    <a:pt x="520" y="597"/>
                                    <a:pt x="520" y="598"/>
                                    <a:pt x="520" y="598"/>
                                  </a:cubicBezTo>
                                  <a:cubicBezTo>
                                    <a:pt x="520" y="598"/>
                                    <a:pt x="520" y="598"/>
                                    <a:pt x="520" y="598"/>
                                  </a:cubicBezTo>
                                  <a:cubicBezTo>
                                    <a:pt x="520" y="598"/>
                                    <a:pt x="521" y="598"/>
                                    <a:pt x="521" y="598"/>
                                  </a:cubicBezTo>
                                  <a:cubicBezTo>
                                    <a:pt x="521" y="598"/>
                                    <a:pt x="521" y="598"/>
                                    <a:pt x="521" y="597"/>
                                  </a:cubicBezTo>
                                  <a:cubicBezTo>
                                    <a:pt x="522" y="597"/>
                                    <a:pt x="522" y="597"/>
                                    <a:pt x="522" y="597"/>
                                  </a:cubicBezTo>
                                  <a:cubicBezTo>
                                    <a:pt x="523" y="596"/>
                                    <a:pt x="523" y="596"/>
                                    <a:pt x="524" y="596"/>
                                  </a:cubicBezTo>
                                  <a:cubicBezTo>
                                    <a:pt x="524" y="596"/>
                                    <a:pt x="524" y="596"/>
                                    <a:pt x="525" y="596"/>
                                  </a:cubicBezTo>
                                  <a:cubicBezTo>
                                    <a:pt x="525" y="596"/>
                                    <a:pt x="526" y="595"/>
                                    <a:pt x="526" y="595"/>
                                  </a:cubicBezTo>
                                  <a:cubicBezTo>
                                    <a:pt x="526" y="595"/>
                                    <a:pt x="526" y="596"/>
                                    <a:pt x="526" y="596"/>
                                  </a:cubicBezTo>
                                  <a:cubicBezTo>
                                    <a:pt x="526" y="596"/>
                                    <a:pt x="526" y="596"/>
                                    <a:pt x="527" y="596"/>
                                  </a:cubicBezTo>
                                  <a:cubicBezTo>
                                    <a:pt x="527" y="596"/>
                                    <a:pt x="527" y="596"/>
                                    <a:pt x="527" y="597"/>
                                  </a:cubicBezTo>
                                  <a:cubicBezTo>
                                    <a:pt x="527" y="597"/>
                                    <a:pt x="527" y="597"/>
                                    <a:pt x="527" y="597"/>
                                  </a:cubicBezTo>
                                  <a:cubicBezTo>
                                    <a:pt x="527" y="597"/>
                                    <a:pt x="527" y="597"/>
                                    <a:pt x="527" y="597"/>
                                  </a:cubicBezTo>
                                  <a:cubicBezTo>
                                    <a:pt x="526" y="597"/>
                                    <a:pt x="526" y="597"/>
                                    <a:pt x="526" y="597"/>
                                  </a:cubicBezTo>
                                  <a:cubicBezTo>
                                    <a:pt x="526" y="597"/>
                                    <a:pt x="525" y="597"/>
                                    <a:pt x="525" y="598"/>
                                  </a:cubicBezTo>
                                  <a:cubicBezTo>
                                    <a:pt x="525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9"/>
                                    <a:pt x="527" y="599"/>
                                    <a:pt x="527" y="599"/>
                                  </a:cubicBezTo>
                                  <a:cubicBezTo>
                                    <a:pt x="527" y="599"/>
                                    <a:pt x="527" y="598"/>
                                    <a:pt x="527" y="598"/>
                                  </a:cubicBezTo>
                                  <a:cubicBezTo>
                                    <a:pt x="527" y="598"/>
                                    <a:pt x="527" y="598"/>
                                    <a:pt x="527" y="598"/>
                                  </a:cubicBezTo>
                                  <a:cubicBezTo>
                                    <a:pt x="527" y="599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9" y="598"/>
                                    <a:pt x="529" y="598"/>
                                  </a:cubicBezTo>
                                  <a:cubicBezTo>
                                    <a:pt x="529" y="598"/>
                                    <a:pt x="529" y="598"/>
                                    <a:pt x="529" y="598"/>
                                  </a:cubicBezTo>
                                  <a:cubicBezTo>
                                    <a:pt x="529" y="599"/>
                                    <a:pt x="529" y="599"/>
                                    <a:pt x="529" y="599"/>
                                  </a:cubicBezTo>
                                  <a:cubicBezTo>
                                    <a:pt x="530" y="599"/>
                                    <a:pt x="530" y="599"/>
                                    <a:pt x="530" y="599"/>
                                  </a:cubicBezTo>
                                  <a:cubicBezTo>
                                    <a:pt x="530" y="599"/>
                                    <a:pt x="530" y="599"/>
                                    <a:pt x="530" y="599"/>
                                  </a:cubicBezTo>
                                  <a:cubicBezTo>
                                    <a:pt x="530" y="600"/>
                                    <a:pt x="531" y="600"/>
                                    <a:pt x="531" y="600"/>
                                  </a:cubicBezTo>
                                  <a:cubicBezTo>
                                    <a:pt x="531" y="600"/>
                                    <a:pt x="531" y="600"/>
                                    <a:pt x="531" y="600"/>
                                  </a:cubicBezTo>
                                  <a:cubicBezTo>
                                    <a:pt x="531" y="600"/>
                                    <a:pt x="531" y="600"/>
                                    <a:pt x="531" y="601"/>
                                  </a:cubicBezTo>
                                  <a:cubicBezTo>
                                    <a:pt x="531" y="601"/>
                                    <a:pt x="531" y="601"/>
                                    <a:pt x="531" y="601"/>
                                  </a:cubicBezTo>
                                  <a:cubicBezTo>
                                    <a:pt x="531" y="601"/>
                                    <a:pt x="531" y="601"/>
                                    <a:pt x="531" y="601"/>
                                  </a:cubicBezTo>
                                  <a:cubicBezTo>
                                    <a:pt x="530" y="600"/>
                                    <a:pt x="530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1"/>
                                  </a:cubicBezTo>
                                  <a:cubicBezTo>
                                    <a:pt x="529" y="601"/>
                                    <a:pt x="529" y="601"/>
                                    <a:pt x="530" y="601"/>
                                  </a:cubicBezTo>
                                  <a:cubicBezTo>
                                    <a:pt x="530" y="601"/>
                                    <a:pt x="530" y="601"/>
                                    <a:pt x="530" y="602"/>
                                  </a:cubicBezTo>
                                  <a:cubicBezTo>
                                    <a:pt x="530" y="602"/>
                                    <a:pt x="530" y="602"/>
                                    <a:pt x="530" y="602"/>
                                  </a:cubicBezTo>
                                  <a:cubicBezTo>
                                    <a:pt x="530" y="602"/>
                                    <a:pt x="530" y="602"/>
                                    <a:pt x="530" y="602"/>
                                  </a:cubicBezTo>
                                  <a:cubicBezTo>
                                    <a:pt x="529" y="602"/>
                                    <a:pt x="529" y="602"/>
                                    <a:pt x="529" y="602"/>
                                  </a:cubicBezTo>
                                  <a:cubicBezTo>
                                    <a:pt x="529" y="603"/>
                                    <a:pt x="529" y="603"/>
                                    <a:pt x="528" y="603"/>
                                  </a:cubicBezTo>
                                  <a:cubicBezTo>
                                    <a:pt x="528" y="603"/>
                                    <a:pt x="528" y="603"/>
                                    <a:pt x="528" y="603"/>
                                  </a:cubicBezTo>
                                  <a:cubicBezTo>
                                    <a:pt x="528" y="603"/>
                                    <a:pt x="528" y="604"/>
                                    <a:pt x="527" y="604"/>
                                  </a:cubicBezTo>
                                  <a:cubicBezTo>
                                    <a:pt x="527" y="604"/>
                                    <a:pt x="527" y="604"/>
                                    <a:pt x="527" y="604"/>
                                  </a:cubicBezTo>
                                  <a:cubicBezTo>
                                    <a:pt x="527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7" y="604"/>
                                    <a:pt x="528" y="604"/>
                                    <a:pt x="528" y="604"/>
                                  </a:cubicBezTo>
                                  <a:cubicBezTo>
                                    <a:pt x="529" y="604"/>
                                    <a:pt x="529" y="604"/>
                                    <a:pt x="529" y="604"/>
                                  </a:cubicBezTo>
                                  <a:cubicBezTo>
                                    <a:pt x="529" y="605"/>
                                    <a:pt x="529" y="605"/>
                                    <a:pt x="529" y="605"/>
                                  </a:cubicBezTo>
                                  <a:cubicBezTo>
                                    <a:pt x="530" y="605"/>
                                    <a:pt x="530" y="605"/>
                                    <a:pt x="530" y="605"/>
                                  </a:cubicBezTo>
                                  <a:cubicBezTo>
                                    <a:pt x="530" y="605"/>
                                    <a:pt x="530" y="605"/>
                                    <a:pt x="530" y="605"/>
                                  </a:cubicBezTo>
                                  <a:cubicBezTo>
                                    <a:pt x="530" y="606"/>
                                    <a:pt x="530" y="606"/>
                                    <a:pt x="530" y="606"/>
                                  </a:cubicBezTo>
                                  <a:cubicBezTo>
                                    <a:pt x="530" y="606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29" y="607"/>
                                    <a:pt x="529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8"/>
                                  </a:cubicBezTo>
                                  <a:cubicBezTo>
                                    <a:pt x="530" y="608"/>
                                    <a:pt x="531" y="608"/>
                                    <a:pt x="531" y="608"/>
                                  </a:cubicBezTo>
                                  <a:cubicBezTo>
                                    <a:pt x="532" y="608"/>
                                    <a:pt x="532" y="608"/>
                                    <a:pt x="533" y="608"/>
                                  </a:cubicBezTo>
                                  <a:cubicBezTo>
                                    <a:pt x="533" y="608"/>
                                    <a:pt x="533" y="608"/>
                                    <a:pt x="533" y="608"/>
                                  </a:cubicBezTo>
                                  <a:cubicBezTo>
                                    <a:pt x="533" y="608"/>
                                    <a:pt x="533" y="608"/>
                                    <a:pt x="533" y="608"/>
                                  </a:cubicBezTo>
                                  <a:cubicBezTo>
                                    <a:pt x="534" y="609"/>
                                    <a:pt x="534" y="609"/>
                                    <a:pt x="534" y="610"/>
                                  </a:cubicBezTo>
                                  <a:cubicBezTo>
                                    <a:pt x="534" y="610"/>
                                    <a:pt x="534" y="610"/>
                                    <a:pt x="534" y="610"/>
                                  </a:cubicBezTo>
                                  <a:cubicBezTo>
                                    <a:pt x="534" y="610"/>
                                    <a:pt x="533" y="610"/>
                                    <a:pt x="533" y="610"/>
                                  </a:cubicBezTo>
                                  <a:cubicBezTo>
                                    <a:pt x="533" y="610"/>
                                    <a:pt x="533" y="610"/>
                                    <a:pt x="533" y="610"/>
                                  </a:cubicBezTo>
                                  <a:cubicBezTo>
                                    <a:pt x="533" y="610"/>
                                    <a:pt x="532" y="610"/>
                                    <a:pt x="532" y="610"/>
                                  </a:cubicBezTo>
                                  <a:cubicBezTo>
                                    <a:pt x="532" y="610"/>
                                    <a:pt x="532" y="611"/>
                                    <a:pt x="532" y="611"/>
                                  </a:cubicBezTo>
                                  <a:cubicBezTo>
                                    <a:pt x="532" y="611"/>
                                    <a:pt x="533" y="611"/>
                                    <a:pt x="533" y="611"/>
                                  </a:cubicBezTo>
                                  <a:cubicBezTo>
                                    <a:pt x="534" y="610"/>
                                    <a:pt x="534" y="612"/>
                                    <a:pt x="533" y="612"/>
                                  </a:cubicBezTo>
                                  <a:cubicBezTo>
                                    <a:pt x="533" y="612"/>
                                    <a:pt x="533" y="612"/>
                                    <a:pt x="533" y="612"/>
                                  </a:cubicBezTo>
                                  <a:cubicBezTo>
                                    <a:pt x="533" y="612"/>
                                    <a:pt x="533" y="612"/>
                                    <a:pt x="533" y="612"/>
                                  </a:cubicBezTo>
                                  <a:cubicBezTo>
                                    <a:pt x="534" y="612"/>
                                    <a:pt x="534" y="612"/>
                                    <a:pt x="534" y="612"/>
                                  </a:cubicBezTo>
                                  <a:cubicBezTo>
                                    <a:pt x="534" y="613"/>
                                    <a:pt x="534" y="613"/>
                                    <a:pt x="534" y="614"/>
                                  </a:cubicBezTo>
                                  <a:cubicBezTo>
                                    <a:pt x="533" y="614"/>
                                    <a:pt x="533" y="614"/>
                                    <a:pt x="533" y="614"/>
                                  </a:cubicBezTo>
                                  <a:cubicBezTo>
                                    <a:pt x="533" y="614"/>
                                    <a:pt x="533" y="614"/>
                                    <a:pt x="533" y="614"/>
                                  </a:cubicBezTo>
                                  <a:cubicBezTo>
                                    <a:pt x="533" y="614"/>
                                    <a:pt x="532" y="614"/>
                                    <a:pt x="532" y="614"/>
                                  </a:cubicBezTo>
                                  <a:cubicBezTo>
                                    <a:pt x="532" y="614"/>
                                    <a:pt x="532" y="614"/>
                                    <a:pt x="532" y="614"/>
                                  </a:cubicBezTo>
                                  <a:cubicBezTo>
                                    <a:pt x="531" y="613"/>
                                    <a:pt x="531" y="613"/>
                                    <a:pt x="532" y="613"/>
                                  </a:cubicBezTo>
                                  <a:cubicBezTo>
                                    <a:pt x="532" y="613"/>
                                    <a:pt x="532" y="613"/>
                                    <a:pt x="532" y="612"/>
                                  </a:cubicBezTo>
                                  <a:cubicBezTo>
                                    <a:pt x="532" y="612"/>
                                    <a:pt x="532" y="612"/>
                                    <a:pt x="532" y="612"/>
                                  </a:cubicBezTo>
                                  <a:cubicBezTo>
                                    <a:pt x="532" y="612"/>
                                    <a:pt x="531" y="612"/>
                                    <a:pt x="531" y="612"/>
                                  </a:cubicBezTo>
                                  <a:cubicBezTo>
                                    <a:pt x="531" y="612"/>
                                    <a:pt x="531" y="612"/>
                                    <a:pt x="531" y="612"/>
                                  </a:cubicBezTo>
                                  <a:cubicBezTo>
                                    <a:pt x="530" y="612"/>
                                    <a:pt x="530" y="612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1" y="613"/>
                                    <a:pt x="531" y="613"/>
                                    <a:pt x="531" y="613"/>
                                  </a:cubicBezTo>
                                  <a:cubicBezTo>
                                    <a:pt x="531" y="614"/>
                                    <a:pt x="531" y="614"/>
                                    <a:pt x="531" y="614"/>
                                  </a:cubicBezTo>
                                  <a:cubicBezTo>
                                    <a:pt x="531" y="614"/>
                                    <a:pt x="531" y="614"/>
                                    <a:pt x="531" y="614"/>
                                  </a:cubicBezTo>
                                  <a:cubicBezTo>
                                    <a:pt x="531" y="614"/>
                                    <a:pt x="531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29" y="614"/>
                                    <a:pt x="529" y="614"/>
                                  </a:cubicBezTo>
                                  <a:cubicBezTo>
                                    <a:pt x="529" y="614"/>
                                    <a:pt x="528" y="614"/>
                                    <a:pt x="528" y="613"/>
                                  </a:cubicBezTo>
                                  <a:cubicBezTo>
                                    <a:pt x="528" y="613"/>
                                    <a:pt x="528" y="614"/>
                                    <a:pt x="528" y="614"/>
                                  </a:cubicBezTo>
                                  <a:cubicBezTo>
                                    <a:pt x="528" y="614"/>
                                    <a:pt x="528" y="614"/>
                                    <a:pt x="529" y="614"/>
                                  </a:cubicBezTo>
                                  <a:cubicBezTo>
                                    <a:pt x="529" y="614"/>
                                    <a:pt x="529" y="614"/>
                                    <a:pt x="529" y="614"/>
                                  </a:cubicBezTo>
                                  <a:cubicBezTo>
                                    <a:pt x="529" y="614"/>
                                    <a:pt x="529" y="615"/>
                                    <a:pt x="529" y="615"/>
                                  </a:cubicBezTo>
                                  <a:cubicBezTo>
                                    <a:pt x="529" y="615"/>
                                    <a:pt x="529" y="615"/>
                                    <a:pt x="530" y="615"/>
                                  </a:cubicBezTo>
                                  <a:cubicBezTo>
                                    <a:pt x="530" y="615"/>
                                    <a:pt x="530" y="615"/>
                                    <a:pt x="530" y="615"/>
                                  </a:cubicBezTo>
                                  <a:cubicBezTo>
                                    <a:pt x="531" y="615"/>
                                    <a:pt x="531" y="615"/>
                                    <a:pt x="532" y="615"/>
                                  </a:cubicBezTo>
                                  <a:cubicBezTo>
                                    <a:pt x="532" y="615"/>
                                    <a:pt x="532" y="616"/>
                                    <a:pt x="532" y="616"/>
                                  </a:cubicBezTo>
                                  <a:cubicBezTo>
                                    <a:pt x="531" y="616"/>
                                    <a:pt x="531" y="616"/>
                                    <a:pt x="531" y="616"/>
                                  </a:cubicBezTo>
                                  <a:cubicBezTo>
                                    <a:pt x="530" y="616"/>
                                    <a:pt x="530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7"/>
                                    <a:pt x="529" y="617"/>
                                  </a:cubicBezTo>
                                  <a:cubicBezTo>
                                    <a:pt x="529" y="617"/>
                                    <a:pt x="529" y="617"/>
                                    <a:pt x="529" y="617"/>
                                  </a:cubicBezTo>
                                  <a:cubicBezTo>
                                    <a:pt x="529" y="617"/>
                                    <a:pt x="529" y="617"/>
                                    <a:pt x="529" y="617"/>
                                  </a:cubicBezTo>
                                  <a:cubicBezTo>
                                    <a:pt x="530" y="617"/>
                                    <a:pt x="530" y="617"/>
                                    <a:pt x="530" y="617"/>
                                  </a:cubicBezTo>
                                  <a:cubicBezTo>
                                    <a:pt x="530" y="617"/>
                                    <a:pt x="530" y="617"/>
                                    <a:pt x="531" y="617"/>
                                  </a:cubicBezTo>
                                  <a:cubicBezTo>
                                    <a:pt x="531" y="618"/>
                                    <a:pt x="531" y="618"/>
                                    <a:pt x="531" y="618"/>
                                  </a:cubicBezTo>
                                  <a:cubicBezTo>
                                    <a:pt x="531" y="618"/>
                                    <a:pt x="531" y="618"/>
                                    <a:pt x="532" y="618"/>
                                  </a:cubicBezTo>
                                  <a:cubicBezTo>
                                    <a:pt x="532" y="618"/>
                                    <a:pt x="532" y="618"/>
                                    <a:pt x="532" y="619"/>
                                  </a:cubicBezTo>
                                  <a:cubicBezTo>
                                    <a:pt x="532" y="619"/>
                                    <a:pt x="532" y="619"/>
                                    <a:pt x="532" y="619"/>
                                  </a:cubicBezTo>
                                  <a:cubicBezTo>
                                    <a:pt x="531" y="619"/>
                                    <a:pt x="530" y="619"/>
                                    <a:pt x="530" y="618"/>
                                  </a:cubicBezTo>
                                  <a:cubicBezTo>
                                    <a:pt x="529" y="618"/>
                                    <a:pt x="529" y="618"/>
                                    <a:pt x="529" y="618"/>
                                  </a:cubicBezTo>
                                  <a:cubicBezTo>
                                    <a:pt x="529" y="618"/>
                                    <a:pt x="529" y="618"/>
                                    <a:pt x="529" y="619"/>
                                  </a:cubicBezTo>
                                  <a:cubicBezTo>
                                    <a:pt x="529" y="619"/>
                                    <a:pt x="529" y="619"/>
                                    <a:pt x="529" y="619"/>
                                  </a:cubicBezTo>
                                  <a:cubicBezTo>
                                    <a:pt x="530" y="619"/>
                                    <a:pt x="531" y="619"/>
                                    <a:pt x="532" y="619"/>
                                  </a:cubicBezTo>
                                  <a:cubicBezTo>
                                    <a:pt x="533" y="619"/>
                                    <a:pt x="533" y="619"/>
                                    <a:pt x="533" y="620"/>
                                  </a:cubicBezTo>
                                  <a:cubicBezTo>
                                    <a:pt x="533" y="620"/>
                                    <a:pt x="533" y="620"/>
                                    <a:pt x="533" y="620"/>
                                  </a:cubicBezTo>
                                  <a:cubicBezTo>
                                    <a:pt x="533" y="621"/>
                                    <a:pt x="533" y="621"/>
                                    <a:pt x="533" y="621"/>
                                  </a:cubicBezTo>
                                  <a:cubicBezTo>
                                    <a:pt x="534" y="621"/>
                                    <a:pt x="534" y="621"/>
                                    <a:pt x="534" y="621"/>
                                  </a:cubicBezTo>
                                  <a:cubicBezTo>
                                    <a:pt x="534" y="621"/>
                                    <a:pt x="534" y="622"/>
                                    <a:pt x="534" y="622"/>
                                  </a:cubicBezTo>
                                  <a:cubicBezTo>
                                    <a:pt x="534" y="622"/>
                                    <a:pt x="534" y="622"/>
                                    <a:pt x="534" y="622"/>
                                  </a:cubicBezTo>
                                  <a:cubicBezTo>
                                    <a:pt x="533" y="622"/>
                                    <a:pt x="533" y="622"/>
                                    <a:pt x="532" y="622"/>
                                  </a:cubicBezTo>
                                  <a:cubicBezTo>
                                    <a:pt x="532" y="621"/>
                                    <a:pt x="532" y="621"/>
                                    <a:pt x="532" y="622"/>
                                  </a:cubicBezTo>
                                  <a:cubicBezTo>
                                    <a:pt x="532" y="622"/>
                                    <a:pt x="533" y="622"/>
                                    <a:pt x="533" y="622"/>
                                  </a:cubicBezTo>
                                  <a:cubicBezTo>
                                    <a:pt x="534" y="622"/>
                                    <a:pt x="534" y="622"/>
                                    <a:pt x="534" y="622"/>
                                  </a:cubicBezTo>
                                  <a:cubicBezTo>
                                    <a:pt x="534" y="622"/>
                                    <a:pt x="535" y="623"/>
                                    <a:pt x="535" y="623"/>
                                  </a:cubicBezTo>
                                  <a:cubicBezTo>
                                    <a:pt x="535" y="623"/>
                                    <a:pt x="536" y="623"/>
                                    <a:pt x="536" y="623"/>
                                  </a:cubicBezTo>
                                  <a:cubicBezTo>
                                    <a:pt x="536" y="623"/>
                                    <a:pt x="535" y="623"/>
                                    <a:pt x="535" y="623"/>
                                  </a:cubicBezTo>
                                  <a:cubicBezTo>
                                    <a:pt x="535" y="623"/>
                                    <a:pt x="535" y="623"/>
                                    <a:pt x="535" y="623"/>
                                  </a:cubicBezTo>
                                  <a:cubicBezTo>
                                    <a:pt x="536" y="624"/>
                                    <a:pt x="536" y="624"/>
                                    <a:pt x="537" y="624"/>
                                  </a:cubicBezTo>
                                  <a:cubicBezTo>
                                    <a:pt x="537" y="624"/>
                                    <a:pt x="537" y="624"/>
                                    <a:pt x="538" y="624"/>
                                  </a:cubicBezTo>
                                  <a:cubicBezTo>
                                    <a:pt x="538" y="624"/>
                                    <a:pt x="538" y="624"/>
                                    <a:pt x="538" y="624"/>
                                  </a:cubicBezTo>
                                  <a:cubicBezTo>
                                    <a:pt x="538" y="625"/>
                                    <a:pt x="537" y="625"/>
                                    <a:pt x="537" y="625"/>
                                  </a:cubicBezTo>
                                  <a:cubicBezTo>
                                    <a:pt x="537" y="625"/>
                                    <a:pt x="537" y="625"/>
                                    <a:pt x="538" y="625"/>
                                  </a:cubicBezTo>
                                  <a:cubicBezTo>
                                    <a:pt x="538" y="625"/>
                                    <a:pt x="538" y="625"/>
                                    <a:pt x="538" y="625"/>
                                  </a:cubicBezTo>
                                  <a:cubicBezTo>
                                    <a:pt x="538" y="625"/>
                                    <a:pt x="538" y="624"/>
                                    <a:pt x="538" y="624"/>
                                  </a:cubicBezTo>
                                  <a:cubicBezTo>
                                    <a:pt x="538" y="625"/>
                                    <a:pt x="538" y="625"/>
                                    <a:pt x="538" y="626"/>
                                  </a:cubicBezTo>
                                  <a:cubicBezTo>
                                    <a:pt x="538" y="626"/>
                                    <a:pt x="539" y="626"/>
                                    <a:pt x="539" y="626"/>
                                  </a:cubicBezTo>
                                  <a:cubicBezTo>
                                    <a:pt x="539" y="626"/>
                                    <a:pt x="539" y="625"/>
                                    <a:pt x="539" y="624"/>
                                  </a:cubicBezTo>
                                  <a:cubicBezTo>
                                    <a:pt x="540" y="625"/>
                                    <a:pt x="540" y="625"/>
                                    <a:pt x="540" y="625"/>
                                  </a:cubicBezTo>
                                  <a:cubicBezTo>
                                    <a:pt x="540" y="625"/>
                                    <a:pt x="541" y="625"/>
                                    <a:pt x="541" y="625"/>
                                  </a:cubicBezTo>
                                  <a:cubicBezTo>
                                    <a:pt x="541" y="625"/>
                                    <a:pt x="541" y="625"/>
                                    <a:pt x="541" y="625"/>
                                  </a:cubicBezTo>
                                  <a:cubicBezTo>
                                    <a:pt x="541" y="625"/>
                                    <a:pt x="540" y="625"/>
                                    <a:pt x="540" y="626"/>
                                  </a:cubicBezTo>
                                  <a:cubicBezTo>
                                    <a:pt x="540" y="626"/>
                                    <a:pt x="540" y="626"/>
                                    <a:pt x="540" y="626"/>
                                  </a:cubicBezTo>
                                  <a:cubicBezTo>
                                    <a:pt x="540" y="626"/>
                                    <a:pt x="540" y="626"/>
                                    <a:pt x="540" y="626"/>
                                  </a:cubicBezTo>
                                  <a:cubicBezTo>
                                    <a:pt x="540" y="626"/>
                                    <a:pt x="540" y="627"/>
                                    <a:pt x="540" y="627"/>
                                  </a:cubicBezTo>
                                  <a:cubicBezTo>
                                    <a:pt x="541" y="627"/>
                                    <a:pt x="541" y="627"/>
                                    <a:pt x="541" y="628"/>
                                  </a:cubicBezTo>
                                  <a:cubicBezTo>
                                    <a:pt x="541" y="628"/>
                                    <a:pt x="540" y="628"/>
                                    <a:pt x="540" y="628"/>
                                  </a:cubicBezTo>
                                  <a:cubicBezTo>
                                    <a:pt x="540" y="628"/>
                                    <a:pt x="541" y="628"/>
                                    <a:pt x="541" y="629"/>
                                  </a:cubicBezTo>
                                  <a:cubicBezTo>
                                    <a:pt x="541" y="629"/>
                                    <a:pt x="541" y="629"/>
                                    <a:pt x="541" y="629"/>
                                  </a:cubicBezTo>
                                  <a:cubicBezTo>
                                    <a:pt x="541" y="629"/>
                                    <a:pt x="541" y="629"/>
                                    <a:pt x="541" y="629"/>
                                  </a:cubicBezTo>
                                  <a:cubicBezTo>
                                    <a:pt x="540" y="629"/>
                                    <a:pt x="540" y="630"/>
                                    <a:pt x="540" y="630"/>
                                  </a:cubicBezTo>
                                  <a:cubicBezTo>
                                    <a:pt x="540" y="630"/>
                                    <a:pt x="539" y="631"/>
                                    <a:pt x="539" y="631"/>
                                  </a:cubicBezTo>
                                  <a:cubicBezTo>
                                    <a:pt x="539" y="631"/>
                                    <a:pt x="539" y="632"/>
                                    <a:pt x="540" y="632"/>
                                  </a:cubicBezTo>
                                  <a:cubicBezTo>
                                    <a:pt x="540" y="632"/>
                                    <a:pt x="540" y="632"/>
                                    <a:pt x="540" y="632"/>
                                  </a:cubicBezTo>
                                  <a:cubicBezTo>
                                    <a:pt x="540" y="631"/>
                                    <a:pt x="541" y="631"/>
                                    <a:pt x="541" y="631"/>
                                  </a:cubicBezTo>
                                  <a:cubicBezTo>
                                    <a:pt x="541" y="630"/>
                                    <a:pt x="542" y="631"/>
                                    <a:pt x="542" y="631"/>
                                  </a:cubicBezTo>
                                  <a:cubicBezTo>
                                    <a:pt x="542" y="631"/>
                                    <a:pt x="542" y="631"/>
                                    <a:pt x="542" y="631"/>
                                  </a:cubicBezTo>
                                  <a:cubicBezTo>
                                    <a:pt x="543" y="631"/>
                                    <a:pt x="543" y="631"/>
                                    <a:pt x="543" y="631"/>
                                  </a:cubicBezTo>
                                  <a:cubicBezTo>
                                    <a:pt x="543" y="631"/>
                                    <a:pt x="543" y="631"/>
                                    <a:pt x="544" y="630"/>
                                  </a:cubicBezTo>
                                  <a:cubicBezTo>
                                    <a:pt x="544" y="630"/>
                                    <a:pt x="544" y="630"/>
                                    <a:pt x="544" y="631"/>
                                  </a:cubicBezTo>
                                  <a:cubicBezTo>
                                    <a:pt x="545" y="631"/>
                                    <a:pt x="544" y="631"/>
                                    <a:pt x="544" y="631"/>
                                  </a:cubicBezTo>
                                  <a:cubicBezTo>
                                    <a:pt x="544" y="631"/>
                                    <a:pt x="544" y="632"/>
                                    <a:pt x="544" y="632"/>
                                  </a:cubicBezTo>
                                  <a:cubicBezTo>
                                    <a:pt x="544" y="632"/>
                                    <a:pt x="545" y="632"/>
                                    <a:pt x="546" y="632"/>
                                  </a:cubicBezTo>
                                  <a:cubicBezTo>
                                    <a:pt x="546" y="632"/>
                                    <a:pt x="546" y="632"/>
                                    <a:pt x="546" y="632"/>
                                  </a:cubicBezTo>
                                  <a:cubicBezTo>
                                    <a:pt x="546" y="632"/>
                                    <a:pt x="546" y="632"/>
                                    <a:pt x="546" y="632"/>
                                  </a:cubicBezTo>
                                  <a:cubicBezTo>
                                    <a:pt x="546" y="633"/>
                                    <a:pt x="546" y="633"/>
                                    <a:pt x="546" y="633"/>
                                  </a:cubicBezTo>
                                  <a:cubicBezTo>
                                    <a:pt x="546" y="633"/>
                                    <a:pt x="545" y="634"/>
                                    <a:pt x="545" y="634"/>
                                  </a:cubicBezTo>
                                  <a:cubicBezTo>
                                    <a:pt x="545" y="634"/>
                                    <a:pt x="544" y="635"/>
                                    <a:pt x="544" y="635"/>
                                  </a:cubicBezTo>
                                  <a:cubicBezTo>
                                    <a:pt x="544" y="635"/>
                                    <a:pt x="545" y="635"/>
                                    <a:pt x="545" y="635"/>
                                  </a:cubicBezTo>
                                  <a:cubicBezTo>
                                    <a:pt x="545" y="635"/>
                                    <a:pt x="545" y="634"/>
                                    <a:pt x="545" y="634"/>
                                  </a:cubicBezTo>
                                  <a:cubicBezTo>
                                    <a:pt x="546" y="634"/>
                                    <a:pt x="546" y="633"/>
                                    <a:pt x="547" y="633"/>
                                  </a:cubicBezTo>
                                  <a:cubicBezTo>
                                    <a:pt x="547" y="633"/>
                                    <a:pt x="548" y="632"/>
                                    <a:pt x="548" y="631"/>
                                  </a:cubicBezTo>
                                  <a:cubicBezTo>
                                    <a:pt x="548" y="631"/>
                                    <a:pt x="548" y="631"/>
                                    <a:pt x="548" y="631"/>
                                  </a:cubicBezTo>
                                  <a:cubicBezTo>
                                    <a:pt x="548" y="631"/>
                                    <a:pt x="548" y="631"/>
                                    <a:pt x="548" y="631"/>
                                  </a:cubicBezTo>
                                  <a:cubicBezTo>
                                    <a:pt x="548" y="631"/>
                                    <a:pt x="549" y="631"/>
                                    <a:pt x="549" y="632"/>
                                  </a:cubicBezTo>
                                  <a:cubicBezTo>
                                    <a:pt x="549" y="632"/>
                                    <a:pt x="549" y="632"/>
                                    <a:pt x="548" y="632"/>
                                  </a:cubicBezTo>
                                  <a:cubicBezTo>
                                    <a:pt x="548" y="633"/>
                                    <a:pt x="547" y="633"/>
                                    <a:pt x="547" y="634"/>
                                  </a:cubicBezTo>
                                  <a:cubicBezTo>
                                    <a:pt x="547" y="634"/>
                                    <a:pt x="548" y="634"/>
                                    <a:pt x="548" y="633"/>
                                  </a:cubicBezTo>
                                  <a:cubicBezTo>
                                    <a:pt x="548" y="633"/>
                                    <a:pt x="548" y="633"/>
                                    <a:pt x="548" y="633"/>
                                  </a:cubicBezTo>
                                  <a:cubicBezTo>
                                    <a:pt x="548" y="633"/>
                                    <a:pt x="549" y="633"/>
                                    <a:pt x="549" y="633"/>
                                  </a:cubicBezTo>
                                  <a:cubicBezTo>
                                    <a:pt x="549" y="633"/>
                                    <a:pt x="549" y="632"/>
                                    <a:pt x="549" y="632"/>
                                  </a:cubicBezTo>
                                  <a:cubicBezTo>
                                    <a:pt x="549" y="632"/>
                                    <a:pt x="550" y="632"/>
                                    <a:pt x="550" y="633"/>
                                  </a:cubicBezTo>
                                  <a:cubicBezTo>
                                    <a:pt x="550" y="633"/>
                                    <a:pt x="550" y="633"/>
                                    <a:pt x="550" y="633"/>
                                  </a:cubicBezTo>
                                  <a:cubicBezTo>
                                    <a:pt x="549" y="633"/>
                                    <a:pt x="549" y="633"/>
                                    <a:pt x="549" y="633"/>
                                  </a:cubicBezTo>
                                  <a:cubicBezTo>
                                    <a:pt x="549" y="634"/>
                                    <a:pt x="549" y="634"/>
                                    <a:pt x="549" y="634"/>
                                  </a:cubicBezTo>
                                  <a:cubicBezTo>
                                    <a:pt x="549" y="634"/>
                                    <a:pt x="550" y="634"/>
                                    <a:pt x="550" y="634"/>
                                  </a:cubicBezTo>
                                  <a:cubicBezTo>
                                    <a:pt x="550" y="634"/>
                                    <a:pt x="549" y="635"/>
                                    <a:pt x="549" y="635"/>
                                  </a:cubicBezTo>
                                  <a:cubicBezTo>
                                    <a:pt x="549" y="635"/>
                                    <a:pt x="550" y="635"/>
                                    <a:pt x="550" y="636"/>
                                  </a:cubicBezTo>
                                  <a:cubicBezTo>
                                    <a:pt x="551" y="636"/>
                                    <a:pt x="552" y="636"/>
                                    <a:pt x="553" y="636"/>
                                  </a:cubicBezTo>
                                  <a:cubicBezTo>
                                    <a:pt x="553" y="636"/>
                                    <a:pt x="553" y="636"/>
                                    <a:pt x="553" y="636"/>
                                  </a:cubicBezTo>
                                  <a:cubicBezTo>
                                    <a:pt x="553" y="636"/>
                                    <a:pt x="553" y="636"/>
                                    <a:pt x="554" y="636"/>
                                  </a:cubicBezTo>
                                  <a:cubicBezTo>
                                    <a:pt x="554" y="636"/>
                                    <a:pt x="554" y="636"/>
                                    <a:pt x="554" y="636"/>
                                  </a:cubicBezTo>
                                  <a:cubicBezTo>
                                    <a:pt x="555" y="636"/>
                                    <a:pt x="555" y="636"/>
                                    <a:pt x="555" y="636"/>
                                  </a:cubicBezTo>
                                  <a:cubicBezTo>
                                    <a:pt x="555" y="635"/>
                                    <a:pt x="556" y="635"/>
                                    <a:pt x="556" y="635"/>
                                  </a:cubicBezTo>
                                  <a:cubicBezTo>
                                    <a:pt x="556" y="635"/>
                                    <a:pt x="556" y="635"/>
                                    <a:pt x="557" y="635"/>
                                  </a:cubicBezTo>
                                  <a:cubicBezTo>
                                    <a:pt x="557" y="635"/>
                                    <a:pt x="557" y="635"/>
                                    <a:pt x="557" y="635"/>
                                  </a:cubicBezTo>
                                  <a:cubicBezTo>
                                    <a:pt x="557" y="635"/>
                                    <a:pt x="556" y="635"/>
                                    <a:pt x="556" y="635"/>
                                  </a:cubicBezTo>
                                  <a:cubicBezTo>
                                    <a:pt x="557" y="635"/>
                                    <a:pt x="557" y="636"/>
                                    <a:pt x="557" y="636"/>
                                  </a:cubicBezTo>
                                  <a:cubicBezTo>
                                    <a:pt x="557" y="636"/>
                                    <a:pt x="556" y="636"/>
                                    <a:pt x="556" y="636"/>
                                  </a:cubicBezTo>
                                  <a:cubicBezTo>
                                    <a:pt x="556" y="637"/>
                                    <a:pt x="555" y="637"/>
                                    <a:pt x="555" y="637"/>
                                  </a:cubicBezTo>
                                  <a:cubicBezTo>
                                    <a:pt x="556" y="637"/>
                                    <a:pt x="557" y="637"/>
                                    <a:pt x="557" y="637"/>
                                  </a:cubicBezTo>
                                  <a:cubicBezTo>
                                    <a:pt x="557" y="637"/>
                                    <a:pt x="558" y="637"/>
                                    <a:pt x="558" y="637"/>
                                  </a:cubicBezTo>
                                  <a:cubicBezTo>
                                    <a:pt x="558" y="637"/>
                                    <a:pt x="558" y="637"/>
                                    <a:pt x="558" y="638"/>
                                  </a:cubicBezTo>
                                  <a:cubicBezTo>
                                    <a:pt x="558" y="638"/>
                                    <a:pt x="558" y="638"/>
                                    <a:pt x="559" y="638"/>
                                  </a:cubicBezTo>
                                  <a:cubicBezTo>
                                    <a:pt x="559" y="638"/>
                                    <a:pt x="560" y="638"/>
                                    <a:pt x="560" y="638"/>
                                  </a:cubicBezTo>
                                  <a:cubicBezTo>
                                    <a:pt x="560" y="638"/>
                                    <a:pt x="561" y="639"/>
                                    <a:pt x="561" y="639"/>
                                  </a:cubicBezTo>
                                  <a:cubicBezTo>
                                    <a:pt x="561" y="639"/>
                                    <a:pt x="561" y="639"/>
                                    <a:pt x="560" y="640"/>
                                  </a:cubicBezTo>
                                  <a:cubicBezTo>
                                    <a:pt x="560" y="640"/>
                                    <a:pt x="559" y="641"/>
                                    <a:pt x="559" y="641"/>
                                  </a:cubicBezTo>
                                  <a:cubicBezTo>
                                    <a:pt x="558" y="641"/>
                                    <a:pt x="558" y="641"/>
                                    <a:pt x="558" y="641"/>
                                  </a:cubicBezTo>
                                  <a:cubicBezTo>
                                    <a:pt x="557" y="641"/>
                                    <a:pt x="556" y="641"/>
                                    <a:pt x="555" y="642"/>
                                  </a:cubicBezTo>
                                  <a:cubicBezTo>
                                    <a:pt x="555" y="642"/>
                                    <a:pt x="554" y="642"/>
                                    <a:pt x="554" y="642"/>
                                  </a:cubicBezTo>
                                  <a:cubicBezTo>
                                    <a:pt x="554" y="642"/>
                                    <a:pt x="554" y="642"/>
                                    <a:pt x="554" y="642"/>
                                  </a:cubicBezTo>
                                  <a:cubicBezTo>
                                    <a:pt x="554" y="643"/>
                                    <a:pt x="553" y="643"/>
                                    <a:pt x="552" y="643"/>
                                  </a:cubicBezTo>
                                  <a:cubicBezTo>
                                    <a:pt x="553" y="643"/>
                                    <a:pt x="553" y="643"/>
                                    <a:pt x="553" y="644"/>
                                  </a:cubicBezTo>
                                  <a:cubicBezTo>
                                    <a:pt x="553" y="644"/>
                                    <a:pt x="553" y="644"/>
                                    <a:pt x="553" y="644"/>
                                  </a:cubicBezTo>
                                  <a:cubicBezTo>
                                    <a:pt x="553" y="644"/>
                                    <a:pt x="553" y="644"/>
                                    <a:pt x="553" y="644"/>
                                  </a:cubicBezTo>
                                  <a:cubicBezTo>
                                    <a:pt x="552" y="645"/>
                                    <a:pt x="551" y="645"/>
                                    <a:pt x="550" y="644"/>
                                  </a:cubicBezTo>
                                  <a:cubicBezTo>
                                    <a:pt x="550" y="644"/>
                                    <a:pt x="550" y="644"/>
                                    <a:pt x="550" y="644"/>
                                  </a:cubicBezTo>
                                  <a:cubicBezTo>
                                    <a:pt x="549" y="644"/>
                                    <a:pt x="547" y="645"/>
                                    <a:pt x="546" y="645"/>
                                  </a:cubicBezTo>
                                  <a:cubicBezTo>
                                    <a:pt x="547" y="645"/>
                                    <a:pt x="547" y="645"/>
                                    <a:pt x="548" y="645"/>
                                  </a:cubicBezTo>
                                  <a:cubicBezTo>
                                    <a:pt x="548" y="645"/>
                                    <a:pt x="549" y="645"/>
                                    <a:pt x="549" y="645"/>
                                  </a:cubicBezTo>
                                  <a:cubicBezTo>
                                    <a:pt x="549" y="645"/>
                                    <a:pt x="549" y="645"/>
                                    <a:pt x="549" y="645"/>
                                  </a:cubicBezTo>
                                  <a:cubicBezTo>
                                    <a:pt x="549" y="645"/>
                                    <a:pt x="549" y="645"/>
                                    <a:pt x="549" y="645"/>
                                  </a:cubicBezTo>
                                  <a:cubicBezTo>
                                    <a:pt x="548" y="647"/>
                                    <a:pt x="546" y="647"/>
                                    <a:pt x="545" y="647"/>
                                  </a:cubicBezTo>
                                  <a:cubicBezTo>
                                    <a:pt x="544" y="648"/>
                                    <a:pt x="543" y="648"/>
                                    <a:pt x="543" y="648"/>
                                  </a:cubicBezTo>
                                  <a:cubicBezTo>
                                    <a:pt x="542" y="649"/>
                                    <a:pt x="542" y="649"/>
                                    <a:pt x="542" y="650"/>
                                  </a:cubicBezTo>
                                  <a:cubicBezTo>
                                    <a:pt x="542" y="650"/>
                                    <a:pt x="542" y="651"/>
                                    <a:pt x="542" y="651"/>
                                  </a:cubicBezTo>
                                  <a:cubicBezTo>
                                    <a:pt x="542" y="651"/>
                                    <a:pt x="542" y="651"/>
                                    <a:pt x="542" y="651"/>
                                  </a:cubicBezTo>
                                  <a:cubicBezTo>
                                    <a:pt x="542" y="651"/>
                                    <a:pt x="542" y="651"/>
                                    <a:pt x="542" y="651"/>
                                  </a:cubicBezTo>
                                  <a:cubicBezTo>
                                    <a:pt x="542" y="652"/>
                                    <a:pt x="541" y="652"/>
                                    <a:pt x="541" y="652"/>
                                  </a:cubicBezTo>
                                  <a:cubicBezTo>
                                    <a:pt x="541" y="652"/>
                                    <a:pt x="540" y="652"/>
                                    <a:pt x="540" y="652"/>
                                  </a:cubicBezTo>
                                  <a:cubicBezTo>
                                    <a:pt x="540" y="652"/>
                                    <a:pt x="541" y="653"/>
                                    <a:pt x="541" y="653"/>
                                  </a:cubicBezTo>
                                  <a:cubicBezTo>
                                    <a:pt x="541" y="652"/>
                                    <a:pt x="541" y="652"/>
                                    <a:pt x="541" y="652"/>
                                  </a:cubicBezTo>
                                  <a:cubicBezTo>
                                    <a:pt x="541" y="652"/>
                                    <a:pt x="542" y="652"/>
                                    <a:pt x="542" y="652"/>
                                  </a:cubicBezTo>
                                  <a:cubicBezTo>
                                    <a:pt x="542" y="653"/>
                                    <a:pt x="542" y="652"/>
                                    <a:pt x="543" y="652"/>
                                  </a:cubicBezTo>
                                  <a:cubicBezTo>
                                    <a:pt x="543" y="652"/>
                                    <a:pt x="543" y="652"/>
                                    <a:pt x="543" y="651"/>
                                  </a:cubicBezTo>
                                  <a:cubicBezTo>
                                    <a:pt x="543" y="651"/>
                                    <a:pt x="543" y="651"/>
                                    <a:pt x="544" y="651"/>
                                  </a:cubicBezTo>
                                  <a:cubicBezTo>
                                    <a:pt x="544" y="651"/>
                                    <a:pt x="544" y="651"/>
                                    <a:pt x="544" y="651"/>
                                  </a:cubicBezTo>
                                  <a:cubicBezTo>
                                    <a:pt x="545" y="651"/>
                                    <a:pt x="545" y="651"/>
                                    <a:pt x="546" y="650"/>
                                  </a:cubicBezTo>
                                  <a:cubicBezTo>
                                    <a:pt x="547" y="650"/>
                                    <a:pt x="547" y="649"/>
                                    <a:pt x="548" y="649"/>
                                  </a:cubicBezTo>
                                  <a:cubicBezTo>
                                    <a:pt x="549" y="649"/>
                                    <a:pt x="549" y="649"/>
                                    <a:pt x="549" y="649"/>
                                  </a:cubicBezTo>
                                  <a:cubicBezTo>
                                    <a:pt x="549" y="649"/>
                                    <a:pt x="550" y="648"/>
                                    <a:pt x="550" y="648"/>
                                  </a:cubicBezTo>
                                  <a:cubicBezTo>
                                    <a:pt x="550" y="648"/>
                                    <a:pt x="549" y="648"/>
                                    <a:pt x="549" y="648"/>
                                  </a:cubicBezTo>
                                  <a:cubicBezTo>
                                    <a:pt x="549" y="647"/>
                                    <a:pt x="550" y="647"/>
                                    <a:pt x="550" y="647"/>
                                  </a:cubicBezTo>
                                  <a:cubicBezTo>
                                    <a:pt x="550" y="647"/>
                                    <a:pt x="550" y="646"/>
                                    <a:pt x="551" y="646"/>
                                  </a:cubicBezTo>
                                  <a:cubicBezTo>
                                    <a:pt x="551" y="646"/>
                                    <a:pt x="551" y="646"/>
                                    <a:pt x="552" y="646"/>
                                  </a:cubicBezTo>
                                  <a:cubicBezTo>
                                    <a:pt x="553" y="645"/>
                                    <a:pt x="554" y="645"/>
                                    <a:pt x="555" y="644"/>
                                  </a:cubicBezTo>
                                  <a:cubicBezTo>
                                    <a:pt x="555" y="644"/>
                                    <a:pt x="556" y="644"/>
                                    <a:pt x="556" y="644"/>
                                  </a:cubicBezTo>
                                  <a:cubicBezTo>
                                    <a:pt x="556" y="644"/>
                                    <a:pt x="557" y="645"/>
                                    <a:pt x="557" y="644"/>
                                  </a:cubicBezTo>
                                  <a:cubicBezTo>
                                    <a:pt x="556" y="644"/>
                                    <a:pt x="556" y="644"/>
                                    <a:pt x="555" y="644"/>
                                  </a:cubicBezTo>
                                  <a:cubicBezTo>
                                    <a:pt x="554" y="644"/>
                                    <a:pt x="554" y="644"/>
                                    <a:pt x="553" y="644"/>
                                  </a:cubicBezTo>
                                  <a:cubicBezTo>
                                    <a:pt x="553" y="643"/>
                                    <a:pt x="554" y="643"/>
                                    <a:pt x="554" y="643"/>
                                  </a:cubicBezTo>
                                  <a:cubicBezTo>
                                    <a:pt x="555" y="643"/>
                                    <a:pt x="556" y="643"/>
                                    <a:pt x="557" y="643"/>
                                  </a:cubicBezTo>
                                  <a:cubicBezTo>
                                    <a:pt x="558" y="643"/>
                                    <a:pt x="559" y="643"/>
                                    <a:pt x="560" y="643"/>
                                  </a:cubicBezTo>
                                  <a:cubicBezTo>
                                    <a:pt x="560" y="643"/>
                                    <a:pt x="560" y="643"/>
                                    <a:pt x="560" y="644"/>
                                  </a:cubicBezTo>
                                  <a:cubicBezTo>
                                    <a:pt x="560" y="644"/>
                                    <a:pt x="560" y="644"/>
                                    <a:pt x="560" y="644"/>
                                  </a:cubicBezTo>
                                  <a:cubicBezTo>
                                    <a:pt x="561" y="645"/>
                                    <a:pt x="562" y="646"/>
                                    <a:pt x="562" y="646"/>
                                  </a:cubicBezTo>
                                  <a:cubicBezTo>
                                    <a:pt x="562" y="647"/>
                                    <a:pt x="562" y="647"/>
                                    <a:pt x="562" y="647"/>
                                  </a:cubicBezTo>
                                  <a:cubicBezTo>
                                    <a:pt x="562" y="647"/>
                                    <a:pt x="562" y="647"/>
                                    <a:pt x="562" y="647"/>
                                  </a:cubicBezTo>
                                  <a:cubicBezTo>
                                    <a:pt x="562" y="647"/>
                                    <a:pt x="562" y="648"/>
                                    <a:pt x="562" y="648"/>
                                  </a:cubicBezTo>
                                  <a:cubicBezTo>
                                    <a:pt x="561" y="649"/>
                                    <a:pt x="560" y="649"/>
                                    <a:pt x="560" y="650"/>
                                  </a:cubicBezTo>
                                  <a:cubicBezTo>
                                    <a:pt x="560" y="650"/>
                                    <a:pt x="561" y="650"/>
                                    <a:pt x="561" y="650"/>
                                  </a:cubicBezTo>
                                  <a:cubicBezTo>
                                    <a:pt x="561" y="650"/>
                                    <a:pt x="561" y="650"/>
                                    <a:pt x="561" y="650"/>
                                  </a:cubicBezTo>
                                  <a:cubicBezTo>
                                    <a:pt x="561" y="651"/>
                                    <a:pt x="561" y="651"/>
                                    <a:pt x="561" y="651"/>
                                  </a:cubicBezTo>
                                  <a:cubicBezTo>
                                    <a:pt x="562" y="651"/>
                                    <a:pt x="562" y="650"/>
                                    <a:pt x="562" y="649"/>
                                  </a:cubicBezTo>
                                  <a:cubicBezTo>
                                    <a:pt x="562" y="649"/>
                                    <a:pt x="562" y="649"/>
                                    <a:pt x="562" y="649"/>
                                  </a:cubicBezTo>
                                  <a:cubicBezTo>
                                    <a:pt x="562" y="649"/>
                                    <a:pt x="562" y="649"/>
                                    <a:pt x="562" y="649"/>
                                  </a:cubicBezTo>
                                  <a:cubicBezTo>
                                    <a:pt x="563" y="648"/>
                                    <a:pt x="564" y="649"/>
                                    <a:pt x="566" y="648"/>
                                  </a:cubicBezTo>
                                  <a:cubicBezTo>
                                    <a:pt x="566" y="648"/>
                                    <a:pt x="566" y="648"/>
                                    <a:pt x="567" y="648"/>
                                  </a:cubicBezTo>
                                  <a:cubicBezTo>
                                    <a:pt x="567" y="648"/>
                                    <a:pt x="566" y="648"/>
                                    <a:pt x="566" y="648"/>
                                  </a:cubicBezTo>
                                  <a:cubicBezTo>
                                    <a:pt x="566" y="649"/>
                                    <a:pt x="566" y="649"/>
                                    <a:pt x="566" y="649"/>
                                  </a:cubicBezTo>
                                  <a:cubicBezTo>
                                    <a:pt x="566" y="650"/>
                                    <a:pt x="568" y="650"/>
                                    <a:pt x="568" y="650"/>
                                  </a:cubicBezTo>
                                  <a:cubicBezTo>
                                    <a:pt x="568" y="650"/>
                                    <a:pt x="568" y="650"/>
                                    <a:pt x="569" y="650"/>
                                  </a:cubicBezTo>
                                  <a:cubicBezTo>
                                    <a:pt x="569" y="650"/>
                                    <a:pt x="569" y="650"/>
                                    <a:pt x="569" y="650"/>
                                  </a:cubicBezTo>
                                  <a:cubicBezTo>
                                    <a:pt x="569" y="650"/>
                                    <a:pt x="570" y="650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69" y="651"/>
                                    <a:pt x="568" y="651"/>
                                    <a:pt x="568" y="651"/>
                                  </a:cubicBezTo>
                                  <a:cubicBezTo>
                                    <a:pt x="568" y="651"/>
                                    <a:pt x="568" y="651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70" y="652"/>
                                    <a:pt x="570" y="652"/>
                                    <a:pt x="570" y="652"/>
                                  </a:cubicBezTo>
                                  <a:cubicBezTo>
                                    <a:pt x="570" y="652"/>
                                    <a:pt x="570" y="653"/>
                                    <a:pt x="571" y="653"/>
                                  </a:cubicBezTo>
                                  <a:cubicBezTo>
                                    <a:pt x="571" y="653"/>
                                    <a:pt x="571" y="654"/>
                                    <a:pt x="571" y="654"/>
                                  </a:cubicBezTo>
                                  <a:cubicBezTo>
                                    <a:pt x="571" y="654"/>
                                    <a:pt x="571" y="654"/>
                                    <a:pt x="571" y="654"/>
                                  </a:cubicBezTo>
                                  <a:cubicBezTo>
                                    <a:pt x="571" y="654"/>
                                    <a:pt x="571" y="654"/>
                                    <a:pt x="571" y="654"/>
                                  </a:cubicBezTo>
                                  <a:cubicBezTo>
                                    <a:pt x="571" y="655"/>
                                    <a:pt x="571" y="655"/>
                                    <a:pt x="571" y="656"/>
                                  </a:cubicBezTo>
                                  <a:cubicBezTo>
                                    <a:pt x="571" y="656"/>
                                    <a:pt x="571" y="656"/>
                                    <a:pt x="571" y="656"/>
                                  </a:cubicBezTo>
                                  <a:cubicBezTo>
                                    <a:pt x="571" y="656"/>
                                    <a:pt x="570" y="656"/>
                                    <a:pt x="569" y="656"/>
                                  </a:cubicBezTo>
                                  <a:cubicBezTo>
                                    <a:pt x="570" y="657"/>
                                    <a:pt x="570" y="657"/>
                                    <a:pt x="570" y="657"/>
                                  </a:cubicBezTo>
                                  <a:cubicBezTo>
                                    <a:pt x="570" y="657"/>
                                    <a:pt x="570" y="657"/>
                                    <a:pt x="571" y="658"/>
                                  </a:cubicBezTo>
                                  <a:cubicBezTo>
                                    <a:pt x="571" y="658"/>
                                    <a:pt x="571" y="658"/>
                                    <a:pt x="571" y="658"/>
                                  </a:cubicBezTo>
                                  <a:cubicBezTo>
                                    <a:pt x="571" y="658"/>
                                    <a:pt x="571" y="658"/>
                                    <a:pt x="571" y="658"/>
                                  </a:cubicBezTo>
                                  <a:cubicBezTo>
                                    <a:pt x="570" y="658"/>
                                    <a:pt x="570" y="659"/>
                                    <a:pt x="570" y="659"/>
                                  </a:cubicBezTo>
                                  <a:cubicBezTo>
                                    <a:pt x="570" y="659"/>
                                    <a:pt x="570" y="659"/>
                                    <a:pt x="570" y="659"/>
                                  </a:cubicBezTo>
                                  <a:cubicBezTo>
                                    <a:pt x="570" y="659"/>
                                    <a:pt x="570" y="659"/>
                                    <a:pt x="570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70" y="659"/>
                                    <a:pt x="570" y="660"/>
                                    <a:pt x="570" y="660"/>
                                  </a:cubicBezTo>
                                  <a:cubicBezTo>
                                    <a:pt x="570" y="660"/>
                                    <a:pt x="570" y="660"/>
                                    <a:pt x="571" y="660"/>
                                  </a:cubicBezTo>
                                  <a:cubicBezTo>
                                    <a:pt x="571" y="660"/>
                                    <a:pt x="571" y="660"/>
                                    <a:pt x="571" y="660"/>
                                  </a:cubicBezTo>
                                  <a:cubicBezTo>
                                    <a:pt x="571" y="660"/>
                                    <a:pt x="571" y="661"/>
                                    <a:pt x="571" y="661"/>
                                  </a:cubicBezTo>
                                  <a:cubicBezTo>
                                    <a:pt x="571" y="661"/>
                                    <a:pt x="571" y="662"/>
                                    <a:pt x="571" y="662"/>
                                  </a:cubicBezTo>
                                  <a:cubicBezTo>
                                    <a:pt x="571" y="662"/>
                                    <a:pt x="570" y="661"/>
                                    <a:pt x="569" y="661"/>
                                  </a:cubicBezTo>
                                  <a:cubicBezTo>
                                    <a:pt x="569" y="661"/>
                                    <a:pt x="569" y="661"/>
                                    <a:pt x="569" y="661"/>
                                  </a:cubicBezTo>
                                  <a:cubicBezTo>
                                    <a:pt x="569" y="661"/>
                                    <a:pt x="569" y="662"/>
                                    <a:pt x="569" y="662"/>
                                  </a:cubicBezTo>
                                  <a:cubicBezTo>
                                    <a:pt x="570" y="662"/>
                                    <a:pt x="570" y="662"/>
                                    <a:pt x="571" y="662"/>
                                  </a:cubicBezTo>
                                  <a:cubicBezTo>
                                    <a:pt x="571" y="662"/>
                                    <a:pt x="572" y="662"/>
                                    <a:pt x="572" y="663"/>
                                  </a:cubicBezTo>
                                  <a:cubicBezTo>
                                    <a:pt x="572" y="663"/>
                                    <a:pt x="572" y="663"/>
                                    <a:pt x="572" y="66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6" name="Freeform 776">
                              <a:extLst>
                                <a:ext uri="{FF2B5EF4-FFF2-40B4-BE49-F238E27FC236}">
                                  <a16:creationId xmlns:a16="http://schemas.microsoft.com/office/drawing/2014/main" id="{6E59D08C-B154-97F7-BD45-80A9AE53FE4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128963" y="4075113"/>
                              <a:ext cx="211137" cy="184150"/>
                            </a:xfrm>
                            <a:custGeom>
                              <a:avLst/>
                              <a:gdLst>
                                <a:gd name="T0" fmla="*/ 5 w 51"/>
                                <a:gd name="T1" fmla="*/ 16 h 44"/>
                                <a:gd name="T2" fmla="*/ 6 w 51"/>
                                <a:gd name="T3" fmla="*/ 13 h 44"/>
                                <a:gd name="T4" fmla="*/ 8 w 51"/>
                                <a:gd name="T5" fmla="*/ 18 h 44"/>
                                <a:gd name="T6" fmla="*/ 7 w 51"/>
                                <a:gd name="T7" fmla="*/ 20 h 44"/>
                                <a:gd name="T8" fmla="*/ 10 w 51"/>
                                <a:gd name="T9" fmla="*/ 23 h 44"/>
                                <a:gd name="T10" fmla="*/ 8 w 51"/>
                                <a:gd name="T11" fmla="*/ 19 h 44"/>
                                <a:gd name="T12" fmla="*/ 7 w 51"/>
                                <a:gd name="T13" fmla="*/ 21 h 44"/>
                                <a:gd name="T14" fmla="*/ 37 w 51"/>
                                <a:gd name="T15" fmla="*/ 44 h 44"/>
                                <a:gd name="T16" fmla="*/ 40 w 51"/>
                                <a:gd name="T17" fmla="*/ 42 h 44"/>
                                <a:gd name="T18" fmla="*/ 36 w 51"/>
                                <a:gd name="T19" fmla="*/ 43 h 44"/>
                                <a:gd name="T20" fmla="*/ 49 w 51"/>
                                <a:gd name="T21" fmla="*/ 38 h 44"/>
                                <a:gd name="T22" fmla="*/ 40 w 51"/>
                                <a:gd name="T23" fmla="*/ 34 h 44"/>
                                <a:gd name="T24" fmla="*/ 42 w 51"/>
                                <a:gd name="T25" fmla="*/ 34 h 44"/>
                                <a:gd name="T26" fmla="*/ 40 w 51"/>
                                <a:gd name="T27" fmla="*/ 34 h 44"/>
                                <a:gd name="T28" fmla="*/ 50 w 51"/>
                                <a:gd name="T29" fmla="*/ 39 h 44"/>
                                <a:gd name="T30" fmla="*/ 10 w 51"/>
                                <a:gd name="T31" fmla="*/ 14 h 44"/>
                                <a:gd name="T32" fmla="*/ 25 w 51"/>
                                <a:gd name="T33" fmla="*/ 26 h 44"/>
                                <a:gd name="T34" fmla="*/ 27 w 51"/>
                                <a:gd name="T35" fmla="*/ 29 h 44"/>
                                <a:gd name="T36" fmla="*/ 27 w 51"/>
                                <a:gd name="T37" fmla="*/ 29 h 44"/>
                                <a:gd name="T38" fmla="*/ 25 w 51"/>
                                <a:gd name="T39" fmla="*/ 26 h 44"/>
                                <a:gd name="T40" fmla="*/ 2 w 51"/>
                                <a:gd name="T41" fmla="*/ 3 h 44"/>
                                <a:gd name="T42" fmla="*/ 7 w 51"/>
                                <a:gd name="T43" fmla="*/ 2 h 44"/>
                                <a:gd name="T44" fmla="*/ 4 w 51"/>
                                <a:gd name="T45" fmla="*/ 2 h 44"/>
                                <a:gd name="T46" fmla="*/ 1 w 51"/>
                                <a:gd name="T47" fmla="*/ 2 h 44"/>
                                <a:gd name="T48" fmla="*/ 22 w 51"/>
                                <a:gd name="T49" fmla="*/ 26 h 44"/>
                                <a:gd name="T50" fmla="*/ 20 w 51"/>
                                <a:gd name="T51" fmla="*/ 24 h 44"/>
                                <a:gd name="T52" fmla="*/ 30 w 51"/>
                                <a:gd name="T53" fmla="*/ 22 h 44"/>
                                <a:gd name="T54" fmla="*/ 18 w 51"/>
                                <a:gd name="T55" fmla="*/ 12 h 44"/>
                                <a:gd name="T56" fmla="*/ 19 w 51"/>
                                <a:gd name="T57" fmla="*/ 15 h 44"/>
                                <a:gd name="T58" fmla="*/ 19 w 51"/>
                                <a:gd name="T59" fmla="*/ 17 h 44"/>
                                <a:gd name="T60" fmla="*/ 19 w 51"/>
                                <a:gd name="T61" fmla="*/ 14 h 44"/>
                                <a:gd name="T62" fmla="*/ 16 w 51"/>
                                <a:gd name="T63" fmla="*/ 11 h 44"/>
                                <a:gd name="T64" fmla="*/ 15 w 51"/>
                                <a:gd name="T65" fmla="*/ 11 h 44"/>
                                <a:gd name="T66" fmla="*/ 41 w 51"/>
                                <a:gd name="T67" fmla="*/ 40 h 44"/>
                                <a:gd name="T68" fmla="*/ 9 w 51"/>
                                <a:gd name="T69" fmla="*/ 0 h 44"/>
                                <a:gd name="T70" fmla="*/ 12 w 51"/>
                                <a:gd name="T71" fmla="*/ 3 h 44"/>
                                <a:gd name="T72" fmla="*/ 12 w 51"/>
                                <a:gd name="T73" fmla="*/ 6 h 44"/>
                                <a:gd name="T74" fmla="*/ 12 w 51"/>
                                <a:gd name="T75" fmla="*/ 8 h 44"/>
                                <a:gd name="T76" fmla="*/ 12 w 51"/>
                                <a:gd name="T77" fmla="*/ 6 h 44"/>
                                <a:gd name="T78" fmla="*/ 12 w 51"/>
                                <a:gd name="T79" fmla="*/ 3 h 44"/>
                                <a:gd name="T80" fmla="*/ 10 w 51"/>
                                <a:gd name="T81" fmla="*/ 0 h 44"/>
                                <a:gd name="T82" fmla="*/ 9 w 51"/>
                                <a:gd name="T83" fmla="*/ 0 h 44"/>
                                <a:gd name="T84" fmla="*/ 22 w 51"/>
                                <a:gd name="T85" fmla="*/ 26 h 44"/>
                                <a:gd name="T86" fmla="*/ 22 w 51"/>
                                <a:gd name="T87" fmla="*/ 17 h 44"/>
                                <a:gd name="T88" fmla="*/ 24 w 51"/>
                                <a:gd name="T89" fmla="*/ 20 h 44"/>
                                <a:gd name="T90" fmla="*/ 25 w 51"/>
                                <a:gd name="T91" fmla="*/ 21 h 44"/>
                                <a:gd name="T92" fmla="*/ 23 w 51"/>
                                <a:gd name="T93" fmla="*/ 18 h 44"/>
                                <a:gd name="T94" fmla="*/ 32 w 51"/>
                                <a:gd name="T95" fmla="*/ 31 h 44"/>
                                <a:gd name="T96" fmla="*/ 32 w 51"/>
                                <a:gd name="T97" fmla="*/ 31 h 44"/>
                                <a:gd name="T98" fmla="*/ 34 w 51"/>
                                <a:gd name="T99" fmla="*/ 32 h 44"/>
                                <a:gd name="T100" fmla="*/ 34 w 51"/>
                                <a:gd name="T101" fmla="*/ 32 h 44"/>
                                <a:gd name="T102" fmla="*/ 33 w 51"/>
                                <a:gd name="T103" fmla="*/ 34 h 44"/>
                                <a:gd name="T104" fmla="*/ 34 w 51"/>
                                <a:gd name="T105" fmla="*/ 33 h 44"/>
                                <a:gd name="T106" fmla="*/ 34 w 51"/>
                                <a:gd name="T107" fmla="*/ 32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51" h="44">
                                  <a:moveTo>
                                    <a:pt x="6" y="19"/>
                                  </a:moveTo>
                                  <a:cubicBezTo>
                                    <a:pt x="6" y="19"/>
                                    <a:pt x="6" y="19"/>
                                    <a:pt x="5" y="19"/>
                                  </a:cubicBezTo>
                                  <a:cubicBezTo>
                                    <a:pt x="5" y="19"/>
                                    <a:pt x="4" y="18"/>
                                    <a:pt x="4" y="18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4" y="17"/>
                                    <a:pt x="5" y="16"/>
                                    <a:pt x="5" y="16"/>
                                  </a:cubicBezTo>
                                  <a:cubicBezTo>
                                    <a:pt x="5" y="15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4"/>
                                    <a:pt x="7" y="14"/>
                                    <a:pt x="7" y="14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6"/>
                                    <a:pt x="7" y="16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8" y="17"/>
                                    <a:pt x="8" y="17"/>
                                    <a:pt x="8" y="18"/>
                                  </a:cubicBezTo>
                                  <a:cubicBezTo>
                                    <a:pt x="8" y="18"/>
                                    <a:pt x="9" y="18"/>
                                    <a:pt x="8" y="18"/>
                                  </a:cubicBezTo>
                                  <a:cubicBezTo>
                                    <a:pt x="8" y="19"/>
                                    <a:pt x="8" y="19"/>
                                    <a:pt x="8" y="19"/>
                                  </a:cubicBezTo>
                                  <a:cubicBezTo>
                                    <a:pt x="8" y="19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lose/>
                                  <a:moveTo>
                                    <a:pt x="8" y="23"/>
                                  </a:moveTo>
                                  <a:cubicBezTo>
                                    <a:pt x="8" y="24"/>
                                    <a:pt x="8" y="24"/>
                                    <a:pt x="9" y="24"/>
                                  </a:cubicBezTo>
                                  <a:cubicBezTo>
                                    <a:pt x="10" y="24"/>
                                    <a:pt x="10" y="24"/>
                                    <a:pt x="10" y="23"/>
                                  </a:cubicBezTo>
                                  <a:cubicBezTo>
                                    <a:pt x="10" y="22"/>
                                    <a:pt x="10" y="22"/>
                                    <a:pt x="10" y="21"/>
                                  </a:cubicBezTo>
                                  <a:cubicBezTo>
                                    <a:pt x="9" y="21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0"/>
                                    <a:pt x="9" y="20"/>
                                  </a:cubicBezTo>
                                  <a:cubicBezTo>
                                    <a:pt x="9" y="19"/>
                                    <a:pt x="9" y="19"/>
                                    <a:pt x="8" y="19"/>
                                  </a:cubicBezTo>
                                  <a:cubicBezTo>
                                    <a:pt x="8" y="19"/>
                                    <a:pt x="8" y="19"/>
                                    <a:pt x="8" y="20"/>
                                  </a:cubicBezTo>
                                  <a:cubicBezTo>
                                    <a:pt x="8" y="20"/>
                                    <a:pt x="8" y="20"/>
                                    <a:pt x="8" y="20"/>
                                  </a:cubicBezTo>
                                  <a:cubicBezTo>
                                    <a:pt x="8" y="20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8" y="21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3"/>
                                    <a:pt x="8" y="23"/>
                                  </a:cubicBezTo>
                                  <a:close/>
                                  <a:moveTo>
                                    <a:pt x="36" y="44"/>
                                  </a:moveTo>
                                  <a:cubicBezTo>
                                    <a:pt x="36" y="44"/>
                                    <a:pt x="36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8" y="44"/>
                                    <a:pt x="38" y="44"/>
                                  </a:cubicBezTo>
                                  <a:cubicBezTo>
                                    <a:pt x="39" y="44"/>
                                    <a:pt x="39" y="44"/>
                                    <a:pt x="39" y="43"/>
                                  </a:cubicBezTo>
                                  <a:cubicBezTo>
                                    <a:pt x="40" y="43"/>
                                    <a:pt x="40" y="42"/>
                                    <a:pt x="40" y="41"/>
                                  </a:cubicBezTo>
                                  <a:cubicBezTo>
                                    <a:pt x="40" y="41"/>
                                    <a:pt x="40" y="41"/>
                                    <a:pt x="40" y="42"/>
                                  </a:cubicBezTo>
                                  <a:cubicBezTo>
                                    <a:pt x="39" y="42"/>
                                    <a:pt x="39" y="42"/>
                                    <a:pt x="39" y="43"/>
                                  </a:cubicBezTo>
                                  <a:cubicBezTo>
                                    <a:pt x="39" y="43"/>
                                    <a:pt x="38" y="43"/>
                                    <a:pt x="38" y="42"/>
                                  </a:cubicBezTo>
                                  <a:cubicBezTo>
                                    <a:pt x="38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ubicBezTo>
                                    <a:pt x="35" y="44"/>
                                    <a:pt x="36" y="44"/>
                                    <a:pt x="36" y="44"/>
                                  </a:cubicBezTo>
                                  <a:cubicBezTo>
                                    <a:pt x="36" y="44"/>
                                    <a:pt x="36" y="44"/>
                                    <a:pt x="36" y="44"/>
                                  </a:cubicBezTo>
                                  <a:close/>
                                  <a:moveTo>
                                    <a:pt x="48" y="38"/>
                                  </a:moveTo>
                                  <a:cubicBezTo>
                                    <a:pt x="48" y="39"/>
                                    <a:pt x="49" y="39"/>
                                    <a:pt x="49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8" y="38"/>
                                    <a:pt x="48" y="38"/>
                                    <a:pt x="48" y="37"/>
                                  </a:cubicBezTo>
                                  <a:cubicBezTo>
                                    <a:pt x="48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8"/>
                                    <a:pt x="48" y="38"/>
                                    <a:pt x="48" y="38"/>
                                  </a:cubicBezTo>
                                  <a:close/>
                                  <a:moveTo>
                                    <a:pt x="40" y="34"/>
                                  </a:moveTo>
                                  <a:cubicBezTo>
                                    <a:pt x="40" y="34"/>
                                    <a:pt x="40" y="34"/>
                                    <a:pt x="40" y="34"/>
                                  </a:cubicBezTo>
                                  <a:cubicBezTo>
                                    <a:pt x="40" y="34"/>
                                    <a:pt x="40" y="34"/>
                                    <a:pt x="41" y="34"/>
                                  </a:cubicBezTo>
                                  <a:cubicBezTo>
                                    <a:pt x="41" y="34"/>
                                    <a:pt x="41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1" y="34"/>
                                    <a:pt x="41" y="34"/>
                                  </a:cubicBezTo>
                                  <a:cubicBezTo>
                                    <a:pt x="41" y="34"/>
                                    <a:pt x="40" y="33"/>
                                    <a:pt x="40" y="33"/>
                                  </a:cubicBezTo>
                                  <a:cubicBezTo>
                                    <a:pt x="39" y="33"/>
                                    <a:pt x="39" y="33"/>
                                    <a:pt x="39" y="33"/>
                                  </a:cubicBezTo>
                                  <a:cubicBezTo>
                                    <a:pt x="39" y="34"/>
                                    <a:pt x="39" y="34"/>
                                    <a:pt x="40" y="34"/>
                                  </a:cubicBezTo>
                                  <a:close/>
                                  <a:moveTo>
                                    <a:pt x="50" y="39"/>
                                  </a:moveTo>
                                  <a:cubicBezTo>
                                    <a:pt x="50" y="39"/>
                                    <a:pt x="50" y="39"/>
                                    <a:pt x="50" y="39"/>
                                  </a:cubicBezTo>
                                  <a:cubicBezTo>
                                    <a:pt x="51" y="39"/>
                                    <a:pt x="51" y="39"/>
                                    <a:pt x="50" y="39"/>
                                  </a:cubicBezTo>
                                  <a:cubicBezTo>
                                    <a:pt x="50" y="38"/>
                                    <a:pt x="50" y="38"/>
                                    <a:pt x="49" y="38"/>
                                  </a:cubicBezTo>
                                  <a:cubicBezTo>
                                    <a:pt x="49" y="39"/>
                                    <a:pt x="49" y="39"/>
                                    <a:pt x="50" y="39"/>
                                  </a:cubicBezTo>
                                  <a:close/>
                                  <a:moveTo>
                                    <a:pt x="11" y="14"/>
                                  </a:move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lose/>
                                  <a:moveTo>
                                    <a:pt x="25" y="24"/>
                                  </a:moveTo>
                                  <a:cubicBezTo>
                                    <a:pt x="24" y="24"/>
                                    <a:pt x="24" y="25"/>
                                    <a:pt x="25" y="25"/>
                                  </a:cubicBezTo>
                                  <a:cubicBezTo>
                                    <a:pt x="25" y="25"/>
                                    <a:pt x="25" y="26"/>
                                    <a:pt x="25" y="26"/>
                                  </a:cubicBezTo>
                                  <a:cubicBezTo>
                                    <a:pt x="26" y="26"/>
                                    <a:pt x="26" y="27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5" y="28"/>
                                  </a:cubicBezTo>
                                  <a:cubicBezTo>
                                    <a:pt x="26" y="28"/>
                                    <a:pt x="26" y="28"/>
                                    <a:pt x="26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30"/>
                                    <a:pt x="27" y="30"/>
                                  </a:cubicBezTo>
                                  <a:cubicBezTo>
                                    <a:pt x="27" y="30"/>
                                    <a:pt x="27" y="30"/>
                                    <a:pt x="27" y="30"/>
                                  </a:cubicBezTo>
                                  <a:cubicBezTo>
                                    <a:pt x="28" y="30"/>
                                    <a:pt x="28" y="30"/>
                                    <a:pt x="28" y="30"/>
                                  </a:cubicBezTo>
                                  <a:cubicBezTo>
                                    <a:pt x="28" y="30"/>
                                    <a:pt x="28" y="30"/>
                                    <a:pt x="28" y="30"/>
                                  </a:cubicBezTo>
                                  <a:cubicBezTo>
                                    <a:pt x="28" y="30"/>
                                    <a:pt x="28" y="29"/>
                                    <a:pt x="27" y="29"/>
                                  </a:cubicBezTo>
                                  <a:cubicBezTo>
                                    <a:pt x="27" y="29"/>
                                    <a:pt x="27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7"/>
                                    <a:pt x="26" y="27"/>
                                  </a:cubicBezTo>
                                  <a:cubicBezTo>
                                    <a:pt x="26" y="26"/>
                                    <a:pt x="26" y="26"/>
                                    <a:pt x="25" y="26"/>
                                  </a:cubicBezTo>
                                  <a:cubicBezTo>
                                    <a:pt x="26" y="25"/>
                                    <a:pt x="25" y="25"/>
                                    <a:pt x="25" y="24"/>
                                  </a:cubicBezTo>
                                  <a:cubicBezTo>
                                    <a:pt x="25" y="24"/>
                                    <a:pt x="25" y="24"/>
                                    <a:pt x="25" y="24"/>
                                  </a:cubicBezTo>
                                  <a:close/>
                                  <a:moveTo>
                                    <a:pt x="1" y="3"/>
                                  </a:moveTo>
                                  <a:cubicBezTo>
                                    <a:pt x="1" y="3"/>
                                    <a:pt x="1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2"/>
                                    <a:pt x="5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7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2"/>
                                  </a:cubicBezTo>
                                  <a:cubicBezTo>
                                    <a:pt x="8" y="2"/>
                                    <a:pt x="7" y="1"/>
                                    <a:pt x="7" y="2"/>
                                  </a:cubicBezTo>
                                  <a:cubicBezTo>
                                    <a:pt x="7" y="2"/>
                                    <a:pt x="6" y="2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3" y="2"/>
                                    <a:pt x="3" y="1"/>
                                    <a:pt x="3" y="1"/>
                                  </a:cubicBezTo>
                                  <a:cubicBezTo>
                                    <a:pt x="3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1" y="3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3"/>
                                    <a:pt x="1" y="3"/>
                                  </a:cubicBezTo>
                                  <a:close/>
                                  <a:moveTo>
                                    <a:pt x="20" y="25"/>
                                  </a:moveTo>
                                  <a:cubicBezTo>
                                    <a:pt x="20" y="25"/>
                                    <a:pt x="21" y="25"/>
                                    <a:pt x="21" y="25"/>
                                  </a:cubicBezTo>
                                  <a:cubicBezTo>
                                    <a:pt x="21" y="25"/>
                                    <a:pt x="22" y="26"/>
                                    <a:pt x="22" y="26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5"/>
                                    <a:pt x="20" y="25"/>
                                  </a:cubicBezTo>
                                  <a:close/>
                                  <a:moveTo>
                                    <a:pt x="30" y="21"/>
                                  </a:move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1" y="22"/>
                                    <a:pt x="30" y="21"/>
                                  </a:cubicBezTo>
                                  <a:close/>
                                  <a:moveTo>
                                    <a:pt x="15" y="11"/>
                                  </a:moveTo>
                                  <a:cubicBezTo>
                                    <a:pt x="15" y="11"/>
                                    <a:pt x="16" y="11"/>
                                    <a:pt x="16" y="11"/>
                                  </a:cubicBezTo>
                                  <a:cubicBezTo>
                                    <a:pt x="16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8" y="12"/>
                                  </a:cubicBezTo>
                                  <a:cubicBezTo>
                                    <a:pt x="18" y="13"/>
                                    <a:pt x="18" y="13"/>
                                    <a:pt x="19" y="13"/>
                                  </a:cubicBezTo>
                                  <a:cubicBezTo>
                                    <a:pt x="19" y="13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19" y="16"/>
                                    <a:pt x="19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9" y="17"/>
                                    <a:pt x="19" y="17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9" y="17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5"/>
                                  </a:cubicBezTo>
                                  <a:cubicBezTo>
                                    <a:pt x="19" y="15"/>
                                    <a:pt x="19" y="15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3"/>
                                    <a:pt x="19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2"/>
                                    <a:pt x="17" y="12"/>
                                  </a:cubicBezTo>
                                  <a:cubicBezTo>
                                    <a:pt x="17" y="12"/>
                                    <a:pt x="16" y="12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5" y="11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lose/>
                                  <a:moveTo>
                                    <a:pt x="40" y="40"/>
                                  </a:moveTo>
                                  <a:cubicBezTo>
                                    <a:pt x="40" y="40"/>
                                    <a:pt x="40" y="40"/>
                                    <a:pt x="40" y="40"/>
                                  </a:cubicBezTo>
                                  <a:cubicBezTo>
                                    <a:pt x="40" y="40"/>
                                    <a:pt x="40" y="41"/>
                                    <a:pt x="40" y="41"/>
                                  </a:cubicBezTo>
                                  <a:cubicBezTo>
                                    <a:pt x="40" y="41"/>
                                    <a:pt x="41" y="41"/>
                                    <a:pt x="41" y="40"/>
                                  </a:cubicBezTo>
                                  <a:cubicBezTo>
                                    <a:pt x="41" y="40"/>
                                    <a:pt x="40" y="40"/>
                                    <a:pt x="40" y="40"/>
                                  </a:cubicBezTo>
                                  <a:close/>
                                  <a:moveTo>
                                    <a:pt x="46" y="38"/>
                                  </a:move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5" y="38"/>
                                    <a:pt x="45" y="38"/>
                                    <a:pt x="46" y="38"/>
                                  </a:cubicBezTo>
                                  <a:close/>
                                  <a:moveTo>
                                    <a:pt x="9" y="0"/>
                                  </a:moveTo>
                                  <a:cubicBezTo>
                                    <a:pt x="9" y="0"/>
                                    <a:pt x="9" y="0"/>
                                    <a:pt x="10" y="0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2" y="4"/>
                                    <a:pt x="12" y="5"/>
                                    <a:pt x="12" y="5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6"/>
                                    <a:pt x="11" y="6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6"/>
                                    <a:pt x="12" y="6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2" y="3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1"/>
                                    <a:pt x="10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lose/>
                                  <a:moveTo>
                                    <a:pt x="28" y="24"/>
                                  </a:moveTo>
                                  <a:cubicBezTo>
                                    <a:pt x="28" y="24"/>
                                    <a:pt x="28" y="24"/>
                                    <a:pt x="27" y="24"/>
                                  </a:cubicBezTo>
                                  <a:cubicBezTo>
                                    <a:pt x="28" y="24"/>
                                    <a:pt x="28" y="24"/>
                                    <a:pt x="28" y="24"/>
                                  </a:cubicBezTo>
                                  <a:cubicBezTo>
                                    <a:pt x="28" y="25"/>
                                    <a:pt x="28" y="24"/>
                                    <a:pt x="28" y="24"/>
                                  </a:cubicBezTo>
                                  <a:close/>
                                  <a:moveTo>
                                    <a:pt x="22" y="26"/>
                                  </a:moveTo>
                                  <a:cubicBezTo>
                                    <a:pt x="22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2" y="26"/>
                                    <a:pt x="22" y="26"/>
                                  </a:cubicBezTo>
                                  <a:close/>
                                  <a:moveTo>
                                    <a:pt x="22" y="17"/>
                                  </a:move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8"/>
                                    <a:pt x="23" y="18"/>
                                  </a:cubicBezTo>
                                  <a:cubicBezTo>
                                    <a:pt x="23" y="18"/>
                                    <a:pt x="23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4" y="19"/>
                                    <a:pt x="24" y="19"/>
                                    <a:pt x="24" y="20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3" y="20"/>
                                    <a:pt x="23" y="20"/>
                                    <a:pt x="23" y="21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4" y="21"/>
                                    <a:pt x="24" y="21"/>
                                    <a:pt x="25" y="21"/>
                                  </a:cubicBezTo>
                                  <a:cubicBezTo>
                                    <a:pt x="25" y="21"/>
                                    <a:pt x="25" y="20"/>
                                    <a:pt x="25" y="20"/>
                                  </a:cubicBezTo>
                                  <a:cubicBezTo>
                                    <a:pt x="24" y="20"/>
                                    <a:pt x="24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3" y="18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lose/>
                                  <a:moveTo>
                                    <a:pt x="31" y="31"/>
                                  </a:moveTo>
                                  <a:cubicBezTo>
                                    <a:pt x="31" y="31"/>
                                    <a:pt x="32" y="31"/>
                                    <a:pt x="32" y="31"/>
                                  </a:cubicBezTo>
                                  <a:cubicBezTo>
                                    <a:pt x="32" y="32"/>
                                    <a:pt x="33" y="32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0"/>
                                    <a:pt x="31" y="30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lose/>
                                  <a:moveTo>
                                    <a:pt x="34" y="32"/>
                                  </a:move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4"/>
                                    <a:pt x="33" y="34"/>
                                  </a:cubicBezTo>
                                  <a:cubicBezTo>
                                    <a:pt x="33" y="34"/>
                                    <a:pt x="33" y="34"/>
                                    <a:pt x="33" y="34"/>
                                  </a:cubicBezTo>
                                  <a:cubicBezTo>
                                    <a:pt x="32" y="34"/>
                                    <a:pt x="32" y="35"/>
                                    <a:pt x="31" y="35"/>
                                  </a:cubicBezTo>
                                  <a:cubicBezTo>
                                    <a:pt x="32" y="35"/>
                                    <a:pt x="32" y="35"/>
                                    <a:pt x="33" y="34"/>
                                  </a:cubicBezTo>
                                  <a:cubicBezTo>
                                    <a:pt x="33" y="34"/>
                                    <a:pt x="33" y="34"/>
                                    <a:pt x="34" y="34"/>
                                  </a:cubicBezTo>
                                  <a:cubicBezTo>
                                    <a:pt x="34" y="34"/>
                                    <a:pt x="34" y="34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5" y="33"/>
                                    <a:pt x="35" y="33"/>
                                  </a:cubicBezTo>
                                  <a:cubicBezTo>
                                    <a:pt x="34" y="32"/>
                                    <a:pt x="35" y="32"/>
                                    <a:pt x="34" y="31"/>
                                  </a:cubicBezTo>
                                  <a:cubicBezTo>
                                    <a:pt x="34" y="31"/>
                                    <a:pt x="34" y="31"/>
                                    <a:pt x="34" y="32"/>
                                  </a:cubicBezTo>
                                  <a:cubicBezTo>
                                    <a:pt x="34" y="31"/>
                                    <a:pt x="34" y="31"/>
                                    <a:pt x="33" y="31"/>
                                  </a:cubicBezTo>
                                  <a:cubicBezTo>
                                    <a:pt x="34" y="31"/>
                                    <a:pt x="34" y="31"/>
                                    <a:pt x="34" y="3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2" name="Asia">
                            <a:extLst>
                              <a:ext uri="{FF2B5EF4-FFF2-40B4-BE49-F238E27FC236}">
                                <a16:creationId xmlns:a16="http://schemas.microsoft.com/office/drawing/2014/main" id="{C62423D1-B26F-E381-5145-8E1092DBFF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6575425" y="496888"/>
                            <a:ext cx="4873627" cy="4589463"/>
                            <a:chOff x="5934075" y="614363"/>
                            <a:chExt cx="4873627" cy="4589463"/>
                          </a:xfrm>
                          <a:grpFill/>
                        </p:grpSpPr>
                        <p:sp>
                          <p:nvSpPr>
                            <p:cNvPr id="362" name="Freeform 824">
                              <a:extLst>
                                <a:ext uri="{FF2B5EF4-FFF2-40B4-BE49-F238E27FC236}">
                                  <a16:creationId xmlns:a16="http://schemas.microsoft.com/office/drawing/2014/main" id="{3FEC788E-DBF4-82FB-9353-57121ED994A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583363" y="4346575"/>
                              <a:ext cx="331787" cy="187325"/>
                            </a:xfrm>
                            <a:custGeom>
                              <a:avLst/>
                              <a:gdLst>
                                <a:gd name="T0" fmla="*/ 80 w 80"/>
                                <a:gd name="T1" fmla="*/ 44 h 45"/>
                                <a:gd name="T2" fmla="*/ 74 w 80"/>
                                <a:gd name="T3" fmla="*/ 45 h 45"/>
                                <a:gd name="T4" fmla="*/ 73 w 80"/>
                                <a:gd name="T5" fmla="*/ 43 h 45"/>
                                <a:gd name="T6" fmla="*/ 75 w 80"/>
                                <a:gd name="T7" fmla="*/ 43 h 45"/>
                                <a:gd name="T8" fmla="*/ 76 w 80"/>
                                <a:gd name="T9" fmla="*/ 43 h 45"/>
                                <a:gd name="T10" fmla="*/ 80 w 80"/>
                                <a:gd name="T11" fmla="*/ 44 h 45"/>
                                <a:gd name="T12" fmla="*/ 41 w 80"/>
                                <a:gd name="T13" fmla="*/ 3 h 45"/>
                                <a:gd name="T14" fmla="*/ 36 w 80"/>
                                <a:gd name="T15" fmla="*/ 6 h 45"/>
                                <a:gd name="T16" fmla="*/ 30 w 80"/>
                                <a:gd name="T17" fmla="*/ 14 h 45"/>
                                <a:gd name="T18" fmla="*/ 25 w 80"/>
                                <a:gd name="T19" fmla="*/ 12 h 45"/>
                                <a:gd name="T20" fmla="*/ 14 w 80"/>
                                <a:gd name="T21" fmla="*/ 11 h 45"/>
                                <a:gd name="T22" fmla="*/ 4 w 80"/>
                                <a:gd name="T23" fmla="*/ 11 h 45"/>
                                <a:gd name="T24" fmla="*/ 3 w 80"/>
                                <a:gd name="T25" fmla="*/ 15 h 45"/>
                                <a:gd name="T26" fmla="*/ 3 w 80"/>
                                <a:gd name="T27" fmla="*/ 17 h 45"/>
                                <a:gd name="T28" fmla="*/ 0 w 80"/>
                                <a:gd name="T29" fmla="*/ 19 h 45"/>
                                <a:gd name="T30" fmla="*/ 0 w 80"/>
                                <a:gd name="T31" fmla="*/ 19 h 45"/>
                                <a:gd name="T32" fmla="*/ 1 w 80"/>
                                <a:gd name="T33" fmla="*/ 30 h 45"/>
                                <a:gd name="T34" fmla="*/ 2 w 80"/>
                                <a:gd name="T35" fmla="*/ 36 h 45"/>
                                <a:gd name="T36" fmla="*/ 3 w 80"/>
                                <a:gd name="T37" fmla="*/ 41 h 45"/>
                                <a:gd name="T38" fmla="*/ 6 w 80"/>
                                <a:gd name="T39" fmla="*/ 43 h 45"/>
                                <a:gd name="T40" fmla="*/ 11 w 80"/>
                                <a:gd name="T41" fmla="*/ 43 h 45"/>
                                <a:gd name="T42" fmla="*/ 14 w 80"/>
                                <a:gd name="T43" fmla="*/ 42 h 45"/>
                                <a:gd name="T44" fmla="*/ 20 w 80"/>
                                <a:gd name="T45" fmla="*/ 38 h 45"/>
                                <a:gd name="T46" fmla="*/ 27 w 80"/>
                                <a:gd name="T47" fmla="*/ 37 h 45"/>
                                <a:gd name="T48" fmla="*/ 31 w 80"/>
                                <a:gd name="T49" fmla="*/ 36 h 45"/>
                                <a:gd name="T50" fmla="*/ 33 w 80"/>
                                <a:gd name="T51" fmla="*/ 35 h 45"/>
                                <a:gd name="T52" fmla="*/ 38 w 80"/>
                                <a:gd name="T53" fmla="*/ 34 h 45"/>
                                <a:gd name="T54" fmla="*/ 42 w 80"/>
                                <a:gd name="T55" fmla="*/ 32 h 45"/>
                                <a:gd name="T56" fmla="*/ 44 w 80"/>
                                <a:gd name="T57" fmla="*/ 30 h 45"/>
                                <a:gd name="T58" fmla="*/ 49 w 80"/>
                                <a:gd name="T59" fmla="*/ 28 h 45"/>
                                <a:gd name="T60" fmla="*/ 53 w 80"/>
                                <a:gd name="T61" fmla="*/ 27 h 45"/>
                                <a:gd name="T62" fmla="*/ 55 w 80"/>
                                <a:gd name="T63" fmla="*/ 26 h 45"/>
                                <a:gd name="T64" fmla="*/ 61 w 80"/>
                                <a:gd name="T65" fmla="*/ 24 h 45"/>
                                <a:gd name="T66" fmla="*/ 64 w 80"/>
                                <a:gd name="T67" fmla="*/ 23 h 45"/>
                                <a:gd name="T68" fmla="*/ 65 w 80"/>
                                <a:gd name="T69" fmla="*/ 21 h 45"/>
                                <a:gd name="T70" fmla="*/ 65 w 80"/>
                                <a:gd name="T71" fmla="*/ 18 h 45"/>
                                <a:gd name="T72" fmla="*/ 69 w 80"/>
                                <a:gd name="T73" fmla="*/ 15 h 45"/>
                                <a:gd name="T74" fmla="*/ 62 w 80"/>
                                <a:gd name="T75" fmla="*/ 0 h 45"/>
                                <a:gd name="T76" fmla="*/ 51 w 80"/>
                                <a:gd name="T77" fmla="*/ 2 h 45"/>
                                <a:gd name="T78" fmla="*/ 41 w 80"/>
                                <a:gd name="T79" fmla="*/ 3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80" h="45">
                                  <a:moveTo>
                                    <a:pt x="80" y="44"/>
                                  </a:moveTo>
                                  <a:cubicBezTo>
                                    <a:pt x="78" y="45"/>
                                    <a:pt x="76" y="45"/>
                                    <a:pt x="74" y="45"/>
                                  </a:cubicBezTo>
                                  <a:cubicBezTo>
                                    <a:pt x="74" y="45"/>
                                    <a:pt x="73" y="45"/>
                                    <a:pt x="73" y="43"/>
                                  </a:cubicBezTo>
                                  <a:cubicBezTo>
                                    <a:pt x="73" y="42"/>
                                    <a:pt x="74" y="43"/>
                                    <a:pt x="75" y="43"/>
                                  </a:cubicBezTo>
                                  <a:cubicBezTo>
                                    <a:pt x="75" y="43"/>
                                    <a:pt x="76" y="44"/>
                                    <a:pt x="76" y="43"/>
                                  </a:cubicBezTo>
                                  <a:cubicBezTo>
                                    <a:pt x="78" y="42"/>
                                    <a:pt x="79" y="43"/>
                                    <a:pt x="80" y="44"/>
                                  </a:cubicBezTo>
                                  <a:close/>
                                  <a:moveTo>
                                    <a:pt x="41" y="3"/>
                                  </a:moveTo>
                                  <a:cubicBezTo>
                                    <a:pt x="41" y="3"/>
                                    <a:pt x="37" y="6"/>
                                    <a:pt x="36" y="6"/>
                                  </a:cubicBezTo>
                                  <a:cubicBezTo>
                                    <a:pt x="36" y="6"/>
                                    <a:pt x="30" y="14"/>
                                    <a:pt x="30" y="14"/>
                                  </a:cubicBezTo>
                                  <a:cubicBezTo>
                                    <a:pt x="30" y="15"/>
                                    <a:pt x="25" y="12"/>
                                    <a:pt x="25" y="12"/>
                                  </a:cubicBezTo>
                                  <a:cubicBezTo>
                                    <a:pt x="24" y="12"/>
                                    <a:pt x="14" y="11"/>
                                    <a:pt x="1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3" y="15"/>
                                    <a:pt x="3" y="15"/>
                                  </a:cubicBezTo>
                                  <a:cubicBezTo>
                                    <a:pt x="3" y="16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1" y="18"/>
                                    <a:pt x="0" y="19"/>
                                  </a:cubicBezTo>
                                  <a:cubicBezTo>
                                    <a:pt x="0" y="19"/>
                                    <a:pt x="0" y="19"/>
                                    <a:pt x="0" y="19"/>
                                  </a:cubicBezTo>
                                  <a:cubicBezTo>
                                    <a:pt x="1" y="23"/>
                                    <a:pt x="0" y="26"/>
                                    <a:pt x="1" y="30"/>
                                  </a:cubicBezTo>
                                  <a:cubicBezTo>
                                    <a:pt x="1" y="31"/>
                                    <a:pt x="2" y="35"/>
                                    <a:pt x="2" y="36"/>
                                  </a:cubicBezTo>
                                  <a:cubicBezTo>
                                    <a:pt x="3" y="37"/>
                                    <a:pt x="3" y="40"/>
                                    <a:pt x="3" y="41"/>
                                  </a:cubicBezTo>
                                  <a:cubicBezTo>
                                    <a:pt x="4" y="42"/>
                                    <a:pt x="5" y="43"/>
                                    <a:pt x="6" y="43"/>
                                  </a:cubicBezTo>
                                  <a:cubicBezTo>
                                    <a:pt x="7" y="43"/>
                                    <a:pt x="10" y="44"/>
                                    <a:pt x="11" y="43"/>
                                  </a:cubicBezTo>
                                  <a:cubicBezTo>
                                    <a:pt x="12" y="43"/>
                                    <a:pt x="14" y="42"/>
                                    <a:pt x="14" y="42"/>
                                  </a:cubicBezTo>
                                  <a:cubicBezTo>
                                    <a:pt x="16" y="42"/>
                                    <a:pt x="18" y="40"/>
                                    <a:pt x="20" y="38"/>
                                  </a:cubicBezTo>
                                  <a:cubicBezTo>
                                    <a:pt x="22" y="37"/>
                                    <a:pt x="25" y="37"/>
                                    <a:pt x="27" y="37"/>
                                  </a:cubicBezTo>
                                  <a:cubicBezTo>
                                    <a:pt x="28" y="37"/>
                                    <a:pt x="30" y="37"/>
                                    <a:pt x="31" y="36"/>
                                  </a:cubicBezTo>
                                  <a:cubicBezTo>
                                    <a:pt x="32" y="36"/>
                                    <a:pt x="33" y="36"/>
                                    <a:pt x="33" y="35"/>
                                  </a:cubicBezTo>
                                  <a:cubicBezTo>
                                    <a:pt x="35" y="34"/>
                                    <a:pt x="36" y="33"/>
                                    <a:pt x="38" y="34"/>
                                  </a:cubicBezTo>
                                  <a:cubicBezTo>
                                    <a:pt x="39" y="34"/>
                                    <a:pt x="41" y="34"/>
                                    <a:pt x="42" y="32"/>
                                  </a:cubicBezTo>
                                  <a:cubicBezTo>
                                    <a:pt x="43" y="32"/>
                                    <a:pt x="43" y="30"/>
                                    <a:pt x="44" y="30"/>
                                  </a:cubicBezTo>
                                  <a:cubicBezTo>
                                    <a:pt x="46" y="29"/>
                                    <a:pt x="47" y="28"/>
                                    <a:pt x="49" y="28"/>
                                  </a:cubicBezTo>
                                  <a:cubicBezTo>
                                    <a:pt x="51" y="28"/>
                                    <a:pt x="52" y="27"/>
                                    <a:pt x="53" y="27"/>
                                  </a:cubicBezTo>
                                  <a:cubicBezTo>
                                    <a:pt x="53" y="26"/>
                                    <a:pt x="54" y="26"/>
                                    <a:pt x="55" y="26"/>
                                  </a:cubicBezTo>
                                  <a:cubicBezTo>
                                    <a:pt x="57" y="26"/>
                                    <a:pt x="59" y="25"/>
                                    <a:pt x="61" y="24"/>
                                  </a:cubicBezTo>
                                  <a:cubicBezTo>
                                    <a:pt x="62" y="24"/>
                                    <a:pt x="63" y="23"/>
                                    <a:pt x="64" y="23"/>
                                  </a:cubicBezTo>
                                  <a:cubicBezTo>
                                    <a:pt x="65" y="22"/>
                                    <a:pt x="65" y="22"/>
                                    <a:pt x="65" y="21"/>
                                  </a:cubicBezTo>
                                  <a:cubicBezTo>
                                    <a:pt x="64" y="20"/>
                                    <a:pt x="64" y="19"/>
                                    <a:pt x="65" y="18"/>
                                  </a:cubicBezTo>
                                  <a:cubicBezTo>
                                    <a:pt x="67" y="17"/>
                                    <a:pt x="68" y="16"/>
                                    <a:pt x="69" y="15"/>
                                  </a:cubicBezTo>
                                  <a:cubicBezTo>
                                    <a:pt x="62" y="0"/>
                                    <a:pt x="62" y="0"/>
                                    <a:pt x="62" y="0"/>
                                  </a:cubicBezTo>
                                  <a:cubicBezTo>
                                    <a:pt x="62" y="0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41" y="3"/>
                                    <a:pt x="41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3" name="Freeform 829">
                              <a:extLst>
                                <a:ext uri="{FF2B5EF4-FFF2-40B4-BE49-F238E27FC236}">
                                  <a16:creationId xmlns:a16="http://schemas.microsoft.com/office/drawing/2014/main" id="{1FB83F1B-F341-7F17-DFAD-422CE15F847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100763" y="3575050"/>
                              <a:ext cx="536575" cy="230188"/>
                            </a:xfrm>
                            <a:custGeom>
                              <a:avLst/>
                              <a:gdLst>
                                <a:gd name="T0" fmla="*/ 16 w 129"/>
                                <a:gd name="T1" fmla="*/ 4 h 55"/>
                                <a:gd name="T2" fmla="*/ 22 w 129"/>
                                <a:gd name="T3" fmla="*/ 10 h 55"/>
                                <a:gd name="T4" fmla="*/ 15 w 129"/>
                                <a:gd name="T5" fmla="*/ 10 h 55"/>
                                <a:gd name="T6" fmla="*/ 11 w 129"/>
                                <a:gd name="T7" fmla="*/ 12 h 55"/>
                                <a:gd name="T8" fmla="*/ 4 w 129"/>
                                <a:gd name="T9" fmla="*/ 18 h 55"/>
                                <a:gd name="T10" fmla="*/ 8 w 129"/>
                                <a:gd name="T11" fmla="*/ 13 h 55"/>
                                <a:gd name="T12" fmla="*/ 4 w 129"/>
                                <a:gd name="T13" fmla="*/ 11 h 55"/>
                                <a:gd name="T14" fmla="*/ 6 w 129"/>
                                <a:gd name="T15" fmla="*/ 7 h 55"/>
                                <a:gd name="T16" fmla="*/ 4 w 129"/>
                                <a:gd name="T17" fmla="*/ 3 h 55"/>
                                <a:gd name="T18" fmla="*/ 10 w 129"/>
                                <a:gd name="T19" fmla="*/ 1 h 55"/>
                                <a:gd name="T20" fmla="*/ 13 w 129"/>
                                <a:gd name="T21" fmla="*/ 2 h 55"/>
                                <a:gd name="T22" fmla="*/ 126 w 129"/>
                                <a:gd name="T23" fmla="*/ 19 h 55"/>
                                <a:gd name="T24" fmla="*/ 122 w 129"/>
                                <a:gd name="T25" fmla="*/ 12 h 55"/>
                                <a:gd name="T26" fmla="*/ 118 w 129"/>
                                <a:gd name="T27" fmla="*/ 7 h 55"/>
                                <a:gd name="T28" fmla="*/ 114 w 129"/>
                                <a:gd name="T29" fmla="*/ 5 h 55"/>
                                <a:gd name="T30" fmla="*/ 107 w 129"/>
                                <a:gd name="T31" fmla="*/ 5 h 55"/>
                                <a:gd name="T32" fmla="*/ 95 w 129"/>
                                <a:gd name="T33" fmla="*/ 10 h 55"/>
                                <a:gd name="T34" fmla="*/ 89 w 129"/>
                                <a:gd name="T35" fmla="*/ 10 h 55"/>
                                <a:gd name="T36" fmla="*/ 83 w 129"/>
                                <a:gd name="T37" fmla="*/ 10 h 55"/>
                                <a:gd name="T38" fmla="*/ 77 w 129"/>
                                <a:gd name="T39" fmla="*/ 8 h 55"/>
                                <a:gd name="T40" fmla="*/ 71 w 129"/>
                                <a:gd name="T41" fmla="*/ 5 h 55"/>
                                <a:gd name="T42" fmla="*/ 64 w 129"/>
                                <a:gd name="T43" fmla="*/ 2 h 55"/>
                                <a:gd name="T44" fmla="*/ 55 w 129"/>
                                <a:gd name="T45" fmla="*/ 1 h 55"/>
                                <a:gd name="T46" fmla="*/ 41 w 129"/>
                                <a:gd name="T47" fmla="*/ 6 h 55"/>
                                <a:gd name="T48" fmla="*/ 34 w 129"/>
                                <a:gd name="T49" fmla="*/ 9 h 55"/>
                                <a:gd name="T50" fmla="*/ 24 w 129"/>
                                <a:gd name="T51" fmla="*/ 8 h 55"/>
                                <a:gd name="T52" fmla="*/ 27 w 129"/>
                                <a:gd name="T53" fmla="*/ 12 h 55"/>
                                <a:gd name="T54" fmla="*/ 23 w 129"/>
                                <a:gd name="T55" fmla="*/ 15 h 55"/>
                                <a:gd name="T56" fmla="*/ 15 w 129"/>
                                <a:gd name="T57" fmla="*/ 16 h 55"/>
                                <a:gd name="T58" fmla="*/ 6 w 129"/>
                                <a:gd name="T59" fmla="*/ 16 h 55"/>
                                <a:gd name="T60" fmla="*/ 3 w 129"/>
                                <a:gd name="T61" fmla="*/ 20 h 55"/>
                                <a:gd name="T62" fmla="*/ 7 w 129"/>
                                <a:gd name="T63" fmla="*/ 25 h 55"/>
                                <a:gd name="T64" fmla="*/ 9 w 129"/>
                                <a:gd name="T65" fmla="*/ 29 h 55"/>
                                <a:gd name="T66" fmla="*/ 7 w 129"/>
                                <a:gd name="T67" fmla="*/ 32 h 55"/>
                                <a:gd name="T68" fmla="*/ 6 w 129"/>
                                <a:gd name="T69" fmla="*/ 33 h 55"/>
                                <a:gd name="T70" fmla="*/ 9 w 129"/>
                                <a:gd name="T71" fmla="*/ 36 h 55"/>
                                <a:gd name="T72" fmla="*/ 10 w 129"/>
                                <a:gd name="T73" fmla="*/ 39 h 55"/>
                                <a:gd name="T74" fmla="*/ 12 w 129"/>
                                <a:gd name="T75" fmla="*/ 42 h 55"/>
                                <a:gd name="T76" fmla="*/ 18 w 129"/>
                                <a:gd name="T77" fmla="*/ 44 h 55"/>
                                <a:gd name="T78" fmla="*/ 18 w 129"/>
                                <a:gd name="T79" fmla="*/ 46 h 55"/>
                                <a:gd name="T80" fmla="*/ 23 w 129"/>
                                <a:gd name="T81" fmla="*/ 48 h 55"/>
                                <a:gd name="T82" fmla="*/ 31 w 129"/>
                                <a:gd name="T83" fmla="*/ 51 h 55"/>
                                <a:gd name="T84" fmla="*/ 35 w 129"/>
                                <a:gd name="T85" fmla="*/ 46 h 55"/>
                                <a:gd name="T86" fmla="*/ 51 w 129"/>
                                <a:gd name="T87" fmla="*/ 52 h 55"/>
                                <a:gd name="T88" fmla="*/ 57 w 129"/>
                                <a:gd name="T89" fmla="*/ 49 h 55"/>
                                <a:gd name="T90" fmla="*/ 66 w 129"/>
                                <a:gd name="T91" fmla="*/ 48 h 55"/>
                                <a:gd name="T92" fmla="*/ 71 w 129"/>
                                <a:gd name="T93" fmla="*/ 46 h 55"/>
                                <a:gd name="T94" fmla="*/ 70 w 129"/>
                                <a:gd name="T95" fmla="*/ 54 h 55"/>
                                <a:gd name="T96" fmla="*/ 74 w 129"/>
                                <a:gd name="T97" fmla="*/ 51 h 55"/>
                                <a:gd name="T98" fmla="*/ 76 w 129"/>
                                <a:gd name="T99" fmla="*/ 47 h 55"/>
                                <a:gd name="T100" fmla="*/ 85 w 129"/>
                                <a:gd name="T101" fmla="*/ 46 h 55"/>
                                <a:gd name="T102" fmla="*/ 101 w 129"/>
                                <a:gd name="T103" fmla="*/ 44 h 55"/>
                                <a:gd name="T104" fmla="*/ 112 w 129"/>
                                <a:gd name="T105" fmla="*/ 43 h 55"/>
                                <a:gd name="T106" fmla="*/ 120 w 129"/>
                                <a:gd name="T107" fmla="*/ 42 h 55"/>
                                <a:gd name="T108" fmla="*/ 125 w 129"/>
                                <a:gd name="T109" fmla="*/ 45 h 55"/>
                                <a:gd name="T110" fmla="*/ 129 w 129"/>
                                <a:gd name="T111" fmla="*/ 42 h 55"/>
                                <a:gd name="T112" fmla="*/ 127 w 129"/>
                                <a:gd name="T113" fmla="*/ 39 h 55"/>
                                <a:gd name="T114" fmla="*/ 126 w 129"/>
                                <a:gd name="T115" fmla="*/ 34 h 55"/>
                                <a:gd name="T116" fmla="*/ 124 w 129"/>
                                <a:gd name="T117" fmla="*/ 26 h 55"/>
                                <a:gd name="T118" fmla="*/ 129 w 129"/>
                                <a:gd name="T119" fmla="*/ 22 h 55"/>
                                <a:gd name="T120" fmla="*/ 0 w 129"/>
                                <a:gd name="T121" fmla="*/ 17 h 55"/>
                                <a:gd name="T122" fmla="*/ 1 w 129"/>
                                <a:gd name="T123" fmla="*/ 17 h 55"/>
                                <a:gd name="T124" fmla="*/ 12 w 129"/>
                                <a:gd name="T125" fmla="*/ 47 h 5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29" h="55">
                                  <a:moveTo>
                                    <a:pt x="15" y="1"/>
                                  </a:moveTo>
                                  <a:cubicBezTo>
                                    <a:pt x="15" y="1"/>
                                    <a:pt x="15" y="1"/>
                                    <a:pt x="16" y="1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6" y="3"/>
                                    <a:pt x="16" y="4"/>
                                    <a:pt x="16" y="4"/>
                                  </a:cubicBezTo>
                                  <a:cubicBezTo>
                                    <a:pt x="17" y="5"/>
                                    <a:pt x="19" y="6"/>
                                    <a:pt x="20" y="7"/>
                                  </a:cubicBezTo>
                                  <a:cubicBezTo>
                                    <a:pt x="21" y="7"/>
                                    <a:pt x="22" y="7"/>
                                    <a:pt x="22" y="8"/>
                                  </a:cubicBezTo>
                                  <a:cubicBezTo>
                                    <a:pt x="23" y="8"/>
                                    <a:pt x="23" y="8"/>
                                    <a:pt x="23" y="9"/>
                                  </a:cubicBezTo>
                                  <a:cubicBezTo>
                                    <a:pt x="22" y="9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19" y="10"/>
                                    <a:pt x="18" y="10"/>
                                  </a:cubicBezTo>
                                  <a:cubicBezTo>
                                    <a:pt x="18" y="9"/>
                                    <a:pt x="17" y="9"/>
                                    <a:pt x="16" y="9"/>
                                  </a:cubicBezTo>
                                  <a:cubicBezTo>
                                    <a:pt x="16" y="10"/>
                                    <a:pt x="16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4" y="10"/>
                                  </a:cubicBezTo>
                                  <a:cubicBezTo>
                                    <a:pt x="14" y="10"/>
                                    <a:pt x="13" y="10"/>
                                    <a:pt x="12" y="10"/>
                                  </a:cubicBezTo>
                                  <a:cubicBezTo>
                                    <a:pt x="12" y="10"/>
                                    <a:pt x="12" y="11"/>
                                    <a:pt x="12" y="11"/>
                                  </a:cubicBezTo>
                                  <a:cubicBezTo>
                                    <a:pt x="12" y="12"/>
                                    <a:pt x="11" y="12"/>
                                    <a:pt x="11" y="12"/>
                                  </a:cubicBezTo>
                                  <a:cubicBezTo>
                                    <a:pt x="10" y="13"/>
                                    <a:pt x="10" y="13"/>
                                    <a:pt x="9" y="14"/>
                                  </a:cubicBezTo>
                                  <a:cubicBezTo>
                                    <a:pt x="8" y="14"/>
                                    <a:pt x="7" y="14"/>
                                    <a:pt x="7" y="15"/>
                                  </a:cubicBezTo>
                                  <a:cubicBezTo>
                                    <a:pt x="6" y="15"/>
                                    <a:pt x="6" y="16"/>
                                    <a:pt x="5" y="17"/>
                                  </a:cubicBezTo>
                                  <a:cubicBezTo>
                                    <a:pt x="5" y="17"/>
                                    <a:pt x="4" y="18"/>
                                    <a:pt x="4" y="18"/>
                                  </a:cubicBezTo>
                                  <a:cubicBezTo>
                                    <a:pt x="3" y="18"/>
                                    <a:pt x="3" y="18"/>
                                    <a:pt x="4" y="17"/>
                                  </a:cubicBezTo>
                                  <a:cubicBezTo>
                                    <a:pt x="4" y="17"/>
                                    <a:pt x="4" y="16"/>
                                    <a:pt x="4" y="16"/>
                                  </a:cubicBezTo>
                                  <a:cubicBezTo>
                                    <a:pt x="5" y="15"/>
                                    <a:pt x="6" y="15"/>
                                    <a:pt x="6" y="14"/>
                                  </a:cubicBezTo>
                                  <a:cubicBezTo>
                                    <a:pt x="7" y="14"/>
                                    <a:pt x="8" y="14"/>
                                    <a:pt x="8" y="13"/>
                                  </a:cubicBezTo>
                                  <a:cubicBezTo>
                                    <a:pt x="7" y="13"/>
                                    <a:pt x="6" y="13"/>
                                    <a:pt x="6" y="13"/>
                                  </a:cubicBezTo>
                                  <a:cubicBezTo>
                                    <a:pt x="5" y="14"/>
                                    <a:pt x="5" y="14"/>
                                    <a:pt x="4" y="14"/>
                                  </a:cubicBezTo>
                                  <a:cubicBezTo>
                                    <a:pt x="3" y="14"/>
                                    <a:pt x="3" y="13"/>
                                    <a:pt x="3" y="12"/>
                                  </a:cubicBezTo>
                                  <a:cubicBezTo>
                                    <a:pt x="3" y="12"/>
                                    <a:pt x="3" y="11"/>
                                    <a:pt x="4" y="11"/>
                                  </a:cubicBezTo>
                                  <a:cubicBezTo>
                                    <a:pt x="4" y="10"/>
                                    <a:pt x="5" y="11"/>
                                    <a:pt x="5" y="10"/>
                                  </a:cubicBezTo>
                                  <a:cubicBezTo>
                                    <a:pt x="5" y="9"/>
                                    <a:pt x="4" y="9"/>
                                    <a:pt x="4" y="8"/>
                                  </a:cubicBezTo>
                                  <a:cubicBezTo>
                                    <a:pt x="5" y="8"/>
                                    <a:pt x="5" y="8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7" y="6"/>
                                    <a:pt x="7" y="6"/>
                                  </a:cubicBezTo>
                                  <a:cubicBezTo>
                                    <a:pt x="6" y="5"/>
                                    <a:pt x="6" y="5"/>
                                    <a:pt x="6" y="4"/>
                                  </a:cubicBezTo>
                                  <a:cubicBezTo>
                                    <a:pt x="5" y="4"/>
                                    <a:pt x="5" y="4"/>
                                    <a:pt x="4" y="3"/>
                                  </a:cubicBezTo>
                                  <a:cubicBezTo>
                                    <a:pt x="4" y="3"/>
                                    <a:pt x="5" y="3"/>
                                    <a:pt x="6" y="3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7" y="1"/>
                                    <a:pt x="9" y="2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1"/>
                                  </a:cubicBezTo>
                                  <a:cubicBezTo>
                                    <a:pt x="11" y="1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4" y="1"/>
                                  </a:cubicBezTo>
                                  <a:cubicBezTo>
                                    <a:pt x="14" y="1"/>
                                    <a:pt x="14" y="2"/>
                                    <a:pt x="15" y="1"/>
                                  </a:cubicBezTo>
                                  <a:close/>
                                  <a:moveTo>
                                    <a:pt x="128" y="20"/>
                                  </a:moveTo>
                                  <a:cubicBezTo>
                                    <a:pt x="127" y="20"/>
                                    <a:pt x="127" y="19"/>
                                    <a:pt x="126" y="19"/>
                                  </a:cubicBezTo>
                                  <a:cubicBezTo>
                                    <a:pt x="126" y="18"/>
                                    <a:pt x="125" y="19"/>
                                    <a:pt x="124" y="19"/>
                                  </a:cubicBezTo>
                                  <a:cubicBezTo>
                                    <a:pt x="122" y="19"/>
                                    <a:pt x="122" y="18"/>
                                    <a:pt x="121" y="16"/>
                                  </a:cubicBezTo>
                                  <a:cubicBezTo>
                                    <a:pt x="121" y="16"/>
                                    <a:pt x="121" y="15"/>
                                    <a:pt x="121" y="14"/>
                                  </a:cubicBezTo>
                                  <a:cubicBezTo>
                                    <a:pt x="121" y="13"/>
                                    <a:pt x="122" y="13"/>
                                    <a:pt x="122" y="12"/>
                                  </a:cubicBezTo>
                                  <a:cubicBezTo>
                                    <a:pt x="121" y="11"/>
                                    <a:pt x="121" y="11"/>
                                    <a:pt x="120" y="10"/>
                                  </a:cubicBezTo>
                                  <a:cubicBezTo>
                                    <a:pt x="120" y="10"/>
                                    <a:pt x="120" y="9"/>
                                    <a:pt x="120" y="8"/>
                                  </a:cubicBezTo>
                                  <a:cubicBezTo>
                                    <a:pt x="119" y="8"/>
                                    <a:pt x="118" y="9"/>
                                    <a:pt x="118" y="8"/>
                                  </a:cubicBezTo>
                                  <a:cubicBezTo>
                                    <a:pt x="118" y="8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7" y="7"/>
                                    <a:pt x="117" y="7"/>
                                  </a:cubicBezTo>
                                  <a:cubicBezTo>
                                    <a:pt x="117" y="6"/>
                                    <a:pt x="116" y="6"/>
                                    <a:pt x="116" y="5"/>
                                  </a:cubicBezTo>
                                  <a:cubicBezTo>
                                    <a:pt x="115" y="5"/>
                                    <a:pt x="116" y="5"/>
                                    <a:pt x="116" y="5"/>
                                  </a:cubicBezTo>
                                  <a:cubicBezTo>
                                    <a:pt x="115" y="5"/>
                                    <a:pt x="115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3" y="6"/>
                                  </a:cubicBezTo>
                                  <a:cubicBezTo>
                                    <a:pt x="113" y="6"/>
                                    <a:pt x="112" y="6"/>
                                    <a:pt x="112" y="6"/>
                                  </a:cubicBezTo>
                                  <a:cubicBezTo>
                                    <a:pt x="111" y="5"/>
                                    <a:pt x="110" y="6"/>
                                    <a:pt x="109" y="6"/>
                                  </a:cubicBezTo>
                                  <a:cubicBezTo>
                                    <a:pt x="108" y="6"/>
                                    <a:pt x="108" y="6"/>
                                    <a:pt x="107" y="5"/>
                                  </a:cubicBezTo>
                                  <a:cubicBezTo>
                                    <a:pt x="106" y="7"/>
                                    <a:pt x="104" y="8"/>
                                    <a:pt x="102" y="9"/>
                                  </a:cubicBezTo>
                                  <a:cubicBezTo>
                                    <a:pt x="101" y="9"/>
                                    <a:pt x="100" y="10"/>
                                    <a:pt x="99" y="10"/>
                                  </a:cubicBezTo>
                                  <a:cubicBezTo>
                                    <a:pt x="98" y="11"/>
                                    <a:pt x="97" y="10"/>
                                    <a:pt x="96" y="10"/>
                                  </a:cubicBezTo>
                                  <a:cubicBezTo>
                                    <a:pt x="96" y="10"/>
                                    <a:pt x="95" y="10"/>
                                    <a:pt x="95" y="10"/>
                                  </a:cubicBezTo>
                                  <a:cubicBezTo>
                                    <a:pt x="95" y="10"/>
                                    <a:pt x="94" y="10"/>
                                    <a:pt x="94" y="9"/>
                                  </a:cubicBezTo>
                                  <a:cubicBezTo>
                                    <a:pt x="93" y="9"/>
                                    <a:pt x="92" y="9"/>
                                    <a:pt x="92" y="9"/>
                                  </a:cubicBezTo>
                                  <a:cubicBezTo>
                                    <a:pt x="91" y="9"/>
                                    <a:pt x="91" y="9"/>
                                    <a:pt x="90" y="10"/>
                                  </a:cubicBezTo>
                                  <a:cubicBezTo>
                                    <a:pt x="90" y="10"/>
                                    <a:pt x="89" y="10"/>
                                    <a:pt x="89" y="10"/>
                                  </a:cubicBezTo>
                                  <a:cubicBezTo>
                                    <a:pt x="88" y="10"/>
                                    <a:pt x="88" y="10"/>
                                    <a:pt x="87" y="10"/>
                                  </a:cubicBezTo>
                                  <a:cubicBezTo>
                                    <a:pt x="87" y="10"/>
                                    <a:pt x="87" y="11"/>
                                    <a:pt x="86" y="11"/>
                                  </a:cubicBezTo>
                                  <a:cubicBezTo>
                                    <a:pt x="86" y="11"/>
                                    <a:pt x="86" y="11"/>
                                    <a:pt x="86" y="11"/>
                                  </a:cubicBezTo>
                                  <a:cubicBezTo>
                                    <a:pt x="85" y="11"/>
                                    <a:pt x="84" y="10"/>
                                    <a:pt x="83" y="10"/>
                                  </a:cubicBezTo>
                                  <a:cubicBezTo>
                                    <a:pt x="83" y="10"/>
                                    <a:pt x="82" y="10"/>
                                    <a:pt x="82" y="9"/>
                                  </a:cubicBezTo>
                                  <a:cubicBezTo>
                                    <a:pt x="81" y="9"/>
                                    <a:pt x="81" y="10"/>
                                    <a:pt x="80" y="10"/>
                                  </a:cubicBezTo>
                                  <a:cubicBezTo>
                                    <a:pt x="79" y="10"/>
                                    <a:pt x="79" y="9"/>
                                    <a:pt x="78" y="9"/>
                                  </a:cubicBezTo>
                                  <a:cubicBezTo>
                                    <a:pt x="77" y="9"/>
                                    <a:pt x="78" y="9"/>
                                    <a:pt x="77" y="8"/>
                                  </a:cubicBezTo>
                                  <a:cubicBezTo>
                                    <a:pt x="77" y="8"/>
                                    <a:pt x="76" y="7"/>
                                    <a:pt x="76" y="7"/>
                                  </a:cubicBezTo>
                                  <a:cubicBezTo>
                                    <a:pt x="75" y="7"/>
                                    <a:pt x="74" y="7"/>
                                    <a:pt x="74" y="7"/>
                                  </a:cubicBezTo>
                                  <a:cubicBezTo>
                                    <a:pt x="73" y="7"/>
                                    <a:pt x="74" y="8"/>
                                    <a:pt x="73" y="8"/>
                                  </a:cubicBezTo>
                                  <a:cubicBezTo>
                                    <a:pt x="72" y="8"/>
                                    <a:pt x="71" y="6"/>
                                    <a:pt x="71" y="5"/>
                                  </a:cubicBezTo>
                                  <a:cubicBezTo>
                                    <a:pt x="70" y="4"/>
                                    <a:pt x="70" y="3"/>
                                    <a:pt x="69" y="4"/>
                                  </a:cubicBezTo>
                                  <a:cubicBezTo>
                                    <a:pt x="68" y="4"/>
                                    <a:pt x="68" y="4"/>
                                    <a:pt x="67" y="4"/>
                                  </a:cubicBezTo>
                                  <a:cubicBezTo>
                                    <a:pt x="66" y="4"/>
                                    <a:pt x="66" y="4"/>
                                    <a:pt x="65" y="3"/>
                                  </a:cubicBezTo>
                                  <a:cubicBezTo>
                                    <a:pt x="65" y="3"/>
                                    <a:pt x="64" y="3"/>
                                    <a:pt x="64" y="2"/>
                                  </a:cubicBezTo>
                                  <a:cubicBezTo>
                                    <a:pt x="64" y="1"/>
                                    <a:pt x="64" y="1"/>
                                    <a:pt x="64" y="1"/>
                                  </a:cubicBezTo>
                                  <a:cubicBezTo>
                                    <a:pt x="64" y="1"/>
                                    <a:pt x="64" y="0"/>
                                    <a:pt x="63" y="0"/>
                                  </a:cubicBezTo>
                                  <a:cubicBezTo>
                                    <a:pt x="62" y="1"/>
                                    <a:pt x="62" y="1"/>
                                    <a:pt x="61" y="1"/>
                                  </a:cubicBezTo>
                                  <a:cubicBezTo>
                                    <a:pt x="59" y="1"/>
                                    <a:pt x="57" y="1"/>
                                    <a:pt x="55" y="1"/>
                                  </a:cubicBezTo>
                                  <a:cubicBezTo>
                                    <a:pt x="55" y="1"/>
                                    <a:pt x="54" y="1"/>
                                    <a:pt x="53" y="1"/>
                                  </a:cubicBezTo>
                                  <a:cubicBezTo>
                                    <a:pt x="52" y="1"/>
                                    <a:pt x="51" y="1"/>
                                    <a:pt x="50" y="2"/>
                                  </a:cubicBezTo>
                                  <a:cubicBezTo>
                                    <a:pt x="48" y="2"/>
                                    <a:pt x="46" y="3"/>
                                    <a:pt x="45" y="4"/>
                                  </a:cubicBezTo>
                                  <a:cubicBezTo>
                                    <a:pt x="43" y="4"/>
                                    <a:pt x="42" y="6"/>
                                    <a:pt x="41" y="6"/>
                                  </a:cubicBezTo>
                                  <a:cubicBezTo>
                                    <a:pt x="40" y="7"/>
                                    <a:pt x="39" y="7"/>
                                    <a:pt x="39" y="7"/>
                                  </a:cubicBezTo>
                                  <a:cubicBezTo>
                                    <a:pt x="39" y="8"/>
                                    <a:pt x="39" y="9"/>
                                    <a:pt x="38" y="9"/>
                                  </a:cubicBezTo>
                                  <a:cubicBezTo>
                                    <a:pt x="37" y="9"/>
                                    <a:pt x="36" y="9"/>
                                    <a:pt x="36" y="9"/>
                                  </a:cubicBezTo>
                                  <a:cubicBezTo>
                                    <a:pt x="35" y="9"/>
                                    <a:pt x="34" y="9"/>
                                    <a:pt x="34" y="9"/>
                                  </a:cubicBezTo>
                                  <a:cubicBezTo>
                                    <a:pt x="33" y="9"/>
                                    <a:pt x="32" y="8"/>
                                    <a:pt x="32" y="8"/>
                                  </a:cubicBezTo>
                                  <a:cubicBezTo>
                                    <a:pt x="31" y="8"/>
                                    <a:pt x="30" y="9"/>
                                    <a:pt x="29" y="8"/>
                                  </a:cubicBezTo>
                                  <a:cubicBezTo>
                                    <a:pt x="28" y="8"/>
                                    <a:pt x="27" y="8"/>
                                    <a:pt x="26" y="8"/>
                                  </a:cubicBezTo>
                                  <a:cubicBezTo>
                                    <a:pt x="25" y="8"/>
                                    <a:pt x="24" y="8"/>
                                    <a:pt x="24" y="8"/>
                                  </a:cubicBezTo>
                                  <a:cubicBezTo>
                                    <a:pt x="23" y="8"/>
                                    <a:pt x="23" y="9"/>
                                    <a:pt x="23" y="10"/>
                                  </a:cubicBezTo>
                                  <a:cubicBezTo>
                                    <a:pt x="23" y="10"/>
                                    <a:pt x="24" y="11"/>
                                    <a:pt x="24" y="11"/>
                                  </a:cubicBezTo>
                                  <a:cubicBezTo>
                                    <a:pt x="26" y="12"/>
                                    <a:pt x="27" y="12"/>
                                    <a:pt x="29" y="12"/>
                                  </a:cubicBezTo>
                                  <a:cubicBezTo>
                                    <a:pt x="28" y="13"/>
                                    <a:pt x="28" y="12"/>
                                    <a:pt x="27" y="12"/>
                                  </a:cubicBezTo>
                                  <a:cubicBezTo>
                                    <a:pt x="27" y="12"/>
                                    <a:pt x="26" y="13"/>
                                    <a:pt x="25" y="13"/>
                                  </a:cubicBezTo>
                                  <a:cubicBezTo>
                                    <a:pt x="25" y="13"/>
                                    <a:pt x="24" y="13"/>
                                    <a:pt x="23" y="13"/>
                                  </a:cubicBezTo>
                                  <a:cubicBezTo>
                                    <a:pt x="22" y="13"/>
                                    <a:pt x="21" y="14"/>
                                    <a:pt x="21" y="14"/>
                                  </a:cubicBezTo>
                                  <a:cubicBezTo>
                                    <a:pt x="22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6"/>
                                    <a:pt x="23" y="16"/>
                                  </a:cubicBezTo>
                                  <a:cubicBezTo>
                                    <a:pt x="22" y="16"/>
                                    <a:pt x="22" y="15"/>
                                    <a:pt x="22" y="15"/>
                                  </a:cubicBezTo>
                                  <a:cubicBezTo>
                                    <a:pt x="21" y="15"/>
                                    <a:pt x="20" y="16"/>
                                    <a:pt x="19" y="15"/>
                                  </a:cubicBezTo>
                                  <a:cubicBezTo>
                                    <a:pt x="18" y="15"/>
                                    <a:pt x="16" y="16"/>
                                    <a:pt x="15" y="16"/>
                                  </a:cubicBezTo>
                                  <a:cubicBezTo>
                                    <a:pt x="14" y="16"/>
                                    <a:pt x="12" y="16"/>
                                    <a:pt x="11" y="15"/>
                                  </a:cubicBezTo>
                                  <a:cubicBezTo>
                                    <a:pt x="10" y="15"/>
                                    <a:pt x="10" y="15"/>
                                    <a:pt x="9" y="15"/>
                                  </a:cubicBezTo>
                                  <a:cubicBezTo>
                                    <a:pt x="9" y="15"/>
                                    <a:pt x="8" y="15"/>
                                    <a:pt x="8" y="15"/>
                                  </a:cubicBezTo>
                                  <a:cubicBezTo>
                                    <a:pt x="7" y="15"/>
                                    <a:pt x="7" y="16"/>
                                    <a:pt x="6" y="16"/>
                                  </a:cubicBezTo>
                                  <a:cubicBezTo>
                                    <a:pt x="6" y="17"/>
                                    <a:pt x="5" y="17"/>
                                    <a:pt x="5" y="17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8"/>
                                    <a:pt x="5" y="19"/>
                                    <a:pt x="4" y="19"/>
                                  </a:cubicBezTo>
                                  <a:cubicBezTo>
                                    <a:pt x="4" y="19"/>
                                    <a:pt x="3" y="19"/>
                                    <a:pt x="3" y="20"/>
                                  </a:cubicBezTo>
                                  <a:cubicBezTo>
                                    <a:pt x="3" y="20"/>
                                    <a:pt x="4" y="21"/>
                                    <a:pt x="4" y="22"/>
                                  </a:cubicBezTo>
                                  <a:cubicBezTo>
                                    <a:pt x="3" y="22"/>
                                    <a:pt x="3" y="22"/>
                                    <a:pt x="3" y="23"/>
                                  </a:cubicBezTo>
                                  <a:cubicBezTo>
                                    <a:pt x="3" y="25"/>
                                    <a:pt x="8" y="22"/>
                                    <a:pt x="8" y="23"/>
                                  </a:cubicBezTo>
                                  <a:cubicBezTo>
                                    <a:pt x="9" y="23"/>
                                    <a:pt x="7" y="25"/>
                                    <a:pt x="7" y="25"/>
                                  </a:cubicBezTo>
                                  <a:cubicBezTo>
                                    <a:pt x="6" y="26"/>
                                    <a:pt x="8" y="26"/>
                                    <a:pt x="8" y="27"/>
                                  </a:cubicBezTo>
                                  <a:cubicBezTo>
                                    <a:pt x="8" y="27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9" y="28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9" y="29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7" y="31"/>
                                    <a:pt x="8" y="32"/>
                                    <a:pt x="9" y="32"/>
                                  </a:cubicBezTo>
                                  <a:cubicBezTo>
                                    <a:pt x="10" y="32"/>
                                    <a:pt x="11" y="32"/>
                                    <a:pt x="10" y="33"/>
                                  </a:cubicBezTo>
                                  <a:cubicBezTo>
                                    <a:pt x="9" y="33"/>
                                    <a:pt x="7" y="34"/>
                                    <a:pt x="7" y="32"/>
                                  </a:cubicBezTo>
                                  <a:cubicBezTo>
                                    <a:pt x="7" y="32"/>
                                    <a:pt x="7" y="33"/>
                                    <a:pt x="7" y="33"/>
                                  </a:cubicBezTo>
                                  <a:cubicBezTo>
                                    <a:pt x="7" y="33"/>
                                    <a:pt x="6" y="32"/>
                                    <a:pt x="6" y="31"/>
                                  </a:cubicBezTo>
                                  <a:cubicBezTo>
                                    <a:pt x="6" y="31"/>
                                    <a:pt x="6" y="30"/>
                                    <a:pt x="6" y="30"/>
                                  </a:cubicBezTo>
                                  <a:cubicBezTo>
                                    <a:pt x="4" y="31"/>
                                    <a:pt x="6" y="32"/>
                                    <a:pt x="6" y="33"/>
                                  </a:cubicBezTo>
                                  <a:cubicBezTo>
                                    <a:pt x="5" y="33"/>
                                    <a:pt x="4" y="33"/>
                                    <a:pt x="4" y="34"/>
                                  </a:cubicBezTo>
                                  <a:cubicBezTo>
                                    <a:pt x="5" y="34"/>
                                    <a:pt x="5" y="35"/>
                                    <a:pt x="6" y="35"/>
                                  </a:cubicBezTo>
                                  <a:cubicBezTo>
                                    <a:pt x="6" y="35"/>
                                    <a:pt x="7" y="34"/>
                                    <a:pt x="7" y="35"/>
                                  </a:cubicBezTo>
                                  <a:cubicBezTo>
                                    <a:pt x="8" y="35"/>
                                    <a:pt x="9" y="35"/>
                                    <a:pt x="9" y="36"/>
                                  </a:cubicBezTo>
                                  <a:cubicBezTo>
                                    <a:pt x="9" y="36"/>
                                    <a:pt x="11" y="36"/>
                                    <a:pt x="11" y="37"/>
                                  </a:cubicBezTo>
                                  <a:cubicBezTo>
                                    <a:pt x="11" y="37"/>
                                    <a:pt x="11" y="38"/>
                                    <a:pt x="11" y="38"/>
                                  </a:cubicBezTo>
                                  <a:cubicBezTo>
                                    <a:pt x="11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40"/>
                                    <a:pt x="10" y="40"/>
                                  </a:cubicBezTo>
                                  <a:cubicBezTo>
                                    <a:pt x="11" y="40"/>
                                    <a:pt x="11" y="40"/>
                                    <a:pt x="11" y="40"/>
                                  </a:cubicBezTo>
                                  <a:cubicBezTo>
                                    <a:pt x="11" y="41"/>
                                    <a:pt x="11" y="41"/>
                                    <a:pt x="11" y="41"/>
                                  </a:cubicBezTo>
                                  <a:cubicBezTo>
                                    <a:pt x="11" y="41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4" y="43"/>
                                    <a:pt x="13" y="43"/>
                                  </a:cubicBezTo>
                                  <a:cubicBezTo>
                                    <a:pt x="12" y="44"/>
                                    <a:pt x="11" y="43"/>
                                    <a:pt x="11" y="44"/>
                                  </a:cubicBezTo>
                                  <a:cubicBezTo>
                                    <a:pt x="11" y="45"/>
                                    <a:pt x="12" y="45"/>
                                    <a:pt x="13" y="45"/>
                                  </a:cubicBezTo>
                                  <a:cubicBezTo>
                                    <a:pt x="15" y="44"/>
                                    <a:pt x="16" y="44"/>
                                    <a:pt x="18" y="44"/>
                                  </a:cubicBezTo>
                                  <a:cubicBezTo>
                                    <a:pt x="17" y="45"/>
                                    <a:pt x="16" y="45"/>
                                    <a:pt x="16" y="45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6" y="47"/>
                                    <a:pt x="16" y="47"/>
                                    <a:pt x="16" y="48"/>
                                  </a:cubicBezTo>
                                  <a:cubicBezTo>
                                    <a:pt x="16" y="47"/>
                                    <a:pt x="17" y="47"/>
                                    <a:pt x="18" y="46"/>
                                  </a:cubicBezTo>
                                  <a:cubicBezTo>
                                    <a:pt x="18" y="46"/>
                                    <a:pt x="19" y="46"/>
                                    <a:pt x="19" y="46"/>
                                  </a:cubicBezTo>
                                  <a:cubicBezTo>
                                    <a:pt x="20" y="47"/>
                                    <a:pt x="21" y="48"/>
                                    <a:pt x="21" y="47"/>
                                  </a:cubicBezTo>
                                  <a:cubicBezTo>
                                    <a:pt x="22" y="47"/>
                                    <a:pt x="22" y="47"/>
                                    <a:pt x="23" y="47"/>
                                  </a:cubicBezTo>
                                  <a:cubicBezTo>
                                    <a:pt x="23" y="48"/>
                                    <a:pt x="23" y="48"/>
                                    <a:pt x="23" y="48"/>
                                  </a:cubicBezTo>
                                  <a:cubicBezTo>
                                    <a:pt x="23" y="49"/>
                                    <a:pt x="23" y="49"/>
                                    <a:pt x="24" y="50"/>
                                  </a:cubicBezTo>
                                  <a:cubicBezTo>
                                    <a:pt x="25" y="51"/>
                                    <a:pt x="26" y="51"/>
                                    <a:pt x="28" y="51"/>
                                  </a:cubicBezTo>
                                  <a:cubicBezTo>
                                    <a:pt x="29" y="51"/>
                                    <a:pt x="29" y="51"/>
                                    <a:pt x="30" y="51"/>
                                  </a:cubicBezTo>
                                  <a:cubicBezTo>
                                    <a:pt x="30" y="51"/>
                                    <a:pt x="31" y="50"/>
                                    <a:pt x="31" y="51"/>
                                  </a:cubicBezTo>
                                  <a:cubicBezTo>
                                    <a:pt x="31" y="51"/>
                                    <a:pt x="32" y="51"/>
                                    <a:pt x="32" y="51"/>
                                  </a:cubicBezTo>
                                  <a:cubicBezTo>
                                    <a:pt x="33" y="51"/>
                                    <a:pt x="33" y="48"/>
                                    <a:pt x="33" y="48"/>
                                  </a:cubicBezTo>
                                  <a:cubicBezTo>
                                    <a:pt x="33" y="47"/>
                                    <a:pt x="33" y="46"/>
                                    <a:pt x="33" y="46"/>
                                  </a:cubicBezTo>
                                  <a:cubicBezTo>
                                    <a:pt x="34" y="45"/>
                                    <a:pt x="35" y="46"/>
                                    <a:pt x="35" y="46"/>
                                  </a:cubicBezTo>
                                  <a:cubicBezTo>
                                    <a:pt x="37" y="46"/>
                                    <a:pt x="38" y="47"/>
                                    <a:pt x="40" y="48"/>
                                  </a:cubicBezTo>
                                  <a:cubicBezTo>
                                    <a:pt x="41" y="48"/>
                                    <a:pt x="43" y="49"/>
                                    <a:pt x="44" y="50"/>
                                  </a:cubicBezTo>
                                  <a:cubicBezTo>
                                    <a:pt x="45" y="52"/>
                                    <a:pt x="46" y="53"/>
                                    <a:pt x="48" y="52"/>
                                  </a:cubicBezTo>
                                  <a:cubicBezTo>
                                    <a:pt x="49" y="52"/>
                                    <a:pt x="50" y="52"/>
                                    <a:pt x="51" y="52"/>
                                  </a:cubicBezTo>
                                  <a:cubicBezTo>
                                    <a:pt x="52" y="52"/>
                                    <a:pt x="53" y="52"/>
                                    <a:pt x="54" y="51"/>
                                  </a:cubicBezTo>
                                  <a:cubicBezTo>
                                    <a:pt x="54" y="51"/>
                                    <a:pt x="54" y="51"/>
                                    <a:pt x="55" y="51"/>
                                  </a:cubicBezTo>
                                  <a:cubicBezTo>
                                    <a:pt x="55" y="51"/>
                                    <a:pt x="55" y="51"/>
                                    <a:pt x="56" y="51"/>
                                  </a:cubicBezTo>
                                  <a:cubicBezTo>
                                    <a:pt x="57" y="51"/>
                                    <a:pt x="57" y="50"/>
                                    <a:pt x="57" y="49"/>
                                  </a:cubicBezTo>
                                  <a:cubicBezTo>
                                    <a:pt x="58" y="49"/>
                                    <a:pt x="59" y="48"/>
                                    <a:pt x="60" y="47"/>
                                  </a:cubicBezTo>
                                  <a:cubicBezTo>
                                    <a:pt x="60" y="47"/>
                                    <a:pt x="60" y="46"/>
                                    <a:pt x="61" y="46"/>
                                  </a:cubicBezTo>
                                  <a:cubicBezTo>
                                    <a:pt x="63" y="47"/>
                                    <a:pt x="64" y="47"/>
                                    <a:pt x="65" y="48"/>
                                  </a:cubicBezTo>
                                  <a:cubicBezTo>
                                    <a:pt x="65" y="48"/>
                                    <a:pt x="66" y="48"/>
                                    <a:pt x="66" y="48"/>
                                  </a:cubicBezTo>
                                  <a:cubicBezTo>
                                    <a:pt x="67" y="48"/>
                                    <a:pt x="67" y="47"/>
                                    <a:pt x="67" y="47"/>
                                  </a:cubicBezTo>
                                  <a:cubicBezTo>
                                    <a:pt x="68" y="47"/>
                                    <a:pt x="68" y="47"/>
                                    <a:pt x="69" y="46"/>
                                  </a:cubicBezTo>
                                  <a:cubicBezTo>
                                    <a:pt x="69" y="46"/>
                                    <a:pt x="70" y="45"/>
                                    <a:pt x="70" y="45"/>
                                  </a:cubicBezTo>
                                  <a:cubicBezTo>
                                    <a:pt x="70" y="45"/>
                                    <a:pt x="71" y="46"/>
                                    <a:pt x="71" y="46"/>
                                  </a:cubicBezTo>
                                  <a:cubicBezTo>
                                    <a:pt x="71" y="47"/>
                                    <a:pt x="71" y="48"/>
                                    <a:pt x="71" y="48"/>
                                  </a:cubicBezTo>
                                  <a:cubicBezTo>
                                    <a:pt x="70" y="49"/>
                                    <a:pt x="70" y="49"/>
                                    <a:pt x="69" y="49"/>
                                  </a:cubicBezTo>
                                  <a:cubicBezTo>
                                    <a:pt x="69" y="50"/>
                                    <a:pt x="68" y="50"/>
                                    <a:pt x="68" y="51"/>
                                  </a:cubicBezTo>
                                  <a:cubicBezTo>
                                    <a:pt x="69" y="51"/>
                                    <a:pt x="69" y="53"/>
                                    <a:pt x="70" y="54"/>
                                  </a:cubicBezTo>
                                  <a:cubicBezTo>
                                    <a:pt x="70" y="55"/>
                                    <a:pt x="71" y="54"/>
                                    <a:pt x="71" y="54"/>
                                  </a:cubicBezTo>
                                  <a:cubicBezTo>
                                    <a:pt x="71" y="53"/>
                                    <a:pt x="72" y="53"/>
                                    <a:pt x="72" y="53"/>
                                  </a:cubicBezTo>
                                  <a:cubicBezTo>
                                    <a:pt x="72" y="53"/>
                                    <a:pt x="72" y="52"/>
                                    <a:pt x="72" y="52"/>
                                  </a:cubicBezTo>
                                  <a:cubicBezTo>
                                    <a:pt x="72" y="51"/>
                                    <a:pt x="73" y="52"/>
                                    <a:pt x="74" y="51"/>
                                  </a:cubicBezTo>
                                  <a:cubicBezTo>
                                    <a:pt x="74" y="51"/>
                                    <a:pt x="74" y="50"/>
                                    <a:pt x="74" y="50"/>
                                  </a:cubicBezTo>
                                  <a:cubicBezTo>
                                    <a:pt x="73" y="49"/>
                                    <a:pt x="74" y="49"/>
                                    <a:pt x="74" y="49"/>
                                  </a:cubicBezTo>
                                  <a:cubicBezTo>
                                    <a:pt x="74" y="48"/>
                                    <a:pt x="74" y="46"/>
                                    <a:pt x="74" y="46"/>
                                  </a:cubicBezTo>
                                  <a:cubicBezTo>
                                    <a:pt x="75" y="46"/>
                                    <a:pt x="76" y="47"/>
                                    <a:pt x="76" y="47"/>
                                  </a:cubicBezTo>
                                  <a:cubicBezTo>
                                    <a:pt x="77" y="47"/>
                                    <a:pt x="79" y="48"/>
                                    <a:pt x="80" y="47"/>
                                  </a:cubicBezTo>
                                  <a:cubicBezTo>
                                    <a:pt x="80" y="47"/>
                                    <a:pt x="81" y="47"/>
                                    <a:pt x="81" y="47"/>
                                  </a:cubicBezTo>
                                  <a:cubicBezTo>
                                    <a:pt x="82" y="47"/>
                                    <a:pt x="82" y="46"/>
                                    <a:pt x="83" y="46"/>
                                  </a:cubicBezTo>
                                  <a:cubicBezTo>
                                    <a:pt x="83" y="46"/>
                                    <a:pt x="85" y="46"/>
                                    <a:pt x="85" y="46"/>
                                  </a:cubicBezTo>
                                  <a:cubicBezTo>
                                    <a:pt x="86" y="46"/>
                                    <a:pt x="87" y="47"/>
                                    <a:pt x="88" y="47"/>
                                  </a:cubicBezTo>
                                  <a:cubicBezTo>
                                    <a:pt x="89" y="47"/>
                                    <a:pt x="90" y="47"/>
                                    <a:pt x="91" y="47"/>
                                  </a:cubicBezTo>
                                  <a:cubicBezTo>
                                    <a:pt x="93" y="47"/>
                                    <a:pt x="94" y="47"/>
                                    <a:pt x="95" y="46"/>
                                  </a:cubicBezTo>
                                  <a:cubicBezTo>
                                    <a:pt x="97" y="46"/>
                                    <a:pt x="99" y="44"/>
                                    <a:pt x="101" y="44"/>
                                  </a:cubicBezTo>
                                  <a:cubicBezTo>
                                    <a:pt x="102" y="43"/>
                                    <a:pt x="103" y="44"/>
                                    <a:pt x="104" y="44"/>
                                  </a:cubicBezTo>
                                  <a:cubicBezTo>
                                    <a:pt x="105" y="44"/>
                                    <a:pt x="106" y="43"/>
                                    <a:pt x="108" y="43"/>
                                  </a:cubicBezTo>
                                  <a:cubicBezTo>
                                    <a:pt x="109" y="43"/>
                                    <a:pt x="109" y="43"/>
                                    <a:pt x="110" y="43"/>
                                  </a:cubicBezTo>
                                  <a:cubicBezTo>
                                    <a:pt x="111" y="42"/>
                                    <a:pt x="111" y="42"/>
                                    <a:pt x="112" y="43"/>
                                  </a:cubicBezTo>
                                  <a:cubicBezTo>
                                    <a:pt x="113" y="43"/>
                                    <a:pt x="113" y="44"/>
                                    <a:pt x="114" y="43"/>
                                  </a:cubicBezTo>
                                  <a:cubicBezTo>
                                    <a:pt x="115" y="43"/>
                                    <a:pt x="115" y="42"/>
                                    <a:pt x="116" y="42"/>
                                  </a:cubicBezTo>
                                  <a:cubicBezTo>
                                    <a:pt x="117" y="41"/>
                                    <a:pt x="118" y="42"/>
                                    <a:pt x="119" y="42"/>
                                  </a:cubicBezTo>
                                  <a:cubicBezTo>
                                    <a:pt x="119" y="42"/>
                                    <a:pt x="120" y="42"/>
                                    <a:pt x="120" y="42"/>
                                  </a:cubicBezTo>
                                  <a:cubicBezTo>
                                    <a:pt x="121" y="42"/>
                                    <a:pt x="121" y="43"/>
                                    <a:pt x="122" y="43"/>
                                  </a:cubicBezTo>
                                  <a:cubicBezTo>
                                    <a:pt x="123" y="43"/>
                                    <a:pt x="123" y="42"/>
                                    <a:pt x="124" y="42"/>
                                  </a:cubicBezTo>
                                  <a:cubicBezTo>
                                    <a:pt x="125" y="42"/>
                                    <a:pt x="125" y="43"/>
                                    <a:pt x="125" y="44"/>
                                  </a:cubicBezTo>
                                  <a:cubicBezTo>
                                    <a:pt x="125" y="44"/>
                                    <a:pt x="125" y="44"/>
                                    <a:pt x="125" y="45"/>
                                  </a:cubicBezTo>
                                  <a:cubicBezTo>
                                    <a:pt x="126" y="45"/>
                                    <a:pt x="126" y="44"/>
                                    <a:pt x="126" y="44"/>
                                  </a:cubicBezTo>
                                  <a:cubicBezTo>
                                    <a:pt x="126" y="44"/>
                                    <a:pt x="127" y="43"/>
                                    <a:pt x="127" y="43"/>
                                  </a:cubicBezTo>
                                  <a:cubicBezTo>
                                    <a:pt x="128" y="43"/>
                                    <a:pt x="128" y="44"/>
                                    <a:pt x="128" y="43"/>
                                  </a:cubicBezTo>
                                  <a:cubicBezTo>
                                    <a:pt x="128" y="43"/>
                                    <a:pt x="129" y="43"/>
                                    <a:pt x="129" y="42"/>
                                  </a:cubicBezTo>
                                  <a:cubicBezTo>
                                    <a:pt x="129" y="41"/>
                                    <a:pt x="128" y="41"/>
                                    <a:pt x="127" y="41"/>
                                  </a:cubicBezTo>
                                  <a:cubicBezTo>
                                    <a:pt x="127" y="41"/>
                                    <a:pt x="128" y="40"/>
                                    <a:pt x="128" y="40"/>
                                  </a:cubicBezTo>
                                  <a:cubicBezTo>
                                    <a:pt x="128" y="40"/>
                                    <a:pt x="127" y="40"/>
                                    <a:pt x="127" y="40"/>
                                  </a:cubicBezTo>
                                  <a:cubicBezTo>
                                    <a:pt x="127" y="39"/>
                                    <a:pt x="127" y="39"/>
                                    <a:pt x="127" y="39"/>
                                  </a:cubicBezTo>
                                  <a:cubicBezTo>
                                    <a:pt x="127" y="38"/>
                                    <a:pt x="127" y="38"/>
                                    <a:pt x="127" y="38"/>
                                  </a:cubicBezTo>
                                  <a:cubicBezTo>
                                    <a:pt x="126" y="37"/>
                                    <a:pt x="126" y="37"/>
                                    <a:pt x="125" y="37"/>
                                  </a:cubicBezTo>
                                  <a:cubicBezTo>
                                    <a:pt x="125" y="36"/>
                                    <a:pt x="125" y="36"/>
                                    <a:pt x="126" y="36"/>
                                  </a:cubicBezTo>
                                  <a:cubicBezTo>
                                    <a:pt x="126" y="35"/>
                                    <a:pt x="126" y="35"/>
                                    <a:pt x="126" y="34"/>
                                  </a:cubicBezTo>
                                  <a:cubicBezTo>
                                    <a:pt x="127" y="33"/>
                                    <a:pt x="126" y="33"/>
                                    <a:pt x="126" y="32"/>
                                  </a:cubicBezTo>
                                  <a:cubicBezTo>
                                    <a:pt x="125" y="32"/>
                                    <a:pt x="126" y="31"/>
                                    <a:pt x="125" y="31"/>
                                  </a:cubicBezTo>
                                  <a:cubicBezTo>
                                    <a:pt x="125" y="30"/>
                                    <a:pt x="125" y="29"/>
                                    <a:pt x="125" y="29"/>
                                  </a:cubicBezTo>
                                  <a:cubicBezTo>
                                    <a:pt x="125" y="28"/>
                                    <a:pt x="125" y="27"/>
                                    <a:pt x="124" y="26"/>
                                  </a:cubicBezTo>
                                  <a:cubicBezTo>
                                    <a:pt x="124" y="26"/>
                                    <a:pt x="123" y="25"/>
                                    <a:pt x="124" y="24"/>
                                  </a:cubicBezTo>
                                  <a:cubicBezTo>
                                    <a:pt x="124" y="24"/>
                                    <a:pt x="125" y="24"/>
                                    <a:pt x="126" y="24"/>
                                  </a:cubicBezTo>
                                  <a:cubicBezTo>
                                    <a:pt x="127" y="24"/>
                                    <a:pt x="126" y="23"/>
                                    <a:pt x="127" y="22"/>
                                  </a:cubicBezTo>
                                  <a:cubicBezTo>
                                    <a:pt x="127" y="21"/>
                                    <a:pt x="128" y="21"/>
                                    <a:pt x="129" y="22"/>
                                  </a:cubicBezTo>
                                  <a:cubicBezTo>
                                    <a:pt x="129" y="21"/>
                                    <a:pt x="129" y="21"/>
                                    <a:pt x="128" y="20"/>
                                  </a:cubicBezTo>
                                  <a:cubicBezTo>
                                    <a:pt x="128" y="20"/>
                                    <a:pt x="129" y="21"/>
                                    <a:pt x="128" y="20"/>
                                  </a:cubicBezTo>
                                  <a:close/>
                                  <a:moveTo>
                                    <a:pt x="1" y="17"/>
                                  </a:moveTo>
                                  <a:cubicBezTo>
                                    <a:pt x="1" y="17"/>
                                    <a:pt x="0" y="17"/>
                                    <a:pt x="0" y="17"/>
                                  </a:cubicBezTo>
                                  <a:cubicBezTo>
                                    <a:pt x="0" y="18"/>
                                    <a:pt x="0" y="18"/>
                                    <a:pt x="1" y="18"/>
                                  </a:cubicBezTo>
                                  <a:cubicBezTo>
                                    <a:pt x="1" y="18"/>
                                    <a:pt x="2" y="18"/>
                                    <a:pt x="2" y="18"/>
                                  </a:cubicBezTo>
                                  <a:cubicBezTo>
                                    <a:pt x="3" y="17"/>
                                    <a:pt x="2" y="17"/>
                                    <a:pt x="1" y="17"/>
                                  </a:cubicBezTo>
                                  <a:cubicBezTo>
                                    <a:pt x="1" y="17"/>
                                    <a:pt x="2" y="17"/>
                                    <a:pt x="1" y="17"/>
                                  </a:cubicBezTo>
                                  <a:close/>
                                  <a:moveTo>
                                    <a:pt x="15" y="46"/>
                                  </a:moveTo>
                                  <a:cubicBezTo>
                                    <a:pt x="15" y="46"/>
                                    <a:pt x="14" y="46"/>
                                    <a:pt x="14" y="46"/>
                                  </a:cubicBezTo>
                                  <a:cubicBezTo>
                                    <a:pt x="13" y="46"/>
                                    <a:pt x="13" y="47"/>
                                    <a:pt x="13" y="47"/>
                                  </a:cubicBezTo>
                                  <a:cubicBezTo>
                                    <a:pt x="13" y="47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3" y="48"/>
                                    <a:pt x="13" y="47"/>
                                    <a:pt x="14" y="47"/>
                                  </a:cubicBezTo>
                                  <a:cubicBezTo>
                                    <a:pt x="14" y="47"/>
                                    <a:pt x="16" y="47"/>
                                    <a:pt x="15" y="4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4" name="Freeform 836">
                              <a:extLst>
                                <a:ext uri="{FF2B5EF4-FFF2-40B4-BE49-F238E27FC236}">
                                  <a16:creationId xmlns:a16="http://schemas.microsoft.com/office/drawing/2014/main" id="{11334D59-75FE-23E2-BC5D-0919857771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53175" y="3929063"/>
                              <a:ext cx="592137" cy="496888"/>
                            </a:xfrm>
                            <a:custGeom>
                              <a:avLst/>
                              <a:gdLst>
                                <a:gd name="T0" fmla="*/ 121 w 142"/>
                                <a:gd name="T1" fmla="*/ 71 h 119"/>
                                <a:gd name="T2" fmla="*/ 115 w 142"/>
                                <a:gd name="T3" fmla="*/ 58 h 119"/>
                                <a:gd name="T4" fmla="*/ 113 w 142"/>
                                <a:gd name="T5" fmla="*/ 59 h 119"/>
                                <a:gd name="T6" fmla="*/ 109 w 142"/>
                                <a:gd name="T7" fmla="*/ 58 h 119"/>
                                <a:gd name="T8" fmla="*/ 109 w 142"/>
                                <a:gd name="T9" fmla="*/ 55 h 119"/>
                                <a:gd name="T10" fmla="*/ 106 w 142"/>
                                <a:gd name="T11" fmla="*/ 46 h 119"/>
                                <a:gd name="T12" fmla="*/ 105 w 142"/>
                                <a:gd name="T13" fmla="*/ 42 h 119"/>
                                <a:gd name="T14" fmla="*/ 97 w 142"/>
                                <a:gd name="T15" fmla="*/ 34 h 119"/>
                                <a:gd name="T16" fmla="*/ 95 w 142"/>
                                <a:gd name="T17" fmla="*/ 28 h 119"/>
                                <a:gd name="T18" fmla="*/ 88 w 142"/>
                                <a:gd name="T19" fmla="*/ 26 h 119"/>
                                <a:gd name="T20" fmla="*/ 81 w 142"/>
                                <a:gd name="T21" fmla="*/ 24 h 119"/>
                                <a:gd name="T22" fmla="*/ 49 w 142"/>
                                <a:gd name="T23" fmla="*/ 8 h 119"/>
                                <a:gd name="T24" fmla="*/ 31 w 142"/>
                                <a:gd name="T25" fmla="*/ 0 h 119"/>
                                <a:gd name="T26" fmla="*/ 25 w 142"/>
                                <a:gd name="T27" fmla="*/ 3 h 119"/>
                                <a:gd name="T28" fmla="*/ 23 w 142"/>
                                <a:gd name="T29" fmla="*/ 13 h 119"/>
                                <a:gd name="T30" fmla="*/ 19 w 142"/>
                                <a:gd name="T31" fmla="*/ 17 h 119"/>
                                <a:gd name="T32" fmla="*/ 14 w 142"/>
                                <a:gd name="T33" fmla="*/ 18 h 119"/>
                                <a:gd name="T34" fmla="*/ 2 w 142"/>
                                <a:gd name="T35" fmla="*/ 22 h 119"/>
                                <a:gd name="T36" fmla="*/ 0 w 142"/>
                                <a:gd name="T37" fmla="*/ 29 h 119"/>
                                <a:gd name="T38" fmla="*/ 2 w 142"/>
                                <a:gd name="T39" fmla="*/ 32 h 119"/>
                                <a:gd name="T40" fmla="*/ 8 w 142"/>
                                <a:gd name="T41" fmla="*/ 42 h 119"/>
                                <a:gd name="T42" fmla="*/ 17 w 142"/>
                                <a:gd name="T43" fmla="*/ 53 h 119"/>
                                <a:gd name="T44" fmla="*/ 18 w 142"/>
                                <a:gd name="T45" fmla="*/ 61 h 119"/>
                                <a:gd name="T46" fmla="*/ 25 w 142"/>
                                <a:gd name="T47" fmla="*/ 66 h 119"/>
                                <a:gd name="T48" fmla="*/ 28 w 142"/>
                                <a:gd name="T49" fmla="*/ 71 h 119"/>
                                <a:gd name="T50" fmla="*/ 34 w 142"/>
                                <a:gd name="T51" fmla="*/ 89 h 119"/>
                                <a:gd name="T52" fmla="*/ 44 w 142"/>
                                <a:gd name="T53" fmla="*/ 100 h 119"/>
                                <a:gd name="T54" fmla="*/ 45 w 142"/>
                                <a:gd name="T55" fmla="*/ 105 h 119"/>
                                <a:gd name="T56" fmla="*/ 55 w 142"/>
                                <a:gd name="T57" fmla="*/ 119 h 119"/>
                                <a:gd name="T58" fmla="*/ 58 w 142"/>
                                <a:gd name="T59" fmla="*/ 115 h 119"/>
                                <a:gd name="T60" fmla="*/ 69 w 142"/>
                                <a:gd name="T61" fmla="*/ 111 h 119"/>
                                <a:gd name="T62" fmla="*/ 85 w 142"/>
                                <a:gd name="T63" fmla="*/ 114 h 119"/>
                                <a:gd name="T64" fmla="*/ 96 w 142"/>
                                <a:gd name="T65" fmla="*/ 103 h 119"/>
                                <a:gd name="T66" fmla="*/ 117 w 142"/>
                                <a:gd name="T67" fmla="*/ 100 h 119"/>
                                <a:gd name="T68" fmla="*/ 138 w 142"/>
                                <a:gd name="T69" fmla="*/ 92 h 119"/>
                                <a:gd name="T70" fmla="*/ 139 w 142"/>
                                <a:gd name="T71" fmla="*/ 73 h 1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142" h="119">
                                  <a:moveTo>
                                    <a:pt x="139" y="73"/>
                                  </a:moveTo>
                                  <a:cubicBezTo>
                                    <a:pt x="121" y="71"/>
                                    <a:pt x="121" y="71"/>
                                    <a:pt x="121" y="71"/>
                                  </a:cubicBezTo>
                                  <a:cubicBezTo>
                                    <a:pt x="115" y="60"/>
                                    <a:pt x="115" y="60"/>
                                    <a:pt x="115" y="60"/>
                                  </a:cubicBezTo>
                                  <a:cubicBezTo>
                                    <a:pt x="114" y="60"/>
                                    <a:pt x="114" y="59"/>
                                    <a:pt x="115" y="58"/>
                                  </a:cubicBezTo>
                                  <a:cubicBezTo>
                                    <a:pt x="115" y="58"/>
                                    <a:pt x="115" y="58"/>
                                    <a:pt x="115" y="58"/>
                                  </a:cubicBezTo>
                                  <a:cubicBezTo>
                                    <a:pt x="113" y="59"/>
                                    <a:pt x="113" y="59"/>
                                    <a:pt x="113" y="59"/>
                                  </a:cubicBezTo>
                                  <a:cubicBezTo>
                                    <a:pt x="111" y="59"/>
                                    <a:pt x="111" y="59"/>
                                    <a:pt x="111" y="59"/>
                                  </a:cubicBezTo>
                                  <a:cubicBezTo>
                                    <a:pt x="109" y="58"/>
                                    <a:pt x="109" y="58"/>
                                    <a:pt x="109" y="58"/>
                                  </a:cubicBezTo>
                                  <a:cubicBezTo>
                                    <a:pt x="110" y="56"/>
                                    <a:pt x="110" y="56"/>
                                    <a:pt x="110" y="56"/>
                                  </a:cubicBezTo>
                                  <a:cubicBezTo>
                                    <a:pt x="110" y="56"/>
                                    <a:pt x="110" y="55"/>
                                    <a:pt x="109" y="55"/>
                                  </a:cubicBezTo>
                                  <a:cubicBezTo>
                                    <a:pt x="109" y="52"/>
                                    <a:pt x="106" y="49"/>
                                    <a:pt x="105" y="46"/>
                                  </a:cubicBezTo>
                                  <a:cubicBezTo>
                                    <a:pt x="105" y="46"/>
                                    <a:pt x="106" y="47"/>
                                    <a:pt x="106" y="46"/>
                                  </a:cubicBezTo>
                                  <a:cubicBezTo>
                                    <a:pt x="107" y="46"/>
                                    <a:pt x="106" y="45"/>
                                    <a:pt x="106" y="44"/>
                                  </a:cubicBezTo>
                                  <a:cubicBezTo>
                                    <a:pt x="106" y="44"/>
                                    <a:pt x="105" y="43"/>
                                    <a:pt x="105" y="42"/>
                                  </a:cubicBezTo>
                                  <a:cubicBezTo>
                                    <a:pt x="105" y="41"/>
                                    <a:pt x="104" y="40"/>
                                    <a:pt x="103" y="40"/>
                                  </a:cubicBezTo>
                                  <a:cubicBezTo>
                                    <a:pt x="101" y="38"/>
                                    <a:pt x="100" y="35"/>
                                    <a:pt x="97" y="34"/>
                                  </a:cubicBezTo>
                                  <a:cubicBezTo>
                                    <a:pt x="97" y="34"/>
                                    <a:pt x="97" y="34"/>
                                    <a:pt x="97" y="34"/>
                                  </a:cubicBezTo>
                                  <a:cubicBezTo>
                                    <a:pt x="97" y="32"/>
                                    <a:pt x="95" y="30"/>
                                    <a:pt x="95" y="28"/>
                                  </a:cubicBezTo>
                                  <a:cubicBezTo>
                                    <a:pt x="88" y="29"/>
                                    <a:pt x="88" y="29"/>
                                    <a:pt x="88" y="29"/>
                                  </a:cubicBezTo>
                                  <a:cubicBezTo>
                                    <a:pt x="88" y="26"/>
                                    <a:pt x="88" y="26"/>
                                    <a:pt x="88" y="26"/>
                                  </a:cubicBezTo>
                                  <a:cubicBezTo>
                                    <a:pt x="86" y="25"/>
                                    <a:pt x="86" y="25"/>
                                    <a:pt x="86" y="25"/>
                                  </a:cubicBezTo>
                                  <a:cubicBezTo>
                                    <a:pt x="86" y="25"/>
                                    <a:pt x="80" y="24"/>
                                    <a:pt x="81" y="24"/>
                                  </a:cubicBezTo>
                                  <a:cubicBezTo>
                                    <a:pt x="68" y="23"/>
                                    <a:pt x="68" y="23"/>
                                    <a:pt x="68" y="23"/>
                                  </a:cubicBezTo>
                                  <a:cubicBezTo>
                                    <a:pt x="49" y="8"/>
                                    <a:pt x="49" y="8"/>
                                    <a:pt x="49" y="8"/>
                                  </a:cubicBezTo>
                                  <a:cubicBezTo>
                                    <a:pt x="38" y="1"/>
                                    <a:pt x="38" y="1"/>
                                    <a:pt x="38" y="1"/>
                                  </a:cubicBezTo>
                                  <a:cubicBezTo>
                                    <a:pt x="31" y="0"/>
                                    <a:pt x="31" y="0"/>
                                    <a:pt x="31" y="0"/>
                                  </a:cubicBezTo>
                                  <a:cubicBezTo>
                                    <a:pt x="29" y="2"/>
                                    <a:pt x="29" y="2"/>
                                    <a:pt x="29" y="2"/>
                                  </a:cubicBezTo>
                                  <a:cubicBezTo>
                                    <a:pt x="29" y="2"/>
                                    <a:pt x="25" y="3"/>
                                    <a:pt x="25" y="3"/>
                                  </a:cubicBezTo>
                                  <a:cubicBezTo>
                                    <a:pt x="24" y="3"/>
                                    <a:pt x="16" y="5"/>
                                    <a:pt x="16" y="5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0" y="15"/>
                                    <a:pt x="20" y="15"/>
                                    <a:pt x="20" y="15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2" y="22"/>
                                    <a:pt x="2" y="22"/>
                                    <a:pt x="2" y="22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31"/>
                                    <a:pt x="0" y="31"/>
                                    <a:pt x="0" y="31"/>
                                  </a:cubicBezTo>
                                  <a:cubicBezTo>
                                    <a:pt x="2" y="32"/>
                                    <a:pt x="2" y="32"/>
                                    <a:pt x="2" y="32"/>
                                  </a:cubicBezTo>
                                  <a:cubicBezTo>
                                    <a:pt x="4" y="34"/>
                                    <a:pt x="5" y="36"/>
                                    <a:pt x="6" y="37"/>
                                  </a:cubicBezTo>
                                  <a:cubicBezTo>
                                    <a:pt x="7" y="39"/>
                                    <a:pt x="8" y="40"/>
                                    <a:pt x="8" y="42"/>
                                  </a:cubicBezTo>
                                  <a:cubicBezTo>
                                    <a:pt x="9" y="43"/>
                                    <a:pt x="9" y="44"/>
                                    <a:pt x="10" y="45"/>
                                  </a:cubicBezTo>
                                  <a:cubicBezTo>
                                    <a:pt x="11" y="48"/>
                                    <a:pt x="14" y="50"/>
                                    <a:pt x="17" y="53"/>
                                  </a:cubicBezTo>
                                  <a:cubicBezTo>
                                    <a:pt x="17" y="55"/>
                                    <a:pt x="17" y="57"/>
                                    <a:pt x="18" y="60"/>
                                  </a:cubicBezTo>
                                  <a:cubicBezTo>
                                    <a:pt x="18" y="60"/>
                                    <a:pt x="18" y="61"/>
                                    <a:pt x="18" y="61"/>
                                  </a:cubicBezTo>
                                  <a:cubicBezTo>
                                    <a:pt x="19" y="62"/>
                                    <a:pt x="19" y="62"/>
                                    <a:pt x="20" y="62"/>
                                  </a:cubicBezTo>
                                  <a:cubicBezTo>
                                    <a:pt x="22" y="62"/>
                                    <a:pt x="24" y="64"/>
                                    <a:pt x="25" y="66"/>
                                  </a:cubicBezTo>
                                  <a:cubicBezTo>
                                    <a:pt x="26" y="68"/>
                                    <a:pt x="26" y="69"/>
                                    <a:pt x="27" y="70"/>
                                  </a:cubicBezTo>
                                  <a:cubicBezTo>
                                    <a:pt x="27" y="70"/>
                                    <a:pt x="28" y="71"/>
                                    <a:pt x="28" y="71"/>
                                  </a:cubicBezTo>
                                  <a:cubicBezTo>
                                    <a:pt x="29" y="73"/>
                                    <a:pt x="29" y="76"/>
                                    <a:pt x="29" y="78"/>
                                  </a:cubicBezTo>
                                  <a:cubicBezTo>
                                    <a:pt x="30" y="82"/>
                                    <a:pt x="30" y="86"/>
                                    <a:pt x="34" y="89"/>
                                  </a:cubicBezTo>
                                  <a:cubicBezTo>
                                    <a:pt x="35" y="90"/>
                                    <a:pt x="37" y="91"/>
                                    <a:pt x="39" y="92"/>
                                  </a:cubicBezTo>
                                  <a:cubicBezTo>
                                    <a:pt x="41" y="94"/>
                                    <a:pt x="43" y="97"/>
                                    <a:pt x="44" y="100"/>
                                  </a:cubicBezTo>
                                  <a:cubicBezTo>
                                    <a:pt x="44" y="101"/>
                                    <a:pt x="44" y="102"/>
                                    <a:pt x="44" y="103"/>
                                  </a:cubicBezTo>
                                  <a:cubicBezTo>
                                    <a:pt x="44" y="103"/>
                                    <a:pt x="45" y="104"/>
                                    <a:pt x="45" y="105"/>
                                  </a:cubicBezTo>
                                  <a:cubicBezTo>
                                    <a:pt x="48" y="107"/>
                                    <a:pt x="50" y="110"/>
                                    <a:pt x="52" y="113"/>
                                  </a:cubicBezTo>
                                  <a:cubicBezTo>
                                    <a:pt x="53" y="115"/>
                                    <a:pt x="54" y="117"/>
                                    <a:pt x="55" y="119"/>
                                  </a:cubicBezTo>
                                  <a:cubicBezTo>
                                    <a:pt x="56" y="118"/>
                                    <a:pt x="58" y="117"/>
                                    <a:pt x="58" y="117"/>
                                  </a:cubicBezTo>
                                  <a:cubicBezTo>
                                    <a:pt x="58" y="117"/>
                                    <a:pt x="58" y="116"/>
                                    <a:pt x="58" y="115"/>
                                  </a:cubicBezTo>
                                  <a:cubicBezTo>
                                    <a:pt x="58" y="115"/>
                                    <a:pt x="59" y="111"/>
                                    <a:pt x="59" y="111"/>
                                  </a:cubicBezTo>
                                  <a:cubicBezTo>
                                    <a:pt x="69" y="111"/>
                                    <a:pt x="69" y="111"/>
                                    <a:pt x="69" y="111"/>
                                  </a:cubicBezTo>
                                  <a:cubicBezTo>
                                    <a:pt x="69" y="111"/>
                                    <a:pt x="79" y="112"/>
                                    <a:pt x="80" y="112"/>
                                  </a:cubicBezTo>
                                  <a:cubicBezTo>
                                    <a:pt x="80" y="112"/>
                                    <a:pt x="85" y="115"/>
                                    <a:pt x="85" y="114"/>
                                  </a:cubicBezTo>
                                  <a:cubicBezTo>
                                    <a:pt x="85" y="114"/>
                                    <a:pt x="91" y="106"/>
                                    <a:pt x="91" y="106"/>
                                  </a:cubicBezTo>
                                  <a:cubicBezTo>
                                    <a:pt x="92" y="106"/>
                                    <a:pt x="96" y="103"/>
                                    <a:pt x="96" y="103"/>
                                  </a:cubicBezTo>
                                  <a:cubicBezTo>
                                    <a:pt x="96" y="103"/>
                                    <a:pt x="106" y="102"/>
                                    <a:pt x="106" y="102"/>
                                  </a:cubicBezTo>
                                  <a:cubicBezTo>
                                    <a:pt x="106" y="102"/>
                                    <a:pt x="117" y="100"/>
                                    <a:pt x="117" y="100"/>
                                  </a:cubicBezTo>
                                  <a:cubicBezTo>
                                    <a:pt x="130" y="95"/>
                                    <a:pt x="130" y="95"/>
                                    <a:pt x="130" y="95"/>
                                  </a:cubicBezTo>
                                  <a:cubicBezTo>
                                    <a:pt x="138" y="92"/>
                                    <a:pt x="138" y="92"/>
                                    <a:pt x="138" y="92"/>
                                  </a:cubicBezTo>
                                  <a:cubicBezTo>
                                    <a:pt x="142" y="78"/>
                                    <a:pt x="142" y="78"/>
                                    <a:pt x="142" y="78"/>
                                  </a:cubicBezTo>
                                  <a:lnTo>
                                    <a:pt x="139" y="7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8" name="Freeform 862">
                              <a:extLst>
                                <a:ext uri="{FF2B5EF4-FFF2-40B4-BE49-F238E27FC236}">
                                  <a16:creationId xmlns:a16="http://schemas.microsoft.com/office/drawing/2014/main" id="{5B44F95C-3138-5501-1645-A7F917E20E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081963" y="4741863"/>
                              <a:ext cx="1273175" cy="461963"/>
                            </a:xfrm>
                            <a:custGeom>
                              <a:avLst/>
                              <a:gdLst>
                                <a:gd name="T0" fmla="*/ 144 w 306"/>
                                <a:gd name="T1" fmla="*/ 97 h 111"/>
                                <a:gd name="T2" fmla="*/ 149 w 306"/>
                                <a:gd name="T3" fmla="*/ 93 h 111"/>
                                <a:gd name="T4" fmla="*/ 172 w 306"/>
                                <a:gd name="T5" fmla="*/ 47 h 111"/>
                                <a:gd name="T6" fmla="*/ 179 w 306"/>
                                <a:gd name="T7" fmla="*/ 53 h 111"/>
                                <a:gd name="T8" fmla="*/ 174 w 306"/>
                                <a:gd name="T9" fmla="*/ 62 h 111"/>
                                <a:gd name="T10" fmla="*/ 164 w 306"/>
                                <a:gd name="T11" fmla="*/ 64 h 111"/>
                                <a:gd name="T12" fmla="*/ 182 w 306"/>
                                <a:gd name="T13" fmla="*/ 31 h 111"/>
                                <a:gd name="T14" fmla="*/ 35 w 306"/>
                                <a:gd name="T15" fmla="*/ 59 h 111"/>
                                <a:gd name="T16" fmla="*/ 187 w 306"/>
                                <a:gd name="T17" fmla="*/ 64 h 111"/>
                                <a:gd name="T18" fmla="*/ 141 w 306"/>
                                <a:gd name="T19" fmla="*/ 65 h 111"/>
                                <a:gd name="T20" fmla="*/ 64 w 306"/>
                                <a:gd name="T21" fmla="*/ 31 h 111"/>
                                <a:gd name="T22" fmla="*/ 59 w 306"/>
                                <a:gd name="T23" fmla="*/ 32 h 111"/>
                                <a:gd name="T24" fmla="*/ 61 w 306"/>
                                <a:gd name="T25" fmla="*/ 36 h 111"/>
                                <a:gd name="T26" fmla="*/ 48 w 306"/>
                                <a:gd name="T27" fmla="*/ 29 h 111"/>
                                <a:gd name="T28" fmla="*/ 54 w 306"/>
                                <a:gd name="T29" fmla="*/ 34 h 111"/>
                                <a:gd name="T30" fmla="*/ 18 w 306"/>
                                <a:gd name="T31" fmla="*/ 33 h 111"/>
                                <a:gd name="T32" fmla="*/ 203 w 306"/>
                                <a:gd name="T33" fmla="*/ 50 h 111"/>
                                <a:gd name="T34" fmla="*/ 222 w 306"/>
                                <a:gd name="T35" fmla="*/ 43 h 111"/>
                                <a:gd name="T36" fmla="*/ 219 w 306"/>
                                <a:gd name="T37" fmla="*/ 32 h 111"/>
                                <a:gd name="T38" fmla="*/ 222 w 306"/>
                                <a:gd name="T39" fmla="*/ 22 h 111"/>
                                <a:gd name="T40" fmla="*/ 222 w 306"/>
                                <a:gd name="T41" fmla="*/ 62 h 111"/>
                                <a:gd name="T42" fmla="*/ 214 w 306"/>
                                <a:gd name="T43" fmla="*/ 60 h 111"/>
                                <a:gd name="T44" fmla="*/ 254 w 306"/>
                                <a:gd name="T45" fmla="*/ 75 h 111"/>
                                <a:gd name="T46" fmla="*/ 264 w 306"/>
                                <a:gd name="T47" fmla="*/ 81 h 111"/>
                                <a:gd name="T48" fmla="*/ 219 w 306"/>
                                <a:gd name="T49" fmla="*/ 59 h 111"/>
                                <a:gd name="T50" fmla="*/ 235 w 306"/>
                                <a:gd name="T51" fmla="*/ 39 h 111"/>
                                <a:gd name="T52" fmla="*/ 238 w 306"/>
                                <a:gd name="T53" fmla="*/ 46 h 111"/>
                                <a:gd name="T54" fmla="*/ 253 w 306"/>
                                <a:gd name="T55" fmla="*/ 42 h 111"/>
                                <a:gd name="T56" fmla="*/ 244 w 306"/>
                                <a:gd name="T57" fmla="*/ 49 h 111"/>
                                <a:gd name="T58" fmla="*/ 255 w 306"/>
                                <a:gd name="T59" fmla="*/ 55 h 111"/>
                                <a:gd name="T60" fmla="*/ 250 w 306"/>
                                <a:gd name="T61" fmla="*/ 64 h 111"/>
                                <a:gd name="T62" fmla="*/ 258 w 306"/>
                                <a:gd name="T63" fmla="*/ 63 h 111"/>
                                <a:gd name="T64" fmla="*/ 274 w 306"/>
                                <a:gd name="T65" fmla="*/ 45 h 111"/>
                                <a:gd name="T66" fmla="*/ 290 w 306"/>
                                <a:gd name="T67" fmla="*/ 84 h 111"/>
                                <a:gd name="T68" fmla="*/ 305 w 306"/>
                                <a:gd name="T69" fmla="*/ 80 h 111"/>
                                <a:gd name="T70" fmla="*/ 264 w 306"/>
                                <a:gd name="T71" fmla="*/ 57 h 111"/>
                                <a:gd name="T72" fmla="*/ 281 w 306"/>
                                <a:gd name="T73" fmla="*/ 72 h 111"/>
                                <a:gd name="T74" fmla="*/ 288 w 306"/>
                                <a:gd name="T75" fmla="*/ 76 h 111"/>
                                <a:gd name="T76" fmla="*/ 294 w 306"/>
                                <a:gd name="T77" fmla="*/ 93 h 111"/>
                                <a:gd name="T78" fmla="*/ 243 w 306"/>
                                <a:gd name="T79" fmla="*/ 86 h 111"/>
                                <a:gd name="T80" fmla="*/ 41 w 306"/>
                                <a:gd name="T81" fmla="*/ 56 h 111"/>
                                <a:gd name="T82" fmla="*/ 0 w 306"/>
                                <a:gd name="T83" fmla="*/ 1 h 111"/>
                                <a:gd name="T84" fmla="*/ 41 w 306"/>
                                <a:gd name="T85" fmla="*/ 25 h 111"/>
                                <a:gd name="T86" fmla="*/ 63 w 306"/>
                                <a:gd name="T87" fmla="*/ 50 h 111"/>
                                <a:gd name="T88" fmla="*/ 188 w 306"/>
                                <a:gd name="T89" fmla="*/ 109 h 111"/>
                                <a:gd name="T90" fmla="*/ 192 w 306"/>
                                <a:gd name="T91" fmla="*/ 101 h 111"/>
                                <a:gd name="T92" fmla="*/ 164 w 306"/>
                                <a:gd name="T93" fmla="*/ 95 h 111"/>
                                <a:gd name="T94" fmla="*/ 190 w 306"/>
                                <a:gd name="T95" fmla="*/ 94 h 111"/>
                                <a:gd name="T96" fmla="*/ 177 w 306"/>
                                <a:gd name="T97" fmla="*/ 109 h 111"/>
                                <a:gd name="T98" fmla="*/ 177 w 306"/>
                                <a:gd name="T99" fmla="*/ 95 h 111"/>
                                <a:gd name="T100" fmla="*/ 179 w 306"/>
                                <a:gd name="T101" fmla="*/ 97 h 111"/>
                                <a:gd name="T102" fmla="*/ 128 w 306"/>
                                <a:gd name="T103" fmla="*/ 96 h 111"/>
                                <a:gd name="T104" fmla="*/ 74 w 306"/>
                                <a:gd name="T105" fmla="*/ 86 h 111"/>
                                <a:gd name="T106" fmla="*/ 103 w 306"/>
                                <a:gd name="T107" fmla="*/ 83 h 111"/>
                                <a:gd name="T108" fmla="*/ 124 w 306"/>
                                <a:gd name="T109" fmla="*/ 85 h 111"/>
                                <a:gd name="T110" fmla="*/ 78 w 306"/>
                                <a:gd name="T111" fmla="*/ 57 h 111"/>
                                <a:gd name="T112" fmla="*/ 129 w 306"/>
                                <a:gd name="T113" fmla="*/ 92 h 111"/>
                                <a:gd name="T114" fmla="*/ 99 w 306"/>
                                <a:gd name="T115" fmla="*/ 27 h 111"/>
                                <a:gd name="T116" fmla="*/ 101 w 306"/>
                                <a:gd name="T117" fmla="*/ 58 h 111"/>
                                <a:gd name="T118" fmla="*/ 139 w 306"/>
                                <a:gd name="T119" fmla="*/ 61 h 111"/>
                                <a:gd name="T120" fmla="*/ 144 w 306"/>
                                <a:gd name="T121" fmla="*/ 45 h 111"/>
                                <a:gd name="T122" fmla="*/ 152 w 306"/>
                                <a:gd name="T123" fmla="*/ 31 h 111"/>
                                <a:gd name="T124" fmla="*/ 150 w 306"/>
                                <a:gd name="T125" fmla="*/ 18 h 11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306" h="111">
                                  <a:moveTo>
                                    <a:pt x="159" y="96"/>
                                  </a:move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7"/>
                                  </a:cubicBezTo>
                                  <a:cubicBezTo>
                                    <a:pt x="158" y="97"/>
                                    <a:pt x="158" y="96"/>
                                    <a:pt x="157" y="96"/>
                                  </a:cubicBezTo>
                                  <a:cubicBezTo>
                                    <a:pt x="157" y="96"/>
                                    <a:pt x="157" y="96"/>
                                    <a:pt x="157" y="96"/>
                                  </a:cubicBezTo>
                                  <a:cubicBezTo>
                                    <a:pt x="157" y="96"/>
                                    <a:pt x="157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1" y="96"/>
                                  </a:cubicBezTo>
                                  <a:cubicBezTo>
                                    <a:pt x="161" y="96"/>
                                    <a:pt x="161" y="96"/>
                                    <a:pt x="161" y="96"/>
                                  </a:cubicBezTo>
                                  <a:cubicBezTo>
                                    <a:pt x="161" y="96"/>
                                    <a:pt x="161" y="96"/>
                                    <a:pt x="161" y="96"/>
                                  </a:cubicBezTo>
                                  <a:cubicBezTo>
                                    <a:pt x="161" y="95"/>
                                    <a:pt x="161" y="95"/>
                                    <a:pt x="161" y="95"/>
                                  </a:cubicBezTo>
                                  <a:cubicBezTo>
                                    <a:pt x="161" y="95"/>
                                    <a:pt x="161" y="95"/>
                                    <a:pt x="161" y="95"/>
                                  </a:cubicBezTo>
                                  <a:cubicBezTo>
                                    <a:pt x="161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4"/>
                                    <a:pt x="160" y="94"/>
                                  </a:cubicBezTo>
                                  <a:cubicBezTo>
                                    <a:pt x="160" y="94"/>
                                    <a:pt x="160" y="94"/>
                                    <a:pt x="160" y="94"/>
                                  </a:cubicBezTo>
                                  <a:cubicBezTo>
                                    <a:pt x="160" y="94"/>
                                    <a:pt x="159" y="94"/>
                                    <a:pt x="159" y="94"/>
                                  </a:cubicBezTo>
                                  <a:cubicBezTo>
                                    <a:pt x="159" y="94"/>
                                    <a:pt x="159" y="94"/>
                                    <a:pt x="159" y="94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4"/>
                                    <a:pt x="158" y="94"/>
                                    <a:pt x="158" y="94"/>
                                  </a:cubicBezTo>
                                  <a:cubicBezTo>
                                    <a:pt x="158" y="94"/>
                                    <a:pt x="158" y="94"/>
                                    <a:pt x="158" y="94"/>
                                  </a:cubicBezTo>
                                  <a:cubicBezTo>
                                    <a:pt x="158" y="94"/>
                                    <a:pt x="158" y="94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4"/>
                                  </a:cubicBezTo>
                                  <a:cubicBezTo>
                                    <a:pt x="157" y="94"/>
                                    <a:pt x="157" y="94"/>
                                    <a:pt x="157" y="94"/>
                                  </a:cubicBezTo>
                                  <a:cubicBezTo>
                                    <a:pt x="157" y="94"/>
                                    <a:pt x="157" y="94"/>
                                    <a:pt x="157" y="94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5" y="93"/>
                                    <a:pt x="155" y="94"/>
                                  </a:cubicBezTo>
                                  <a:cubicBezTo>
                                    <a:pt x="155" y="94"/>
                                    <a:pt x="155" y="94"/>
                                    <a:pt x="155" y="94"/>
                                  </a:cubicBezTo>
                                  <a:cubicBezTo>
                                    <a:pt x="154" y="94"/>
                                    <a:pt x="154" y="94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2"/>
                                    <a:pt x="154" y="92"/>
                                    <a:pt x="154" y="92"/>
                                  </a:cubicBezTo>
                                  <a:cubicBezTo>
                                    <a:pt x="154" y="92"/>
                                    <a:pt x="154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1" y="92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4"/>
                                    <a:pt x="152" y="94"/>
                                  </a:cubicBezTo>
                                  <a:cubicBezTo>
                                    <a:pt x="152" y="94"/>
                                    <a:pt x="152" y="94"/>
                                    <a:pt x="152" y="94"/>
                                  </a:cubicBezTo>
                                  <a:cubicBezTo>
                                    <a:pt x="152" y="94"/>
                                    <a:pt x="153" y="94"/>
                                    <a:pt x="153" y="94"/>
                                  </a:cubicBezTo>
                                  <a:cubicBezTo>
                                    <a:pt x="153" y="94"/>
                                    <a:pt x="153" y="94"/>
                                    <a:pt x="153" y="94"/>
                                  </a:cubicBezTo>
                                  <a:cubicBezTo>
                                    <a:pt x="153" y="95"/>
                                    <a:pt x="154" y="95"/>
                                    <a:pt x="154" y="95"/>
                                  </a:cubicBezTo>
                                  <a:cubicBezTo>
                                    <a:pt x="154" y="95"/>
                                    <a:pt x="154" y="95"/>
                                    <a:pt x="154" y="95"/>
                                  </a:cubicBezTo>
                                  <a:cubicBezTo>
                                    <a:pt x="154" y="95"/>
                                    <a:pt x="155" y="95"/>
                                    <a:pt x="155" y="95"/>
                                  </a:cubicBezTo>
                                  <a:cubicBezTo>
                                    <a:pt x="155" y="96"/>
                                    <a:pt x="154" y="96"/>
                                    <a:pt x="154" y="96"/>
                                  </a:cubicBezTo>
                                  <a:cubicBezTo>
                                    <a:pt x="154" y="96"/>
                                    <a:pt x="154" y="96"/>
                                    <a:pt x="154" y="96"/>
                                  </a:cubicBezTo>
                                  <a:cubicBezTo>
                                    <a:pt x="154" y="96"/>
                                    <a:pt x="154" y="96"/>
                                    <a:pt x="153" y="96"/>
                                  </a:cubicBezTo>
                                  <a:cubicBezTo>
                                    <a:pt x="153" y="96"/>
                                    <a:pt x="153" y="96"/>
                                    <a:pt x="153" y="96"/>
                                  </a:cubicBezTo>
                                  <a:cubicBezTo>
                                    <a:pt x="152" y="96"/>
                                    <a:pt x="153" y="96"/>
                                    <a:pt x="153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8" y="94"/>
                                    <a:pt x="148" y="94"/>
                                    <a:pt x="148" y="94"/>
                                  </a:cubicBezTo>
                                  <a:cubicBezTo>
                                    <a:pt x="148" y="94"/>
                                    <a:pt x="148" y="94"/>
                                    <a:pt x="147" y="94"/>
                                  </a:cubicBezTo>
                                  <a:cubicBezTo>
                                    <a:pt x="147" y="94"/>
                                    <a:pt x="147" y="94"/>
                                    <a:pt x="147" y="94"/>
                                  </a:cubicBezTo>
                                  <a:cubicBezTo>
                                    <a:pt x="147" y="94"/>
                                    <a:pt x="147" y="94"/>
                                    <a:pt x="147" y="94"/>
                                  </a:cubicBezTo>
                                  <a:cubicBezTo>
                                    <a:pt x="146" y="94"/>
                                    <a:pt x="147" y="94"/>
                                    <a:pt x="147" y="94"/>
                                  </a:cubicBezTo>
                                  <a:cubicBezTo>
                                    <a:pt x="146" y="94"/>
                                    <a:pt x="146" y="94"/>
                                    <a:pt x="146" y="94"/>
                                  </a:cubicBezTo>
                                  <a:cubicBezTo>
                                    <a:pt x="146" y="94"/>
                                    <a:pt x="146" y="94"/>
                                    <a:pt x="146" y="95"/>
                                  </a:cubicBezTo>
                                  <a:cubicBezTo>
                                    <a:pt x="146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4" y="95"/>
                                    <a:pt x="145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5" y="96"/>
                                  </a:cubicBezTo>
                                  <a:cubicBezTo>
                                    <a:pt x="145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5" y="96"/>
                                    <a:pt x="145" y="97"/>
                                  </a:cubicBezTo>
                                  <a:cubicBezTo>
                                    <a:pt x="145" y="97"/>
                                    <a:pt x="145" y="97"/>
                                    <a:pt x="145" y="97"/>
                                  </a:cubicBezTo>
                                  <a:cubicBezTo>
                                    <a:pt x="145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5" y="98"/>
                                    <a:pt x="145" y="98"/>
                                  </a:cubicBezTo>
                                  <a:cubicBezTo>
                                    <a:pt x="145" y="98"/>
                                    <a:pt x="145" y="98"/>
                                    <a:pt x="145" y="98"/>
                                  </a:cubicBezTo>
                                  <a:cubicBezTo>
                                    <a:pt x="145" y="98"/>
                                    <a:pt x="145" y="98"/>
                                    <a:pt x="146" y="98"/>
                                  </a:cubicBezTo>
                                  <a:cubicBezTo>
                                    <a:pt x="146" y="98"/>
                                    <a:pt x="146" y="99"/>
                                    <a:pt x="146" y="99"/>
                                  </a:cubicBezTo>
                                  <a:cubicBezTo>
                                    <a:pt x="146" y="99"/>
                                    <a:pt x="146" y="99"/>
                                    <a:pt x="147" y="99"/>
                                  </a:cubicBezTo>
                                  <a:cubicBezTo>
                                    <a:pt x="147" y="99"/>
                                    <a:pt x="147" y="98"/>
                                    <a:pt x="147" y="98"/>
                                  </a:cubicBezTo>
                                  <a:cubicBezTo>
                                    <a:pt x="147" y="98"/>
                                    <a:pt x="147" y="98"/>
                                    <a:pt x="147" y="98"/>
                                  </a:cubicBezTo>
                                  <a:cubicBezTo>
                                    <a:pt x="147" y="98"/>
                                    <a:pt x="147" y="98"/>
                                    <a:pt x="148" y="98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48" y="98"/>
                                    <a:pt x="149" y="98"/>
                                    <a:pt x="149" y="98"/>
                                  </a:cubicBezTo>
                                  <a:cubicBezTo>
                                    <a:pt x="149" y="98"/>
                                    <a:pt x="149" y="98"/>
                                    <a:pt x="149" y="98"/>
                                  </a:cubicBezTo>
                                  <a:cubicBezTo>
                                    <a:pt x="149" y="98"/>
                                    <a:pt x="149" y="98"/>
                                    <a:pt x="150" y="98"/>
                                  </a:cubicBezTo>
                                  <a:cubicBezTo>
                                    <a:pt x="150" y="98"/>
                                    <a:pt x="150" y="98"/>
                                    <a:pt x="150" y="98"/>
                                  </a:cubicBezTo>
                                  <a:cubicBezTo>
                                    <a:pt x="150" y="98"/>
                                    <a:pt x="151" y="98"/>
                                    <a:pt x="151" y="97"/>
                                  </a:cubicBezTo>
                                  <a:cubicBezTo>
                                    <a:pt x="151" y="97"/>
                                    <a:pt x="151" y="97"/>
                                    <a:pt x="151" y="98"/>
                                  </a:cubicBezTo>
                                  <a:cubicBezTo>
                                    <a:pt x="151" y="98"/>
                                    <a:pt x="151" y="98"/>
                                    <a:pt x="151" y="97"/>
                                  </a:cubicBezTo>
                                  <a:cubicBezTo>
                                    <a:pt x="151" y="97"/>
                                    <a:pt x="151" y="97"/>
                                    <a:pt x="151" y="97"/>
                                  </a:cubicBezTo>
                                  <a:cubicBezTo>
                                    <a:pt x="151" y="97"/>
                                    <a:pt x="152" y="97"/>
                                    <a:pt x="152" y="98"/>
                                  </a:cubicBezTo>
                                  <a:cubicBezTo>
                                    <a:pt x="152" y="98"/>
                                    <a:pt x="152" y="98"/>
                                    <a:pt x="152" y="98"/>
                                  </a:cubicBezTo>
                                  <a:cubicBezTo>
                                    <a:pt x="152" y="98"/>
                                    <a:pt x="152" y="98"/>
                                    <a:pt x="152" y="97"/>
                                  </a:cubicBezTo>
                                  <a:cubicBezTo>
                                    <a:pt x="152" y="97"/>
                                    <a:pt x="152" y="97"/>
                                    <a:pt x="152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5"/>
                                  </a:cubicBezTo>
                                  <a:cubicBezTo>
                                    <a:pt x="155" y="95"/>
                                    <a:pt x="155" y="95"/>
                                    <a:pt x="155" y="95"/>
                                  </a:cubicBezTo>
                                  <a:cubicBezTo>
                                    <a:pt x="155" y="95"/>
                                    <a:pt x="156" y="95"/>
                                    <a:pt x="156" y="95"/>
                                  </a:cubicBezTo>
                                  <a:cubicBezTo>
                                    <a:pt x="156" y="96"/>
                                    <a:pt x="156" y="96"/>
                                    <a:pt x="156" y="96"/>
                                  </a:cubicBezTo>
                                  <a:cubicBezTo>
                                    <a:pt x="156" y="96"/>
                                    <a:pt x="156" y="96"/>
                                    <a:pt x="156" y="96"/>
                                  </a:cubicBezTo>
                                  <a:cubicBezTo>
                                    <a:pt x="156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7"/>
                                    <a:pt x="155" y="97"/>
                                    <a:pt x="155" y="97"/>
                                  </a:cubicBezTo>
                                  <a:cubicBezTo>
                                    <a:pt x="155" y="97"/>
                                    <a:pt x="155" y="97"/>
                                    <a:pt x="155" y="97"/>
                                  </a:cubicBezTo>
                                  <a:cubicBezTo>
                                    <a:pt x="156" y="97"/>
                                    <a:pt x="156" y="97"/>
                                    <a:pt x="156" y="97"/>
                                  </a:cubicBezTo>
                                  <a:cubicBezTo>
                                    <a:pt x="156" y="97"/>
                                    <a:pt x="156" y="97"/>
                                    <a:pt x="156" y="97"/>
                                  </a:cubicBezTo>
                                  <a:cubicBezTo>
                                    <a:pt x="157" y="97"/>
                                    <a:pt x="157" y="97"/>
                                    <a:pt x="157" y="97"/>
                                  </a:cubicBezTo>
                                  <a:cubicBezTo>
                                    <a:pt x="157" y="97"/>
                                    <a:pt x="157" y="97"/>
                                    <a:pt x="157" y="97"/>
                                  </a:cubicBezTo>
                                  <a:cubicBezTo>
                                    <a:pt x="157" y="97"/>
                                    <a:pt x="157" y="97"/>
                                    <a:pt x="158" y="97"/>
                                  </a:cubicBezTo>
                                  <a:cubicBezTo>
                                    <a:pt x="158" y="97"/>
                                    <a:pt x="158" y="97"/>
                                    <a:pt x="158" y="97"/>
                                  </a:cubicBezTo>
                                  <a:cubicBezTo>
                                    <a:pt x="158" y="97"/>
                                    <a:pt x="158" y="97"/>
                                    <a:pt x="158" y="97"/>
                                  </a:cubicBezTo>
                                  <a:cubicBezTo>
                                    <a:pt x="158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6"/>
                                    <a:pt x="159" y="97"/>
                                    <a:pt x="159" y="96"/>
                                  </a:cubicBezTo>
                                  <a:close/>
                                  <a:moveTo>
                                    <a:pt x="144" y="93"/>
                                  </a:moveTo>
                                  <a:cubicBezTo>
                                    <a:pt x="144" y="93"/>
                                    <a:pt x="144" y="93"/>
                                    <a:pt x="144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2" y="93"/>
                                    <a:pt x="142" y="93"/>
                                    <a:pt x="142" y="93"/>
                                  </a:cubicBezTo>
                                  <a:cubicBezTo>
                                    <a:pt x="142" y="93"/>
                                    <a:pt x="142" y="93"/>
                                    <a:pt x="142" y="93"/>
                                  </a:cubicBezTo>
                                  <a:cubicBezTo>
                                    <a:pt x="141" y="93"/>
                                    <a:pt x="141" y="93"/>
                                    <a:pt x="141" y="93"/>
                                  </a:cubicBezTo>
                                  <a:cubicBezTo>
                                    <a:pt x="141" y="93"/>
                                    <a:pt x="141" y="93"/>
                                    <a:pt x="140" y="93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39" y="94"/>
                                    <a:pt x="139" y="94"/>
                                    <a:pt x="139" y="94"/>
                                  </a:cubicBezTo>
                                  <a:cubicBezTo>
                                    <a:pt x="139" y="95"/>
                                    <a:pt x="140" y="95"/>
                                    <a:pt x="140" y="95"/>
                                  </a:cubicBezTo>
                                  <a:cubicBezTo>
                                    <a:pt x="140" y="95"/>
                                    <a:pt x="140" y="96"/>
                                    <a:pt x="140" y="96"/>
                                  </a:cubicBezTo>
                                  <a:cubicBezTo>
                                    <a:pt x="140" y="96"/>
                                    <a:pt x="140" y="96"/>
                                    <a:pt x="140" y="96"/>
                                  </a:cubicBezTo>
                                  <a:cubicBezTo>
                                    <a:pt x="140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7"/>
                                  </a:cubicBezTo>
                                  <a:cubicBezTo>
                                    <a:pt x="138" y="97"/>
                                    <a:pt x="138" y="97"/>
                                    <a:pt x="138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8"/>
                                    <a:pt x="142" y="98"/>
                                  </a:cubicBezTo>
                                  <a:cubicBezTo>
                                    <a:pt x="142" y="98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2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5"/>
                                    <a:pt x="143" y="95"/>
                                  </a:cubicBezTo>
                                  <a:cubicBezTo>
                                    <a:pt x="144" y="95"/>
                                    <a:pt x="144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4"/>
                                    <a:pt x="144" y="94"/>
                                  </a:cubicBezTo>
                                  <a:cubicBezTo>
                                    <a:pt x="144" y="94"/>
                                    <a:pt x="144" y="94"/>
                                    <a:pt x="144" y="94"/>
                                  </a:cubicBezTo>
                                  <a:cubicBezTo>
                                    <a:pt x="144" y="94"/>
                                    <a:pt x="144" y="94"/>
                                    <a:pt x="144" y="93"/>
                                  </a:cubicBezTo>
                                  <a:close/>
                                  <a:moveTo>
                                    <a:pt x="149" y="93"/>
                                  </a:moveTo>
                                  <a:cubicBezTo>
                                    <a:pt x="149" y="93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1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49" y="92"/>
                                  </a:cubicBezTo>
                                  <a:cubicBezTo>
                                    <a:pt x="149" y="92"/>
                                    <a:pt x="149" y="92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lose/>
                                  <a:moveTo>
                                    <a:pt x="160" y="92"/>
                                  </a:move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59" y="92"/>
                                    <a:pt x="159" y="92"/>
                                  </a:cubicBezTo>
                                  <a:cubicBezTo>
                                    <a:pt x="159" y="92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lose/>
                                  <a:moveTo>
                                    <a:pt x="202" y="28"/>
                                  </a:moveTo>
                                  <a:cubicBezTo>
                                    <a:pt x="202" y="28"/>
                                    <a:pt x="201" y="28"/>
                                    <a:pt x="201" y="28"/>
                                  </a:cubicBezTo>
                                  <a:cubicBezTo>
                                    <a:pt x="201" y="28"/>
                                    <a:pt x="201" y="28"/>
                                    <a:pt x="201" y="29"/>
                                  </a:cubicBezTo>
                                  <a:cubicBezTo>
                                    <a:pt x="201" y="29"/>
                                    <a:pt x="201" y="29"/>
                                    <a:pt x="201" y="29"/>
                                  </a:cubicBezTo>
                                  <a:cubicBezTo>
                                    <a:pt x="201" y="29"/>
                                    <a:pt x="201" y="29"/>
                                    <a:pt x="201" y="29"/>
                                  </a:cubicBezTo>
                                  <a:cubicBezTo>
                                    <a:pt x="201" y="30"/>
                                    <a:pt x="200" y="30"/>
                                    <a:pt x="200" y="30"/>
                                  </a:cubicBezTo>
                                  <a:cubicBezTo>
                                    <a:pt x="200" y="30"/>
                                    <a:pt x="200" y="31"/>
                                    <a:pt x="200" y="31"/>
                                  </a:cubicBezTo>
                                  <a:cubicBezTo>
                                    <a:pt x="200" y="31"/>
                                    <a:pt x="199" y="31"/>
                                    <a:pt x="199" y="31"/>
                                  </a:cubicBezTo>
                                  <a:cubicBezTo>
                                    <a:pt x="199" y="31"/>
                                    <a:pt x="199" y="31"/>
                                    <a:pt x="199" y="31"/>
                                  </a:cubicBezTo>
                                  <a:cubicBezTo>
                                    <a:pt x="199" y="32"/>
                                    <a:pt x="199" y="32"/>
                                    <a:pt x="198" y="32"/>
                                  </a:cubicBezTo>
                                  <a:cubicBezTo>
                                    <a:pt x="198" y="32"/>
                                    <a:pt x="198" y="32"/>
                                    <a:pt x="198" y="32"/>
                                  </a:cubicBezTo>
                                  <a:cubicBezTo>
                                    <a:pt x="198" y="32"/>
                                    <a:pt x="198" y="32"/>
                                    <a:pt x="198" y="32"/>
                                  </a:cubicBezTo>
                                  <a:cubicBezTo>
                                    <a:pt x="198" y="33"/>
                                    <a:pt x="198" y="33"/>
                                    <a:pt x="198" y="33"/>
                                  </a:cubicBezTo>
                                  <a:cubicBezTo>
                                    <a:pt x="198" y="33"/>
                                    <a:pt x="198" y="33"/>
                                    <a:pt x="198" y="33"/>
                                  </a:cubicBezTo>
                                  <a:cubicBezTo>
                                    <a:pt x="198" y="33"/>
                                    <a:pt x="197" y="33"/>
                                    <a:pt x="197" y="33"/>
                                  </a:cubicBezTo>
                                  <a:cubicBezTo>
                                    <a:pt x="197" y="33"/>
                                    <a:pt x="197" y="33"/>
                                    <a:pt x="197" y="33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5"/>
                                    <a:pt x="197" y="35"/>
                                    <a:pt x="197" y="35"/>
                                  </a:cubicBezTo>
                                  <a:cubicBezTo>
                                    <a:pt x="197" y="35"/>
                                    <a:pt x="197" y="35"/>
                                    <a:pt x="197" y="35"/>
                                  </a:cubicBezTo>
                                  <a:cubicBezTo>
                                    <a:pt x="196" y="35"/>
                                    <a:pt x="196" y="35"/>
                                    <a:pt x="196" y="35"/>
                                  </a:cubicBezTo>
                                  <a:cubicBezTo>
                                    <a:pt x="196" y="35"/>
                                    <a:pt x="196" y="35"/>
                                    <a:pt x="196" y="35"/>
                                  </a:cubicBezTo>
                                  <a:cubicBezTo>
                                    <a:pt x="196" y="35"/>
                                    <a:pt x="196" y="35"/>
                                    <a:pt x="195" y="35"/>
                                  </a:cubicBezTo>
                                  <a:cubicBezTo>
                                    <a:pt x="195" y="35"/>
                                    <a:pt x="195" y="35"/>
                                    <a:pt x="195" y="35"/>
                                  </a:cubicBezTo>
                                  <a:cubicBezTo>
                                    <a:pt x="195" y="35"/>
                                    <a:pt x="195" y="35"/>
                                    <a:pt x="194" y="35"/>
                                  </a:cubicBezTo>
                                  <a:cubicBezTo>
                                    <a:pt x="194" y="35"/>
                                    <a:pt x="194" y="35"/>
                                    <a:pt x="193" y="35"/>
                                  </a:cubicBezTo>
                                  <a:cubicBezTo>
                                    <a:pt x="193" y="35"/>
                                    <a:pt x="193" y="35"/>
                                    <a:pt x="193" y="35"/>
                                  </a:cubicBezTo>
                                  <a:cubicBezTo>
                                    <a:pt x="193" y="35"/>
                                    <a:pt x="193" y="35"/>
                                    <a:pt x="193" y="35"/>
                                  </a:cubicBezTo>
                                  <a:cubicBezTo>
                                    <a:pt x="193" y="35"/>
                                    <a:pt x="192" y="35"/>
                                    <a:pt x="192" y="35"/>
                                  </a:cubicBezTo>
                                  <a:cubicBezTo>
                                    <a:pt x="192" y="36"/>
                                    <a:pt x="192" y="36"/>
                                    <a:pt x="192" y="36"/>
                                  </a:cubicBezTo>
                                  <a:cubicBezTo>
                                    <a:pt x="191" y="36"/>
                                    <a:pt x="191" y="36"/>
                                    <a:pt x="191" y="36"/>
                                  </a:cubicBezTo>
                                  <a:cubicBezTo>
                                    <a:pt x="191" y="36"/>
                                    <a:pt x="191" y="36"/>
                                    <a:pt x="191" y="36"/>
                                  </a:cubicBezTo>
                                  <a:cubicBezTo>
                                    <a:pt x="191" y="35"/>
                                    <a:pt x="190" y="36"/>
                                    <a:pt x="190" y="35"/>
                                  </a:cubicBezTo>
                                  <a:cubicBezTo>
                                    <a:pt x="190" y="35"/>
                                    <a:pt x="190" y="35"/>
                                    <a:pt x="190" y="35"/>
                                  </a:cubicBezTo>
                                  <a:cubicBezTo>
                                    <a:pt x="190" y="35"/>
                                    <a:pt x="189" y="36"/>
                                    <a:pt x="189" y="35"/>
                                  </a:cubicBezTo>
                                  <a:cubicBezTo>
                                    <a:pt x="189" y="35"/>
                                    <a:pt x="188" y="35"/>
                                    <a:pt x="188" y="35"/>
                                  </a:cubicBezTo>
                                  <a:cubicBezTo>
                                    <a:pt x="188" y="35"/>
                                    <a:pt x="188" y="35"/>
                                    <a:pt x="188" y="35"/>
                                  </a:cubicBezTo>
                                  <a:cubicBezTo>
                                    <a:pt x="188" y="35"/>
                                    <a:pt x="188" y="35"/>
                                    <a:pt x="188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6" y="34"/>
                                  </a:cubicBezTo>
                                  <a:cubicBezTo>
                                    <a:pt x="186" y="34"/>
                                    <a:pt x="186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4" y="34"/>
                                    <a:pt x="184" y="34"/>
                                  </a:cubicBezTo>
                                  <a:cubicBezTo>
                                    <a:pt x="184" y="34"/>
                                    <a:pt x="184" y="34"/>
                                    <a:pt x="184" y="34"/>
                                  </a:cubicBezTo>
                                  <a:cubicBezTo>
                                    <a:pt x="184" y="34"/>
                                    <a:pt x="184" y="34"/>
                                    <a:pt x="183" y="34"/>
                                  </a:cubicBezTo>
                                  <a:cubicBezTo>
                                    <a:pt x="183" y="34"/>
                                    <a:pt x="183" y="34"/>
                                    <a:pt x="183" y="34"/>
                                  </a:cubicBezTo>
                                  <a:cubicBezTo>
                                    <a:pt x="182" y="34"/>
                                    <a:pt x="182" y="34"/>
                                    <a:pt x="182" y="34"/>
                                  </a:cubicBezTo>
                                  <a:cubicBezTo>
                                    <a:pt x="182" y="34"/>
                                    <a:pt x="182" y="34"/>
                                    <a:pt x="182" y="34"/>
                                  </a:cubicBezTo>
                                  <a:cubicBezTo>
                                    <a:pt x="181" y="34"/>
                                    <a:pt x="181" y="35"/>
                                    <a:pt x="181" y="34"/>
                                  </a:cubicBezTo>
                                  <a:cubicBezTo>
                                    <a:pt x="181" y="34"/>
                                    <a:pt x="181" y="34"/>
                                    <a:pt x="181" y="34"/>
                                  </a:cubicBezTo>
                                  <a:cubicBezTo>
                                    <a:pt x="180" y="35"/>
                                    <a:pt x="180" y="35"/>
                                    <a:pt x="179" y="35"/>
                                  </a:cubicBezTo>
                                  <a:cubicBezTo>
                                    <a:pt x="179" y="35"/>
                                    <a:pt x="179" y="35"/>
                                    <a:pt x="179" y="35"/>
                                  </a:cubicBezTo>
                                  <a:cubicBezTo>
                                    <a:pt x="179" y="35"/>
                                    <a:pt x="179" y="35"/>
                                    <a:pt x="179" y="34"/>
                                  </a:cubicBezTo>
                                  <a:cubicBezTo>
                                    <a:pt x="179" y="34"/>
                                    <a:pt x="178" y="34"/>
                                    <a:pt x="178" y="34"/>
                                  </a:cubicBezTo>
                                  <a:cubicBezTo>
                                    <a:pt x="178" y="34"/>
                                    <a:pt x="178" y="34"/>
                                    <a:pt x="178" y="34"/>
                                  </a:cubicBezTo>
                                  <a:cubicBezTo>
                                    <a:pt x="178" y="34"/>
                                    <a:pt x="178" y="34"/>
                                    <a:pt x="178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5" y="34"/>
                                    <a:pt x="175" y="34"/>
                                  </a:cubicBezTo>
                                  <a:cubicBezTo>
                                    <a:pt x="175" y="34"/>
                                    <a:pt x="175" y="35"/>
                                    <a:pt x="175" y="35"/>
                                  </a:cubicBezTo>
                                  <a:cubicBezTo>
                                    <a:pt x="175" y="35"/>
                                    <a:pt x="175" y="35"/>
                                    <a:pt x="175" y="35"/>
                                  </a:cubicBezTo>
                                  <a:cubicBezTo>
                                    <a:pt x="175" y="35"/>
                                    <a:pt x="175" y="35"/>
                                    <a:pt x="175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2" y="35"/>
                                    <a:pt x="172" y="34"/>
                                  </a:cubicBezTo>
                                  <a:cubicBezTo>
                                    <a:pt x="172" y="34"/>
                                    <a:pt x="172" y="34"/>
                                    <a:pt x="172" y="34"/>
                                  </a:cubicBezTo>
                                  <a:cubicBezTo>
                                    <a:pt x="171" y="34"/>
                                    <a:pt x="171" y="34"/>
                                    <a:pt x="171" y="34"/>
                                  </a:cubicBezTo>
                                  <a:cubicBezTo>
                                    <a:pt x="170" y="34"/>
                                    <a:pt x="170" y="34"/>
                                    <a:pt x="170" y="34"/>
                                  </a:cubicBezTo>
                                  <a:cubicBezTo>
                                    <a:pt x="170" y="34"/>
                                    <a:pt x="170" y="34"/>
                                    <a:pt x="170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8" y="36"/>
                                    <a:pt x="168" y="36"/>
                                    <a:pt x="168" y="36"/>
                                  </a:cubicBezTo>
                                  <a:cubicBezTo>
                                    <a:pt x="168" y="36"/>
                                    <a:pt x="168" y="36"/>
                                    <a:pt x="168" y="36"/>
                                  </a:cubicBezTo>
                                  <a:cubicBezTo>
                                    <a:pt x="168" y="36"/>
                                    <a:pt x="168" y="37"/>
                                    <a:pt x="168" y="37"/>
                                  </a:cubicBezTo>
                                  <a:cubicBezTo>
                                    <a:pt x="168" y="37"/>
                                    <a:pt x="168" y="37"/>
                                    <a:pt x="168" y="38"/>
                                  </a:cubicBezTo>
                                  <a:cubicBezTo>
                                    <a:pt x="168" y="38"/>
                                    <a:pt x="167" y="38"/>
                                    <a:pt x="167" y="38"/>
                                  </a:cubicBezTo>
                                  <a:cubicBezTo>
                                    <a:pt x="167" y="38"/>
                                    <a:pt x="167" y="38"/>
                                    <a:pt x="167" y="39"/>
                                  </a:cubicBezTo>
                                  <a:cubicBezTo>
                                    <a:pt x="167" y="39"/>
                                    <a:pt x="167" y="39"/>
                                    <a:pt x="167" y="39"/>
                                  </a:cubicBezTo>
                                  <a:cubicBezTo>
                                    <a:pt x="167" y="39"/>
                                    <a:pt x="167" y="39"/>
                                    <a:pt x="167" y="39"/>
                                  </a:cubicBezTo>
                                  <a:cubicBezTo>
                                    <a:pt x="167" y="40"/>
                                    <a:pt x="167" y="40"/>
                                    <a:pt x="167" y="40"/>
                                  </a:cubicBezTo>
                                  <a:cubicBezTo>
                                    <a:pt x="167" y="40"/>
                                    <a:pt x="167" y="40"/>
                                    <a:pt x="167" y="41"/>
                                  </a:cubicBezTo>
                                  <a:cubicBezTo>
                                    <a:pt x="167" y="41"/>
                                    <a:pt x="167" y="41"/>
                                    <a:pt x="167" y="41"/>
                                  </a:cubicBezTo>
                                  <a:cubicBezTo>
                                    <a:pt x="167" y="41"/>
                                    <a:pt x="167" y="41"/>
                                    <a:pt x="167" y="41"/>
                                  </a:cubicBezTo>
                                  <a:cubicBezTo>
                                    <a:pt x="167" y="42"/>
                                    <a:pt x="167" y="42"/>
                                    <a:pt x="167" y="42"/>
                                  </a:cubicBezTo>
                                  <a:cubicBezTo>
                                    <a:pt x="168" y="42"/>
                                    <a:pt x="168" y="42"/>
                                    <a:pt x="168" y="43"/>
                                  </a:cubicBezTo>
                                  <a:cubicBezTo>
                                    <a:pt x="168" y="43"/>
                                    <a:pt x="168" y="43"/>
                                    <a:pt x="168" y="43"/>
                                  </a:cubicBezTo>
                                  <a:cubicBezTo>
                                    <a:pt x="168" y="43"/>
                                    <a:pt x="169" y="43"/>
                                    <a:pt x="169" y="43"/>
                                  </a:cubicBezTo>
                                  <a:cubicBezTo>
                                    <a:pt x="169" y="43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1" y="44"/>
                                    <a:pt x="171" y="45"/>
                                  </a:cubicBezTo>
                                  <a:cubicBezTo>
                                    <a:pt x="171" y="45"/>
                                    <a:pt x="171" y="45"/>
                                    <a:pt x="171" y="45"/>
                                  </a:cubicBezTo>
                                  <a:cubicBezTo>
                                    <a:pt x="171" y="45"/>
                                    <a:pt x="171" y="45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7"/>
                                  </a:cubicBezTo>
                                  <a:cubicBezTo>
                                    <a:pt x="171" y="47"/>
                                    <a:pt x="171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5" y="47"/>
                                  </a:cubicBezTo>
                                  <a:cubicBezTo>
                                    <a:pt x="175" y="47"/>
                                    <a:pt x="175" y="47"/>
                                    <a:pt x="175" y="47"/>
                                  </a:cubicBezTo>
                                  <a:cubicBezTo>
                                    <a:pt x="175" y="47"/>
                                    <a:pt x="175" y="46"/>
                                    <a:pt x="175" y="46"/>
                                  </a:cubicBezTo>
                                  <a:cubicBezTo>
                                    <a:pt x="175" y="46"/>
                                    <a:pt x="175" y="46"/>
                                    <a:pt x="175" y="46"/>
                                  </a:cubicBezTo>
                                  <a:cubicBezTo>
                                    <a:pt x="175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4"/>
                                    <a:pt x="176" y="44"/>
                                  </a:cubicBezTo>
                                  <a:cubicBezTo>
                                    <a:pt x="176" y="44"/>
                                    <a:pt x="176" y="44"/>
                                    <a:pt x="176" y="44"/>
                                  </a:cubicBezTo>
                                  <a:cubicBezTo>
                                    <a:pt x="176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3"/>
                                    <a:pt x="177" y="43"/>
                                  </a:cubicBezTo>
                                  <a:cubicBezTo>
                                    <a:pt x="177" y="43"/>
                                    <a:pt x="177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4"/>
                                  </a:cubicBezTo>
                                  <a:cubicBezTo>
                                    <a:pt x="178" y="44"/>
                                    <a:pt x="178" y="44"/>
                                    <a:pt x="178" y="44"/>
                                  </a:cubicBezTo>
                                  <a:cubicBezTo>
                                    <a:pt x="179" y="44"/>
                                    <a:pt x="179" y="44"/>
                                    <a:pt x="179" y="44"/>
                                  </a:cubicBezTo>
                                  <a:cubicBezTo>
                                    <a:pt x="179" y="44"/>
                                    <a:pt x="179" y="44"/>
                                    <a:pt x="179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3"/>
                                    <a:pt x="181" y="43"/>
                                    <a:pt x="181" y="43"/>
                                  </a:cubicBezTo>
                                  <a:cubicBezTo>
                                    <a:pt x="181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3" y="43"/>
                                    <a:pt x="183" y="43"/>
                                    <a:pt x="183" y="43"/>
                                  </a:cubicBezTo>
                                  <a:cubicBezTo>
                                    <a:pt x="183" y="43"/>
                                    <a:pt x="183" y="43"/>
                                    <a:pt x="184" y="43"/>
                                  </a:cubicBezTo>
                                  <a:cubicBezTo>
                                    <a:pt x="184" y="43"/>
                                    <a:pt x="184" y="43"/>
                                    <a:pt x="184" y="43"/>
                                  </a:cubicBezTo>
                                  <a:cubicBezTo>
                                    <a:pt x="184" y="43"/>
                                    <a:pt x="184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6" y="43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7" y="43"/>
                                    <a:pt x="187" y="43"/>
                                  </a:cubicBezTo>
                                  <a:cubicBezTo>
                                    <a:pt x="187" y="42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1"/>
                                    <a:pt x="188" y="41"/>
                                  </a:cubicBezTo>
                                  <a:cubicBezTo>
                                    <a:pt x="188" y="41"/>
                                    <a:pt x="188" y="41"/>
                                    <a:pt x="188" y="41"/>
                                  </a:cubicBezTo>
                                  <a:cubicBezTo>
                                    <a:pt x="189" y="41"/>
                                    <a:pt x="189" y="41"/>
                                    <a:pt x="189" y="41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89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89" y="44"/>
                                    <a:pt x="190" y="44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9" y="45"/>
                                  </a:cubicBezTo>
                                  <a:cubicBezTo>
                                    <a:pt x="189" y="45"/>
                                    <a:pt x="189" y="45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3"/>
                                    <a:pt x="188" y="43"/>
                                  </a:cubicBezTo>
                                  <a:cubicBezTo>
                                    <a:pt x="188" y="43"/>
                                    <a:pt x="188" y="43"/>
                                    <a:pt x="187" y="43"/>
                                  </a:cubicBezTo>
                                  <a:cubicBezTo>
                                    <a:pt x="187" y="44"/>
                                    <a:pt x="187" y="44"/>
                                    <a:pt x="187" y="44"/>
                                  </a:cubicBezTo>
                                  <a:cubicBezTo>
                                    <a:pt x="187" y="44"/>
                                    <a:pt x="187" y="44"/>
                                    <a:pt x="187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7"/>
                                    <a:pt x="184" y="47"/>
                                  </a:cubicBezTo>
                                  <a:cubicBezTo>
                                    <a:pt x="183" y="47"/>
                                    <a:pt x="183" y="47"/>
                                    <a:pt x="183" y="47"/>
                                  </a:cubicBezTo>
                                  <a:cubicBezTo>
                                    <a:pt x="183" y="47"/>
                                    <a:pt x="183" y="47"/>
                                    <a:pt x="183" y="47"/>
                                  </a:cubicBezTo>
                                  <a:cubicBezTo>
                                    <a:pt x="183" y="48"/>
                                    <a:pt x="183" y="48"/>
                                    <a:pt x="183" y="48"/>
                                  </a:cubicBezTo>
                                  <a:cubicBezTo>
                                    <a:pt x="183" y="48"/>
                                    <a:pt x="182" y="48"/>
                                    <a:pt x="182" y="48"/>
                                  </a:cubicBezTo>
                                  <a:cubicBezTo>
                                    <a:pt x="182" y="48"/>
                                    <a:pt x="182" y="48"/>
                                    <a:pt x="182" y="48"/>
                                  </a:cubicBezTo>
                                  <a:cubicBezTo>
                                    <a:pt x="181" y="48"/>
                                    <a:pt x="181" y="48"/>
                                    <a:pt x="181" y="48"/>
                                  </a:cubicBezTo>
                                  <a:cubicBezTo>
                                    <a:pt x="181" y="48"/>
                                    <a:pt x="180" y="48"/>
                                    <a:pt x="180" y="48"/>
                                  </a:cubicBezTo>
                                  <a:cubicBezTo>
                                    <a:pt x="180" y="49"/>
                                    <a:pt x="180" y="49"/>
                                    <a:pt x="180" y="49"/>
                                  </a:cubicBezTo>
                                  <a:cubicBezTo>
                                    <a:pt x="180" y="49"/>
                                    <a:pt x="180" y="49"/>
                                    <a:pt x="180" y="49"/>
                                  </a:cubicBezTo>
                                  <a:cubicBezTo>
                                    <a:pt x="180" y="49"/>
                                    <a:pt x="179" y="49"/>
                                    <a:pt x="179" y="49"/>
                                  </a:cubicBezTo>
                                  <a:cubicBezTo>
                                    <a:pt x="179" y="49"/>
                                    <a:pt x="179" y="50"/>
                                    <a:pt x="179" y="50"/>
                                  </a:cubicBezTo>
                                  <a:cubicBezTo>
                                    <a:pt x="179" y="50"/>
                                    <a:pt x="178" y="51"/>
                                    <a:pt x="178" y="51"/>
                                  </a:cubicBezTo>
                                  <a:cubicBezTo>
                                    <a:pt x="178" y="51"/>
                                    <a:pt x="178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49"/>
                                    <a:pt x="176" y="49"/>
                                  </a:cubicBezTo>
                                  <a:cubicBezTo>
                                    <a:pt x="176" y="49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1"/>
                                    <a:pt x="176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2"/>
                                  </a:cubicBezTo>
                                  <a:cubicBezTo>
                                    <a:pt x="177" y="52"/>
                                    <a:pt x="177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9" y="52"/>
                                    <a:pt x="179" y="52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80" y="54"/>
                                    <a:pt x="180" y="54"/>
                                    <a:pt x="180" y="54"/>
                                  </a:cubicBezTo>
                                  <a:cubicBezTo>
                                    <a:pt x="180" y="54"/>
                                    <a:pt x="180" y="54"/>
                                    <a:pt x="180" y="54"/>
                                  </a:cubicBezTo>
                                  <a:cubicBezTo>
                                    <a:pt x="180" y="54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1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6"/>
                                    <a:pt x="180" y="56"/>
                                    <a:pt x="180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2" y="56"/>
                                    <a:pt x="182" y="56"/>
                                  </a:cubicBezTo>
                                  <a:cubicBezTo>
                                    <a:pt x="182" y="56"/>
                                    <a:pt x="182" y="56"/>
                                    <a:pt x="182" y="56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8"/>
                                  </a:cubicBezTo>
                                  <a:cubicBezTo>
                                    <a:pt x="182" y="58"/>
                                    <a:pt x="182" y="58"/>
                                    <a:pt x="182" y="58"/>
                                  </a:cubicBezTo>
                                  <a:cubicBezTo>
                                    <a:pt x="182" y="58"/>
                                    <a:pt x="182" y="58"/>
                                    <a:pt x="182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2" y="59"/>
                                  </a:cubicBezTo>
                                  <a:cubicBezTo>
                                    <a:pt x="182" y="59"/>
                                    <a:pt x="182" y="59"/>
                                    <a:pt x="182" y="59"/>
                                  </a:cubicBezTo>
                                  <a:cubicBezTo>
                                    <a:pt x="182" y="59"/>
                                    <a:pt x="182" y="59"/>
                                    <a:pt x="182" y="59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3" y="63"/>
                                    <a:pt x="183" y="63"/>
                                  </a:cubicBezTo>
                                  <a:cubicBezTo>
                                    <a:pt x="183" y="63"/>
                                    <a:pt x="183" y="62"/>
                                    <a:pt x="183" y="63"/>
                                  </a:cubicBezTo>
                                  <a:cubicBezTo>
                                    <a:pt x="183" y="63"/>
                                    <a:pt x="183" y="63"/>
                                    <a:pt x="183" y="63"/>
                                  </a:cubicBezTo>
                                  <a:cubicBezTo>
                                    <a:pt x="183" y="63"/>
                                    <a:pt x="183" y="63"/>
                                    <a:pt x="183" y="63"/>
                                  </a:cubicBezTo>
                                  <a:cubicBezTo>
                                    <a:pt x="184" y="63"/>
                                    <a:pt x="184" y="63"/>
                                    <a:pt x="184" y="63"/>
                                  </a:cubicBezTo>
                                  <a:cubicBezTo>
                                    <a:pt x="184" y="63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5" y="63"/>
                                    <a:pt x="185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5" y="65"/>
                                    <a:pt x="185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6"/>
                                    <a:pt x="186" y="66"/>
                                  </a:cubicBezTo>
                                  <a:cubicBezTo>
                                    <a:pt x="186" y="66"/>
                                    <a:pt x="186" y="66"/>
                                    <a:pt x="186" y="66"/>
                                  </a:cubicBezTo>
                                  <a:cubicBezTo>
                                    <a:pt x="186" y="66"/>
                                    <a:pt x="186" y="66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6"/>
                                    <a:pt x="185" y="66"/>
                                  </a:cubicBezTo>
                                  <a:cubicBezTo>
                                    <a:pt x="185" y="66"/>
                                    <a:pt x="185" y="66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2" y="67"/>
                                  </a:cubicBezTo>
                                  <a:cubicBezTo>
                                    <a:pt x="182" y="67"/>
                                    <a:pt x="182" y="68"/>
                                    <a:pt x="182" y="67"/>
                                  </a:cubicBezTo>
                                  <a:cubicBezTo>
                                    <a:pt x="182" y="67"/>
                                    <a:pt x="182" y="67"/>
                                    <a:pt x="182" y="67"/>
                                  </a:cubicBezTo>
                                  <a:cubicBezTo>
                                    <a:pt x="182" y="67"/>
                                    <a:pt x="182" y="67"/>
                                    <a:pt x="182" y="68"/>
                                  </a:cubicBezTo>
                                  <a:cubicBezTo>
                                    <a:pt x="182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9"/>
                                    <a:pt x="180" y="69"/>
                                    <a:pt x="180" y="69"/>
                                  </a:cubicBezTo>
                                  <a:cubicBezTo>
                                    <a:pt x="180" y="69"/>
                                    <a:pt x="181" y="69"/>
                                    <a:pt x="181" y="69"/>
                                  </a:cubicBezTo>
                                  <a:cubicBezTo>
                                    <a:pt x="181" y="69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79" y="70"/>
                                    <a:pt x="179" y="70"/>
                                  </a:cubicBezTo>
                                  <a:cubicBezTo>
                                    <a:pt x="179" y="70"/>
                                    <a:pt x="179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8"/>
                                  </a:cubicBezTo>
                                  <a:cubicBezTo>
                                    <a:pt x="177" y="68"/>
                                    <a:pt x="177" y="68"/>
                                    <a:pt x="177" y="67"/>
                                  </a:cubicBezTo>
                                  <a:cubicBezTo>
                                    <a:pt x="177" y="67"/>
                                    <a:pt x="177" y="67"/>
                                    <a:pt x="177" y="67"/>
                                  </a:cubicBezTo>
                                  <a:cubicBezTo>
                                    <a:pt x="177" y="67"/>
                                    <a:pt x="177" y="66"/>
                                    <a:pt x="177" y="66"/>
                                  </a:cubicBezTo>
                                  <a:cubicBezTo>
                                    <a:pt x="177" y="66"/>
                                    <a:pt x="177" y="66"/>
                                    <a:pt x="177" y="66"/>
                                  </a:cubicBezTo>
                                  <a:cubicBezTo>
                                    <a:pt x="177" y="66"/>
                                    <a:pt x="177" y="66"/>
                                    <a:pt x="177" y="66"/>
                                  </a:cubicBezTo>
                                  <a:cubicBezTo>
                                    <a:pt x="178" y="66"/>
                                    <a:pt x="178" y="66"/>
                                    <a:pt x="178" y="66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7" y="65"/>
                                    <a:pt x="177" y="64"/>
                                    <a:pt x="177" y="64"/>
                                  </a:cubicBezTo>
                                  <a:cubicBezTo>
                                    <a:pt x="177" y="64"/>
                                    <a:pt x="177" y="64"/>
                                    <a:pt x="176" y="64"/>
                                  </a:cubicBezTo>
                                  <a:cubicBezTo>
                                    <a:pt x="176" y="64"/>
                                    <a:pt x="176" y="64"/>
                                    <a:pt x="176" y="64"/>
                                  </a:cubicBezTo>
                                  <a:cubicBezTo>
                                    <a:pt x="176" y="64"/>
                                    <a:pt x="176" y="63"/>
                                    <a:pt x="176" y="63"/>
                                  </a:cubicBezTo>
                                  <a:cubicBezTo>
                                    <a:pt x="175" y="63"/>
                                    <a:pt x="175" y="64"/>
                                    <a:pt x="175" y="64"/>
                                  </a:cubicBezTo>
                                  <a:cubicBezTo>
                                    <a:pt x="175" y="64"/>
                                    <a:pt x="175" y="64"/>
                                    <a:pt x="175" y="64"/>
                                  </a:cubicBezTo>
                                  <a:cubicBezTo>
                                    <a:pt x="175" y="64"/>
                                    <a:pt x="175" y="64"/>
                                    <a:pt x="175" y="64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4" y="63"/>
                                  </a:cubicBezTo>
                                  <a:cubicBezTo>
                                    <a:pt x="174" y="62"/>
                                    <a:pt x="174" y="62"/>
                                    <a:pt x="174" y="62"/>
                                  </a:cubicBezTo>
                                  <a:cubicBezTo>
                                    <a:pt x="174" y="62"/>
                                    <a:pt x="174" y="62"/>
                                    <a:pt x="174" y="62"/>
                                  </a:cubicBezTo>
                                  <a:cubicBezTo>
                                    <a:pt x="174" y="62"/>
                                    <a:pt x="173" y="62"/>
                                    <a:pt x="173" y="62"/>
                                  </a:cubicBezTo>
                                  <a:cubicBezTo>
                                    <a:pt x="173" y="62"/>
                                    <a:pt x="173" y="62"/>
                                    <a:pt x="173" y="61"/>
                                  </a:cubicBezTo>
                                  <a:cubicBezTo>
                                    <a:pt x="173" y="61"/>
                                    <a:pt x="173" y="61"/>
                                    <a:pt x="173" y="61"/>
                                  </a:cubicBezTo>
                                  <a:cubicBezTo>
                                    <a:pt x="173" y="60"/>
                                    <a:pt x="173" y="60"/>
                                    <a:pt x="173" y="60"/>
                                  </a:cubicBezTo>
                                  <a:cubicBezTo>
                                    <a:pt x="173" y="60"/>
                                    <a:pt x="173" y="60"/>
                                    <a:pt x="173" y="60"/>
                                  </a:cubicBezTo>
                                  <a:cubicBezTo>
                                    <a:pt x="173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6"/>
                                    <a:pt x="174" y="57"/>
                                    <a:pt x="174" y="56"/>
                                  </a:cubicBezTo>
                                  <a:cubicBezTo>
                                    <a:pt x="174" y="56"/>
                                    <a:pt x="173" y="56"/>
                                    <a:pt x="173" y="56"/>
                                  </a:cubicBezTo>
                                  <a:cubicBezTo>
                                    <a:pt x="173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1" y="55"/>
                                    <a:pt x="171" y="55"/>
                                    <a:pt x="171" y="55"/>
                                  </a:cubicBezTo>
                                  <a:cubicBezTo>
                                    <a:pt x="171" y="56"/>
                                    <a:pt x="171" y="55"/>
                                    <a:pt x="171" y="56"/>
                                  </a:cubicBezTo>
                                  <a:cubicBezTo>
                                    <a:pt x="171" y="56"/>
                                    <a:pt x="171" y="56"/>
                                    <a:pt x="171" y="56"/>
                                  </a:cubicBezTo>
                                  <a:cubicBezTo>
                                    <a:pt x="170" y="56"/>
                                    <a:pt x="170" y="56"/>
                                    <a:pt x="170" y="56"/>
                                  </a:cubicBezTo>
                                  <a:cubicBezTo>
                                    <a:pt x="170" y="57"/>
                                    <a:pt x="170" y="57"/>
                                    <a:pt x="170" y="57"/>
                                  </a:cubicBezTo>
                                  <a:cubicBezTo>
                                    <a:pt x="169" y="57"/>
                                    <a:pt x="169" y="57"/>
                                    <a:pt x="169" y="57"/>
                                  </a:cubicBezTo>
                                  <a:cubicBezTo>
                                    <a:pt x="169" y="57"/>
                                    <a:pt x="169" y="57"/>
                                    <a:pt x="168" y="57"/>
                                  </a:cubicBezTo>
                                  <a:cubicBezTo>
                                    <a:pt x="168" y="57"/>
                                    <a:pt x="168" y="57"/>
                                    <a:pt x="168" y="57"/>
                                  </a:cubicBezTo>
                                  <a:cubicBezTo>
                                    <a:pt x="168" y="58"/>
                                    <a:pt x="168" y="58"/>
                                    <a:pt x="168" y="58"/>
                                  </a:cubicBezTo>
                                  <a:cubicBezTo>
                                    <a:pt x="169" y="58"/>
                                    <a:pt x="169" y="58"/>
                                    <a:pt x="169" y="58"/>
                                  </a:cubicBezTo>
                                  <a:cubicBezTo>
                                    <a:pt x="169" y="58"/>
                                    <a:pt x="169" y="58"/>
                                    <a:pt x="169" y="58"/>
                                  </a:cubicBezTo>
                                  <a:cubicBezTo>
                                    <a:pt x="169" y="58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60"/>
                                    <a:pt x="170" y="60"/>
                                    <a:pt x="170" y="60"/>
                                  </a:cubicBezTo>
                                  <a:cubicBezTo>
                                    <a:pt x="170" y="60"/>
                                    <a:pt x="170" y="60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2"/>
                                    <a:pt x="170" y="62"/>
                                  </a:cubicBezTo>
                                  <a:cubicBezTo>
                                    <a:pt x="170" y="62"/>
                                    <a:pt x="170" y="62"/>
                                    <a:pt x="170" y="62"/>
                                  </a:cubicBezTo>
                                  <a:cubicBezTo>
                                    <a:pt x="170" y="62"/>
                                    <a:pt x="170" y="62"/>
                                    <a:pt x="170" y="62"/>
                                  </a:cubicBezTo>
                                  <a:cubicBezTo>
                                    <a:pt x="170" y="63"/>
                                    <a:pt x="170" y="63"/>
                                    <a:pt x="170" y="63"/>
                                  </a:cubicBezTo>
                                  <a:cubicBezTo>
                                    <a:pt x="170" y="63"/>
                                    <a:pt x="170" y="63"/>
                                    <a:pt x="170" y="63"/>
                                  </a:cubicBezTo>
                                  <a:cubicBezTo>
                                    <a:pt x="170" y="63"/>
                                    <a:pt x="169" y="63"/>
                                    <a:pt x="169" y="63"/>
                                  </a:cubicBezTo>
                                  <a:cubicBezTo>
                                    <a:pt x="169" y="63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5"/>
                                  </a:cubicBezTo>
                                  <a:cubicBezTo>
                                    <a:pt x="169" y="65"/>
                                    <a:pt x="169" y="65"/>
                                    <a:pt x="169" y="65"/>
                                  </a:cubicBezTo>
                                  <a:cubicBezTo>
                                    <a:pt x="169" y="65"/>
                                    <a:pt x="170" y="65"/>
                                    <a:pt x="170" y="65"/>
                                  </a:cubicBezTo>
                                  <a:cubicBezTo>
                                    <a:pt x="170" y="66"/>
                                    <a:pt x="170" y="66"/>
                                    <a:pt x="170" y="66"/>
                                  </a:cubicBezTo>
                                  <a:cubicBezTo>
                                    <a:pt x="169" y="66"/>
                                    <a:pt x="169" y="66"/>
                                    <a:pt x="169" y="66"/>
                                  </a:cubicBezTo>
                                  <a:cubicBezTo>
                                    <a:pt x="169" y="66"/>
                                    <a:pt x="170" y="66"/>
                                    <a:pt x="170" y="66"/>
                                  </a:cubicBezTo>
                                  <a:cubicBezTo>
                                    <a:pt x="170" y="67"/>
                                    <a:pt x="169" y="67"/>
                                    <a:pt x="169" y="67"/>
                                  </a:cubicBezTo>
                                  <a:cubicBezTo>
                                    <a:pt x="169" y="67"/>
                                    <a:pt x="170" y="67"/>
                                    <a:pt x="170" y="67"/>
                                  </a:cubicBezTo>
                                  <a:cubicBezTo>
                                    <a:pt x="170" y="67"/>
                                    <a:pt x="170" y="67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70"/>
                                    <a:pt x="170" y="70"/>
                                    <a:pt x="170" y="70"/>
                                  </a:cubicBezTo>
                                  <a:cubicBezTo>
                                    <a:pt x="169" y="70"/>
                                    <a:pt x="169" y="70"/>
                                    <a:pt x="169" y="70"/>
                                  </a:cubicBezTo>
                                  <a:cubicBezTo>
                                    <a:pt x="169" y="70"/>
                                    <a:pt x="169" y="70"/>
                                    <a:pt x="169" y="70"/>
                                  </a:cubicBezTo>
                                  <a:cubicBezTo>
                                    <a:pt x="169" y="71"/>
                                    <a:pt x="169" y="71"/>
                                    <a:pt x="169" y="71"/>
                                  </a:cubicBezTo>
                                  <a:cubicBezTo>
                                    <a:pt x="169" y="71"/>
                                    <a:pt x="169" y="71"/>
                                    <a:pt x="169" y="72"/>
                                  </a:cubicBezTo>
                                  <a:cubicBezTo>
                                    <a:pt x="169" y="72"/>
                                    <a:pt x="169" y="72"/>
                                    <a:pt x="169" y="72"/>
                                  </a:cubicBezTo>
                                  <a:cubicBezTo>
                                    <a:pt x="169" y="72"/>
                                    <a:pt x="169" y="72"/>
                                    <a:pt x="169" y="72"/>
                                  </a:cubicBezTo>
                                  <a:cubicBezTo>
                                    <a:pt x="169" y="72"/>
                                    <a:pt x="169" y="73"/>
                                    <a:pt x="169" y="73"/>
                                  </a:cubicBezTo>
                                  <a:cubicBezTo>
                                    <a:pt x="169" y="73"/>
                                    <a:pt x="169" y="73"/>
                                    <a:pt x="169" y="73"/>
                                  </a:cubicBezTo>
                                  <a:cubicBezTo>
                                    <a:pt x="169" y="73"/>
                                    <a:pt x="169" y="73"/>
                                    <a:pt x="169" y="73"/>
                                  </a:cubicBezTo>
                                  <a:cubicBezTo>
                                    <a:pt x="170" y="73"/>
                                    <a:pt x="170" y="73"/>
                                    <a:pt x="170" y="73"/>
                                  </a:cubicBezTo>
                                  <a:cubicBezTo>
                                    <a:pt x="170" y="73"/>
                                    <a:pt x="170" y="74"/>
                                    <a:pt x="170" y="74"/>
                                  </a:cubicBezTo>
                                  <a:cubicBezTo>
                                    <a:pt x="170" y="74"/>
                                    <a:pt x="170" y="74"/>
                                    <a:pt x="170" y="74"/>
                                  </a:cubicBezTo>
                                  <a:cubicBezTo>
                                    <a:pt x="170" y="74"/>
                                    <a:pt x="170" y="75"/>
                                    <a:pt x="170" y="75"/>
                                  </a:cubicBezTo>
                                  <a:cubicBezTo>
                                    <a:pt x="170" y="75"/>
                                    <a:pt x="170" y="75"/>
                                    <a:pt x="170" y="74"/>
                                  </a:cubicBezTo>
                                  <a:cubicBezTo>
                                    <a:pt x="169" y="74"/>
                                    <a:pt x="169" y="74"/>
                                    <a:pt x="169" y="74"/>
                                  </a:cubicBezTo>
                                  <a:cubicBezTo>
                                    <a:pt x="168" y="75"/>
                                    <a:pt x="168" y="75"/>
                                    <a:pt x="168" y="75"/>
                                  </a:cubicBezTo>
                                  <a:cubicBezTo>
                                    <a:pt x="167" y="75"/>
                                    <a:pt x="167" y="75"/>
                                    <a:pt x="167" y="75"/>
                                  </a:cubicBezTo>
                                  <a:cubicBezTo>
                                    <a:pt x="167" y="75"/>
                                    <a:pt x="167" y="74"/>
                                    <a:pt x="167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6"/>
                                    <a:pt x="165" y="76"/>
                                    <a:pt x="165" y="76"/>
                                  </a:cubicBezTo>
                                  <a:cubicBezTo>
                                    <a:pt x="165" y="76"/>
                                    <a:pt x="165" y="76"/>
                                    <a:pt x="165" y="75"/>
                                  </a:cubicBezTo>
                                  <a:cubicBezTo>
                                    <a:pt x="165" y="75"/>
                                    <a:pt x="165" y="75"/>
                                    <a:pt x="165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3" y="75"/>
                                    <a:pt x="163" y="75"/>
                                    <a:pt x="163" y="74"/>
                                  </a:cubicBezTo>
                                  <a:cubicBezTo>
                                    <a:pt x="163" y="74"/>
                                    <a:pt x="163" y="74"/>
                                    <a:pt x="163" y="73"/>
                                  </a:cubicBezTo>
                                  <a:cubicBezTo>
                                    <a:pt x="163" y="73"/>
                                    <a:pt x="163" y="73"/>
                                    <a:pt x="163" y="73"/>
                                  </a:cubicBezTo>
                                  <a:cubicBezTo>
                                    <a:pt x="163" y="73"/>
                                    <a:pt x="163" y="72"/>
                                    <a:pt x="163" y="72"/>
                                  </a:cubicBezTo>
                                  <a:cubicBezTo>
                                    <a:pt x="163" y="72"/>
                                    <a:pt x="163" y="72"/>
                                    <a:pt x="163" y="72"/>
                                  </a:cubicBezTo>
                                  <a:cubicBezTo>
                                    <a:pt x="163" y="72"/>
                                    <a:pt x="163" y="72"/>
                                    <a:pt x="163" y="72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0"/>
                                    <a:pt x="164" y="70"/>
                                  </a:cubicBezTo>
                                  <a:cubicBezTo>
                                    <a:pt x="164" y="70"/>
                                    <a:pt x="164" y="70"/>
                                    <a:pt x="164" y="70"/>
                                  </a:cubicBezTo>
                                  <a:cubicBezTo>
                                    <a:pt x="164" y="70"/>
                                    <a:pt x="164" y="70"/>
                                    <a:pt x="164" y="70"/>
                                  </a:cubicBezTo>
                                  <a:cubicBezTo>
                                    <a:pt x="164" y="69"/>
                                    <a:pt x="164" y="69"/>
                                    <a:pt x="164" y="69"/>
                                  </a:cubicBezTo>
                                  <a:cubicBezTo>
                                    <a:pt x="164" y="69"/>
                                    <a:pt x="164" y="69"/>
                                    <a:pt x="164" y="68"/>
                                  </a:cubicBezTo>
                                  <a:cubicBezTo>
                                    <a:pt x="164" y="68"/>
                                    <a:pt x="164" y="68"/>
                                    <a:pt x="164" y="67"/>
                                  </a:cubicBezTo>
                                  <a:cubicBezTo>
                                    <a:pt x="164" y="67"/>
                                    <a:pt x="164" y="67"/>
                                    <a:pt x="165" y="67"/>
                                  </a:cubicBezTo>
                                  <a:cubicBezTo>
                                    <a:pt x="165" y="67"/>
                                    <a:pt x="165" y="66"/>
                                    <a:pt x="165" y="66"/>
                                  </a:cubicBezTo>
                                  <a:cubicBezTo>
                                    <a:pt x="165" y="66"/>
                                    <a:pt x="164" y="66"/>
                                    <a:pt x="164" y="66"/>
                                  </a:cubicBezTo>
                                  <a:cubicBezTo>
                                    <a:pt x="164" y="66"/>
                                    <a:pt x="165" y="66"/>
                                    <a:pt x="165" y="66"/>
                                  </a:cubicBezTo>
                                  <a:cubicBezTo>
                                    <a:pt x="165" y="65"/>
                                    <a:pt x="165" y="65"/>
                                    <a:pt x="165" y="65"/>
                                  </a:cubicBezTo>
                                  <a:cubicBezTo>
                                    <a:pt x="164" y="65"/>
                                    <a:pt x="165" y="65"/>
                                    <a:pt x="165" y="64"/>
                                  </a:cubicBezTo>
                                  <a:cubicBezTo>
                                    <a:pt x="165" y="64"/>
                                    <a:pt x="165" y="64"/>
                                    <a:pt x="164" y="64"/>
                                  </a:cubicBezTo>
                                  <a:cubicBezTo>
                                    <a:pt x="164" y="64"/>
                                    <a:pt x="164" y="64"/>
                                    <a:pt x="164" y="64"/>
                                  </a:cubicBezTo>
                                  <a:cubicBezTo>
                                    <a:pt x="164" y="64"/>
                                    <a:pt x="164" y="64"/>
                                    <a:pt x="164" y="63"/>
                                  </a:cubicBezTo>
                                  <a:cubicBezTo>
                                    <a:pt x="164" y="63"/>
                                    <a:pt x="164" y="63"/>
                                    <a:pt x="164" y="63"/>
                                  </a:cubicBezTo>
                                  <a:cubicBezTo>
                                    <a:pt x="164" y="63"/>
                                    <a:pt x="163" y="63"/>
                                    <a:pt x="163" y="62"/>
                                  </a:cubicBezTo>
                                  <a:cubicBezTo>
                                    <a:pt x="163" y="62"/>
                                    <a:pt x="164" y="62"/>
                                    <a:pt x="164" y="62"/>
                                  </a:cubicBezTo>
                                  <a:cubicBezTo>
                                    <a:pt x="164" y="61"/>
                                    <a:pt x="164" y="61"/>
                                    <a:pt x="163" y="61"/>
                                  </a:cubicBezTo>
                                  <a:cubicBezTo>
                                    <a:pt x="163" y="61"/>
                                    <a:pt x="163" y="61"/>
                                    <a:pt x="163" y="61"/>
                                  </a:cubicBezTo>
                                  <a:cubicBezTo>
                                    <a:pt x="163" y="61"/>
                                    <a:pt x="163" y="60"/>
                                    <a:pt x="162" y="60"/>
                                  </a:cubicBezTo>
                                  <a:cubicBezTo>
                                    <a:pt x="162" y="60"/>
                                    <a:pt x="162" y="61"/>
                                    <a:pt x="162" y="61"/>
                                  </a:cubicBezTo>
                                  <a:cubicBezTo>
                                    <a:pt x="162" y="61"/>
                                    <a:pt x="162" y="61"/>
                                    <a:pt x="161" y="61"/>
                                  </a:cubicBezTo>
                                  <a:cubicBezTo>
                                    <a:pt x="161" y="61"/>
                                    <a:pt x="161" y="61"/>
                                    <a:pt x="161" y="61"/>
                                  </a:cubicBezTo>
                                  <a:cubicBezTo>
                                    <a:pt x="161" y="61"/>
                                    <a:pt x="161" y="61"/>
                                    <a:pt x="161" y="61"/>
                                  </a:cubicBezTo>
                                  <a:cubicBezTo>
                                    <a:pt x="161" y="61"/>
                                    <a:pt x="160" y="61"/>
                                    <a:pt x="160" y="61"/>
                                  </a:cubicBezTo>
                                  <a:cubicBezTo>
                                    <a:pt x="160" y="61"/>
                                    <a:pt x="160" y="61"/>
                                    <a:pt x="160" y="61"/>
                                  </a:cubicBezTo>
                                  <a:cubicBezTo>
                                    <a:pt x="160" y="60"/>
                                    <a:pt x="159" y="60"/>
                                    <a:pt x="159" y="60"/>
                                  </a:cubicBezTo>
                                  <a:cubicBezTo>
                                    <a:pt x="159" y="59"/>
                                    <a:pt x="159" y="59"/>
                                    <a:pt x="159" y="59"/>
                                  </a:cubicBezTo>
                                  <a:cubicBezTo>
                                    <a:pt x="159" y="58"/>
                                    <a:pt x="159" y="58"/>
                                    <a:pt x="159" y="58"/>
                                  </a:cubicBezTo>
                                  <a:cubicBezTo>
                                    <a:pt x="159" y="58"/>
                                    <a:pt x="159" y="58"/>
                                    <a:pt x="159" y="58"/>
                                  </a:cubicBezTo>
                                  <a:cubicBezTo>
                                    <a:pt x="159" y="58"/>
                                    <a:pt x="159" y="57"/>
                                    <a:pt x="159" y="57"/>
                                  </a:cubicBezTo>
                                  <a:cubicBezTo>
                                    <a:pt x="159" y="57"/>
                                    <a:pt x="159" y="57"/>
                                    <a:pt x="159" y="57"/>
                                  </a:cubicBezTo>
                                  <a:cubicBezTo>
                                    <a:pt x="159" y="56"/>
                                    <a:pt x="159" y="57"/>
                                    <a:pt x="159" y="56"/>
                                  </a:cubicBezTo>
                                  <a:cubicBezTo>
                                    <a:pt x="159" y="56"/>
                                    <a:pt x="159" y="56"/>
                                    <a:pt x="159" y="56"/>
                                  </a:cubicBezTo>
                                  <a:cubicBezTo>
                                    <a:pt x="159" y="56"/>
                                    <a:pt x="159" y="55"/>
                                    <a:pt x="159" y="55"/>
                                  </a:cubicBezTo>
                                  <a:cubicBezTo>
                                    <a:pt x="159" y="55"/>
                                    <a:pt x="159" y="55"/>
                                    <a:pt x="159" y="55"/>
                                  </a:cubicBezTo>
                                  <a:cubicBezTo>
                                    <a:pt x="160" y="55"/>
                                    <a:pt x="160" y="55"/>
                                    <a:pt x="160" y="55"/>
                                  </a:cubicBezTo>
                                  <a:cubicBezTo>
                                    <a:pt x="160" y="55"/>
                                    <a:pt x="160" y="55"/>
                                    <a:pt x="161" y="55"/>
                                  </a:cubicBezTo>
                                  <a:cubicBezTo>
                                    <a:pt x="161" y="54"/>
                                    <a:pt x="161" y="54"/>
                                    <a:pt x="161" y="54"/>
                                  </a:cubicBezTo>
                                  <a:cubicBezTo>
                                    <a:pt x="161" y="54"/>
                                    <a:pt x="161" y="54"/>
                                    <a:pt x="161" y="53"/>
                                  </a:cubicBezTo>
                                  <a:cubicBezTo>
                                    <a:pt x="161" y="53"/>
                                    <a:pt x="161" y="53"/>
                                    <a:pt x="161" y="53"/>
                                  </a:cubicBezTo>
                                  <a:cubicBezTo>
                                    <a:pt x="161" y="53"/>
                                    <a:pt x="161" y="53"/>
                                    <a:pt x="161" y="53"/>
                                  </a:cubicBezTo>
                                  <a:cubicBezTo>
                                    <a:pt x="161" y="52"/>
                                    <a:pt x="161" y="52"/>
                                    <a:pt x="161" y="52"/>
                                  </a:cubicBezTo>
                                  <a:cubicBezTo>
                                    <a:pt x="162" y="52"/>
                                    <a:pt x="162" y="52"/>
                                    <a:pt x="162" y="51"/>
                                  </a:cubicBezTo>
                                  <a:cubicBezTo>
                                    <a:pt x="162" y="51"/>
                                    <a:pt x="162" y="51"/>
                                    <a:pt x="163" y="51"/>
                                  </a:cubicBezTo>
                                  <a:cubicBezTo>
                                    <a:pt x="163" y="51"/>
                                    <a:pt x="163" y="50"/>
                                    <a:pt x="163" y="50"/>
                                  </a:cubicBezTo>
                                  <a:cubicBezTo>
                                    <a:pt x="162" y="50"/>
                                    <a:pt x="162" y="49"/>
                                    <a:pt x="162" y="49"/>
                                  </a:cubicBezTo>
                                  <a:cubicBezTo>
                                    <a:pt x="162" y="49"/>
                                    <a:pt x="162" y="49"/>
                                    <a:pt x="162" y="48"/>
                                  </a:cubicBezTo>
                                  <a:cubicBezTo>
                                    <a:pt x="162" y="48"/>
                                    <a:pt x="162" y="48"/>
                                    <a:pt x="162" y="47"/>
                                  </a:cubicBezTo>
                                  <a:cubicBezTo>
                                    <a:pt x="162" y="47"/>
                                    <a:pt x="162" y="47"/>
                                    <a:pt x="162" y="47"/>
                                  </a:cubicBezTo>
                                  <a:cubicBezTo>
                                    <a:pt x="162" y="47"/>
                                    <a:pt x="162" y="47"/>
                                    <a:pt x="162" y="47"/>
                                  </a:cubicBezTo>
                                  <a:cubicBezTo>
                                    <a:pt x="163" y="47"/>
                                    <a:pt x="163" y="47"/>
                                    <a:pt x="163" y="47"/>
                                  </a:cubicBezTo>
                                  <a:cubicBezTo>
                                    <a:pt x="163" y="46"/>
                                    <a:pt x="162" y="46"/>
                                    <a:pt x="163" y="46"/>
                                  </a:cubicBezTo>
                                  <a:cubicBezTo>
                                    <a:pt x="163" y="46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4" y="44"/>
                                  </a:cubicBezTo>
                                  <a:cubicBezTo>
                                    <a:pt x="164" y="44"/>
                                    <a:pt x="164" y="44"/>
                                    <a:pt x="164" y="44"/>
                                  </a:cubicBezTo>
                                  <a:cubicBezTo>
                                    <a:pt x="164" y="44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4"/>
                                    <a:pt x="164" y="44"/>
                                    <a:pt x="164" y="44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5" y="43"/>
                                  </a:cubicBezTo>
                                  <a:cubicBezTo>
                                    <a:pt x="165" y="43"/>
                                    <a:pt x="165" y="43"/>
                                    <a:pt x="165" y="42"/>
                                  </a:cubicBezTo>
                                  <a:cubicBezTo>
                                    <a:pt x="165" y="42"/>
                                    <a:pt x="165" y="42"/>
                                    <a:pt x="165" y="42"/>
                                  </a:cubicBezTo>
                                  <a:cubicBezTo>
                                    <a:pt x="165" y="42"/>
                                    <a:pt x="165" y="42"/>
                                    <a:pt x="165" y="42"/>
                                  </a:cubicBezTo>
                                  <a:cubicBezTo>
                                    <a:pt x="165" y="42"/>
                                    <a:pt x="166" y="43"/>
                                    <a:pt x="166" y="43"/>
                                  </a:cubicBezTo>
                                  <a:cubicBezTo>
                                    <a:pt x="166" y="43"/>
                                    <a:pt x="166" y="43"/>
                                    <a:pt x="166" y="43"/>
                                  </a:cubicBezTo>
                                  <a:cubicBezTo>
                                    <a:pt x="166" y="44"/>
                                    <a:pt x="166" y="43"/>
                                    <a:pt x="166" y="43"/>
                                  </a:cubicBezTo>
                                  <a:cubicBezTo>
                                    <a:pt x="166" y="43"/>
                                    <a:pt x="166" y="43"/>
                                    <a:pt x="166" y="42"/>
                                  </a:cubicBezTo>
                                  <a:cubicBezTo>
                                    <a:pt x="166" y="42"/>
                                    <a:pt x="166" y="42"/>
                                    <a:pt x="166" y="42"/>
                                  </a:cubicBezTo>
                                  <a:cubicBezTo>
                                    <a:pt x="165" y="41"/>
                                    <a:pt x="165" y="41"/>
                                    <a:pt x="165" y="40"/>
                                  </a:cubicBezTo>
                                  <a:cubicBezTo>
                                    <a:pt x="166" y="40"/>
                                    <a:pt x="166" y="40"/>
                                    <a:pt x="166" y="39"/>
                                  </a:cubicBezTo>
                                  <a:cubicBezTo>
                                    <a:pt x="166" y="39"/>
                                    <a:pt x="166" y="39"/>
                                    <a:pt x="166" y="39"/>
                                  </a:cubicBezTo>
                                  <a:cubicBezTo>
                                    <a:pt x="166" y="38"/>
                                    <a:pt x="165" y="39"/>
                                    <a:pt x="165" y="39"/>
                                  </a:cubicBezTo>
                                  <a:cubicBezTo>
                                    <a:pt x="165" y="39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4" y="38"/>
                                    <a:pt x="164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7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6" y="39"/>
                                    <a:pt x="166" y="38"/>
                                  </a:cubicBezTo>
                                  <a:cubicBezTo>
                                    <a:pt x="166" y="38"/>
                                    <a:pt x="166" y="38"/>
                                    <a:pt x="166" y="38"/>
                                  </a:cubicBezTo>
                                  <a:cubicBezTo>
                                    <a:pt x="166" y="38"/>
                                    <a:pt x="166" y="38"/>
                                    <a:pt x="166" y="38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7" y="36"/>
                                    <a:pt x="166" y="36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4"/>
                                    <a:pt x="167" y="35"/>
                                    <a:pt x="167" y="34"/>
                                  </a:cubicBezTo>
                                  <a:cubicBezTo>
                                    <a:pt x="168" y="34"/>
                                    <a:pt x="167" y="34"/>
                                    <a:pt x="167" y="33"/>
                                  </a:cubicBezTo>
                                  <a:cubicBezTo>
                                    <a:pt x="167" y="33"/>
                                    <a:pt x="168" y="33"/>
                                    <a:pt x="168" y="33"/>
                                  </a:cubicBezTo>
                                  <a:cubicBezTo>
                                    <a:pt x="168" y="33"/>
                                    <a:pt x="169" y="33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3"/>
                                    <a:pt x="171" y="33"/>
                                  </a:cubicBezTo>
                                  <a:cubicBezTo>
                                    <a:pt x="171" y="33"/>
                                    <a:pt x="171" y="33"/>
                                    <a:pt x="171" y="32"/>
                                  </a:cubicBezTo>
                                  <a:cubicBezTo>
                                    <a:pt x="171" y="32"/>
                                    <a:pt x="171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1"/>
                                    <a:pt x="171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0"/>
                                    <a:pt x="172" y="30"/>
                                  </a:cubicBezTo>
                                  <a:cubicBezTo>
                                    <a:pt x="172" y="30"/>
                                    <a:pt x="172" y="30"/>
                                    <a:pt x="172" y="30"/>
                                  </a:cubicBezTo>
                                  <a:cubicBezTo>
                                    <a:pt x="172" y="30"/>
                                    <a:pt x="172" y="30"/>
                                    <a:pt x="173" y="30"/>
                                  </a:cubicBezTo>
                                  <a:cubicBezTo>
                                    <a:pt x="173" y="30"/>
                                    <a:pt x="172" y="30"/>
                                    <a:pt x="172" y="29"/>
                                  </a:cubicBezTo>
                                  <a:cubicBezTo>
                                    <a:pt x="172" y="29"/>
                                    <a:pt x="172" y="29"/>
                                    <a:pt x="172" y="29"/>
                                  </a:cubicBezTo>
                                  <a:cubicBezTo>
                                    <a:pt x="172" y="29"/>
                                    <a:pt x="172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4" y="29"/>
                                    <a:pt x="174" y="29"/>
                                    <a:pt x="174" y="29"/>
                                  </a:cubicBezTo>
                                  <a:cubicBezTo>
                                    <a:pt x="174" y="29"/>
                                    <a:pt x="174" y="29"/>
                                    <a:pt x="174" y="29"/>
                                  </a:cubicBezTo>
                                  <a:cubicBezTo>
                                    <a:pt x="174" y="29"/>
                                    <a:pt x="174" y="29"/>
                                    <a:pt x="175" y="29"/>
                                  </a:cubicBezTo>
                                  <a:cubicBezTo>
                                    <a:pt x="175" y="29"/>
                                    <a:pt x="175" y="29"/>
                                    <a:pt x="175" y="29"/>
                                  </a:cubicBezTo>
                                  <a:cubicBezTo>
                                    <a:pt x="175" y="29"/>
                                    <a:pt x="175" y="29"/>
                                    <a:pt x="175" y="29"/>
                                  </a:cubicBezTo>
                                  <a:cubicBezTo>
                                    <a:pt x="176" y="29"/>
                                    <a:pt x="176" y="29"/>
                                    <a:pt x="176" y="29"/>
                                  </a:cubicBezTo>
                                  <a:cubicBezTo>
                                    <a:pt x="176" y="29"/>
                                    <a:pt x="176" y="29"/>
                                    <a:pt x="176" y="29"/>
                                  </a:cubicBezTo>
                                  <a:cubicBezTo>
                                    <a:pt x="176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6" y="30"/>
                                    <a:pt x="177" y="30"/>
                                    <a:pt x="177" y="30"/>
                                  </a:cubicBezTo>
                                  <a:cubicBezTo>
                                    <a:pt x="177" y="31"/>
                                    <a:pt x="178" y="31"/>
                                    <a:pt x="178" y="31"/>
                                  </a:cubicBezTo>
                                  <a:cubicBezTo>
                                    <a:pt x="179" y="31"/>
                                    <a:pt x="179" y="30"/>
                                    <a:pt x="179" y="30"/>
                                  </a:cubicBezTo>
                                  <a:cubicBezTo>
                                    <a:pt x="179" y="30"/>
                                    <a:pt x="179" y="30"/>
                                    <a:pt x="180" y="30"/>
                                  </a:cubicBezTo>
                                  <a:cubicBezTo>
                                    <a:pt x="180" y="30"/>
                                    <a:pt x="180" y="30"/>
                                    <a:pt x="180" y="30"/>
                                  </a:cubicBezTo>
                                  <a:cubicBezTo>
                                    <a:pt x="180" y="31"/>
                                    <a:pt x="180" y="31"/>
                                    <a:pt x="180" y="31"/>
                                  </a:cubicBezTo>
                                  <a:cubicBezTo>
                                    <a:pt x="180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4" y="31"/>
                                    <a:pt x="184" y="31"/>
                                  </a:cubicBezTo>
                                  <a:cubicBezTo>
                                    <a:pt x="184" y="31"/>
                                    <a:pt x="184" y="31"/>
                                    <a:pt x="185" y="31"/>
                                  </a:cubicBezTo>
                                  <a:cubicBezTo>
                                    <a:pt x="185" y="32"/>
                                    <a:pt x="185" y="32"/>
                                    <a:pt x="185" y="32"/>
                                  </a:cubicBezTo>
                                  <a:cubicBezTo>
                                    <a:pt x="185" y="32"/>
                                    <a:pt x="185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7" y="32"/>
                                    <a:pt x="186" y="32"/>
                                    <a:pt x="187" y="32"/>
                                  </a:cubicBezTo>
                                  <a:cubicBezTo>
                                    <a:pt x="187" y="32"/>
                                    <a:pt x="187" y="32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8" y="31"/>
                                  </a:cubicBezTo>
                                  <a:cubicBezTo>
                                    <a:pt x="188" y="31"/>
                                    <a:pt x="188" y="31"/>
                                    <a:pt x="188" y="31"/>
                                  </a:cubicBezTo>
                                  <a:cubicBezTo>
                                    <a:pt x="188" y="31"/>
                                    <a:pt x="188" y="32"/>
                                    <a:pt x="188" y="32"/>
                                  </a:cubicBezTo>
                                  <a:cubicBezTo>
                                    <a:pt x="188" y="32"/>
                                    <a:pt x="188" y="31"/>
                                    <a:pt x="188" y="31"/>
                                  </a:cubicBezTo>
                                  <a:cubicBezTo>
                                    <a:pt x="188" y="31"/>
                                    <a:pt x="189" y="31"/>
                                    <a:pt x="189" y="31"/>
                                  </a:cubicBezTo>
                                  <a:cubicBezTo>
                                    <a:pt x="189" y="32"/>
                                    <a:pt x="189" y="32"/>
                                    <a:pt x="189" y="32"/>
                                  </a:cubicBezTo>
                                  <a:cubicBezTo>
                                    <a:pt x="189" y="32"/>
                                    <a:pt x="189" y="32"/>
                                    <a:pt x="189" y="32"/>
                                  </a:cubicBezTo>
                                  <a:cubicBezTo>
                                    <a:pt x="190" y="32"/>
                                    <a:pt x="190" y="32"/>
                                    <a:pt x="190" y="32"/>
                                  </a:cubicBezTo>
                                  <a:cubicBezTo>
                                    <a:pt x="190" y="32"/>
                                    <a:pt x="190" y="32"/>
                                    <a:pt x="190" y="32"/>
                                  </a:cubicBezTo>
                                  <a:cubicBezTo>
                                    <a:pt x="190" y="32"/>
                                    <a:pt x="190" y="32"/>
                                    <a:pt x="191" y="32"/>
                                  </a:cubicBezTo>
                                  <a:cubicBezTo>
                                    <a:pt x="191" y="32"/>
                                    <a:pt x="191" y="32"/>
                                    <a:pt x="191" y="32"/>
                                  </a:cubicBezTo>
                                  <a:cubicBezTo>
                                    <a:pt x="191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4" y="32"/>
                                  </a:cubicBezTo>
                                  <a:cubicBezTo>
                                    <a:pt x="194" y="32"/>
                                    <a:pt x="194" y="32"/>
                                    <a:pt x="194" y="32"/>
                                  </a:cubicBezTo>
                                  <a:cubicBezTo>
                                    <a:pt x="194" y="32"/>
                                    <a:pt x="194" y="32"/>
                                    <a:pt x="195" y="31"/>
                                  </a:cubicBezTo>
                                  <a:cubicBezTo>
                                    <a:pt x="195" y="31"/>
                                    <a:pt x="195" y="31"/>
                                    <a:pt x="195" y="31"/>
                                  </a:cubicBezTo>
                                  <a:cubicBezTo>
                                    <a:pt x="195" y="31"/>
                                    <a:pt x="195" y="31"/>
                                    <a:pt x="196" y="31"/>
                                  </a:cubicBezTo>
                                  <a:cubicBezTo>
                                    <a:pt x="196" y="31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8" y="30"/>
                                    <a:pt x="198" y="30"/>
                                  </a:cubicBezTo>
                                  <a:cubicBezTo>
                                    <a:pt x="198" y="29"/>
                                    <a:pt x="198" y="29"/>
                                    <a:pt x="198" y="29"/>
                                  </a:cubicBezTo>
                                  <a:cubicBezTo>
                                    <a:pt x="198" y="29"/>
                                    <a:pt x="198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8"/>
                                  </a:cubicBezTo>
                                  <a:cubicBezTo>
                                    <a:pt x="197" y="28"/>
                                    <a:pt x="197" y="28"/>
                                    <a:pt x="197" y="28"/>
                                  </a:cubicBezTo>
                                  <a:cubicBezTo>
                                    <a:pt x="198" y="28"/>
                                    <a:pt x="198" y="28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200" y="27"/>
                                    <a:pt x="200" y="27"/>
                                    <a:pt x="200" y="27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1" y="26"/>
                                    <a:pt x="201" y="26"/>
                                    <a:pt x="201" y="26"/>
                                  </a:cubicBezTo>
                                  <a:cubicBezTo>
                                    <a:pt x="201" y="26"/>
                                    <a:pt x="201" y="27"/>
                                    <a:pt x="201" y="27"/>
                                  </a:cubicBezTo>
                                  <a:cubicBezTo>
                                    <a:pt x="201" y="27"/>
                                    <a:pt x="201" y="26"/>
                                    <a:pt x="201" y="26"/>
                                  </a:cubicBezTo>
                                  <a:cubicBezTo>
                                    <a:pt x="201" y="27"/>
                                    <a:pt x="201" y="27"/>
                                    <a:pt x="201" y="27"/>
                                  </a:cubicBezTo>
                                  <a:cubicBezTo>
                                    <a:pt x="201" y="27"/>
                                    <a:pt x="201" y="27"/>
                                    <a:pt x="201" y="27"/>
                                  </a:cubicBezTo>
                                  <a:cubicBezTo>
                                    <a:pt x="202" y="27"/>
                                    <a:pt x="202" y="27"/>
                                    <a:pt x="202" y="27"/>
                                  </a:cubicBezTo>
                                  <a:cubicBezTo>
                                    <a:pt x="202" y="28"/>
                                    <a:pt x="202" y="28"/>
                                    <a:pt x="202" y="28"/>
                                  </a:cubicBezTo>
                                  <a:close/>
                                  <a:moveTo>
                                    <a:pt x="27" y="49"/>
                                  </a:move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6" y="48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7" y="47"/>
                                  </a:cubicBezTo>
                                  <a:cubicBezTo>
                                    <a:pt x="27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3" y="45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7"/>
                                    <a:pt x="23" y="47"/>
                                    <a:pt x="24" y="47"/>
                                  </a:cubicBezTo>
                                  <a:cubicBezTo>
                                    <a:pt x="24" y="47"/>
                                    <a:pt x="24" y="47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9"/>
                                    <a:pt x="24" y="49"/>
                                    <a:pt x="25" y="49"/>
                                  </a:cubicBezTo>
                                  <a:cubicBezTo>
                                    <a:pt x="25" y="49"/>
                                    <a:pt x="25" y="49"/>
                                    <a:pt x="26" y="50"/>
                                  </a:cubicBezTo>
                                  <a:cubicBezTo>
                                    <a:pt x="26" y="50"/>
                                    <a:pt x="26" y="50"/>
                                    <a:pt x="26" y="50"/>
                                  </a:cubicBezTo>
                                  <a:cubicBezTo>
                                    <a:pt x="26" y="50"/>
                                    <a:pt x="26" y="50"/>
                                    <a:pt x="26" y="50"/>
                                  </a:cubicBezTo>
                                  <a:cubicBezTo>
                                    <a:pt x="27" y="50"/>
                                    <a:pt x="27" y="49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lose/>
                                  <a:moveTo>
                                    <a:pt x="35" y="59"/>
                                  </a:moveTo>
                                  <a:cubicBezTo>
                                    <a:pt x="35" y="59"/>
                                    <a:pt x="35" y="59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7"/>
                                  </a:cubicBezTo>
                                  <a:cubicBezTo>
                                    <a:pt x="35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6"/>
                                    <a:pt x="34" y="56"/>
                                  </a:cubicBezTo>
                                  <a:cubicBezTo>
                                    <a:pt x="34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5" y="59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lose/>
                                  <a:moveTo>
                                    <a:pt x="31" y="53"/>
                                  </a:move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0" y="53"/>
                                  </a:cubicBezTo>
                                  <a:cubicBezTo>
                                    <a:pt x="30" y="53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1"/>
                                    <a:pt x="30" y="51"/>
                                  </a:cubicBezTo>
                                  <a:cubicBezTo>
                                    <a:pt x="30" y="51"/>
                                    <a:pt x="29" y="51"/>
                                    <a:pt x="29" y="51"/>
                                  </a:cubicBezTo>
                                  <a:cubicBezTo>
                                    <a:pt x="29" y="51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4"/>
                                    <a:pt x="31" y="54"/>
                                  </a:cubicBezTo>
                                  <a:cubicBezTo>
                                    <a:pt x="31" y="54"/>
                                    <a:pt x="31" y="54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lose/>
                                  <a:moveTo>
                                    <a:pt x="33" y="56"/>
                                  </a:move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3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7"/>
                                    <a:pt x="32" y="57"/>
                                  </a:cubicBezTo>
                                  <a:cubicBezTo>
                                    <a:pt x="32" y="57"/>
                                    <a:pt x="32" y="56"/>
                                    <a:pt x="32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lose/>
                                  <a:moveTo>
                                    <a:pt x="184" y="74"/>
                                  </a:move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2"/>
                                    <a:pt x="185" y="72"/>
                                    <a:pt x="184" y="72"/>
                                  </a:cubicBezTo>
                                  <a:cubicBezTo>
                                    <a:pt x="184" y="72"/>
                                    <a:pt x="184" y="72"/>
                                    <a:pt x="184" y="72"/>
                                  </a:cubicBezTo>
                                  <a:cubicBezTo>
                                    <a:pt x="184" y="72"/>
                                    <a:pt x="184" y="72"/>
                                    <a:pt x="184" y="72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69"/>
                                    <a:pt x="185" y="69"/>
                                  </a:cubicBezTo>
                                  <a:cubicBezTo>
                                    <a:pt x="185" y="69"/>
                                    <a:pt x="185" y="69"/>
                                    <a:pt x="185" y="69"/>
                                  </a:cubicBezTo>
                                  <a:cubicBezTo>
                                    <a:pt x="185" y="68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8"/>
                                    <a:pt x="184" y="68"/>
                                  </a:cubicBezTo>
                                  <a:cubicBezTo>
                                    <a:pt x="184" y="69"/>
                                    <a:pt x="184" y="69"/>
                                    <a:pt x="184" y="69"/>
                                  </a:cubicBezTo>
                                  <a:cubicBezTo>
                                    <a:pt x="184" y="69"/>
                                    <a:pt x="184" y="69"/>
                                    <a:pt x="184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70"/>
                                  </a:cubicBezTo>
                                  <a:cubicBezTo>
                                    <a:pt x="182" y="70"/>
                                    <a:pt x="182" y="70"/>
                                    <a:pt x="183" y="70"/>
                                  </a:cubicBezTo>
                                  <a:cubicBezTo>
                                    <a:pt x="183" y="70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2" y="72"/>
                                  </a:cubicBezTo>
                                  <a:cubicBezTo>
                                    <a:pt x="182" y="72"/>
                                    <a:pt x="182" y="72"/>
                                    <a:pt x="182" y="72"/>
                                  </a:cubicBezTo>
                                  <a:cubicBezTo>
                                    <a:pt x="182" y="72"/>
                                    <a:pt x="182" y="72"/>
                                    <a:pt x="182" y="72"/>
                                  </a:cubicBezTo>
                                  <a:cubicBezTo>
                                    <a:pt x="182" y="72"/>
                                    <a:pt x="182" y="73"/>
                                    <a:pt x="182" y="73"/>
                                  </a:cubicBezTo>
                                  <a:cubicBezTo>
                                    <a:pt x="182" y="73"/>
                                    <a:pt x="182" y="73"/>
                                    <a:pt x="182" y="73"/>
                                  </a:cubicBezTo>
                                  <a:cubicBezTo>
                                    <a:pt x="182" y="73"/>
                                    <a:pt x="182" y="73"/>
                                    <a:pt x="182" y="73"/>
                                  </a:cubicBezTo>
                                  <a:cubicBezTo>
                                    <a:pt x="182" y="74"/>
                                    <a:pt x="183" y="73"/>
                                    <a:pt x="183" y="73"/>
                                  </a:cubicBezTo>
                                  <a:cubicBezTo>
                                    <a:pt x="183" y="73"/>
                                    <a:pt x="183" y="73"/>
                                    <a:pt x="183" y="73"/>
                                  </a:cubicBezTo>
                                  <a:cubicBezTo>
                                    <a:pt x="183" y="73"/>
                                    <a:pt x="183" y="73"/>
                                    <a:pt x="183" y="73"/>
                                  </a:cubicBezTo>
                                  <a:cubicBezTo>
                                    <a:pt x="183" y="74"/>
                                    <a:pt x="183" y="74"/>
                                    <a:pt x="183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3" y="73"/>
                                    <a:pt x="183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4"/>
                                  </a:cubicBez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lose/>
                                  <a:moveTo>
                                    <a:pt x="181" y="72"/>
                                  </a:moveTo>
                                  <a:cubicBezTo>
                                    <a:pt x="181" y="72"/>
                                    <a:pt x="181" y="72"/>
                                    <a:pt x="181" y="72"/>
                                  </a:cubicBezTo>
                                  <a:cubicBezTo>
                                    <a:pt x="181" y="72"/>
                                    <a:pt x="180" y="72"/>
                                    <a:pt x="180" y="72"/>
                                  </a:cubicBezTo>
                                  <a:cubicBezTo>
                                    <a:pt x="180" y="72"/>
                                    <a:pt x="180" y="72"/>
                                    <a:pt x="180" y="71"/>
                                  </a:cubicBezTo>
                                  <a:cubicBezTo>
                                    <a:pt x="180" y="71"/>
                                    <a:pt x="180" y="72"/>
                                    <a:pt x="180" y="72"/>
                                  </a:cubicBezTo>
                                  <a:cubicBezTo>
                                    <a:pt x="180" y="71"/>
                                    <a:pt x="180" y="71"/>
                                    <a:pt x="179" y="71"/>
                                  </a:cubicBezTo>
                                  <a:cubicBezTo>
                                    <a:pt x="179" y="71"/>
                                    <a:pt x="179" y="71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80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3"/>
                                    <a:pt x="179" y="73"/>
                                    <a:pt x="179" y="73"/>
                                  </a:cubicBezTo>
                                  <a:cubicBezTo>
                                    <a:pt x="179" y="73"/>
                                    <a:pt x="179" y="73"/>
                                    <a:pt x="180" y="73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1" y="74"/>
                                    <a:pt x="181" y="74"/>
                                    <a:pt x="181" y="74"/>
                                  </a:cubicBezTo>
                                  <a:cubicBezTo>
                                    <a:pt x="181" y="73"/>
                                    <a:pt x="181" y="73"/>
                                    <a:pt x="181" y="73"/>
                                  </a:cubicBezTo>
                                  <a:cubicBezTo>
                                    <a:pt x="181" y="73"/>
                                    <a:pt x="181" y="73"/>
                                    <a:pt x="181" y="72"/>
                                  </a:cubicBezTo>
                                  <a:close/>
                                  <a:moveTo>
                                    <a:pt x="187" y="64"/>
                                  </a:moveTo>
                                  <a:cubicBezTo>
                                    <a:pt x="187" y="65"/>
                                    <a:pt x="187" y="65"/>
                                    <a:pt x="187" y="65"/>
                                  </a:cubicBezTo>
                                  <a:cubicBezTo>
                                    <a:pt x="187" y="65"/>
                                    <a:pt x="187" y="65"/>
                                    <a:pt x="187" y="65"/>
                                  </a:cubicBezTo>
                                  <a:cubicBezTo>
                                    <a:pt x="187" y="65"/>
                                    <a:pt x="187" y="65"/>
                                    <a:pt x="187" y="66"/>
                                  </a:cubicBezTo>
                                  <a:cubicBezTo>
                                    <a:pt x="187" y="66"/>
                                    <a:pt x="187" y="66"/>
                                    <a:pt x="187" y="66"/>
                                  </a:cubicBezTo>
                                  <a:cubicBezTo>
                                    <a:pt x="188" y="66"/>
                                    <a:pt x="188" y="66"/>
                                    <a:pt x="188" y="66"/>
                                  </a:cubicBezTo>
                                  <a:cubicBezTo>
                                    <a:pt x="188" y="66"/>
                                    <a:pt x="188" y="66"/>
                                    <a:pt x="188" y="66"/>
                                  </a:cubicBezTo>
                                  <a:cubicBezTo>
                                    <a:pt x="188" y="65"/>
                                    <a:pt x="188" y="65"/>
                                    <a:pt x="188" y="65"/>
                                  </a:cubicBezTo>
                                  <a:cubicBezTo>
                                    <a:pt x="189" y="65"/>
                                    <a:pt x="189" y="65"/>
                                    <a:pt x="189" y="65"/>
                                  </a:cubicBezTo>
                                  <a:cubicBezTo>
                                    <a:pt x="188" y="64"/>
                                    <a:pt x="188" y="64"/>
                                    <a:pt x="188" y="64"/>
                                  </a:cubicBezTo>
                                  <a:cubicBezTo>
                                    <a:pt x="188" y="64"/>
                                    <a:pt x="188" y="64"/>
                                    <a:pt x="187" y="64"/>
                                  </a:cubicBezTo>
                                  <a:cubicBezTo>
                                    <a:pt x="187" y="64"/>
                                    <a:pt x="187" y="64"/>
                                    <a:pt x="187" y="64"/>
                                  </a:cubicBezTo>
                                  <a:cubicBezTo>
                                    <a:pt x="187" y="64"/>
                                    <a:pt x="187" y="64"/>
                                    <a:pt x="187" y="64"/>
                                  </a:cubicBezTo>
                                  <a:close/>
                                  <a:moveTo>
                                    <a:pt x="186" y="74"/>
                                  </a:moveTo>
                                  <a:cubicBezTo>
                                    <a:pt x="186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8" y="74"/>
                                    <a:pt x="188" y="74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2"/>
                                    <a:pt x="188" y="72"/>
                                  </a:cubicBezTo>
                                  <a:cubicBezTo>
                                    <a:pt x="188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69"/>
                                    <a:pt x="187" y="69"/>
                                    <a:pt x="187" y="69"/>
                                  </a:cubicBezTo>
                                  <a:cubicBezTo>
                                    <a:pt x="187" y="69"/>
                                    <a:pt x="187" y="69"/>
                                    <a:pt x="187" y="69"/>
                                  </a:cubicBezTo>
                                  <a:cubicBezTo>
                                    <a:pt x="187" y="69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8" y="70"/>
                                  </a:cubicBezTo>
                                  <a:cubicBezTo>
                                    <a:pt x="188" y="70"/>
                                    <a:pt x="188" y="69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70"/>
                                    <a:pt x="188" y="70"/>
                                    <a:pt x="188" y="70"/>
                                  </a:cubicBezTo>
                                  <a:cubicBezTo>
                                    <a:pt x="188" y="70"/>
                                    <a:pt x="188" y="70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7"/>
                                    <a:pt x="188" y="67"/>
                                    <a:pt x="188" y="67"/>
                                  </a:cubicBezTo>
                                  <a:cubicBezTo>
                                    <a:pt x="188" y="67"/>
                                    <a:pt x="188" y="67"/>
                                    <a:pt x="188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6" y="67"/>
                                    <a:pt x="186" y="68"/>
                                    <a:pt x="186" y="69"/>
                                  </a:cubicBezTo>
                                  <a:cubicBezTo>
                                    <a:pt x="186" y="69"/>
                                    <a:pt x="186" y="69"/>
                                    <a:pt x="186" y="69"/>
                                  </a:cubicBezTo>
                                  <a:cubicBezTo>
                                    <a:pt x="186" y="69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1"/>
                                    <a:pt x="186" y="71"/>
                                    <a:pt x="186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6" y="71"/>
                                  </a:cubicBezTo>
                                  <a:cubicBezTo>
                                    <a:pt x="186" y="71"/>
                                    <a:pt x="186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2"/>
                                  </a:cubicBezTo>
                                  <a:cubicBezTo>
                                    <a:pt x="186" y="72"/>
                                    <a:pt x="186" y="72"/>
                                    <a:pt x="186" y="72"/>
                                  </a:cubicBezTo>
                                  <a:cubicBezTo>
                                    <a:pt x="186" y="72"/>
                                    <a:pt x="185" y="72"/>
                                    <a:pt x="185" y="72"/>
                                  </a:cubicBezTo>
                                  <a:cubicBezTo>
                                    <a:pt x="185" y="72"/>
                                    <a:pt x="185" y="72"/>
                                    <a:pt x="185" y="72"/>
                                  </a:cubicBezTo>
                                  <a:cubicBezTo>
                                    <a:pt x="185" y="72"/>
                                    <a:pt x="185" y="72"/>
                                    <a:pt x="186" y="72"/>
                                  </a:cubicBezTo>
                                  <a:cubicBezTo>
                                    <a:pt x="186" y="72"/>
                                    <a:pt x="186" y="72"/>
                                    <a:pt x="185" y="73"/>
                                  </a:cubicBezTo>
                                  <a:cubicBezTo>
                                    <a:pt x="185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4"/>
                                    <a:pt x="185" y="74"/>
                                    <a:pt x="185" y="74"/>
                                  </a:cubicBezTo>
                                  <a:cubicBezTo>
                                    <a:pt x="185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5"/>
                                    <a:pt x="184" y="75"/>
                                  </a:cubicBezTo>
                                  <a:cubicBezTo>
                                    <a:pt x="184" y="75"/>
                                    <a:pt x="184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6"/>
                                    <a:pt x="186" y="76"/>
                                  </a:cubicBezTo>
                                  <a:cubicBezTo>
                                    <a:pt x="186" y="76"/>
                                    <a:pt x="186" y="75"/>
                                    <a:pt x="186" y="75"/>
                                  </a:cubicBezTo>
                                  <a:cubicBezTo>
                                    <a:pt x="186" y="75"/>
                                    <a:pt x="186" y="75"/>
                                    <a:pt x="186" y="75"/>
                                  </a:cubicBezTo>
                                  <a:cubicBezTo>
                                    <a:pt x="186" y="75"/>
                                    <a:pt x="186" y="74"/>
                                    <a:pt x="186" y="74"/>
                                  </a:cubicBezTo>
                                  <a:cubicBezTo>
                                    <a:pt x="186" y="74"/>
                                    <a:pt x="186" y="74"/>
                                    <a:pt x="186" y="74"/>
                                  </a:cubicBezTo>
                                  <a:cubicBezTo>
                                    <a:pt x="186" y="74"/>
                                    <a:pt x="186" y="74"/>
                                    <a:pt x="186" y="74"/>
                                  </a:cubicBezTo>
                                  <a:close/>
                                  <a:moveTo>
                                    <a:pt x="170" y="77"/>
                                  </a:moveTo>
                                  <a:cubicBezTo>
                                    <a:pt x="170" y="77"/>
                                    <a:pt x="170" y="76"/>
                                    <a:pt x="170" y="76"/>
                                  </a:cubicBezTo>
                                  <a:cubicBezTo>
                                    <a:pt x="170" y="76"/>
                                    <a:pt x="170" y="76"/>
                                    <a:pt x="170" y="77"/>
                                  </a:cubicBezTo>
                                  <a:cubicBezTo>
                                    <a:pt x="170" y="77"/>
                                    <a:pt x="170" y="77"/>
                                    <a:pt x="170" y="77"/>
                                  </a:cubicBezTo>
                                  <a:cubicBezTo>
                                    <a:pt x="170" y="77"/>
                                    <a:pt x="170" y="78"/>
                                    <a:pt x="170" y="79"/>
                                  </a:cubicBezTo>
                                  <a:cubicBezTo>
                                    <a:pt x="170" y="79"/>
                                    <a:pt x="170" y="79"/>
                                    <a:pt x="170" y="79"/>
                                  </a:cubicBezTo>
                                  <a:cubicBezTo>
                                    <a:pt x="170" y="80"/>
                                    <a:pt x="170" y="80"/>
                                    <a:pt x="170" y="81"/>
                                  </a:cubicBezTo>
                                  <a:cubicBezTo>
                                    <a:pt x="170" y="81"/>
                                    <a:pt x="170" y="81"/>
                                    <a:pt x="170" y="81"/>
                                  </a:cubicBezTo>
                                  <a:cubicBezTo>
                                    <a:pt x="170" y="81"/>
                                    <a:pt x="170" y="80"/>
                                    <a:pt x="170" y="80"/>
                                  </a:cubicBezTo>
                                  <a:cubicBezTo>
                                    <a:pt x="170" y="80"/>
                                    <a:pt x="170" y="80"/>
                                    <a:pt x="170" y="80"/>
                                  </a:cubicBezTo>
                                  <a:cubicBezTo>
                                    <a:pt x="171" y="80"/>
                                    <a:pt x="170" y="79"/>
                                    <a:pt x="171" y="79"/>
                                  </a:cubicBezTo>
                                  <a:cubicBezTo>
                                    <a:pt x="171" y="78"/>
                                    <a:pt x="171" y="77"/>
                                    <a:pt x="170" y="77"/>
                                  </a:cubicBezTo>
                                  <a:close/>
                                  <a:moveTo>
                                    <a:pt x="143" y="62"/>
                                  </a:moveTo>
                                  <a:cubicBezTo>
                                    <a:pt x="143" y="62"/>
                                    <a:pt x="143" y="62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2"/>
                                    <a:pt x="143" y="62"/>
                                  </a:cubicBezTo>
                                  <a:close/>
                                  <a:moveTo>
                                    <a:pt x="142" y="63"/>
                                  </a:moveTo>
                                  <a:cubicBezTo>
                                    <a:pt x="142" y="63"/>
                                    <a:pt x="143" y="63"/>
                                    <a:pt x="143" y="62"/>
                                  </a:cubicBezTo>
                                  <a:cubicBezTo>
                                    <a:pt x="143" y="62"/>
                                    <a:pt x="143" y="62"/>
                                    <a:pt x="142" y="62"/>
                                  </a:cubicBezTo>
                                  <a:cubicBezTo>
                                    <a:pt x="142" y="62"/>
                                    <a:pt x="142" y="62"/>
                                    <a:pt x="142" y="62"/>
                                  </a:cubicBezTo>
                                  <a:cubicBezTo>
                                    <a:pt x="142" y="62"/>
                                    <a:pt x="142" y="62"/>
                                    <a:pt x="142" y="61"/>
                                  </a:cubicBezTo>
                                  <a:cubicBezTo>
                                    <a:pt x="142" y="61"/>
                                    <a:pt x="142" y="61"/>
                                    <a:pt x="142" y="61"/>
                                  </a:cubicBezTo>
                                  <a:cubicBezTo>
                                    <a:pt x="142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1"/>
                                    <a:pt x="141" y="61"/>
                                    <a:pt x="141" y="61"/>
                                  </a:cubicBezTo>
                                  <a:cubicBezTo>
                                    <a:pt x="141" y="61"/>
                                    <a:pt x="141" y="61"/>
                                    <a:pt x="141" y="62"/>
                                  </a:cubicBezTo>
                                  <a:cubicBezTo>
                                    <a:pt x="141" y="62"/>
                                    <a:pt x="141" y="62"/>
                                    <a:pt x="140" y="62"/>
                                  </a:cubicBezTo>
                                  <a:cubicBezTo>
                                    <a:pt x="140" y="62"/>
                                    <a:pt x="140" y="62"/>
                                    <a:pt x="141" y="62"/>
                                  </a:cubicBezTo>
                                  <a:cubicBezTo>
                                    <a:pt x="141" y="62"/>
                                    <a:pt x="141" y="62"/>
                                    <a:pt x="141" y="62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4"/>
                                    <a:pt x="141" y="64"/>
                                    <a:pt x="141" y="64"/>
                                  </a:cubicBezTo>
                                  <a:cubicBezTo>
                                    <a:pt x="141" y="64"/>
                                    <a:pt x="141" y="64"/>
                                    <a:pt x="141" y="64"/>
                                  </a:cubicBezTo>
                                  <a:cubicBezTo>
                                    <a:pt x="141" y="64"/>
                                    <a:pt x="141" y="64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4"/>
                                  </a:cubicBezTo>
                                  <a:cubicBezTo>
                                    <a:pt x="141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3" y="64"/>
                                    <a:pt x="143" y="64"/>
                                    <a:pt x="143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lose/>
                                  <a:moveTo>
                                    <a:pt x="57" y="31"/>
                                  </a:move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lose/>
                                  <a:moveTo>
                                    <a:pt x="58" y="32"/>
                                  </a:move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3"/>
                                  </a:cubicBezTo>
                                  <a:cubicBezTo>
                                    <a:pt x="58" y="33"/>
                                    <a:pt x="58" y="33"/>
                                    <a:pt x="58" y="33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8" y="32"/>
                                    <a:pt x="58" y="32"/>
                                  </a:cubicBezTo>
                                  <a:close/>
                                  <a:moveTo>
                                    <a:pt x="57" y="32"/>
                                  </a:moveTo>
                                  <a:cubicBezTo>
                                    <a:pt x="57" y="32"/>
                                    <a:pt x="57" y="33"/>
                                    <a:pt x="57" y="33"/>
                                  </a:cubicBezTo>
                                  <a:cubicBezTo>
                                    <a:pt x="57" y="33"/>
                                    <a:pt x="57" y="33"/>
                                    <a:pt x="58" y="33"/>
                                  </a:cubicBezTo>
                                  <a:cubicBezTo>
                                    <a:pt x="58" y="33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lose/>
                                  <a:moveTo>
                                    <a:pt x="58" y="31"/>
                                  </a:move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lose/>
                                  <a:moveTo>
                                    <a:pt x="63" y="33"/>
                                  </a:move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4" y="33"/>
                                    <a:pt x="64" y="33"/>
                                  </a:cubicBezTo>
                                  <a:cubicBezTo>
                                    <a:pt x="64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4" y="33"/>
                                    <a:pt x="64" y="33"/>
                                  </a:cubicBezTo>
                                  <a:cubicBezTo>
                                    <a:pt x="64" y="33"/>
                                    <a:pt x="64" y="33"/>
                                    <a:pt x="64" y="33"/>
                                  </a:cubicBezTo>
                                  <a:cubicBezTo>
                                    <a:pt x="64" y="32"/>
                                    <a:pt x="64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lose/>
                                  <a:moveTo>
                                    <a:pt x="58" y="31"/>
                                  </a:move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1"/>
                                    <a:pt x="58" y="31"/>
                                  </a:cubicBezTo>
                                  <a:close/>
                                  <a:moveTo>
                                    <a:pt x="60" y="19"/>
                                  </a:moveTo>
                                  <a:cubicBezTo>
                                    <a:pt x="60" y="19"/>
                                    <a:pt x="60" y="20"/>
                                    <a:pt x="60" y="20"/>
                                  </a:cubicBezTo>
                                  <a:cubicBezTo>
                                    <a:pt x="60" y="20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8"/>
                                    <a:pt x="60" y="18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59" y="19"/>
                                    <a:pt x="59" y="19"/>
                                    <a:pt x="60" y="19"/>
                                  </a:cubicBezTo>
                                  <a:close/>
                                  <a:moveTo>
                                    <a:pt x="73" y="16"/>
                                  </a:move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lose/>
                                  <a:moveTo>
                                    <a:pt x="73" y="16"/>
                                  </a:move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7"/>
                                    <a:pt x="73" y="17"/>
                                    <a:pt x="74" y="17"/>
                                  </a:cubicBezTo>
                                  <a:cubicBezTo>
                                    <a:pt x="74" y="17"/>
                                    <a:pt x="74" y="17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3" y="16"/>
                                  </a:cubicBezTo>
                                  <a:close/>
                                  <a:moveTo>
                                    <a:pt x="70" y="19"/>
                                  </a:move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7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lose/>
                                  <a:moveTo>
                                    <a:pt x="64" y="31"/>
                                  </a:move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lose/>
                                  <a:moveTo>
                                    <a:pt x="85" y="11"/>
                                  </a:move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7" y="12"/>
                                  </a:cubicBezTo>
                                  <a:cubicBezTo>
                                    <a:pt x="87" y="12"/>
                                    <a:pt x="87" y="12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4"/>
                                    <a:pt x="86" y="14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8" y="13"/>
                                    <a:pt x="88" y="13"/>
                                  </a:cubicBezTo>
                                  <a:cubicBezTo>
                                    <a:pt x="88" y="13"/>
                                    <a:pt x="88" y="13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1"/>
                                    <a:pt x="88" y="11"/>
                                  </a:cubicBezTo>
                                  <a:cubicBezTo>
                                    <a:pt x="88" y="11"/>
                                    <a:pt x="88" y="11"/>
                                    <a:pt x="88" y="11"/>
                                  </a:cubicBezTo>
                                  <a:cubicBezTo>
                                    <a:pt x="87" y="11"/>
                                    <a:pt x="87" y="11"/>
                                    <a:pt x="87" y="11"/>
                                  </a:cubicBezTo>
                                  <a:cubicBezTo>
                                    <a:pt x="87" y="11"/>
                                    <a:pt x="87" y="11"/>
                                    <a:pt x="87" y="11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6" y="10"/>
                                    <a:pt x="86" y="10"/>
                                    <a:pt x="86" y="10"/>
                                  </a:cubicBezTo>
                                  <a:cubicBezTo>
                                    <a:pt x="86" y="10"/>
                                    <a:pt x="86" y="10"/>
                                    <a:pt x="86" y="10"/>
                                  </a:cubicBezTo>
                                  <a:cubicBezTo>
                                    <a:pt x="86" y="10"/>
                                    <a:pt x="86" y="10"/>
                                    <a:pt x="86" y="11"/>
                                  </a:cubicBezTo>
                                  <a:cubicBezTo>
                                    <a:pt x="86" y="11"/>
                                    <a:pt x="86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lose/>
                                  <a:moveTo>
                                    <a:pt x="74" y="16"/>
                                  </a:move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3" y="16"/>
                                    <a:pt x="74" y="16"/>
                                    <a:pt x="74" y="16"/>
                                  </a:cubicBezTo>
                                  <a:close/>
                                  <a:moveTo>
                                    <a:pt x="91" y="19"/>
                                  </a:moveTo>
                                  <a:cubicBezTo>
                                    <a:pt x="91" y="19"/>
                                    <a:pt x="91" y="19"/>
                                    <a:pt x="91" y="19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7"/>
                                    <a:pt x="91" y="17"/>
                                  </a:cubicBezTo>
                                  <a:cubicBezTo>
                                    <a:pt x="91" y="17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0" y="18"/>
                                    <a:pt x="90" y="18"/>
                                  </a:cubicBezTo>
                                  <a:cubicBezTo>
                                    <a:pt x="90" y="19"/>
                                    <a:pt x="91" y="19"/>
                                    <a:pt x="91" y="19"/>
                                  </a:cubicBezTo>
                                  <a:close/>
                                  <a:moveTo>
                                    <a:pt x="92" y="21"/>
                                  </a:move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3" y="21"/>
                                    <a:pt x="93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lose/>
                                  <a:moveTo>
                                    <a:pt x="64" y="39"/>
                                  </a:moveTo>
                                  <a:cubicBezTo>
                                    <a:pt x="63" y="39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1" y="39"/>
                                    <a:pt x="61" y="39"/>
                                  </a:cubicBezTo>
                                  <a:cubicBezTo>
                                    <a:pt x="61" y="39"/>
                                    <a:pt x="61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40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39"/>
                                    <a:pt x="65" y="39"/>
                                    <a:pt x="65" y="39"/>
                                  </a:cubicBezTo>
                                  <a:cubicBezTo>
                                    <a:pt x="65" y="39"/>
                                    <a:pt x="65" y="39"/>
                                    <a:pt x="65" y="39"/>
                                  </a:cubicBezTo>
                                  <a:cubicBezTo>
                                    <a:pt x="65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lose/>
                                  <a:moveTo>
                                    <a:pt x="59" y="32"/>
                                  </a:move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4"/>
                                    <a:pt x="60" y="33"/>
                                  </a:cubicBezTo>
                                  <a:cubicBezTo>
                                    <a:pt x="61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1" y="33"/>
                                  </a:cubicBezTo>
                                  <a:cubicBezTo>
                                    <a:pt x="61" y="33"/>
                                    <a:pt x="61" y="33"/>
                                    <a:pt x="61" y="33"/>
                                  </a:cubicBezTo>
                                  <a:cubicBezTo>
                                    <a:pt x="61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2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lose/>
                                  <a:moveTo>
                                    <a:pt x="63" y="33"/>
                                  </a:move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lose/>
                                  <a:moveTo>
                                    <a:pt x="62" y="37"/>
                                  </a:moveTo>
                                  <a:cubicBezTo>
                                    <a:pt x="62" y="37"/>
                                    <a:pt x="62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8"/>
                                    <a:pt x="62" y="38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lose/>
                                  <a:moveTo>
                                    <a:pt x="63" y="32"/>
                                  </a:moveTo>
                                  <a:cubicBezTo>
                                    <a:pt x="63" y="32"/>
                                    <a:pt x="62" y="33"/>
                                    <a:pt x="62" y="33"/>
                                  </a:cubicBezTo>
                                  <a:cubicBezTo>
                                    <a:pt x="62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lose/>
                                  <a:moveTo>
                                    <a:pt x="61" y="40"/>
                                  </a:move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lose/>
                                  <a:moveTo>
                                    <a:pt x="62" y="36"/>
                                  </a:move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8"/>
                                  </a:cubicBezTo>
                                  <a:cubicBezTo>
                                    <a:pt x="63" y="38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lose/>
                                  <a:moveTo>
                                    <a:pt x="61" y="41"/>
                                  </a:moveTo>
                                  <a:cubicBezTo>
                                    <a:pt x="61" y="41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2" y="42"/>
                                    <a:pt x="62" y="42"/>
                                  </a:cubicBezTo>
                                  <a:cubicBezTo>
                                    <a:pt x="62" y="42"/>
                                    <a:pt x="62" y="42"/>
                                    <a:pt x="62" y="42"/>
                                  </a:cubicBezTo>
                                  <a:cubicBezTo>
                                    <a:pt x="62" y="42"/>
                                    <a:pt x="62" y="42"/>
                                    <a:pt x="62" y="41"/>
                                  </a:cubicBezTo>
                                  <a:cubicBezTo>
                                    <a:pt x="62" y="41"/>
                                    <a:pt x="62" y="41"/>
                                    <a:pt x="62" y="41"/>
                                  </a:cubicBezTo>
                                  <a:cubicBezTo>
                                    <a:pt x="63" y="41"/>
                                    <a:pt x="63" y="41"/>
                                    <a:pt x="63" y="41"/>
                                  </a:cubicBezTo>
                                  <a:cubicBezTo>
                                    <a:pt x="63" y="41"/>
                                    <a:pt x="62" y="41"/>
                                    <a:pt x="62" y="41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1"/>
                                    <a:pt x="61" y="41"/>
                                    <a:pt x="61" y="41"/>
                                  </a:cubicBezTo>
                                  <a:cubicBezTo>
                                    <a:pt x="61" y="41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60" y="41"/>
                                    <a:pt x="60" y="41"/>
                                  </a:cubicBezTo>
                                  <a:cubicBezTo>
                                    <a:pt x="60" y="41"/>
                                    <a:pt x="60" y="41"/>
                                    <a:pt x="60" y="41"/>
                                  </a:cubicBezTo>
                                  <a:cubicBezTo>
                                    <a:pt x="60" y="41"/>
                                    <a:pt x="60" y="41"/>
                                    <a:pt x="60" y="41"/>
                                  </a:cubicBezTo>
                                  <a:cubicBezTo>
                                    <a:pt x="61" y="41"/>
                                    <a:pt x="61" y="41"/>
                                    <a:pt x="61" y="41"/>
                                  </a:cubicBezTo>
                                  <a:close/>
                                  <a:moveTo>
                                    <a:pt x="61" y="35"/>
                                  </a:move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lose/>
                                  <a:moveTo>
                                    <a:pt x="62" y="35"/>
                                  </a:move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lose/>
                                  <a:moveTo>
                                    <a:pt x="60" y="31"/>
                                  </a:move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29"/>
                                    <a:pt x="62" y="29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lose/>
                                  <a:moveTo>
                                    <a:pt x="54" y="41"/>
                                  </a:moveTo>
                                  <a:cubicBezTo>
                                    <a:pt x="54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lose/>
                                  <a:moveTo>
                                    <a:pt x="47" y="31"/>
                                  </a:move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8" y="31"/>
                                    <a:pt x="48" y="31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1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8" y="31"/>
                                    <a:pt x="48" y="31"/>
                                  </a:cubicBezTo>
                                  <a:cubicBezTo>
                                    <a:pt x="49" y="31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8" y="31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8" y="29"/>
                                    <a:pt x="48" y="29"/>
                                    <a:pt x="47" y="29"/>
                                  </a:cubicBezTo>
                                  <a:cubicBezTo>
                                    <a:pt x="47" y="29"/>
                                    <a:pt x="47" y="28"/>
                                    <a:pt x="47" y="28"/>
                                  </a:cubicBezTo>
                                  <a:cubicBezTo>
                                    <a:pt x="47" y="28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1"/>
                                    <a:pt x="47" y="31"/>
                                  </a:cubicBezTo>
                                  <a:close/>
                                  <a:moveTo>
                                    <a:pt x="46" y="28"/>
                                  </a:moveTo>
                                  <a:cubicBezTo>
                                    <a:pt x="46" y="28"/>
                                    <a:pt x="47" y="28"/>
                                    <a:pt x="47" y="28"/>
                                  </a:cubicBezTo>
                                  <a:cubicBezTo>
                                    <a:pt x="47" y="28"/>
                                    <a:pt x="47" y="28"/>
                                    <a:pt x="48" y="28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8" y="29"/>
                                    <a:pt x="48" y="29"/>
                                    <a:pt x="49" y="29"/>
                                  </a:cubicBezTo>
                                  <a:cubicBezTo>
                                    <a:pt x="49" y="29"/>
                                    <a:pt x="49" y="29"/>
                                    <a:pt x="49" y="28"/>
                                  </a:cubicBezTo>
                                  <a:cubicBezTo>
                                    <a:pt x="49" y="28"/>
                                    <a:pt x="48" y="28"/>
                                    <a:pt x="48" y="28"/>
                                  </a:cubicBezTo>
                                  <a:cubicBezTo>
                                    <a:pt x="48" y="27"/>
                                    <a:pt x="48" y="27"/>
                                    <a:pt x="47" y="27"/>
                                  </a:cubicBezTo>
                                  <a:cubicBezTo>
                                    <a:pt x="47" y="27"/>
                                    <a:pt x="47" y="27"/>
                                    <a:pt x="46" y="27"/>
                                  </a:cubicBezTo>
                                  <a:cubicBezTo>
                                    <a:pt x="46" y="27"/>
                                    <a:pt x="46" y="27"/>
                                    <a:pt x="45" y="27"/>
                                  </a:cubicBezTo>
                                  <a:cubicBezTo>
                                    <a:pt x="45" y="27"/>
                                    <a:pt x="46" y="27"/>
                                    <a:pt x="46" y="27"/>
                                  </a:cubicBezTo>
                                  <a:cubicBezTo>
                                    <a:pt x="46" y="28"/>
                                    <a:pt x="46" y="28"/>
                                    <a:pt x="46" y="28"/>
                                  </a:cubicBezTo>
                                  <a:close/>
                                  <a:moveTo>
                                    <a:pt x="42" y="26"/>
                                  </a:move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3" y="26"/>
                                    <a:pt x="43" y="26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4" y="26"/>
                                    <a:pt x="44" y="26"/>
                                    <a:pt x="44" y="26"/>
                                  </a:cubicBezTo>
                                  <a:cubicBezTo>
                                    <a:pt x="44" y="25"/>
                                    <a:pt x="44" y="25"/>
                                    <a:pt x="44" y="25"/>
                                  </a:cubicBezTo>
                                  <a:cubicBezTo>
                                    <a:pt x="44" y="25"/>
                                    <a:pt x="44" y="25"/>
                                    <a:pt x="44" y="25"/>
                                  </a:cubicBezTo>
                                  <a:cubicBezTo>
                                    <a:pt x="44" y="25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1" y="24"/>
                                  </a:cubicBezTo>
                                  <a:cubicBezTo>
                                    <a:pt x="41" y="24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2" y="26"/>
                                    <a:pt x="42" y="26"/>
                                  </a:cubicBezTo>
                                  <a:close/>
                                  <a:moveTo>
                                    <a:pt x="56" y="40"/>
                                  </a:moveTo>
                                  <a:cubicBezTo>
                                    <a:pt x="56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39"/>
                                  </a:cubicBezTo>
                                  <a:cubicBezTo>
                                    <a:pt x="57" y="39"/>
                                    <a:pt x="57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5" y="39"/>
                                  </a:cubicBezTo>
                                  <a:cubicBezTo>
                                    <a:pt x="55" y="39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lose/>
                                  <a:moveTo>
                                    <a:pt x="48" y="30"/>
                                  </a:moveTo>
                                  <a:cubicBezTo>
                                    <a:pt x="48" y="31"/>
                                    <a:pt x="49" y="31"/>
                                    <a:pt x="49" y="31"/>
                                  </a:cubicBezTo>
                                  <a:cubicBezTo>
                                    <a:pt x="49" y="31"/>
                                    <a:pt x="49" y="31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9" y="32"/>
                                  </a:cubicBezTo>
                                  <a:cubicBezTo>
                                    <a:pt x="49" y="33"/>
                                    <a:pt x="49" y="33"/>
                                    <a:pt x="50" y="33"/>
                                  </a:cubicBezTo>
                                  <a:cubicBezTo>
                                    <a:pt x="50" y="32"/>
                                    <a:pt x="50" y="32"/>
                                    <a:pt x="51" y="32"/>
                                  </a:cubicBezTo>
                                  <a:cubicBezTo>
                                    <a:pt x="51" y="32"/>
                                    <a:pt x="51" y="32"/>
                                    <a:pt x="51" y="32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1" y="32"/>
                                    <a:pt x="51" y="32"/>
                                    <a:pt x="51" y="32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49" y="31"/>
                                    <a:pt x="49" y="31"/>
                                    <a:pt x="49" y="31"/>
                                  </a:cubicBezTo>
                                  <a:cubicBezTo>
                                    <a:pt x="49" y="31"/>
                                    <a:pt x="49" y="30"/>
                                    <a:pt x="49" y="30"/>
                                  </a:cubicBezTo>
                                  <a:cubicBezTo>
                                    <a:pt x="49" y="30"/>
                                    <a:pt x="49" y="30"/>
                                    <a:pt x="48" y="30"/>
                                  </a:cubicBezTo>
                                  <a:close/>
                                  <a:moveTo>
                                    <a:pt x="55" y="40"/>
                                  </a:move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6" y="39"/>
                                  </a:cubicBezTo>
                                  <a:cubicBezTo>
                                    <a:pt x="56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5" y="40"/>
                                  </a:cubicBezTo>
                                  <a:close/>
                                  <a:moveTo>
                                    <a:pt x="55" y="32"/>
                                  </a:move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3"/>
                                    <a:pt x="56" y="33"/>
                                  </a:cubicBezTo>
                                  <a:cubicBezTo>
                                    <a:pt x="56" y="33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2"/>
                                  </a:cubicBezTo>
                                  <a:close/>
                                  <a:moveTo>
                                    <a:pt x="50" y="31"/>
                                  </a:moveTo>
                                  <a:cubicBezTo>
                                    <a:pt x="50" y="31"/>
                                    <a:pt x="50" y="31"/>
                                    <a:pt x="51" y="31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3" y="32"/>
                                  </a:cubicBezTo>
                                  <a:cubicBezTo>
                                    <a:pt x="53" y="32"/>
                                    <a:pt x="53" y="32"/>
                                    <a:pt x="53" y="32"/>
                                  </a:cubicBezTo>
                                  <a:cubicBezTo>
                                    <a:pt x="53" y="32"/>
                                    <a:pt x="53" y="32"/>
                                    <a:pt x="53" y="32"/>
                                  </a:cubicBezTo>
                                  <a:cubicBezTo>
                                    <a:pt x="53" y="32"/>
                                    <a:pt x="53" y="31"/>
                                    <a:pt x="53" y="31"/>
                                  </a:cubicBezTo>
                                  <a:cubicBezTo>
                                    <a:pt x="52" y="31"/>
                                    <a:pt x="52" y="31"/>
                                    <a:pt x="52" y="31"/>
                                  </a:cubicBezTo>
                                  <a:cubicBezTo>
                                    <a:pt x="52" y="30"/>
                                    <a:pt x="52" y="30"/>
                                    <a:pt x="51" y="30"/>
                                  </a:cubicBezTo>
                                  <a:cubicBezTo>
                                    <a:pt x="51" y="30"/>
                                    <a:pt x="51" y="30"/>
                                    <a:pt x="51" y="30"/>
                                  </a:cubicBezTo>
                                  <a:cubicBezTo>
                                    <a:pt x="51" y="30"/>
                                    <a:pt x="51" y="30"/>
                                    <a:pt x="51" y="30"/>
                                  </a:cubicBezTo>
                                  <a:cubicBezTo>
                                    <a:pt x="50" y="30"/>
                                    <a:pt x="50" y="30"/>
                                    <a:pt x="50" y="30"/>
                                  </a:cubicBezTo>
                                  <a:cubicBezTo>
                                    <a:pt x="50" y="30"/>
                                    <a:pt x="50" y="30"/>
                                    <a:pt x="50" y="30"/>
                                  </a:cubicBezTo>
                                  <a:cubicBezTo>
                                    <a:pt x="50" y="30"/>
                                    <a:pt x="50" y="30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lose/>
                                  <a:moveTo>
                                    <a:pt x="52" y="34"/>
                                  </a:move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lose/>
                                  <a:moveTo>
                                    <a:pt x="53" y="33"/>
                                  </a:move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3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lose/>
                                  <a:moveTo>
                                    <a:pt x="54" y="31"/>
                                  </a:moveTo>
                                  <a:cubicBezTo>
                                    <a:pt x="54" y="31"/>
                                    <a:pt x="54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0"/>
                                  </a:cubicBezTo>
                                  <a:cubicBezTo>
                                    <a:pt x="55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1"/>
                                  </a:cubicBezTo>
                                  <a:cubicBezTo>
                                    <a:pt x="54" y="31"/>
                                    <a:pt x="54" y="31"/>
                                    <a:pt x="54" y="31"/>
                                  </a:cubicBezTo>
                                  <a:close/>
                                  <a:moveTo>
                                    <a:pt x="22" y="39"/>
                                  </a:move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40"/>
                                  </a:cubicBezTo>
                                  <a:cubicBezTo>
                                    <a:pt x="22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2"/>
                                    <a:pt x="21" y="42"/>
                                  </a:cubicBezTo>
                                  <a:cubicBezTo>
                                    <a:pt x="21" y="42"/>
                                    <a:pt x="21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39"/>
                                  </a:cubicBezTo>
                                  <a:close/>
                                  <a:moveTo>
                                    <a:pt x="23" y="37"/>
                                  </a:moveTo>
                                  <a:cubicBezTo>
                                    <a:pt x="23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6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2" y="37"/>
                                    <a:pt x="22" y="37"/>
                                  </a:cubicBezTo>
                                  <a:cubicBezTo>
                                    <a:pt x="22" y="37"/>
                                    <a:pt x="22" y="37"/>
                                    <a:pt x="22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lose/>
                                  <a:moveTo>
                                    <a:pt x="22" y="40"/>
                                  </a:move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9"/>
                                    <a:pt x="21" y="39"/>
                                    <a:pt x="21" y="39"/>
                                  </a:cubicBezTo>
                                  <a:cubicBezTo>
                                    <a:pt x="21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3" y="40"/>
                                    <a:pt x="23" y="40"/>
                                  </a:cubicBezTo>
                                  <a:cubicBezTo>
                                    <a:pt x="23" y="40"/>
                                    <a:pt x="22" y="40"/>
                                    <a:pt x="22" y="40"/>
                                  </a:cubicBezTo>
                                  <a:close/>
                                  <a:moveTo>
                                    <a:pt x="18" y="38"/>
                                  </a:move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lose/>
                                  <a:moveTo>
                                    <a:pt x="18" y="31"/>
                                  </a:move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0"/>
                                    <a:pt x="18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8"/>
                                  </a:cubicBezTo>
                                  <a:cubicBezTo>
                                    <a:pt x="16" y="28"/>
                                    <a:pt x="16" y="28"/>
                                    <a:pt x="16" y="28"/>
                                  </a:cubicBezTo>
                                  <a:cubicBezTo>
                                    <a:pt x="16" y="28"/>
                                    <a:pt x="16" y="28"/>
                                    <a:pt x="16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7"/>
                                    <a:pt x="15" y="27"/>
                                    <a:pt x="14" y="27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2"/>
                                    <a:pt x="15" y="31"/>
                                    <a:pt x="15" y="32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6" y="33"/>
                                  </a:cubicBezTo>
                                  <a:cubicBezTo>
                                    <a:pt x="16" y="33"/>
                                    <a:pt x="16" y="33"/>
                                    <a:pt x="17" y="33"/>
                                  </a:cubicBezTo>
                                  <a:cubicBezTo>
                                    <a:pt x="17" y="33"/>
                                    <a:pt x="17" y="33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lose/>
                                  <a:moveTo>
                                    <a:pt x="203" y="20"/>
                                  </a:move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19"/>
                                    <a:pt x="203" y="19"/>
                                    <a:pt x="203" y="19"/>
                                  </a:cubicBezTo>
                                  <a:cubicBezTo>
                                    <a:pt x="203" y="19"/>
                                    <a:pt x="203" y="19"/>
                                    <a:pt x="203" y="19"/>
                                  </a:cubicBezTo>
                                  <a:cubicBezTo>
                                    <a:pt x="203" y="19"/>
                                    <a:pt x="203" y="19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lose/>
                                  <a:moveTo>
                                    <a:pt x="203" y="13"/>
                                  </a:moveTo>
                                  <a:cubicBezTo>
                                    <a:pt x="203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5" y="15"/>
                                    <a:pt x="205" y="15"/>
                                    <a:pt x="205" y="14"/>
                                  </a:cubicBezTo>
                                  <a:cubicBezTo>
                                    <a:pt x="205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3"/>
                                    <a:pt x="204" y="13"/>
                                    <a:pt x="204" y="13"/>
                                  </a:cubicBezTo>
                                  <a:cubicBezTo>
                                    <a:pt x="203" y="13"/>
                                    <a:pt x="203" y="13"/>
                                    <a:pt x="203" y="13"/>
                                  </a:cubicBezTo>
                                  <a:cubicBezTo>
                                    <a:pt x="203" y="13"/>
                                    <a:pt x="203" y="13"/>
                                    <a:pt x="203" y="13"/>
                                  </a:cubicBezTo>
                                  <a:close/>
                                  <a:moveTo>
                                    <a:pt x="212" y="12"/>
                                  </a:moveTo>
                                  <a:cubicBezTo>
                                    <a:pt x="212" y="12"/>
                                    <a:pt x="212" y="12"/>
                                    <a:pt x="212" y="11"/>
                                  </a:cubicBezTo>
                                  <a:cubicBezTo>
                                    <a:pt x="212" y="11"/>
                                    <a:pt x="211" y="11"/>
                                    <a:pt x="211" y="11"/>
                                  </a:cubicBezTo>
                                  <a:cubicBezTo>
                                    <a:pt x="211" y="11"/>
                                    <a:pt x="211" y="10"/>
                                    <a:pt x="211" y="11"/>
                                  </a:cubicBezTo>
                                  <a:cubicBezTo>
                                    <a:pt x="211" y="11"/>
                                    <a:pt x="211" y="11"/>
                                    <a:pt x="211" y="11"/>
                                  </a:cubicBezTo>
                                  <a:cubicBezTo>
                                    <a:pt x="211" y="12"/>
                                    <a:pt x="211" y="12"/>
                                    <a:pt x="212" y="12"/>
                                  </a:cubicBezTo>
                                  <a:close/>
                                  <a:moveTo>
                                    <a:pt x="212" y="11"/>
                                  </a:moveTo>
                                  <a:cubicBezTo>
                                    <a:pt x="212" y="11"/>
                                    <a:pt x="212" y="11"/>
                                    <a:pt x="212" y="11"/>
                                  </a:cubicBezTo>
                                  <a:cubicBezTo>
                                    <a:pt x="212" y="11"/>
                                    <a:pt x="212" y="11"/>
                                    <a:pt x="212" y="10"/>
                                  </a:cubicBezTo>
                                  <a:cubicBezTo>
                                    <a:pt x="212" y="10"/>
                                    <a:pt x="212" y="10"/>
                                    <a:pt x="212" y="10"/>
                                  </a:cubicBezTo>
                                  <a:cubicBezTo>
                                    <a:pt x="212" y="10"/>
                                    <a:pt x="212" y="10"/>
                                    <a:pt x="213" y="10"/>
                                  </a:cubicBezTo>
                                  <a:cubicBezTo>
                                    <a:pt x="213" y="10"/>
                                    <a:pt x="213" y="9"/>
                                    <a:pt x="213" y="9"/>
                                  </a:cubicBezTo>
                                  <a:cubicBezTo>
                                    <a:pt x="213" y="9"/>
                                    <a:pt x="213" y="9"/>
                                    <a:pt x="213" y="9"/>
                                  </a:cubicBezTo>
                                  <a:cubicBezTo>
                                    <a:pt x="213" y="8"/>
                                    <a:pt x="213" y="8"/>
                                    <a:pt x="213" y="8"/>
                                  </a:cubicBezTo>
                                  <a:cubicBezTo>
                                    <a:pt x="213" y="8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8"/>
                                    <a:pt x="212" y="8"/>
                                  </a:cubicBezTo>
                                  <a:cubicBezTo>
                                    <a:pt x="212" y="8"/>
                                    <a:pt x="212" y="8"/>
                                    <a:pt x="212" y="8"/>
                                  </a:cubicBezTo>
                                  <a:cubicBezTo>
                                    <a:pt x="212" y="8"/>
                                    <a:pt x="212" y="9"/>
                                    <a:pt x="212" y="9"/>
                                  </a:cubicBezTo>
                                  <a:cubicBezTo>
                                    <a:pt x="212" y="9"/>
                                    <a:pt x="212" y="9"/>
                                    <a:pt x="212" y="9"/>
                                  </a:cubicBezTo>
                                  <a:cubicBezTo>
                                    <a:pt x="212" y="9"/>
                                    <a:pt x="212" y="9"/>
                                    <a:pt x="212" y="9"/>
                                  </a:cubicBezTo>
                                  <a:cubicBezTo>
                                    <a:pt x="212" y="10"/>
                                    <a:pt x="212" y="10"/>
                                    <a:pt x="212" y="10"/>
                                  </a:cubicBezTo>
                                  <a:cubicBezTo>
                                    <a:pt x="212" y="10"/>
                                    <a:pt x="211" y="10"/>
                                    <a:pt x="212" y="11"/>
                                  </a:cubicBezTo>
                                  <a:close/>
                                  <a:moveTo>
                                    <a:pt x="212" y="12"/>
                                  </a:moveTo>
                                  <a:cubicBezTo>
                                    <a:pt x="212" y="12"/>
                                    <a:pt x="212" y="13"/>
                                    <a:pt x="212" y="13"/>
                                  </a:cubicBezTo>
                                  <a:cubicBezTo>
                                    <a:pt x="213" y="13"/>
                                    <a:pt x="213" y="12"/>
                                    <a:pt x="213" y="12"/>
                                  </a:cubicBezTo>
                                  <a:cubicBezTo>
                                    <a:pt x="212" y="12"/>
                                    <a:pt x="212" y="12"/>
                                    <a:pt x="212" y="12"/>
                                  </a:cubicBezTo>
                                  <a:close/>
                                  <a:moveTo>
                                    <a:pt x="214" y="41"/>
                                  </a:moveTo>
                                  <a:cubicBezTo>
                                    <a:pt x="214" y="41"/>
                                    <a:pt x="214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39"/>
                                    <a:pt x="215" y="39"/>
                                    <a:pt x="215" y="39"/>
                                  </a:cubicBezTo>
                                  <a:cubicBezTo>
                                    <a:pt x="215" y="39"/>
                                    <a:pt x="215" y="39"/>
                                    <a:pt x="215" y="39"/>
                                  </a:cubicBezTo>
                                  <a:cubicBezTo>
                                    <a:pt x="214" y="40"/>
                                    <a:pt x="214" y="40"/>
                                    <a:pt x="214" y="40"/>
                                  </a:cubicBezTo>
                                  <a:cubicBezTo>
                                    <a:pt x="214" y="40"/>
                                    <a:pt x="214" y="40"/>
                                    <a:pt x="214" y="40"/>
                                  </a:cubicBezTo>
                                  <a:cubicBezTo>
                                    <a:pt x="214" y="40"/>
                                    <a:pt x="214" y="40"/>
                                    <a:pt x="214" y="41"/>
                                  </a:cubicBezTo>
                                  <a:cubicBezTo>
                                    <a:pt x="214" y="41"/>
                                    <a:pt x="214" y="41"/>
                                    <a:pt x="214" y="41"/>
                                  </a:cubicBezTo>
                                  <a:close/>
                                  <a:moveTo>
                                    <a:pt x="215" y="42"/>
                                  </a:moveTo>
                                  <a:cubicBezTo>
                                    <a:pt x="215" y="42"/>
                                    <a:pt x="216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6" y="43"/>
                                    <a:pt x="216" y="43"/>
                                  </a:cubicBezTo>
                                  <a:cubicBezTo>
                                    <a:pt x="216" y="43"/>
                                    <a:pt x="215" y="43"/>
                                    <a:pt x="215" y="42"/>
                                  </a:cubicBezTo>
                                  <a:close/>
                                  <a:moveTo>
                                    <a:pt x="206" y="52"/>
                                  </a:moveTo>
                                  <a:cubicBezTo>
                                    <a:pt x="206" y="52"/>
                                    <a:pt x="206" y="52"/>
                                    <a:pt x="206" y="52"/>
                                  </a:cubicBezTo>
                                  <a:cubicBezTo>
                                    <a:pt x="206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2"/>
                                  </a:cubicBezTo>
                                  <a:cubicBezTo>
                                    <a:pt x="207" y="52"/>
                                    <a:pt x="207" y="52"/>
                                    <a:pt x="207" y="52"/>
                                  </a:cubicBezTo>
                                  <a:cubicBezTo>
                                    <a:pt x="207" y="52"/>
                                    <a:pt x="207" y="52"/>
                                    <a:pt x="207" y="52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2"/>
                                    <a:pt x="206" y="52"/>
                                    <a:pt x="206" y="52"/>
                                  </a:cubicBezTo>
                                  <a:close/>
                                  <a:moveTo>
                                    <a:pt x="206" y="50"/>
                                  </a:move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9" y="50"/>
                                    <a:pt x="209" y="50"/>
                                    <a:pt x="209" y="50"/>
                                  </a:cubicBezTo>
                                  <a:cubicBezTo>
                                    <a:pt x="209" y="50"/>
                                    <a:pt x="209" y="50"/>
                                    <a:pt x="209" y="50"/>
                                  </a:cubicBezTo>
                                  <a:cubicBezTo>
                                    <a:pt x="209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7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49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50"/>
                                    <a:pt x="203" y="50"/>
                                  </a:cubicBezTo>
                                  <a:cubicBezTo>
                                    <a:pt x="202" y="50"/>
                                    <a:pt x="202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1"/>
                                    <a:pt x="203" y="51"/>
                                    <a:pt x="203" y="51"/>
                                  </a:cubicBezTo>
                                  <a:cubicBezTo>
                                    <a:pt x="203" y="51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4" y="51"/>
                                  </a:cubicBezTo>
                                  <a:cubicBezTo>
                                    <a:pt x="204" y="51"/>
                                    <a:pt x="204" y="51"/>
                                    <a:pt x="204" y="51"/>
                                  </a:cubicBezTo>
                                  <a:cubicBezTo>
                                    <a:pt x="204" y="51"/>
                                    <a:pt x="204" y="51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lose/>
                                  <a:moveTo>
                                    <a:pt x="202" y="50"/>
                                  </a:move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50"/>
                                  </a:cubicBezTo>
                                  <a:cubicBezTo>
                                    <a:pt x="201" y="50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199" y="49"/>
                                  </a:cubicBezTo>
                                  <a:cubicBezTo>
                                    <a:pt x="199" y="49"/>
                                    <a:pt x="199" y="49"/>
                                    <a:pt x="199" y="49"/>
                                  </a:cubicBezTo>
                                  <a:cubicBezTo>
                                    <a:pt x="199" y="49"/>
                                    <a:pt x="199" y="49"/>
                                    <a:pt x="199" y="49"/>
                                  </a:cubicBezTo>
                                  <a:cubicBezTo>
                                    <a:pt x="199" y="49"/>
                                    <a:pt x="198" y="49"/>
                                    <a:pt x="198" y="49"/>
                                  </a:cubicBezTo>
                                  <a:cubicBezTo>
                                    <a:pt x="198" y="49"/>
                                    <a:pt x="197" y="49"/>
                                    <a:pt x="197" y="49"/>
                                  </a:cubicBezTo>
                                  <a:cubicBezTo>
                                    <a:pt x="197" y="49"/>
                                    <a:pt x="197" y="49"/>
                                    <a:pt x="197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50"/>
                                    <a:pt x="196" y="50"/>
                                    <a:pt x="196" y="50"/>
                                  </a:cubicBezTo>
                                  <a:cubicBezTo>
                                    <a:pt x="196" y="50"/>
                                    <a:pt x="196" y="50"/>
                                    <a:pt x="196" y="51"/>
                                  </a:cubicBezTo>
                                  <a:cubicBezTo>
                                    <a:pt x="196" y="51"/>
                                    <a:pt x="196" y="51"/>
                                    <a:pt x="196" y="51"/>
                                  </a:cubicBezTo>
                                  <a:cubicBezTo>
                                    <a:pt x="197" y="51"/>
                                    <a:pt x="197" y="51"/>
                                    <a:pt x="197" y="51"/>
                                  </a:cubicBezTo>
                                  <a:cubicBezTo>
                                    <a:pt x="197" y="51"/>
                                    <a:pt x="198" y="51"/>
                                    <a:pt x="198" y="51"/>
                                  </a:cubicBezTo>
                                  <a:cubicBezTo>
                                    <a:pt x="198" y="51"/>
                                    <a:pt x="198" y="51"/>
                                    <a:pt x="198" y="51"/>
                                  </a:cubicBezTo>
                                  <a:cubicBezTo>
                                    <a:pt x="199" y="50"/>
                                    <a:pt x="199" y="50"/>
                                    <a:pt x="199" y="50"/>
                                  </a:cubicBezTo>
                                  <a:cubicBezTo>
                                    <a:pt x="199" y="50"/>
                                    <a:pt x="199" y="50"/>
                                    <a:pt x="199" y="50"/>
                                  </a:cubicBezTo>
                                  <a:cubicBezTo>
                                    <a:pt x="200" y="50"/>
                                    <a:pt x="200" y="50"/>
                                    <a:pt x="200" y="50"/>
                                  </a:cubicBezTo>
                                  <a:cubicBezTo>
                                    <a:pt x="200" y="51"/>
                                    <a:pt x="200" y="51"/>
                                    <a:pt x="200" y="50"/>
                                  </a:cubicBezTo>
                                  <a:cubicBezTo>
                                    <a:pt x="200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49"/>
                                    <a:pt x="202" y="50"/>
                                    <a:pt x="202" y="50"/>
                                  </a:cubicBezTo>
                                  <a:close/>
                                  <a:moveTo>
                                    <a:pt x="216" y="42"/>
                                  </a:moveTo>
                                  <a:cubicBezTo>
                                    <a:pt x="217" y="42"/>
                                    <a:pt x="217" y="42"/>
                                    <a:pt x="217" y="42"/>
                                  </a:cubicBezTo>
                                  <a:cubicBezTo>
                                    <a:pt x="217" y="42"/>
                                    <a:pt x="217" y="42"/>
                                    <a:pt x="217" y="43"/>
                                  </a:cubicBezTo>
                                  <a:cubicBezTo>
                                    <a:pt x="216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8" y="42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2"/>
                                    <a:pt x="219" y="42"/>
                                  </a:cubicBezTo>
                                  <a:cubicBezTo>
                                    <a:pt x="219" y="42"/>
                                    <a:pt x="219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7" y="41"/>
                                    <a:pt x="219" y="41"/>
                                    <a:pt x="218" y="41"/>
                                  </a:cubicBezTo>
                                  <a:cubicBezTo>
                                    <a:pt x="218" y="41"/>
                                    <a:pt x="218" y="40"/>
                                    <a:pt x="218" y="40"/>
                                  </a:cubicBezTo>
                                  <a:cubicBezTo>
                                    <a:pt x="218" y="40"/>
                                    <a:pt x="218" y="40"/>
                                    <a:pt x="218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1"/>
                                  </a:cubicBezTo>
                                  <a:cubicBezTo>
                                    <a:pt x="215" y="41"/>
                                    <a:pt x="216" y="41"/>
                                    <a:pt x="216" y="41"/>
                                  </a:cubicBezTo>
                                  <a:cubicBezTo>
                                    <a:pt x="216" y="41"/>
                                    <a:pt x="216" y="41"/>
                                    <a:pt x="216" y="41"/>
                                  </a:cubicBezTo>
                                  <a:cubicBezTo>
                                    <a:pt x="216" y="42"/>
                                    <a:pt x="216" y="42"/>
                                    <a:pt x="216" y="42"/>
                                  </a:cubicBezTo>
                                  <a:close/>
                                  <a:moveTo>
                                    <a:pt x="216" y="31"/>
                                  </a:moveTo>
                                  <a:cubicBezTo>
                                    <a:pt x="216" y="31"/>
                                    <a:pt x="216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2"/>
                                    <a:pt x="217" y="32"/>
                                  </a:cubicBezTo>
                                  <a:cubicBezTo>
                                    <a:pt x="217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7" y="32"/>
                                    <a:pt x="217" y="33"/>
                                  </a:cubicBezTo>
                                  <a:cubicBezTo>
                                    <a:pt x="217" y="33"/>
                                    <a:pt x="217" y="33"/>
                                    <a:pt x="217" y="33"/>
                                  </a:cubicBezTo>
                                  <a:cubicBezTo>
                                    <a:pt x="217" y="34"/>
                                    <a:pt x="217" y="34"/>
                                    <a:pt x="217" y="34"/>
                                  </a:cubicBezTo>
                                  <a:cubicBezTo>
                                    <a:pt x="217" y="34"/>
                                    <a:pt x="217" y="34"/>
                                    <a:pt x="217" y="34"/>
                                  </a:cubicBezTo>
                                  <a:cubicBezTo>
                                    <a:pt x="217" y="35"/>
                                    <a:pt x="217" y="35"/>
                                    <a:pt x="217" y="35"/>
                                  </a:cubicBezTo>
                                  <a:cubicBezTo>
                                    <a:pt x="217" y="35"/>
                                    <a:pt x="218" y="35"/>
                                    <a:pt x="218" y="35"/>
                                  </a:cubicBezTo>
                                  <a:cubicBezTo>
                                    <a:pt x="218" y="35"/>
                                    <a:pt x="218" y="35"/>
                                    <a:pt x="218" y="35"/>
                                  </a:cubicBezTo>
                                  <a:cubicBezTo>
                                    <a:pt x="218" y="35"/>
                                    <a:pt x="218" y="35"/>
                                    <a:pt x="218" y="36"/>
                                  </a:cubicBezTo>
                                  <a:cubicBezTo>
                                    <a:pt x="218" y="36"/>
                                    <a:pt x="218" y="36"/>
                                    <a:pt x="218" y="36"/>
                                  </a:cubicBezTo>
                                  <a:cubicBezTo>
                                    <a:pt x="218" y="37"/>
                                    <a:pt x="218" y="37"/>
                                    <a:pt x="218" y="37"/>
                                  </a:cubicBezTo>
                                  <a:cubicBezTo>
                                    <a:pt x="218" y="37"/>
                                    <a:pt x="218" y="37"/>
                                    <a:pt x="218" y="37"/>
                                  </a:cubicBezTo>
                                  <a:cubicBezTo>
                                    <a:pt x="218" y="37"/>
                                    <a:pt x="218" y="38"/>
                                    <a:pt x="218" y="38"/>
                                  </a:cubicBezTo>
                                  <a:cubicBezTo>
                                    <a:pt x="218" y="38"/>
                                    <a:pt x="218" y="38"/>
                                    <a:pt x="218" y="38"/>
                                  </a:cubicBezTo>
                                  <a:cubicBezTo>
                                    <a:pt x="218" y="39"/>
                                    <a:pt x="218" y="39"/>
                                    <a:pt x="218" y="39"/>
                                  </a:cubicBezTo>
                                  <a:cubicBezTo>
                                    <a:pt x="218" y="39"/>
                                    <a:pt x="218" y="39"/>
                                    <a:pt x="218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2"/>
                                  </a:cubicBezTo>
                                  <a:cubicBezTo>
                                    <a:pt x="220" y="42"/>
                                    <a:pt x="220" y="42"/>
                                    <a:pt x="220" y="42"/>
                                  </a:cubicBezTo>
                                  <a:cubicBezTo>
                                    <a:pt x="220" y="42"/>
                                    <a:pt x="220" y="42"/>
                                    <a:pt x="221" y="42"/>
                                  </a:cubicBezTo>
                                  <a:cubicBezTo>
                                    <a:pt x="221" y="42"/>
                                    <a:pt x="221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3"/>
                                    <a:pt x="223" y="43"/>
                                    <a:pt x="223" y="43"/>
                                  </a:cubicBezTo>
                                  <a:cubicBezTo>
                                    <a:pt x="223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2"/>
                                    <a:pt x="222" y="42"/>
                                    <a:pt x="222" y="42"/>
                                  </a:cubicBezTo>
                                  <a:cubicBezTo>
                                    <a:pt x="222" y="42"/>
                                    <a:pt x="222" y="42"/>
                                    <a:pt x="222" y="42"/>
                                  </a:cubicBezTo>
                                  <a:cubicBezTo>
                                    <a:pt x="222" y="42"/>
                                    <a:pt x="222" y="42"/>
                                    <a:pt x="221" y="42"/>
                                  </a:cubicBezTo>
                                  <a:cubicBezTo>
                                    <a:pt x="221" y="42"/>
                                    <a:pt x="221" y="42"/>
                                    <a:pt x="221" y="42"/>
                                  </a:cubicBezTo>
                                  <a:cubicBezTo>
                                    <a:pt x="221" y="41"/>
                                    <a:pt x="221" y="41"/>
                                    <a:pt x="221" y="41"/>
                                  </a:cubicBezTo>
                                  <a:cubicBezTo>
                                    <a:pt x="221" y="40"/>
                                    <a:pt x="220" y="40"/>
                                    <a:pt x="220" y="40"/>
                                  </a:cubicBezTo>
                                  <a:cubicBezTo>
                                    <a:pt x="220" y="40"/>
                                    <a:pt x="220" y="40"/>
                                    <a:pt x="220" y="40"/>
                                  </a:cubicBezTo>
                                  <a:cubicBezTo>
                                    <a:pt x="220" y="39"/>
                                    <a:pt x="220" y="39"/>
                                    <a:pt x="220" y="39"/>
                                  </a:cubicBezTo>
                                  <a:cubicBezTo>
                                    <a:pt x="220" y="39"/>
                                    <a:pt x="220" y="39"/>
                                    <a:pt x="220" y="39"/>
                                  </a:cubicBezTo>
                                  <a:cubicBezTo>
                                    <a:pt x="220" y="39"/>
                                    <a:pt x="220" y="38"/>
                                    <a:pt x="220" y="38"/>
                                  </a:cubicBezTo>
                                  <a:cubicBezTo>
                                    <a:pt x="220" y="38"/>
                                    <a:pt x="220" y="38"/>
                                    <a:pt x="220" y="38"/>
                                  </a:cubicBezTo>
                                  <a:cubicBezTo>
                                    <a:pt x="219" y="38"/>
                                    <a:pt x="219" y="38"/>
                                    <a:pt x="219" y="38"/>
                                  </a:cubicBezTo>
                                  <a:cubicBezTo>
                                    <a:pt x="219" y="37"/>
                                    <a:pt x="220" y="37"/>
                                    <a:pt x="219" y="37"/>
                                  </a:cubicBezTo>
                                  <a:cubicBezTo>
                                    <a:pt x="219" y="37"/>
                                    <a:pt x="219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19" y="36"/>
                                    <a:pt x="219" y="36"/>
                                    <a:pt x="219" y="36"/>
                                  </a:cubicBezTo>
                                  <a:cubicBezTo>
                                    <a:pt x="219" y="35"/>
                                    <a:pt x="219" y="35"/>
                                    <a:pt x="219" y="35"/>
                                  </a:cubicBezTo>
                                  <a:cubicBezTo>
                                    <a:pt x="219" y="35"/>
                                    <a:pt x="220" y="35"/>
                                    <a:pt x="220" y="35"/>
                                  </a:cubicBezTo>
                                  <a:cubicBezTo>
                                    <a:pt x="220" y="35"/>
                                    <a:pt x="219" y="35"/>
                                    <a:pt x="220" y="35"/>
                                  </a:cubicBezTo>
                                  <a:cubicBezTo>
                                    <a:pt x="220" y="35"/>
                                    <a:pt x="220" y="35"/>
                                    <a:pt x="220" y="34"/>
                                  </a:cubicBezTo>
                                  <a:cubicBezTo>
                                    <a:pt x="220" y="34"/>
                                    <a:pt x="220" y="34"/>
                                    <a:pt x="220" y="34"/>
                                  </a:cubicBezTo>
                                  <a:cubicBezTo>
                                    <a:pt x="220" y="34"/>
                                    <a:pt x="220" y="34"/>
                                    <a:pt x="221" y="34"/>
                                  </a:cubicBezTo>
                                  <a:cubicBezTo>
                                    <a:pt x="221" y="34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2" y="35"/>
                                    <a:pt x="222" y="35"/>
                                  </a:cubicBezTo>
                                  <a:cubicBezTo>
                                    <a:pt x="222" y="35"/>
                                    <a:pt x="222" y="35"/>
                                    <a:pt x="222" y="35"/>
                                  </a:cubicBezTo>
                                  <a:cubicBezTo>
                                    <a:pt x="222" y="35"/>
                                    <a:pt x="223" y="35"/>
                                    <a:pt x="223" y="35"/>
                                  </a:cubicBezTo>
                                  <a:cubicBezTo>
                                    <a:pt x="223" y="35"/>
                                    <a:pt x="223" y="35"/>
                                    <a:pt x="223" y="35"/>
                                  </a:cubicBezTo>
                                  <a:cubicBezTo>
                                    <a:pt x="223" y="35"/>
                                    <a:pt x="223" y="35"/>
                                    <a:pt x="223" y="35"/>
                                  </a:cubicBezTo>
                                  <a:cubicBezTo>
                                    <a:pt x="224" y="35"/>
                                    <a:pt x="224" y="35"/>
                                    <a:pt x="224" y="35"/>
                                  </a:cubicBezTo>
                                  <a:cubicBezTo>
                                    <a:pt x="224" y="36"/>
                                    <a:pt x="224" y="36"/>
                                    <a:pt x="225" y="36"/>
                                  </a:cubicBezTo>
                                  <a:cubicBezTo>
                                    <a:pt x="225" y="36"/>
                                    <a:pt x="225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4"/>
                                    <a:pt x="225" y="34"/>
                                  </a:cubicBezTo>
                                  <a:cubicBezTo>
                                    <a:pt x="225" y="34"/>
                                    <a:pt x="225" y="34"/>
                                    <a:pt x="225" y="34"/>
                                  </a:cubicBezTo>
                                  <a:cubicBezTo>
                                    <a:pt x="225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3" y="34"/>
                                  </a:cubicBezTo>
                                  <a:cubicBezTo>
                                    <a:pt x="223" y="34"/>
                                    <a:pt x="223" y="34"/>
                                    <a:pt x="223" y="34"/>
                                  </a:cubicBezTo>
                                  <a:cubicBezTo>
                                    <a:pt x="223" y="34"/>
                                    <a:pt x="223" y="34"/>
                                    <a:pt x="223" y="34"/>
                                  </a:cubicBezTo>
                                  <a:cubicBezTo>
                                    <a:pt x="223" y="33"/>
                                    <a:pt x="223" y="33"/>
                                    <a:pt x="223" y="33"/>
                                  </a:cubicBezTo>
                                  <a:cubicBezTo>
                                    <a:pt x="223" y="33"/>
                                    <a:pt x="223" y="33"/>
                                    <a:pt x="223" y="33"/>
                                  </a:cubicBezTo>
                                  <a:cubicBezTo>
                                    <a:pt x="223" y="33"/>
                                    <a:pt x="223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3" y="32"/>
                                    <a:pt x="223" y="32"/>
                                    <a:pt x="223" y="31"/>
                                  </a:cubicBezTo>
                                  <a:cubicBezTo>
                                    <a:pt x="223" y="31"/>
                                    <a:pt x="223" y="31"/>
                                    <a:pt x="223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5" y="31"/>
                                  </a:cubicBezTo>
                                  <a:cubicBezTo>
                                    <a:pt x="225" y="31"/>
                                    <a:pt x="225" y="31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3" y="27"/>
                                    <a:pt x="223" y="27"/>
                                    <a:pt x="223" y="27"/>
                                  </a:cubicBezTo>
                                  <a:cubicBezTo>
                                    <a:pt x="223" y="27"/>
                                    <a:pt x="223" y="27"/>
                                    <a:pt x="223" y="27"/>
                                  </a:cubicBezTo>
                                  <a:cubicBezTo>
                                    <a:pt x="223" y="28"/>
                                    <a:pt x="223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1" y="28"/>
                                    <a:pt x="221" y="28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2" y="29"/>
                                    <a:pt x="222" y="30"/>
                                  </a:cubicBezTo>
                                  <a:cubicBezTo>
                                    <a:pt x="222" y="30"/>
                                    <a:pt x="221" y="30"/>
                                    <a:pt x="221" y="30"/>
                                  </a:cubicBezTo>
                                  <a:cubicBezTo>
                                    <a:pt x="221" y="30"/>
                                    <a:pt x="221" y="30"/>
                                    <a:pt x="221" y="30"/>
                                  </a:cubicBezTo>
                                  <a:cubicBezTo>
                                    <a:pt x="221" y="30"/>
                                    <a:pt x="221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1"/>
                                    <a:pt x="220" y="31"/>
                                  </a:cubicBezTo>
                                  <a:cubicBezTo>
                                    <a:pt x="220" y="31"/>
                                    <a:pt x="220" y="31"/>
                                    <a:pt x="220" y="31"/>
                                  </a:cubicBezTo>
                                  <a:cubicBezTo>
                                    <a:pt x="220" y="31"/>
                                    <a:pt x="220" y="31"/>
                                    <a:pt x="220" y="32"/>
                                  </a:cubicBezTo>
                                  <a:cubicBezTo>
                                    <a:pt x="220" y="32"/>
                                    <a:pt x="220" y="32"/>
                                    <a:pt x="220" y="32"/>
                                  </a:cubicBezTo>
                                  <a:cubicBezTo>
                                    <a:pt x="220" y="32"/>
                                    <a:pt x="220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9" y="31"/>
                                    <a:pt x="219" y="31"/>
                                  </a:cubicBezTo>
                                  <a:cubicBezTo>
                                    <a:pt x="219" y="31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19" y="26"/>
                                    <a:pt x="219" y="26"/>
                                    <a:pt x="219" y="26"/>
                                  </a:cubicBezTo>
                                  <a:cubicBezTo>
                                    <a:pt x="219" y="26"/>
                                    <a:pt x="219" y="26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20" y="25"/>
                                    <a:pt x="220" y="25"/>
                                  </a:cubicBezTo>
                                  <a:cubicBezTo>
                                    <a:pt x="220" y="25"/>
                                    <a:pt x="220" y="25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3"/>
                                    <a:pt x="220" y="23"/>
                                    <a:pt x="221" y="23"/>
                                  </a:cubicBezTo>
                                  <a:cubicBezTo>
                                    <a:pt x="221" y="23"/>
                                    <a:pt x="221" y="23"/>
                                    <a:pt x="221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19" y="24"/>
                                  </a:cubicBezTo>
                                  <a:cubicBezTo>
                                    <a:pt x="219" y="24"/>
                                    <a:pt x="219" y="24"/>
                                    <a:pt x="219" y="24"/>
                                  </a:cubicBezTo>
                                  <a:cubicBezTo>
                                    <a:pt x="219" y="24"/>
                                    <a:pt x="219" y="24"/>
                                    <a:pt x="219" y="24"/>
                                  </a:cubicBezTo>
                                  <a:cubicBezTo>
                                    <a:pt x="219" y="25"/>
                                    <a:pt x="218" y="25"/>
                                    <a:pt x="218" y="25"/>
                                  </a:cubicBezTo>
                                  <a:cubicBezTo>
                                    <a:pt x="218" y="25"/>
                                    <a:pt x="218" y="25"/>
                                    <a:pt x="218" y="25"/>
                                  </a:cubicBezTo>
                                  <a:cubicBezTo>
                                    <a:pt x="218" y="25"/>
                                    <a:pt x="218" y="25"/>
                                    <a:pt x="218" y="26"/>
                                  </a:cubicBezTo>
                                  <a:cubicBezTo>
                                    <a:pt x="218" y="26"/>
                                    <a:pt x="217" y="26"/>
                                    <a:pt x="217" y="26"/>
                                  </a:cubicBezTo>
                                  <a:cubicBezTo>
                                    <a:pt x="217" y="26"/>
                                    <a:pt x="217" y="26"/>
                                    <a:pt x="217" y="26"/>
                                  </a:cubicBezTo>
                                  <a:cubicBezTo>
                                    <a:pt x="217" y="26"/>
                                    <a:pt x="217" y="26"/>
                                    <a:pt x="217" y="27"/>
                                  </a:cubicBezTo>
                                  <a:cubicBezTo>
                                    <a:pt x="217" y="27"/>
                                    <a:pt x="217" y="26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9"/>
                                    <a:pt x="217" y="29"/>
                                    <a:pt x="216" y="29"/>
                                  </a:cubicBezTo>
                                  <a:cubicBezTo>
                                    <a:pt x="216" y="30"/>
                                    <a:pt x="216" y="30"/>
                                    <a:pt x="216" y="30"/>
                                  </a:cubicBezTo>
                                  <a:cubicBezTo>
                                    <a:pt x="216" y="30"/>
                                    <a:pt x="216" y="30"/>
                                    <a:pt x="216" y="30"/>
                                  </a:cubicBezTo>
                                  <a:cubicBezTo>
                                    <a:pt x="216" y="30"/>
                                    <a:pt x="216" y="30"/>
                                    <a:pt x="216" y="31"/>
                                  </a:cubicBezTo>
                                  <a:close/>
                                  <a:moveTo>
                                    <a:pt x="218" y="49"/>
                                  </a:moveTo>
                                  <a:cubicBezTo>
                                    <a:pt x="218" y="49"/>
                                    <a:pt x="218" y="49"/>
                                    <a:pt x="218" y="49"/>
                                  </a:cubicBezTo>
                                  <a:cubicBezTo>
                                    <a:pt x="218" y="49"/>
                                    <a:pt x="219" y="49"/>
                                    <a:pt x="219" y="49"/>
                                  </a:cubicBezTo>
                                  <a:cubicBezTo>
                                    <a:pt x="219" y="49"/>
                                    <a:pt x="220" y="49"/>
                                    <a:pt x="220" y="49"/>
                                  </a:cubicBezTo>
                                  <a:cubicBezTo>
                                    <a:pt x="220" y="49"/>
                                    <a:pt x="220" y="49"/>
                                    <a:pt x="220" y="49"/>
                                  </a:cubicBezTo>
                                  <a:cubicBezTo>
                                    <a:pt x="220" y="49"/>
                                    <a:pt x="220" y="49"/>
                                    <a:pt x="220" y="49"/>
                                  </a:cubicBezTo>
                                  <a:cubicBezTo>
                                    <a:pt x="221" y="49"/>
                                    <a:pt x="221" y="49"/>
                                    <a:pt x="221" y="49"/>
                                  </a:cubicBezTo>
                                  <a:cubicBezTo>
                                    <a:pt x="221" y="49"/>
                                    <a:pt x="221" y="49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0" y="48"/>
                                    <a:pt x="220" y="48"/>
                                    <a:pt x="220" y="48"/>
                                  </a:cubicBezTo>
                                  <a:cubicBezTo>
                                    <a:pt x="220" y="47"/>
                                    <a:pt x="220" y="47"/>
                                    <a:pt x="220" y="47"/>
                                  </a:cubicBezTo>
                                  <a:cubicBezTo>
                                    <a:pt x="220" y="47"/>
                                    <a:pt x="220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6"/>
                                    <a:pt x="218" y="46"/>
                                    <a:pt x="218" y="46"/>
                                  </a:cubicBezTo>
                                  <a:cubicBezTo>
                                    <a:pt x="218" y="47"/>
                                    <a:pt x="218" y="46"/>
                                    <a:pt x="218" y="47"/>
                                  </a:cubicBezTo>
                                  <a:cubicBezTo>
                                    <a:pt x="218" y="47"/>
                                    <a:pt x="217" y="47"/>
                                    <a:pt x="217" y="47"/>
                                  </a:cubicBezTo>
                                  <a:cubicBezTo>
                                    <a:pt x="217" y="47"/>
                                    <a:pt x="217" y="47"/>
                                    <a:pt x="217" y="47"/>
                                  </a:cubicBezTo>
                                  <a:cubicBezTo>
                                    <a:pt x="217" y="47"/>
                                    <a:pt x="217" y="47"/>
                                    <a:pt x="216" y="47"/>
                                  </a:cubicBezTo>
                                  <a:cubicBezTo>
                                    <a:pt x="216" y="47"/>
                                    <a:pt x="216" y="47"/>
                                    <a:pt x="216" y="48"/>
                                  </a:cubicBezTo>
                                  <a:cubicBezTo>
                                    <a:pt x="216" y="48"/>
                                    <a:pt x="216" y="48"/>
                                    <a:pt x="216" y="48"/>
                                  </a:cubicBezTo>
                                  <a:cubicBezTo>
                                    <a:pt x="216" y="48"/>
                                    <a:pt x="216" y="48"/>
                                    <a:pt x="216" y="49"/>
                                  </a:cubicBezTo>
                                  <a:cubicBezTo>
                                    <a:pt x="216" y="49"/>
                                    <a:pt x="217" y="49"/>
                                    <a:pt x="217" y="49"/>
                                  </a:cubicBezTo>
                                  <a:cubicBezTo>
                                    <a:pt x="217" y="49"/>
                                    <a:pt x="217" y="49"/>
                                    <a:pt x="217" y="49"/>
                                  </a:cubicBezTo>
                                  <a:cubicBezTo>
                                    <a:pt x="217" y="49"/>
                                    <a:pt x="218" y="49"/>
                                    <a:pt x="218" y="49"/>
                                  </a:cubicBezTo>
                                  <a:close/>
                                  <a:moveTo>
                                    <a:pt x="222" y="23"/>
                                  </a:moveTo>
                                  <a:cubicBezTo>
                                    <a:pt x="222" y="23"/>
                                    <a:pt x="222" y="23"/>
                                    <a:pt x="222" y="23"/>
                                  </a:cubicBezTo>
                                  <a:cubicBezTo>
                                    <a:pt x="222" y="23"/>
                                    <a:pt x="222" y="23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3" y="24"/>
                                    <a:pt x="223" y="24"/>
                                    <a:pt x="223" y="24"/>
                                  </a:cubicBezTo>
                                  <a:cubicBezTo>
                                    <a:pt x="223" y="24"/>
                                    <a:pt x="224" y="24"/>
                                    <a:pt x="224" y="24"/>
                                  </a:cubicBezTo>
                                  <a:cubicBezTo>
                                    <a:pt x="224" y="24"/>
                                    <a:pt x="224" y="24"/>
                                    <a:pt x="224" y="24"/>
                                  </a:cubicBezTo>
                                  <a:cubicBezTo>
                                    <a:pt x="224" y="23"/>
                                    <a:pt x="224" y="23"/>
                                    <a:pt x="224" y="23"/>
                                  </a:cubicBezTo>
                                  <a:cubicBezTo>
                                    <a:pt x="224" y="23"/>
                                    <a:pt x="224" y="23"/>
                                    <a:pt x="224" y="23"/>
                                  </a:cubicBezTo>
                                  <a:cubicBezTo>
                                    <a:pt x="224" y="23"/>
                                    <a:pt x="224" y="22"/>
                                    <a:pt x="224" y="22"/>
                                  </a:cubicBezTo>
                                  <a:cubicBezTo>
                                    <a:pt x="224" y="22"/>
                                    <a:pt x="224" y="22"/>
                                    <a:pt x="224" y="22"/>
                                  </a:cubicBezTo>
                                  <a:cubicBezTo>
                                    <a:pt x="225" y="22"/>
                                    <a:pt x="225" y="22"/>
                                    <a:pt x="225" y="21"/>
                                  </a:cubicBezTo>
                                  <a:cubicBezTo>
                                    <a:pt x="225" y="21"/>
                                    <a:pt x="225" y="21"/>
                                    <a:pt x="225" y="21"/>
                                  </a:cubicBezTo>
                                  <a:cubicBezTo>
                                    <a:pt x="225" y="21"/>
                                    <a:pt x="224" y="21"/>
                                    <a:pt x="224" y="21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3" y="20"/>
                                    <a:pt x="223" y="20"/>
                                  </a:cubicBezTo>
                                  <a:cubicBezTo>
                                    <a:pt x="223" y="20"/>
                                    <a:pt x="223" y="21"/>
                                    <a:pt x="223" y="21"/>
                                  </a:cubicBezTo>
                                  <a:cubicBezTo>
                                    <a:pt x="223" y="21"/>
                                    <a:pt x="223" y="21"/>
                                    <a:pt x="223" y="21"/>
                                  </a:cubicBezTo>
                                  <a:cubicBezTo>
                                    <a:pt x="222" y="21"/>
                                    <a:pt x="222" y="21"/>
                                    <a:pt x="222" y="21"/>
                                  </a:cubicBezTo>
                                  <a:cubicBezTo>
                                    <a:pt x="222" y="22"/>
                                    <a:pt x="222" y="22"/>
                                    <a:pt x="222" y="22"/>
                                  </a:cubicBezTo>
                                  <a:cubicBezTo>
                                    <a:pt x="222" y="22"/>
                                    <a:pt x="222" y="22"/>
                                    <a:pt x="222" y="22"/>
                                  </a:cubicBezTo>
                                  <a:cubicBezTo>
                                    <a:pt x="222" y="22"/>
                                    <a:pt x="222" y="22"/>
                                    <a:pt x="222" y="23"/>
                                  </a:cubicBezTo>
                                  <a:close/>
                                  <a:moveTo>
                                    <a:pt x="151" y="10"/>
                                  </a:moveTo>
                                  <a:cubicBezTo>
                                    <a:pt x="151" y="11"/>
                                    <a:pt x="151" y="11"/>
                                    <a:pt x="151" y="11"/>
                                  </a:cubicBezTo>
                                  <a:cubicBezTo>
                                    <a:pt x="151" y="11"/>
                                    <a:pt x="151" y="11"/>
                                    <a:pt x="151" y="11"/>
                                  </a:cubicBezTo>
                                  <a:cubicBezTo>
                                    <a:pt x="151" y="11"/>
                                    <a:pt x="151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lose/>
                                  <a:moveTo>
                                    <a:pt x="152" y="10"/>
                                  </a:move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0"/>
                                  </a:cubicBezTo>
                                  <a:cubicBezTo>
                                    <a:pt x="153" y="10"/>
                                    <a:pt x="153" y="10"/>
                                    <a:pt x="153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lose/>
                                  <a:moveTo>
                                    <a:pt x="153" y="14"/>
                                  </a:moveTo>
                                  <a:cubicBezTo>
                                    <a:pt x="153" y="14"/>
                                    <a:pt x="153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3" y="15"/>
                                    <a:pt x="153" y="15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lose/>
                                  <a:moveTo>
                                    <a:pt x="152" y="15"/>
                                  </a:moveTo>
                                  <a:cubicBezTo>
                                    <a:pt x="152" y="15"/>
                                    <a:pt x="152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5"/>
                                  </a:cubicBezTo>
                                  <a:cubicBezTo>
                                    <a:pt x="151" y="15"/>
                                    <a:pt x="150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5"/>
                                    <a:pt x="151" y="15"/>
                                  </a:cubicBezTo>
                                  <a:cubicBezTo>
                                    <a:pt x="152" y="15"/>
                                    <a:pt x="152" y="15"/>
                                    <a:pt x="152" y="15"/>
                                  </a:cubicBezTo>
                                  <a:close/>
                                  <a:moveTo>
                                    <a:pt x="151" y="14"/>
                                  </a:moveTo>
                                  <a:cubicBezTo>
                                    <a:pt x="151" y="15"/>
                                    <a:pt x="151" y="14"/>
                                    <a:pt x="151" y="14"/>
                                  </a:cubicBezTo>
                                  <a:cubicBezTo>
                                    <a:pt x="151" y="14"/>
                                    <a:pt x="151" y="14"/>
                                    <a:pt x="151" y="14"/>
                                  </a:cubicBezTo>
                                  <a:cubicBezTo>
                                    <a:pt x="151" y="14"/>
                                    <a:pt x="151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1" y="14"/>
                                    <a:pt x="151" y="14"/>
                                    <a:pt x="151" y="14"/>
                                  </a:cubicBezTo>
                                  <a:close/>
                                  <a:moveTo>
                                    <a:pt x="149" y="14"/>
                                  </a:move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50" y="14"/>
                                  </a:cubicBezTo>
                                  <a:cubicBezTo>
                                    <a:pt x="150" y="15"/>
                                    <a:pt x="150" y="15"/>
                                    <a:pt x="150" y="15"/>
                                  </a:cubicBezTo>
                                  <a:cubicBezTo>
                                    <a:pt x="150" y="15"/>
                                    <a:pt x="150" y="15"/>
                                    <a:pt x="150" y="15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lose/>
                                  <a:moveTo>
                                    <a:pt x="239" y="88"/>
                                  </a:move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39" y="88"/>
                                    <a:pt x="239" y="88"/>
                                  </a:cubicBezTo>
                                  <a:close/>
                                  <a:moveTo>
                                    <a:pt x="221" y="92"/>
                                  </a:moveTo>
                                  <a:cubicBezTo>
                                    <a:pt x="221" y="92"/>
                                    <a:pt x="221" y="92"/>
                                    <a:pt x="221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3"/>
                                  </a:cubicBezTo>
                                  <a:cubicBezTo>
                                    <a:pt x="219" y="93"/>
                                    <a:pt x="219" y="93"/>
                                    <a:pt x="219" y="93"/>
                                  </a:cubicBezTo>
                                  <a:cubicBezTo>
                                    <a:pt x="219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2"/>
                                    <a:pt x="221" y="92"/>
                                  </a:cubicBezTo>
                                  <a:cubicBezTo>
                                    <a:pt x="221" y="92"/>
                                    <a:pt x="221" y="92"/>
                                    <a:pt x="221" y="92"/>
                                  </a:cubicBezTo>
                                  <a:close/>
                                  <a:moveTo>
                                    <a:pt x="223" y="61"/>
                                  </a:moveTo>
                                  <a:cubicBezTo>
                                    <a:pt x="223" y="61"/>
                                    <a:pt x="223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1" y="61"/>
                                    <a:pt x="221" y="61"/>
                                    <a:pt x="221" y="61"/>
                                  </a:cubicBezTo>
                                  <a:cubicBezTo>
                                    <a:pt x="221" y="62"/>
                                    <a:pt x="221" y="61"/>
                                    <a:pt x="221" y="62"/>
                                  </a:cubicBezTo>
                                  <a:cubicBezTo>
                                    <a:pt x="221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2"/>
                                    <a:pt x="220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2" y="63"/>
                                  </a:cubicBezTo>
                                  <a:cubicBezTo>
                                    <a:pt x="222" y="63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3" y="61"/>
                                    <a:pt x="223" y="61"/>
                                  </a:cubicBezTo>
                                  <a:close/>
                                  <a:moveTo>
                                    <a:pt x="222" y="93"/>
                                  </a:move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lose/>
                                  <a:moveTo>
                                    <a:pt x="225" y="61"/>
                                  </a:move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ubicBezTo>
                                    <a:pt x="225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2"/>
                                    <a:pt x="224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1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lose/>
                                  <a:moveTo>
                                    <a:pt x="224" y="61"/>
                                  </a:moveTo>
                                  <a:cubicBezTo>
                                    <a:pt x="224" y="61"/>
                                    <a:pt x="224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4" y="62"/>
                                    <a:pt x="224" y="62"/>
                                    <a:pt x="224" y="62"/>
                                  </a:cubicBezTo>
                                  <a:cubicBezTo>
                                    <a:pt x="224" y="62"/>
                                    <a:pt x="224" y="62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lose/>
                                  <a:moveTo>
                                    <a:pt x="232" y="90"/>
                                  </a:moveTo>
                                  <a:cubicBezTo>
                                    <a:pt x="232" y="90"/>
                                    <a:pt x="232" y="90"/>
                                    <a:pt x="232" y="90"/>
                                  </a:cubicBezTo>
                                  <a:cubicBezTo>
                                    <a:pt x="232" y="90"/>
                                    <a:pt x="232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2" y="92"/>
                                  </a:cubicBezTo>
                                  <a:cubicBezTo>
                                    <a:pt x="232" y="92"/>
                                    <a:pt x="232" y="92"/>
                                    <a:pt x="232" y="91"/>
                                  </a:cubicBezTo>
                                  <a:cubicBezTo>
                                    <a:pt x="232" y="91"/>
                                    <a:pt x="232" y="91"/>
                                    <a:pt x="232" y="91"/>
                                  </a:cubicBezTo>
                                  <a:cubicBezTo>
                                    <a:pt x="233" y="91"/>
                                    <a:pt x="233" y="91"/>
                                    <a:pt x="232" y="91"/>
                                  </a:cubicBezTo>
                                  <a:cubicBezTo>
                                    <a:pt x="232" y="90"/>
                                    <a:pt x="232" y="90"/>
                                    <a:pt x="232" y="90"/>
                                  </a:cubicBezTo>
                                  <a:close/>
                                  <a:moveTo>
                                    <a:pt x="218" y="92"/>
                                  </a:move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9" y="93"/>
                                    <a:pt x="218" y="93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lose/>
                                  <a:moveTo>
                                    <a:pt x="212" y="89"/>
                                  </a:move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8"/>
                                    <a:pt x="211" y="88"/>
                                  </a:cubicBezTo>
                                  <a:cubicBezTo>
                                    <a:pt x="211" y="88"/>
                                    <a:pt x="211" y="88"/>
                                    <a:pt x="211" y="88"/>
                                  </a:cubicBezTo>
                                  <a:cubicBezTo>
                                    <a:pt x="211" y="88"/>
                                    <a:pt x="211" y="88"/>
                                    <a:pt x="210" y="88"/>
                                  </a:cubicBezTo>
                                  <a:cubicBezTo>
                                    <a:pt x="210" y="88"/>
                                    <a:pt x="210" y="88"/>
                                    <a:pt x="210" y="88"/>
                                  </a:cubicBezTo>
                                  <a:cubicBezTo>
                                    <a:pt x="210" y="88"/>
                                    <a:pt x="210" y="88"/>
                                    <a:pt x="210" y="89"/>
                                  </a:cubicBezTo>
                                  <a:cubicBezTo>
                                    <a:pt x="210" y="89"/>
                                    <a:pt x="210" y="89"/>
                                    <a:pt x="210" y="89"/>
                                  </a:cubicBezTo>
                                  <a:cubicBezTo>
                                    <a:pt x="210" y="89"/>
                                    <a:pt x="210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5" y="90"/>
                                    <a:pt x="205" y="90"/>
                                  </a:cubicBezTo>
                                  <a:cubicBezTo>
                                    <a:pt x="205" y="90"/>
                                    <a:pt x="205" y="90"/>
                                    <a:pt x="205" y="90"/>
                                  </a:cubicBezTo>
                                  <a:cubicBezTo>
                                    <a:pt x="205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7" y="91"/>
                                  </a:cubicBezTo>
                                  <a:cubicBezTo>
                                    <a:pt x="207" y="91"/>
                                    <a:pt x="207" y="90"/>
                                    <a:pt x="207" y="90"/>
                                  </a:cubicBezTo>
                                  <a:cubicBezTo>
                                    <a:pt x="207" y="90"/>
                                    <a:pt x="207" y="90"/>
                                    <a:pt x="207" y="90"/>
                                  </a:cubicBezTo>
                                  <a:cubicBezTo>
                                    <a:pt x="207" y="90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9" y="91"/>
                                  </a:cubicBezTo>
                                  <a:cubicBezTo>
                                    <a:pt x="209" y="91"/>
                                    <a:pt x="209" y="91"/>
                                    <a:pt x="209" y="91"/>
                                  </a:cubicBezTo>
                                  <a:cubicBezTo>
                                    <a:pt x="209" y="91"/>
                                    <a:pt x="209" y="91"/>
                                    <a:pt x="209" y="91"/>
                                  </a:cubicBezTo>
                                  <a:cubicBezTo>
                                    <a:pt x="210" y="91"/>
                                    <a:pt x="210" y="91"/>
                                    <a:pt x="210" y="91"/>
                                  </a:cubicBezTo>
                                  <a:cubicBezTo>
                                    <a:pt x="210" y="91"/>
                                    <a:pt x="210" y="91"/>
                                    <a:pt x="210" y="91"/>
                                  </a:cubicBezTo>
                                  <a:cubicBezTo>
                                    <a:pt x="210" y="90"/>
                                    <a:pt x="210" y="90"/>
                                    <a:pt x="210" y="90"/>
                                  </a:cubicBezTo>
                                  <a:cubicBezTo>
                                    <a:pt x="211" y="90"/>
                                    <a:pt x="211" y="90"/>
                                    <a:pt x="211" y="90"/>
                                  </a:cubicBezTo>
                                  <a:cubicBezTo>
                                    <a:pt x="211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90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lose/>
                                  <a:moveTo>
                                    <a:pt x="215" y="60"/>
                                  </a:move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8"/>
                                    <a:pt x="213" y="59"/>
                                    <a:pt x="213" y="59"/>
                                  </a:cubicBezTo>
                                  <a:cubicBezTo>
                                    <a:pt x="213" y="59"/>
                                    <a:pt x="213" y="58"/>
                                    <a:pt x="213" y="58"/>
                                  </a:cubicBezTo>
                                  <a:cubicBezTo>
                                    <a:pt x="213" y="58"/>
                                    <a:pt x="213" y="58"/>
                                    <a:pt x="213" y="58"/>
                                  </a:cubicBezTo>
                                  <a:cubicBezTo>
                                    <a:pt x="212" y="58"/>
                                    <a:pt x="212" y="58"/>
                                    <a:pt x="212" y="58"/>
                                  </a:cubicBezTo>
                                  <a:cubicBezTo>
                                    <a:pt x="212" y="58"/>
                                    <a:pt x="211" y="58"/>
                                    <a:pt x="211" y="58"/>
                                  </a:cubicBezTo>
                                  <a:cubicBezTo>
                                    <a:pt x="211" y="58"/>
                                    <a:pt x="210" y="58"/>
                                    <a:pt x="210" y="58"/>
                                  </a:cubicBezTo>
                                  <a:cubicBezTo>
                                    <a:pt x="210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9"/>
                                    <a:pt x="209" y="59"/>
                                    <a:pt x="208" y="59"/>
                                  </a:cubicBezTo>
                                  <a:cubicBezTo>
                                    <a:pt x="208" y="59"/>
                                    <a:pt x="208" y="59"/>
                                    <a:pt x="208" y="59"/>
                                  </a:cubicBezTo>
                                  <a:cubicBezTo>
                                    <a:pt x="208" y="59"/>
                                    <a:pt x="208" y="59"/>
                                    <a:pt x="208" y="58"/>
                                  </a:cubicBezTo>
                                  <a:cubicBezTo>
                                    <a:pt x="208" y="58"/>
                                    <a:pt x="208" y="58"/>
                                    <a:pt x="208" y="58"/>
                                  </a:cubicBezTo>
                                  <a:cubicBezTo>
                                    <a:pt x="207" y="58"/>
                                    <a:pt x="207" y="58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1"/>
                                    <a:pt x="207" y="61"/>
                                    <a:pt x="207" y="61"/>
                                  </a:cubicBezTo>
                                  <a:cubicBezTo>
                                    <a:pt x="208" y="61"/>
                                    <a:pt x="208" y="61"/>
                                    <a:pt x="208" y="61"/>
                                  </a:cubicBezTo>
                                  <a:cubicBezTo>
                                    <a:pt x="208" y="61"/>
                                    <a:pt x="208" y="61"/>
                                    <a:pt x="208" y="61"/>
                                  </a:cubicBezTo>
                                  <a:cubicBezTo>
                                    <a:pt x="208" y="61"/>
                                    <a:pt x="208" y="62"/>
                                    <a:pt x="208" y="62"/>
                                  </a:cubicBezTo>
                                  <a:cubicBezTo>
                                    <a:pt x="208" y="62"/>
                                    <a:pt x="208" y="62"/>
                                    <a:pt x="208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10" y="62"/>
                                  </a:cubicBezTo>
                                  <a:cubicBezTo>
                                    <a:pt x="210" y="62"/>
                                    <a:pt x="210" y="63"/>
                                    <a:pt x="210" y="63"/>
                                  </a:cubicBezTo>
                                  <a:cubicBezTo>
                                    <a:pt x="210" y="63"/>
                                    <a:pt x="210" y="63"/>
                                    <a:pt x="211" y="63"/>
                                  </a:cubicBezTo>
                                  <a:cubicBezTo>
                                    <a:pt x="211" y="63"/>
                                    <a:pt x="211" y="63"/>
                                    <a:pt x="211" y="63"/>
                                  </a:cubicBezTo>
                                  <a:cubicBezTo>
                                    <a:pt x="211" y="63"/>
                                    <a:pt x="211" y="63"/>
                                    <a:pt x="211" y="63"/>
                                  </a:cubicBezTo>
                                  <a:cubicBezTo>
                                    <a:pt x="212" y="63"/>
                                    <a:pt x="212" y="63"/>
                                    <a:pt x="212" y="63"/>
                                  </a:cubicBezTo>
                                  <a:cubicBezTo>
                                    <a:pt x="212" y="63"/>
                                    <a:pt x="212" y="63"/>
                                    <a:pt x="212" y="63"/>
                                  </a:cubicBezTo>
                                  <a:cubicBezTo>
                                    <a:pt x="212" y="63"/>
                                    <a:pt x="213" y="63"/>
                                    <a:pt x="213" y="63"/>
                                  </a:cubicBezTo>
                                  <a:cubicBezTo>
                                    <a:pt x="213" y="63"/>
                                    <a:pt x="213" y="63"/>
                                    <a:pt x="213" y="63"/>
                                  </a:cubicBezTo>
                                  <a:cubicBezTo>
                                    <a:pt x="213" y="62"/>
                                    <a:pt x="214" y="62"/>
                                    <a:pt x="214" y="62"/>
                                  </a:cubicBezTo>
                                  <a:cubicBezTo>
                                    <a:pt x="214" y="62"/>
                                    <a:pt x="214" y="62"/>
                                    <a:pt x="214" y="62"/>
                                  </a:cubicBezTo>
                                  <a:cubicBezTo>
                                    <a:pt x="214" y="62"/>
                                    <a:pt x="214" y="62"/>
                                    <a:pt x="215" y="62"/>
                                  </a:cubicBezTo>
                                  <a:cubicBezTo>
                                    <a:pt x="215" y="62"/>
                                    <a:pt x="215" y="62"/>
                                    <a:pt x="215" y="62"/>
                                  </a:cubicBezTo>
                                  <a:cubicBezTo>
                                    <a:pt x="215" y="62"/>
                                    <a:pt x="215" y="62"/>
                                    <a:pt x="215" y="61"/>
                                  </a:cubicBezTo>
                                  <a:cubicBezTo>
                                    <a:pt x="215" y="61"/>
                                    <a:pt x="215" y="61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lose/>
                                  <a:moveTo>
                                    <a:pt x="218" y="60"/>
                                  </a:move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lose/>
                                  <a:moveTo>
                                    <a:pt x="204" y="92"/>
                                  </a:move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3" y="93"/>
                                    <a:pt x="203" y="93"/>
                                    <a:pt x="203" y="93"/>
                                  </a:cubicBezTo>
                                  <a:cubicBezTo>
                                    <a:pt x="203" y="93"/>
                                    <a:pt x="203" y="93"/>
                                    <a:pt x="203" y="93"/>
                                  </a:cubicBezTo>
                                  <a:cubicBezTo>
                                    <a:pt x="203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2"/>
                                  </a:cubicBez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lose/>
                                  <a:moveTo>
                                    <a:pt x="220" y="57"/>
                                  </a:move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19" y="57"/>
                                    <a:pt x="219" y="57"/>
                                    <a:pt x="219" y="57"/>
                                  </a:cubicBezTo>
                                  <a:cubicBezTo>
                                    <a:pt x="219" y="58"/>
                                    <a:pt x="219" y="58"/>
                                    <a:pt x="219" y="58"/>
                                  </a:cubicBezTo>
                                  <a:cubicBezTo>
                                    <a:pt x="219" y="58"/>
                                    <a:pt x="219" y="58"/>
                                    <a:pt x="219" y="58"/>
                                  </a:cubicBezTo>
                                  <a:cubicBezTo>
                                    <a:pt x="219" y="58"/>
                                    <a:pt x="219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lose/>
                                  <a:moveTo>
                                    <a:pt x="216" y="88"/>
                                  </a:moveTo>
                                  <a:cubicBezTo>
                                    <a:pt x="216" y="88"/>
                                    <a:pt x="216" y="88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6" y="88"/>
                                  </a:cubicBezTo>
                                  <a:close/>
                                  <a:moveTo>
                                    <a:pt x="265" y="82"/>
                                  </a:move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3"/>
                                    <a:pt x="264" y="83"/>
                                    <a:pt x="264" y="83"/>
                                  </a:cubicBezTo>
                                  <a:cubicBezTo>
                                    <a:pt x="264" y="83"/>
                                    <a:pt x="264" y="83"/>
                                    <a:pt x="264" y="83"/>
                                  </a:cubicBezTo>
                                  <a:cubicBezTo>
                                    <a:pt x="264" y="83"/>
                                    <a:pt x="264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lose/>
                                  <a:moveTo>
                                    <a:pt x="265" y="81"/>
                                  </a:move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4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lose/>
                                  <a:moveTo>
                                    <a:pt x="255" y="73"/>
                                  </a:moveTo>
                                  <a:cubicBezTo>
                                    <a:pt x="254" y="73"/>
                                    <a:pt x="254" y="73"/>
                                    <a:pt x="254" y="73"/>
                                  </a:cubicBezTo>
                                  <a:cubicBezTo>
                                    <a:pt x="254" y="73"/>
                                    <a:pt x="254" y="73"/>
                                    <a:pt x="254" y="73"/>
                                  </a:cubicBezTo>
                                  <a:cubicBezTo>
                                    <a:pt x="254" y="73"/>
                                    <a:pt x="254" y="74"/>
                                    <a:pt x="254" y="74"/>
                                  </a:cubicBezTo>
                                  <a:cubicBezTo>
                                    <a:pt x="254" y="74"/>
                                    <a:pt x="254" y="74"/>
                                    <a:pt x="254" y="75"/>
                                  </a:cubicBezTo>
                                  <a:cubicBezTo>
                                    <a:pt x="254" y="75"/>
                                    <a:pt x="254" y="75"/>
                                    <a:pt x="254" y="75"/>
                                  </a:cubicBezTo>
                                  <a:cubicBezTo>
                                    <a:pt x="254" y="75"/>
                                    <a:pt x="253" y="75"/>
                                    <a:pt x="253" y="76"/>
                                  </a:cubicBezTo>
                                  <a:cubicBezTo>
                                    <a:pt x="253" y="76"/>
                                    <a:pt x="253" y="76"/>
                                    <a:pt x="253" y="76"/>
                                  </a:cubicBezTo>
                                  <a:cubicBezTo>
                                    <a:pt x="253" y="76"/>
                                    <a:pt x="253" y="76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8"/>
                                  </a:cubicBezTo>
                                  <a:cubicBezTo>
                                    <a:pt x="252" y="78"/>
                                    <a:pt x="252" y="78"/>
                                    <a:pt x="252" y="78"/>
                                  </a:cubicBezTo>
                                  <a:cubicBezTo>
                                    <a:pt x="253" y="78"/>
                                    <a:pt x="253" y="78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6"/>
                                    <a:pt x="253" y="76"/>
                                    <a:pt x="253" y="76"/>
                                  </a:cubicBezTo>
                                  <a:cubicBezTo>
                                    <a:pt x="254" y="76"/>
                                    <a:pt x="254" y="76"/>
                                    <a:pt x="254" y="76"/>
                                  </a:cubicBezTo>
                                  <a:cubicBezTo>
                                    <a:pt x="254" y="75"/>
                                    <a:pt x="254" y="75"/>
                                    <a:pt x="254" y="75"/>
                                  </a:cubicBezTo>
                                  <a:cubicBezTo>
                                    <a:pt x="254" y="75"/>
                                    <a:pt x="254" y="74"/>
                                    <a:pt x="255" y="74"/>
                                  </a:cubicBezTo>
                                  <a:cubicBezTo>
                                    <a:pt x="255" y="74"/>
                                    <a:pt x="255" y="74"/>
                                    <a:pt x="255" y="73"/>
                                  </a:cubicBezTo>
                                  <a:cubicBezTo>
                                    <a:pt x="255" y="73"/>
                                    <a:pt x="255" y="73"/>
                                    <a:pt x="255" y="73"/>
                                  </a:cubicBezTo>
                                  <a:cubicBezTo>
                                    <a:pt x="255" y="73"/>
                                    <a:pt x="255" y="73"/>
                                    <a:pt x="255" y="73"/>
                                  </a:cubicBezTo>
                                  <a:close/>
                                  <a:moveTo>
                                    <a:pt x="265" y="78"/>
                                  </a:moveTo>
                                  <a:cubicBezTo>
                                    <a:pt x="265" y="78"/>
                                    <a:pt x="265" y="78"/>
                                    <a:pt x="264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8"/>
                                    <a:pt x="265" y="78"/>
                                  </a:cubicBezTo>
                                  <a:cubicBezTo>
                                    <a:pt x="265" y="78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4"/>
                                    <a:pt x="264" y="74"/>
                                    <a:pt x="264" y="74"/>
                                  </a:cubicBezTo>
                                  <a:cubicBezTo>
                                    <a:pt x="264" y="74"/>
                                    <a:pt x="264" y="74"/>
                                    <a:pt x="264" y="74"/>
                                  </a:cubicBezTo>
                                  <a:cubicBezTo>
                                    <a:pt x="264" y="74"/>
                                    <a:pt x="263" y="74"/>
                                    <a:pt x="263" y="74"/>
                                  </a:cubicBezTo>
                                  <a:cubicBezTo>
                                    <a:pt x="264" y="74"/>
                                    <a:pt x="263" y="74"/>
                                    <a:pt x="263" y="74"/>
                                  </a:cubicBezTo>
                                  <a:cubicBezTo>
                                    <a:pt x="263" y="75"/>
                                    <a:pt x="264" y="74"/>
                                    <a:pt x="264" y="75"/>
                                  </a:cubicBezTo>
                                  <a:cubicBezTo>
                                    <a:pt x="264" y="75"/>
                                    <a:pt x="264" y="75"/>
                                    <a:pt x="264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7"/>
                                    <a:pt x="263" y="77"/>
                                    <a:pt x="263" y="77"/>
                                  </a:cubicBezTo>
                                  <a:cubicBezTo>
                                    <a:pt x="263" y="77"/>
                                    <a:pt x="263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1" y="78"/>
                                    <a:pt x="261" y="78"/>
                                  </a:cubicBezTo>
                                  <a:cubicBezTo>
                                    <a:pt x="261" y="78"/>
                                    <a:pt x="261" y="78"/>
                                    <a:pt x="261" y="78"/>
                                  </a:cubicBezTo>
                                  <a:cubicBezTo>
                                    <a:pt x="261" y="78"/>
                                    <a:pt x="261" y="78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1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80"/>
                                    <a:pt x="261" y="80"/>
                                  </a:cubicBezTo>
                                  <a:cubicBezTo>
                                    <a:pt x="261" y="80"/>
                                    <a:pt x="261" y="80"/>
                                    <a:pt x="261" y="80"/>
                                  </a:cubicBezTo>
                                  <a:cubicBezTo>
                                    <a:pt x="261" y="80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2" y="81"/>
                                  </a:cubicBezTo>
                                  <a:cubicBezTo>
                                    <a:pt x="262" y="81"/>
                                    <a:pt x="262" y="81"/>
                                    <a:pt x="262" y="81"/>
                                  </a:cubicBezTo>
                                  <a:cubicBezTo>
                                    <a:pt x="262" y="81"/>
                                    <a:pt x="262" y="82"/>
                                    <a:pt x="262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2"/>
                                    <a:pt x="261" y="82"/>
                                    <a:pt x="261" y="82"/>
                                  </a:cubicBezTo>
                                  <a:cubicBezTo>
                                    <a:pt x="261" y="82"/>
                                    <a:pt x="261" y="83"/>
                                    <a:pt x="261" y="83"/>
                                  </a:cubicBezTo>
                                  <a:cubicBezTo>
                                    <a:pt x="261" y="83"/>
                                    <a:pt x="261" y="83"/>
                                    <a:pt x="261" y="83"/>
                                  </a:cubicBezTo>
                                  <a:cubicBezTo>
                                    <a:pt x="261" y="83"/>
                                    <a:pt x="261" y="83"/>
                                    <a:pt x="261" y="84"/>
                                  </a:cubicBezTo>
                                  <a:cubicBezTo>
                                    <a:pt x="261" y="84"/>
                                    <a:pt x="261" y="84"/>
                                    <a:pt x="261" y="84"/>
                                  </a:cubicBezTo>
                                  <a:cubicBezTo>
                                    <a:pt x="261" y="84"/>
                                    <a:pt x="261" y="84"/>
                                    <a:pt x="262" y="84"/>
                                  </a:cubicBezTo>
                                  <a:cubicBezTo>
                                    <a:pt x="262" y="84"/>
                                    <a:pt x="262" y="84"/>
                                    <a:pt x="262" y="84"/>
                                  </a:cubicBezTo>
                                  <a:cubicBezTo>
                                    <a:pt x="262" y="84"/>
                                    <a:pt x="262" y="84"/>
                                    <a:pt x="262" y="84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2"/>
                                    <a:pt x="263" y="82"/>
                                    <a:pt x="263" y="82"/>
                                  </a:cubicBezTo>
                                  <a:cubicBezTo>
                                    <a:pt x="263" y="82"/>
                                    <a:pt x="263" y="82"/>
                                    <a:pt x="263" y="82"/>
                                  </a:cubicBezTo>
                                  <a:cubicBezTo>
                                    <a:pt x="264" y="82"/>
                                    <a:pt x="264" y="82"/>
                                    <a:pt x="264" y="82"/>
                                  </a:cubicBezTo>
                                  <a:cubicBezTo>
                                    <a:pt x="264" y="82"/>
                                    <a:pt x="264" y="82"/>
                                    <a:pt x="264" y="82"/>
                                  </a:cubicBezTo>
                                  <a:cubicBezTo>
                                    <a:pt x="264" y="82"/>
                                    <a:pt x="264" y="82"/>
                                    <a:pt x="263" y="82"/>
                                  </a:cubicBezTo>
                                  <a:cubicBezTo>
                                    <a:pt x="263" y="82"/>
                                    <a:pt x="264" y="81"/>
                                    <a:pt x="263" y="81"/>
                                  </a:cubicBezTo>
                                  <a:cubicBezTo>
                                    <a:pt x="263" y="81"/>
                                    <a:pt x="263" y="81"/>
                                    <a:pt x="263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2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3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8"/>
                                    <a:pt x="265" y="78"/>
                                    <a:pt x="265" y="78"/>
                                  </a:cubicBezTo>
                                  <a:cubicBezTo>
                                    <a:pt x="265" y="78"/>
                                    <a:pt x="265" y="78"/>
                                    <a:pt x="265" y="78"/>
                                  </a:cubicBezTo>
                                  <a:close/>
                                  <a:moveTo>
                                    <a:pt x="266" y="80"/>
                                  </a:move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lose/>
                                  <a:moveTo>
                                    <a:pt x="239" y="63"/>
                                  </a:move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0"/>
                                    <a:pt x="239" y="60"/>
                                    <a:pt x="239" y="60"/>
                                  </a:cubicBezTo>
                                  <a:cubicBezTo>
                                    <a:pt x="239" y="60"/>
                                    <a:pt x="239" y="60"/>
                                    <a:pt x="239" y="60"/>
                                  </a:cubicBezTo>
                                  <a:cubicBezTo>
                                    <a:pt x="239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59"/>
                                    <a:pt x="238" y="59"/>
                                    <a:pt x="238" y="59"/>
                                  </a:cubicBezTo>
                                  <a:cubicBezTo>
                                    <a:pt x="237" y="59"/>
                                    <a:pt x="237" y="59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6" y="58"/>
                                  </a:cubicBezTo>
                                  <a:cubicBezTo>
                                    <a:pt x="236" y="58"/>
                                    <a:pt x="236" y="58"/>
                                    <a:pt x="236" y="58"/>
                                  </a:cubicBezTo>
                                  <a:cubicBezTo>
                                    <a:pt x="236" y="57"/>
                                    <a:pt x="235" y="57"/>
                                    <a:pt x="235" y="58"/>
                                  </a:cubicBezTo>
                                  <a:cubicBezTo>
                                    <a:pt x="235" y="58"/>
                                    <a:pt x="235" y="58"/>
                                    <a:pt x="235" y="57"/>
                                  </a:cubicBezTo>
                                  <a:cubicBezTo>
                                    <a:pt x="235" y="57"/>
                                    <a:pt x="235" y="57"/>
                                    <a:pt x="234" y="57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29" y="56"/>
                                    <a:pt x="229" y="56"/>
                                  </a:cubicBezTo>
                                  <a:cubicBezTo>
                                    <a:pt x="229" y="56"/>
                                    <a:pt x="229" y="56"/>
                                    <a:pt x="229" y="56"/>
                                  </a:cubicBezTo>
                                  <a:cubicBezTo>
                                    <a:pt x="229" y="56"/>
                                    <a:pt x="229" y="56"/>
                                    <a:pt x="229" y="57"/>
                                  </a:cubicBezTo>
                                  <a:cubicBezTo>
                                    <a:pt x="229" y="57"/>
                                    <a:pt x="229" y="57"/>
                                    <a:pt x="229" y="57"/>
                                  </a:cubicBezTo>
                                  <a:cubicBezTo>
                                    <a:pt x="229" y="57"/>
                                    <a:pt x="229" y="57"/>
                                    <a:pt x="229" y="57"/>
                                  </a:cubicBezTo>
                                  <a:cubicBezTo>
                                    <a:pt x="229" y="57"/>
                                    <a:pt x="228" y="57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7" y="57"/>
                                    <a:pt x="227" y="57"/>
                                    <a:pt x="227" y="57"/>
                                  </a:cubicBezTo>
                                  <a:cubicBezTo>
                                    <a:pt x="227" y="57"/>
                                    <a:pt x="227" y="57"/>
                                    <a:pt x="227" y="56"/>
                                  </a:cubicBezTo>
                                  <a:cubicBezTo>
                                    <a:pt x="227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6" y="57"/>
                                    <a:pt x="226" y="57"/>
                                  </a:cubicBezTo>
                                  <a:cubicBezTo>
                                    <a:pt x="226" y="57"/>
                                    <a:pt x="226" y="57"/>
                                    <a:pt x="226" y="57"/>
                                  </a:cubicBezTo>
                                  <a:cubicBezTo>
                                    <a:pt x="226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6"/>
                                    <a:pt x="224" y="57"/>
                                    <a:pt x="224" y="57"/>
                                  </a:cubicBezTo>
                                  <a:cubicBezTo>
                                    <a:pt x="224" y="57"/>
                                    <a:pt x="224" y="57"/>
                                    <a:pt x="224" y="57"/>
                                  </a:cubicBezTo>
                                  <a:cubicBezTo>
                                    <a:pt x="224" y="57"/>
                                    <a:pt x="224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2" y="57"/>
                                    <a:pt x="222" y="57"/>
                                  </a:cubicBezTo>
                                  <a:cubicBezTo>
                                    <a:pt x="222" y="57"/>
                                    <a:pt x="222" y="57"/>
                                    <a:pt x="222" y="57"/>
                                  </a:cubicBezTo>
                                  <a:cubicBezTo>
                                    <a:pt x="222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9"/>
                                    <a:pt x="220" y="59"/>
                                  </a:cubicBezTo>
                                  <a:cubicBezTo>
                                    <a:pt x="220" y="59"/>
                                    <a:pt x="220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20" y="59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1"/>
                                    <a:pt x="219" y="61"/>
                                  </a:cubicBezTo>
                                  <a:cubicBezTo>
                                    <a:pt x="219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1" y="60"/>
                                  </a:cubicBezTo>
                                  <a:cubicBezTo>
                                    <a:pt x="221" y="60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2" y="58"/>
                                    <a:pt x="222" y="58"/>
                                    <a:pt x="222" y="58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60"/>
                                    <a:pt x="222" y="60"/>
                                    <a:pt x="222" y="60"/>
                                  </a:cubicBezTo>
                                  <a:cubicBezTo>
                                    <a:pt x="222" y="60"/>
                                    <a:pt x="222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0"/>
                                    <a:pt x="224" y="60"/>
                                  </a:cubicBezTo>
                                  <a:cubicBezTo>
                                    <a:pt x="224" y="60"/>
                                    <a:pt x="224" y="60"/>
                                    <a:pt x="224" y="60"/>
                                  </a:cubicBezTo>
                                  <a:cubicBezTo>
                                    <a:pt x="225" y="60"/>
                                    <a:pt x="225" y="61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59"/>
                                    <a:pt x="225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7" y="59"/>
                                    <a:pt x="227" y="59"/>
                                    <a:pt x="227" y="59"/>
                                  </a:cubicBezTo>
                                  <a:cubicBezTo>
                                    <a:pt x="227" y="60"/>
                                    <a:pt x="226" y="60"/>
                                    <a:pt x="226" y="60"/>
                                  </a:cubicBezTo>
                                  <a:cubicBezTo>
                                    <a:pt x="226" y="60"/>
                                    <a:pt x="226" y="60"/>
                                    <a:pt x="226" y="60"/>
                                  </a:cubicBezTo>
                                  <a:cubicBezTo>
                                    <a:pt x="226" y="60"/>
                                    <a:pt x="227" y="60"/>
                                    <a:pt x="227" y="60"/>
                                  </a:cubicBezTo>
                                  <a:cubicBezTo>
                                    <a:pt x="227" y="60"/>
                                    <a:pt x="227" y="60"/>
                                    <a:pt x="227" y="60"/>
                                  </a:cubicBezTo>
                                  <a:cubicBezTo>
                                    <a:pt x="227" y="60"/>
                                    <a:pt x="227" y="60"/>
                                    <a:pt x="227" y="60"/>
                                  </a:cubicBezTo>
                                  <a:cubicBezTo>
                                    <a:pt x="228" y="60"/>
                                    <a:pt x="228" y="60"/>
                                    <a:pt x="228" y="60"/>
                                  </a:cubicBezTo>
                                  <a:cubicBezTo>
                                    <a:pt x="228" y="60"/>
                                    <a:pt x="228" y="60"/>
                                    <a:pt x="229" y="60"/>
                                  </a:cubicBezTo>
                                  <a:cubicBezTo>
                                    <a:pt x="229" y="60"/>
                                    <a:pt x="229" y="60"/>
                                    <a:pt x="229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1"/>
                                    <a:pt x="230" y="61"/>
                                    <a:pt x="230" y="61"/>
                                  </a:cubicBezTo>
                                  <a:cubicBezTo>
                                    <a:pt x="230" y="61"/>
                                    <a:pt x="230" y="61"/>
                                    <a:pt x="231" y="61"/>
                                  </a:cubicBezTo>
                                  <a:cubicBezTo>
                                    <a:pt x="231" y="60"/>
                                    <a:pt x="231" y="60"/>
                                    <a:pt x="231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1" y="60"/>
                                    <a:pt x="231" y="60"/>
                                  </a:cubicBezTo>
                                  <a:cubicBezTo>
                                    <a:pt x="231" y="60"/>
                                    <a:pt x="231" y="60"/>
                                    <a:pt x="231" y="60"/>
                                  </a:cubicBezTo>
                                  <a:cubicBezTo>
                                    <a:pt x="232" y="60"/>
                                    <a:pt x="232" y="60"/>
                                    <a:pt x="232" y="60"/>
                                  </a:cubicBezTo>
                                  <a:cubicBezTo>
                                    <a:pt x="232" y="60"/>
                                    <a:pt x="232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1"/>
                                  </a:cubicBezTo>
                                  <a:cubicBezTo>
                                    <a:pt x="234" y="61"/>
                                    <a:pt x="234" y="61"/>
                                    <a:pt x="234" y="61"/>
                                  </a:cubicBezTo>
                                  <a:cubicBezTo>
                                    <a:pt x="234" y="61"/>
                                    <a:pt x="234" y="61"/>
                                    <a:pt x="234" y="61"/>
                                  </a:cubicBezTo>
                                  <a:cubicBezTo>
                                    <a:pt x="234" y="61"/>
                                    <a:pt x="235" y="61"/>
                                    <a:pt x="235" y="61"/>
                                  </a:cubicBezTo>
                                  <a:cubicBezTo>
                                    <a:pt x="235" y="61"/>
                                    <a:pt x="235" y="61"/>
                                    <a:pt x="235" y="61"/>
                                  </a:cubicBezTo>
                                  <a:cubicBezTo>
                                    <a:pt x="235" y="61"/>
                                    <a:pt x="235" y="61"/>
                                    <a:pt x="235" y="62"/>
                                  </a:cubicBezTo>
                                  <a:cubicBezTo>
                                    <a:pt x="236" y="62"/>
                                    <a:pt x="236" y="62"/>
                                    <a:pt x="236" y="62"/>
                                  </a:cubicBezTo>
                                  <a:cubicBezTo>
                                    <a:pt x="236" y="62"/>
                                    <a:pt x="236" y="62"/>
                                    <a:pt x="236" y="62"/>
                                  </a:cubicBezTo>
                                  <a:cubicBezTo>
                                    <a:pt x="236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3"/>
                                    <a:pt x="237" y="63"/>
                                    <a:pt x="237" y="63"/>
                                  </a:cubicBezTo>
                                  <a:cubicBezTo>
                                    <a:pt x="237" y="63"/>
                                    <a:pt x="238" y="63"/>
                                    <a:pt x="238" y="63"/>
                                  </a:cubicBezTo>
                                  <a:cubicBezTo>
                                    <a:pt x="238" y="63"/>
                                    <a:pt x="238" y="63"/>
                                    <a:pt x="238" y="63"/>
                                  </a:cubicBezTo>
                                  <a:cubicBezTo>
                                    <a:pt x="238" y="63"/>
                                    <a:pt x="238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lose/>
                                  <a:moveTo>
                                    <a:pt x="233" y="51"/>
                                  </a:move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2" y="51"/>
                                    <a:pt x="232" y="51"/>
                                  </a:cubicBezTo>
                                  <a:cubicBezTo>
                                    <a:pt x="232" y="51"/>
                                    <a:pt x="232" y="51"/>
                                    <a:pt x="232" y="51"/>
                                  </a:cubicBezTo>
                                  <a:cubicBezTo>
                                    <a:pt x="232" y="51"/>
                                    <a:pt x="232" y="51"/>
                                    <a:pt x="231" y="51"/>
                                  </a:cubicBezTo>
                                  <a:cubicBezTo>
                                    <a:pt x="231" y="51"/>
                                    <a:pt x="231" y="51"/>
                                    <a:pt x="231" y="51"/>
                                  </a:cubicBezTo>
                                  <a:cubicBezTo>
                                    <a:pt x="231" y="51"/>
                                    <a:pt x="231" y="51"/>
                                    <a:pt x="231" y="51"/>
                                  </a:cubicBezTo>
                                  <a:cubicBezTo>
                                    <a:pt x="230" y="51"/>
                                    <a:pt x="230" y="51"/>
                                    <a:pt x="230" y="51"/>
                                  </a:cubicBezTo>
                                  <a:cubicBezTo>
                                    <a:pt x="230" y="51"/>
                                    <a:pt x="230" y="50"/>
                                    <a:pt x="230" y="50"/>
                                  </a:cubicBezTo>
                                  <a:cubicBezTo>
                                    <a:pt x="230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30" y="50"/>
                                    <a:pt x="230" y="50"/>
                                  </a:cubicBezTo>
                                  <a:cubicBezTo>
                                    <a:pt x="230" y="50"/>
                                    <a:pt x="230" y="49"/>
                                    <a:pt x="230" y="49"/>
                                  </a:cubicBezTo>
                                  <a:cubicBezTo>
                                    <a:pt x="230" y="49"/>
                                    <a:pt x="230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2" y="49"/>
                                    <a:pt x="232" y="49"/>
                                    <a:pt x="232" y="49"/>
                                  </a:cubicBezTo>
                                  <a:cubicBezTo>
                                    <a:pt x="232" y="49"/>
                                    <a:pt x="232" y="49"/>
                                    <a:pt x="232" y="49"/>
                                  </a:cubicBezTo>
                                  <a:cubicBezTo>
                                    <a:pt x="232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4" y="49"/>
                                    <a:pt x="234" y="49"/>
                                  </a:cubicBezTo>
                                  <a:cubicBezTo>
                                    <a:pt x="234" y="49"/>
                                    <a:pt x="234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1"/>
                                  </a:cubicBezTo>
                                  <a:cubicBezTo>
                                    <a:pt x="233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lose/>
                                  <a:moveTo>
                                    <a:pt x="234" y="40"/>
                                  </a:moveTo>
                                  <a:cubicBezTo>
                                    <a:pt x="234" y="40"/>
                                    <a:pt x="234" y="40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39"/>
                                    <a:pt x="235" y="39"/>
                                    <a:pt x="235" y="39"/>
                                  </a:cubicBezTo>
                                  <a:cubicBezTo>
                                    <a:pt x="235" y="39"/>
                                    <a:pt x="235" y="39"/>
                                    <a:pt x="235" y="39"/>
                                  </a:cubicBezTo>
                                  <a:cubicBezTo>
                                    <a:pt x="235" y="39"/>
                                    <a:pt x="235" y="39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6" y="40"/>
                                    <a:pt x="236" y="40"/>
                                  </a:cubicBezTo>
                                  <a:cubicBezTo>
                                    <a:pt x="236" y="40"/>
                                    <a:pt x="236" y="40"/>
                                    <a:pt x="236" y="40"/>
                                  </a:cubicBezTo>
                                  <a:cubicBezTo>
                                    <a:pt x="236" y="40"/>
                                    <a:pt x="236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39"/>
                                    <a:pt x="237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8" y="40"/>
                                    <a:pt x="238" y="40"/>
                                    <a:pt x="238" y="39"/>
                                  </a:cubicBezTo>
                                  <a:cubicBezTo>
                                    <a:pt x="238" y="39"/>
                                    <a:pt x="238" y="40"/>
                                    <a:pt x="239" y="40"/>
                                  </a:cubicBezTo>
                                  <a:cubicBezTo>
                                    <a:pt x="239" y="40"/>
                                    <a:pt x="239" y="40"/>
                                    <a:pt x="239" y="40"/>
                                  </a:cubicBezTo>
                                  <a:cubicBezTo>
                                    <a:pt x="239" y="40"/>
                                    <a:pt x="239" y="40"/>
                                    <a:pt x="239" y="40"/>
                                  </a:cubicBezTo>
                                  <a:cubicBezTo>
                                    <a:pt x="239" y="39"/>
                                    <a:pt x="240" y="39"/>
                                    <a:pt x="240" y="39"/>
                                  </a:cubicBezTo>
                                  <a:cubicBezTo>
                                    <a:pt x="240" y="39"/>
                                    <a:pt x="239" y="39"/>
                                    <a:pt x="240" y="39"/>
                                  </a:cubicBezTo>
                                  <a:cubicBezTo>
                                    <a:pt x="240" y="39"/>
                                    <a:pt x="240" y="38"/>
                                    <a:pt x="239" y="38"/>
                                  </a:cubicBezTo>
                                  <a:cubicBezTo>
                                    <a:pt x="239" y="38"/>
                                    <a:pt x="239" y="38"/>
                                    <a:pt x="239" y="38"/>
                                  </a:cubicBezTo>
                                  <a:cubicBezTo>
                                    <a:pt x="239" y="38"/>
                                    <a:pt x="239" y="38"/>
                                    <a:pt x="239" y="38"/>
                                  </a:cubicBezTo>
                                  <a:cubicBezTo>
                                    <a:pt x="239" y="38"/>
                                    <a:pt x="238" y="38"/>
                                    <a:pt x="238" y="38"/>
                                  </a:cubicBezTo>
                                  <a:cubicBezTo>
                                    <a:pt x="238" y="38"/>
                                    <a:pt x="238" y="38"/>
                                    <a:pt x="238" y="38"/>
                                  </a:cubicBezTo>
                                  <a:cubicBezTo>
                                    <a:pt x="238" y="38"/>
                                    <a:pt x="238" y="37"/>
                                    <a:pt x="238" y="37"/>
                                  </a:cubicBezTo>
                                  <a:cubicBezTo>
                                    <a:pt x="238" y="37"/>
                                    <a:pt x="238" y="37"/>
                                    <a:pt x="238" y="38"/>
                                  </a:cubicBezTo>
                                  <a:cubicBezTo>
                                    <a:pt x="237" y="38"/>
                                    <a:pt x="237" y="38"/>
                                    <a:pt x="237" y="38"/>
                                  </a:cubicBezTo>
                                  <a:cubicBezTo>
                                    <a:pt x="237" y="38"/>
                                    <a:pt x="237" y="38"/>
                                    <a:pt x="237" y="38"/>
                                  </a:cubicBezTo>
                                  <a:cubicBezTo>
                                    <a:pt x="237" y="37"/>
                                    <a:pt x="237" y="37"/>
                                    <a:pt x="237" y="37"/>
                                  </a:cubicBezTo>
                                  <a:cubicBezTo>
                                    <a:pt x="237" y="37"/>
                                    <a:pt x="237" y="37"/>
                                    <a:pt x="237" y="37"/>
                                  </a:cubicBezTo>
                                  <a:cubicBezTo>
                                    <a:pt x="237" y="37"/>
                                    <a:pt x="236" y="37"/>
                                    <a:pt x="236" y="37"/>
                                  </a:cubicBezTo>
                                  <a:cubicBezTo>
                                    <a:pt x="236" y="37"/>
                                    <a:pt x="236" y="37"/>
                                    <a:pt x="236" y="37"/>
                                  </a:cubicBezTo>
                                  <a:cubicBezTo>
                                    <a:pt x="236" y="37"/>
                                    <a:pt x="236" y="37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7"/>
                                  </a:cubicBezTo>
                                  <a:cubicBezTo>
                                    <a:pt x="236" y="37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2" y="39"/>
                                    <a:pt x="232" y="39"/>
                                  </a:cubicBezTo>
                                  <a:cubicBezTo>
                                    <a:pt x="232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40"/>
                                    <a:pt x="234" y="40"/>
                                  </a:cubicBezTo>
                                  <a:cubicBezTo>
                                    <a:pt x="234" y="40"/>
                                    <a:pt x="234" y="40"/>
                                    <a:pt x="234" y="40"/>
                                  </a:cubicBezTo>
                                  <a:cubicBezTo>
                                    <a:pt x="234" y="40"/>
                                    <a:pt x="234" y="40"/>
                                    <a:pt x="234" y="40"/>
                                  </a:cubicBezTo>
                                  <a:close/>
                                  <a:moveTo>
                                    <a:pt x="234" y="43"/>
                                  </a:move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6" y="42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lose/>
                                  <a:moveTo>
                                    <a:pt x="236" y="45"/>
                                  </a:moveTo>
                                  <a:cubicBezTo>
                                    <a:pt x="236" y="45"/>
                                    <a:pt x="236" y="45"/>
                                    <a:pt x="236" y="45"/>
                                  </a:cubicBezTo>
                                  <a:cubicBezTo>
                                    <a:pt x="236" y="46"/>
                                    <a:pt x="236" y="46"/>
                                    <a:pt x="236" y="46"/>
                                  </a:cubicBezTo>
                                  <a:cubicBezTo>
                                    <a:pt x="236" y="46"/>
                                    <a:pt x="236" y="46"/>
                                    <a:pt x="236" y="46"/>
                                  </a:cubicBezTo>
                                  <a:cubicBezTo>
                                    <a:pt x="236" y="46"/>
                                    <a:pt x="236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5"/>
                                    <a:pt x="238" y="45"/>
                                    <a:pt x="238" y="45"/>
                                  </a:cubicBezTo>
                                  <a:cubicBezTo>
                                    <a:pt x="238" y="45"/>
                                    <a:pt x="238" y="44"/>
                                    <a:pt x="238" y="44"/>
                                  </a:cubicBezTo>
                                  <a:cubicBezTo>
                                    <a:pt x="238" y="44"/>
                                    <a:pt x="238" y="44"/>
                                    <a:pt x="238" y="44"/>
                                  </a:cubicBezTo>
                                  <a:cubicBezTo>
                                    <a:pt x="238" y="44"/>
                                    <a:pt x="238" y="43"/>
                                    <a:pt x="238" y="43"/>
                                  </a:cubicBezTo>
                                  <a:cubicBezTo>
                                    <a:pt x="238" y="43"/>
                                    <a:pt x="238" y="43"/>
                                    <a:pt x="237" y="43"/>
                                  </a:cubicBezTo>
                                  <a:cubicBezTo>
                                    <a:pt x="237" y="44"/>
                                    <a:pt x="237" y="44"/>
                                    <a:pt x="237" y="44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4"/>
                                    <a:pt x="236" y="44"/>
                                  </a:cubicBezTo>
                                  <a:cubicBezTo>
                                    <a:pt x="236" y="44"/>
                                    <a:pt x="236" y="44"/>
                                    <a:pt x="236" y="44"/>
                                  </a:cubicBezTo>
                                  <a:cubicBezTo>
                                    <a:pt x="235" y="44"/>
                                    <a:pt x="235" y="44"/>
                                    <a:pt x="235" y="44"/>
                                  </a:cubicBezTo>
                                  <a:cubicBezTo>
                                    <a:pt x="235" y="44"/>
                                    <a:pt x="235" y="44"/>
                                    <a:pt x="235" y="44"/>
                                  </a:cubicBezTo>
                                  <a:cubicBezTo>
                                    <a:pt x="235" y="44"/>
                                    <a:pt x="235" y="44"/>
                                    <a:pt x="236" y="44"/>
                                  </a:cubicBezTo>
                                  <a:cubicBezTo>
                                    <a:pt x="236" y="44"/>
                                    <a:pt x="236" y="45"/>
                                    <a:pt x="235" y="45"/>
                                  </a:cubicBezTo>
                                  <a:cubicBezTo>
                                    <a:pt x="235" y="45"/>
                                    <a:pt x="235" y="45"/>
                                    <a:pt x="235" y="45"/>
                                  </a:cubicBezTo>
                                  <a:cubicBezTo>
                                    <a:pt x="235" y="45"/>
                                    <a:pt x="236" y="45"/>
                                    <a:pt x="236" y="45"/>
                                  </a:cubicBezTo>
                                  <a:close/>
                                  <a:moveTo>
                                    <a:pt x="255" y="54"/>
                                  </a:move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5" y="54"/>
                                    <a:pt x="255" y="54"/>
                                  </a:cubicBezTo>
                                  <a:close/>
                                  <a:moveTo>
                                    <a:pt x="257" y="52"/>
                                  </a:moveTo>
                                  <a:cubicBezTo>
                                    <a:pt x="257" y="52"/>
                                    <a:pt x="257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3"/>
                                  </a:cubicBezTo>
                                  <a:cubicBezTo>
                                    <a:pt x="256" y="53"/>
                                    <a:pt x="256" y="53"/>
                                    <a:pt x="256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lose/>
                                  <a:moveTo>
                                    <a:pt x="253" y="65"/>
                                  </a:moveTo>
                                  <a:cubicBezTo>
                                    <a:pt x="253" y="65"/>
                                    <a:pt x="253" y="65"/>
                                    <a:pt x="253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5"/>
                                    <a:pt x="254" y="65"/>
                                  </a:cubicBezTo>
                                  <a:cubicBezTo>
                                    <a:pt x="254" y="65"/>
                                    <a:pt x="254" y="65"/>
                                    <a:pt x="254" y="65"/>
                                  </a:cubicBezTo>
                                  <a:cubicBezTo>
                                    <a:pt x="254" y="65"/>
                                    <a:pt x="253" y="65"/>
                                    <a:pt x="253" y="65"/>
                                  </a:cubicBezTo>
                                  <a:close/>
                                  <a:moveTo>
                                    <a:pt x="266" y="63"/>
                                  </a:moveTo>
                                  <a:cubicBezTo>
                                    <a:pt x="264" y="62"/>
                                    <a:pt x="264" y="62"/>
                                    <a:pt x="264" y="62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1" y="54"/>
                                    <a:pt x="261" y="54"/>
                                  </a:cubicBezTo>
                                  <a:cubicBezTo>
                                    <a:pt x="261" y="54"/>
                                    <a:pt x="261" y="54"/>
                                    <a:pt x="261" y="54"/>
                                  </a:cubicBezTo>
                                  <a:cubicBezTo>
                                    <a:pt x="261" y="55"/>
                                    <a:pt x="261" y="55"/>
                                    <a:pt x="261" y="55"/>
                                  </a:cubicBezTo>
                                  <a:cubicBezTo>
                                    <a:pt x="261" y="55"/>
                                    <a:pt x="261" y="55"/>
                                    <a:pt x="261" y="55"/>
                                  </a:cubicBezTo>
                                  <a:cubicBezTo>
                                    <a:pt x="261" y="55"/>
                                    <a:pt x="261" y="55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7"/>
                                    <a:pt x="261" y="57"/>
                                  </a:cubicBezTo>
                                  <a:cubicBezTo>
                                    <a:pt x="261" y="57"/>
                                    <a:pt x="261" y="57"/>
                                    <a:pt x="261" y="57"/>
                                  </a:cubicBezTo>
                                  <a:cubicBezTo>
                                    <a:pt x="261" y="57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59" y="54"/>
                                  </a:cubicBezTo>
                                  <a:cubicBezTo>
                                    <a:pt x="259" y="54"/>
                                    <a:pt x="259" y="54"/>
                                    <a:pt x="259" y="53"/>
                                  </a:cubicBezTo>
                                  <a:cubicBezTo>
                                    <a:pt x="259" y="53"/>
                                    <a:pt x="259" y="53"/>
                                    <a:pt x="259" y="53"/>
                                  </a:cubicBezTo>
                                  <a:cubicBezTo>
                                    <a:pt x="259" y="53"/>
                                    <a:pt x="259" y="53"/>
                                    <a:pt x="259" y="53"/>
                                  </a:cubicBezTo>
                                  <a:cubicBezTo>
                                    <a:pt x="259" y="52"/>
                                    <a:pt x="259" y="52"/>
                                    <a:pt x="259" y="52"/>
                                  </a:cubicBezTo>
                                  <a:cubicBezTo>
                                    <a:pt x="259" y="52"/>
                                    <a:pt x="259" y="52"/>
                                    <a:pt x="259" y="52"/>
                                  </a:cubicBezTo>
                                  <a:cubicBezTo>
                                    <a:pt x="258" y="52"/>
                                    <a:pt x="258" y="51"/>
                                    <a:pt x="259" y="51"/>
                                  </a:cubicBezTo>
                                  <a:cubicBezTo>
                                    <a:pt x="259" y="51"/>
                                    <a:pt x="259" y="51"/>
                                    <a:pt x="259" y="51"/>
                                  </a:cubicBezTo>
                                  <a:cubicBezTo>
                                    <a:pt x="259" y="50"/>
                                    <a:pt x="259" y="50"/>
                                    <a:pt x="259" y="50"/>
                                  </a:cubicBezTo>
                                  <a:cubicBezTo>
                                    <a:pt x="259" y="50"/>
                                    <a:pt x="258" y="50"/>
                                    <a:pt x="258" y="50"/>
                                  </a:cubicBezTo>
                                  <a:cubicBezTo>
                                    <a:pt x="258" y="50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8"/>
                                  </a:cubicBezTo>
                                  <a:cubicBezTo>
                                    <a:pt x="258" y="48"/>
                                    <a:pt x="258" y="48"/>
                                    <a:pt x="258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6"/>
                                  </a:cubicBezTo>
                                  <a:cubicBezTo>
                                    <a:pt x="260" y="46"/>
                                    <a:pt x="260" y="46"/>
                                    <a:pt x="260" y="46"/>
                                  </a:cubicBezTo>
                                  <a:cubicBezTo>
                                    <a:pt x="260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5"/>
                                    <a:pt x="259" y="45"/>
                                    <a:pt x="259" y="45"/>
                                  </a:cubicBezTo>
                                  <a:cubicBezTo>
                                    <a:pt x="259" y="45"/>
                                    <a:pt x="259" y="45"/>
                                    <a:pt x="259" y="45"/>
                                  </a:cubicBezTo>
                                  <a:cubicBezTo>
                                    <a:pt x="259" y="45"/>
                                    <a:pt x="259" y="45"/>
                                    <a:pt x="258" y="45"/>
                                  </a:cubicBezTo>
                                  <a:cubicBezTo>
                                    <a:pt x="258" y="45"/>
                                    <a:pt x="258" y="45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9" y="43"/>
                                    <a:pt x="259" y="43"/>
                                  </a:cubicBezTo>
                                  <a:cubicBezTo>
                                    <a:pt x="259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2"/>
                                  </a:cubicBezTo>
                                  <a:cubicBezTo>
                                    <a:pt x="258" y="42"/>
                                    <a:pt x="258" y="42"/>
                                    <a:pt x="258" y="42"/>
                                  </a:cubicBezTo>
                                  <a:cubicBezTo>
                                    <a:pt x="258" y="42"/>
                                    <a:pt x="258" y="42"/>
                                    <a:pt x="258" y="42"/>
                                  </a:cubicBezTo>
                                  <a:cubicBezTo>
                                    <a:pt x="257" y="42"/>
                                    <a:pt x="257" y="42"/>
                                    <a:pt x="257" y="42"/>
                                  </a:cubicBezTo>
                                  <a:cubicBezTo>
                                    <a:pt x="257" y="42"/>
                                    <a:pt x="257" y="42"/>
                                    <a:pt x="257" y="42"/>
                                  </a:cubicBezTo>
                                  <a:cubicBezTo>
                                    <a:pt x="256" y="42"/>
                                    <a:pt x="256" y="42"/>
                                    <a:pt x="256" y="42"/>
                                  </a:cubicBezTo>
                                  <a:cubicBezTo>
                                    <a:pt x="256" y="42"/>
                                    <a:pt x="256" y="42"/>
                                    <a:pt x="256" y="42"/>
                                  </a:cubicBezTo>
                                  <a:cubicBezTo>
                                    <a:pt x="256" y="42"/>
                                    <a:pt x="256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4" y="42"/>
                                    <a:pt x="254" y="42"/>
                                    <a:pt x="254" y="42"/>
                                  </a:cubicBezTo>
                                  <a:cubicBezTo>
                                    <a:pt x="253" y="42"/>
                                    <a:pt x="253" y="42"/>
                                    <a:pt x="253" y="42"/>
                                  </a:cubicBezTo>
                                  <a:cubicBezTo>
                                    <a:pt x="253" y="42"/>
                                    <a:pt x="253" y="42"/>
                                    <a:pt x="253" y="41"/>
                                  </a:cubicBezTo>
                                  <a:cubicBezTo>
                                    <a:pt x="253" y="41"/>
                                    <a:pt x="253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0"/>
                                    <a:pt x="251" y="40"/>
                                  </a:cubicBezTo>
                                  <a:cubicBezTo>
                                    <a:pt x="251" y="40"/>
                                    <a:pt x="251" y="40"/>
                                    <a:pt x="250" y="40"/>
                                  </a:cubicBezTo>
                                  <a:cubicBezTo>
                                    <a:pt x="250" y="40"/>
                                    <a:pt x="250" y="40"/>
                                    <a:pt x="250" y="40"/>
                                  </a:cubicBezTo>
                                  <a:cubicBezTo>
                                    <a:pt x="250" y="40"/>
                                    <a:pt x="250" y="40"/>
                                    <a:pt x="249" y="40"/>
                                  </a:cubicBezTo>
                                  <a:cubicBezTo>
                                    <a:pt x="249" y="40"/>
                                    <a:pt x="249" y="40"/>
                                    <a:pt x="249" y="40"/>
                                  </a:cubicBezTo>
                                  <a:cubicBezTo>
                                    <a:pt x="249" y="40"/>
                                    <a:pt x="249" y="40"/>
                                    <a:pt x="249" y="40"/>
                                  </a:cubicBezTo>
                                  <a:cubicBezTo>
                                    <a:pt x="248" y="40"/>
                                    <a:pt x="248" y="40"/>
                                    <a:pt x="248" y="40"/>
                                  </a:cubicBezTo>
                                  <a:cubicBezTo>
                                    <a:pt x="248" y="40"/>
                                    <a:pt x="248" y="40"/>
                                    <a:pt x="248" y="40"/>
                                  </a:cubicBezTo>
                                  <a:cubicBezTo>
                                    <a:pt x="248" y="40"/>
                                    <a:pt x="248" y="40"/>
                                    <a:pt x="247" y="40"/>
                                  </a:cubicBezTo>
                                  <a:cubicBezTo>
                                    <a:pt x="247" y="40"/>
                                    <a:pt x="247" y="40"/>
                                    <a:pt x="247" y="40"/>
                                  </a:cubicBezTo>
                                  <a:cubicBezTo>
                                    <a:pt x="247" y="40"/>
                                    <a:pt x="246" y="40"/>
                                    <a:pt x="246" y="40"/>
                                  </a:cubicBezTo>
                                  <a:cubicBezTo>
                                    <a:pt x="246" y="40"/>
                                    <a:pt x="246" y="40"/>
                                    <a:pt x="246" y="40"/>
                                  </a:cubicBezTo>
                                  <a:cubicBezTo>
                                    <a:pt x="246" y="40"/>
                                    <a:pt x="246" y="40"/>
                                    <a:pt x="246" y="40"/>
                                  </a:cubicBezTo>
                                  <a:cubicBezTo>
                                    <a:pt x="245" y="40"/>
                                    <a:pt x="245" y="40"/>
                                    <a:pt x="245" y="40"/>
                                  </a:cubicBezTo>
                                  <a:cubicBezTo>
                                    <a:pt x="245" y="40"/>
                                    <a:pt x="245" y="41"/>
                                    <a:pt x="245" y="41"/>
                                  </a:cubicBezTo>
                                  <a:cubicBezTo>
                                    <a:pt x="245" y="41"/>
                                    <a:pt x="245" y="41"/>
                                    <a:pt x="245" y="41"/>
                                  </a:cubicBezTo>
                                  <a:cubicBezTo>
                                    <a:pt x="244" y="41"/>
                                    <a:pt x="244" y="41"/>
                                    <a:pt x="244" y="41"/>
                                  </a:cubicBezTo>
                                  <a:cubicBezTo>
                                    <a:pt x="244" y="41"/>
                                    <a:pt x="244" y="42"/>
                                    <a:pt x="243" y="42"/>
                                  </a:cubicBezTo>
                                  <a:cubicBezTo>
                                    <a:pt x="243" y="42"/>
                                    <a:pt x="243" y="42"/>
                                    <a:pt x="243" y="42"/>
                                  </a:cubicBezTo>
                                  <a:cubicBezTo>
                                    <a:pt x="243" y="42"/>
                                    <a:pt x="242" y="42"/>
                                    <a:pt x="242" y="42"/>
                                  </a:cubicBezTo>
                                  <a:cubicBezTo>
                                    <a:pt x="242" y="42"/>
                                    <a:pt x="242" y="42"/>
                                    <a:pt x="242" y="42"/>
                                  </a:cubicBezTo>
                                  <a:cubicBezTo>
                                    <a:pt x="242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3"/>
                                    <a:pt x="241" y="43"/>
                                    <a:pt x="241" y="42"/>
                                  </a:cubicBezTo>
                                  <a:cubicBezTo>
                                    <a:pt x="241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2"/>
                                    <a:pt x="240" y="42"/>
                                    <a:pt x="240" y="43"/>
                                  </a:cubicBezTo>
                                  <a:cubicBezTo>
                                    <a:pt x="240" y="43"/>
                                    <a:pt x="240" y="43"/>
                                    <a:pt x="240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4"/>
                                    <a:pt x="239" y="44"/>
                                    <a:pt x="239" y="44"/>
                                  </a:cubicBezTo>
                                  <a:cubicBezTo>
                                    <a:pt x="239" y="44"/>
                                    <a:pt x="239" y="44"/>
                                    <a:pt x="239" y="44"/>
                                  </a:cubicBezTo>
                                  <a:cubicBezTo>
                                    <a:pt x="239" y="44"/>
                                    <a:pt x="239" y="44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6"/>
                                    <a:pt x="239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8" y="47"/>
                                    <a:pt x="238" y="47"/>
                                    <a:pt x="238" y="47"/>
                                  </a:cubicBezTo>
                                  <a:cubicBezTo>
                                    <a:pt x="238" y="47"/>
                                    <a:pt x="238" y="47"/>
                                    <a:pt x="239" y="47"/>
                                  </a:cubicBezTo>
                                  <a:cubicBezTo>
                                    <a:pt x="239" y="47"/>
                                    <a:pt x="239" y="47"/>
                                    <a:pt x="239" y="47"/>
                                  </a:cubicBezTo>
                                  <a:cubicBezTo>
                                    <a:pt x="239" y="48"/>
                                    <a:pt x="239" y="48"/>
                                    <a:pt x="239" y="48"/>
                                  </a:cubicBezTo>
                                  <a:cubicBezTo>
                                    <a:pt x="239" y="48"/>
                                    <a:pt x="239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7"/>
                                    <a:pt x="242" y="47"/>
                                  </a:cubicBezTo>
                                  <a:cubicBezTo>
                                    <a:pt x="243" y="47"/>
                                    <a:pt x="242" y="47"/>
                                    <a:pt x="243" y="47"/>
                                  </a:cubicBezTo>
                                  <a:cubicBezTo>
                                    <a:pt x="243" y="47"/>
                                    <a:pt x="243" y="47"/>
                                    <a:pt x="243" y="47"/>
                                  </a:cubicBezTo>
                                  <a:cubicBezTo>
                                    <a:pt x="243" y="47"/>
                                    <a:pt x="243" y="47"/>
                                    <a:pt x="243" y="48"/>
                                  </a:cubicBezTo>
                                  <a:cubicBezTo>
                                    <a:pt x="243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3" y="48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4" y="49"/>
                                    <a:pt x="244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1"/>
                                  </a:cubicBezTo>
                                  <a:cubicBezTo>
                                    <a:pt x="244" y="51"/>
                                    <a:pt x="244" y="51"/>
                                    <a:pt x="244" y="51"/>
                                  </a:cubicBezTo>
                                  <a:cubicBezTo>
                                    <a:pt x="244" y="51"/>
                                    <a:pt x="244" y="51"/>
                                    <a:pt x="244" y="51"/>
                                  </a:cubicBezTo>
                                  <a:cubicBezTo>
                                    <a:pt x="244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0"/>
                                    <a:pt x="245" y="50"/>
                                    <a:pt x="245" y="50"/>
                                  </a:cubicBezTo>
                                  <a:cubicBezTo>
                                    <a:pt x="245" y="50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3"/>
                                    <a:pt x="246" y="53"/>
                                    <a:pt x="246" y="53"/>
                                  </a:cubicBezTo>
                                  <a:cubicBezTo>
                                    <a:pt x="246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50" y="53"/>
                                    <a:pt x="250" y="53"/>
                                  </a:cubicBezTo>
                                  <a:cubicBezTo>
                                    <a:pt x="250" y="53"/>
                                    <a:pt x="250" y="53"/>
                                    <a:pt x="250" y="53"/>
                                  </a:cubicBezTo>
                                  <a:cubicBezTo>
                                    <a:pt x="250" y="53"/>
                                    <a:pt x="250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3"/>
                                    <a:pt x="254" y="52"/>
                                    <a:pt x="254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3"/>
                                    <a:pt x="258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8" y="53"/>
                                    <a:pt x="258" y="54"/>
                                  </a:cubicBezTo>
                                  <a:cubicBezTo>
                                    <a:pt x="258" y="54"/>
                                    <a:pt x="258" y="54"/>
                                    <a:pt x="258" y="54"/>
                                  </a:cubicBezTo>
                                  <a:cubicBezTo>
                                    <a:pt x="258" y="54"/>
                                    <a:pt x="258" y="54"/>
                                    <a:pt x="258" y="54"/>
                                  </a:cubicBezTo>
                                  <a:cubicBezTo>
                                    <a:pt x="258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4" y="55"/>
                                  </a:cubicBezTo>
                                  <a:cubicBezTo>
                                    <a:pt x="254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6"/>
                                    <a:pt x="254" y="56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4"/>
                                  </a:cubicBezTo>
                                  <a:cubicBezTo>
                                    <a:pt x="254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2" y="54"/>
                                    <a:pt x="252" y="54"/>
                                    <a:pt x="252" y="54"/>
                                  </a:cubicBezTo>
                                  <a:cubicBezTo>
                                    <a:pt x="252" y="54"/>
                                    <a:pt x="252" y="54"/>
                                    <a:pt x="252" y="54"/>
                                  </a:cubicBezTo>
                                  <a:cubicBezTo>
                                    <a:pt x="251" y="54"/>
                                    <a:pt x="251" y="54"/>
                                    <a:pt x="251" y="55"/>
                                  </a:cubicBezTo>
                                  <a:cubicBezTo>
                                    <a:pt x="251" y="55"/>
                                    <a:pt x="251" y="55"/>
                                    <a:pt x="251" y="55"/>
                                  </a:cubicBezTo>
                                  <a:cubicBezTo>
                                    <a:pt x="251" y="55"/>
                                    <a:pt x="251" y="55"/>
                                    <a:pt x="251" y="55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49" y="56"/>
                                    <a:pt x="249" y="56"/>
                                    <a:pt x="249" y="56"/>
                                  </a:cubicBezTo>
                                  <a:cubicBezTo>
                                    <a:pt x="249" y="56"/>
                                    <a:pt x="249" y="56"/>
                                    <a:pt x="249" y="56"/>
                                  </a:cubicBezTo>
                                  <a:cubicBezTo>
                                    <a:pt x="249" y="56"/>
                                    <a:pt x="249" y="56"/>
                                    <a:pt x="248" y="56"/>
                                  </a:cubicBezTo>
                                  <a:cubicBezTo>
                                    <a:pt x="248" y="56"/>
                                    <a:pt x="248" y="56"/>
                                    <a:pt x="248" y="56"/>
                                  </a:cubicBezTo>
                                  <a:cubicBezTo>
                                    <a:pt x="248" y="56"/>
                                    <a:pt x="248" y="55"/>
                                    <a:pt x="248" y="56"/>
                                  </a:cubicBezTo>
                                  <a:cubicBezTo>
                                    <a:pt x="248" y="56"/>
                                    <a:pt x="248" y="56"/>
                                    <a:pt x="248" y="56"/>
                                  </a:cubicBezTo>
                                  <a:cubicBezTo>
                                    <a:pt x="248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5"/>
                                  </a:cubicBezTo>
                                  <a:cubicBezTo>
                                    <a:pt x="247" y="55"/>
                                    <a:pt x="247" y="55"/>
                                    <a:pt x="247" y="55"/>
                                  </a:cubicBezTo>
                                  <a:cubicBezTo>
                                    <a:pt x="247" y="55"/>
                                    <a:pt x="247" y="55"/>
                                    <a:pt x="247" y="55"/>
                                  </a:cubicBezTo>
                                  <a:cubicBezTo>
                                    <a:pt x="247" y="55"/>
                                    <a:pt x="246" y="55"/>
                                    <a:pt x="246" y="55"/>
                                  </a:cubicBezTo>
                                  <a:cubicBezTo>
                                    <a:pt x="246" y="55"/>
                                    <a:pt x="246" y="55"/>
                                    <a:pt x="246" y="55"/>
                                  </a:cubicBezTo>
                                  <a:cubicBezTo>
                                    <a:pt x="245" y="55"/>
                                    <a:pt x="245" y="55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6" y="56"/>
                                  </a:cubicBezTo>
                                  <a:cubicBezTo>
                                    <a:pt x="246" y="56"/>
                                    <a:pt x="246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6" y="57"/>
                                    <a:pt x="246" y="57"/>
                                    <a:pt x="246" y="57"/>
                                  </a:cubicBezTo>
                                  <a:cubicBezTo>
                                    <a:pt x="246" y="57"/>
                                    <a:pt x="246" y="57"/>
                                    <a:pt x="246" y="57"/>
                                  </a:cubicBezTo>
                                  <a:cubicBezTo>
                                    <a:pt x="246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8"/>
                                  </a:cubicBezTo>
                                  <a:cubicBezTo>
                                    <a:pt x="247" y="58"/>
                                    <a:pt x="247" y="58"/>
                                    <a:pt x="247" y="58"/>
                                  </a:cubicBezTo>
                                  <a:cubicBezTo>
                                    <a:pt x="248" y="58"/>
                                    <a:pt x="248" y="58"/>
                                    <a:pt x="248" y="58"/>
                                  </a:cubicBezTo>
                                  <a:cubicBezTo>
                                    <a:pt x="248" y="58"/>
                                    <a:pt x="248" y="59"/>
                                    <a:pt x="248" y="59"/>
                                  </a:cubicBezTo>
                                  <a:cubicBezTo>
                                    <a:pt x="248" y="59"/>
                                    <a:pt x="248" y="59"/>
                                    <a:pt x="249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59"/>
                                  </a:cubicBezTo>
                                  <a:cubicBezTo>
                                    <a:pt x="248" y="59"/>
                                    <a:pt x="248" y="59"/>
                                    <a:pt x="248" y="59"/>
                                  </a:cubicBezTo>
                                  <a:cubicBezTo>
                                    <a:pt x="248" y="59"/>
                                    <a:pt x="248" y="59"/>
                                    <a:pt x="248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50" y="60"/>
                                  </a:cubicBezTo>
                                  <a:cubicBezTo>
                                    <a:pt x="250" y="59"/>
                                    <a:pt x="250" y="59"/>
                                    <a:pt x="250" y="59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1" y="61"/>
                                    <a:pt x="251" y="61"/>
                                    <a:pt x="251" y="62"/>
                                  </a:cubicBezTo>
                                  <a:cubicBezTo>
                                    <a:pt x="251" y="62"/>
                                    <a:pt x="251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49" y="62"/>
                                    <a:pt x="249" y="62"/>
                                  </a:cubicBezTo>
                                  <a:cubicBezTo>
                                    <a:pt x="249" y="62"/>
                                    <a:pt x="249" y="62"/>
                                    <a:pt x="249" y="62"/>
                                  </a:cubicBezTo>
                                  <a:cubicBezTo>
                                    <a:pt x="249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5"/>
                                  </a:cubicBezTo>
                                  <a:cubicBezTo>
                                    <a:pt x="250" y="65"/>
                                    <a:pt x="250" y="65"/>
                                    <a:pt x="250" y="65"/>
                                  </a:cubicBezTo>
                                  <a:cubicBezTo>
                                    <a:pt x="250" y="65"/>
                                    <a:pt x="250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3"/>
                                  </a:cubicBezTo>
                                  <a:cubicBezTo>
                                    <a:pt x="253" y="64"/>
                                    <a:pt x="253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3" y="62"/>
                                    <a:pt x="253" y="62"/>
                                  </a:cubicBezTo>
                                  <a:cubicBezTo>
                                    <a:pt x="253" y="62"/>
                                    <a:pt x="253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1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5" y="62"/>
                                  </a:cubicBezTo>
                                  <a:cubicBezTo>
                                    <a:pt x="255" y="62"/>
                                    <a:pt x="255" y="62"/>
                                    <a:pt x="255" y="62"/>
                                  </a:cubicBezTo>
                                  <a:cubicBezTo>
                                    <a:pt x="255" y="62"/>
                                    <a:pt x="255" y="62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4" y="61"/>
                                  </a:cubicBezTo>
                                  <a:cubicBezTo>
                                    <a:pt x="254" y="61"/>
                                    <a:pt x="254" y="61"/>
                                    <a:pt x="254" y="61"/>
                                  </a:cubicBezTo>
                                  <a:cubicBezTo>
                                    <a:pt x="254" y="61"/>
                                    <a:pt x="254" y="61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1"/>
                                    <a:pt x="254" y="61"/>
                                  </a:cubicBezTo>
                                  <a:cubicBezTo>
                                    <a:pt x="254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5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7"/>
                                    <a:pt x="257" y="57"/>
                                    <a:pt x="257" y="57"/>
                                  </a:cubicBezTo>
                                  <a:cubicBezTo>
                                    <a:pt x="257" y="57"/>
                                    <a:pt x="257" y="57"/>
                                    <a:pt x="257" y="57"/>
                                  </a:cubicBezTo>
                                  <a:cubicBezTo>
                                    <a:pt x="257" y="57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1"/>
                                    <a:pt x="256" y="61"/>
                                  </a:cubicBezTo>
                                  <a:cubicBezTo>
                                    <a:pt x="256" y="61"/>
                                    <a:pt x="256" y="61"/>
                                    <a:pt x="256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6" y="61"/>
                                  </a:cubicBezTo>
                                  <a:cubicBezTo>
                                    <a:pt x="256" y="61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7" y="62"/>
                                    <a:pt x="257" y="61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5"/>
                                  </a:cubicBezTo>
                                  <a:cubicBezTo>
                                    <a:pt x="261" y="65"/>
                                    <a:pt x="261" y="65"/>
                                    <a:pt x="261" y="65"/>
                                  </a:cubicBezTo>
                                  <a:cubicBezTo>
                                    <a:pt x="261" y="65"/>
                                    <a:pt x="261" y="65"/>
                                    <a:pt x="261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4"/>
                                    <a:pt x="262" y="65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lnTo>
                                    <a:pt x="266" y="63"/>
                                  </a:lnTo>
                                  <a:close/>
                                  <a:moveTo>
                                    <a:pt x="291" y="94"/>
                                  </a:moveTo>
                                  <a:cubicBezTo>
                                    <a:pt x="291" y="94"/>
                                    <a:pt x="291" y="94"/>
                                    <a:pt x="291" y="94"/>
                                  </a:cubicBezTo>
                                  <a:cubicBezTo>
                                    <a:pt x="291" y="94"/>
                                    <a:pt x="291" y="94"/>
                                    <a:pt x="291" y="94"/>
                                  </a:cubicBezTo>
                                  <a:cubicBezTo>
                                    <a:pt x="291" y="95"/>
                                    <a:pt x="291" y="94"/>
                                    <a:pt x="290" y="94"/>
                                  </a:cubicBezTo>
                                  <a:cubicBezTo>
                                    <a:pt x="290" y="94"/>
                                    <a:pt x="290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1" y="93"/>
                                    <a:pt x="291" y="94"/>
                                    <a:pt x="291" y="94"/>
                                  </a:cubicBezTo>
                                  <a:close/>
                                  <a:moveTo>
                                    <a:pt x="291" y="92"/>
                                  </a:move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1"/>
                                  </a:cubicBezTo>
                                  <a:cubicBezTo>
                                    <a:pt x="291" y="91"/>
                                    <a:pt x="291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1" y="89"/>
                                  </a:cubicBezTo>
                                  <a:cubicBezTo>
                                    <a:pt x="291" y="88"/>
                                    <a:pt x="291" y="88"/>
                                    <a:pt x="291" y="88"/>
                                  </a:cubicBezTo>
                                  <a:cubicBezTo>
                                    <a:pt x="291" y="88"/>
                                    <a:pt x="291" y="88"/>
                                    <a:pt x="290" y="88"/>
                                  </a:cubicBezTo>
                                  <a:cubicBezTo>
                                    <a:pt x="290" y="87"/>
                                    <a:pt x="290" y="88"/>
                                    <a:pt x="289" y="88"/>
                                  </a:cubicBezTo>
                                  <a:cubicBezTo>
                                    <a:pt x="289" y="88"/>
                                    <a:pt x="288" y="88"/>
                                    <a:pt x="288" y="88"/>
                                  </a:cubicBezTo>
                                  <a:cubicBezTo>
                                    <a:pt x="287" y="88"/>
                                    <a:pt x="287" y="88"/>
                                    <a:pt x="286" y="88"/>
                                  </a:cubicBezTo>
                                  <a:cubicBezTo>
                                    <a:pt x="286" y="89"/>
                                    <a:pt x="286" y="89"/>
                                    <a:pt x="285" y="89"/>
                                  </a:cubicBezTo>
                                  <a:cubicBezTo>
                                    <a:pt x="285" y="89"/>
                                    <a:pt x="285" y="90"/>
                                    <a:pt x="285" y="90"/>
                                  </a:cubicBezTo>
                                  <a:cubicBezTo>
                                    <a:pt x="284" y="90"/>
                                    <a:pt x="284" y="91"/>
                                    <a:pt x="284" y="92"/>
                                  </a:cubicBezTo>
                                  <a:cubicBezTo>
                                    <a:pt x="284" y="92"/>
                                    <a:pt x="284" y="92"/>
                                    <a:pt x="284" y="92"/>
                                  </a:cubicBezTo>
                                  <a:cubicBezTo>
                                    <a:pt x="284" y="92"/>
                                    <a:pt x="283" y="93"/>
                                    <a:pt x="283" y="93"/>
                                  </a:cubicBezTo>
                                  <a:cubicBezTo>
                                    <a:pt x="283" y="93"/>
                                    <a:pt x="283" y="93"/>
                                    <a:pt x="283" y="93"/>
                                  </a:cubicBezTo>
                                  <a:cubicBezTo>
                                    <a:pt x="283" y="94"/>
                                    <a:pt x="283" y="94"/>
                                    <a:pt x="283" y="94"/>
                                  </a:cubicBezTo>
                                  <a:cubicBezTo>
                                    <a:pt x="283" y="94"/>
                                    <a:pt x="283" y="95"/>
                                    <a:pt x="283" y="95"/>
                                  </a:cubicBezTo>
                                  <a:cubicBezTo>
                                    <a:pt x="283" y="95"/>
                                    <a:pt x="283" y="95"/>
                                    <a:pt x="283" y="95"/>
                                  </a:cubicBezTo>
                                  <a:cubicBezTo>
                                    <a:pt x="283" y="95"/>
                                    <a:pt x="284" y="95"/>
                                    <a:pt x="284" y="94"/>
                                  </a:cubicBezTo>
                                  <a:cubicBezTo>
                                    <a:pt x="284" y="94"/>
                                    <a:pt x="284" y="94"/>
                                    <a:pt x="285" y="94"/>
                                  </a:cubicBezTo>
                                  <a:cubicBezTo>
                                    <a:pt x="285" y="94"/>
                                    <a:pt x="286" y="94"/>
                                    <a:pt x="287" y="94"/>
                                  </a:cubicBezTo>
                                  <a:cubicBezTo>
                                    <a:pt x="287" y="95"/>
                                    <a:pt x="287" y="94"/>
                                    <a:pt x="288" y="94"/>
                                  </a:cubicBezTo>
                                  <a:cubicBezTo>
                                    <a:pt x="288" y="94"/>
                                    <a:pt x="288" y="94"/>
                                    <a:pt x="288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3"/>
                                    <a:pt x="289" y="93"/>
                                    <a:pt x="289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lose/>
                                  <a:moveTo>
                                    <a:pt x="270" y="43"/>
                                  </a:moveTo>
                                  <a:cubicBezTo>
                                    <a:pt x="270" y="43"/>
                                    <a:pt x="270" y="43"/>
                                    <a:pt x="270" y="43"/>
                                  </a:cubicBezTo>
                                  <a:cubicBezTo>
                                    <a:pt x="270" y="43"/>
                                    <a:pt x="270" y="43"/>
                                    <a:pt x="270" y="43"/>
                                  </a:cubicBezTo>
                                  <a:cubicBezTo>
                                    <a:pt x="270" y="44"/>
                                    <a:pt x="270" y="44"/>
                                    <a:pt x="270" y="44"/>
                                  </a:cubicBezTo>
                                  <a:cubicBezTo>
                                    <a:pt x="270" y="44"/>
                                    <a:pt x="270" y="44"/>
                                    <a:pt x="270" y="45"/>
                                  </a:cubicBezTo>
                                  <a:cubicBezTo>
                                    <a:pt x="270" y="45"/>
                                    <a:pt x="270" y="45"/>
                                    <a:pt x="270" y="45"/>
                                  </a:cubicBezTo>
                                  <a:cubicBezTo>
                                    <a:pt x="271" y="45"/>
                                    <a:pt x="271" y="45"/>
                                    <a:pt x="271" y="45"/>
                                  </a:cubicBezTo>
                                  <a:cubicBezTo>
                                    <a:pt x="271" y="45"/>
                                    <a:pt x="272" y="45"/>
                                    <a:pt x="272" y="45"/>
                                  </a:cubicBezTo>
                                  <a:cubicBezTo>
                                    <a:pt x="272" y="45"/>
                                    <a:pt x="272" y="45"/>
                                    <a:pt x="272" y="45"/>
                                  </a:cubicBezTo>
                                  <a:cubicBezTo>
                                    <a:pt x="272" y="45"/>
                                    <a:pt x="273" y="45"/>
                                    <a:pt x="273" y="45"/>
                                  </a:cubicBezTo>
                                  <a:cubicBezTo>
                                    <a:pt x="273" y="45"/>
                                    <a:pt x="273" y="45"/>
                                    <a:pt x="273" y="45"/>
                                  </a:cubicBezTo>
                                  <a:cubicBezTo>
                                    <a:pt x="273" y="45"/>
                                    <a:pt x="273" y="45"/>
                                    <a:pt x="274" y="45"/>
                                  </a:cubicBezTo>
                                  <a:cubicBezTo>
                                    <a:pt x="274" y="45"/>
                                    <a:pt x="274" y="45"/>
                                    <a:pt x="274" y="45"/>
                                  </a:cubicBezTo>
                                  <a:cubicBezTo>
                                    <a:pt x="274" y="45"/>
                                    <a:pt x="274" y="45"/>
                                    <a:pt x="274" y="44"/>
                                  </a:cubicBezTo>
                                  <a:cubicBezTo>
                                    <a:pt x="273" y="44"/>
                                    <a:pt x="274" y="44"/>
                                    <a:pt x="273" y="44"/>
                                  </a:cubicBezTo>
                                  <a:cubicBezTo>
                                    <a:pt x="273" y="44"/>
                                    <a:pt x="273" y="44"/>
                                    <a:pt x="273" y="44"/>
                                  </a:cubicBezTo>
                                  <a:cubicBezTo>
                                    <a:pt x="273" y="44"/>
                                    <a:pt x="273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3"/>
                                  </a:cubicBezTo>
                                  <a:cubicBezTo>
                                    <a:pt x="272" y="43"/>
                                    <a:pt x="272" y="43"/>
                                    <a:pt x="272" y="43"/>
                                  </a:cubicBezTo>
                                  <a:cubicBezTo>
                                    <a:pt x="272" y="43"/>
                                    <a:pt x="272" y="43"/>
                                    <a:pt x="272" y="43"/>
                                  </a:cubicBezTo>
                                  <a:cubicBezTo>
                                    <a:pt x="272" y="43"/>
                                    <a:pt x="271" y="43"/>
                                    <a:pt x="271" y="43"/>
                                  </a:cubicBezTo>
                                  <a:cubicBezTo>
                                    <a:pt x="271" y="43"/>
                                    <a:pt x="271" y="43"/>
                                    <a:pt x="271" y="43"/>
                                  </a:cubicBezTo>
                                  <a:cubicBezTo>
                                    <a:pt x="271" y="42"/>
                                    <a:pt x="271" y="42"/>
                                    <a:pt x="271" y="42"/>
                                  </a:cubicBezTo>
                                  <a:cubicBezTo>
                                    <a:pt x="271" y="42"/>
                                    <a:pt x="271" y="42"/>
                                    <a:pt x="271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8" y="42"/>
                                    <a:pt x="268" y="42"/>
                                  </a:cubicBezTo>
                                  <a:cubicBezTo>
                                    <a:pt x="268" y="42"/>
                                    <a:pt x="268" y="42"/>
                                    <a:pt x="268" y="42"/>
                                  </a:cubicBezTo>
                                  <a:cubicBezTo>
                                    <a:pt x="268" y="42"/>
                                    <a:pt x="268" y="42"/>
                                    <a:pt x="267" y="42"/>
                                  </a:cubicBezTo>
                                  <a:cubicBezTo>
                                    <a:pt x="267" y="42"/>
                                    <a:pt x="267" y="41"/>
                                    <a:pt x="267" y="42"/>
                                  </a:cubicBezTo>
                                  <a:cubicBezTo>
                                    <a:pt x="267" y="42"/>
                                    <a:pt x="267" y="42"/>
                                    <a:pt x="267" y="42"/>
                                  </a:cubicBezTo>
                                  <a:cubicBezTo>
                                    <a:pt x="267" y="42"/>
                                    <a:pt x="267" y="42"/>
                                    <a:pt x="267" y="42"/>
                                  </a:cubicBezTo>
                                  <a:cubicBezTo>
                                    <a:pt x="267" y="42"/>
                                    <a:pt x="268" y="42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2"/>
                                  </a:cubicBezTo>
                                  <a:cubicBezTo>
                                    <a:pt x="268" y="43"/>
                                    <a:pt x="269" y="43"/>
                                    <a:pt x="269" y="43"/>
                                  </a:cubicBezTo>
                                  <a:cubicBezTo>
                                    <a:pt x="269" y="43"/>
                                    <a:pt x="269" y="43"/>
                                    <a:pt x="269" y="43"/>
                                  </a:cubicBezTo>
                                  <a:cubicBezTo>
                                    <a:pt x="269" y="43"/>
                                    <a:pt x="269" y="43"/>
                                    <a:pt x="270" y="43"/>
                                  </a:cubicBezTo>
                                  <a:close/>
                                  <a:moveTo>
                                    <a:pt x="277" y="50"/>
                                  </a:moveTo>
                                  <a:cubicBezTo>
                                    <a:pt x="277" y="50"/>
                                    <a:pt x="277" y="50"/>
                                    <a:pt x="278" y="50"/>
                                  </a:cubicBezTo>
                                  <a:cubicBezTo>
                                    <a:pt x="278" y="49"/>
                                    <a:pt x="277" y="49"/>
                                    <a:pt x="277" y="49"/>
                                  </a:cubicBezTo>
                                  <a:cubicBezTo>
                                    <a:pt x="277" y="49"/>
                                    <a:pt x="277" y="49"/>
                                    <a:pt x="277" y="49"/>
                                  </a:cubicBezTo>
                                  <a:cubicBezTo>
                                    <a:pt x="277" y="49"/>
                                    <a:pt x="277" y="49"/>
                                    <a:pt x="277" y="49"/>
                                  </a:cubicBezTo>
                                  <a:cubicBezTo>
                                    <a:pt x="276" y="49"/>
                                    <a:pt x="276" y="49"/>
                                    <a:pt x="276" y="49"/>
                                  </a:cubicBezTo>
                                  <a:cubicBezTo>
                                    <a:pt x="276" y="49"/>
                                    <a:pt x="275" y="49"/>
                                    <a:pt x="275" y="49"/>
                                  </a:cubicBezTo>
                                  <a:cubicBezTo>
                                    <a:pt x="275" y="49"/>
                                    <a:pt x="275" y="49"/>
                                    <a:pt x="275" y="49"/>
                                  </a:cubicBezTo>
                                  <a:cubicBezTo>
                                    <a:pt x="275" y="49"/>
                                    <a:pt x="275" y="49"/>
                                    <a:pt x="275" y="49"/>
                                  </a:cubicBezTo>
                                  <a:cubicBezTo>
                                    <a:pt x="274" y="49"/>
                                    <a:pt x="274" y="49"/>
                                    <a:pt x="274" y="49"/>
                                  </a:cubicBezTo>
                                  <a:cubicBezTo>
                                    <a:pt x="274" y="49"/>
                                    <a:pt x="274" y="49"/>
                                    <a:pt x="274" y="49"/>
                                  </a:cubicBezTo>
                                  <a:cubicBezTo>
                                    <a:pt x="274" y="49"/>
                                    <a:pt x="273" y="49"/>
                                    <a:pt x="273" y="49"/>
                                  </a:cubicBezTo>
                                  <a:cubicBezTo>
                                    <a:pt x="273" y="49"/>
                                    <a:pt x="273" y="49"/>
                                    <a:pt x="273" y="49"/>
                                  </a:cubicBezTo>
                                  <a:cubicBezTo>
                                    <a:pt x="273" y="48"/>
                                    <a:pt x="272" y="49"/>
                                    <a:pt x="272" y="49"/>
                                  </a:cubicBezTo>
                                  <a:cubicBezTo>
                                    <a:pt x="272" y="49"/>
                                    <a:pt x="272" y="48"/>
                                    <a:pt x="272" y="48"/>
                                  </a:cubicBezTo>
                                  <a:cubicBezTo>
                                    <a:pt x="271" y="48"/>
                                    <a:pt x="271" y="48"/>
                                    <a:pt x="270" y="48"/>
                                  </a:cubicBezTo>
                                  <a:cubicBezTo>
                                    <a:pt x="270" y="48"/>
                                    <a:pt x="270" y="48"/>
                                    <a:pt x="270" y="48"/>
                                  </a:cubicBezTo>
                                  <a:cubicBezTo>
                                    <a:pt x="270" y="48"/>
                                    <a:pt x="270" y="48"/>
                                    <a:pt x="269" y="48"/>
                                  </a:cubicBezTo>
                                  <a:cubicBezTo>
                                    <a:pt x="269" y="48"/>
                                    <a:pt x="269" y="48"/>
                                    <a:pt x="269" y="48"/>
                                  </a:cubicBezTo>
                                  <a:cubicBezTo>
                                    <a:pt x="269" y="48"/>
                                    <a:pt x="269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9"/>
                                    <a:pt x="268" y="49"/>
                                  </a:cubicBezTo>
                                  <a:cubicBezTo>
                                    <a:pt x="268" y="49"/>
                                    <a:pt x="268" y="49"/>
                                    <a:pt x="268" y="49"/>
                                  </a:cubicBezTo>
                                  <a:cubicBezTo>
                                    <a:pt x="268" y="49"/>
                                    <a:pt x="268" y="49"/>
                                    <a:pt x="268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70" y="49"/>
                                    <a:pt x="270" y="49"/>
                                    <a:pt x="270" y="49"/>
                                  </a:cubicBezTo>
                                  <a:cubicBezTo>
                                    <a:pt x="270" y="49"/>
                                    <a:pt x="270" y="49"/>
                                    <a:pt x="270" y="49"/>
                                  </a:cubicBezTo>
                                  <a:cubicBezTo>
                                    <a:pt x="270" y="49"/>
                                    <a:pt x="270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50"/>
                                    <a:pt x="271" y="50"/>
                                    <a:pt x="272" y="50"/>
                                  </a:cubicBezTo>
                                  <a:cubicBezTo>
                                    <a:pt x="272" y="50"/>
                                    <a:pt x="272" y="50"/>
                                    <a:pt x="272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4" y="50"/>
                                    <a:pt x="274" y="50"/>
                                    <a:pt x="274" y="50"/>
                                  </a:cubicBezTo>
                                  <a:cubicBezTo>
                                    <a:pt x="274" y="50"/>
                                    <a:pt x="274" y="50"/>
                                    <a:pt x="274" y="50"/>
                                  </a:cubicBezTo>
                                  <a:cubicBezTo>
                                    <a:pt x="274" y="50"/>
                                    <a:pt x="274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6" y="50"/>
                                    <a:pt x="276" y="50"/>
                                  </a:cubicBezTo>
                                  <a:cubicBezTo>
                                    <a:pt x="276" y="50"/>
                                    <a:pt x="276" y="50"/>
                                    <a:pt x="276" y="50"/>
                                  </a:cubicBezTo>
                                  <a:cubicBezTo>
                                    <a:pt x="276" y="50"/>
                                    <a:pt x="276" y="50"/>
                                    <a:pt x="276" y="50"/>
                                  </a:cubicBezTo>
                                  <a:cubicBezTo>
                                    <a:pt x="277" y="50"/>
                                    <a:pt x="277" y="50"/>
                                    <a:pt x="277" y="50"/>
                                  </a:cubicBezTo>
                                  <a:close/>
                                  <a:moveTo>
                                    <a:pt x="264" y="44"/>
                                  </a:move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ubicBezTo>
                                    <a:pt x="263" y="44"/>
                                    <a:pt x="263" y="44"/>
                                    <a:pt x="263" y="44"/>
                                  </a:cubicBezTo>
                                  <a:cubicBezTo>
                                    <a:pt x="263" y="44"/>
                                    <a:pt x="263" y="44"/>
                                    <a:pt x="263" y="44"/>
                                  </a:cubicBezTo>
                                  <a:cubicBezTo>
                                    <a:pt x="263" y="44"/>
                                    <a:pt x="263" y="44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5" y="45"/>
                                    <a:pt x="265" y="44"/>
                                    <a:pt x="265" y="44"/>
                                  </a:cubicBezTo>
                                  <a:cubicBezTo>
                                    <a:pt x="264" y="44"/>
                                    <a:pt x="264" y="45"/>
                                    <a:pt x="264" y="44"/>
                                  </a:cubicBez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lose/>
                                  <a:moveTo>
                                    <a:pt x="290" y="84"/>
                                  </a:move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89" y="84"/>
                                    <a:pt x="289" y="84"/>
                                    <a:pt x="289" y="84"/>
                                  </a:cubicBezTo>
                                  <a:cubicBezTo>
                                    <a:pt x="289" y="84"/>
                                    <a:pt x="289" y="84"/>
                                    <a:pt x="289" y="85"/>
                                  </a:cubicBezTo>
                                  <a:cubicBezTo>
                                    <a:pt x="289" y="85"/>
                                    <a:pt x="289" y="85"/>
                                    <a:pt x="289" y="85"/>
                                  </a:cubicBezTo>
                                  <a:cubicBezTo>
                                    <a:pt x="289" y="85"/>
                                    <a:pt x="289" y="85"/>
                                    <a:pt x="290" y="85"/>
                                  </a:cubicBezTo>
                                  <a:cubicBezTo>
                                    <a:pt x="290" y="85"/>
                                    <a:pt x="290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2" y="86"/>
                                    <a:pt x="292" y="86"/>
                                    <a:pt x="292" y="86"/>
                                  </a:cubicBezTo>
                                  <a:cubicBezTo>
                                    <a:pt x="292" y="86"/>
                                    <a:pt x="293" y="87"/>
                                    <a:pt x="293" y="86"/>
                                  </a:cubicBezTo>
                                  <a:cubicBezTo>
                                    <a:pt x="293" y="86"/>
                                    <a:pt x="293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5"/>
                                    <a:pt x="294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2" y="85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lose/>
                                  <a:moveTo>
                                    <a:pt x="290" y="84"/>
                                  </a:move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89" y="83"/>
                                    <a:pt x="289" y="83"/>
                                  </a:cubicBezTo>
                                  <a:cubicBezTo>
                                    <a:pt x="289" y="83"/>
                                    <a:pt x="289" y="83"/>
                                    <a:pt x="289" y="83"/>
                                  </a:cubicBezTo>
                                  <a:cubicBezTo>
                                    <a:pt x="289" y="84"/>
                                    <a:pt x="289" y="84"/>
                                    <a:pt x="289" y="84"/>
                                  </a:cubicBezTo>
                                  <a:cubicBezTo>
                                    <a:pt x="289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lose/>
                                  <a:moveTo>
                                    <a:pt x="291" y="84"/>
                                  </a:move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2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lose/>
                                  <a:moveTo>
                                    <a:pt x="282" y="48"/>
                                  </a:move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lose/>
                                  <a:moveTo>
                                    <a:pt x="306" y="84"/>
                                  </a:moveTo>
                                  <a:cubicBezTo>
                                    <a:pt x="306" y="84"/>
                                    <a:pt x="306" y="84"/>
                                    <a:pt x="306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5" y="83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71"/>
                                    <a:pt x="305" y="71"/>
                                    <a:pt x="305" y="71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4" y="55"/>
                                  </a:cubicBezTo>
                                  <a:cubicBezTo>
                                    <a:pt x="304" y="55"/>
                                    <a:pt x="304" y="55"/>
                                    <a:pt x="304" y="55"/>
                                  </a:cubicBezTo>
                                  <a:cubicBezTo>
                                    <a:pt x="304" y="55"/>
                                    <a:pt x="304" y="55"/>
                                    <a:pt x="304" y="55"/>
                                  </a:cubicBezTo>
                                  <a:cubicBezTo>
                                    <a:pt x="304" y="55"/>
                                    <a:pt x="303" y="55"/>
                                    <a:pt x="303" y="55"/>
                                  </a:cubicBezTo>
                                  <a:cubicBezTo>
                                    <a:pt x="303" y="55"/>
                                    <a:pt x="303" y="55"/>
                                    <a:pt x="303" y="55"/>
                                  </a:cubicBezTo>
                                  <a:cubicBezTo>
                                    <a:pt x="304" y="55"/>
                                    <a:pt x="304" y="54"/>
                                    <a:pt x="304" y="54"/>
                                  </a:cubicBezTo>
                                  <a:cubicBezTo>
                                    <a:pt x="304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2" y="54"/>
                                    <a:pt x="302" y="54"/>
                                    <a:pt x="302" y="54"/>
                                  </a:cubicBezTo>
                                  <a:cubicBezTo>
                                    <a:pt x="302" y="54"/>
                                    <a:pt x="302" y="54"/>
                                    <a:pt x="302" y="54"/>
                                  </a:cubicBezTo>
                                  <a:cubicBezTo>
                                    <a:pt x="302" y="54"/>
                                    <a:pt x="302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0" y="54"/>
                                    <a:pt x="300" y="54"/>
                                    <a:pt x="300" y="54"/>
                                  </a:cubicBezTo>
                                  <a:cubicBezTo>
                                    <a:pt x="300" y="54"/>
                                    <a:pt x="300" y="54"/>
                                    <a:pt x="300" y="54"/>
                                  </a:cubicBezTo>
                                  <a:cubicBezTo>
                                    <a:pt x="300" y="53"/>
                                    <a:pt x="300" y="53"/>
                                    <a:pt x="300" y="53"/>
                                  </a:cubicBezTo>
                                  <a:cubicBezTo>
                                    <a:pt x="300" y="53"/>
                                    <a:pt x="300" y="53"/>
                                    <a:pt x="299" y="53"/>
                                  </a:cubicBezTo>
                                  <a:cubicBezTo>
                                    <a:pt x="299" y="53"/>
                                    <a:pt x="299" y="53"/>
                                    <a:pt x="299" y="53"/>
                                  </a:cubicBezTo>
                                  <a:cubicBezTo>
                                    <a:pt x="299" y="53"/>
                                    <a:pt x="298" y="53"/>
                                    <a:pt x="298" y="53"/>
                                  </a:cubicBezTo>
                                  <a:cubicBezTo>
                                    <a:pt x="298" y="53"/>
                                    <a:pt x="297" y="53"/>
                                    <a:pt x="297" y="53"/>
                                  </a:cubicBezTo>
                                  <a:cubicBezTo>
                                    <a:pt x="297" y="53"/>
                                    <a:pt x="297" y="53"/>
                                    <a:pt x="297" y="53"/>
                                  </a:cubicBezTo>
                                  <a:cubicBezTo>
                                    <a:pt x="297" y="53"/>
                                    <a:pt x="297" y="53"/>
                                    <a:pt x="296" y="53"/>
                                  </a:cubicBezTo>
                                  <a:cubicBezTo>
                                    <a:pt x="296" y="53"/>
                                    <a:pt x="296" y="53"/>
                                    <a:pt x="296" y="53"/>
                                  </a:cubicBezTo>
                                  <a:cubicBezTo>
                                    <a:pt x="296" y="53"/>
                                    <a:pt x="296" y="53"/>
                                    <a:pt x="295" y="52"/>
                                  </a:cubicBezTo>
                                  <a:cubicBezTo>
                                    <a:pt x="295" y="52"/>
                                    <a:pt x="295" y="52"/>
                                    <a:pt x="295" y="52"/>
                                  </a:cubicBezTo>
                                  <a:cubicBezTo>
                                    <a:pt x="295" y="52"/>
                                    <a:pt x="294" y="52"/>
                                    <a:pt x="294" y="52"/>
                                  </a:cubicBezTo>
                                  <a:cubicBezTo>
                                    <a:pt x="293" y="52"/>
                                    <a:pt x="293" y="51"/>
                                    <a:pt x="293" y="51"/>
                                  </a:cubicBezTo>
                                  <a:cubicBezTo>
                                    <a:pt x="293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1" y="51"/>
                                    <a:pt x="291" y="51"/>
                                  </a:cubicBezTo>
                                  <a:cubicBezTo>
                                    <a:pt x="291" y="51"/>
                                    <a:pt x="291" y="51"/>
                                    <a:pt x="291" y="51"/>
                                  </a:cubicBezTo>
                                  <a:cubicBezTo>
                                    <a:pt x="291" y="51"/>
                                    <a:pt x="291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89" y="49"/>
                                  </a:cubicBezTo>
                                  <a:cubicBezTo>
                                    <a:pt x="289" y="49"/>
                                    <a:pt x="289" y="49"/>
                                    <a:pt x="289" y="49"/>
                                  </a:cubicBezTo>
                                  <a:cubicBezTo>
                                    <a:pt x="289" y="49"/>
                                    <a:pt x="289" y="49"/>
                                    <a:pt x="288" y="49"/>
                                  </a:cubicBezTo>
                                  <a:cubicBezTo>
                                    <a:pt x="288" y="49"/>
                                    <a:pt x="288" y="49"/>
                                    <a:pt x="287" y="49"/>
                                  </a:cubicBezTo>
                                  <a:cubicBezTo>
                                    <a:pt x="287" y="49"/>
                                    <a:pt x="287" y="49"/>
                                    <a:pt x="287" y="49"/>
                                  </a:cubicBezTo>
                                  <a:cubicBezTo>
                                    <a:pt x="287" y="49"/>
                                    <a:pt x="287" y="48"/>
                                    <a:pt x="287" y="48"/>
                                  </a:cubicBezTo>
                                  <a:cubicBezTo>
                                    <a:pt x="286" y="48"/>
                                    <a:pt x="286" y="48"/>
                                    <a:pt x="286" y="48"/>
                                  </a:cubicBezTo>
                                  <a:cubicBezTo>
                                    <a:pt x="286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7"/>
                                    <a:pt x="285" y="47"/>
                                    <a:pt x="285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3" y="47"/>
                                    <a:pt x="283" y="47"/>
                                  </a:cubicBezTo>
                                  <a:cubicBezTo>
                                    <a:pt x="283" y="48"/>
                                    <a:pt x="283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1" y="48"/>
                                    <a:pt x="281" y="48"/>
                                  </a:cubicBezTo>
                                  <a:cubicBezTo>
                                    <a:pt x="281" y="49"/>
                                    <a:pt x="281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1" y="49"/>
                                    <a:pt x="281" y="50"/>
                                  </a:cubicBezTo>
                                  <a:cubicBezTo>
                                    <a:pt x="281" y="50"/>
                                    <a:pt x="280" y="50"/>
                                    <a:pt x="280" y="50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50"/>
                                    <a:pt x="280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49"/>
                                    <a:pt x="279" y="49"/>
                                    <a:pt x="279" y="49"/>
                                  </a:cubicBezTo>
                                  <a:cubicBezTo>
                                    <a:pt x="279" y="49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80" y="51"/>
                                    <a:pt x="280" y="51"/>
                                    <a:pt x="280" y="51"/>
                                  </a:cubicBezTo>
                                  <a:cubicBezTo>
                                    <a:pt x="280" y="51"/>
                                    <a:pt x="280" y="51"/>
                                    <a:pt x="280" y="51"/>
                                  </a:cubicBezTo>
                                  <a:cubicBezTo>
                                    <a:pt x="280" y="51"/>
                                    <a:pt x="280" y="51"/>
                                    <a:pt x="279" y="51"/>
                                  </a:cubicBezTo>
                                  <a:cubicBezTo>
                                    <a:pt x="279" y="51"/>
                                    <a:pt x="279" y="52"/>
                                    <a:pt x="279" y="52"/>
                                  </a:cubicBezTo>
                                  <a:cubicBezTo>
                                    <a:pt x="279" y="52"/>
                                    <a:pt x="279" y="52"/>
                                    <a:pt x="278" y="52"/>
                                  </a:cubicBezTo>
                                  <a:cubicBezTo>
                                    <a:pt x="278" y="52"/>
                                    <a:pt x="278" y="52"/>
                                    <a:pt x="278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3"/>
                                  </a:cubicBezTo>
                                  <a:cubicBezTo>
                                    <a:pt x="276" y="52"/>
                                    <a:pt x="276" y="52"/>
                                    <a:pt x="276" y="53"/>
                                  </a:cubicBezTo>
                                  <a:cubicBezTo>
                                    <a:pt x="276" y="53"/>
                                    <a:pt x="276" y="53"/>
                                    <a:pt x="276" y="53"/>
                                  </a:cubicBezTo>
                                  <a:cubicBezTo>
                                    <a:pt x="276" y="53"/>
                                    <a:pt x="276" y="53"/>
                                    <a:pt x="276" y="52"/>
                                  </a:cubicBezTo>
                                  <a:cubicBezTo>
                                    <a:pt x="275" y="52"/>
                                    <a:pt x="275" y="52"/>
                                    <a:pt x="275" y="52"/>
                                  </a:cubicBezTo>
                                  <a:cubicBezTo>
                                    <a:pt x="275" y="52"/>
                                    <a:pt x="275" y="52"/>
                                    <a:pt x="275" y="52"/>
                                  </a:cubicBezTo>
                                  <a:cubicBezTo>
                                    <a:pt x="275" y="52"/>
                                    <a:pt x="274" y="52"/>
                                    <a:pt x="274" y="52"/>
                                  </a:cubicBezTo>
                                  <a:cubicBezTo>
                                    <a:pt x="274" y="52"/>
                                    <a:pt x="274" y="53"/>
                                    <a:pt x="274" y="53"/>
                                  </a:cubicBezTo>
                                  <a:cubicBezTo>
                                    <a:pt x="274" y="53"/>
                                    <a:pt x="274" y="53"/>
                                    <a:pt x="274" y="53"/>
                                  </a:cubicBezTo>
                                  <a:cubicBezTo>
                                    <a:pt x="274" y="54"/>
                                    <a:pt x="274" y="54"/>
                                    <a:pt x="274" y="54"/>
                                  </a:cubicBezTo>
                                  <a:cubicBezTo>
                                    <a:pt x="273" y="54"/>
                                    <a:pt x="273" y="55"/>
                                    <a:pt x="273" y="55"/>
                                  </a:cubicBezTo>
                                  <a:cubicBezTo>
                                    <a:pt x="273" y="55"/>
                                    <a:pt x="272" y="55"/>
                                    <a:pt x="272" y="56"/>
                                  </a:cubicBezTo>
                                  <a:cubicBezTo>
                                    <a:pt x="272" y="56"/>
                                    <a:pt x="272" y="56"/>
                                    <a:pt x="271" y="56"/>
                                  </a:cubicBezTo>
                                  <a:cubicBezTo>
                                    <a:pt x="271" y="56"/>
                                    <a:pt x="271" y="56"/>
                                    <a:pt x="271" y="56"/>
                                  </a:cubicBezTo>
                                  <a:cubicBezTo>
                                    <a:pt x="271" y="56"/>
                                    <a:pt x="271" y="56"/>
                                    <a:pt x="271" y="56"/>
                                  </a:cubicBezTo>
                                  <a:cubicBezTo>
                                    <a:pt x="271" y="57"/>
                                    <a:pt x="271" y="57"/>
                                    <a:pt x="271" y="57"/>
                                  </a:cubicBezTo>
                                  <a:cubicBezTo>
                                    <a:pt x="271" y="57"/>
                                    <a:pt x="271" y="57"/>
                                    <a:pt x="271" y="57"/>
                                  </a:cubicBezTo>
                                  <a:cubicBezTo>
                                    <a:pt x="271" y="57"/>
                                    <a:pt x="271" y="57"/>
                                    <a:pt x="271" y="58"/>
                                  </a:cubicBezTo>
                                  <a:cubicBezTo>
                                    <a:pt x="271" y="58"/>
                                    <a:pt x="271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9"/>
                                    <a:pt x="269" y="59"/>
                                    <a:pt x="269" y="59"/>
                                  </a:cubicBezTo>
                                  <a:cubicBezTo>
                                    <a:pt x="269" y="59"/>
                                    <a:pt x="269" y="59"/>
                                    <a:pt x="268" y="60"/>
                                  </a:cubicBezTo>
                                  <a:cubicBezTo>
                                    <a:pt x="268" y="60"/>
                                    <a:pt x="268" y="60"/>
                                    <a:pt x="268" y="60"/>
                                  </a:cubicBezTo>
                                  <a:cubicBezTo>
                                    <a:pt x="268" y="60"/>
                                    <a:pt x="268" y="60"/>
                                    <a:pt x="268" y="60"/>
                                  </a:cubicBezTo>
                                  <a:cubicBezTo>
                                    <a:pt x="267" y="60"/>
                                    <a:pt x="267" y="60"/>
                                    <a:pt x="267" y="60"/>
                                  </a:cubicBezTo>
                                  <a:cubicBezTo>
                                    <a:pt x="267" y="60"/>
                                    <a:pt x="267" y="60"/>
                                    <a:pt x="267" y="60"/>
                                  </a:cubicBezTo>
                                  <a:cubicBezTo>
                                    <a:pt x="267" y="60"/>
                                    <a:pt x="266" y="60"/>
                                    <a:pt x="266" y="60"/>
                                  </a:cubicBezTo>
                                  <a:cubicBezTo>
                                    <a:pt x="266" y="60"/>
                                    <a:pt x="266" y="60"/>
                                    <a:pt x="266" y="60"/>
                                  </a:cubicBezTo>
                                  <a:cubicBezTo>
                                    <a:pt x="266" y="60"/>
                                    <a:pt x="266" y="60"/>
                                    <a:pt x="266" y="60"/>
                                  </a:cubicBezTo>
                                  <a:cubicBezTo>
                                    <a:pt x="265" y="60"/>
                                    <a:pt x="265" y="60"/>
                                    <a:pt x="265" y="60"/>
                                  </a:cubicBezTo>
                                  <a:cubicBezTo>
                                    <a:pt x="265" y="60"/>
                                    <a:pt x="265" y="60"/>
                                    <a:pt x="265" y="60"/>
                                  </a:cubicBezTo>
                                  <a:cubicBezTo>
                                    <a:pt x="265" y="60"/>
                                    <a:pt x="265" y="60"/>
                                    <a:pt x="264" y="60"/>
                                  </a:cubicBezTo>
                                  <a:cubicBezTo>
                                    <a:pt x="264" y="60"/>
                                    <a:pt x="264" y="60"/>
                                    <a:pt x="264" y="60"/>
                                  </a:cubicBezTo>
                                  <a:cubicBezTo>
                                    <a:pt x="264" y="60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3" y="59"/>
                                    <a:pt x="263" y="59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4" y="58"/>
                                    <a:pt x="264" y="58"/>
                                  </a:cubicBezTo>
                                  <a:cubicBezTo>
                                    <a:pt x="264" y="58"/>
                                    <a:pt x="264" y="58"/>
                                    <a:pt x="264" y="57"/>
                                  </a:cubicBezTo>
                                  <a:cubicBezTo>
                                    <a:pt x="264" y="57"/>
                                    <a:pt x="264" y="57"/>
                                    <a:pt x="264" y="57"/>
                                  </a:cubicBezTo>
                                  <a:cubicBezTo>
                                    <a:pt x="264" y="57"/>
                                    <a:pt x="264" y="57"/>
                                    <a:pt x="263" y="57"/>
                                  </a:cubicBezTo>
                                  <a:cubicBezTo>
                                    <a:pt x="263" y="57"/>
                                    <a:pt x="264" y="57"/>
                                    <a:pt x="264" y="57"/>
                                  </a:cubicBezTo>
                                  <a:cubicBezTo>
                                    <a:pt x="263" y="57"/>
                                    <a:pt x="264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7"/>
                                    <a:pt x="263" y="57"/>
                                    <a:pt x="263" y="57"/>
                                  </a:cubicBezTo>
                                  <a:cubicBezTo>
                                    <a:pt x="262" y="57"/>
                                    <a:pt x="263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7"/>
                                    <a:pt x="262" y="57"/>
                                  </a:cubicBezTo>
                                  <a:cubicBezTo>
                                    <a:pt x="262" y="57"/>
                                    <a:pt x="262" y="56"/>
                                    <a:pt x="262" y="56"/>
                                  </a:cubicBezTo>
                                  <a:cubicBezTo>
                                    <a:pt x="262" y="56"/>
                                    <a:pt x="262" y="56"/>
                                    <a:pt x="262" y="56"/>
                                  </a:cubicBezTo>
                                  <a:cubicBezTo>
                                    <a:pt x="262" y="55"/>
                                    <a:pt x="262" y="55"/>
                                    <a:pt x="262" y="55"/>
                                  </a:cubicBezTo>
                                  <a:cubicBezTo>
                                    <a:pt x="262" y="55"/>
                                    <a:pt x="262" y="55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4" y="62"/>
                                    <a:pt x="264" y="62"/>
                                    <a:pt x="264" y="62"/>
                                  </a:cubicBezTo>
                                  <a:cubicBezTo>
                                    <a:pt x="266" y="63"/>
                                    <a:pt x="266" y="63"/>
                                    <a:pt x="266" y="63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7"/>
                                    <a:pt x="264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6" y="67"/>
                                    <a:pt x="266" y="67"/>
                                    <a:pt x="266" y="67"/>
                                  </a:cubicBezTo>
                                  <a:cubicBezTo>
                                    <a:pt x="266" y="68"/>
                                    <a:pt x="266" y="68"/>
                                    <a:pt x="266" y="68"/>
                                  </a:cubicBezTo>
                                  <a:cubicBezTo>
                                    <a:pt x="266" y="68"/>
                                    <a:pt x="266" y="68"/>
                                    <a:pt x="267" y="68"/>
                                  </a:cubicBezTo>
                                  <a:cubicBezTo>
                                    <a:pt x="267" y="67"/>
                                    <a:pt x="268" y="67"/>
                                    <a:pt x="268" y="68"/>
                                  </a:cubicBezTo>
                                  <a:cubicBezTo>
                                    <a:pt x="268" y="68"/>
                                    <a:pt x="269" y="68"/>
                                    <a:pt x="269" y="68"/>
                                  </a:cubicBezTo>
                                  <a:cubicBezTo>
                                    <a:pt x="269" y="68"/>
                                    <a:pt x="269" y="68"/>
                                    <a:pt x="270" y="68"/>
                                  </a:cubicBezTo>
                                  <a:cubicBezTo>
                                    <a:pt x="270" y="68"/>
                                    <a:pt x="270" y="68"/>
                                    <a:pt x="270" y="68"/>
                                  </a:cubicBezTo>
                                  <a:cubicBezTo>
                                    <a:pt x="270" y="68"/>
                                    <a:pt x="270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2" y="68"/>
                                    <a:pt x="272" y="68"/>
                                    <a:pt x="272" y="68"/>
                                  </a:cubicBezTo>
                                  <a:cubicBezTo>
                                    <a:pt x="272" y="68"/>
                                    <a:pt x="272" y="68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3" y="69"/>
                                    <a:pt x="273" y="69"/>
                                  </a:cubicBezTo>
                                  <a:cubicBezTo>
                                    <a:pt x="273" y="69"/>
                                    <a:pt x="273" y="69"/>
                                    <a:pt x="273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5" y="69"/>
                                    <a:pt x="275" y="69"/>
                                  </a:cubicBezTo>
                                  <a:cubicBezTo>
                                    <a:pt x="275" y="69"/>
                                    <a:pt x="275" y="69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1" y="71"/>
                                    <a:pt x="281" y="72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1"/>
                                    <a:pt x="282" y="71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3" y="71"/>
                                  </a:cubicBezTo>
                                  <a:cubicBezTo>
                                    <a:pt x="283" y="71"/>
                                    <a:pt x="283" y="71"/>
                                    <a:pt x="283" y="71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4" y="73"/>
                                    <a:pt x="284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4" y="74"/>
                                    <a:pt x="284" y="73"/>
                                  </a:cubicBezTo>
                                  <a:cubicBezTo>
                                    <a:pt x="284" y="73"/>
                                    <a:pt x="284" y="73"/>
                                    <a:pt x="284" y="73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3"/>
                                    <a:pt x="284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4"/>
                                    <a:pt x="285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5"/>
                                    <a:pt x="285" y="75"/>
                                    <a:pt x="285" y="75"/>
                                  </a:cubicBezTo>
                                  <a:cubicBezTo>
                                    <a:pt x="285" y="75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5" y="74"/>
                                    <a:pt x="285" y="75"/>
                                  </a:cubicBezTo>
                                  <a:cubicBezTo>
                                    <a:pt x="285" y="75"/>
                                    <a:pt x="285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4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5" y="75"/>
                                    <a:pt x="285" y="75"/>
                                  </a:cubicBezTo>
                                  <a:cubicBezTo>
                                    <a:pt x="285" y="76"/>
                                    <a:pt x="285" y="76"/>
                                    <a:pt x="285" y="76"/>
                                  </a:cubicBezTo>
                                  <a:cubicBezTo>
                                    <a:pt x="285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5"/>
                                    <a:pt x="288" y="75"/>
                                  </a:cubicBezTo>
                                  <a:cubicBezTo>
                                    <a:pt x="288" y="75"/>
                                    <a:pt x="288" y="75"/>
                                    <a:pt x="289" y="75"/>
                                  </a:cubicBezTo>
                                  <a:cubicBezTo>
                                    <a:pt x="289" y="75"/>
                                    <a:pt x="289" y="75"/>
                                    <a:pt x="289" y="76"/>
                                  </a:cubicBezTo>
                                  <a:cubicBezTo>
                                    <a:pt x="289" y="76"/>
                                    <a:pt x="289" y="75"/>
                                    <a:pt x="289" y="75"/>
                                  </a:cubicBezTo>
                                  <a:cubicBezTo>
                                    <a:pt x="289" y="75"/>
                                    <a:pt x="289" y="75"/>
                                    <a:pt x="289" y="75"/>
                                  </a:cubicBezTo>
                                  <a:cubicBezTo>
                                    <a:pt x="289" y="75"/>
                                    <a:pt x="288" y="75"/>
                                    <a:pt x="288" y="75"/>
                                  </a:cubicBezTo>
                                  <a:cubicBezTo>
                                    <a:pt x="288" y="75"/>
                                    <a:pt x="288" y="75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7"/>
                                    <a:pt x="286" y="77"/>
                                    <a:pt x="286" y="77"/>
                                  </a:cubicBezTo>
                                  <a:cubicBezTo>
                                    <a:pt x="286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9" y="76"/>
                                  </a:cubicBezTo>
                                  <a:cubicBezTo>
                                    <a:pt x="289" y="76"/>
                                    <a:pt x="289" y="76"/>
                                    <a:pt x="289" y="76"/>
                                  </a:cubicBezTo>
                                  <a:cubicBezTo>
                                    <a:pt x="289" y="76"/>
                                    <a:pt x="289" y="76"/>
                                    <a:pt x="289" y="76"/>
                                  </a:cubicBezTo>
                                  <a:cubicBezTo>
                                    <a:pt x="289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8"/>
                                  </a:cubicBezTo>
                                  <a:cubicBezTo>
                                    <a:pt x="287" y="78"/>
                                    <a:pt x="287" y="78"/>
                                    <a:pt x="287" y="78"/>
                                  </a:cubicBezTo>
                                  <a:cubicBezTo>
                                    <a:pt x="287" y="78"/>
                                    <a:pt x="287" y="78"/>
                                    <a:pt x="287" y="78"/>
                                  </a:cubicBezTo>
                                  <a:cubicBezTo>
                                    <a:pt x="287" y="78"/>
                                    <a:pt x="287" y="79"/>
                                    <a:pt x="287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1"/>
                                  </a:cubicBezTo>
                                  <a:cubicBezTo>
                                    <a:pt x="288" y="81"/>
                                    <a:pt x="288" y="81"/>
                                    <a:pt x="288" y="81"/>
                                  </a:cubicBezTo>
                                  <a:cubicBezTo>
                                    <a:pt x="288" y="81"/>
                                    <a:pt x="289" y="81"/>
                                    <a:pt x="289" y="81"/>
                                  </a:cubicBezTo>
                                  <a:cubicBezTo>
                                    <a:pt x="289" y="82"/>
                                    <a:pt x="289" y="82"/>
                                    <a:pt x="289" y="82"/>
                                  </a:cubicBezTo>
                                  <a:cubicBezTo>
                                    <a:pt x="290" y="82"/>
                                    <a:pt x="290" y="82"/>
                                    <a:pt x="290" y="82"/>
                                  </a:cubicBezTo>
                                  <a:cubicBezTo>
                                    <a:pt x="290" y="82"/>
                                    <a:pt x="290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3" y="84"/>
                                    <a:pt x="293" y="84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7"/>
                                    <a:pt x="297" y="87"/>
                                  </a:cubicBezTo>
                                  <a:cubicBezTo>
                                    <a:pt x="297" y="87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8" y="86"/>
                                    <a:pt x="298" y="86"/>
                                  </a:cubicBezTo>
                                  <a:cubicBezTo>
                                    <a:pt x="298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7"/>
                                  </a:cubicBezTo>
                                  <a:cubicBezTo>
                                    <a:pt x="297" y="87"/>
                                    <a:pt x="297" y="87"/>
                                    <a:pt x="297" y="87"/>
                                  </a:cubicBezTo>
                                  <a:cubicBezTo>
                                    <a:pt x="297" y="87"/>
                                    <a:pt x="297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5" y="87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4" y="87"/>
                                    <a:pt x="294" y="87"/>
                                  </a:cubicBezTo>
                                  <a:cubicBezTo>
                                    <a:pt x="294" y="87"/>
                                    <a:pt x="294" y="87"/>
                                    <a:pt x="294" y="87"/>
                                  </a:cubicBezTo>
                                  <a:cubicBezTo>
                                    <a:pt x="294" y="87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3" y="86"/>
                                    <a:pt x="293" y="86"/>
                                    <a:pt x="293" y="86"/>
                                  </a:cubicBezTo>
                                  <a:cubicBezTo>
                                    <a:pt x="293" y="87"/>
                                    <a:pt x="293" y="87"/>
                                    <a:pt x="293" y="87"/>
                                  </a:cubicBezTo>
                                  <a:cubicBezTo>
                                    <a:pt x="293" y="87"/>
                                    <a:pt x="292" y="87"/>
                                    <a:pt x="292" y="87"/>
                                  </a:cubicBezTo>
                                  <a:cubicBezTo>
                                    <a:pt x="292" y="87"/>
                                    <a:pt x="292" y="87"/>
                                    <a:pt x="292" y="86"/>
                                  </a:cubicBezTo>
                                  <a:cubicBezTo>
                                    <a:pt x="292" y="86"/>
                                    <a:pt x="292" y="86"/>
                                    <a:pt x="292" y="86"/>
                                  </a:cubicBezTo>
                                  <a:cubicBezTo>
                                    <a:pt x="292" y="86"/>
                                    <a:pt x="291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7"/>
                                    <a:pt x="290" y="87"/>
                                    <a:pt x="290" y="87"/>
                                  </a:cubicBezTo>
                                  <a:cubicBezTo>
                                    <a:pt x="290" y="87"/>
                                    <a:pt x="290" y="87"/>
                                    <a:pt x="291" y="87"/>
                                  </a:cubicBezTo>
                                  <a:cubicBezTo>
                                    <a:pt x="291" y="87"/>
                                    <a:pt x="291" y="87"/>
                                    <a:pt x="291" y="87"/>
                                  </a:cubicBezTo>
                                  <a:cubicBezTo>
                                    <a:pt x="291" y="87"/>
                                    <a:pt x="291" y="87"/>
                                    <a:pt x="291" y="87"/>
                                  </a:cubicBezTo>
                                  <a:cubicBezTo>
                                    <a:pt x="291" y="88"/>
                                    <a:pt x="292" y="88"/>
                                    <a:pt x="292" y="88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3" y="89"/>
                                  </a:cubicBezTo>
                                  <a:cubicBezTo>
                                    <a:pt x="293" y="89"/>
                                    <a:pt x="293" y="89"/>
                                    <a:pt x="293" y="89"/>
                                  </a:cubicBezTo>
                                  <a:cubicBezTo>
                                    <a:pt x="293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1" y="91"/>
                                    <a:pt x="291" y="91"/>
                                  </a:cubicBezTo>
                                  <a:cubicBezTo>
                                    <a:pt x="291" y="91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3"/>
                                    <a:pt x="291" y="92"/>
                                    <a:pt x="291" y="93"/>
                                  </a:cubicBezTo>
                                  <a:cubicBezTo>
                                    <a:pt x="291" y="93"/>
                                    <a:pt x="291" y="93"/>
                                    <a:pt x="291" y="93"/>
                                  </a:cubicBezTo>
                                  <a:cubicBezTo>
                                    <a:pt x="291" y="93"/>
                                    <a:pt x="291" y="93"/>
                                    <a:pt x="291" y="94"/>
                                  </a:cubicBezTo>
                                  <a:cubicBezTo>
                                    <a:pt x="291" y="94"/>
                                    <a:pt x="291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3" y="93"/>
                                    <a:pt x="293" y="93"/>
                                    <a:pt x="293" y="93"/>
                                  </a:cubicBezTo>
                                  <a:cubicBezTo>
                                    <a:pt x="293" y="93"/>
                                    <a:pt x="293" y="93"/>
                                    <a:pt x="293" y="93"/>
                                  </a:cubicBezTo>
                                  <a:cubicBezTo>
                                    <a:pt x="293" y="92"/>
                                    <a:pt x="293" y="92"/>
                                    <a:pt x="293" y="92"/>
                                  </a:cubicBezTo>
                                  <a:cubicBezTo>
                                    <a:pt x="293" y="92"/>
                                    <a:pt x="293" y="92"/>
                                    <a:pt x="293" y="92"/>
                                  </a:cubicBezTo>
                                  <a:cubicBezTo>
                                    <a:pt x="293" y="92"/>
                                    <a:pt x="293" y="92"/>
                                    <a:pt x="294" y="92"/>
                                  </a:cubicBezTo>
                                  <a:cubicBezTo>
                                    <a:pt x="294" y="92"/>
                                    <a:pt x="294" y="92"/>
                                    <a:pt x="294" y="92"/>
                                  </a:cubicBezTo>
                                  <a:cubicBezTo>
                                    <a:pt x="294" y="92"/>
                                    <a:pt x="294" y="92"/>
                                    <a:pt x="294" y="92"/>
                                  </a:cubicBezTo>
                                  <a:cubicBezTo>
                                    <a:pt x="294" y="92"/>
                                    <a:pt x="293" y="93"/>
                                    <a:pt x="293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5" y="93"/>
                                    <a:pt x="295" y="93"/>
                                  </a:cubicBezTo>
                                  <a:cubicBezTo>
                                    <a:pt x="295" y="93"/>
                                    <a:pt x="295" y="93"/>
                                    <a:pt x="295" y="93"/>
                                  </a:cubicBezTo>
                                  <a:cubicBezTo>
                                    <a:pt x="295" y="93"/>
                                    <a:pt x="296" y="93"/>
                                    <a:pt x="296" y="93"/>
                                  </a:cubicBezTo>
                                  <a:cubicBezTo>
                                    <a:pt x="296" y="93"/>
                                    <a:pt x="296" y="93"/>
                                    <a:pt x="296" y="93"/>
                                  </a:cubicBezTo>
                                  <a:cubicBezTo>
                                    <a:pt x="296" y="93"/>
                                    <a:pt x="296" y="93"/>
                                    <a:pt x="296" y="93"/>
                                  </a:cubicBezTo>
                                  <a:cubicBezTo>
                                    <a:pt x="297" y="93"/>
                                    <a:pt x="297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1"/>
                                    <a:pt x="299" y="91"/>
                                  </a:cubicBezTo>
                                  <a:cubicBezTo>
                                    <a:pt x="299" y="91"/>
                                    <a:pt x="299" y="91"/>
                                    <a:pt x="299" y="91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3"/>
                                  </a:cubicBezTo>
                                  <a:cubicBezTo>
                                    <a:pt x="299" y="93"/>
                                    <a:pt x="299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9" y="93"/>
                                    <a:pt x="299" y="93"/>
                                  </a:cubicBezTo>
                                  <a:cubicBezTo>
                                    <a:pt x="299" y="93"/>
                                    <a:pt x="299" y="93"/>
                                    <a:pt x="299" y="94"/>
                                  </a:cubicBezTo>
                                  <a:cubicBezTo>
                                    <a:pt x="299" y="94"/>
                                    <a:pt x="299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5"/>
                                    <a:pt x="300" y="95"/>
                                  </a:cubicBezTo>
                                  <a:cubicBezTo>
                                    <a:pt x="300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6"/>
                                    <a:pt x="302" y="96"/>
                                  </a:cubicBezTo>
                                  <a:cubicBezTo>
                                    <a:pt x="302" y="96"/>
                                    <a:pt x="302" y="96"/>
                                    <a:pt x="302" y="96"/>
                                  </a:cubicBezTo>
                                  <a:cubicBezTo>
                                    <a:pt x="302" y="97"/>
                                    <a:pt x="302" y="97"/>
                                    <a:pt x="303" y="97"/>
                                  </a:cubicBezTo>
                                  <a:cubicBezTo>
                                    <a:pt x="303" y="97"/>
                                    <a:pt x="303" y="97"/>
                                    <a:pt x="303" y="98"/>
                                  </a:cubicBezTo>
                                  <a:cubicBezTo>
                                    <a:pt x="303" y="98"/>
                                    <a:pt x="303" y="98"/>
                                    <a:pt x="304" y="98"/>
                                  </a:cubicBezTo>
                                  <a:cubicBezTo>
                                    <a:pt x="304" y="98"/>
                                    <a:pt x="304" y="98"/>
                                    <a:pt x="304" y="99"/>
                                  </a:cubicBezTo>
                                  <a:cubicBezTo>
                                    <a:pt x="304" y="99"/>
                                    <a:pt x="304" y="99"/>
                                    <a:pt x="305" y="99"/>
                                  </a:cubicBezTo>
                                  <a:cubicBezTo>
                                    <a:pt x="305" y="99"/>
                                    <a:pt x="305" y="99"/>
                                    <a:pt x="305" y="99"/>
                                  </a:cubicBezTo>
                                  <a:cubicBezTo>
                                    <a:pt x="305" y="99"/>
                                    <a:pt x="305" y="99"/>
                                    <a:pt x="306" y="100"/>
                                  </a:cubicBezTo>
                                  <a:lnTo>
                                    <a:pt x="306" y="84"/>
                                  </a:lnTo>
                                  <a:close/>
                                  <a:moveTo>
                                    <a:pt x="241" y="92"/>
                                  </a:move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0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4"/>
                                    <a:pt x="239" y="94"/>
                                    <a:pt x="239" y="94"/>
                                  </a:cubicBezTo>
                                  <a:cubicBezTo>
                                    <a:pt x="239" y="94"/>
                                    <a:pt x="239" y="94"/>
                                    <a:pt x="239" y="94"/>
                                  </a:cubicBezTo>
                                  <a:cubicBezTo>
                                    <a:pt x="239" y="94"/>
                                    <a:pt x="239" y="94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40" y="93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1" y="93"/>
                                    <a:pt x="241" y="93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lose/>
                                  <a:moveTo>
                                    <a:pt x="240" y="88"/>
                                  </a:moveTo>
                                  <a:cubicBezTo>
                                    <a:pt x="241" y="88"/>
                                    <a:pt x="241" y="88"/>
                                    <a:pt x="241" y="88"/>
                                  </a:cubicBezTo>
                                  <a:cubicBezTo>
                                    <a:pt x="241" y="88"/>
                                    <a:pt x="241" y="88"/>
                                    <a:pt x="241" y="87"/>
                                  </a:cubicBezTo>
                                  <a:cubicBezTo>
                                    <a:pt x="241" y="87"/>
                                    <a:pt x="241" y="87"/>
                                    <a:pt x="241" y="87"/>
                                  </a:cubicBezTo>
                                  <a:cubicBezTo>
                                    <a:pt x="241" y="87"/>
                                    <a:pt x="241" y="87"/>
                                    <a:pt x="241" y="87"/>
                                  </a:cubicBezTo>
                                  <a:cubicBezTo>
                                    <a:pt x="240" y="87"/>
                                    <a:pt x="240" y="87"/>
                                    <a:pt x="240" y="87"/>
                                  </a:cubicBezTo>
                                  <a:cubicBezTo>
                                    <a:pt x="240" y="87"/>
                                    <a:pt x="240" y="87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lose/>
                                  <a:moveTo>
                                    <a:pt x="252" y="75"/>
                                  </a:move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1" y="77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lose/>
                                  <a:moveTo>
                                    <a:pt x="246" y="85"/>
                                  </a:moveTo>
                                  <a:cubicBezTo>
                                    <a:pt x="246" y="85"/>
                                    <a:pt x="246" y="85"/>
                                    <a:pt x="246" y="85"/>
                                  </a:cubicBezTo>
                                  <a:cubicBezTo>
                                    <a:pt x="246" y="85"/>
                                    <a:pt x="246" y="85"/>
                                    <a:pt x="245" y="85"/>
                                  </a:cubicBezTo>
                                  <a:cubicBezTo>
                                    <a:pt x="245" y="85"/>
                                    <a:pt x="245" y="86"/>
                                    <a:pt x="245" y="86"/>
                                  </a:cubicBezTo>
                                  <a:cubicBezTo>
                                    <a:pt x="244" y="86"/>
                                    <a:pt x="244" y="86"/>
                                    <a:pt x="245" y="85"/>
                                  </a:cubicBezTo>
                                  <a:cubicBezTo>
                                    <a:pt x="244" y="85"/>
                                    <a:pt x="244" y="85"/>
                                    <a:pt x="244" y="86"/>
                                  </a:cubicBezTo>
                                  <a:cubicBezTo>
                                    <a:pt x="244" y="86"/>
                                    <a:pt x="244" y="86"/>
                                    <a:pt x="244" y="86"/>
                                  </a:cubicBezTo>
                                  <a:cubicBezTo>
                                    <a:pt x="244" y="86"/>
                                    <a:pt x="243" y="86"/>
                                    <a:pt x="243" y="86"/>
                                  </a:cubicBezTo>
                                  <a:cubicBezTo>
                                    <a:pt x="243" y="86"/>
                                    <a:pt x="243" y="86"/>
                                    <a:pt x="243" y="86"/>
                                  </a:cubicBezTo>
                                  <a:cubicBezTo>
                                    <a:pt x="243" y="86"/>
                                    <a:pt x="243" y="87"/>
                                    <a:pt x="243" y="87"/>
                                  </a:cubicBezTo>
                                  <a:cubicBezTo>
                                    <a:pt x="243" y="87"/>
                                    <a:pt x="243" y="87"/>
                                    <a:pt x="243" y="87"/>
                                  </a:cubicBezTo>
                                  <a:cubicBezTo>
                                    <a:pt x="243" y="87"/>
                                    <a:pt x="243" y="88"/>
                                    <a:pt x="242" y="88"/>
                                  </a:cubicBezTo>
                                  <a:cubicBezTo>
                                    <a:pt x="242" y="87"/>
                                    <a:pt x="242" y="87"/>
                                    <a:pt x="242" y="87"/>
                                  </a:cubicBezTo>
                                  <a:cubicBezTo>
                                    <a:pt x="242" y="88"/>
                                    <a:pt x="242" y="88"/>
                                    <a:pt x="242" y="88"/>
                                  </a:cubicBezTo>
                                  <a:cubicBezTo>
                                    <a:pt x="242" y="88"/>
                                    <a:pt x="242" y="88"/>
                                    <a:pt x="241" y="88"/>
                                  </a:cubicBezTo>
                                  <a:cubicBezTo>
                                    <a:pt x="241" y="89"/>
                                    <a:pt x="241" y="89"/>
                                    <a:pt x="241" y="89"/>
                                  </a:cubicBezTo>
                                  <a:cubicBezTo>
                                    <a:pt x="242" y="89"/>
                                    <a:pt x="242" y="89"/>
                                    <a:pt x="242" y="89"/>
                                  </a:cubicBezTo>
                                  <a:cubicBezTo>
                                    <a:pt x="242" y="89"/>
                                    <a:pt x="241" y="89"/>
                                    <a:pt x="241" y="89"/>
                                  </a:cubicBezTo>
                                  <a:cubicBezTo>
                                    <a:pt x="241" y="89"/>
                                    <a:pt x="241" y="89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1"/>
                                    <a:pt x="241" y="91"/>
                                    <a:pt x="241" y="91"/>
                                  </a:cubicBezTo>
                                  <a:cubicBezTo>
                                    <a:pt x="241" y="91"/>
                                    <a:pt x="241" y="91"/>
                                    <a:pt x="241" y="91"/>
                                  </a:cubicBezTo>
                                  <a:cubicBezTo>
                                    <a:pt x="241" y="91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2" y="92"/>
                                  </a:cubicBezTo>
                                  <a:cubicBezTo>
                                    <a:pt x="242" y="92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3" y="91"/>
                                  </a:cubicBezTo>
                                  <a:cubicBezTo>
                                    <a:pt x="243" y="90"/>
                                    <a:pt x="243" y="90"/>
                                    <a:pt x="243" y="90"/>
                                  </a:cubicBezTo>
                                  <a:cubicBezTo>
                                    <a:pt x="243" y="90"/>
                                    <a:pt x="243" y="90"/>
                                    <a:pt x="243" y="90"/>
                                  </a:cubicBezTo>
                                  <a:cubicBezTo>
                                    <a:pt x="244" y="89"/>
                                    <a:pt x="244" y="89"/>
                                    <a:pt x="244" y="89"/>
                                  </a:cubicBezTo>
                                  <a:cubicBezTo>
                                    <a:pt x="244" y="89"/>
                                    <a:pt x="244" y="89"/>
                                    <a:pt x="244" y="89"/>
                                  </a:cubicBezTo>
                                  <a:cubicBezTo>
                                    <a:pt x="244" y="89"/>
                                    <a:pt x="244" y="88"/>
                                    <a:pt x="244" y="88"/>
                                  </a:cubicBezTo>
                                  <a:cubicBezTo>
                                    <a:pt x="245" y="88"/>
                                    <a:pt x="244" y="88"/>
                                    <a:pt x="245" y="88"/>
                                  </a:cubicBezTo>
                                  <a:cubicBezTo>
                                    <a:pt x="245" y="88"/>
                                    <a:pt x="245" y="88"/>
                                    <a:pt x="245" y="88"/>
                                  </a:cubicBezTo>
                                  <a:cubicBezTo>
                                    <a:pt x="245" y="87"/>
                                    <a:pt x="245" y="88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4" y="87"/>
                                  </a:cubicBezTo>
                                  <a:cubicBezTo>
                                    <a:pt x="244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6" y="86"/>
                                  </a:cubicBezTo>
                                  <a:cubicBezTo>
                                    <a:pt x="246" y="86"/>
                                    <a:pt x="246" y="86"/>
                                    <a:pt x="246" y="86"/>
                                  </a:cubicBezTo>
                                  <a:cubicBezTo>
                                    <a:pt x="246" y="86"/>
                                    <a:pt x="247" y="86"/>
                                    <a:pt x="247" y="86"/>
                                  </a:cubicBezTo>
                                  <a:cubicBezTo>
                                    <a:pt x="247" y="86"/>
                                    <a:pt x="246" y="86"/>
                                    <a:pt x="246" y="86"/>
                                  </a:cubicBezTo>
                                  <a:cubicBezTo>
                                    <a:pt x="246" y="85"/>
                                    <a:pt x="246" y="85"/>
                                    <a:pt x="246" y="85"/>
                                  </a:cubicBezTo>
                                  <a:close/>
                                  <a:moveTo>
                                    <a:pt x="219" y="59"/>
                                  </a:move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8"/>
                                    <a:pt x="219" y="59"/>
                                  </a:cubicBezTo>
                                  <a:close/>
                                  <a:moveTo>
                                    <a:pt x="66" y="76"/>
                                  </a:move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5"/>
                                    <a:pt x="64" y="75"/>
                                    <a:pt x="64" y="75"/>
                                  </a:cubicBezTo>
                                  <a:cubicBezTo>
                                    <a:pt x="64" y="75"/>
                                    <a:pt x="64" y="75"/>
                                    <a:pt x="64" y="75"/>
                                  </a:cubicBezTo>
                                  <a:cubicBezTo>
                                    <a:pt x="64" y="75"/>
                                    <a:pt x="64" y="75"/>
                                    <a:pt x="64" y="75"/>
                                  </a:cubicBezTo>
                                  <a:cubicBezTo>
                                    <a:pt x="63" y="75"/>
                                    <a:pt x="63" y="75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3" y="75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2" y="77"/>
                                    <a:pt x="62" y="77"/>
                                  </a:cubicBezTo>
                                  <a:cubicBezTo>
                                    <a:pt x="62" y="77"/>
                                    <a:pt x="62" y="76"/>
                                    <a:pt x="62" y="76"/>
                                  </a:cubicBezTo>
                                  <a:cubicBezTo>
                                    <a:pt x="62" y="76"/>
                                    <a:pt x="61" y="76"/>
                                    <a:pt x="61" y="76"/>
                                  </a:cubicBezTo>
                                  <a:cubicBezTo>
                                    <a:pt x="61" y="76"/>
                                    <a:pt x="61" y="76"/>
                                    <a:pt x="61" y="76"/>
                                  </a:cubicBezTo>
                                  <a:cubicBezTo>
                                    <a:pt x="61" y="76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0" y="75"/>
                                  </a:cubicBezTo>
                                  <a:cubicBezTo>
                                    <a:pt x="60" y="75"/>
                                    <a:pt x="60" y="74"/>
                                    <a:pt x="60" y="74"/>
                                  </a:cubicBezTo>
                                  <a:cubicBezTo>
                                    <a:pt x="60" y="74"/>
                                    <a:pt x="60" y="74"/>
                                    <a:pt x="59" y="74"/>
                                  </a:cubicBezTo>
                                  <a:cubicBezTo>
                                    <a:pt x="59" y="74"/>
                                    <a:pt x="59" y="74"/>
                                    <a:pt x="59" y="74"/>
                                  </a:cubicBezTo>
                                  <a:cubicBezTo>
                                    <a:pt x="59" y="74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8" y="73"/>
                                    <a:pt x="58" y="73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4" y="70"/>
                                    <a:pt x="54" y="70"/>
                                  </a:cubicBezTo>
                                  <a:cubicBezTo>
                                    <a:pt x="54" y="70"/>
                                    <a:pt x="54" y="70"/>
                                    <a:pt x="54" y="70"/>
                                  </a:cubicBezTo>
                                  <a:cubicBezTo>
                                    <a:pt x="54" y="70"/>
                                    <a:pt x="54" y="69"/>
                                    <a:pt x="54" y="69"/>
                                  </a:cubicBezTo>
                                  <a:cubicBezTo>
                                    <a:pt x="54" y="69"/>
                                    <a:pt x="54" y="69"/>
                                    <a:pt x="54" y="69"/>
                                  </a:cubicBezTo>
                                  <a:cubicBezTo>
                                    <a:pt x="54" y="69"/>
                                    <a:pt x="53" y="68"/>
                                    <a:pt x="53" y="68"/>
                                  </a:cubicBezTo>
                                  <a:cubicBezTo>
                                    <a:pt x="53" y="68"/>
                                    <a:pt x="52" y="68"/>
                                    <a:pt x="52" y="68"/>
                                  </a:cubicBezTo>
                                  <a:cubicBezTo>
                                    <a:pt x="52" y="68"/>
                                    <a:pt x="52" y="68"/>
                                    <a:pt x="52" y="68"/>
                                  </a:cubicBezTo>
                                  <a:cubicBezTo>
                                    <a:pt x="52" y="68"/>
                                    <a:pt x="52" y="68"/>
                                    <a:pt x="51" y="68"/>
                                  </a:cubicBezTo>
                                  <a:cubicBezTo>
                                    <a:pt x="51" y="68"/>
                                    <a:pt x="51" y="67"/>
                                    <a:pt x="51" y="67"/>
                                  </a:cubicBezTo>
                                  <a:cubicBezTo>
                                    <a:pt x="51" y="67"/>
                                    <a:pt x="51" y="67"/>
                                    <a:pt x="51" y="67"/>
                                  </a:cubicBezTo>
                                  <a:cubicBezTo>
                                    <a:pt x="51" y="67"/>
                                    <a:pt x="50" y="67"/>
                                    <a:pt x="50" y="66"/>
                                  </a:cubicBezTo>
                                  <a:cubicBezTo>
                                    <a:pt x="50" y="66"/>
                                    <a:pt x="50" y="66"/>
                                    <a:pt x="50" y="66"/>
                                  </a:cubicBezTo>
                                  <a:cubicBezTo>
                                    <a:pt x="50" y="66"/>
                                    <a:pt x="49" y="66"/>
                                    <a:pt x="49" y="66"/>
                                  </a:cubicBezTo>
                                  <a:cubicBezTo>
                                    <a:pt x="49" y="65"/>
                                    <a:pt x="49" y="65"/>
                                    <a:pt x="49" y="65"/>
                                  </a:cubicBezTo>
                                  <a:cubicBezTo>
                                    <a:pt x="49" y="65"/>
                                    <a:pt x="48" y="65"/>
                                    <a:pt x="48" y="65"/>
                                  </a:cubicBezTo>
                                  <a:cubicBezTo>
                                    <a:pt x="48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2"/>
                                    <a:pt x="47" y="62"/>
                                    <a:pt x="47" y="62"/>
                                  </a:cubicBezTo>
                                  <a:cubicBezTo>
                                    <a:pt x="47" y="62"/>
                                    <a:pt x="46" y="62"/>
                                    <a:pt x="46" y="62"/>
                                  </a:cubicBezTo>
                                  <a:cubicBezTo>
                                    <a:pt x="46" y="62"/>
                                    <a:pt x="46" y="61"/>
                                    <a:pt x="46" y="61"/>
                                  </a:cubicBezTo>
                                  <a:cubicBezTo>
                                    <a:pt x="46" y="61"/>
                                    <a:pt x="45" y="61"/>
                                    <a:pt x="45" y="61"/>
                                  </a:cubicBezTo>
                                  <a:cubicBezTo>
                                    <a:pt x="45" y="61"/>
                                    <a:pt x="44" y="60"/>
                                    <a:pt x="44" y="60"/>
                                  </a:cubicBezTo>
                                  <a:cubicBezTo>
                                    <a:pt x="44" y="60"/>
                                    <a:pt x="44" y="60"/>
                                    <a:pt x="44" y="60"/>
                                  </a:cubicBezTo>
                                  <a:cubicBezTo>
                                    <a:pt x="44" y="60"/>
                                    <a:pt x="43" y="59"/>
                                    <a:pt x="43" y="59"/>
                                  </a:cubicBezTo>
                                  <a:cubicBezTo>
                                    <a:pt x="43" y="59"/>
                                    <a:pt x="42" y="59"/>
                                    <a:pt x="42" y="59"/>
                                  </a:cubicBezTo>
                                  <a:cubicBezTo>
                                    <a:pt x="42" y="59"/>
                                    <a:pt x="42" y="58"/>
                                    <a:pt x="42" y="58"/>
                                  </a:cubicBezTo>
                                  <a:cubicBezTo>
                                    <a:pt x="42" y="58"/>
                                    <a:pt x="42" y="58"/>
                                    <a:pt x="42" y="58"/>
                                  </a:cubicBezTo>
                                  <a:cubicBezTo>
                                    <a:pt x="42" y="58"/>
                                    <a:pt x="41" y="57"/>
                                    <a:pt x="41" y="57"/>
                                  </a:cubicBezTo>
                                  <a:cubicBezTo>
                                    <a:pt x="41" y="57"/>
                                    <a:pt x="41" y="57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0" y="56"/>
                                  </a:cubicBezTo>
                                  <a:cubicBezTo>
                                    <a:pt x="40" y="55"/>
                                    <a:pt x="40" y="55"/>
                                    <a:pt x="39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8" y="54"/>
                                    <a:pt x="38" y="54"/>
                                  </a:cubicBezTo>
                                  <a:cubicBezTo>
                                    <a:pt x="38" y="54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2"/>
                                    <a:pt x="38" y="52"/>
                                  </a:cubicBezTo>
                                  <a:cubicBezTo>
                                    <a:pt x="38" y="52"/>
                                    <a:pt x="37" y="52"/>
                                    <a:pt x="37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8" y="51"/>
                                    <a:pt x="38" y="50"/>
                                    <a:pt x="38" y="50"/>
                                  </a:cubicBezTo>
                                  <a:cubicBezTo>
                                    <a:pt x="38" y="50"/>
                                    <a:pt x="37" y="50"/>
                                    <a:pt x="37" y="49"/>
                                  </a:cubicBezTo>
                                  <a:cubicBezTo>
                                    <a:pt x="37" y="49"/>
                                    <a:pt x="36" y="49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8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6"/>
                                    <a:pt x="36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4" y="45"/>
                                    <a:pt x="35" y="45"/>
                                  </a:cubicBezTo>
                                  <a:cubicBezTo>
                                    <a:pt x="35" y="45"/>
                                    <a:pt x="34" y="45"/>
                                    <a:pt x="34" y="45"/>
                                  </a:cubicBezTo>
                                  <a:cubicBezTo>
                                    <a:pt x="35" y="45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5" y="45"/>
                                    <a:pt x="35" y="45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3"/>
                                    <a:pt x="33" y="42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1"/>
                                  </a:cubicBezTo>
                                  <a:cubicBezTo>
                                    <a:pt x="32" y="41"/>
                                    <a:pt x="32" y="41"/>
                                    <a:pt x="32" y="41"/>
                                  </a:cubicBezTo>
                                  <a:cubicBezTo>
                                    <a:pt x="32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1" y="39"/>
                                    <a:pt x="31" y="39"/>
                                  </a:cubicBezTo>
                                  <a:cubicBezTo>
                                    <a:pt x="31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1" y="39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29" y="37"/>
                                    <a:pt x="29" y="37"/>
                                  </a:cubicBezTo>
                                  <a:cubicBezTo>
                                    <a:pt x="29" y="37"/>
                                    <a:pt x="29" y="37"/>
                                    <a:pt x="29" y="37"/>
                                  </a:cubicBezTo>
                                  <a:cubicBezTo>
                                    <a:pt x="28" y="37"/>
                                    <a:pt x="28" y="37"/>
                                    <a:pt x="28" y="37"/>
                                  </a:cubicBezTo>
                                  <a:cubicBezTo>
                                    <a:pt x="28" y="36"/>
                                    <a:pt x="28" y="36"/>
                                    <a:pt x="28" y="36"/>
                                  </a:cubicBezTo>
                                  <a:cubicBezTo>
                                    <a:pt x="28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7" y="36"/>
                                    <a:pt x="26" y="36"/>
                                  </a:cubicBezTo>
                                  <a:cubicBezTo>
                                    <a:pt x="26" y="36"/>
                                    <a:pt x="26" y="36"/>
                                    <a:pt x="26" y="36"/>
                                  </a:cubicBezTo>
                                  <a:cubicBezTo>
                                    <a:pt x="26" y="36"/>
                                    <a:pt x="26" y="35"/>
                                    <a:pt x="26" y="35"/>
                                  </a:cubicBezTo>
                                  <a:cubicBezTo>
                                    <a:pt x="26" y="35"/>
                                    <a:pt x="26" y="35"/>
                                    <a:pt x="26" y="35"/>
                                  </a:cubicBezTo>
                                  <a:cubicBezTo>
                                    <a:pt x="26" y="35"/>
                                    <a:pt x="26" y="34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4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6" y="32"/>
                                  </a:cubicBezTo>
                                  <a:cubicBezTo>
                                    <a:pt x="26" y="32"/>
                                    <a:pt x="26" y="32"/>
                                    <a:pt x="25" y="32"/>
                                  </a:cubicBezTo>
                                  <a:cubicBezTo>
                                    <a:pt x="25" y="32"/>
                                    <a:pt x="25" y="32"/>
                                    <a:pt x="25" y="32"/>
                                  </a:cubicBezTo>
                                  <a:cubicBezTo>
                                    <a:pt x="25" y="32"/>
                                    <a:pt x="25" y="31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5" y="30"/>
                                    <a:pt x="24" y="30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8"/>
                                    <a:pt x="24" y="28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4" y="28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2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0"/>
                                    <a:pt x="16" y="20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6" y="19"/>
                                    <a:pt x="16" y="19"/>
                                    <a:pt x="16" y="19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6" y="18"/>
                                    <a:pt x="16" y="19"/>
                                    <a:pt x="15" y="18"/>
                                  </a:cubicBezTo>
                                  <a:cubicBezTo>
                                    <a:pt x="15" y="18"/>
                                    <a:pt x="16" y="18"/>
                                    <a:pt x="15" y="18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4" y="18"/>
                                    <a:pt x="14" y="18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4" y="16"/>
                                    <a:pt x="14" y="16"/>
                                    <a:pt x="13" y="16"/>
                                  </a:cubicBezTo>
                                  <a:cubicBezTo>
                                    <a:pt x="13" y="16"/>
                                    <a:pt x="13" y="16"/>
                                    <a:pt x="13" y="16"/>
                                  </a:cubicBezTo>
                                  <a:cubicBezTo>
                                    <a:pt x="13" y="16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8" y="13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7" y="10"/>
                                    <a:pt x="7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4" y="8"/>
                                    <a:pt x="4" y="8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5" y="1"/>
                                    <a:pt x="5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5" y="3"/>
                                  </a:cubicBezTo>
                                  <a:cubicBezTo>
                                    <a:pt x="15" y="3"/>
                                    <a:pt x="15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7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20" y="8"/>
                                    <a:pt x="20" y="8"/>
                                  </a:cubicBezTo>
                                  <a:cubicBezTo>
                                    <a:pt x="20" y="8"/>
                                    <a:pt x="20" y="8"/>
                                    <a:pt x="20" y="8"/>
                                  </a:cubicBezTo>
                                  <a:cubicBezTo>
                                    <a:pt x="20" y="8"/>
                                    <a:pt x="20" y="8"/>
                                    <a:pt x="21" y="8"/>
                                  </a:cubicBezTo>
                                  <a:cubicBezTo>
                                    <a:pt x="21" y="8"/>
                                    <a:pt x="21" y="9"/>
                                    <a:pt x="21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4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4" y="13"/>
                                    <a:pt x="24" y="13"/>
                                    <a:pt x="24" y="13"/>
                                  </a:cubicBezTo>
                                  <a:cubicBezTo>
                                    <a:pt x="24" y="13"/>
                                    <a:pt x="24" y="13"/>
                                    <a:pt x="24" y="13"/>
                                  </a:cubicBezTo>
                                  <a:cubicBezTo>
                                    <a:pt x="24" y="13"/>
                                    <a:pt x="25" y="13"/>
                                    <a:pt x="25" y="13"/>
                                  </a:cubicBezTo>
                                  <a:cubicBezTo>
                                    <a:pt x="25" y="13"/>
                                    <a:pt x="26" y="14"/>
                                    <a:pt x="26" y="14"/>
                                  </a:cubicBezTo>
                                  <a:cubicBezTo>
                                    <a:pt x="26" y="14"/>
                                    <a:pt x="26" y="14"/>
                                    <a:pt x="26" y="14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8" y="15"/>
                                    <a:pt x="28" y="15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30" y="16"/>
                                  </a:cubicBezTo>
                                  <a:cubicBezTo>
                                    <a:pt x="30" y="16"/>
                                    <a:pt x="30" y="16"/>
                                    <a:pt x="30" y="16"/>
                                  </a:cubicBezTo>
                                  <a:cubicBezTo>
                                    <a:pt x="30" y="16"/>
                                    <a:pt x="30" y="17"/>
                                    <a:pt x="31" y="17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1" y="18"/>
                                    <a:pt x="31" y="18"/>
                                    <a:pt x="31" y="18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1" y="17"/>
                                    <a:pt x="31" y="18"/>
                                    <a:pt x="31" y="18"/>
                                  </a:cubicBezTo>
                                  <a:cubicBezTo>
                                    <a:pt x="32" y="18"/>
                                    <a:pt x="32" y="18"/>
                                    <a:pt x="32" y="18"/>
                                  </a:cubicBezTo>
                                  <a:cubicBezTo>
                                    <a:pt x="32" y="19"/>
                                    <a:pt x="32" y="19"/>
                                    <a:pt x="32" y="19"/>
                                  </a:cubicBezTo>
                                  <a:cubicBezTo>
                                    <a:pt x="32" y="19"/>
                                    <a:pt x="32" y="19"/>
                                    <a:pt x="32" y="19"/>
                                  </a:cubicBezTo>
                                  <a:cubicBezTo>
                                    <a:pt x="32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2"/>
                                    <a:pt x="34" y="22"/>
                                    <a:pt x="35" y="22"/>
                                  </a:cubicBezTo>
                                  <a:cubicBezTo>
                                    <a:pt x="35" y="22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6" y="23"/>
                                    <a:pt x="36" y="23"/>
                                  </a:cubicBezTo>
                                  <a:cubicBezTo>
                                    <a:pt x="36" y="23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7" y="24"/>
                                    <a:pt x="37" y="24"/>
                                  </a:cubicBezTo>
                                  <a:cubicBezTo>
                                    <a:pt x="37" y="24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7" y="24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8" y="23"/>
                                    <a:pt x="38" y="22"/>
                                  </a:cubicBezTo>
                                  <a:cubicBezTo>
                                    <a:pt x="38" y="22"/>
                                    <a:pt x="38" y="22"/>
                                    <a:pt x="38" y="22"/>
                                  </a:cubicBezTo>
                                  <a:cubicBezTo>
                                    <a:pt x="38" y="22"/>
                                    <a:pt x="38" y="22"/>
                                    <a:pt x="39" y="22"/>
                                  </a:cubicBezTo>
                                  <a:cubicBezTo>
                                    <a:pt x="39" y="22"/>
                                    <a:pt x="39" y="22"/>
                                    <a:pt x="39" y="23"/>
                                  </a:cubicBezTo>
                                  <a:cubicBezTo>
                                    <a:pt x="39" y="23"/>
                                    <a:pt x="39" y="23"/>
                                    <a:pt x="39" y="23"/>
                                  </a:cubicBezTo>
                                  <a:cubicBezTo>
                                    <a:pt x="39" y="23"/>
                                    <a:pt x="39" y="23"/>
                                    <a:pt x="40" y="23"/>
                                  </a:cubicBezTo>
                                  <a:cubicBezTo>
                                    <a:pt x="40" y="24"/>
                                    <a:pt x="40" y="24"/>
                                    <a:pt x="40" y="24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6"/>
                                    <a:pt x="41" y="26"/>
                                  </a:cubicBezTo>
                                  <a:cubicBezTo>
                                    <a:pt x="41" y="26"/>
                                    <a:pt x="41" y="26"/>
                                    <a:pt x="41" y="26"/>
                                  </a:cubicBezTo>
                                  <a:cubicBezTo>
                                    <a:pt x="42" y="27"/>
                                    <a:pt x="42" y="27"/>
                                    <a:pt x="42" y="27"/>
                                  </a:cubicBezTo>
                                  <a:cubicBezTo>
                                    <a:pt x="42" y="27"/>
                                    <a:pt x="42" y="27"/>
                                    <a:pt x="42" y="27"/>
                                  </a:cubicBezTo>
                                  <a:cubicBezTo>
                                    <a:pt x="42" y="27"/>
                                    <a:pt x="43" y="27"/>
                                    <a:pt x="43" y="27"/>
                                  </a:cubicBezTo>
                                  <a:cubicBezTo>
                                    <a:pt x="43" y="27"/>
                                    <a:pt x="43" y="27"/>
                                    <a:pt x="43" y="27"/>
                                  </a:cubicBezTo>
                                  <a:cubicBezTo>
                                    <a:pt x="43" y="27"/>
                                    <a:pt x="44" y="27"/>
                                    <a:pt x="44" y="27"/>
                                  </a:cubicBezTo>
                                  <a:cubicBezTo>
                                    <a:pt x="44" y="27"/>
                                    <a:pt x="45" y="27"/>
                                    <a:pt x="45" y="28"/>
                                  </a:cubicBezTo>
                                  <a:cubicBezTo>
                                    <a:pt x="45" y="28"/>
                                    <a:pt x="45" y="28"/>
                                    <a:pt x="46" y="28"/>
                                  </a:cubicBezTo>
                                  <a:cubicBezTo>
                                    <a:pt x="46" y="28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1"/>
                                  </a:cubicBez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3"/>
                                  </a:cubicBezTo>
                                  <a:cubicBezTo>
                                    <a:pt x="48" y="33"/>
                                    <a:pt x="49" y="33"/>
                                    <a:pt x="49" y="33"/>
                                  </a:cubicBezTo>
                                  <a:cubicBezTo>
                                    <a:pt x="49" y="33"/>
                                    <a:pt x="50" y="33"/>
                                    <a:pt x="50" y="33"/>
                                  </a:cubicBezTo>
                                  <a:cubicBezTo>
                                    <a:pt x="50" y="33"/>
                                    <a:pt x="50" y="33"/>
                                    <a:pt x="50" y="33"/>
                                  </a:cubicBezTo>
                                  <a:cubicBezTo>
                                    <a:pt x="50" y="33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2" y="33"/>
                                    <a:pt x="52" y="33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3" y="34"/>
                                    <a:pt x="53" y="34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2" y="35"/>
                                    <a:pt x="51" y="35"/>
                                  </a:cubicBezTo>
                                  <a:cubicBezTo>
                                    <a:pt x="51" y="35"/>
                                    <a:pt x="51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7"/>
                                    <a:pt x="49" y="37"/>
                                    <a:pt x="49" y="37"/>
                                  </a:cubicBezTo>
                                  <a:cubicBezTo>
                                    <a:pt x="49" y="37"/>
                                    <a:pt x="50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50" y="36"/>
                                  </a:cubicBezTo>
                                  <a:cubicBezTo>
                                    <a:pt x="51" y="36"/>
                                    <a:pt x="51" y="36"/>
                                    <a:pt x="51" y="36"/>
                                  </a:cubicBezTo>
                                  <a:cubicBezTo>
                                    <a:pt x="51" y="36"/>
                                    <a:pt x="51" y="36"/>
                                    <a:pt x="52" y="36"/>
                                  </a:cubicBezTo>
                                  <a:cubicBezTo>
                                    <a:pt x="52" y="36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4"/>
                                    <a:pt x="53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5" y="34"/>
                                    <a:pt x="55" y="34"/>
                                  </a:cubicBezTo>
                                  <a:cubicBezTo>
                                    <a:pt x="55" y="34"/>
                                    <a:pt x="55" y="35"/>
                                    <a:pt x="55" y="35"/>
                                  </a:cubicBezTo>
                                  <a:cubicBezTo>
                                    <a:pt x="55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7" y="35"/>
                                    <a:pt x="57" y="36"/>
                                  </a:cubicBezTo>
                                  <a:cubicBezTo>
                                    <a:pt x="57" y="36"/>
                                    <a:pt x="57" y="36"/>
                                    <a:pt x="57" y="36"/>
                                  </a:cubicBezTo>
                                  <a:cubicBezTo>
                                    <a:pt x="57" y="37"/>
                                    <a:pt x="57" y="37"/>
                                    <a:pt x="57" y="37"/>
                                  </a:cubicBezTo>
                                  <a:cubicBezTo>
                                    <a:pt x="57" y="37"/>
                                    <a:pt x="57" y="37"/>
                                    <a:pt x="57" y="37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5" y="38"/>
                                    <a:pt x="55" y="38"/>
                                  </a:cubicBezTo>
                                  <a:cubicBezTo>
                                    <a:pt x="55" y="38"/>
                                    <a:pt x="55" y="38"/>
                                    <a:pt x="55" y="38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4" y="42"/>
                                    <a:pt x="54" y="42"/>
                                  </a:cubicBezTo>
                                  <a:cubicBezTo>
                                    <a:pt x="54" y="42"/>
                                    <a:pt x="55" y="42"/>
                                    <a:pt x="55" y="42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6" y="43"/>
                                    <a:pt x="56" y="43"/>
                                  </a:cubicBezTo>
                                  <a:cubicBezTo>
                                    <a:pt x="56" y="43"/>
                                    <a:pt x="56" y="43"/>
                                    <a:pt x="56" y="44"/>
                                  </a:cubicBezTo>
                                  <a:cubicBezTo>
                                    <a:pt x="56" y="44"/>
                                    <a:pt x="56" y="43"/>
                                    <a:pt x="56" y="44"/>
                                  </a:cubicBezTo>
                                  <a:cubicBezTo>
                                    <a:pt x="56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5"/>
                                    <a:pt x="57" y="45"/>
                                  </a:cubicBezTo>
                                  <a:cubicBezTo>
                                    <a:pt x="57" y="45"/>
                                    <a:pt x="58" y="45"/>
                                    <a:pt x="58" y="45"/>
                                  </a:cubicBezTo>
                                  <a:cubicBezTo>
                                    <a:pt x="58" y="45"/>
                                    <a:pt x="58" y="45"/>
                                    <a:pt x="58" y="44"/>
                                  </a:cubicBezTo>
                                  <a:cubicBezTo>
                                    <a:pt x="58" y="44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9" y="44"/>
                                    <a:pt x="59" y="44"/>
                                  </a:cubicBezTo>
                                  <a:cubicBezTo>
                                    <a:pt x="59" y="44"/>
                                    <a:pt x="59" y="44"/>
                                    <a:pt x="59" y="45"/>
                                  </a:cubicBezTo>
                                  <a:cubicBezTo>
                                    <a:pt x="59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1" y="45"/>
                                    <a:pt x="61" y="44"/>
                                    <a:pt x="61" y="44"/>
                                  </a:cubicBezTo>
                                  <a:cubicBezTo>
                                    <a:pt x="61" y="44"/>
                                    <a:pt x="61" y="44"/>
                                    <a:pt x="61" y="44"/>
                                  </a:cubicBezTo>
                                  <a:cubicBezTo>
                                    <a:pt x="61" y="45"/>
                                    <a:pt x="61" y="45"/>
                                    <a:pt x="61" y="45"/>
                                  </a:cubicBezTo>
                                  <a:cubicBezTo>
                                    <a:pt x="61" y="45"/>
                                    <a:pt x="61" y="45"/>
                                    <a:pt x="61" y="46"/>
                                  </a:cubicBezTo>
                                  <a:cubicBezTo>
                                    <a:pt x="61" y="46"/>
                                    <a:pt x="61" y="46"/>
                                    <a:pt x="61" y="46"/>
                                  </a:cubicBezTo>
                                  <a:cubicBezTo>
                                    <a:pt x="61" y="46"/>
                                    <a:pt x="62" y="46"/>
                                    <a:pt x="62" y="46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7"/>
                                    <a:pt x="62" y="48"/>
                                    <a:pt x="62" y="48"/>
                                  </a:cubicBezTo>
                                  <a:cubicBezTo>
                                    <a:pt x="62" y="48"/>
                                    <a:pt x="62" y="48"/>
                                    <a:pt x="62" y="48"/>
                                  </a:cubicBezTo>
                                  <a:cubicBezTo>
                                    <a:pt x="62" y="48"/>
                                    <a:pt x="62" y="48"/>
                                    <a:pt x="62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9"/>
                                    <a:pt x="61" y="49"/>
                                    <a:pt x="61" y="49"/>
                                  </a:cubicBezTo>
                                  <a:cubicBezTo>
                                    <a:pt x="61" y="49"/>
                                    <a:pt x="61" y="48"/>
                                    <a:pt x="62" y="49"/>
                                  </a:cubicBezTo>
                                  <a:cubicBezTo>
                                    <a:pt x="62" y="49"/>
                                    <a:pt x="62" y="49"/>
                                    <a:pt x="62" y="49"/>
                                  </a:cubicBezTo>
                                  <a:cubicBezTo>
                                    <a:pt x="62" y="49"/>
                                    <a:pt x="62" y="49"/>
                                    <a:pt x="62" y="49"/>
                                  </a:cubicBezTo>
                                  <a:cubicBezTo>
                                    <a:pt x="62" y="49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1"/>
                                    <a:pt x="62" y="51"/>
                                  </a:cubicBezTo>
                                  <a:cubicBezTo>
                                    <a:pt x="62" y="51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3" y="50"/>
                                  </a:cubicBezTo>
                                  <a:cubicBezTo>
                                    <a:pt x="63" y="50"/>
                                    <a:pt x="63" y="50"/>
                                    <a:pt x="63" y="50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4" y="51"/>
                                  </a:cubicBezTo>
                                  <a:cubicBezTo>
                                    <a:pt x="64" y="51"/>
                                    <a:pt x="64" y="51"/>
                                    <a:pt x="64" y="51"/>
                                  </a:cubicBezTo>
                                  <a:cubicBezTo>
                                    <a:pt x="64" y="51"/>
                                    <a:pt x="64" y="51"/>
                                    <a:pt x="64" y="51"/>
                                  </a:cubicBezTo>
                                  <a:cubicBezTo>
                                    <a:pt x="64" y="51"/>
                                    <a:pt x="65" y="52"/>
                                    <a:pt x="65" y="52"/>
                                  </a:cubicBezTo>
                                  <a:cubicBezTo>
                                    <a:pt x="65" y="52"/>
                                    <a:pt x="65" y="52"/>
                                    <a:pt x="65" y="52"/>
                                  </a:cubicBezTo>
                                  <a:cubicBezTo>
                                    <a:pt x="64" y="52"/>
                                    <a:pt x="64" y="52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4"/>
                                    <a:pt x="63" y="54"/>
                                    <a:pt x="63" y="54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4" y="54"/>
                                    <a:pt x="64" y="54"/>
                                  </a:cubicBezTo>
                                  <a:cubicBezTo>
                                    <a:pt x="64" y="54"/>
                                    <a:pt x="64" y="54"/>
                                    <a:pt x="64" y="54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4"/>
                                  </a:cubicBezTo>
                                  <a:cubicBezTo>
                                    <a:pt x="65" y="54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6" y="54"/>
                                    <a:pt x="66" y="54"/>
                                    <a:pt x="66" y="54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4"/>
                                    <a:pt x="66" y="54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8" y="54"/>
                                    <a:pt x="68" y="54"/>
                                  </a:cubicBezTo>
                                  <a:cubicBezTo>
                                    <a:pt x="68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5"/>
                                    <a:pt x="70" y="56"/>
                                  </a:cubicBezTo>
                                  <a:cubicBezTo>
                                    <a:pt x="70" y="55"/>
                                    <a:pt x="70" y="55"/>
                                    <a:pt x="70" y="55"/>
                                  </a:cubicBezTo>
                                  <a:cubicBezTo>
                                    <a:pt x="70" y="55"/>
                                    <a:pt x="70" y="55"/>
                                    <a:pt x="71" y="56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0" y="56"/>
                                    <a:pt x="70" y="57"/>
                                    <a:pt x="70" y="57"/>
                                  </a:cubicBezTo>
                                  <a:cubicBezTo>
                                    <a:pt x="71" y="57"/>
                                    <a:pt x="71" y="57"/>
                                    <a:pt x="71" y="57"/>
                                  </a:cubicBezTo>
                                  <a:cubicBezTo>
                                    <a:pt x="71" y="57"/>
                                    <a:pt x="71" y="57"/>
                                    <a:pt x="71" y="57"/>
                                  </a:cubicBezTo>
                                  <a:cubicBezTo>
                                    <a:pt x="71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8"/>
                                  </a:cubicBezTo>
                                  <a:cubicBezTo>
                                    <a:pt x="72" y="58"/>
                                    <a:pt x="72" y="59"/>
                                    <a:pt x="72" y="59"/>
                                  </a:cubicBezTo>
                                  <a:cubicBezTo>
                                    <a:pt x="72" y="59"/>
                                    <a:pt x="73" y="59"/>
                                    <a:pt x="73" y="59"/>
                                  </a:cubicBezTo>
                                  <a:cubicBezTo>
                                    <a:pt x="73" y="59"/>
                                    <a:pt x="73" y="59"/>
                                    <a:pt x="73" y="59"/>
                                  </a:cubicBezTo>
                                  <a:cubicBezTo>
                                    <a:pt x="72" y="59"/>
                                    <a:pt x="71" y="60"/>
                                    <a:pt x="71" y="61"/>
                                  </a:cubicBezTo>
                                  <a:cubicBezTo>
                                    <a:pt x="71" y="61"/>
                                    <a:pt x="71" y="61"/>
                                    <a:pt x="71" y="61"/>
                                  </a:cubicBezTo>
                                  <a:cubicBezTo>
                                    <a:pt x="71" y="61"/>
                                    <a:pt x="71" y="62"/>
                                    <a:pt x="71" y="62"/>
                                  </a:cubicBezTo>
                                  <a:cubicBezTo>
                                    <a:pt x="71" y="62"/>
                                    <a:pt x="71" y="62"/>
                                    <a:pt x="71" y="62"/>
                                  </a:cubicBezTo>
                                  <a:cubicBezTo>
                                    <a:pt x="71" y="63"/>
                                    <a:pt x="71" y="63"/>
                                    <a:pt x="71" y="63"/>
                                  </a:cubicBezTo>
                                  <a:cubicBezTo>
                                    <a:pt x="71" y="63"/>
                                    <a:pt x="72" y="63"/>
                                    <a:pt x="72" y="63"/>
                                  </a:cubicBezTo>
                                  <a:cubicBezTo>
                                    <a:pt x="72" y="63"/>
                                    <a:pt x="72" y="63"/>
                                    <a:pt x="71" y="64"/>
                                  </a:cubicBezTo>
                                  <a:cubicBezTo>
                                    <a:pt x="71" y="64"/>
                                    <a:pt x="71" y="64"/>
                                    <a:pt x="71" y="64"/>
                                  </a:cubicBezTo>
                                  <a:cubicBezTo>
                                    <a:pt x="71" y="64"/>
                                    <a:pt x="71" y="64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6"/>
                                  </a:cubicBezTo>
                                  <a:cubicBezTo>
                                    <a:pt x="71" y="66"/>
                                    <a:pt x="71" y="66"/>
                                    <a:pt x="71" y="66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70"/>
                                  </a:cubicBezTo>
                                  <a:cubicBezTo>
                                    <a:pt x="71" y="70"/>
                                    <a:pt x="71" y="70"/>
                                    <a:pt x="71" y="70"/>
                                  </a:cubicBezTo>
                                  <a:cubicBezTo>
                                    <a:pt x="71" y="70"/>
                                    <a:pt x="71" y="70"/>
                                    <a:pt x="71" y="70"/>
                                  </a:cubicBezTo>
                                  <a:cubicBezTo>
                                    <a:pt x="71" y="71"/>
                                    <a:pt x="71" y="71"/>
                                    <a:pt x="71" y="71"/>
                                  </a:cubicBezTo>
                                  <a:cubicBezTo>
                                    <a:pt x="71" y="71"/>
                                    <a:pt x="71" y="71"/>
                                    <a:pt x="71" y="72"/>
                                  </a:cubicBezTo>
                                  <a:cubicBezTo>
                                    <a:pt x="71" y="72"/>
                                    <a:pt x="71" y="72"/>
                                    <a:pt x="71" y="72"/>
                                  </a:cubicBezTo>
                                  <a:cubicBezTo>
                                    <a:pt x="71" y="72"/>
                                    <a:pt x="71" y="73"/>
                                    <a:pt x="71" y="73"/>
                                  </a:cubicBezTo>
                                  <a:cubicBezTo>
                                    <a:pt x="71" y="73"/>
                                    <a:pt x="71" y="73"/>
                                    <a:pt x="71" y="73"/>
                                  </a:cubicBezTo>
                                  <a:cubicBezTo>
                                    <a:pt x="71" y="73"/>
                                    <a:pt x="71" y="74"/>
                                    <a:pt x="71" y="74"/>
                                  </a:cubicBezTo>
                                  <a:cubicBezTo>
                                    <a:pt x="71" y="74"/>
                                    <a:pt x="71" y="74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6"/>
                                  </a:cubicBezTo>
                                  <a:cubicBezTo>
                                    <a:pt x="71" y="76"/>
                                    <a:pt x="71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5"/>
                                  </a:cubicBezTo>
                                  <a:cubicBezTo>
                                    <a:pt x="68" y="75"/>
                                    <a:pt x="68" y="75"/>
                                    <a:pt x="68" y="75"/>
                                  </a:cubicBezTo>
                                  <a:cubicBezTo>
                                    <a:pt x="68" y="74"/>
                                    <a:pt x="68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6" y="75"/>
                                    <a:pt x="66" y="75"/>
                                  </a:cubicBezTo>
                                  <a:cubicBezTo>
                                    <a:pt x="66" y="75"/>
                                    <a:pt x="66" y="75"/>
                                    <a:pt x="67" y="75"/>
                                  </a:cubicBezTo>
                                  <a:cubicBezTo>
                                    <a:pt x="67" y="75"/>
                                    <a:pt x="66" y="75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6"/>
                                  </a:cubicBezTo>
                                  <a:cubicBezTo>
                                    <a:pt x="67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6"/>
                                  </a:cubicBezTo>
                                  <a:cubicBezTo>
                                    <a:pt x="67" y="76"/>
                                    <a:pt x="67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lose/>
                                  <a:moveTo>
                                    <a:pt x="189" y="109"/>
                                  </a:move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8" y="108"/>
                                    <a:pt x="188" y="108"/>
                                  </a:cubicBezTo>
                                  <a:cubicBezTo>
                                    <a:pt x="188" y="108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7" y="109"/>
                                    <a:pt x="187" y="110"/>
                                  </a:cubicBezTo>
                                  <a:cubicBezTo>
                                    <a:pt x="187" y="110"/>
                                    <a:pt x="187" y="110"/>
                                    <a:pt x="187" y="110"/>
                                  </a:cubicBezTo>
                                  <a:cubicBezTo>
                                    <a:pt x="186" y="110"/>
                                    <a:pt x="186" y="110"/>
                                    <a:pt x="186" y="110"/>
                                  </a:cubicBezTo>
                                  <a:cubicBezTo>
                                    <a:pt x="186" y="110"/>
                                    <a:pt x="185" y="110"/>
                                    <a:pt x="185" y="110"/>
                                  </a:cubicBezTo>
                                  <a:cubicBezTo>
                                    <a:pt x="185" y="110"/>
                                    <a:pt x="185" y="110"/>
                                    <a:pt x="185" y="110"/>
                                  </a:cubicBezTo>
                                  <a:cubicBezTo>
                                    <a:pt x="185" y="110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0"/>
                                  </a:cubicBezTo>
                                  <a:cubicBezTo>
                                    <a:pt x="188" y="110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lose/>
                                  <a:moveTo>
                                    <a:pt x="201" y="93"/>
                                  </a:moveTo>
                                  <a:cubicBezTo>
                                    <a:pt x="201" y="93"/>
                                    <a:pt x="201" y="93"/>
                                    <a:pt x="201" y="92"/>
                                  </a:cubicBezTo>
                                  <a:cubicBezTo>
                                    <a:pt x="201" y="92"/>
                                    <a:pt x="201" y="92"/>
                                    <a:pt x="201" y="92"/>
                                  </a:cubicBezTo>
                                  <a:cubicBezTo>
                                    <a:pt x="201" y="92"/>
                                    <a:pt x="200" y="92"/>
                                    <a:pt x="200" y="92"/>
                                  </a:cubicBezTo>
                                  <a:cubicBezTo>
                                    <a:pt x="200" y="92"/>
                                    <a:pt x="200" y="92"/>
                                    <a:pt x="200" y="92"/>
                                  </a:cubicBezTo>
                                  <a:cubicBezTo>
                                    <a:pt x="200" y="92"/>
                                    <a:pt x="200" y="92"/>
                                    <a:pt x="200" y="92"/>
                                  </a:cubicBezTo>
                                  <a:cubicBezTo>
                                    <a:pt x="199" y="92"/>
                                    <a:pt x="199" y="92"/>
                                    <a:pt x="199" y="92"/>
                                  </a:cubicBezTo>
                                  <a:cubicBezTo>
                                    <a:pt x="199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6" y="92"/>
                                    <a:pt x="196" y="92"/>
                                    <a:pt x="196" y="92"/>
                                  </a:cubicBezTo>
                                  <a:cubicBezTo>
                                    <a:pt x="196" y="92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8" y="94"/>
                                  </a:cubicBezTo>
                                  <a:cubicBezTo>
                                    <a:pt x="198" y="94"/>
                                    <a:pt x="198" y="94"/>
                                    <a:pt x="198" y="94"/>
                                  </a:cubicBezTo>
                                  <a:cubicBezTo>
                                    <a:pt x="198" y="94"/>
                                    <a:pt x="198" y="94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4"/>
                                  </a:cubicBezTo>
                                  <a:cubicBezTo>
                                    <a:pt x="200" y="94"/>
                                    <a:pt x="200" y="94"/>
                                    <a:pt x="200" y="94"/>
                                  </a:cubicBezTo>
                                  <a:cubicBezTo>
                                    <a:pt x="200" y="94"/>
                                    <a:pt x="201" y="94"/>
                                    <a:pt x="201" y="93"/>
                                  </a:cubicBezTo>
                                  <a:cubicBezTo>
                                    <a:pt x="201" y="93"/>
                                    <a:pt x="201" y="93"/>
                                    <a:pt x="201" y="93"/>
                                  </a:cubicBezTo>
                                  <a:cubicBezTo>
                                    <a:pt x="201" y="93"/>
                                    <a:pt x="201" y="93"/>
                                    <a:pt x="201" y="93"/>
                                  </a:cubicBezTo>
                                  <a:close/>
                                  <a:moveTo>
                                    <a:pt x="201" y="99"/>
                                  </a:move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199" y="98"/>
                                    <a:pt x="199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9"/>
                                    <a:pt x="198" y="99"/>
                                  </a:cubicBezTo>
                                  <a:cubicBezTo>
                                    <a:pt x="198" y="99"/>
                                    <a:pt x="198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1"/>
                                    <a:pt x="193" y="101"/>
                                  </a:cubicBezTo>
                                  <a:cubicBezTo>
                                    <a:pt x="193" y="101"/>
                                    <a:pt x="193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2"/>
                                    <a:pt x="192" y="102"/>
                                  </a:cubicBezTo>
                                  <a:cubicBezTo>
                                    <a:pt x="192" y="102"/>
                                    <a:pt x="192" y="102"/>
                                    <a:pt x="192" y="102"/>
                                  </a:cubicBezTo>
                                  <a:cubicBezTo>
                                    <a:pt x="192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4"/>
                                  </a:cubicBezTo>
                                  <a:cubicBezTo>
                                    <a:pt x="191" y="104"/>
                                    <a:pt x="191" y="104"/>
                                    <a:pt x="191" y="104"/>
                                  </a:cubicBezTo>
                                  <a:cubicBezTo>
                                    <a:pt x="191" y="104"/>
                                    <a:pt x="191" y="104"/>
                                    <a:pt x="191" y="104"/>
                                  </a:cubicBezTo>
                                  <a:cubicBezTo>
                                    <a:pt x="191" y="104"/>
                                    <a:pt x="190" y="104"/>
                                    <a:pt x="190" y="104"/>
                                  </a:cubicBezTo>
                                  <a:cubicBezTo>
                                    <a:pt x="190" y="104"/>
                                    <a:pt x="190" y="104"/>
                                    <a:pt x="190" y="104"/>
                                  </a:cubicBezTo>
                                  <a:cubicBezTo>
                                    <a:pt x="190" y="104"/>
                                    <a:pt x="190" y="105"/>
                                    <a:pt x="190" y="105"/>
                                  </a:cubicBezTo>
                                  <a:cubicBezTo>
                                    <a:pt x="190" y="105"/>
                                    <a:pt x="191" y="105"/>
                                    <a:pt x="191" y="105"/>
                                  </a:cubicBezTo>
                                  <a:cubicBezTo>
                                    <a:pt x="191" y="105"/>
                                    <a:pt x="191" y="105"/>
                                    <a:pt x="191" y="105"/>
                                  </a:cubicBezTo>
                                  <a:cubicBezTo>
                                    <a:pt x="191" y="105"/>
                                    <a:pt x="191" y="105"/>
                                    <a:pt x="191" y="105"/>
                                  </a:cubicBezTo>
                                  <a:cubicBezTo>
                                    <a:pt x="192" y="105"/>
                                    <a:pt x="192" y="105"/>
                                    <a:pt x="192" y="105"/>
                                  </a:cubicBezTo>
                                  <a:cubicBezTo>
                                    <a:pt x="191" y="106"/>
                                    <a:pt x="191" y="106"/>
                                    <a:pt x="191" y="106"/>
                                  </a:cubicBezTo>
                                  <a:cubicBezTo>
                                    <a:pt x="191" y="106"/>
                                    <a:pt x="191" y="106"/>
                                    <a:pt x="191" y="106"/>
                                  </a:cubicBezTo>
                                  <a:cubicBezTo>
                                    <a:pt x="191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2" y="107"/>
                                    <a:pt x="192" y="107"/>
                                  </a:cubicBezTo>
                                  <a:cubicBezTo>
                                    <a:pt x="192" y="107"/>
                                    <a:pt x="193" y="107"/>
                                    <a:pt x="193" y="107"/>
                                  </a:cubicBezTo>
                                  <a:cubicBezTo>
                                    <a:pt x="193" y="107"/>
                                    <a:pt x="193" y="107"/>
                                    <a:pt x="193" y="107"/>
                                  </a:cubicBezTo>
                                  <a:cubicBezTo>
                                    <a:pt x="193" y="107"/>
                                    <a:pt x="193" y="107"/>
                                    <a:pt x="193" y="107"/>
                                  </a:cubicBezTo>
                                  <a:cubicBezTo>
                                    <a:pt x="194" y="106"/>
                                    <a:pt x="194" y="106"/>
                                    <a:pt x="194" y="106"/>
                                  </a:cubicBezTo>
                                  <a:cubicBezTo>
                                    <a:pt x="194" y="106"/>
                                    <a:pt x="194" y="106"/>
                                    <a:pt x="194" y="106"/>
                                  </a:cubicBezTo>
                                  <a:cubicBezTo>
                                    <a:pt x="194" y="106"/>
                                    <a:pt x="195" y="106"/>
                                    <a:pt x="195" y="106"/>
                                  </a:cubicBezTo>
                                  <a:cubicBezTo>
                                    <a:pt x="195" y="106"/>
                                    <a:pt x="196" y="106"/>
                                    <a:pt x="196" y="106"/>
                                  </a:cubicBezTo>
                                  <a:cubicBezTo>
                                    <a:pt x="196" y="106"/>
                                    <a:pt x="196" y="106"/>
                                    <a:pt x="196" y="106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9" y="104"/>
                                    <a:pt x="199" y="103"/>
                                    <a:pt x="199" y="103"/>
                                  </a:cubicBezTo>
                                  <a:cubicBezTo>
                                    <a:pt x="199" y="103"/>
                                    <a:pt x="199" y="103"/>
                                    <a:pt x="199" y="103"/>
                                  </a:cubicBezTo>
                                  <a:cubicBezTo>
                                    <a:pt x="199" y="103"/>
                                    <a:pt x="200" y="103"/>
                                    <a:pt x="200" y="103"/>
                                  </a:cubicBezTo>
                                  <a:cubicBezTo>
                                    <a:pt x="200" y="103"/>
                                    <a:pt x="200" y="102"/>
                                    <a:pt x="200" y="102"/>
                                  </a:cubicBezTo>
                                  <a:cubicBezTo>
                                    <a:pt x="200" y="102"/>
                                    <a:pt x="200" y="102"/>
                                    <a:pt x="200" y="102"/>
                                  </a:cubicBezTo>
                                  <a:cubicBezTo>
                                    <a:pt x="200" y="102"/>
                                    <a:pt x="200" y="102"/>
                                    <a:pt x="200" y="102"/>
                                  </a:cubicBezTo>
                                  <a:cubicBezTo>
                                    <a:pt x="200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1" y="101"/>
                                  </a:cubicBezTo>
                                  <a:cubicBezTo>
                                    <a:pt x="201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lose/>
                                  <a:moveTo>
                                    <a:pt x="195" y="93"/>
                                  </a:move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5" y="95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lose/>
                                  <a:moveTo>
                                    <a:pt x="164" y="96"/>
                                  </a:move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7"/>
                                  </a:cubicBezTo>
                                  <a:cubicBezTo>
                                    <a:pt x="164" y="97"/>
                                    <a:pt x="164" y="97"/>
                                    <a:pt x="164" y="97"/>
                                  </a:cubicBezTo>
                                  <a:cubicBezTo>
                                    <a:pt x="164" y="97"/>
                                    <a:pt x="164" y="97"/>
                                    <a:pt x="164" y="97"/>
                                  </a:cubicBezTo>
                                  <a:cubicBezTo>
                                    <a:pt x="164" y="97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lose/>
                                  <a:moveTo>
                                    <a:pt x="188" y="94"/>
                                  </a:moveTo>
                                  <a:cubicBezTo>
                                    <a:pt x="188" y="94"/>
                                    <a:pt x="188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3"/>
                                    <a:pt x="188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4"/>
                                    <a:pt x="188" y="94"/>
                                  </a:cubicBezTo>
                                  <a:close/>
                                  <a:moveTo>
                                    <a:pt x="187" y="94"/>
                                  </a:move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7" y="95"/>
                                  </a:cubicBezTo>
                                  <a:cubicBezTo>
                                    <a:pt x="187" y="95"/>
                                    <a:pt x="187" y="95"/>
                                    <a:pt x="187" y="95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lose/>
                                  <a:moveTo>
                                    <a:pt x="190" y="94"/>
                                  </a:move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3"/>
                                    <a:pt x="191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2"/>
                                  </a:cubicBezTo>
                                  <a:cubicBezTo>
                                    <a:pt x="192" y="92"/>
                                    <a:pt x="192" y="92"/>
                                    <a:pt x="192" y="92"/>
                                  </a:cubicBezTo>
                                  <a:cubicBezTo>
                                    <a:pt x="192" y="92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0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0" y="93"/>
                                    <a:pt x="191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ubicBezTo>
                                    <a:pt x="190" y="94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4"/>
                                  </a:cubicBezTo>
                                  <a:cubicBezTo>
                                    <a:pt x="190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lose/>
                                  <a:moveTo>
                                    <a:pt x="189" y="106"/>
                                  </a:moveTo>
                                  <a:cubicBezTo>
                                    <a:pt x="189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8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lose/>
                                  <a:moveTo>
                                    <a:pt x="172" y="105"/>
                                  </a:moveTo>
                                  <a:cubicBezTo>
                                    <a:pt x="172" y="105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0" y="104"/>
                                    <a:pt x="170" y="104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2"/>
                                    <a:pt x="170" y="102"/>
                                  </a:cubicBezTo>
                                  <a:cubicBezTo>
                                    <a:pt x="170" y="102"/>
                                    <a:pt x="169" y="102"/>
                                    <a:pt x="169" y="102"/>
                                  </a:cubicBezTo>
                                  <a:cubicBezTo>
                                    <a:pt x="169" y="102"/>
                                    <a:pt x="169" y="102"/>
                                    <a:pt x="169" y="102"/>
                                  </a:cubicBezTo>
                                  <a:cubicBezTo>
                                    <a:pt x="169" y="102"/>
                                    <a:pt x="169" y="102"/>
                                    <a:pt x="169" y="103"/>
                                  </a:cubicBezTo>
                                  <a:cubicBezTo>
                                    <a:pt x="169" y="103"/>
                                    <a:pt x="168" y="103"/>
                                    <a:pt x="168" y="103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1"/>
                                    <a:pt x="168" y="101"/>
                                  </a:cubicBezTo>
                                  <a:cubicBezTo>
                                    <a:pt x="168" y="101"/>
                                    <a:pt x="168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6" y="100"/>
                                    <a:pt x="166" y="100"/>
                                  </a:cubicBezTo>
                                  <a:cubicBezTo>
                                    <a:pt x="166" y="100"/>
                                    <a:pt x="166" y="100"/>
                                    <a:pt x="166" y="100"/>
                                  </a:cubicBezTo>
                                  <a:cubicBezTo>
                                    <a:pt x="166" y="100"/>
                                    <a:pt x="165" y="101"/>
                                    <a:pt x="165" y="101"/>
                                  </a:cubicBezTo>
                                  <a:cubicBezTo>
                                    <a:pt x="165" y="101"/>
                                    <a:pt x="165" y="101"/>
                                    <a:pt x="164" y="101"/>
                                  </a:cubicBezTo>
                                  <a:cubicBezTo>
                                    <a:pt x="164" y="101"/>
                                    <a:pt x="164" y="101"/>
                                    <a:pt x="164" y="101"/>
                                  </a:cubicBezTo>
                                  <a:cubicBezTo>
                                    <a:pt x="164" y="101"/>
                                    <a:pt x="164" y="100"/>
                                    <a:pt x="164" y="100"/>
                                  </a:cubicBezTo>
                                  <a:cubicBezTo>
                                    <a:pt x="164" y="100"/>
                                    <a:pt x="164" y="100"/>
                                    <a:pt x="164" y="100"/>
                                  </a:cubicBezTo>
                                  <a:cubicBezTo>
                                    <a:pt x="164" y="100"/>
                                    <a:pt x="163" y="100"/>
                                    <a:pt x="163" y="100"/>
                                  </a:cubicBezTo>
                                  <a:cubicBezTo>
                                    <a:pt x="163" y="100"/>
                                    <a:pt x="163" y="101"/>
                                    <a:pt x="163" y="101"/>
                                  </a:cubicBezTo>
                                  <a:cubicBezTo>
                                    <a:pt x="163" y="101"/>
                                    <a:pt x="163" y="101"/>
                                    <a:pt x="163" y="101"/>
                                  </a:cubicBezTo>
                                  <a:cubicBezTo>
                                    <a:pt x="163" y="101"/>
                                    <a:pt x="163" y="100"/>
                                    <a:pt x="163" y="100"/>
                                  </a:cubicBezTo>
                                  <a:cubicBezTo>
                                    <a:pt x="163" y="100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1" y="100"/>
                                    <a:pt x="161" y="100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59" y="101"/>
                                    <a:pt x="159" y="101"/>
                                    <a:pt x="159" y="101"/>
                                  </a:cubicBezTo>
                                  <a:cubicBezTo>
                                    <a:pt x="159" y="101"/>
                                    <a:pt x="159" y="101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60" y="102"/>
                                  </a:cubicBezTo>
                                  <a:cubicBezTo>
                                    <a:pt x="160" y="103"/>
                                    <a:pt x="160" y="103"/>
                                    <a:pt x="160" y="103"/>
                                  </a:cubicBezTo>
                                  <a:cubicBezTo>
                                    <a:pt x="160" y="103"/>
                                    <a:pt x="160" y="103"/>
                                    <a:pt x="160" y="103"/>
                                  </a:cubicBezTo>
                                  <a:cubicBezTo>
                                    <a:pt x="160" y="103"/>
                                    <a:pt x="161" y="103"/>
                                    <a:pt x="161" y="103"/>
                                  </a:cubicBezTo>
                                  <a:cubicBezTo>
                                    <a:pt x="161" y="103"/>
                                    <a:pt x="161" y="103"/>
                                    <a:pt x="161" y="103"/>
                                  </a:cubicBezTo>
                                  <a:cubicBezTo>
                                    <a:pt x="162" y="103"/>
                                    <a:pt x="161" y="103"/>
                                    <a:pt x="161" y="103"/>
                                  </a:cubicBezTo>
                                  <a:cubicBezTo>
                                    <a:pt x="161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4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5"/>
                                    <a:pt x="165" y="105"/>
                                  </a:cubicBezTo>
                                  <a:cubicBezTo>
                                    <a:pt x="165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6"/>
                                    <a:pt x="166" y="106"/>
                                  </a:cubicBezTo>
                                  <a:cubicBezTo>
                                    <a:pt x="166" y="106"/>
                                    <a:pt x="166" y="106"/>
                                    <a:pt x="166" y="106"/>
                                  </a:cubicBezTo>
                                  <a:cubicBezTo>
                                    <a:pt x="166" y="106"/>
                                    <a:pt x="166" y="106"/>
                                    <a:pt x="166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8" y="107"/>
                                    <a:pt x="168" y="107"/>
                                  </a:cubicBezTo>
                                  <a:cubicBezTo>
                                    <a:pt x="168" y="107"/>
                                    <a:pt x="168" y="107"/>
                                    <a:pt x="168" y="107"/>
                                  </a:cubicBezTo>
                                  <a:cubicBezTo>
                                    <a:pt x="168" y="107"/>
                                    <a:pt x="168" y="107"/>
                                    <a:pt x="168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6"/>
                                  </a:cubicBezTo>
                                  <a:cubicBezTo>
                                    <a:pt x="170" y="106"/>
                                    <a:pt x="170" y="106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2" y="106"/>
                                  </a:cubicBezTo>
                                  <a:cubicBezTo>
                                    <a:pt x="172" y="106"/>
                                    <a:pt x="172" y="106"/>
                                    <a:pt x="172" y="106"/>
                                  </a:cubicBezTo>
                                  <a:cubicBezTo>
                                    <a:pt x="172" y="106"/>
                                    <a:pt x="172" y="105"/>
                                    <a:pt x="172" y="105"/>
                                  </a:cubicBezTo>
                                  <a:cubicBezTo>
                                    <a:pt x="172" y="105"/>
                                    <a:pt x="172" y="105"/>
                                    <a:pt x="172" y="105"/>
                                  </a:cubicBezTo>
                                  <a:cubicBezTo>
                                    <a:pt x="172" y="105"/>
                                    <a:pt x="172" y="105"/>
                                    <a:pt x="172" y="105"/>
                                  </a:cubicBezTo>
                                  <a:close/>
                                  <a:moveTo>
                                    <a:pt x="177" y="109"/>
                                  </a:move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lose/>
                                  <a:moveTo>
                                    <a:pt x="180" y="108"/>
                                  </a:moveTo>
                                  <a:cubicBezTo>
                                    <a:pt x="180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8" y="108"/>
                                    <a:pt x="178" y="108"/>
                                  </a:cubicBezTo>
                                  <a:cubicBezTo>
                                    <a:pt x="178" y="108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80" y="109"/>
                                    <a:pt x="180" y="109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lose/>
                                  <a:moveTo>
                                    <a:pt x="163" y="95"/>
                                  </a:move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4"/>
                                    <a:pt x="163" y="94"/>
                                  </a:cubicBezTo>
                                  <a:cubicBezTo>
                                    <a:pt x="163" y="94"/>
                                    <a:pt x="163" y="94"/>
                                    <a:pt x="163" y="94"/>
                                  </a:cubicBezTo>
                                  <a:cubicBezTo>
                                    <a:pt x="163" y="94"/>
                                    <a:pt x="162" y="94"/>
                                    <a:pt x="162" y="94"/>
                                  </a:cubicBezTo>
                                  <a:cubicBezTo>
                                    <a:pt x="162" y="94"/>
                                    <a:pt x="162" y="94"/>
                                    <a:pt x="162" y="94"/>
                                  </a:cubicBezTo>
                                  <a:cubicBezTo>
                                    <a:pt x="162" y="94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3" y="96"/>
                                    <a:pt x="163" y="96"/>
                                  </a:cubicBezTo>
                                  <a:cubicBezTo>
                                    <a:pt x="163" y="96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lose/>
                                  <a:moveTo>
                                    <a:pt x="185" y="95"/>
                                  </a:move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3"/>
                                    <a:pt x="186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3" y="94"/>
                                    <a:pt x="183" y="94"/>
                                    <a:pt x="183" y="94"/>
                                  </a:cubicBezTo>
                                  <a:cubicBezTo>
                                    <a:pt x="183" y="94"/>
                                    <a:pt x="183" y="94"/>
                                    <a:pt x="183" y="94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5"/>
                                    <a:pt x="181" y="95"/>
                                    <a:pt x="181" y="95"/>
                                  </a:cubicBezTo>
                                  <a:cubicBezTo>
                                    <a:pt x="181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79" y="94"/>
                                    <a:pt x="179" y="94"/>
                                  </a:cubicBezTo>
                                  <a:cubicBezTo>
                                    <a:pt x="179" y="94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4"/>
                                    <a:pt x="175" y="94"/>
                                  </a:cubicBezTo>
                                  <a:cubicBezTo>
                                    <a:pt x="175" y="94"/>
                                    <a:pt x="175" y="94"/>
                                    <a:pt x="175" y="94"/>
                                  </a:cubicBezTo>
                                  <a:cubicBezTo>
                                    <a:pt x="175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3"/>
                                    <a:pt x="173" y="93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2" y="94"/>
                                    <a:pt x="172" y="94"/>
                                  </a:cubicBezTo>
                                  <a:cubicBezTo>
                                    <a:pt x="172" y="94"/>
                                    <a:pt x="172" y="94"/>
                                    <a:pt x="172" y="94"/>
                                  </a:cubicBezTo>
                                  <a:cubicBezTo>
                                    <a:pt x="172" y="94"/>
                                    <a:pt x="171" y="94"/>
                                    <a:pt x="171" y="94"/>
                                  </a:cubicBezTo>
                                  <a:cubicBezTo>
                                    <a:pt x="171" y="94"/>
                                    <a:pt x="171" y="93"/>
                                    <a:pt x="171" y="93"/>
                                  </a:cubicBezTo>
                                  <a:cubicBezTo>
                                    <a:pt x="171" y="93"/>
                                    <a:pt x="171" y="93"/>
                                    <a:pt x="171" y="93"/>
                                  </a:cubicBezTo>
                                  <a:cubicBezTo>
                                    <a:pt x="171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7" y="93"/>
                                    <a:pt x="167" y="93"/>
                                  </a:cubicBezTo>
                                  <a:cubicBezTo>
                                    <a:pt x="167" y="93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9" y="97"/>
                                  </a:cubicBezTo>
                                  <a:cubicBezTo>
                                    <a:pt x="169" y="97"/>
                                    <a:pt x="169" y="97"/>
                                    <a:pt x="169" y="97"/>
                                  </a:cubicBezTo>
                                  <a:cubicBezTo>
                                    <a:pt x="170" y="97"/>
                                    <a:pt x="170" y="97"/>
                                    <a:pt x="170" y="97"/>
                                  </a:cubicBezTo>
                                  <a:cubicBezTo>
                                    <a:pt x="170" y="97"/>
                                    <a:pt x="170" y="97"/>
                                    <a:pt x="170" y="97"/>
                                  </a:cubicBezTo>
                                  <a:cubicBezTo>
                                    <a:pt x="170" y="97"/>
                                    <a:pt x="170" y="97"/>
                                    <a:pt x="171" y="97"/>
                                  </a:cubicBezTo>
                                  <a:cubicBezTo>
                                    <a:pt x="171" y="97"/>
                                    <a:pt x="171" y="97"/>
                                    <a:pt x="171" y="97"/>
                                  </a:cubicBezTo>
                                  <a:cubicBezTo>
                                    <a:pt x="171" y="97"/>
                                    <a:pt x="171" y="97"/>
                                    <a:pt x="171" y="97"/>
                                  </a:cubicBezTo>
                                  <a:cubicBezTo>
                                    <a:pt x="171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8"/>
                                    <a:pt x="172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6" y="97"/>
                                    <a:pt x="176" y="97"/>
                                  </a:cubicBezTo>
                                  <a:cubicBezTo>
                                    <a:pt x="176" y="97"/>
                                    <a:pt x="176" y="97"/>
                                    <a:pt x="176" y="97"/>
                                  </a:cubicBezTo>
                                  <a:cubicBezTo>
                                    <a:pt x="176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80" y="97"/>
                                    <a:pt x="180" y="97"/>
                                  </a:cubicBezTo>
                                  <a:cubicBezTo>
                                    <a:pt x="180" y="97"/>
                                    <a:pt x="180" y="96"/>
                                    <a:pt x="180" y="96"/>
                                  </a:cubicBezTo>
                                  <a:cubicBezTo>
                                    <a:pt x="180" y="96"/>
                                    <a:pt x="180" y="96"/>
                                    <a:pt x="180" y="96"/>
                                  </a:cubicBezTo>
                                  <a:cubicBezTo>
                                    <a:pt x="180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6"/>
                                    <a:pt x="181" y="96"/>
                                    <a:pt x="181" y="96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2" y="96"/>
                                    <a:pt x="183" y="96"/>
                                  </a:cubicBezTo>
                                  <a:cubicBezTo>
                                    <a:pt x="183" y="96"/>
                                    <a:pt x="183" y="96"/>
                                    <a:pt x="183" y="96"/>
                                  </a:cubicBezTo>
                                  <a:cubicBezTo>
                                    <a:pt x="183" y="96"/>
                                    <a:pt x="183" y="96"/>
                                    <a:pt x="183" y="96"/>
                                  </a:cubicBezTo>
                                  <a:cubicBezTo>
                                    <a:pt x="183" y="96"/>
                                    <a:pt x="184" y="96"/>
                                    <a:pt x="184" y="96"/>
                                  </a:cubicBezTo>
                                  <a:cubicBezTo>
                                    <a:pt x="184" y="96"/>
                                    <a:pt x="184" y="96"/>
                                    <a:pt x="184" y="96"/>
                                  </a:cubicBezTo>
                                  <a:cubicBezTo>
                                    <a:pt x="184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lose/>
                                  <a:moveTo>
                                    <a:pt x="188" y="46"/>
                                  </a:moveTo>
                                  <a:cubicBezTo>
                                    <a:pt x="189" y="46"/>
                                    <a:pt x="189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5"/>
                                    <a:pt x="188" y="45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5"/>
                                    <a:pt x="188" y="45"/>
                                    <a:pt x="187" y="45"/>
                                  </a:cubicBezTo>
                                  <a:cubicBezTo>
                                    <a:pt x="187" y="45"/>
                                    <a:pt x="187" y="45"/>
                                    <a:pt x="187" y="46"/>
                                  </a:cubicBezTo>
                                  <a:cubicBezTo>
                                    <a:pt x="187" y="46"/>
                                    <a:pt x="187" y="46"/>
                                    <a:pt x="187" y="46"/>
                                  </a:cubicBezTo>
                                  <a:cubicBezTo>
                                    <a:pt x="187" y="46"/>
                                    <a:pt x="186" y="45"/>
                                    <a:pt x="186" y="46"/>
                                  </a:cubicBezTo>
                                  <a:cubicBezTo>
                                    <a:pt x="186" y="46"/>
                                    <a:pt x="186" y="46"/>
                                    <a:pt x="186" y="46"/>
                                  </a:cubicBezTo>
                                  <a:cubicBezTo>
                                    <a:pt x="186" y="46"/>
                                    <a:pt x="186" y="46"/>
                                    <a:pt x="186" y="46"/>
                                  </a:cubicBezTo>
                                  <a:cubicBezTo>
                                    <a:pt x="186" y="46"/>
                                    <a:pt x="186" y="47"/>
                                    <a:pt x="186" y="47"/>
                                  </a:cubicBezTo>
                                  <a:cubicBezTo>
                                    <a:pt x="186" y="47"/>
                                    <a:pt x="185" y="47"/>
                                    <a:pt x="186" y="47"/>
                                  </a:cubicBezTo>
                                  <a:cubicBezTo>
                                    <a:pt x="186" y="48"/>
                                    <a:pt x="186" y="48"/>
                                    <a:pt x="186" y="48"/>
                                  </a:cubicBezTo>
                                  <a:cubicBezTo>
                                    <a:pt x="186" y="48"/>
                                    <a:pt x="186" y="48"/>
                                    <a:pt x="186" y="48"/>
                                  </a:cubicBezTo>
                                  <a:cubicBezTo>
                                    <a:pt x="186" y="48"/>
                                    <a:pt x="186" y="48"/>
                                    <a:pt x="187" y="48"/>
                                  </a:cubicBezTo>
                                  <a:cubicBezTo>
                                    <a:pt x="187" y="48"/>
                                    <a:pt x="187" y="48"/>
                                    <a:pt x="187" y="48"/>
                                  </a:cubicBezTo>
                                  <a:cubicBezTo>
                                    <a:pt x="187" y="47"/>
                                    <a:pt x="187" y="47"/>
                                    <a:pt x="187" y="47"/>
                                  </a:cubicBezTo>
                                  <a:cubicBezTo>
                                    <a:pt x="187" y="47"/>
                                    <a:pt x="187" y="47"/>
                                    <a:pt x="187" y="47"/>
                                  </a:cubicBezTo>
                                  <a:cubicBezTo>
                                    <a:pt x="188" y="47"/>
                                    <a:pt x="188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7"/>
                                    <a:pt x="188" y="47"/>
                                    <a:pt x="188" y="47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9" y="48"/>
                                    <a:pt x="188" y="49"/>
                                    <a:pt x="189" y="49"/>
                                  </a:cubicBezTo>
                                  <a:cubicBezTo>
                                    <a:pt x="189" y="48"/>
                                    <a:pt x="189" y="48"/>
                                    <a:pt x="189" y="48"/>
                                  </a:cubicBezTo>
                                  <a:cubicBezTo>
                                    <a:pt x="189" y="48"/>
                                    <a:pt x="189" y="48"/>
                                    <a:pt x="189" y="48"/>
                                  </a:cubicBezTo>
                                  <a:cubicBezTo>
                                    <a:pt x="189" y="48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7"/>
                                    <a:pt x="190" y="47"/>
                                  </a:cubicBezTo>
                                  <a:cubicBezTo>
                                    <a:pt x="190" y="47"/>
                                    <a:pt x="190" y="47"/>
                                    <a:pt x="190" y="47"/>
                                  </a:cubicBezTo>
                                  <a:cubicBezTo>
                                    <a:pt x="191" y="47"/>
                                    <a:pt x="191" y="47"/>
                                    <a:pt x="191" y="47"/>
                                  </a:cubicBezTo>
                                  <a:cubicBezTo>
                                    <a:pt x="191" y="46"/>
                                    <a:pt x="191" y="46"/>
                                    <a:pt x="191" y="46"/>
                                  </a:cubicBezTo>
                                  <a:cubicBezTo>
                                    <a:pt x="191" y="46"/>
                                    <a:pt x="191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8" y="47"/>
                                    <a:pt x="188" y="47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lose/>
                                  <a:moveTo>
                                    <a:pt x="190" y="49"/>
                                  </a:moveTo>
                                  <a:cubicBezTo>
                                    <a:pt x="190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9"/>
                                    <a:pt x="190" y="49"/>
                                    <a:pt x="190" y="49"/>
                                  </a:cubicBezTo>
                                  <a:close/>
                                  <a:moveTo>
                                    <a:pt x="188" y="50"/>
                                  </a:move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ubicBezTo>
                                    <a:pt x="188" y="49"/>
                                    <a:pt x="188" y="49"/>
                                    <a:pt x="188" y="49"/>
                                  </a:cubicBezTo>
                                  <a:cubicBezTo>
                                    <a:pt x="187" y="49"/>
                                    <a:pt x="187" y="50"/>
                                    <a:pt x="187" y="50"/>
                                  </a:cubicBezTo>
                                  <a:cubicBezTo>
                                    <a:pt x="187" y="50"/>
                                    <a:pt x="187" y="50"/>
                                    <a:pt x="187" y="50"/>
                                  </a:cubicBez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lose/>
                                  <a:moveTo>
                                    <a:pt x="189" y="49"/>
                                  </a:move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50"/>
                                  </a:cubicBezTo>
                                  <a:cubicBezTo>
                                    <a:pt x="189" y="50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ubicBezTo>
                                    <a:pt x="190" y="49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lose/>
                                  <a:moveTo>
                                    <a:pt x="179" y="40"/>
                                  </a:move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80" y="41"/>
                                    <a:pt x="180" y="41"/>
                                    <a:pt x="180" y="41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1"/>
                                    <a:pt x="181" y="41"/>
                                  </a:cubicBezTo>
                                  <a:cubicBezTo>
                                    <a:pt x="181" y="41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79" y="40"/>
                                  </a:cubicBezTo>
                                  <a:cubicBezTo>
                                    <a:pt x="179" y="40"/>
                                    <a:pt x="180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lose/>
                                  <a:moveTo>
                                    <a:pt x="130" y="96"/>
                                  </a:move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ubicBezTo>
                                    <a:pt x="130" y="96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29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5"/>
                                    <a:pt x="127" y="95"/>
                                  </a:cubicBezTo>
                                  <a:cubicBezTo>
                                    <a:pt x="127" y="95"/>
                                    <a:pt x="127" y="95"/>
                                    <a:pt x="127" y="95"/>
                                  </a:cubicBezTo>
                                  <a:cubicBezTo>
                                    <a:pt x="127" y="96"/>
                                    <a:pt x="127" y="96"/>
                                    <a:pt x="127" y="96"/>
                                  </a:cubicBezTo>
                                  <a:cubicBezTo>
                                    <a:pt x="127" y="96"/>
                                    <a:pt x="127" y="95"/>
                                    <a:pt x="127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4"/>
                                    <a:pt x="124" y="94"/>
                                  </a:cubicBezTo>
                                  <a:cubicBezTo>
                                    <a:pt x="124" y="94"/>
                                    <a:pt x="124" y="95"/>
                                    <a:pt x="124" y="95"/>
                                  </a:cubicBezTo>
                                  <a:cubicBezTo>
                                    <a:pt x="123" y="95"/>
                                    <a:pt x="123" y="94"/>
                                    <a:pt x="123" y="94"/>
                                  </a:cubicBezTo>
                                  <a:cubicBezTo>
                                    <a:pt x="123" y="94"/>
                                    <a:pt x="123" y="94"/>
                                    <a:pt x="123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1" y="94"/>
                                    <a:pt x="121" y="93"/>
                                    <a:pt x="121" y="93"/>
                                  </a:cubicBezTo>
                                  <a:cubicBezTo>
                                    <a:pt x="121" y="93"/>
                                    <a:pt x="120" y="93"/>
                                    <a:pt x="120" y="93"/>
                                  </a:cubicBezTo>
                                  <a:cubicBezTo>
                                    <a:pt x="120" y="93"/>
                                    <a:pt x="120" y="93"/>
                                    <a:pt x="119" y="93"/>
                                  </a:cubicBezTo>
                                  <a:cubicBezTo>
                                    <a:pt x="119" y="93"/>
                                    <a:pt x="119" y="93"/>
                                    <a:pt x="119" y="93"/>
                                  </a:cubicBezTo>
                                  <a:cubicBezTo>
                                    <a:pt x="119" y="94"/>
                                    <a:pt x="119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6" y="94"/>
                                  </a:cubicBezTo>
                                  <a:cubicBezTo>
                                    <a:pt x="116" y="94"/>
                                    <a:pt x="116" y="94"/>
                                    <a:pt x="116" y="94"/>
                                  </a:cubicBezTo>
                                  <a:cubicBezTo>
                                    <a:pt x="116" y="94"/>
                                    <a:pt x="115" y="94"/>
                                    <a:pt x="115" y="94"/>
                                  </a:cubicBezTo>
                                  <a:cubicBezTo>
                                    <a:pt x="115" y="94"/>
                                    <a:pt x="115" y="94"/>
                                    <a:pt x="115" y="94"/>
                                  </a:cubicBezTo>
                                  <a:cubicBezTo>
                                    <a:pt x="114" y="93"/>
                                    <a:pt x="114" y="93"/>
                                    <a:pt x="114" y="93"/>
                                  </a:cubicBezTo>
                                  <a:cubicBezTo>
                                    <a:pt x="114" y="93"/>
                                    <a:pt x="114" y="94"/>
                                    <a:pt x="114" y="94"/>
                                  </a:cubicBezTo>
                                  <a:cubicBezTo>
                                    <a:pt x="114" y="94"/>
                                    <a:pt x="114" y="94"/>
                                    <a:pt x="114" y="93"/>
                                  </a:cubicBezTo>
                                  <a:cubicBezTo>
                                    <a:pt x="114" y="93"/>
                                    <a:pt x="113" y="93"/>
                                    <a:pt x="113" y="93"/>
                                  </a:cubicBezTo>
                                  <a:cubicBezTo>
                                    <a:pt x="113" y="93"/>
                                    <a:pt x="113" y="93"/>
                                    <a:pt x="113" y="93"/>
                                  </a:cubicBezTo>
                                  <a:cubicBezTo>
                                    <a:pt x="113" y="93"/>
                                    <a:pt x="113" y="93"/>
                                    <a:pt x="113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4"/>
                                  </a:cubicBezTo>
                                  <a:cubicBezTo>
                                    <a:pt x="110" y="94"/>
                                    <a:pt x="110" y="94"/>
                                    <a:pt x="110" y="94"/>
                                  </a:cubicBezTo>
                                  <a:cubicBezTo>
                                    <a:pt x="110" y="94"/>
                                    <a:pt x="110" y="94"/>
                                    <a:pt x="110" y="94"/>
                                  </a:cubicBezTo>
                                  <a:cubicBezTo>
                                    <a:pt x="110" y="94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7" y="93"/>
                                    <a:pt x="107" y="93"/>
                                  </a:cubicBezTo>
                                  <a:cubicBezTo>
                                    <a:pt x="107" y="93"/>
                                    <a:pt x="107" y="93"/>
                                    <a:pt x="107" y="93"/>
                                  </a:cubicBezTo>
                                  <a:cubicBezTo>
                                    <a:pt x="107" y="93"/>
                                    <a:pt x="107" y="93"/>
                                    <a:pt x="107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5" y="93"/>
                                    <a:pt x="105" y="93"/>
                                    <a:pt x="105" y="93"/>
                                  </a:cubicBezTo>
                                  <a:cubicBezTo>
                                    <a:pt x="105" y="93"/>
                                    <a:pt x="105" y="93"/>
                                    <a:pt x="105" y="93"/>
                                  </a:cubicBezTo>
                                  <a:cubicBezTo>
                                    <a:pt x="105" y="93"/>
                                    <a:pt x="105" y="93"/>
                                    <a:pt x="104" y="93"/>
                                  </a:cubicBezTo>
                                  <a:cubicBezTo>
                                    <a:pt x="104" y="93"/>
                                    <a:pt x="104" y="93"/>
                                    <a:pt x="104" y="93"/>
                                  </a:cubicBezTo>
                                  <a:cubicBezTo>
                                    <a:pt x="104" y="93"/>
                                    <a:pt x="104" y="93"/>
                                    <a:pt x="104" y="93"/>
                                  </a:cubicBezTo>
                                  <a:cubicBezTo>
                                    <a:pt x="103" y="93"/>
                                    <a:pt x="104" y="93"/>
                                    <a:pt x="103" y="92"/>
                                  </a:cubicBezTo>
                                  <a:cubicBezTo>
                                    <a:pt x="103" y="92"/>
                                    <a:pt x="102" y="92"/>
                                    <a:pt x="102" y="92"/>
                                  </a:cubicBezTo>
                                  <a:cubicBezTo>
                                    <a:pt x="102" y="92"/>
                                    <a:pt x="101" y="92"/>
                                    <a:pt x="101" y="91"/>
                                  </a:cubicBezTo>
                                  <a:cubicBezTo>
                                    <a:pt x="101" y="91"/>
                                    <a:pt x="101" y="91"/>
                                    <a:pt x="100" y="91"/>
                                  </a:cubicBezTo>
                                  <a:cubicBezTo>
                                    <a:pt x="100" y="91"/>
                                    <a:pt x="100" y="91"/>
                                    <a:pt x="100" y="91"/>
                                  </a:cubicBezTo>
                                  <a:cubicBezTo>
                                    <a:pt x="100" y="91"/>
                                    <a:pt x="99" y="91"/>
                                    <a:pt x="99" y="91"/>
                                  </a:cubicBezTo>
                                  <a:cubicBezTo>
                                    <a:pt x="99" y="91"/>
                                    <a:pt x="99" y="90"/>
                                    <a:pt x="99" y="90"/>
                                  </a:cubicBezTo>
                                  <a:cubicBezTo>
                                    <a:pt x="98" y="90"/>
                                    <a:pt x="98" y="90"/>
                                    <a:pt x="98" y="90"/>
                                  </a:cubicBezTo>
                                  <a:cubicBezTo>
                                    <a:pt x="97" y="90"/>
                                    <a:pt x="97" y="90"/>
                                    <a:pt x="96" y="90"/>
                                  </a:cubicBezTo>
                                  <a:cubicBezTo>
                                    <a:pt x="96" y="90"/>
                                    <a:pt x="96" y="90"/>
                                    <a:pt x="96" y="90"/>
                                  </a:cubicBezTo>
                                  <a:cubicBezTo>
                                    <a:pt x="95" y="90"/>
                                    <a:pt x="95" y="90"/>
                                    <a:pt x="95" y="90"/>
                                  </a:cubicBezTo>
                                  <a:cubicBezTo>
                                    <a:pt x="95" y="90"/>
                                    <a:pt x="95" y="90"/>
                                    <a:pt x="95" y="89"/>
                                  </a:cubicBezTo>
                                  <a:cubicBezTo>
                                    <a:pt x="95" y="89"/>
                                    <a:pt x="95" y="89"/>
                                    <a:pt x="94" y="89"/>
                                  </a:cubicBezTo>
                                  <a:cubicBezTo>
                                    <a:pt x="94" y="89"/>
                                    <a:pt x="93" y="89"/>
                                    <a:pt x="93" y="89"/>
                                  </a:cubicBezTo>
                                  <a:cubicBezTo>
                                    <a:pt x="93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90"/>
                                    <a:pt x="92" y="90"/>
                                    <a:pt x="92" y="90"/>
                                  </a:cubicBezTo>
                                  <a:cubicBezTo>
                                    <a:pt x="92" y="90"/>
                                    <a:pt x="92" y="90"/>
                                    <a:pt x="92" y="90"/>
                                  </a:cubicBezTo>
                                  <a:cubicBezTo>
                                    <a:pt x="92" y="90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0" y="89"/>
                                    <a:pt x="90" y="89"/>
                                  </a:cubicBezTo>
                                  <a:cubicBezTo>
                                    <a:pt x="90" y="89"/>
                                    <a:pt x="90" y="89"/>
                                    <a:pt x="90" y="89"/>
                                  </a:cubicBezTo>
                                  <a:cubicBezTo>
                                    <a:pt x="90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90"/>
                                    <a:pt x="89" y="90"/>
                                  </a:cubicBezTo>
                                  <a:cubicBezTo>
                                    <a:pt x="89" y="90"/>
                                    <a:pt x="89" y="90"/>
                                    <a:pt x="88" y="90"/>
                                  </a:cubicBezTo>
                                  <a:cubicBezTo>
                                    <a:pt x="88" y="90"/>
                                    <a:pt x="87" y="90"/>
                                    <a:pt x="87" y="90"/>
                                  </a:cubicBezTo>
                                  <a:cubicBezTo>
                                    <a:pt x="87" y="90"/>
                                    <a:pt x="86" y="90"/>
                                    <a:pt x="86" y="90"/>
                                  </a:cubicBezTo>
                                  <a:cubicBezTo>
                                    <a:pt x="86" y="90"/>
                                    <a:pt x="86" y="90"/>
                                    <a:pt x="85" y="90"/>
                                  </a:cubicBezTo>
                                  <a:cubicBezTo>
                                    <a:pt x="85" y="90"/>
                                    <a:pt x="85" y="89"/>
                                    <a:pt x="85" y="89"/>
                                  </a:cubicBezTo>
                                  <a:cubicBezTo>
                                    <a:pt x="84" y="89"/>
                                    <a:pt x="84" y="89"/>
                                    <a:pt x="84" y="89"/>
                                  </a:cubicBezTo>
                                  <a:cubicBezTo>
                                    <a:pt x="84" y="89"/>
                                    <a:pt x="84" y="89"/>
                                    <a:pt x="84" y="89"/>
                                  </a:cubicBezTo>
                                  <a:cubicBezTo>
                                    <a:pt x="84" y="89"/>
                                    <a:pt x="84" y="89"/>
                                    <a:pt x="83" y="89"/>
                                  </a:cubicBezTo>
                                  <a:cubicBezTo>
                                    <a:pt x="83" y="89"/>
                                    <a:pt x="83" y="89"/>
                                    <a:pt x="83" y="89"/>
                                  </a:cubicBezTo>
                                  <a:cubicBezTo>
                                    <a:pt x="83" y="89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1" y="88"/>
                                    <a:pt x="81" y="88"/>
                                    <a:pt x="81" y="88"/>
                                  </a:cubicBezTo>
                                  <a:cubicBezTo>
                                    <a:pt x="80" y="88"/>
                                    <a:pt x="80" y="88"/>
                                    <a:pt x="80" y="88"/>
                                  </a:cubicBezTo>
                                  <a:cubicBezTo>
                                    <a:pt x="80" y="88"/>
                                    <a:pt x="80" y="88"/>
                                    <a:pt x="79" y="88"/>
                                  </a:cubicBezTo>
                                  <a:cubicBezTo>
                                    <a:pt x="79" y="87"/>
                                    <a:pt x="79" y="88"/>
                                    <a:pt x="79" y="87"/>
                                  </a:cubicBezTo>
                                  <a:cubicBezTo>
                                    <a:pt x="78" y="87"/>
                                    <a:pt x="78" y="87"/>
                                    <a:pt x="77" y="87"/>
                                  </a:cubicBezTo>
                                  <a:cubicBezTo>
                                    <a:pt x="77" y="87"/>
                                    <a:pt x="76" y="87"/>
                                    <a:pt x="76" y="87"/>
                                  </a:cubicBezTo>
                                  <a:cubicBezTo>
                                    <a:pt x="76" y="87"/>
                                    <a:pt x="75" y="87"/>
                                    <a:pt x="75" y="87"/>
                                  </a:cubicBezTo>
                                  <a:cubicBezTo>
                                    <a:pt x="75" y="87"/>
                                    <a:pt x="75" y="87"/>
                                    <a:pt x="75" y="87"/>
                                  </a:cubicBezTo>
                                  <a:cubicBezTo>
                                    <a:pt x="75" y="87"/>
                                    <a:pt x="75" y="87"/>
                                    <a:pt x="75" y="87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cubicBezTo>
                                    <a:pt x="74" y="87"/>
                                    <a:pt x="74" y="86"/>
                                    <a:pt x="74" y="86"/>
                                  </a:cubicBezTo>
                                  <a:cubicBezTo>
                                    <a:pt x="74" y="86"/>
                                    <a:pt x="74" y="86"/>
                                    <a:pt x="74" y="86"/>
                                  </a:cubicBezTo>
                                  <a:cubicBezTo>
                                    <a:pt x="74" y="86"/>
                                    <a:pt x="74" y="86"/>
                                    <a:pt x="75" y="86"/>
                                  </a:cubicBezTo>
                                  <a:cubicBezTo>
                                    <a:pt x="75" y="86"/>
                                    <a:pt x="75" y="86"/>
                                    <a:pt x="75" y="85"/>
                                  </a:cubicBezTo>
                                  <a:cubicBezTo>
                                    <a:pt x="75" y="85"/>
                                    <a:pt x="75" y="85"/>
                                    <a:pt x="75" y="85"/>
                                  </a:cubicBezTo>
                                  <a:cubicBezTo>
                                    <a:pt x="75" y="85"/>
                                    <a:pt x="75" y="85"/>
                                    <a:pt x="75" y="85"/>
                                  </a:cubicBezTo>
                                  <a:cubicBezTo>
                                    <a:pt x="75" y="85"/>
                                    <a:pt x="76" y="84"/>
                                    <a:pt x="75" y="84"/>
                                  </a:cubicBezTo>
                                  <a:cubicBezTo>
                                    <a:pt x="75" y="84"/>
                                    <a:pt x="75" y="84"/>
                                    <a:pt x="75" y="84"/>
                                  </a:cubicBezTo>
                                  <a:cubicBezTo>
                                    <a:pt x="75" y="84"/>
                                    <a:pt x="75" y="84"/>
                                    <a:pt x="75" y="84"/>
                                  </a:cubicBezTo>
                                  <a:cubicBezTo>
                                    <a:pt x="74" y="84"/>
                                    <a:pt x="74" y="84"/>
                                    <a:pt x="74" y="84"/>
                                  </a:cubicBezTo>
                                  <a:cubicBezTo>
                                    <a:pt x="74" y="84"/>
                                    <a:pt x="74" y="84"/>
                                    <a:pt x="74" y="84"/>
                                  </a:cubicBezTo>
                                  <a:cubicBezTo>
                                    <a:pt x="74" y="84"/>
                                    <a:pt x="74" y="84"/>
                                    <a:pt x="73" y="84"/>
                                  </a:cubicBezTo>
                                  <a:cubicBezTo>
                                    <a:pt x="73" y="84"/>
                                    <a:pt x="73" y="84"/>
                                    <a:pt x="73" y="84"/>
                                  </a:cubicBezTo>
                                  <a:cubicBezTo>
                                    <a:pt x="73" y="84"/>
                                    <a:pt x="72" y="84"/>
                                    <a:pt x="72" y="83"/>
                                  </a:cubicBezTo>
                                  <a:cubicBezTo>
                                    <a:pt x="72" y="83"/>
                                    <a:pt x="72" y="83"/>
                                    <a:pt x="72" y="83"/>
                                  </a:cubicBezTo>
                                  <a:cubicBezTo>
                                    <a:pt x="71" y="83"/>
                                    <a:pt x="71" y="83"/>
                                    <a:pt x="71" y="83"/>
                                  </a:cubicBezTo>
                                  <a:cubicBezTo>
                                    <a:pt x="71" y="83"/>
                                    <a:pt x="71" y="83"/>
                                    <a:pt x="71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69" y="83"/>
                                  </a:cubicBezTo>
                                  <a:cubicBezTo>
                                    <a:pt x="69" y="83"/>
                                    <a:pt x="69" y="83"/>
                                    <a:pt x="69" y="83"/>
                                  </a:cubicBezTo>
                                  <a:cubicBezTo>
                                    <a:pt x="68" y="84"/>
                                    <a:pt x="69" y="84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6" y="83"/>
                                    <a:pt x="66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8" y="82"/>
                                  </a:cubicBezTo>
                                  <a:cubicBezTo>
                                    <a:pt x="68" y="82"/>
                                    <a:pt x="68" y="82"/>
                                    <a:pt x="68" y="82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70" y="81"/>
                                    <a:pt x="70" y="81"/>
                                    <a:pt x="70" y="81"/>
                                  </a:cubicBezTo>
                                  <a:cubicBezTo>
                                    <a:pt x="70" y="81"/>
                                    <a:pt x="70" y="81"/>
                                    <a:pt x="70" y="81"/>
                                  </a:cubicBezTo>
                                  <a:cubicBezTo>
                                    <a:pt x="70" y="81"/>
                                    <a:pt x="71" y="81"/>
                                    <a:pt x="71" y="80"/>
                                  </a:cubicBezTo>
                                  <a:cubicBezTo>
                                    <a:pt x="71" y="80"/>
                                    <a:pt x="70" y="80"/>
                                    <a:pt x="71" y="80"/>
                                  </a:cubicBezTo>
                                  <a:cubicBezTo>
                                    <a:pt x="71" y="79"/>
                                    <a:pt x="71" y="79"/>
                                    <a:pt x="71" y="79"/>
                                  </a:cubicBezTo>
                                  <a:cubicBezTo>
                                    <a:pt x="71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1" y="78"/>
                                    <a:pt x="71" y="78"/>
                                  </a:cubicBezTo>
                                  <a:cubicBezTo>
                                    <a:pt x="72" y="78"/>
                                    <a:pt x="72" y="78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8"/>
                                    <a:pt x="73" y="78"/>
                                    <a:pt x="73" y="78"/>
                                  </a:cubicBezTo>
                                  <a:cubicBezTo>
                                    <a:pt x="73" y="78"/>
                                    <a:pt x="73" y="78"/>
                                    <a:pt x="73" y="78"/>
                                  </a:cubicBezTo>
                                  <a:cubicBezTo>
                                    <a:pt x="73" y="78"/>
                                    <a:pt x="73" y="78"/>
                                    <a:pt x="73" y="77"/>
                                  </a:cubicBezTo>
                                  <a:cubicBezTo>
                                    <a:pt x="73" y="77"/>
                                    <a:pt x="73" y="77"/>
                                    <a:pt x="73" y="77"/>
                                  </a:cubicBezTo>
                                  <a:cubicBezTo>
                                    <a:pt x="74" y="77"/>
                                    <a:pt x="74" y="77"/>
                                    <a:pt x="74" y="77"/>
                                  </a:cubicBezTo>
                                  <a:cubicBezTo>
                                    <a:pt x="74" y="77"/>
                                    <a:pt x="74" y="77"/>
                                    <a:pt x="74" y="77"/>
                                  </a:cubicBezTo>
                                  <a:cubicBezTo>
                                    <a:pt x="74" y="77"/>
                                    <a:pt x="74" y="77"/>
                                    <a:pt x="75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9" y="78"/>
                                    <a:pt x="79" y="78"/>
                                    <a:pt x="79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9" y="78"/>
                                    <a:pt x="79" y="77"/>
                                  </a:cubicBezTo>
                                  <a:cubicBezTo>
                                    <a:pt x="78" y="77"/>
                                    <a:pt x="78" y="77"/>
                                    <a:pt x="78" y="77"/>
                                  </a:cubicBezTo>
                                  <a:cubicBezTo>
                                    <a:pt x="78" y="77"/>
                                    <a:pt x="79" y="77"/>
                                    <a:pt x="79" y="77"/>
                                  </a:cubicBezTo>
                                  <a:cubicBezTo>
                                    <a:pt x="79" y="77"/>
                                    <a:pt x="79" y="77"/>
                                    <a:pt x="79" y="77"/>
                                  </a:cubicBezTo>
                                  <a:cubicBezTo>
                                    <a:pt x="79" y="77"/>
                                    <a:pt x="79" y="77"/>
                                    <a:pt x="79" y="77"/>
                                  </a:cubicBezTo>
                                  <a:cubicBezTo>
                                    <a:pt x="80" y="77"/>
                                    <a:pt x="79" y="78"/>
                                    <a:pt x="80" y="77"/>
                                  </a:cubicBezTo>
                                  <a:cubicBezTo>
                                    <a:pt x="80" y="77"/>
                                    <a:pt x="80" y="77"/>
                                    <a:pt x="80" y="77"/>
                                  </a:cubicBezTo>
                                  <a:cubicBezTo>
                                    <a:pt x="81" y="77"/>
                                    <a:pt x="81" y="77"/>
                                    <a:pt x="81" y="78"/>
                                  </a:cubicBezTo>
                                  <a:cubicBezTo>
                                    <a:pt x="81" y="78"/>
                                    <a:pt x="81" y="78"/>
                                    <a:pt x="81" y="78"/>
                                  </a:cubicBezTo>
                                  <a:cubicBezTo>
                                    <a:pt x="81" y="78"/>
                                    <a:pt x="81" y="78"/>
                                    <a:pt x="82" y="79"/>
                                  </a:cubicBezTo>
                                  <a:cubicBezTo>
                                    <a:pt x="82" y="79"/>
                                    <a:pt x="83" y="79"/>
                                    <a:pt x="83" y="79"/>
                                  </a:cubicBezTo>
                                  <a:cubicBezTo>
                                    <a:pt x="83" y="79"/>
                                    <a:pt x="83" y="79"/>
                                    <a:pt x="83" y="79"/>
                                  </a:cubicBezTo>
                                  <a:cubicBezTo>
                                    <a:pt x="83" y="79"/>
                                    <a:pt x="83" y="79"/>
                                    <a:pt x="83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5" y="79"/>
                                  </a:cubicBezTo>
                                  <a:cubicBezTo>
                                    <a:pt x="85" y="79"/>
                                    <a:pt x="85" y="79"/>
                                    <a:pt x="85" y="79"/>
                                  </a:cubicBezTo>
                                  <a:cubicBezTo>
                                    <a:pt x="85" y="79"/>
                                    <a:pt x="84" y="79"/>
                                    <a:pt x="85" y="79"/>
                                  </a:cubicBezTo>
                                  <a:cubicBezTo>
                                    <a:pt x="85" y="79"/>
                                    <a:pt x="85" y="80"/>
                                    <a:pt x="86" y="80"/>
                                  </a:cubicBezTo>
                                  <a:cubicBezTo>
                                    <a:pt x="86" y="80"/>
                                    <a:pt x="86" y="80"/>
                                    <a:pt x="87" y="80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8" y="79"/>
                                    <a:pt x="88" y="80"/>
                                  </a:cubicBezTo>
                                  <a:cubicBezTo>
                                    <a:pt x="88" y="80"/>
                                    <a:pt x="88" y="80"/>
                                    <a:pt x="88" y="81"/>
                                  </a:cubicBezTo>
                                  <a:cubicBezTo>
                                    <a:pt x="89" y="81"/>
                                    <a:pt x="89" y="81"/>
                                    <a:pt x="89" y="81"/>
                                  </a:cubicBezTo>
                                  <a:cubicBezTo>
                                    <a:pt x="89" y="81"/>
                                    <a:pt x="89" y="81"/>
                                    <a:pt x="89" y="81"/>
                                  </a:cubicBezTo>
                                  <a:cubicBezTo>
                                    <a:pt x="89" y="81"/>
                                    <a:pt x="89" y="82"/>
                                    <a:pt x="89" y="82"/>
                                  </a:cubicBezTo>
                                  <a:cubicBezTo>
                                    <a:pt x="89" y="82"/>
                                    <a:pt x="89" y="82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2" y="83"/>
                                    <a:pt x="92" y="83"/>
                                    <a:pt x="92" y="83"/>
                                  </a:cubicBezTo>
                                  <a:cubicBezTo>
                                    <a:pt x="92" y="83"/>
                                    <a:pt x="92" y="83"/>
                                    <a:pt x="92" y="83"/>
                                  </a:cubicBezTo>
                                  <a:cubicBezTo>
                                    <a:pt x="93" y="83"/>
                                    <a:pt x="92" y="83"/>
                                    <a:pt x="92" y="83"/>
                                  </a:cubicBezTo>
                                  <a:cubicBezTo>
                                    <a:pt x="92" y="83"/>
                                    <a:pt x="93" y="84"/>
                                    <a:pt x="94" y="84"/>
                                  </a:cubicBezTo>
                                  <a:cubicBezTo>
                                    <a:pt x="95" y="83"/>
                                    <a:pt x="95" y="83"/>
                                    <a:pt x="95" y="83"/>
                                  </a:cubicBezTo>
                                  <a:cubicBezTo>
                                    <a:pt x="95" y="83"/>
                                    <a:pt x="96" y="83"/>
                                    <a:pt x="96" y="83"/>
                                  </a:cubicBezTo>
                                  <a:cubicBezTo>
                                    <a:pt x="96" y="83"/>
                                    <a:pt x="97" y="83"/>
                                    <a:pt x="97" y="84"/>
                                  </a:cubicBezTo>
                                  <a:cubicBezTo>
                                    <a:pt x="97" y="84"/>
                                    <a:pt x="98" y="84"/>
                                    <a:pt x="98" y="84"/>
                                  </a:cubicBezTo>
                                  <a:cubicBezTo>
                                    <a:pt x="99" y="84"/>
                                    <a:pt x="99" y="84"/>
                                    <a:pt x="99" y="84"/>
                                  </a:cubicBezTo>
                                  <a:cubicBezTo>
                                    <a:pt x="99" y="84"/>
                                    <a:pt x="100" y="83"/>
                                    <a:pt x="100" y="83"/>
                                  </a:cubicBezTo>
                                  <a:cubicBezTo>
                                    <a:pt x="100" y="83"/>
                                    <a:pt x="100" y="83"/>
                                    <a:pt x="100" y="84"/>
                                  </a:cubicBezTo>
                                  <a:cubicBezTo>
                                    <a:pt x="100" y="84"/>
                                    <a:pt x="100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2" y="84"/>
                                    <a:pt x="102" y="84"/>
                                    <a:pt x="102" y="84"/>
                                  </a:cubicBezTo>
                                  <a:cubicBezTo>
                                    <a:pt x="102" y="84"/>
                                    <a:pt x="102" y="84"/>
                                    <a:pt x="102" y="83"/>
                                  </a:cubicBezTo>
                                  <a:cubicBezTo>
                                    <a:pt x="102" y="83"/>
                                    <a:pt x="103" y="83"/>
                                    <a:pt x="103" y="83"/>
                                  </a:cubicBezTo>
                                  <a:cubicBezTo>
                                    <a:pt x="102" y="83"/>
                                    <a:pt x="102" y="83"/>
                                    <a:pt x="102" y="83"/>
                                  </a:cubicBezTo>
                                  <a:cubicBezTo>
                                    <a:pt x="103" y="83"/>
                                    <a:pt x="103" y="83"/>
                                    <a:pt x="103" y="83"/>
                                  </a:cubicBezTo>
                                  <a:cubicBezTo>
                                    <a:pt x="103" y="82"/>
                                    <a:pt x="103" y="82"/>
                                    <a:pt x="103" y="82"/>
                                  </a:cubicBezTo>
                                  <a:cubicBezTo>
                                    <a:pt x="103" y="82"/>
                                    <a:pt x="103" y="82"/>
                                    <a:pt x="103" y="81"/>
                                  </a:cubicBezTo>
                                  <a:cubicBezTo>
                                    <a:pt x="103" y="81"/>
                                    <a:pt x="103" y="81"/>
                                    <a:pt x="104" y="81"/>
                                  </a:cubicBezTo>
                                  <a:cubicBezTo>
                                    <a:pt x="104" y="81"/>
                                    <a:pt x="104" y="81"/>
                                    <a:pt x="104" y="80"/>
                                  </a:cubicBezTo>
                                  <a:cubicBezTo>
                                    <a:pt x="104" y="80"/>
                                    <a:pt x="105" y="80"/>
                                    <a:pt x="105" y="80"/>
                                  </a:cubicBezTo>
                                  <a:cubicBezTo>
                                    <a:pt x="105" y="80"/>
                                    <a:pt x="105" y="80"/>
                                    <a:pt x="105" y="80"/>
                                  </a:cubicBezTo>
                                  <a:cubicBezTo>
                                    <a:pt x="106" y="80"/>
                                    <a:pt x="106" y="80"/>
                                    <a:pt x="106" y="80"/>
                                  </a:cubicBezTo>
                                  <a:cubicBezTo>
                                    <a:pt x="106" y="80"/>
                                    <a:pt x="106" y="81"/>
                                    <a:pt x="106" y="81"/>
                                  </a:cubicBezTo>
                                  <a:cubicBezTo>
                                    <a:pt x="106" y="81"/>
                                    <a:pt x="106" y="81"/>
                                    <a:pt x="106" y="81"/>
                                  </a:cubicBezTo>
                                  <a:cubicBezTo>
                                    <a:pt x="106" y="82"/>
                                    <a:pt x="106" y="82"/>
                                    <a:pt x="107" y="82"/>
                                  </a:cubicBezTo>
                                  <a:cubicBezTo>
                                    <a:pt x="107" y="82"/>
                                    <a:pt x="107" y="82"/>
                                    <a:pt x="107" y="82"/>
                                  </a:cubicBezTo>
                                  <a:cubicBezTo>
                                    <a:pt x="108" y="82"/>
                                    <a:pt x="108" y="82"/>
                                    <a:pt x="108" y="82"/>
                                  </a:cubicBezTo>
                                  <a:cubicBezTo>
                                    <a:pt x="109" y="82"/>
                                    <a:pt x="109" y="82"/>
                                    <a:pt x="109" y="82"/>
                                  </a:cubicBezTo>
                                  <a:cubicBezTo>
                                    <a:pt x="109" y="82"/>
                                    <a:pt x="109" y="82"/>
                                    <a:pt x="109" y="82"/>
                                  </a:cubicBezTo>
                                  <a:cubicBezTo>
                                    <a:pt x="110" y="82"/>
                                    <a:pt x="110" y="82"/>
                                    <a:pt x="110" y="83"/>
                                  </a:cubicBezTo>
                                  <a:cubicBezTo>
                                    <a:pt x="110" y="83"/>
                                    <a:pt x="110" y="83"/>
                                    <a:pt x="110" y="83"/>
                                  </a:cubicBezTo>
                                  <a:cubicBezTo>
                                    <a:pt x="110" y="83"/>
                                    <a:pt x="110" y="83"/>
                                    <a:pt x="111" y="83"/>
                                  </a:cubicBezTo>
                                  <a:cubicBezTo>
                                    <a:pt x="111" y="83"/>
                                    <a:pt x="111" y="83"/>
                                    <a:pt x="111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4"/>
                                    <a:pt x="113" y="84"/>
                                  </a:cubicBezTo>
                                  <a:cubicBezTo>
                                    <a:pt x="113" y="84"/>
                                    <a:pt x="113" y="84"/>
                                    <a:pt x="113" y="84"/>
                                  </a:cubicBezTo>
                                  <a:cubicBezTo>
                                    <a:pt x="114" y="84"/>
                                    <a:pt x="114" y="84"/>
                                    <a:pt x="114" y="84"/>
                                  </a:cubicBezTo>
                                  <a:cubicBezTo>
                                    <a:pt x="114" y="84"/>
                                    <a:pt x="114" y="83"/>
                                    <a:pt x="115" y="83"/>
                                  </a:cubicBezTo>
                                  <a:cubicBezTo>
                                    <a:pt x="115" y="83"/>
                                    <a:pt x="115" y="83"/>
                                    <a:pt x="115" y="84"/>
                                  </a:cubicBezTo>
                                  <a:cubicBezTo>
                                    <a:pt x="115" y="84"/>
                                    <a:pt x="115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3"/>
                                    <a:pt x="116" y="83"/>
                                    <a:pt x="116" y="83"/>
                                  </a:cubicBezTo>
                                  <a:cubicBezTo>
                                    <a:pt x="116" y="83"/>
                                    <a:pt x="116" y="83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7" y="84"/>
                                    <a:pt x="117" y="84"/>
                                  </a:cubicBezTo>
                                  <a:cubicBezTo>
                                    <a:pt x="117" y="84"/>
                                    <a:pt x="116" y="84"/>
                                    <a:pt x="116" y="85"/>
                                  </a:cubicBezTo>
                                  <a:cubicBezTo>
                                    <a:pt x="116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6" y="85"/>
                                    <a:pt x="116" y="85"/>
                                  </a:cubicBezTo>
                                  <a:cubicBezTo>
                                    <a:pt x="116" y="85"/>
                                    <a:pt x="116" y="85"/>
                                    <a:pt x="116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8" y="86"/>
                                    <a:pt x="118" y="86"/>
                                  </a:cubicBezTo>
                                  <a:cubicBezTo>
                                    <a:pt x="118" y="86"/>
                                    <a:pt x="118" y="86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1" y="89"/>
                                    <a:pt x="121" y="89"/>
                                    <a:pt x="121" y="90"/>
                                  </a:cubicBezTo>
                                  <a:cubicBezTo>
                                    <a:pt x="121" y="90"/>
                                    <a:pt x="121" y="90"/>
                                    <a:pt x="121" y="90"/>
                                  </a:cubicBezTo>
                                  <a:cubicBezTo>
                                    <a:pt x="121" y="90"/>
                                    <a:pt x="121" y="90"/>
                                    <a:pt x="121" y="90"/>
                                  </a:cubicBezTo>
                                  <a:cubicBezTo>
                                    <a:pt x="122" y="90"/>
                                    <a:pt x="122" y="89"/>
                                    <a:pt x="122" y="89"/>
                                  </a:cubicBezTo>
                                  <a:cubicBezTo>
                                    <a:pt x="122" y="89"/>
                                    <a:pt x="122" y="89"/>
                                    <a:pt x="122" y="89"/>
                                  </a:cubicBezTo>
                                  <a:cubicBezTo>
                                    <a:pt x="123" y="89"/>
                                    <a:pt x="123" y="89"/>
                                    <a:pt x="123" y="89"/>
                                  </a:cubicBezTo>
                                  <a:cubicBezTo>
                                    <a:pt x="123" y="89"/>
                                    <a:pt x="124" y="89"/>
                                    <a:pt x="124" y="89"/>
                                  </a:cubicBezTo>
                                  <a:cubicBezTo>
                                    <a:pt x="124" y="89"/>
                                    <a:pt x="124" y="89"/>
                                    <a:pt x="124" y="89"/>
                                  </a:cubicBezTo>
                                  <a:cubicBezTo>
                                    <a:pt x="124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6" y="89"/>
                                    <a:pt x="126" y="89"/>
                                    <a:pt x="126" y="89"/>
                                  </a:cubicBezTo>
                                  <a:cubicBezTo>
                                    <a:pt x="126" y="88"/>
                                    <a:pt x="126" y="88"/>
                                    <a:pt x="126" y="89"/>
                                  </a:cubicBezTo>
                                  <a:cubicBezTo>
                                    <a:pt x="126" y="89"/>
                                    <a:pt x="126" y="89"/>
                                    <a:pt x="126" y="89"/>
                                  </a:cubicBezTo>
                                  <a:cubicBezTo>
                                    <a:pt x="126" y="89"/>
                                    <a:pt x="127" y="89"/>
                                    <a:pt x="127" y="89"/>
                                  </a:cubicBezTo>
                                  <a:cubicBezTo>
                                    <a:pt x="127" y="89"/>
                                    <a:pt x="127" y="89"/>
                                    <a:pt x="127" y="89"/>
                                  </a:cubicBezTo>
                                  <a:cubicBezTo>
                                    <a:pt x="127" y="89"/>
                                    <a:pt x="127" y="89"/>
                                    <a:pt x="128" y="89"/>
                                  </a:cubicBezTo>
                                  <a:cubicBezTo>
                                    <a:pt x="128" y="89"/>
                                    <a:pt x="127" y="90"/>
                                    <a:pt x="128" y="90"/>
                                  </a:cubicBezTo>
                                  <a:cubicBezTo>
                                    <a:pt x="128" y="90"/>
                                    <a:pt x="128" y="89"/>
                                    <a:pt x="128" y="90"/>
                                  </a:cubicBezTo>
                                  <a:cubicBezTo>
                                    <a:pt x="129" y="90"/>
                                    <a:pt x="129" y="90"/>
                                    <a:pt x="129" y="90"/>
                                  </a:cubicBezTo>
                                  <a:cubicBezTo>
                                    <a:pt x="129" y="90"/>
                                    <a:pt x="129" y="91"/>
                                    <a:pt x="129" y="91"/>
                                  </a:cubicBezTo>
                                  <a:cubicBezTo>
                                    <a:pt x="129" y="91"/>
                                    <a:pt x="129" y="91"/>
                                    <a:pt x="129" y="91"/>
                                  </a:cubicBezTo>
                                  <a:cubicBezTo>
                                    <a:pt x="129" y="91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8" y="92"/>
                                    <a:pt x="128" y="92"/>
                                  </a:cubicBezTo>
                                  <a:cubicBezTo>
                                    <a:pt x="128" y="93"/>
                                    <a:pt x="128" y="93"/>
                                    <a:pt x="128" y="93"/>
                                  </a:cubicBezTo>
                                  <a:cubicBezTo>
                                    <a:pt x="128" y="93"/>
                                    <a:pt x="128" y="93"/>
                                    <a:pt x="128" y="93"/>
                                  </a:cubicBezTo>
                                  <a:cubicBezTo>
                                    <a:pt x="128" y="93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5"/>
                                  </a:cubicBezTo>
                                  <a:cubicBezTo>
                                    <a:pt x="128" y="95"/>
                                    <a:pt x="128" y="95"/>
                                    <a:pt x="128" y="95"/>
                                  </a:cubicBezTo>
                                  <a:cubicBezTo>
                                    <a:pt x="128" y="95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30" y="96"/>
                                  </a:cubicBez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lose/>
                                  <a:moveTo>
                                    <a:pt x="126" y="84"/>
                                  </a:move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7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5" y="83"/>
                                  </a:cubicBezTo>
                                  <a:cubicBezTo>
                                    <a:pt x="125" y="83"/>
                                    <a:pt x="125" y="84"/>
                                    <a:pt x="124" y="84"/>
                                  </a:cubicBezTo>
                                  <a:cubicBezTo>
                                    <a:pt x="124" y="84"/>
                                    <a:pt x="123" y="84"/>
                                    <a:pt x="123" y="84"/>
                                  </a:cubicBezTo>
                                  <a:cubicBezTo>
                                    <a:pt x="122" y="84"/>
                                    <a:pt x="122" y="84"/>
                                    <a:pt x="121" y="84"/>
                                  </a:cubicBezTo>
                                  <a:cubicBezTo>
                                    <a:pt x="121" y="84"/>
                                    <a:pt x="120" y="84"/>
                                    <a:pt x="120" y="84"/>
                                  </a:cubicBezTo>
                                  <a:cubicBezTo>
                                    <a:pt x="120" y="84"/>
                                    <a:pt x="119" y="84"/>
                                    <a:pt x="119" y="84"/>
                                  </a:cubicBezTo>
                                  <a:cubicBezTo>
                                    <a:pt x="119" y="84"/>
                                    <a:pt x="118" y="84"/>
                                    <a:pt x="118" y="84"/>
                                  </a:cubicBezTo>
                                  <a:cubicBezTo>
                                    <a:pt x="118" y="84"/>
                                    <a:pt x="118" y="84"/>
                                    <a:pt x="118" y="84"/>
                                  </a:cubicBezTo>
                                  <a:cubicBezTo>
                                    <a:pt x="118" y="84"/>
                                    <a:pt x="118" y="84"/>
                                    <a:pt x="117" y="84"/>
                                  </a:cubicBezTo>
                                  <a:cubicBezTo>
                                    <a:pt x="117" y="84"/>
                                    <a:pt x="117" y="84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6"/>
                                    <a:pt x="117" y="85"/>
                                    <a:pt x="118" y="85"/>
                                  </a:cubicBezTo>
                                  <a:cubicBezTo>
                                    <a:pt x="118" y="85"/>
                                    <a:pt x="118" y="85"/>
                                    <a:pt x="118" y="86"/>
                                  </a:cubicBezTo>
                                  <a:cubicBezTo>
                                    <a:pt x="118" y="86"/>
                                    <a:pt x="118" y="86"/>
                                    <a:pt x="119" y="86"/>
                                  </a:cubicBezTo>
                                  <a:cubicBezTo>
                                    <a:pt x="119" y="86"/>
                                    <a:pt x="119" y="86"/>
                                    <a:pt x="119" y="86"/>
                                  </a:cubicBezTo>
                                  <a:cubicBezTo>
                                    <a:pt x="119" y="86"/>
                                    <a:pt x="120" y="86"/>
                                    <a:pt x="120" y="86"/>
                                  </a:cubicBezTo>
                                  <a:cubicBezTo>
                                    <a:pt x="120" y="86"/>
                                    <a:pt x="120" y="86"/>
                                    <a:pt x="121" y="86"/>
                                  </a:cubicBezTo>
                                  <a:cubicBezTo>
                                    <a:pt x="121" y="86"/>
                                    <a:pt x="121" y="86"/>
                                    <a:pt x="121" y="86"/>
                                  </a:cubicBezTo>
                                  <a:cubicBezTo>
                                    <a:pt x="122" y="86"/>
                                    <a:pt x="122" y="86"/>
                                    <a:pt x="122" y="86"/>
                                  </a:cubicBezTo>
                                  <a:cubicBezTo>
                                    <a:pt x="122" y="86"/>
                                    <a:pt x="122" y="86"/>
                                    <a:pt x="123" y="86"/>
                                  </a:cubicBezTo>
                                  <a:cubicBezTo>
                                    <a:pt x="123" y="86"/>
                                    <a:pt x="123" y="86"/>
                                    <a:pt x="123" y="86"/>
                                  </a:cubicBezTo>
                                  <a:cubicBezTo>
                                    <a:pt x="123" y="86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4" y="85"/>
                                    <a:pt x="124" y="85"/>
                                  </a:cubicBezTo>
                                  <a:cubicBezTo>
                                    <a:pt x="124" y="85"/>
                                    <a:pt x="124" y="85"/>
                                    <a:pt x="124" y="85"/>
                                  </a:cubicBezTo>
                                  <a:cubicBezTo>
                                    <a:pt x="124" y="85"/>
                                    <a:pt x="124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5" y="85"/>
                                  </a:cubicBezTo>
                                  <a:cubicBezTo>
                                    <a:pt x="125" y="85"/>
                                    <a:pt x="126" y="85"/>
                                    <a:pt x="126" y="84"/>
                                  </a:cubicBezTo>
                                  <a:close/>
                                  <a:moveTo>
                                    <a:pt x="47" y="73"/>
                                  </a:move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4"/>
                                    <a:pt x="46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3"/>
                                  </a:cubicBezTo>
                                  <a:cubicBezTo>
                                    <a:pt x="48" y="73"/>
                                    <a:pt x="48" y="73"/>
                                    <a:pt x="47" y="73"/>
                                  </a:cubicBezTo>
                                  <a:close/>
                                  <a:moveTo>
                                    <a:pt x="67" y="82"/>
                                  </a:moveTo>
                                  <a:cubicBezTo>
                                    <a:pt x="67" y="82"/>
                                    <a:pt x="67" y="82"/>
                                    <a:pt x="67" y="81"/>
                                  </a:cubicBezTo>
                                  <a:cubicBezTo>
                                    <a:pt x="67" y="81"/>
                                    <a:pt x="67" y="81"/>
                                    <a:pt x="67" y="81"/>
                                  </a:cubicBezTo>
                                  <a:cubicBezTo>
                                    <a:pt x="67" y="81"/>
                                    <a:pt x="67" y="81"/>
                                    <a:pt x="67" y="81"/>
                                  </a:cubicBezTo>
                                  <a:cubicBezTo>
                                    <a:pt x="67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1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lose/>
                                  <a:moveTo>
                                    <a:pt x="82" y="57"/>
                                  </a:moveTo>
                                  <a:cubicBezTo>
                                    <a:pt x="83" y="57"/>
                                    <a:pt x="82" y="57"/>
                                    <a:pt x="82" y="58"/>
                                  </a:cubicBezTo>
                                  <a:cubicBezTo>
                                    <a:pt x="82" y="58"/>
                                    <a:pt x="82" y="58"/>
                                    <a:pt x="82" y="58"/>
                                  </a:cubicBezTo>
                                  <a:cubicBezTo>
                                    <a:pt x="83" y="58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2" y="59"/>
                                    <a:pt x="82" y="59"/>
                                  </a:cubicBezTo>
                                  <a:cubicBezTo>
                                    <a:pt x="82" y="59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4" y="59"/>
                                    <a:pt x="84" y="59"/>
                                  </a:cubicBezTo>
                                  <a:cubicBezTo>
                                    <a:pt x="84" y="59"/>
                                    <a:pt x="84" y="59"/>
                                    <a:pt x="84" y="59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5" y="59"/>
                                    <a:pt x="85" y="58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7" y="59"/>
                                    <a:pt x="86" y="58"/>
                                    <a:pt x="87" y="58"/>
                                  </a:cubicBezTo>
                                  <a:cubicBezTo>
                                    <a:pt x="87" y="58"/>
                                    <a:pt x="87" y="58"/>
                                    <a:pt x="87" y="58"/>
                                  </a:cubicBezTo>
                                  <a:cubicBezTo>
                                    <a:pt x="87" y="58"/>
                                    <a:pt x="87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7" y="57"/>
                                    <a:pt x="87" y="56"/>
                                    <a:pt x="87" y="56"/>
                                  </a:cubicBezTo>
                                  <a:cubicBezTo>
                                    <a:pt x="87" y="56"/>
                                    <a:pt x="87" y="56"/>
                                    <a:pt x="87" y="56"/>
                                  </a:cubicBezTo>
                                  <a:cubicBezTo>
                                    <a:pt x="87" y="56"/>
                                    <a:pt x="87" y="55"/>
                                    <a:pt x="86" y="55"/>
                                  </a:cubicBezTo>
                                  <a:cubicBezTo>
                                    <a:pt x="86" y="55"/>
                                    <a:pt x="86" y="56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7"/>
                                    <a:pt x="83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lose/>
                                  <a:moveTo>
                                    <a:pt x="81" y="57"/>
                                  </a:move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2" y="58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1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1" y="57"/>
                                    <a:pt x="81" y="57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lose/>
                                  <a:moveTo>
                                    <a:pt x="77" y="57"/>
                                  </a:move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lose/>
                                  <a:moveTo>
                                    <a:pt x="66" y="51"/>
                                  </a:moveTo>
                                  <a:cubicBezTo>
                                    <a:pt x="66" y="51"/>
                                    <a:pt x="67" y="51"/>
                                    <a:pt x="67" y="51"/>
                                  </a:cubicBezTo>
                                  <a:cubicBezTo>
                                    <a:pt x="67" y="51"/>
                                    <a:pt x="67" y="52"/>
                                    <a:pt x="67" y="52"/>
                                  </a:cubicBezTo>
                                  <a:cubicBezTo>
                                    <a:pt x="67" y="52"/>
                                    <a:pt x="67" y="52"/>
                                    <a:pt x="67" y="52"/>
                                  </a:cubicBezTo>
                                  <a:cubicBezTo>
                                    <a:pt x="67" y="52"/>
                                    <a:pt x="67" y="52"/>
                                    <a:pt x="67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9" y="52"/>
                                    <a:pt x="69" y="52"/>
                                  </a:cubicBezTo>
                                  <a:cubicBezTo>
                                    <a:pt x="69" y="51"/>
                                    <a:pt x="69" y="51"/>
                                    <a:pt x="69" y="52"/>
                                  </a:cubicBezTo>
                                  <a:cubicBezTo>
                                    <a:pt x="69" y="52"/>
                                    <a:pt x="69" y="52"/>
                                    <a:pt x="69" y="52"/>
                                  </a:cubicBezTo>
                                  <a:cubicBezTo>
                                    <a:pt x="69" y="52"/>
                                    <a:pt x="69" y="52"/>
                                    <a:pt x="69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1" y="52"/>
                                  </a:cubicBezTo>
                                  <a:cubicBezTo>
                                    <a:pt x="71" y="52"/>
                                    <a:pt x="70" y="52"/>
                                    <a:pt x="70" y="52"/>
                                  </a:cubicBezTo>
                                  <a:cubicBezTo>
                                    <a:pt x="70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4"/>
                                  </a:cubicBezTo>
                                  <a:cubicBezTo>
                                    <a:pt x="71" y="54"/>
                                    <a:pt x="71" y="54"/>
                                    <a:pt x="71" y="54"/>
                                  </a:cubicBezTo>
                                  <a:cubicBezTo>
                                    <a:pt x="72" y="54"/>
                                    <a:pt x="71" y="54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1" y="56"/>
                                    <a:pt x="72" y="56"/>
                                    <a:pt x="72" y="56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2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5" y="57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6" y="58"/>
                                    <a:pt x="76" y="58"/>
                                  </a:cubicBezTo>
                                  <a:cubicBezTo>
                                    <a:pt x="76" y="58"/>
                                    <a:pt x="76" y="58"/>
                                    <a:pt x="76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6" y="58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6"/>
                                    <a:pt x="76" y="56"/>
                                    <a:pt x="76" y="56"/>
                                  </a:cubicBezTo>
                                  <a:cubicBezTo>
                                    <a:pt x="76" y="56"/>
                                    <a:pt x="76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6" y="55"/>
                                  </a:cubicBezTo>
                                  <a:cubicBezTo>
                                    <a:pt x="76" y="55"/>
                                    <a:pt x="76" y="54"/>
                                    <a:pt x="75" y="54"/>
                                  </a:cubicBezTo>
                                  <a:cubicBezTo>
                                    <a:pt x="75" y="54"/>
                                    <a:pt x="75" y="54"/>
                                    <a:pt x="75" y="54"/>
                                  </a:cubicBezTo>
                                  <a:cubicBezTo>
                                    <a:pt x="75" y="54"/>
                                    <a:pt x="75" y="54"/>
                                    <a:pt x="74" y="54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3"/>
                                    <a:pt x="74" y="53"/>
                                    <a:pt x="74" y="53"/>
                                  </a:cubicBezTo>
                                  <a:cubicBezTo>
                                    <a:pt x="74" y="53"/>
                                    <a:pt x="73" y="53"/>
                                    <a:pt x="73" y="53"/>
                                  </a:cubicBezTo>
                                  <a:cubicBezTo>
                                    <a:pt x="73" y="53"/>
                                    <a:pt x="73" y="53"/>
                                    <a:pt x="73" y="52"/>
                                  </a:cubicBezTo>
                                  <a:cubicBezTo>
                                    <a:pt x="73" y="52"/>
                                    <a:pt x="73" y="52"/>
                                    <a:pt x="73" y="52"/>
                                  </a:cubicBezTo>
                                  <a:cubicBezTo>
                                    <a:pt x="73" y="52"/>
                                    <a:pt x="73" y="52"/>
                                    <a:pt x="73" y="51"/>
                                  </a:cubicBezTo>
                                  <a:cubicBezTo>
                                    <a:pt x="73" y="51"/>
                                    <a:pt x="73" y="51"/>
                                    <a:pt x="73" y="51"/>
                                  </a:cubicBezTo>
                                  <a:cubicBezTo>
                                    <a:pt x="73" y="51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49"/>
                                    <a:pt x="73" y="49"/>
                                    <a:pt x="72" y="49"/>
                                  </a:cubicBezTo>
                                  <a:cubicBezTo>
                                    <a:pt x="72" y="49"/>
                                    <a:pt x="72" y="49"/>
                                    <a:pt x="72" y="49"/>
                                  </a:cubicBezTo>
                                  <a:cubicBezTo>
                                    <a:pt x="72" y="49"/>
                                    <a:pt x="72" y="49"/>
                                    <a:pt x="72" y="49"/>
                                  </a:cubicBezTo>
                                  <a:cubicBezTo>
                                    <a:pt x="72" y="49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1" y="50"/>
                                    <a:pt x="71" y="50"/>
                                  </a:cubicBezTo>
                                  <a:cubicBezTo>
                                    <a:pt x="71" y="50"/>
                                    <a:pt x="71" y="50"/>
                                    <a:pt x="70" y="50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69" y="48"/>
                                    <a:pt x="69" y="48"/>
                                    <a:pt x="69" y="48"/>
                                  </a:cubicBezTo>
                                  <a:cubicBezTo>
                                    <a:pt x="69" y="48"/>
                                    <a:pt x="69" y="48"/>
                                    <a:pt x="69" y="48"/>
                                  </a:cubicBezTo>
                                  <a:cubicBezTo>
                                    <a:pt x="69" y="48"/>
                                    <a:pt x="68" y="48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8" y="49"/>
                                  </a:cubicBezTo>
                                  <a:cubicBezTo>
                                    <a:pt x="68" y="49"/>
                                    <a:pt x="67" y="49"/>
                                    <a:pt x="68" y="49"/>
                                  </a:cubicBezTo>
                                  <a:cubicBezTo>
                                    <a:pt x="68" y="49"/>
                                    <a:pt x="68" y="49"/>
                                    <a:pt x="68" y="49"/>
                                  </a:cubicBezTo>
                                  <a:cubicBezTo>
                                    <a:pt x="68" y="49"/>
                                    <a:pt x="68" y="49"/>
                                    <a:pt x="68" y="49"/>
                                  </a:cubicBezTo>
                                  <a:cubicBezTo>
                                    <a:pt x="68" y="50"/>
                                    <a:pt x="67" y="50"/>
                                    <a:pt x="67" y="50"/>
                                  </a:cubicBezTo>
                                  <a:cubicBezTo>
                                    <a:pt x="67" y="50"/>
                                    <a:pt x="67" y="50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2"/>
                                    <a:pt x="66" y="52"/>
                                    <a:pt x="66" y="51"/>
                                  </a:cubicBezTo>
                                  <a:close/>
                                  <a:moveTo>
                                    <a:pt x="137" y="93"/>
                                  </a:moveTo>
                                  <a:cubicBezTo>
                                    <a:pt x="137" y="93"/>
                                    <a:pt x="136" y="93"/>
                                    <a:pt x="136" y="93"/>
                                  </a:cubicBezTo>
                                  <a:cubicBezTo>
                                    <a:pt x="136" y="93"/>
                                    <a:pt x="136" y="93"/>
                                    <a:pt x="136" y="93"/>
                                  </a:cubicBezTo>
                                  <a:cubicBezTo>
                                    <a:pt x="136" y="92"/>
                                    <a:pt x="136" y="92"/>
                                    <a:pt x="135" y="92"/>
                                  </a:cubicBezTo>
                                  <a:cubicBezTo>
                                    <a:pt x="135" y="92"/>
                                    <a:pt x="135" y="92"/>
                                    <a:pt x="135" y="92"/>
                                  </a:cubicBezTo>
                                  <a:cubicBezTo>
                                    <a:pt x="135" y="92"/>
                                    <a:pt x="135" y="92"/>
                                    <a:pt x="135" y="92"/>
                                  </a:cubicBezTo>
                                  <a:cubicBezTo>
                                    <a:pt x="134" y="92"/>
                                    <a:pt x="134" y="92"/>
                                    <a:pt x="134" y="92"/>
                                  </a:cubicBezTo>
                                  <a:cubicBezTo>
                                    <a:pt x="134" y="92"/>
                                    <a:pt x="134" y="92"/>
                                    <a:pt x="133" y="92"/>
                                  </a:cubicBezTo>
                                  <a:cubicBezTo>
                                    <a:pt x="133" y="92"/>
                                    <a:pt x="133" y="92"/>
                                    <a:pt x="133" y="92"/>
                                  </a:cubicBezTo>
                                  <a:cubicBezTo>
                                    <a:pt x="133" y="92"/>
                                    <a:pt x="133" y="92"/>
                                    <a:pt x="133" y="92"/>
                                  </a:cubicBezTo>
                                  <a:cubicBezTo>
                                    <a:pt x="132" y="93"/>
                                    <a:pt x="132" y="92"/>
                                    <a:pt x="132" y="92"/>
                                  </a:cubicBezTo>
                                  <a:cubicBezTo>
                                    <a:pt x="132" y="92"/>
                                    <a:pt x="131" y="93"/>
                                    <a:pt x="131" y="92"/>
                                  </a:cubicBezTo>
                                  <a:cubicBezTo>
                                    <a:pt x="131" y="92"/>
                                    <a:pt x="131" y="92"/>
                                    <a:pt x="131" y="92"/>
                                  </a:cubicBezTo>
                                  <a:cubicBezTo>
                                    <a:pt x="130" y="92"/>
                                    <a:pt x="130" y="92"/>
                                    <a:pt x="130" y="92"/>
                                  </a:cubicBezTo>
                                  <a:cubicBezTo>
                                    <a:pt x="130" y="92"/>
                                    <a:pt x="130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3"/>
                                  </a:cubicBezTo>
                                  <a:cubicBezTo>
                                    <a:pt x="129" y="93"/>
                                    <a:pt x="129" y="93"/>
                                    <a:pt x="129" y="93"/>
                                  </a:cubicBezTo>
                                  <a:cubicBezTo>
                                    <a:pt x="129" y="93"/>
                                    <a:pt x="129" y="93"/>
                                    <a:pt x="129" y="93"/>
                                  </a:cubicBezTo>
                                  <a:cubicBezTo>
                                    <a:pt x="129" y="93"/>
                                    <a:pt x="129" y="94"/>
                                    <a:pt x="129" y="94"/>
                                  </a:cubicBezTo>
                                  <a:cubicBezTo>
                                    <a:pt x="130" y="94"/>
                                    <a:pt x="130" y="94"/>
                                    <a:pt x="130" y="94"/>
                                  </a:cubicBezTo>
                                  <a:cubicBezTo>
                                    <a:pt x="130" y="94"/>
                                    <a:pt x="130" y="94"/>
                                    <a:pt x="130" y="94"/>
                                  </a:cubicBezTo>
                                  <a:cubicBezTo>
                                    <a:pt x="131" y="94"/>
                                    <a:pt x="131" y="94"/>
                                    <a:pt x="131" y="94"/>
                                  </a:cubicBezTo>
                                  <a:cubicBezTo>
                                    <a:pt x="131" y="94"/>
                                    <a:pt x="131" y="94"/>
                                    <a:pt x="131" y="94"/>
                                  </a:cubicBezTo>
                                  <a:cubicBezTo>
                                    <a:pt x="131" y="94"/>
                                    <a:pt x="132" y="94"/>
                                    <a:pt x="132" y="94"/>
                                  </a:cubicBezTo>
                                  <a:cubicBezTo>
                                    <a:pt x="132" y="94"/>
                                    <a:pt x="132" y="95"/>
                                    <a:pt x="132" y="95"/>
                                  </a:cubicBezTo>
                                  <a:cubicBezTo>
                                    <a:pt x="133" y="95"/>
                                    <a:pt x="133" y="95"/>
                                    <a:pt x="133" y="95"/>
                                  </a:cubicBezTo>
                                  <a:cubicBezTo>
                                    <a:pt x="133" y="95"/>
                                    <a:pt x="133" y="96"/>
                                    <a:pt x="133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3" y="97"/>
                                    <a:pt x="133" y="97"/>
                                    <a:pt x="133" y="97"/>
                                  </a:cubicBezTo>
                                  <a:cubicBezTo>
                                    <a:pt x="133" y="97"/>
                                    <a:pt x="133" y="97"/>
                                    <a:pt x="133" y="97"/>
                                  </a:cubicBezTo>
                                  <a:cubicBezTo>
                                    <a:pt x="133" y="97"/>
                                    <a:pt x="133" y="97"/>
                                    <a:pt x="134" y="97"/>
                                  </a:cubicBezTo>
                                  <a:cubicBezTo>
                                    <a:pt x="134" y="97"/>
                                    <a:pt x="134" y="97"/>
                                    <a:pt x="134" y="97"/>
                                  </a:cubicBezTo>
                                  <a:cubicBezTo>
                                    <a:pt x="134" y="97"/>
                                    <a:pt x="134" y="97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5" y="95"/>
                                    <a:pt x="135" y="95"/>
                                    <a:pt x="135" y="95"/>
                                  </a:cubicBezTo>
                                  <a:cubicBezTo>
                                    <a:pt x="135" y="95"/>
                                    <a:pt x="135" y="95"/>
                                    <a:pt x="135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7" y="95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3"/>
                                    <a:pt x="137" y="93"/>
                                    <a:pt x="137" y="93"/>
                                  </a:cubicBezTo>
                                  <a:close/>
                                  <a:moveTo>
                                    <a:pt x="136" y="96"/>
                                  </a:move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5" y="96"/>
                                  </a:cubicBezTo>
                                  <a:cubicBezTo>
                                    <a:pt x="135" y="96"/>
                                    <a:pt x="135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7"/>
                                    <a:pt x="136" y="97"/>
                                  </a:cubicBezTo>
                                  <a:cubicBezTo>
                                    <a:pt x="136" y="97"/>
                                    <a:pt x="136" y="97"/>
                                    <a:pt x="136" y="97"/>
                                  </a:cubicBezTo>
                                  <a:cubicBezTo>
                                    <a:pt x="137" y="97"/>
                                    <a:pt x="137" y="97"/>
                                    <a:pt x="137" y="96"/>
                                  </a:cubicBezTo>
                                  <a:cubicBezTo>
                                    <a:pt x="137" y="96"/>
                                    <a:pt x="137" y="96"/>
                                    <a:pt x="136" y="96"/>
                                  </a:cubicBezTo>
                                  <a:close/>
                                  <a:moveTo>
                                    <a:pt x="13" y="23"/>
                                  </a:move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lose/>
                                  <a:moveTo>
                                    <a:pt x="10" y="23"/>
                                  </a:moveTo>
                                  <a:cubicBezTo>
                                    <a:pt x="9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lose/>
                                  <a:moveTo>
                                    <a:pt x="8" y="21"/>
                                  </a:move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7" y="21"/>
                                    <a:pt x="7" y="21"/>
                                  </a:cubicBezTo>
                                  <a:cubicBezTo>
                                    <a:pt x="7" y="21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19"/>
                                    <a:pt x="6" y="19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8"/>
                                  </a:cubicBezTo>
                                  <a:cubicBezTo>
                                    <a:pt x="5" y="18"/>
                                    <a:pt x="4" y="18"/>
                                    <a:pt x="4" y="18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3" y="19"/>
                                    <a:pt x="3" y="19"/>
                                    <a:pt x="3" y="19"/>
                                  </a:cubicBezTo>
                                  <a:cubicBezTo>
                                    <a:pt x="3" y="19"/>
                                    <a:pt x="4" y="19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5" y="20"/>
                                    <a:pt x="5" y="20"/>
                                    <a:pt x="5" y="21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6" y="21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1"/>
                                    <a:pt x="6" y="21"/>
                                  </a:cubicBezTo>
                                  <a:cubicBezTo>
                                    <a:pt x="6" y="21"/>
                                    <a:pt x="6" y="21"/>
                                    <a:pt x="7" y="21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7" y="21"/>
                                    <a:pt x="7" y="21"/>
                                    <a:pt x="7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9" y="22"/>
                                    <a:pt x="9" y="22"/>
                                  </a:cubicBezTo>
                                  <a:cubicBezTo>
                                    <a:pt x="9" y="22"/>
                                    <a:pt x="9" y="21"/>
                                    <a:pt x="8" y="21"/>
                                  </a:cubicBezTo>
                                  <a:close/>
                                  <a:moveTo>
                                    <a:pt x="10" y="24"/>
                                  </a:move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9" y="24"/>
                                  </a:cubicBezTo>
                                  <a:cubicBezTo>
                                    <a:pt x="9" y="24"/>
                                    <a:pt x="9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lose/>
                                  <a:moveTo>
                                    <a:pt x="13" y="24"/>
                                  </a:move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lose/>
                                  <a:moveTo>
                                    <a:pt x="143" y="7"/>
                                  </a:moveTo>
                                  <a:cubicBezTo>
                                    <a:pt x="142" y="7"/>
                                    <a:pt x="139" y="6"/>
                                    <a:pt x="139" y="6"/>
                                  </a:cubicBezTo>
                                  <a:cubicBezTo>
                                    <a:pt x="138" y="7"/>
                                    <a:pt x="138" y="7"/>
                                    <a:pt x="138" y="8"/>
                                  </a:cubicBezTo>
                                  <a:cubicBezTo>
                                    <a:pt x="137" y="8"/>
                                    <a:pt x="136" y="13"/>
                                    <a:pt x="136" y="15"/>
                                  </a:cubicBezTo>
                                  <a:cubicBezTo>
                                    <a:pt x="136" y="16"/>
                                    <a:pt x="135" y="17"/>
                                    <a:pt x="134" y="19"/>
                                  </a:cubicBezTo>
                                  <a:cubicBezTo>
                                    <a:pt x="132" y="20"/>
                                    <a:pt x="133" y="20"/>
                                    <a:pt x="133" y="21"/>
                                  </a:cubicBezTo>
                                  <a:cubicBezTo>
                                    <a:pt x="132" y="22"/>
                                    <a:pt x="131" y="24"/>
                                    <a:pt x="130" y="25"/>
                                  </a:cubicBezTo>
                                  <a:cubicBezTo>
                                    <a:pt x="130" y="26"/>
                                    <a:pt x="131" y="27"/>
                                    <a:pt x="131" y="28"/>
                                  </a:cubicBezTo>
                                  <a:cubicBezTo>
                                    <a:pt x="130" y="28"/>
                                    <a:pt x="128" y="28"/>
                                    <a:pt x="127" y="28"/>
                                  </a:cubicBezTo>
                                  <a:cubicBezTo>
                                    <a:pt x="126" y="28"/>
                                    <a:pt x="125" y="29"/>
                                    <a:pt x="124" y="29"/>
                                  </a:cubicBezTo>
                                  <a:cubicBezTo>
                                    <a:pt x="122" y="30"/>
                                    <a:pt x="121" y="28"/>
                                    <a:pt x="120" y="28"/>
                                  </a:cubicBezTo>
                                  <a:cubicBezTo>
                                    <a:pt x="118" y="27"/>
                                    <a:pt x="117" y="28"/>
                                    <a:pt x="116" y="29"/>
                                  </a:cubicBezTo>
                                  <a:cubicBezTo>
                                    <a:pt x="115" y="29"/>
                                    <a:pt x="113" y="31"/>
                                    <a:pt x="112" y="31"/>
                                  </a:cubicBezTo>
                                  <a:cubicBezTo>
                                    <a:pt x="111" y="32"/>
                                    <a:pt x="108" y="31"/>
                                    <a:pt x="107" y="31"/>
                                  </a:cubicBezTo>
                                  <a:cubicBezTo>
                                    <a:pt x="106" y="31"/>
                                    <a:pt x="104" y="32"/>
                                    <a:pt x="104" y="32"/>
                                  </a:cubicBezTo>
                                  <a:cubicBezTo>
                                    <a:pt x="103" y="32"/>
                                    <a:pt x="102" y="32"/>
                                    <a:pt x="102" y="31"/>
                                  </a:cubicBezTo>
                                  <a:cubicBezTo>
                                    <a:pt x="102" y="31"/>
                                    <a:pt x="100" y="29"/>
                                    <a:pt x="100" y="29"/>
                                  </a:cubicBezTo>
                                  <a:cubicBezTo>
                                    <a:pt x="100" y="29"/>
                                    <a:pt x="100" y="28"/>
                                    <a:pt x="99" y="27"/>
                                  </a:cubicBezTo>
                                  <a:cubicBezTo>
                                    <a:pt x="99" y="27"/>
                                    <a:pt x="99" y="27"/>
                                    <a:pt x="99" y="27"/>
                                  </a:cubicBezTo>
                                  <a:cubicBezTo>
                                    <a:pt x="99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7" y="27"/>
                                    <a:pt x="97" y="27"/>
                                  </a:cubicBezTo>
                                  <a:cubicBezTo>
                                    <a:pt x="97" y="27"/>
                                    <a:pt x="97" y="27"/>
                                    <a:pt x="97" y="27"/>
                                  </a:cubicBezTo>
                                  <a:cubicBezTo>
                                    <a:pt x="97" y="26"/>
                                    <a:pt x="97" y="26"/>
                                    <a:pt x="97" y="26"/>
                                  </a:cubicBezTo>
                                  <a:cubicBezTo>
                                    <a:pt x="97" y="26"/>
                                    <a:pt x="96" y="26"/>
                                    <a:pt x="96" y="26"/>
                                  </a:cubicBezTo>
                                  <a:cubicBezTo>
                                    <a:pt x="96" y="26"/>
                                    <a:pt x="96" y="26"/>
                                    <a:pt x="96" y="26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6"/>
                                    <a:pt x="96" y="26"/>
                                    <a:pt x="95" y="26"/>
                                  </a:cubicBezTo>
                                  <a:cubicBezTo>
                                    <a:pt x="95" y="26"/>
                                    <a:pt x="95" y="26"/>
                                    <a:pt x="95" y="26"/>
                                  </a:cubicBezTo>
                                  <a:cubicBezTo>
                                    <a:pt x="95" y="26"/>
                                    <a:pt x="95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8"/>
                                  </a:cubicBezTo>
                                  <a:cubicBezTo>
                                    <a:pt x="94" y="28"/>
                                    <a:pt x="94" y="28"/>
                                    <a:pt x="93" y="28"/>
                                  </a:cubicBezTo>
                                  <a:cubicBezTo>
                                    <a:pt x="93" y="28"/>
                                    <a:pt x="93" y="28"/>
                                    <a:pt x="93" y="28"/>
                                  </a:cubicBezTo>
                                  <a:cubicBezTo>
                                    <a:pt x="93" y="28"/>
                                    <a:pt x="93" y="28"/>
                                    <a:pt x="93" y="28"/>
                                  </a:cubicBezTo>
                                  <a:cubicBezTo>
                                    <a:pt x="92" y="29"/>
                                    <a:pt x="92" y="29"/>
                                    <a:pt x="92" y="29"/>
                                  </a:cubicBezTo>
                                  <a:cubicBezTo>
                                    <a:pt x="92" y="29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1" y="31"/>
                                    <a:pt x="92" y="32"/>
                                    <a:pt x="92" y="32"/>
                                  </a:cubicBezTo>
                                  <a:cubicBezTo>
                                    <a:pt x="92" y="32"/>
                                    <a:pt x="92" y="32"/>
                                    <a:pt x="92" y="32"/>
                                  </a:cubicBezTo>
                                  <a:cubicBezTo>
                                    <a:pt x="92" y="32"/>
                                    <a:pt x="92" y="32"/>
                                    <a:pt x="92" y="33"/>
                                  </a:cubicBezTo>
                                  <a:cubicBezTo>
                                    <a:pt x="92" y="33"/>
                                    <a:pt x="92" y="33"/>
                                    <a:pt x="92" y="33"/>
                                  </a:cubicBezTo>
                                  <a:cubicBezTo>
                                    <a:pt x="92" y="33"/>
                                    <a:pt x="92" y="33"/>
                                    <a:pt x="92" y="33"/>
                                  </a:cubicBezTo>
                                  <a:cubicBezTo>
                                    <a:pt x="91" y="33"/>
                                    <a:pt x="91" y="33"/>
                                    <a:pt x="91" y="34"/>
                                  </a:cubicBezTo>
                                  <a:cubicBezTo>
                                    <a:pt x="91" y="34"/>
                                    <a:pt x="91" y="34"/>
                                    <a:pt x="91" y="34"/>
                                  </a:cubicBezTo>
                                  <a:cubicBezTo>
                                    <a:pt x="92" y="34"/>
                                    <a:pt x="91" y="34"/>
                                    <a:pt x="92" y="34"/>
                                  </a:cubicBezTo>
                                  <a:cubicBezTo>
                                    <a:pt x="92" y="34"/>
                                    <a:pt x="92" y="34"/>
                                    <a:pt x="92" y="35"/>
                                  </a:cubicBezTo>
                                  <a:cubicBezTo>
                                    <a:pt x="92" y="35"/>
                                    <a:pt x="92" y="35"/>
                                    <a:pt x="92" y="35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6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3" y="37"/>
                                  </a:cubicBezTo>
                                  <a:cubicBezTo>
                                    <a:pt x="93" y="37"/>
                                    <a:pt x="93" y="37"/>
                                    <a:pt x="93" y="37"/>
                                  </a:cubicBezTo>
                                  <a:cubicBezTo>
                                    <a:pt x="93" y="37"/>
                                    <a:pt x="93" y="38"/>
                                    <a:pt x="93" y="38"/>
                                  </a:cubicBezTo>
                                  <a:cubicBezTo>
                                    <a:pt x="93" y="38"/>
                                    <a:pt x="93" y="38"/>
                                    <a:pt x="94" y="38"/>
                                  </a:cubicBezTo>
                                  <a:cubicBezTo>
                                    <a:pt x="94" y="38"/>
                                    <a:pt x="94" y="38"/>
                                    <a:pt x="94" y="38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3" y="39"/>
                                    <a:pt x="93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40"/>
                                    <a:pt x="94" y="40"/>
                                    <a:pt x="94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3" y="40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4" y="41"/>
                                    <a:pt x="94" y="41"/>
                                  </a:cubicBezTo>
                                  <a:cubicBezTo>
                                    <a:pt x="94" y="41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3" y="42"/>
                                    <a:pt x="93" y="42"/>
                                  </a:cubicBezTo>
                                  <a:cubicBezTo>
                                    <a:pt x="93" y="42"/>
                                    <a:pt x="94" y="42"/>
                                    <a:pt x="94" y="42"/>
                                  </a:cubicBezTo>
                                  <a:cubicBezTo>
                                    <a:pt x="94" y="43"/>
                                    <a:pt x="94" y="43"/>
                                    <a:pt x="94" y="43"/>
                                  </a:cubicBezTo>
                                  <a:cubicBezTo>
                                    <a:pt x="94" y="42"/>
                                    <a:pt x="94" y="43"/>
                                    <a:pt x="94" y="43"/>
                                  </a:cubicBezTo>
                                  <a:cubicBezTo>
                                    <a:pt x="95" y="43"/>
                                    <a:pt x="95" y="43"/>
                                    <a:pt x="95" y="43"/>
                                  </a:cubicBezTo>
                                  <a:cubicBezTo>
                                    <a:pt x="95" y="43"/>
                                    <a:pt x="95" y="43"/>
                                    <a:pt x="96" y="43"/>
                                  </a:cubicBezTo>
                                  <a:cubicBezTo>
                                    <a:pt x="96" y="43"/>
                                    <a:pt x="96" y="43"/>
                                    <a:pt x="96" y="43"/>
                                  </a:cubicBezTo>
                                  <a:cubicBezTo>
                                    <a:pt x="97" y="44"/>
                                    <a:pt x="96" y="44"/>
                                    <a:pt x="96" y="44"/>
                                  </a:cubicBezTo>
                                  <a:cubicBezTo>
                                    <a:pt x="96" y="44"/>
                                    <a:pt x="95" y="44"/>
                                    <a:pt x="95" y="44"/>
                                  </a:cubicBezTo>
                                  <a:cubicBezTo>
                                    <a:pt x="95" y="44"/>
                                    <a:pt x="95" y="44"/>
                                    <a:pt x="95" y="44"/>
                                  </a:cubicBezTo>
                                  <a:cubicBezTo>
                                    <a:pt x="95" y="44"/>
                                    <a:pt x="95" y="43"/>
                                    <a:pt x="95" y="43"/>
                                  </a:cubicBezTo>
                                  <a:cubicBezTo>
                                    <a:pt x="94" y="43"/>
                                    <a:pt x="94" y="43"/>
                                    <a:pt x="94" y="43"/>
                                  </a:cubicBezTo>
                                  <a:cubicBezTo>
                                    <a:pt x="94" y="43"/>
                                    <a:pt x="94" y="44"/>
                                    <a:pt x="94" y="44"/>
                                  </a:cubicBezTo>
                                  <a:cubicBezTo>
                                    <a:pt x="94" y="44"/>
                                    <a:pt x="94" y="44"/>
                                    <a:pt x="94" y="45"/>
                                  </a:cubicBezTo>
                                  <a:cubicBezTo>
                                    <a:pt x="95" y="45"/>
                                    <a:pt x="95" y="45"/>
                                    <a:pt x="95" y="45"/>
                                  </a:cubicBezTo>
                                  <a:cubicBezTo>
                                    <a:pt x="95" y="45"/>
                                    <a:pt x="95" y="45"/>
                                    <a:pt x="95" y="45"/>
                                  </a:cubicBezTo>
                                  <a:cubicBezTo>
                                    <a:pt x="96" y="45"/>
                                    <a:pt x="95" y="45"/>
                                    <a:pt x="96" y="45"/>
                                  </a:cubicBezTo>
                                  <a:cubicBezTo>
                                    <a:pt x="96" y="44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6" y="45"/>
                                  </a:cubicBezTo>
                                  <a:cubicBezTo>
                                    <a:pt x="96" y="45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7"/>
                                    <a:pt x="96" y="47"/>
                                  </a:cubicBezTo>
                                  <a:cubicBezTo>
                                    <a:pt x="95" y="47"/>
                                    <a:pt x="95" y="47"/>
                                    <a:pt x="95" y="47"/>
                                  </a:cubicBezTo>
                                  <a:cubicBezTo>
                                    <a:pt x="96" y="47"/>
                                    <a:pt x="96" y="47"/>
                                    <a:pt x="96" y="47"/>
                                  </a:cubicBezTo>
                                  <a:cubicBezTo>
                                    <a:pt x="96" y="47"/>
                                    <a:pt x="96" y="47"/>
                                    <a:pt x="96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8" y="47"/>
                                  </a:cubicBezTo>
                                  <a:cubicBezTo>
                                    <a:pt x="98" y="47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5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9" y="46"/>
                                    <a:pt x="99" y="46"/>
                                    <a:pt x="99" y="46"/>
                                  </a:cubicBezTo>
                                  <a:cubicBezTo>
                                    <a:pt x="99" y="46"/>
                                    <a:pt x="99" y="46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100" y="47"/>
                                  </a:cubicBezTo>
                                  <a:cubicBezTo>
                                    <a:pt x="100" y="47"/>
                                    <a:pt x="100" y="48"/>
                                    <a:pt x="100" y="48"/>
                                  </a:cubicBezTo>
                                  <a:cubicBezTo>
                                    <a:pt x="100" y="48"/>
                                    <a:pt x="100" y="48"/>
                                    <a:pt x="100" y="48"/>
                                  </a:cubicBezTo>
                                  <a:cubicBezTo>
                                    <a:pt x="100" y="49"/>
                                    <a:pt x="100" y="49"/>
                                    <a:pt x="100" y="49"/>
                                  </a:cubicBezTo>
                                  <a:cubicBezTo>
                                    <a:pt x="100" y="49"/>
                                    <a:pt x="100" y="49"/>
                                    <a:pt x="100" y="49"/>
                                  </a:cubicBezTo>
                                  <a:cubicBezTo>
                                    <a:pt x="100" y="49"/>
                                    <a:pt x="100" y="50"/>
                                    <a:pt x="100" y="50"/>
                                  </a:cubicBezTo>
                                  <a:cubicBezTo>
                                    <a:pt x="100" y="50"/>
                                    <a:pt x="99" y="50"/>
                                    <a:pt x="99" y="50"/>
                                  </a:cubicBezTo>
                                  <a:cubicBezTo>
                                    <a:pt x="99" y="50"/>
                                    <a:pt x="99" y="50"/>
                                    <a:pt x="99" y="51"/>
                                  </a:cubicBezTo>
                                  <a:cubicBezTo>
                                    <a:pt x="99" y="51"/>
                                    <a:pt x="99" y="51"/>
                                    <a:pt x="99" y="51"/>
                                  </a:cubicBezTo>
                                  <a:cubicBezTo>
                                    <a:pt x="99" y="51"/>
                                    <a:pt x="100" y="51"/>
                                    <a:pt x="100" y="52"/>
                                  </a:cubicBezTo>
                                  <a:cubicBezTo>
                                    <a:pt x="100" y="52"/>
                                    <a:pt x="100" y="52"/>
                                    <a:pt x="100" y="52"/>
                                  </a:cubicBezTo>
                                  <a:cubicBezTo>
                                    <a:pt x="100" y="53"/>
                                    <a:pt x="100" y="53"/>
                                    <a:pt x="100" y="53"/>
                                  </a:cubicBezTo>
                                  <a:cubicBezTo>
                                    <a:pt x="100" y="53"/>
                                    <a:pt x="100" y="53"/>
                                    <a:pt x="100" y="54"/>
                                  </a:cubicBezTo>
                                  <a:cubicBezTo>
                                    <a:pt x="100" y="54"/>
                                    <a:pt x="100" y="54"/>
                                    <a:pt x="100" y="54"/>
                                  </a:cubicBezTo>
                                  <a:cubicBezTo>
                                    <a:pt x="101" y="54"/>
                                    <a:pt x="101" y="54"/>
                                    <a:pt x="101" y="54"/>
                                  </a:cubicBezTo>
                                  <a:cubicBezTo>
                                    <a:pt x="101" y="54"/>
                                    <a:pt x="101" y="54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1" y="56"/>
                                    <a:pt x="101" y="57"/>
                                  </a:cubicBezTo>
                                  <a:cubicBezTo>
                                    <a:pt x="101" y="57"/>
                                    <a:pt x="101" y="57"/>
                                    <a:pt x="101" y="57"/>
                                  </a:cubicBezTo>
                                  <a:cubicBezTo>
                                    <a:pt x="101" y="57"/>
                                    <a:pt x="101" y="57"/>
                                    <a:pt x="102" y="57"/>
                                  </a:cubicBezTo>
                                  <a:cubicBezTo>
                                    <a:pt x="102" y="57"/>
                                    <a:pt x="101" y="57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1" y="58"/>
                                  </a:cubicBezTo>
                                  <a:cubicBezTo>
                                    <a:pt x="101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9"/>
                                    <a:pt x="102" y="58"/>
                                    <a:pt x="102" y="58"/>
                                  </a:cubicBezTo>
                                  <a:cubicBezTo>
                                    <a:pt x="103" y="58"/>
                                    <a:pt x="103" y="58"/>
                                    <a:pt x="103" y="57"/>
                                  </a:cubicBezTo>
                                  <a:cubicBezTo>
                                    <a:pt x="103" y="57"/>
                                    <a:pt x="104" y="57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9"/>
                                  </a:cubicBezTo>
                                  <a:cubicBezTo>
                                    <a:pt x="104" y="59"/>
                                    <a:pt x="104" y="59"/>
                                    <a:pt x="104" y="59"/>
                                  </a:cubicBezTo>
                                  <a:cubicBezTo>
                                    <a:pt x="105" y="59"/>
                                    <a:pt x="105" y="58"/>
                                    <a:pt x="105" y="58"/>
                                  </a:cubicBezTo>
                                  <a:cubicBezTo>
                                    <a:pt x="105" y="58"/>
                                    <a:pt x="105" y="58"/>
                                    <a:pt x="105" y="58"/>
                                  </a:cubicBezTo>
                                  <a:cubicBezTo>
                                    <a:pt x="105" y="58"/>
                                    <a:pt x="105" y="58"/>
                                    <a:pt x="105" y="58"/>
                                  </a:cubicBezTo>
                                  <a:cubicBezTo>
                                    <a:pt x="106" y="58"/>
                                    <a:pt x="106" y="58"/>
                                    <a:pt x="106" y="59"/>
                                  </a:cubicBezTo>
                                  <a:cubicBezTo>
                                    <a:pt x="106" y="59"/>
                                    <a:pt x="106" y="59"/>
                                    <a:pt x="106" y="59"/>
                                  </a:cubicBezTo>
                                  <a:cubicBezTo>
                                    <a:pt x="107" y="59"/>
                                    <a:pt x="107" y="59"/>
                                    <a:pt x="107" y="59"/>
                                  </a:cubicBezTo>
                                  <a:cubicBezTo>
                                    <a:pt x="107" y="59"/>
                                    <a:pt x="107" y="58"/>
                                    <a:pt x="107" y="58"/>
                                  </a:cubicBezTo>
                                  <a:cubicBezTo>
                                    <a:pt x="108" y="58"/>
                                    <a:pt x="108" y="58"/>
                                    <a:pt x="108" y="58"/>
                                  </a:cubicBezTo>
                                  <a:cubicBezTo>
                                    <a:pt x="108" y="58"/>
                                    <a:pt x="108" y="58"/>
                                    <a:pt x="108" y="58"/>
                                  </a:cubicBezTo>
                                  <a:cubicBezTo>
                                    <a:pt x="108" y="58"/>
                                    <a:pt x="109" y="58"/>
                                    <a:pt x="109" y="58"/>
                                  </a:cubicBezTo>
                                  <a:cubicBezTo>
                                    <a:pt x="109" y="58"/>
                                    <a:pt x="109" y="58"/>
                                    <a:pt x="109" y="58"/>
                                  </a:cubicBezTo>
                                  <a:cubicBezTo>
                                    <a:pt x="109" y="58"/>
                                    <a:pt x="109" y="57"/>
                                    <a:pt x="110" y="57"/>
                                  </a:cubicBezTo>
                                  <a:cubicBezTo>
                                    <a:pt x="110" y="57"/>
                                    <a:pt x="109" y="58"/>
                                    <a:pt x="109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8"/>
                                    <a:pt x="112" y="58"/>
                                  </a:cubicBezTo>
                                  <a:cubicBezTo>
                                    <a:pt x="112" y="58"/>
                                    <a:pt x="112" y="58"/>
                                    <a:pt x="112" y="58"/>
                                  </a:cubicBezTo>
                                  <a:cubicBezTo>
                                    <a:pt x="112" y="58"/>
                                    <a:pt x="112" y="59"/>
                                    <a:pt x="112" y="59"/>
                                  </a:cubicBezTo>
                                  <a:cubicBezTo>
                                    <a:pt x="112" y="59"/>
                                    <a:pt x="112" y="59"/>
                                    <a:pt x="112" y="59"/>
                                  </a:cubicBezTo>
                                  <a:cubicBezTo>
                                    <a:pt x="112" y="59"/>
                                    <a:pt x="112" y="60"/>
                                    <a:pt x="112" y="60"/>
                                  </a:cubicBezTo>
                                  <a:cubicBezTo>
                                    <a:pt x="112" y="60"/>
                                    <a:pt x="112" y="61"/>
                                    <a:pt x="112" y="61"/>
                                  </a:cubicBezTo>
                                  <a:cubicBezTo>
                                    <a:pt x="112" y="61"/>
                                    <a:pt x="112" y="61"/>
                                    <a:pt x="112" y="62"/>
                                  </a:cubicBezTo>
                                  <a:cubicBezTo>
                                    <a:pt x="112" y="62"/>
                                    <a:pt x="112" y="62"/>
                                    <a:pt x="112" y="62"/>
                                  </a:cubicBezTo>
                                  <a:cubicBezTo>
                                    <a:pt x="112" y="62"/>
                                    <a:pt x="112" y="62"/>
                                    <a:pt x="112" y="62"/>
                                  </a:cubicBezTo>
                                  <a:cubicBezTo>
                                    <a:pt x="113" y="62"/>
                                    <a:pt x="113" y="62"/>
                                    <a:pt x="113" y="61"/>
                                  </a:cubicBezTo>
                                  <a:cubicBezTo>
                                    <a:pt x="113" y="61"/>
                                    <a:pt x="114" y="61"/>
                                    <a:pt x="114" y="61"/>
                                  </a:cubicBezTo>
                                  <a:cubicBezTo>
                                    <a:pt x="114" y="60"/>
                                    <a:pt x="114" y="60"/>
                                    <a:pt x="115" y="60"/>
                                  </a:cubicBezTo>
                                  <a:cubicBezTo>
                                    <a:pt x="115" y="60"/>
                                    <a:pt x="115" y="60"/>
                                    <a:pt x="115" y="60"/>
                                  </a:cubicBezTo>
                                  <a:cubicBezTo>
                                    <a:pt x="116" y="60"/>
                                    <a:pt x="116" y="60"/>
                                    <a:pt x="116" y="60"/>
                                  </a:cubicBezTo>
                                  <a:cubicBezTo>
                                    <a:pt x="116" y="60"/>
                                    <a:pt x="116" y="60"/>
                                    <a:pt x="116" y="61"/>
                                  </a:cubicBezTo>
                                  <a:cubicBezTo>
                                    <a:pt x="116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0"/>
                                  </a:cubicBezTo>
                                  <a:cubicBezTo>
                                    <a:pt x="118" y="60"/>
                                    <a:pt x="118" y="60"/>
                                    <a:pt x="119" y="60"/>
                                  </a:cubicBezTo>
                                  <a:cubicBezTo>
                                    <a:pt x="119" y="60"/>
                                    <a:pt x="119" y="60"/>
                                    <a:pt x="119" y="59"/>
                                  </a:cubicBezTo>
                                  <a:cubicBezTo>
                                    <a:pt x="119" y="59"/>
                                    <a:pt x="119" y="59"/>
                                    <a:pt x="120" y="59"/>
                                  </a:cubicBezTo>
                                  <a:cubicBezTo>
                                    <a:pt x="120" y="59"/>
                                    <a:pt x="120" y="59"/>
                                    <a:pt x="120" y="59"/>
                                  </a:cubicBezTo>
                                  <a:cubicBezTo>
                                    <a:pt x="120" y="59"/>
                                    <a:pt x="120" y="59"/>
                                    <a:pt x="119" y="59"/>
                                  </a:cubicBezTo>
                                  <a:cubicBezTo>
                                    <a:pt x="119" y="59"/>
                                    <a:pt x="119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9"/>
                                    <a:pt x="121" y="59"/>
                                    <a:pt x="121" y="59"/>
                                  </a:cubicBezTo>
                                  <a:cubicBezTo>
                                    <a:pt x="121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60"/>
                                  </a:cubicBezTo>
                                  <a:cubicBezTo>
                                    <a:pt x="122" y="60"/>
                                    <a:pt x="122" y="60"/>
                                    <a:pt x="122" y="60"/>
                                  </a:cubicBezTo>
                                  <a:cubicBezTo>
                                    <a:pt x="122" y="60"/>
                                    <a:pt x="122" y="60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60"/>
                                  </a:cubicBezTo>
                                  <a:cubicBezTo>
                                    <a:pt x="124" y="60"/>
                                    <a:pt x="124" y="60"/>
                                    <a:pt x="124" y="60"/>
                                  </a:cubicBezTo>
                                  <a:cubicBezTo>
                                    <a:pt x="124" y="60"/>
                                    <a:pt x="124" y="60"/>
                                    <a:pt x="124" y="60"/>
                                  </a:cubicBezTo>
                                  <a:cubicBezTo>
                                    <a:pt x="124" y="60"/>
                                    <a:pt x="124" y="61"/>
                                    <a:pt x="124" y="61"/>
                                  </a:cubicBezTo>
                                  <a:cubicBezTo>
                                    <a:pt x="124" y="61"/>
                                    <a:pt x="124" y="61"/>
                                    <a:pt x="124" y="61"/>
                                  </a:cubicBezTo>
                                  <a:cubicBezTo>
                                    <a:pt x="125" y="61"/>
                                    <a:pt x="125" y="61"/>
                                    <a:pt x="125" y="61"/>
                                  </a:cubicBezTo>
                                  <a:cubicBezTo>
                                    <a:pt x="125" y="61"/>
                                    <a:pt x="126" y="60"/>
                                    <a:pt x="126" y="60"/>
                                  </a:cubicBezTo>
                                  <a:cubicBezTo>
                                    <a:pt x="126" y="60"/>
                                    <a:pt x="126" y="60"/>
                                    <a:pt x="127" y="60"/>
                                  </a:cubicBezTo>
                                  <a:cubicBezTo>
                                    <a:pt x="127" y="60"/>
                                    <a:pt x="127" y="60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8"/>
                                    <a:pt x="127" y="58"/>
                                  </a:cubicBezTo>
                                  <a:cubicBezTo>
                                    <a:pt x="127" y="58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60"/>
                                    <a:pt x="127" y="60"/>
                                    <a:pt x="127" y="60"/>
                                  </a:cubicBezTo>
                                  <a:cubicBezTo>
                                    <a:pt x="127" y="60"/>
                                    <a:pt x="127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59"/>
                                    <a:pt x="129" y="59"/>
                                  </a:cubicBezTo>
                                  <a:cubicBezTo>
                                    <a:pt x="129" y="59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1"/>
                                    <a:pt x="129" y="61"/>
                                  </a:cubicBezTo>
                                  <a:cubicBezTo>
                                    <a:pt x="129" y="61"/>
                                    <a:pt x="130" y="61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59"/>
                                    <a:pt x="130" y="59"/>
                                  </a:cubicBezTo>
                                  <a:cubicBezTo>
                                    <a:pt x="130" y="59"/>
                                    <a:pt x="130" y="59"/>
                                    <a:pt x="130" y="59"/>
                                  </a:cubicBezTo>
                                  <a:cubicBezTo>
                                    <a:pt x="130" y="59"/>
                                    <a:pt x="130" y="59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1" y="61"/>
                                  </a:cubicBezTo>
                                  <a:cubicBezTo>
                                    <a:pt x="131" y="62"/>
                                    <a:pt x="131" y="62"/>
                                    <a:pt x="131" y="62"/>
                                  </a:cubicBezTo>
                                  <a:cubicBezTo>
                                    <a:pt x="131" y="62"/>
                                    <a:pt x="131" y="63"/>
                                    <a:pt x="131" y="63"/>
                                  </a:cubicBezTo>
                                  <a:cubicBezTo>
                                    <a:pt x="131" y="63"/>
                                    <a:pt x="131" y="63"/>
                                    <a:pt x="131" y="64"/>
                                  </a:cubicBezTo>
                                  <a:cubicBezTo>
                                    <a:pt x="131" y="64"/>
                                    <a:pt x="131" y="64"/>
                                    <a:pt x="131" y="64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2" y="65"/>
                                  </a:cubicBezTo>
                                  <a:cubicBezTo>
                                    <a:pt x="132" y="65"/>
                                    <a:pt x="132" y="65"/>
                                    <a:pt x="132" y="65"/>
                                  </a:cubicBezTo>
                                  <a:cubicBezTo>
                                    <a:pt x="132" y="64"/>
                                    <a:pt x="133" y="64"/>
                                    <a:pt x="133" y="64"/>
                                  </a:cubicBezTo>
                                  <a:cubicBezTo>
                                    <a:pt x="133" y="64"/>
                                    <a:pt x="133" y="64"/>
                                    <a:pt x="133" y="64"/>
                                  </a:cubicBezTo>
                                  <a:cubicBezTo>
                                    <a:pt x="134" y="64"/>
                                    <a:pt x="134" y="64"/>
                                    <a:pt x="135" y="63"/>
                                  </a:cubicBezTo>
                                  <a:cubicBezTo>
                                    <a:pt x="135" y="63"/>
                                    <a:pt x="135" y="63"/>
                                    <a:pt x="135" y="63"/>
                                  </a:cubicBezTo>
                                  <a:cubicBezTo>
                                    <a:pt x="135" y="63"/>
                                    <a:pt x="136" y="63"/>
                                    <a:pt x="136" y="63"/>
                                  </a:cubicBezTo>
                                  <a:cubicBezTo>
                                    <a:pt x="136" y="63"/>
                                    <a:pt x="136" y="63"/>
                                    <a:pt x="137" y="62"/>
                                  </a:cubicBezTo>
                                  <a:cubicBezTo>
                                    <a:pt x="137" y="62"/>
                                    <a:pt x="138" y="62"/>
                                    <a:pt x="138" y="62"/>
                                  </a:cubicBezTo>
                                  <a:cubicBezTo>
                                    <a:pt x="138" y="62"/>
                                    <a:pt x="139" y="61"/>
                                    <a:pt x="139" y="61"/>
                                  </a:cubicBezTo>
                                  <a:cubicBezTo>
                                    <a:pt x="139" y="61"/>
                                    <a:pt x="139" y="61"/>
                                    <a:pt x="140" y="61"/>
                                  </a:cubicBezTo>
                                  <a:cubicBezTo>
                                    <a:pt x="140" y="61"/>
                                    <a:pt x="140" y="61"/>
                                    <a:pt x="140" y="61"/>
                                  </a:cubicBezTo>
                                  <a:cubicBezTo>
                                    <a:pt x="140" y="61"/>
                                    <a:pt x="140" y="61"/>
                                    <a:pt x="140" y="60"/>
                                  </a:cubicBezTo>
                                  <a:cubicBezTo>
                                    <a:pt x="140" y="60"/>
                                    <a:pt x="140" y="60"/>
                                    <a:pt x="140" y="60"/>
                                  </a:cubicBezTo>
                                  <a:cubicBezTo>
                                    <a:pt x="140" y="60"/>
                                    <a:pt x="140" y="59"/>
                                    <a:pt x="140" y="59"/>
                                  </a:cubicBezTo>
                                  <a:cubicBezTo>
                                    <a:pt x="140" y="59"/>
                                    <a:pt x="141" y="59"/>
                                    <a:pt x="141" y="59"/>
                                  </a:cubicBezTo>
                                  <a:cubicBezTo>
                                    <a:pt x="141" y="59"/>
                                    <a:pt x="141" y="59"/>
                                    <a:pt x="141" y="59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0" y="58"/>
                                    <a:pt x="140" y="58"/>
                                    <a:pt x="140" y="58"/>
                                  </a:cubicBezTo>
                                  <a:cubicBezTo>
                                    <a:pt x="140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2" y="58"/>
                                  </a:cubicBezTo>
                                  <a:cubicBezTo>
                                    <a:pt x="142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0" y="57"/>
                                    <a:pt x="140" y="57"/>
                                  </a:cubicBezTo>
                                  <a:cubicBezTo>
                                    <a:pt x="140" y="57"/>
                                    <a:pt x="141" y="57"/>
                                    <a:pt x="140" y="57"/>
                                  </a:cubicBezTo>
                                  <a:cubicBezTo>
                                    <a:pt x="140" y="57"/>
                                    <a:pt x="140" y="56"/>
                                    <a:pt x="141" y="56"/>
                                  </a:cubicBezTo>
                                  <a:cubicBezTo>
                                    <a:pt x="141" y="56"/>
                                    <a:pt x="140" y="56"/>
                                    <a:pt x="141" y="56"/>
                                  </a:cubicBezTo>
                                  <a:cubicBezTo>
                                    <a:pt x="141" y="56"/>
                                    <a:pt x="141" y="56"/>
                                    <a:pt x="141" y="56"/>
                                  </a:cubicBezTo>
                                  <a:cubicBezTo>
                                    <a:pt x="141" y="56"/>
                                    <a:pt x="141" y="56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6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2" y="57"/>
                                  </a:cubicBezTo>
                                  <a:cubicBezTo>
                                    <a:pt x="142" y="57"/>
                                    <a:pt x="142" y="56"/>
                                    <a:pt x="142" y="56"/>
                                  </a:cubicBezTo>
                                  <a:cubicBezTo>
                                    <a:pt x="142" y="56"/>
                                    <a:pt x="142" y="56"/>
                                    <a:pt x="142" y="56"/>
                                  </a:cubicBezTo>
                                  <a:cubicBezTo>
                                    <a:pt x="142" y="56"/>
                                    <a:pt x="142" y="56"/>
                                    <a:pt x="142" y="55"/>
                                  </a:cubicBezTo>
                                  <a:cubicBezTo>
                                    <a:pt x="142" y="55"/>
                                    <a:pt x="142" y="55"/>
                                    <a:pt x="142" y="55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1"/>
                                    <a:pt x="144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2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0"/>
                                    <a:pt x="143" y="50"/>
                                    <a:pt x="143" y="50"/>
                                  </a:cubicBezTo>
                                  <a:cubicBezTo>
                                    <a:pt x="143" y="50"/>
                                    <a:pt x="143" y="50"/>
                                    <a:pt x="143" y="50"/>
                                  </a:cubicBezTo>
                                  <a:cubicBezTo>
                                    <a:pt x="143" y="50"/>
                                    <a:pt x="143" y="50"/>
                                    <a:pt x="143" y="50"/>
                                  </a:cubicBezTo>
                                  <a:cubicBezTo>
                                    <a:pt x="142" y="50"/>
                                    <a:pt x="142" y="50"/>
                                    <a:pt x="142" y="50"/>
                                  </a:cubicBezTo>
                                  <a:cubicBezTo>
                                    <a:pt x="142" y="50"/>
                                    <a:pt x="142" y="50"/>
                                    <a:pt x="142" y="50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50"/>
                                    <a:pt x="142" y="50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8"/>
                                  </a:cubicBezTo>
                                  <a:cubicBezTo>
                                    <a:pt x="141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3" y="47"/>
                                    <a:pt x="143" y="47"/>
                                    <a:pt x="143" y="47"/>
                                  </a:cubicBezTo>
                                  <a:cubicBezTo>
                                    <a:pt x="143" y="47"/>
                                    <a:pt x="143" y="47"/>
                                    <a:pt x="143" y="47"/>
                                  </a:cubicBezTo>
                                  <a:cubicBezTo>
                                    <a:pt x="143" y="47"/>
                                    <a:pt x="143" y="47"/>
                                    <a:pt x="143" y="46"/>
                                  </a:cubicBezTo>
                                  <a:cubicBezTo>
                                    <a:pt x="143" y="46"/>
                                    <a:pt x="143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5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6" y="45"/>
                                  </a:cubicBezTo>
                                  <a:cubicBezTo>
                                    <a:pt x="146" y="45"/>
                                    <a:pt x="146" y="45"/>
                                    <a:pt x="146" y="45"/>
                                  </a:cubicBezTo>
                                  <a:cubicBezTo>
                                    <a:pt x="146" y="45"/>
                                    <a:pt x="146" y="45"/>
                                    <a:pt x="146" y="45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7" y="44"/>
                                    <a:pt x="147" y="44"/>
                                    <a:pt x="147" y="44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2"/>
                                    <a:pt x="147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3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3"/>
                                  </a:cubicBezTo>
                                  <a:cubicBezTo>
                                    <a:pt x="149" y="43"/>
                                    <a:pt x="149" y="43"/>
                                    <a:pt x="149" y="43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8" y="42"/>
                                    <a:pt x="148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1"/>
                                    <a:pt x="150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50" y="41"/>
                                    <a:pt x="150" y="41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39"/>
                                    <a:pt x="150" y="39"/>
                                    <a:pt x="150" y="39"/>
                                  </a:cubicBezTo>
                                  <a:cubicBezTo>
                                    <a:pt x="150" y="39"/>
                                    <a:pt x="150" y="39"/>
                                    <a:pt x="150" y="39"/>
                                  </a:cubicBezTo>
                                  <a:cubicBezTo>
                                    <a:pt x="150" y="39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8"/>
                                    <a:pt x="148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7"/>
                                    <a:pt x="149" y="37"/>
                                  </a:cubicBezTo>
                                  <a:cubicBezTo>
                                    <a:pt x="149" y="37"/>
                                    <a:pt x="149" y="37"/>
                                    <a:pt x="149" y="37"/>
                                  </a:cubicBezTo>
                                  <a:cubicBezTo>
                                    <a:pt x="149" y="37"/>
                                    <a:pt x="149" y="37"/>
                                    <a:pt x="149" y="37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5"/>
                                    <a:pt x="149" y="35"/>
                                    <a:pt x="149" y="35"/>
                                  </a:cubicBezTo>
                                  <a:cubicBezTo>
                                    <a:pt x="149" y="35"/>
                                    <a:pt x="149" y="35"/>
                                    <a:pt x="149" y="35"/>
                                  </a:cubicBezTo>
                                  <a:cubicBezTo>
                                    <a:pt x="149" y="35"/>
                                    <a:pt x="149" y="35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50" y="34"/>
                                    <a:pt x="150" y="34"/>
                                    <a:pt x="149" y="34"/>
                                  </a:cubicBezTo>
                                  <a:cubicBezTo>
                                    <a:pt x="149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2"/>
                                    <a:pt x="150" y="32"/>
                                    <a:pt x="150" y="32"/>
                                  </a:cubicBezTo>
                                  <a:cubicBezTo>
                                    <a:pt x="150" y="32"/>
                                    <a:pt x="150" y="32"/>
                                    <a:pt x="150" y="32"/>
                                  </a:cubicBezTo>
                                  <a:cubicBezTo>
                                    <a:pt x="150" y="32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2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1" y="29"/>
                                  </a:cubicBezTo>
                                  <a:cubicBezTo>
                                    <a:pt x="151" y="29"/>
                                    <a:pt x="151" y="29"/>
                                    <a:pt x="151" y="29"/>
                                  </a:cubicBezTo>
                                  <a:cubicBezTo>
                                    <a:pt x="151" y="29"/>
                                    <a:pt x="151" y="29"/>
                                    <a:pt x="152" y="29"/>
                                  </a:cubicBezTo>
                                  <a:cubicBezTo>
                                    <a:pt x="152" y="29"/>
                                    <a:pt x="152" y="29"/>
                                    <a:pt x="152" y="29"/>
                                  </a:cubicBezTo>
                                  <a:cubicBezTo>
                                    <a:pt x="152" y="29"/>
                                    <a:pt x="152" y="29"/>
                                    <a:pt x="152" y="29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1"/>
                                    <a:pt x="153" y="31"/>
                                  </a:cubicBezTo>
                                  <a:cubicBezTo>
                                    <a:pt x="153" y="31"/>
                                    <a:pt x="153" y="31"/>
                                    <a:pt x="153" y="31"/>
                                  </a:cubicBezTo>
                                  <a:cubicBezTo>
                                    <a:pt x="153" y="31"/>
                                    <a:pt x="153" y="31"/>
                                    <a:pt x="153" y="31"/>
                                  </a:cubicBezTo>
                                  <a:cubicBezTo>
                                    <a:pt x="153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8" y="31"/>
                                    <a:pt x="158" y="31"/>
                                    <a:pt x="158" y="31"/>
                                  </a:cubicBezTo>
                                  <a:cubicBezTo>
                                    <a:pt x="158" y="31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9" y="30"/>
                                    <a:pt x="159" y="30"/>
                                  </a:cubicBezTo>
                                  <a:cubicBezTo>
                                    <a:pt x="159" y="30"/>
                                    <a:pt x="159" y="30"/>
                                    <a:pt x="159" y="30"/>
                                  </a:cubicBezTo>
                                  <a:cubicBezTo>
                                    <a:pt x="159" y="29"/>
                                    <a:pt x="159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8"/>
                                  </a:cubicBezTo>
                                  <a:cubicBezTo>
                                    <a:pt x="157" y="28"/>
                                    <a:pt x="157" y="28"/>
                                    <a:pt x="157" y="28"/>
                                  </a:cubicBezTo>
                                  <a:cubicBezTo>
                                    <a:pt x="157" y="28"/>
                                    <a:pt x="157" y="28"/>
                                    <a:pt x="157" y="28"/>
                                  </a:cubicBezTo>
                                  <a:cubicBezTo>
                                    <a:pt x="156" y="28"/>
                                    <a:pt x="156" y="28"/>
                                    <a:pt x="156" y="28"/>
                                  </a:cubicBezTo>
                                  <a:cubicBezTo>
                                    <a:pt x="156" y="27"/>
                                    <a:pt x="156" y="27"/>
                                    <a:pt x="156" y="27"/>
                                  </a:cubicBezTo>
                                  <a:cubicBezTo>
                                    <a:pt x="156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4" y="27"/>
                                    <a:pt x="154" y="27"/>
                                  </a:cubicBezTo>
                                  <a:cubicBezTo>
                                    <a:pt x="154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1" y="25"/>
                                    <a:pt x="151" y="25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1" y="22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0"/>
                                    <a:pt x="151" y="20"/>
                                  </a:cubicBezTo>
                                  <a:cubicBezTo>
                                    <a:pt x="151" y="20"/>
                                    <a:pt x="151" y="20"/>
                                    <a:pt x="151" y="20"/>
                                  </a:cubicBezTo>
                                  <a:cubicBezTo>
                                    <a:pt x="151" y="20"/>
                                    <a:pt x="151" y="20"/>
                                    <a:pt x="151" y="20"/>
                                  </a:cubicBezTo>
                                  <a:cubicBezTo>
                                    <a:pt x="151" y="20"/>
                                    <a:pt x="150" y="20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8"/>
                                  </a:cubicBezTo>
                                  <a:cubicBezTo>
                                    <a:pt x="150" y="18"/>
                                    <a:pt x="150" y="18"/>
                                    <a:pt x="150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50" y="18"/>
                                  </a:cubicBezTo>
                                  <a:cubicBezTo>
                                    <a:pt x="150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50" y="18"/>
                                    <a:pt x="150" y="18"/>
                                    <a:pt x="150" y="17"/>
                                  </a:cubicBezTo>
                                  <a:cubicBezTo>
                                    <a:pt x="150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8" y="17"/>
                                  </a:cubicBezTo>
                                  <a:cubicBezTo>
                                    <a:pt x="148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8" y="17"/>
                                    <a:pt x="148" y="17"/>
                                  </a:cubicBezTo>
                                  <a:cubicBezTo>
                                    <a:pt x="148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6"/>
                                    <a:pt x="149" y="16"/>
                                  </a:cubicBezTo>
                                  <a:cubicBezTo>
                                    <a:pt x="149" y="16"/>
                                    <a:pt x="149" y="16"/>
                                    <a:pt x="149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6" y="16"/>
                                    <a:pt x="146" y="16"/>
                                  </a:cubicBezTo>
                                  <a:cubicBezTo>
                                    <a:pt x="146" y="15"/>
                                    <a:pt x="147" y="15"/>
                                    <a:pt x="146" y="15"/>
                                  </a:cubicBezTo>
                                  <a:cubicBezTo>
                                    <a:pt x="146" y="15"/>
                                    <a:pt x="146" y="15"/>
                                    <a:pt x="146" y="15"/>
                                  </a:cubicBezTo>
                                  <a:cubicBezTo>
                                    <a:pt x="146" y="15"/>
                                    <a:pt x="146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8" y="14"/>
                                    <a:pt x="148" y="14"/>
                                  </a:cubicBezTo>
                                  <a:cubicBezTo>
                                    <a:pt x="148" y="14"/>
                                    <a:pt x="148" y="14"/>
                                    <a:pt x="147" y="14"/>
                                  </a:cubicBezTo>
                                  <a:cubicBezTo>
                                    <a:pt x="147" y="14"/>
                                    <a:pt x="147" y="14"/>
                                    <a:pt x="147" y="14"/>
                                  </a:cubicBezTo>
                                  <a:cubicBezTo>
                                    <a:pt x="147" y="14"/>
                                    <a:pt x="147" y="14"/>
                                    <a:pt x="146" y="14"/>
                                  </a:cubicBezTo>
                                  <a:cubicBezTo>
                                    <a:pt x="146" y="14"/>
                                    <a:pt x="146" y="14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5" y="13"/>
                                  </a:cubicBezTo>
                                  <a:cubicBezTo>
                                    <a:pt x="145" y="13"/>
                                    <a:pt x="145" y="13"/>
                                    <a:pt x="145" y="13"/>
                                  </a:cubicBezTo>
                                  <a:cubicBezTo>
                                    <a:pt x="145" y="13"/>
                                    <a:pt x="145" y="13"/>
                                    <a:pt x="145" y="13"/>
                                  </a:cubicBezTo>
                                  <a:cubicBezTo>
                                    <a:pt x="145" y="13"/>
                                    <a:pt x="146" y="13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7" y="13"/>
                                  </a:cubicBezTo>
                                  <a:cubicBezTo>
                                    <a:pt x="147" y="13"/>
                                    <a:pt x="147" y="13"/>
                                    <a:pt x="147" y="13"/>
                                  </a:cubicBezTo>
                                  <a:cubicBezTo>
                                    <a:pt x="147" y="13"/>
                                    <a:pt x="147" y="13"/>
                                    <a:pt x="148" y="13"/>
                                  </a:cubicBezTo>
                                  <a:cubicBezTo>
                                    <a:pt x="148" y="13"/>
                                    <a:pt x="148" y="13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9" y="13"/>
                                  </a:cubicBezTo>
                                  <a:cubicBezTo>
                                    <a:pt x="149" y="13"/>
                                    <a:pt x="149" y="13"/>
                                    <a:pt x="149" y="13"/>
                                  </a:cubicBezTo>
                                  <a:cubicBezTo>
                                    <a:pt x="149" y="13"/>
                                    <a:pt x="149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49" y="12"/>
                                    <a:pt x="149" y="12"/>
                                    <a:pt x="149" y="12"/>
                                  </a:cubicBezTo>
                                  <a:cubicBezTo>
                                    <a:pt x="149" y="12"/>
                                    <a:pt x="149" y="11"/>
                                    <a:pt x="149" y="11"/>
                                  </a:cubicBezTo>
                                  <a:cubicBezTo>
                                    <a:pt x="149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0"/>
                                  </a:cubicBezTo>
                                  <a:cubicBezTo>
                                    <a:pt x="149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7" y="10"/>
                                    <a:pt x="147" y="10"/>
                                    <a:pt x="147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9"/>
                                    <a:pt x="147" y="10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8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8" y="8"/>
                                    <a:pt x="148" y="8"/>
                                  </a:cubicBezTo>
                                  <a:cubicBezTo>
                                    <a:pt x="148" y="7"/>
                                    <a:pt x="149" y="7"/>
                                    <a:pt x="149" y="7"/>
                                  </a:cubicBezTo>
                                  <a:cubicBezTo>
                                    <a:pt x="149" y="7"/>
                                    <a:pt x="147" y="6"/>
                                    <a:pt x="147" y="6"/>
                                  </a:cubicBezTo>
                                  <a:cubicBezTo>
                                    <a:pt x="147" y="6"/>
                                    <a:pt x="144" y="7"/>
                                    <a:pt x="143" y="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9" name="Freeform 825">
                              <a:extLst>
                                <a:ext uri="{FF2B5EF4-FFF2-40B4-BE49-F238E27FC236}">
                                  <a16:creationId xmlns:a16="http://schemas.microsoft.com/office/drawing/2014/main" id="{10043029-C165-B036-FD40-426720ECD68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251825" y="4216400"/>
                              <a:ext cx="233362" cy="433388"/>
                            </a:xfrm>
                            <a:custGeom>
                              <a:avLst/>
                              <a:gdLst>
                                <a:gd name="T0" fmla="*/ 54 w 56"/>
                                <a:gd name="T1" fmla="*/ 75 h 104"/>
                                <a:gd name="T2" fmla="*/ 54 w 56"/>
                                <a:gd name="T3" fmla="*/ 80 h 104"/>
                                <a:gd name="T4" fmla="*/ 53 w 56"/>
                                <a:gd name="T5" fmla="*/ 83 h 104"/>
                                <a:gd name="T6" fmla="*/ 48 w 56"/>
                                <a:gd name="T7" fmla="*/ 87 h 104"/>
                                <a:gd name="T8" fmla="*/ 41 w 56"/>
                                <a:gd name="T9" fmla="*/ 92 h 104"/>
                                <a:gd name="T10" fmla="*/ 36 w 56"/>
                                <a:gd name="T11" fmla="*/ 90 h 104"/>
                                <a:gd name="T12" fmla="*/ 37 w 56"/>
                                <a:gd name="T13" fmla="*/ 94 h 104"/>
                                <a:gd name="T14" fmla="*/ 36 w 56"/>
                                <a:gd name="T15" fmla="*/ 95 h 104"/>
                                <a:gd name="T16" fmla="*/ 34 w 56"/>
                                <a:gd name="T17" fmla="*/ 96 h 104"/>
                                <a:gd name="T18" fmla="*/ 30 w 56"/>
                                <a:gd name="T19" fmla="*/ 99 h 104"/>
                                <a:gd name="T20" fmla="*/ 25 w 56"/>
                                <a:gd name="T21" fmla="*/ 104 h 104"/>
                                <a:gd name="T22" fmla="*/ 26 w 56"/>
                                <a:gd name="T23" fmla="*/ 101 h 104"/>
                                <a:gd name="T24" fmla="*/ 27 w 56"/>
                                <a:gd name="T25" fmla="*/ 94 h 104"/>
                                <a:gd name="T26" fmla="*/ 22 w 56"/>
                                <a:gd name="T27" fmla="*/ 91 h 104"/>
                                <a:gd name="T28" fmla="*/ 27 w 56"/>
                                <a:gd name="T29" fmla="*/ 87 h 104"/>
                                <a:gd name="T30" fmla="*/ 33 w 56"/>
                                <a:gd name="T31" fmla="*/ 88 h 104"/>
                                <a:gd name="T32" fmla="*/ 32 w 56"/>
                                <a:gd name="T33" fmla="*/ 84 h 104"/>
                                <a:gd name="T34" fmla="*/ 37 w 56"/>
                                <a:gd name="T35" fmla="*/ 80 h 104"/>
                                <a:gd name="T36" fmla="*/ 42 w 56"/>
                                <a:gd name="T37" fmla="*/ 72 h 104"/>
                                <a:gd name="T38" fmla="*/ 40 w 56"/>
                                <a:gd name="T39" fmla="*/ 64 h 104"/>
                                <a:gd name="T40" fmla="*/ 40 w 56"/>
                                <a:gd name="T41" fmla="*/ 59 h 104"/>
                                <a:gd name="T42" fmla="*/ 40 w 56"/>
                                <a:gd name="T43" fmla="*/ 54 h 104"/>
                                <a:gd name="T44" fmla="*/ 40 w 56"/>
                                <a:gd name="T45" fmla="*/ 51 h 104"/>
                                <a:gd name="T46" fmla="*/ 35 w 56"/>
                                <a:gd name="T47" fmla="*/ 48 h 104"/>
                                <a:gd name="T48" fmla="*/ 30 w 56"/>
                                <a:gd name="T49" fmla="*/ 44 h 104"/>
                                <a:gd name="T50" fmla="*/ 26 w 56"/>
                                <a:gd name="T51" fmla="*/ 37 h 104"/>
                                <a:gd name="T52" fmla="*/ 21 w 56"/>
                                <a:gd name="T53" fmla="*/ 34 h 104"/>
                                <a:gd name="T54" fmla="*/ 15 w 56"/>
                                <a:gd name="T55" fmla="*/ 31 h 104"/>
                                <a:gd name="T56" fmla="*/ 15 w 56"/>
                                <a:gd name="T57" fmla="*/ 27 h 104"/>
                                <a:gd name="T58" fmla="*/ 20 w 56"/>
                                <a:gd name="T59" fmla="*/ 24 h 104"/>
                                <a:gd name="T60" fmla="*/ 19 w 56"/>
                                <a:gd name="T61" fmla="*/ 20 h 104"/>
                                <a:gd name="T62" fmla="*/ 13 w 56"/>
                                <a:gd name="T63" fmla="*/ 17 h 104"/>
                                <a:gd name="T64" fmla="*/ 6 w 56"/>
                                <a:gd name="T65" fmla="*/ 15 h 104"/>
                                <a:gd name="T66" fmla="*/ 4 w 56"/>
                                <a:gd name="T67" fmla="*/ 10 h 104"/>
                                <a:gd name="T68" fmla="*/ 0 w 56"/>
                                <a:gd name="T69" fmla="*/ 6 h 104"/>
                                <a:gd name="T70" fmla="*/ 6 w 56"/>
                                <a:gd name="T71" fmla="*/ 4 h 104"/>
                                <a:gd name="T72" fmla="*/ 13 w 56"/>
                                <a:gd name="T73" fmla="*/ 3 h 104"/>
                                <a:gd name="T74" fmla="*/ 21 w 56"/>
                                <a:gd name="T75" fmla="*/ 0 h 104"/>
                                <a:gd name="T76" fmla="*/ 30 w 56"/>
                                <a:gd name="T77" fmla="*/ 2 h 104"/>
                                <a:gd name="T78" fmla="*/ 36 w 56"/>
                                <a:gd name="T79" fmla="*/ 11 h 104"/>
                                <a:gd name="T80" fmla="*/ 40 w 56"/>
                                <a:gd name="T81" fmla="*/ 13 h 104"/>
                                <a:gd name="T82" fmla="*/ 35 w 56"/>
                                <a:gd name="T83" fmla="*/ 16 h 104"/>
                                <a:gd name="T84" fmla="*/ 30 w 56"/>
                                <a:gd name="T85" fmla="*/ 17 h 104"/>
                                <a:gd name="T86" fmla="*/ 26 w 56"/>
                                <a:gd name="T87" fmla="*/ 24 h 104"/>
                                <a:gd name="T88" fmla="*/ 26 w 56"/>
                                <a:gd name="T89" fmla="*/ 29 h 104"/>
                                <a:gd name="T90" fmla="*/ 26 w 56"/>
                                <a:gd name="T91" fmla="*/ 33 h 104"/>
                                <a:gd name="T92" fmla="*/ 31 w 56"/>
                                <a:gd name="T93" fmla="*/ 37 h 104"/>
                                <a:gd name="T94" fmla="*/ 39 w 56"/>
                                <a:gd name="T95" fmla="*/ 46 h 104"/>
                                <a:gd name="T96" fmla="*/ 48 w 56"/>
                                <a:gd name="T97" fmla="*/ 53 h 104"/>
                                <a:gd name="T98" fmla="*/ 51 w 56"/>
                                <a:gd name="T99" fmla="*/ 61 h 104"/>
                                <a:gd name="T100" fmla="*/ 53 w 56"/>
                                <a:gd name="T101" fmla="*/ 69 h 104"/>
                                <a:gd name="T102" fmla="*/ 18 w 56"/>
                                <a:gd name="T103" fmla="*/ 91 h 104"/>
                                <a:gd name="T104" fmla="*/ 20 w 56"/>
                                <a:gd name="T105" fmla="*/ 93 h 104"/>
                                <a:gd name="T106" fmla="*/ 18 w 56"/>
                                <a:gd name="T107" fmla="*/ 91 h 10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56" h="104">
                                  <a:moveTo>
                                    <a:pt x="56" y="74"/>
                                  </a:moveTo>
                                  <a:cubicBezTo>
                                    <a:pt x="56" y="75"/>
                                    <a:pt x="56" y="75"/>
                                    <a:pt x="55" y="75"/>
                                  </a:cubicBezTo>
                                  <a:cubicBezTo>
                                    <a:pt x="55" y="75"/>
                                    <a:pt x="55" y="74"/>
                                    <a:pt x="54" y="74"/>
                                  </a:cubicBezTo>
                                  <a:cubicBezTo>
                                    <a:pt x="54" y="75"/>
                                    <a:pt x="54" y="75"/>
                                    <a:pt x="54" y="75"/>
                                  </a:cubicBezTo>
                                  <a:cubicBezTo>
                                    <a:pt x="54" y="76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4" y="78"/>
                                    <a:pt x="54" y="78"/>
                                  </a:cubicBezTo>
                                  <a:cubicBezTo>
                                    <a:pt x="54" y="78"/>
                                    <a:pt x="53" y="78"/>
                                    <a:pt x="53" y="78"/>
                                  </a:cubicBezTo>
                                  <a:cubicBezTo>
                                    <a:pt x="53" y="79"/>
                                    <a:pt x="53" y="79"/>
                                    <a:pt x="54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4" y="80"/>
                                    <a:pt x="53" y="81"/>
                                    <a:pt x="53" y="81"/>
                                  </a:cubicBezTo>
                                  <a:cubicBezTo>
                                    <a:pt x="53" y="81"/>
                                    <a:pt x="54" y="82"/>
                                    <a:pt x="54" y="82"/>
                                  </a:cubicBezTo>
                                  <a:cubicBezTo>
                                    <a:pt x="54" y="82"/>
                                    <a:pt x="54" y="82"/>
                                    <a:pt x="53" y="83"/>
                                  </a:cubicBezTo>
                                  <a:cubicBezTo>
                                    <a:pt x="53" y="83"/>
                                    <a:pt x="52" y="83"/>
                                    <a:pt x="52" y="83"/>
                                  </a:cubicBezTo>
                                  <a:cubicBezTo>
                                    <a:pt x="52" y="84"/>
                                    <a:pt x="52" y="84"/>
                                    <a:pt x="52" y="85"/>
                                  </a:cubicBezTo>
                                  <a:cubicBezTo>
                                    <a:pt x="51" y="85"/>
                                    <a:pt x="50" y="86"/>
                                    <a:pt x="50" y="86"/>
                                  </a:cubicBezTo>
                                  <a:cubicBezTo>
                                    <a:pt x="49" y="86"/>
                                    <a:pt x="48" y="87"/>
                                    <a:pt x="48" y="87"/>
                                  </a:cubicBezTo>
                                  <a:cubicBezTo>
                                    <a:pt x="48" y="88"/>
                                    <a:pt x="48" y="88"/>
                                    <a:pt x="47" y="89"/>
                                  </a:cubicBezTo>
                                  <a:cubicBezTo>
                                    <a:pt x="47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5" y="90"/>
                                    <a:pt x="44" y="90"/>
                                  </a:cubicBezTo>
                                  <a:cubicBezTo>
                                    <a:pt x="44" y="91"/>
                                    <a:pt x="42" y="92"/>
                                    <a:pt x="41" y="92"/>
                                  </a:cubicBezTo>
                                  <a:cubicBezTo>
                                    <a:pt x="41" y="91"/>
                                    <a:pt x="39" y="91"/>
                                    <a:pt x="39" y="91"/>
                                  </a:cubicBezTo>
                                  <a:cubicBezTo>
                                    <a:pt x="39" y="91"/>
                                    <a:pt x="38" y="90"/>
                                    <a:pt x="38" y="90"/>
                                  </a:cubicBezTo>
                                  <a:cubicBezTo>
                                    <a:pt x="38" y="90"/>
                                    <a:pt x="37" y="91"/>
                                    <a:pt x="37" y="91"/>
                                  </a:cubicBezTo>
                                  <a:cubicBezTo>
                                    <a:pt x="37" y="91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7" y="91"/>
                                    <a:pt x="37" y="91"/>
                                  </a:cubicBezTo>
                                  <a:cubicBezTo>
                                    <a:pt x="37" y="91"/>
                                    <a:pt x="36" y="91"/>
                                    <a:pt x="36" y="91"/>
                                  </a:cubicBezTo>
                                  <a:cubicBezTo>
                                    <a:pt x="37" y="92"/>
                                    <a:pt x="37" y="92"/>
                                    <a:pt x="37" y="92"/>
                                  </a:cubicBezTo>
                                  <a:cubicBezTo>
                                    <a:pt x="37" y="92"/>
                                    <a:pt x="38" y="94"/>
                                    <a:pt x="37" y="94"/>
                                  </a:cubicBezTo>
                                  <a:cubicBezTo>
                                    <a:pt x="37" y="94"/>
                                    <a:pt x="37" y="94"/>
                                    <a:pt x="37" y="94"/>
                                  </a:cubicBezTo>
                                  <a:cubicBezTo>
                                    <a:pt x="37" y="94"/>
                                    <a:pt x="36" y="94"/>
                                    <a:pt x="36" y="94"/>
                                  </a:cubicBezTo>
                                  <a:cubicBezTo>
                                    <a:pt x="36" y="94"/>
                                    <a:pt x="36" y="94"/>
                                    <a:pt x="36" y="94"/>
                                  </a:cubicBezTo>
                                  <a:cubicBezTo>
                                    <a:pt x="36" y="94"/>
                                    <a:pt x="36" y="95"/>
                                    <a:pt x="36" y="95"/>
                                  </a:cubicBezTo>
                                  <a:cubicBezTo>
                                    <a:pt x="36" y="95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5" y="96"/>
                                    <a:pt x="35" y="96"/>
                                  </a:cubicBezTo>
                                  <a:cubicBezTo>
                                    <a:pt x="35" y="95"/>
                                    <a:pt x="34" y="95"/>
                                    <a:pt x="34" y="95"/>
                                  </a:cubicBezTo>
                                  <a:cubicBezTo>
                                    <a:pt x="34" y="95"/>
                                    <a:pt x="34" y="96"/>
                                    <a:pt x="34" y="96"/>
                                  </a:cubicBezTo>
                                  <a:cubicBezTo>
                                    <a:pt x="34" y="96"/>
                                    <a:pt x="34" y="97"/>
                                    <a:pt x="34" y="97"/>
                                  </a:cubicBezTo>
                                  <a:cubicBezTo>
                                    <a:pt x="34" y="97"/>
                                    <a:pt x="33" y="98"/>
                                    <a:pt x="33" y="98"/>
                                  </a:cubicBezTo>
                                  <a:cubicBezTo>
                                    <a:pt x="32" y="98"/>
                                    <a:pt x="32" y="99"/>
                                    <a:pt x="32" y="99"/>
                                  </a:cubicBezTo>
                                  <a:cubicBezTo>
                                    <a:pt x="31" y="99"/>
                                    <a:pt x="31" y="99"/>
                                    <a:pt x="30" y="99"/>
                                  </a:cubicBezTo>
                                  <a:cubicBezTo>
                                    <a:pt x="30" y="99"/>
                                    <a:pt x="30" y="100"/>
                                    <a:pt x="30" y="100"/>
                                  </a:cubicBezTo>
                                  <a:cubicBezTo>
                                    <a:pt x="30" y="100"/>
                                    <a:pt x="30" y="101"/>
                                    <a:pt x="30" y="101"/>
                                  </a:cubicBezTo>
                                  <a:cubicBezTo>
                                    <a:pt x="29" y="102"/>
                                    <a:pt x="28" y="103"/>
                                    <a:pt x="27" y="103"/>
                                  </a:cubicBezTo>
                                  <a:cubicBezTo>
                                    <a:pt x="27" y="103"/>
                                    <a:pt x="26" y="104"/>
                                    <a:pt x="25" y="104"/>
                                  </a:cubicBezTo>
                                  <a:cubicBezTo>
                                    <a:pt x="25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5" y="102"/>
                                  </a:cubicBezTo>
                                  <a:cubicBezTo>
                                    <a:pt x="25" y="102"/>
                                    <a:pt x="26" y="102"/>
                                    <a:pt x="26" y="102"/>
                                  </a:cubicBezTo>
                                  <a:cubicBezTo>
                                    <a:pt x="26" y="102"/>
                                    <a:pt x="26" y="101"/>
                                    <a:pt x="26" y="101"/>
                                  </a:cubicBezTo>
                                  <a:cubicBezTo>
                                    <a:pt x="25" y="101"/>
                                    <a:pt x="25" y="101"/>
                                    <a:pt x="25" y="100"/>
                                  </a:cubicBezTo>
                                  <a:cubicBezTo>
                                    <a:pt x="25" y="100"/>
                                    <a:pt x="25" y="96"/>
                                    <a:pt x="25" y="96"/>
                                  </a:cubicBezTo>
                                  <a:cubicBezTo>
                                    <a:pt x="25" y="95"/>
                                    <a:pt x="26" y="95"/>
                                    <a:pt x="26" y="95"/>
                                  </a:cubicBezTo>
                                  <a:cubicBezTo>
                                    <a:pt x="27" y="94"/>
                                    <a:pt x="27" y="94"/>
                                    <a:pt x="27" y="94"/>
                                  </a:cubicBezTo>
                                  <a:cubicBezTo>
                                    <a:pt x="28" y="93"/>
                                    <a:pt x="28" y="93"/>
                                    <a:pt x="28" y="93"/>
                                  </a:cubicBezTo>
                                  <a:cubicBezTo>
                                    <a:pt x="28" y="93"/>
                                    <a:pt x="23" y="93"/>
                                    <a:pt x="23" y="93"/>
                                  </a:cubicBezTo>
                                  <a:cubicBezTo>
                                    <a:pt x="23" y="93"/>
                                    <a:pt x="23" y="92"/>
                                    <a:pt x="23" y="92"/>
                                  </a:cubicBezTo>
                                  <a:cubicBezTo>
                                    <a:pt x="23" y="91"/>
                                    <a:pt x="23" y="91"/>
                                    <a:pt x="22" y="91"/>
                                  </a:cubicBezTo>
                                  <a:cubicBezTo>
                                    <a:pt x="23" y="90"/>
                                    <a:pt x="24" y="89"/>
                                    <a:pt x="24" y="89"/>
                                  </a:cubicBezTo>
                                  <a:cubicBezTo>
                                    <a:pt x="24" y="89"/>
                                    <a:pt x="24" y="89"/>
                                    <a:pt x="25" y="89"/>
                                  </a:cubicBezTo>
                                  <a:cubicBezTo>
                                    <a:pt x="25" y="89"/>
                                    <a:pt x="25" y="88"/>
                                    <a:pt x="26" y="88"/>
                                  </a:cubicBezTo>
                                  <a:cubicBezTo>
                                    <a:pt x="26" y="88"/>
                                    <a:pt x="26" y="87"/>
                                    <a:pt x="27" y="87"/>
                                  </a:cubicBezTo>
                                  <a:cubicBezTo>
                                    <a:pt x="27" y="87"/>
                                    <a:pt x="28" y="87"/>
                                    <a:pt x="28" y="87"/>
                                  </a:cubicBezTo>
                                  <a:cubicBezTo>
                                    <a:pt x="29" y="87"/>
                                    <a:pt x="29" y="87"/>
                                    <a:pt x="30" y="87"/>
                                  </a:cubicBezTo>
                                  <a:cubicBezTo>
                                    <a:pt x="31" y="87"/>
                                    <a:pt x="31" y="87"/>
                                    <a:pt x="31" y="87"/>
                                  </a:cubicBezTo>
                                  <a:cubicBezTo>
                                    <a:pt x="32" y="87"/>
                                    <a:pt x="32" y="87"/>
                                    <a:pt x="33" y="88"/>
                                  </a:cubicBezTo>
                                  <a:cubicBezTo>
                                    <a:pt x="33" y="88"/>
                                    <a:pt x="34" y="88"/>
                                    <a:pt x="34" y="88"/>
                                  </a:cubicBezTo>
                                  <a:cubicBezTo>
                                    <a:pt x="35" y="88"/>
                                    <a:pt x="35" y="87"/>
                                    <a:pt x="35" y="87"/>
                                  </a:cubicBezTo>
                                  <a:cubicBezTo>
                                    <a:pt x="35" y="86"/>
                                    <a:pt x="34" y="85"/>
                                    <a:pt x="34" y="85"/>
                                  </a:cubicBezTo>
                                  <a:cubicBezTo>
                                    <a:pt x="34" y="85"/>
                                    <a:pt x="32" y="85"/>
                                    <a:pt x="32" y="84"/>
                                  </a:cubicBezTo>
                                  <a:cubicBezTo>
                                    <a:pt x="32" y="83"/>
                                    <a:pt x="32" y="83"/>
                                    <a:pt x="32" y="82"/>
                                  </a:cubicBezTo>
                                  <a:cubicBezTo>
                                    <a:pt x="32" y="82"/>
                                    <a:pt x="33" y="81"/>
                                    <a:pt x="34" y="81"/>
                                  </a:cubicBezTo>
                                  <a:cubicBezTo>
                                    <a:pt x="34" y="81"/>
                                    <a:pt x="35" y="81"/>
                                    <a:pt x="36" y="81"/>
                                  </a:cubicBezTo>
                                  <a:cubicBezTo>
                                    <a:pt x="36" y="81"/>
                                    <a:pt x="36" y="80"/>
                                    <a:pt x="37" y="80"/>
                                  </a:cubicBezTo>
                                  <a:cubicBezTo>
                                    <a:pt x="38" y="79"/>
                                    <a:pt x="38" y="79"/>
                                    <a:pt x="39" y="79"/>
                                  </a:cubicBezTo>
                                  <a:cubicBezTo>
                                    <a:pt x="40" y="78"/>
                                    <a:pt x="41" y="77"/>
                                    <a:pt x="41" y="77"/>
                                  </a:cubicBezTo>
                                  <a:cubicBezTo>
                                    <a:pt x="42" y="76"/>
                                    <a:pt x="42" y="76"/>
                                    <a:pt x="42" y="75"/>
                                  </a:cubicBezTo>
                                  <a:cubicBezTo>
                                    <a:pt x="43" y="74"/>
                                    <a:pt x="42" y="73"/>
                                    <a:pt x="42" y="72"/>
                                  </a:cubicBezTo>
                                  <a:cubicBezTo>
                                    <a:pt x="43" y="71"/>
                                    <a:pt x="42" y="70"/>
                                    <a:pt x="43" y="69"/>
                                  </a:cubicBezTo>
                                  <a:cubicBezTo>
                                    <a:pt x="43" y="68"/>
                                    <a:pt x="42" y="68"/>
                                    <a:pt x="42" y="67"/>
                                  </a:cubicBezTo>
                                  <a:cubicBezTo>
                                    <a:pt x="42" y="67"/>
                                    <a:pt x="41" y="66"/>
                                    <a:pt x="41" y="66"/>
                                  </a:cubicBezTo>
                                  <a:cubicBezTo>
                                    <a:pt x="40" y="65"/>
                                    <a:pt x="40" y="65"/>
                                    <a:pt x="40" y="64"/>
                                  </a:cubicBezTo>
                                  <a:cubicBezTo>
                                    <a:pt x="40" y="64"/>
                                    <a:pt x="40" y="64"/>
                                    <a:pt x="40" y="63"/>
                                  </a:cubicBezTo>
                                  <a:cubicBezTo>
                                    <a:pt x="40" y="63"/>
                                    <a:pt x="41" y="62"/>
                                    <a:pt x="41" y="62"/>
                                  </a:cubicBezTo>
                                  <a:cubicBezTo>
                                    <a:pt x="41" y="61"/>
                                    <a:pt x="41" y="61"/>
                                    <a:pt x="40" y="60"/>
                                  </a:cubicBezTo>
                                  <a:cubicBezTo>
                                    <a:pt x="40" y="59"/>
                                    <a:pt x="40" y="59"/>
                                    <a:pt x="40" y="59"/>
                                  </a:cubicBezTo>
                                  <a:cubicBezTo>
                                    <a:pt x="40" y="58"/>
                                    <a:pt x="40" y="58"/>
                                    <a:pt x="40" y="58"/>
                                  </a:cubicBezTo>
                                  <a:cubicBezTo>
                                    <a:pt x="41" y="57"/>
                                    <a:pt x="42" y="57"/>
                                    <a:pt x="42" y="56"/>
                                  </a:cubicBezTo>
                                  <a:cubicBezTo>
                                    <a:pt x="42" y="56"/>
                                    <a:pt x="42" y="55"/>
                                    <a:pt x="42" y="55"/>
                                  </a:cubicBezTo>
                                  <a:cubicBezTo>
                                    <a:pt x="41" y="55"/>
                                    <a:pt x="40" y="55"/>
                                    <a:pt x="40" y="54"/>
                                  </a:cubicBezTo>
                                  <a:cubicBezTo>
                                    <a:pt x="40" y="54"/>
                                    <a:pt x="40" y="53"/>
                                    <a:pt x="40" y="53"/>
                                  </a:cubicBezTo>
                                  <a:cubicBezTo>
                                    <a:pt x="41" y="52"/>
                                    <a:pt x="41" y="52"/>
                                    <a:pt x="41" y="52"/>
                                  </a:cubicBezTo>
                                  <a:cubicBezTo>
                                    <a:pt x="41" y="51"/>
                                    <a:pt x="41" y="51"/>
                                    <a:pt x="41" y="51"/>
                                  </a:cubicBezTo>
                                  <a:cubicBezTo>
                                    <a:pt x="41" y="51"/>
                                    <a:pt x="40" y="51"/>
                                    <a:pt x="40" y="51"/>
                                  </a:cubicBezTo>
                                  <a:cubicBezTo>
                                    <a:pt x="39" y="51"/>
                                    <a:pt x="39" y="50"/>
                                    <a:pt x="38" y="50"/>
                                  </a:cubicBezTo>
                                  <a:cubicBezTo>
                                    <a:pt x="38" y="49"/>
                                    <a:pt x="37" y="50"/>
                                    <a:pt x="37" y="49"/>
                                  </a:cubicBezTo>
                                  <a:cubicBezTo>
                                    <a:pt x="36" y="49"/>
                                    <a:pt x="36" y="49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5" y="48"/>
                                  </a:cubicBezTo>
                                  <a:cubicBezTo>
                                    <a:pt x="35" y="47"/>
                                    <a:pt x="34" y="47"/>
                                    <a:pt x="34" y="47"/>
                                  </a:cubicBezTo>
                                  <a:cubicBezTo>
                                    <a:pt x="34" y="46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2" y="45"/>
                                    <a:pt x="32" y="44"/>
                                  </a:cubicBezTo>
                                  <a:cubicBezTo>
                                    <a:pt x="31" y="44"/>
                                    <a:pt x="30" y="44"/>
                                    <a:pt x="30" y="44"/>
                                  </a:cubicBezTo>
                                  <a:cubicBezTo>
                                    <a:pt x="30" y="43"/>
                                    <a:pt x="30" y="43"/>
                                    <a:pt x="30" y="42"/>
                                  </a:cubicBezTo>
                                  <a:cubicBezTo>
                                    <a:pt x="29" y="42"/>
                                    <a:pt x="28" y="41"/>
                                    <a:pt x="28" y="41"/>
                                  </a:cubicBezTo>
                                  <a:cubicBezTo>
                                    <a:pt x="28" y="40"/>
                                    <a:pt x="28" y="39"/>
                                    <a:pt x="27" y="39"/>
                                  </a:cubicBezTo>
                                  <a:cubicBezTo>
                                    <a:pt x="27" y="39"/>
                                    <a:pt x="26" y="38"/>
                                    <a:pt x="26" y="37"/>
                                  </a:cubicBezTo>
                                  <a:cubicBezTo>
                                    <a:pt x="26" y="37"/>
                                    <a:pt x="25" y="37"/>
                                    <a:pt x="25" y="37"/>
                                  </a:cubicBezTo>
                                  <a:cubicBezTo>
                                    <a:pt x="24" y="36"/>
                                    <a:pt x="23" y="35"/>
                                    <a:pt x="23" y="35"/>
                                  </a:cubicBezTo>
                                  <a:cubicBezTo>
                                    <a:pt x="23" y="35"/>
                                    <a:pt x="23" y="34"/>
                                    <a:pt x="22" y="34"/>
                                  </a:cubicBezTo>
                                  <a:cubicBezTo>
                                    <a:pt x="22" y="34"/>
                                    <a:pt x="21" y="34"/>
                                    <a:pt x="21" y="34"/>
                                  </a:cubicBezTo>
                                  <a:cubicBezTo>
                                    <a:pt x="20" y="34"/>
                                    <a:pt x="20" y="33"/>
                                    <a:pt x="20" y="33"/>
                                  </a:cubicBezTo>
                                  <a:cubicBezTo>
                                    <a:pt x="19" y="33"/>
                                    <a:pt x="18" y="33"/>
                                    <a:pt x="18" y="33"/>
                                  </a:cubicBezTo>
                                  <a:cubicBezTo>
                                    <a:pt x="17" y="33"/>
                                    <a:pt x="17" y="32"/>
                                    <a:pt x="17" y="32"/>
                                  </a:cubicBezTo>
                                  <a:cubicBezTo>
                                    <a:pt x="16" y="32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0"/>
                                    <a:pt x="15" y="30"/>
                                  </a:cubicBezTo>
                                  <a:cubicBezTo>
                                    <a:pt x="16" y="30"/>
                                    <a:pt x="16" y="29"/>
                                    <a:pt x="15" y="29"/>
                                  </a:cubicBezTo>
                                  <a:cubicBezTo>
                                    <a:pt x="15" y="29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6" y="27"/>
                                    <a:pt x="17" y="27"/>
                                  </a:cubicBezTo>
                                  <a:cubicBezTo>
                                    <a:pt x="17" y="26"/>
                                    <a:pt x="18" y="26"/>
                                    <a:pt x="18" y="26"/>
                                  </a:cubicBezTo>
                                  <a:cubicBezTo>
                                    <a:pt x="19" y="26"/>
                                    <a:pt x="19" y="26"/>
                                    <a:pt x="19" y="25"/>
                                  </a:cubicBezTo>
                                  <a:cubicBezTo>
                                    <a:pt x="19" y="25"/>
                                    <a:pt x="19" y="24"/>
                                    <a:pt x="20" y="24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1" y="23"/>
                                    <a:pt x="21" y="22"/>
                                  </a:cubicBezTo>
                                  <a:cubicBezTo>
                                    <a:pt x="21" y="22"/>
                                    <a:pt x="21" y="22"/>
                                    <a:pt x="20" y="21"/>
                                  </a:cubicBezTo>
                                  <a:cubicBezTo>
                                    <a:pt x="19" y="21"/>
                                    <a:pt x="19" y="21"/>
                                    <a:pt x="19" y="20"/>
                                  </a:cubicBezTo>
                                  <a:cubicBezTo>
                                    <a:pt x="19" y="20"/>
                                    <a:pt x="19" y="19"/>
                                    <a:pt x="19" y="19"/>
                                  </a:cubicBezTo>
                                  <a:cubicBezTo>
                                    <a:pt x="18" y="19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7"/>
                                    <a:pt x="16" y="17"/>
                                  </a:cubicBezTo>
                                  <a:cubicBezTo>
                                    <a:pt x="15" y="17"/>
                                    <a:pt x="14" y="17"/>
                                    <a:pt x="13" y="17"/>
                                  </a:cubicBezTo>
                                  <a:cubicBezTo>
                                    <a:pt x="13" y="18"/>
                                    <a:pt x="13" y="18"/>
                                    <a:pt x="12" y="18"/>
                                  </a:cubicBezTo>
                                  <a:cubicBezTo>
                                    <a:pt x="12" y="18"/>
                                    <a:pt x="11" y="17"/>
                                    <a:pt x="11" y="17"/>
                                  </a:cubicBezTo>
                                  <a:cubicBezTo>
                                    <a:pt x="10" y="17"/>
                                    <a:pt x="8" y="17"/>
                                    <a:pt x="8" y="17"/>
                                  </a:cubicBezTo>
                                  <a:cubicBezTo>
                                    <a:pt x="8" y="17"/>
                                    <a:pt x="7" y="16"/>
                                    <a:pt x="6" y="15"/>
                                  </a:cubicBezTo>
                                  <a:cubicBezTo>
                                    <a:pt x="6" y="15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4" y="13"/>
                                    <a:pt x="4" y="13"/>
                                  </a:cubicBezTo>
                                  <a:cubicBezTo>
                                    <a:pt x="5" y="12"/>
                                    <a:pt x="5" y="12"/>
                                    <a:pt x="5" y="11"/>
                                  </a:cubicBezTo>
                                  <a:cubicBezTo>
                                    <a:pt x="4" y="11"/>
                                    <a:pt x="4" y="11"/>
                                    <a:pt x="4" y="10"/>
                                  </a:cubicBezTo>
                                  <a:cubicBezTo>
                                    <a:pt x="3" y="10"/>
                                    <a:pt x="3" y="9"/>
                                    <a:pt x="3" y="9"/>
                                  </a:cubicBezTo>
                                  <a:cubicBezTo>
                                    <a:pt x="2" y="8"/>
                                    <a:pt x="2" y="8"/>
                                    <a:pt x="1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1" y="5"/>
                                    <a:pt x="1" y="5"/>
                                  </a:cubicBezTo>
                                  <a:cubicBezTo>
                                    <a:pt x="1" y="4"/>
                                    <a:pt x="3" y="4"/>
                                    <a:pt x="3" y="4"/>
                                  </a:cubicBezTo>
                                  <a:cubicBezTo>
                                    <a:pt x="4" y="5"/>
                                    <a:pt x="5" y="5"/>
                                    <a:pt x="5" y="5"/>
                                  </a:cubicBezTo>
                                  <a:cubicBezTo>
                                    <a:pt x="5" y="5"/>
                                    <a:pt x="6" y="4"/>
                                    <a:pt x="6" y="4"/>
                                  </a:cubicBezTo>
                                  <a:cubicBezTo>
                                    <a:pt x="7" y="4"/>
                                    <a:pt x="7" y="5"/>
                                    <a:pt x="7" y="5"/>
                                  </a:cubicBezTo>
                                  <a:cubicBezTo>
                                    <a:pt x="8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10" y="5"/>
                                    <a:pt x="11" y="4"/>
                                  </a:cubicBezTo>
                                  <a:cubicBezTo>
                                    <a:pt x="12" y="4"/>
                                    <a:pt x="13" y="3"/>
                                    <a:pt x="13" y="3"/>
                                  </a:cubicBezTo>
                                  <a:cubicBezTo>
                                    <a:pt x="14" y="3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7" y="1"/>
                                    <a:pt x="17" y="1"/>
                                  </a:cubicBezTo>
                                  <a:cubicBezTo>
                                    <a:pt x="17" y="0"/>
                                    <a:pt x="17" y="1"/>
                                    <a:pt x="19" y="0"/>
                                  </a:cubicBezTo>
                                  <a:cubicBezTo>
                                    <a:pt x="20" y="0"/>
                                    <a:pt x="21" y="0"/>
                                    <a:pt x="21" y="0"/>
                                  </a:cubicBezTo>
                                  <a:cubicBezTo>
                                    <a:pt x="21" y="0"/>
                                    <a:pt x="22" y="1"/>
                                    <a:pt x="22" y="1"/>
                                  </a:cubicBezTo>
                                  <a:cubicBezTo>
                                    <a:pt x="22" y="1"/>
                                    <a:pt x="24" y="2"/>
                                    <a:pt x="25" y="2"/>
                                  </a:cubicBezTo>
                                  <a:cubicBezTo>
                                    <a:pt x="25" y="2"/>
                                    <a:pt x="27" y="2"/>
                                    <a:pt x="28" y="3"/>
                                  </a:cubicBezTo>
                                  <a:cubicBezTo>
                                    <a:pt x="28" y="3"/>
                                    <a:pt x="30" y="2"/>
                                    <a:pt x="30" y="2"/>
                                  </a:cubicBezTo>
                                  <a:cubicBezTo>
                                    <a:pt x="30" y="2"/>
                                    <a:pt x="30" y="4"/>
                                    <a:pt x="30" y="4"/>
                                  </a:cubicBezTo>
                                  <a:cubicBezTo>
                                    <a:pt x="29" y="5"/>
                                    <a:pt x="29" y="6"/>
                                    <a:pt x="29" y="6"/>
                                  </a:cubicBezTo>
                                  <a:cubicBezTo>
                                    <a:pt x="29" y="7"/>
                                    <a:pt x="30" y="8"/>
                                    <a:pt x="30" y="8"/>
                                  </a:cubicBezTo>
                                  <a:cubicBezTo>
                                    <a:pt x="30" y="9"/>
                                    <a:pt x="35" y="11"/>
                                    <a:pt x="36" y="11"/>
                                  </a:cubicBezTo>
                                  <a:cubicBezTo>
                                    <a:pt x="37" y="12"/>
                                    <a:pt x="38" y="11"/>
                                    <a:pt x="39" y="11"/>
                                  </a:cubicBezTo>
                                  <a:cubicBezTo>
                                    <a:pt x="39" y="12"/>
                                    <a:pt x="40" y="12"/>
                                    <a:pt x="40" y="12"/>
                                  </a:cubicBezTo>
                                  <a:cubicBezTo>
                                    <a:pt x="40" y="12"/>
                                    <a:pt x="40" y="12"/>
                                    <a:pt x="40" y="12"/>
                                  </a:cubicBezTo>
                                  <a:cubicBezTo>
                                    <a:pt x="40" y="13"/>
                                    <a:pt x="40" y="13"/>
                                    <a:pt x="40" y="13"/>
                                  </a:cubicBezTo>
                                  <a:cubicBezTo>
                                    <a:pt x="39" y="14"/>
                                    <a:pt x="38" y="13"/>
                                    <a:pt x="38" y="14"/>
                                  </a:cubicBezTo>
                                  <a:cubicBezTo>
                                    <a:pt x="38" y="14"/>
                                    <a:pt x="37" y="14"/>
                                    <a:pt x="37" y="14"/>
                                  </a:cubicBezTo>
                                  <a:cubicBezTo>
                                    <a:pt x="36" y="14"/>
                                    <a:pt x="35" y="14"/>
                                    <a:pt x="35" y="14"/>
                                  </a:cubicBezTo>
                                  <a:cubicBezTo>
                                    <a:pt x="35" y="15"/>
                                    <a:pt x="35" y="16"/>
                                    <a:pt x="35" y="16"/>
                                  </a:cubicBezTo>
                                  <a:cubicBezTo>
                                    <a:pt x="34" y="16"/>
                                    <a:pt x="34" y="17"/>
                                    <a:pt x="34" y="17"/>
                                  </a:cubicBezTo>
                                  <a:cubicBezTo>
                                    <a:pt x="33" y="17"/>
                                    <a:pt x="33" y="16"/>
                                    <a:pt x="32" y="17"/>
                                  </a:cubicBezTo>
                                  <a:cubicBezTo>
                                    <a:pt x="32" y="17"/>
                                    <a:pt x="31" y="17"/>
                                    <a:pt x="31" y="17"/>
                                  </a:cubicBezTo>
                                  <a:cubicBezTo>
                                    <a:pt x="31" y="17"/>
                                    <a:pt x="30" y="16"/>
                                    <a:pt x="30" y="17"/>
                                  </a:cubicBezTo>
                                  <a:cubicBezTo>
                                    <a:pt x="30" y="18"/>
                                    <a:pt x="30" y="21"/>
                                    <a:pt x="30" y="22"/>
                                  </a:cubicBezTo>
                                  <a:cubicBezTo>
                                    <a:pt x="30" y="22"/>
                                    <a:pt x="29" y="23"/>
                                    <a:pt x="29" y="23"/>
                                  </a:cubicBezTo>
                                  <a:cubicBezTo>
                                    <a:pt x="28" y="23"/>
                                    <a:pt x="29" y="24"/>
                                    <a:pt x="28" y="24"/>
                                  </a:cubicBezTo>
                                  <a:cubicBezTo>
                                    <a:pt x="28" y="24"/>
                                    <a:pt x="27" y="24"/>
                                    <a:pt x="26" y="24"/>
                                  </a:cubicBezTo>
                                  <a:cubicBezTo>
                                    <a:pt x="26" y="24"/>
                                    <a:pt x="26" y="25"/>
                                    <a:pt x="26" y="26"/>
                                  </a:cubicBezTo>
                                  <a:cubicBezTo>
                                    <a:pt x="26" y="26"/>
                                    <a:pt x="25" y="27"/>
                                    <a:pt x="26" y="27"/>
                                  </a:cubicBezTo>
                                  <a:cubicBezTo>
                                    <a:pt x="26" y="27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9"/>
                                    <a:pt x="26" y="29"/>
                                  </a:cubicBezTo>
                                  <a:cubicBezTo>
                                    <a:pt x="26" y="30"/>
                                    <a:pt x="25" y="30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5" y="32"/>
                                  </a:cubicBezTo>
                                  <a:cubicBezTo>
                                    <a:pt x="25" y="32"/>
                                    <a:pt x="26" y="32"/>
                                    <a:pt x="26" y="32"/>
                                  </a:cubicBezTo>
                                  <a:cubicBezTo>
                                    <a:pt x="26" y="32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5" y="33"/>
                                    <a:pt x="26" y="34"/>
                                  </a:cubicBezTo>
                                  <a:cubicBezTo>
                                    <a:pt x="26" y="34"/>
                                    <a:pt x="27" y="34"/>
                                    <a:pt x="28" y="34"/>
                                  </a:cubicBezTo>
                                  <a:cubicBezTo>
                                    <a:pt x="28" y="35"/>
                                    <a:pt x="28" y="35"/>
                                    <a:pt x="29" y="35"/>
                                  </a:cubicBezTo>
                                  <a:cubicBezTo>
                                    <a:pt x="29" y="36"/>
                                    <a:pt x="30" y="36"/>
                                    <a:pt x="31" y="37"/>
                                  </a:cubicBezTo>
                                  <a:cubicBezTo>
                                    <a:pt x="31" y="37"/>
                                    <a:pt x="31" y="37"/>
                                    <a:pt x="32" y="37"/>
                                  </a:cubicBezTo>
                                  <a:cubicBezTo>
                                    <a:pt x="32" y="37"/>
                                    <a:pt x="32" y="40"/>
                                    <a:pt x="32" y="40"/>
                                  </a:cubicBezTo>
                                  <a:cubicBezTo>
                                    <a:pt x="32" y="41"/>
                                    <a:pt x="33" y="42"/>
                                    <a:pt x="33" y="42"/>
                                  </a:cubicBezTo>
                                  <a:cubicBezTo>
                                    <a:pt x="34" y="43"/>
                                    <a:pt x="38" y="46"/>
                                    <a:pt x="39" y="46"/>
                                  </a:cubicBezTo>
                                  <a:cubicBezTo>
                                    <a:pt x="40" y="46"/>
                                    <a:pt x="41" y="47"/>
                                    <a:pt x="42" y="47"/>
                                  </a:cubicBezTo>
                                  <a:cubicBezTo>
                                    <a:pt x="42" y="48"/>
                                    <a:pt x="43" y="49"/>
                                    <a:pt x="44" y="49"/>
                                  </a:cubicBezTo>
                                  <a:cubicBezTo>
                                    <a:pt x="44" y="50"/>
                                    <a:pt x="44" y="50"/>
                                    <a:pt x="45" y="50"/>
                                  </a:cubicBezTo>
                                  <a:cubicBezTo>
                                    <a:pt x="46" y="51"/>
                                    <a:pt x="47" y="52"/>
                                    <a:pt x="48" y="53"/>
                                  </a:cubicBezTo>
                                  <a:cubicBezTo>
                                    <a:pt x="49" y="54"/>
                                    <a:pt x="48" y="54"/>
                                    <a:pt x="49" y="55"/>
                                  </a:cubicBezTo>
                                  <a:cubicBezTo>
                                    <a:pt x="49" y="56"/>
                                    <a:pt x="50" y="57"/>
                                    <a:pt x="50" y="57"/>
                                  </a:cubicBezTo>
                                  <a:cubicBezTo>
                                    <a:pt x="50" y="58"/>
                                    <a:pt x="50" y="59"/>
                                    <a:pt x="51" y="59"/>
                                  </a:cubicBezTo>
                                  <a:cubicBezTo>
                                    <a:pt x="51" y="60"/>
                                    <a:pt x="51" y="60"/>
                                    <a:pt x="51" y="61"/>
                                  </a:cubicBezTo>
                                  <a:cubicBezTo>
                                    <a:pt x="52" y="61"/>
                                    <a:pt x="52" y="63"/>
                                    <a:pt x="52" y="64"/>
                                  </a:cubicBezTo>
                                  <a:cubicBezTo>
                                    <a:pt x="53" y="64"/>
                                    <a:pt x="53" y="65"/>
                                    <a:pt x="53" y="65"/>
                                  </a:cubicBezTo>
                                  <a:cubicBezTo>
                                    <a:pt x="53" y="66"/>
                                    <a:pt x="53" y="66"/>
                                    <a:pt x="53" y="67"/>
                                  </a:cubicBezTo>
                                  <a:cubicBezTo>
                                    <a:pt x="53" y="68"/>
                                    <a:pt x="53" y="68"/>
                                    <a:pt x="53" y="69"/>
                                  </a:cubicBezTo>
                                  <a:cubicBezTo>
                                    <a:pt x="53" y="69"/>
                                    <a:pt x="53" y="70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5" y="72"/>
                                  </a:cubicBezTo>
                                  <a:cubicBezTo>
                                    <a:pt x="56" y="74"/>
                                    <a:pt x="56" y="74"/>
                                    <a:pt x="56" y="74"/>
                                  </a:cubicBezTo>
                                  <a:close/>
                                  <a:moveTo>
                                    <a:pt x="18" y="91"/>
                                  </a:moveTo>
                                  <a:cubicBezTo>
                                    <a:pt x="18" y="92"/>
                                    <a:pt x="19" y="92"/>
                                    <a:pt x="19" y="92"/>
                                  </a:cubicBezTo>
                                  <a:cubicBezTo>
                                    <a:pt x="19" y="92"/>
                                    <a:pt x="18" y="92"/>
                                    <a:pt x="19" y="93"/>
                                  </a:cubicBezTo>
                                  <a:cubicBezTo>
                                    <a:pt x="19" y="93"/>
                                    <a:pt x="18" y="94"/>
                                    <a:pt x="19" y="94"/>
                                  </a:cubicBezTo>
                                  <a:cubicBezTo>
                                    <a:pt x="20" y="94"/>
                                    <a:pt x="20" y="94"/>
                                    <a:pt x="20" y="93"/>
                                  </a:cubicBezTo>
                                  <a:cubicBezTo>
                                    <a:pt x="20" y="92"/>
                                    <a:pt x="20" y="92"/>
                                    <a:pt x="20" y="91"/>
                                  </a:cubicBezTo>
                                  <a:cubicBezTo>
                                    <a:pt x="20" y="91"/>
                                    <a:pt x="20" y="91"/>
                                    <a:pt x="20" y="91"/>
                                  </a:cubicBezTo>
                                  <a:cubicBezTo>
                                    <a:pt x="19" y="91"/>
                                    <a:pt x="19" y="91"/>
                                    <a:pt x="19" y="91"/>
                                  </a:cubicBezTo>
                                  <a:cubicBezTo>
                                    <a:pt x="18" y="91"/>
                                    <a:pt x="18" y="91"/>
                                    <a:pt x="18" y="9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0" name="Freeform 826">
                              <a:extLst>
                                <a:ext uri="{FF2B5EF4-FFF2-40B4-BE49-F238E27FC236}">
                                  <a16:creationId xmlns:a16="http://schemas.microsoft.com/office/drawing/2014/main" id="{024B9EAA-62FD-FAAD-5159-B87A45B0163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958013" y="3441700"/>
                              <a:ext cx="482600" cy="317500"/>
                            </a:xfrm>
                            <a:custGeom>
                              <a:avLst/>
                              <a:gdLst>
                                <a:gd name="T0" fmla="*/ 80 w 116"/>
                                <a:gd name="T1" fmla="*/ 76 h 76"/>
                                <a:gd name="T2" fmla="*/ 82 w 116"/>
                                <a:gd name="T3" fmla="*/ 70 h 76"/>
                                <a:gd name="T4" fmla="*/ 84 w 116"/>
                                <a:gd name="T5" fmla="*/ 67 h 76"/>
                                <a:gd name="T6" fmla="*/ 82 w 116"/>
                                <a:gd name="T7" fmla="*/ 62 h 76"/>
                                <a:gd name="T8" fmla="*/ 79 w 116"/>
                                <a:gd name="T9" fmla="*/ 60 h 76"/>
                                <a:gd name="T10" fmla="*/ 77 w 116"/>
                                <a:gd name="T11" fmla="*/ 57 h 76"/>
                                <a:gd name="T12" fmla="*/ 81 w 116"/>
                                <a:gd name="T13" fmla="*/ 54 h 76"/>
                                <a:gd name="T14" fmla="*/ 85 w 116"/>
                                <a:gd name="T15" fmla="*/ 54 h 76"/>
                                <a:gd name="T16" fmla="*/ 87 w 116"/>
                                <a:gd name="T17" fmla="*/ 51 h 76"/>
                                <a:gd name="T18" fmla="*/ 89 w 116"/>
                                <a:gd name="T19" fmla="*/ 50 h 76"/>
                                <a:gd name="T20" fmla="*/ 89 w 116"/>
                                <a:gd name="T21" fmla="*/ 46 h 76"/>
                                <a:gd name="T22" fmla="*/ 91 w 116"/>
                                <a:gd name="T23" fmla="*/ 44 h 76"/>
                                <a:gd name="T24" fmla="*/ 97 w 116"/>
                                <a:gd name="T25" fmla="*/ 43 h 76"/>
                                <a:gd name="T26" fmla="*/ 99 w 116"/>
                                <a:gd name="T27" fmla="*/ 43 h 76"/>
                                <a:gd name="T28" fmla="*/ 98 w 116"/>
                                <a:gd name="T29" fmla="*/ 47 h 76"/>
                                <a:gd name="T30" fmla="*/ 100 w 116"/>
                                <a:gd name="T31" fmla="*/ 50 h 76"/>
                                <a:gd name="T32" fmla="*/ 102 w 116"/>
                                <a:gd name="T33" fmla="*/ 51 h 76"/>
                                <a:gd name="T34" fmla="*/ 102 w 116"/>
                                <a:gd name="T35" fmla="*/ 49 h 76"/>
                                <a:gd name="T36" fmla="*/ 105 w 116"/>
                                <a:gd name="T37" fmla="*/ 49 h 76"/>
                                <a:gd name="T38" fmla="*/ 109 w 116"/>
                                <a:gd name="T39" fmla="*/ 47 h 76"/>
                                <a:gd name="T40" fmla="*/ 112 w 116"/>
                                <a:gd name="T41" fmla="*/ 46 h 76"/>
                                <a:gd name="T42" fmla="*/ 116 w 116"/>
                                <a:gd name="T43" fmla="*/ 45 h 76"/>
                                <a:gd name="T44" fmla="*/ 111 w 116"/>
                                <a:gd name="T45" fmla="*/ 42 h 76"/>
                                <a:gd name="T46" fmla="*/ 107 w 116"/>
                                <a:gd name="T47" fmla="*/ 40 h 76"/>
                                <a:gd name="T48" fmla="*/ 105 w 116"/>
                                <a:gd name="T49" fmla="*/ 40 h 76"/>
                                <a:gd name="T50" fmla="*/ 102 w 116"/>
                                <a:gd name="T51" fmla="*/ 41 h 76"/>
                                <a:gd name="T52" fmla="*/ 98 w 116"/>
                                <a:gd name="T53" fmla="*/ 38 h 76"/>
                                <a:gd name="T54" fmla="*/ 100 w 116"/>
                                <a:gd name="T55" fmla="*/ 34 h 76"/>
                                <a:gd name="T56" fmla="*/ 101 w 116"/>
                                <a:gd name="T57" fmla="*/ 31 h 76"/>
                                <a:gd name="T58" fmla="*/ 94 w 116"/>
                                <a:gd name="T59" fmla="*/ 36 h 76"/>
                                <a:gd name="T60" fmla="*/ 88 w 116"/>
                                <a:gd name="T61" fmla="*/ 39 h 76"/>
                                <a:gd name="T62" fmla="*/ 84 w 116"/>
                                <a:gd name="T63" fmla="*/ 43 h 76"/>
                                <a:gd name="T64" fmla="*/ 85 w 116"/>
                                <a:gd name="T65" fmla="*/ 46 h 76"/>
                                <a:gd name="T66" fmla="*/ 81 w 116"/>
                                <a:gd name="T67" fmla="*/ 41 h 76"/>
                                <a:gd name="T68" fmla="*/ 68 w 116"/>
                                <a:gd name="T69" fmla="*/ 34 h 76"/>
                                <a:gd name="T70" fmla="*/ 68 w 116"/>
                                <a:gd name="T71" fmla="*/ 24 h 76"/>
                                <a:gd name="T72" fmla="*/ 64 w 116"/>
                                <a:gd name="T73" fmla="*/ 21 h 76"/>
                                <a:gd name="T74" fmla="*/ 54 w 116"/>
                                <a:gd name="T75" fmla="*/ 18 h 76"/>
                                <a:gd name="T76" fmla="*/ 35 w 116"/>
                                <a:gd name="T77" fmla="*/ 13 h 76"/>
                                <a:gd name="T78" fmla="*/ 17 w 116"/>
                                <a:gd name="T79" fmla="*/ 0 h 76"/>
                                <a:gd name="T80" fmla="*/ 6 w 116"/>
                                <a:gd name="T81" fmla="*/ 40 h 76"/>
                                <a:gd name="T82" fmla="*/ 7 w 116"/>
                                <a:gd name="T83" fmla="*/ 38 h 76"/>
                                <a:gd name="T84" fmla="*/ 12 w 116"/>
                                <a:gd name="T85" fmla="*/ 32 h 76"/>
                                <a:gd name="T86" fmla="*/ 15 w 116"/>
                                <a:gd name="T87" fmla="*/ 28 h 76"/>
                                <a:gd name="T88" fmla="*/ 18 w 116"/>
                                <a:gd name="T89" fmla="*/ 26 h 76"/>
                                <a:gd name="T90" fmla="*/ 27 w 116"/>
                                <a:gd name="T91" fmla="*/ 32 h 76"/>
                                <a:gd name="T92" fmla="*/ 29 w 116"/>
                                <a:gd name="T93" fmla="*/ 35 h 76"/>
                                <a:gd name="T94" fmla="*/ 28 w 116"/>
                                <a:gd name="T95" fmla="*/ 37 h 76"/>
                                <a:gd name="T96" fmla="*/ 29 w 116"/>
                                <a:gd name="T97" fmla="*/ 40 h 76"/>
                                <a:gd name="T98" fmla="*/ 34 w 116"/>
                                <a:gd name="T99" fmla="*/ 40 h 76"/>
                                <a:gd name="T100" fmla="*/ 37 w 116"/>
                                <a:gd name="T101" fmla="*/ 40 h 76"/>
                                <a:gd name="T102" fmla="*/ 43 w 116"/>
                                <a:gd name="T103" fmla="*/ 48 h 76"/>
                                <a:gd name="T104" fmla="*/ 64 w 116"/>
                                <a:gd name="T105" fmla="*/ 66 h 76"/>
                                <a:gd name="T106" fmla="*/ 72 w 116"/>
                                <a:gd name="T107" fmla="*/ 68 h 76"/>
                                <a:gd name="T108" fmla="*/ 71 w 116"/>
                                <a:gd name="T109" fmla="*/ 74 h 7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116" h="76">
                                  <a:moveTo>
                                    <a:pt x="76" y="76"/>
                                  </a:move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80" y="76"/>
                                    <a:pt x="80" y="76"/>
                                    <a:pt x="80" y="76"/>
                                  </a:cubicBezTo>
                                  <a:cubicBezTo>
                                    <a:pt x="80" y="73"/>
                                    <a:pt x="80" y="73"/>
                                    <a:pt x="80" y="73"/>
                                  </a:cubicBezTo>
                                  <a:cubicBezTo>
                                    <a:pt x="80" y="73"/>
                                    <a:pt x="81" y="73"/>
                                    <a:pt x="81" y="72"/>
                                  </a:cubicBezTo>
                                  <a:cubicBezTo>
                                    <a:pt x="81" y="72"/>
                                    <a:pt x="82" y="70"/>
                                    <a:pt x="82" y="70"/>
                                  </a:cubicBezTo>
                                  <a:cubicBezTo>
                                    <a:pt x="83" y="69"/>
                                    <a:pt x="83" y="69"/>
                                    <a:pt x="83" y="69"/>
                                  </a:cubicBezTo>
                                  <a:cubicBezTo>
                                    <a:pt x="83" y="69"/>
                                    <a:pt x="84" y="69"/>
                                    <a:pt x="84" y="69"/>
                                  </a:cubicBezTo>
                                  <a:cubicBezTo>
                                    <a:pt x="84" y="69"/>
                                    <a:pt x="84" y="67"/>
                                    <a:pt x="84" y="67"/>
                                  </a:cubicBezTo>
                                  <a:cubicBezTo>
                                    <a:pt x="84" y="67"/>
                                    <a:pt x="82" y="65"/>
                                    <a:pt x="82" y="65"/>
                                  </a:cubicBezTo>
                                  <a:cubicBezTo>
                                    <a:pt x="82" y="65"/>
                                    <a:pt x="81" y="62"/>
                                    <a:pt x="81" y="62"/>
                                  </a:cubicBezTo>
                                  <a:cubicBezTo>
                                    <a:pt x="81" y="62"/>
                                    <a:pt x="82" y="62"/>
                                    <a:pt x="82" y="62"/>
                                  </a:cubicBezTo>
                                  <a:cubicBezTo>
                                    <a:pt x="82" y="61"/>
                                    <a:pt x="82" y="60"/>
                                    <a:pt x="82" y="60"/>
                                  </a:cubicBezTo>
                                  <a:cubicBezTo>
                                    <a:pt x="81" y="60"/>
                                    <a:pt x="81" y="60"/>
                                    <a:pt x="81" y="60"/>
                                  </a:cubicBezTo>
                                  <a:cubicBezTo>
                                    <a:pt x="79" y="60"/>
                                    <a:pt x="79" y="60"/>
                                    <a:pt x="79" y="60"/>
                                  </a:cubicBezTo>
                                  <a:cubicBezTo>
                                    <a:pt x="79" y="60"/>
                                    <a:pt x="79" y="59"/>
                                    <a:pt x="79" y="59"/>
                                  </a:cubicBezTo>
                                  <a:cubicBezTo>
                                    <a:pt x="78" y="59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7"/>
                                    <a:pt x="77" y="57"/>
                                  </a:cubicBezTo>
                                  <a:cubicBezTo>
                                    <a:pt x="77" y="56"/>
                                    <a:pt x="78" y="55"/>
                                    <a:pt x="78" y="55"/>
                                  </a:cubicBezTo>
                                  <a:cubicBezTo>
                                    <a:pt x="78" y="55"/>
                                    <a:pt x="79" y="54"/>
                                    <a:pt x="79" y="54"/>
                                  </a:cubicBezTo>
                                  <a:cubicBezTo>
                                    <a:pt x="79" y="54"/>
                                    <a:pt x="81" y="54"/>
                                    <a:pt x="81" y="54"/>
                                  </a:cubicBezTo>
                                  <a:cubicBezTo>
                                    <a:pt x="81" y="54"/>
                                    <a:pt x="83" y="55"/>
                                    <a:pt x="83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5" y="54"/>
                                  </a:cubicBezTo>
                                  <a:cubicBezTo>
                                    <a:pt x="85" y="53"/>
                                    <a:pt x="86" y="53"/>
                                    <a:pt x="86" y="53"/>
                                  </a:cubicBezTo>
                                  <a:cubicBezTo>
                                    <a:pt x="86" y="52"/>
                                    <a:pt x="87" y="51"/>
                                    <a:pt x="87" y="51"/>
                                  </a:cubicBezTo>
                                  <a:cubicBezTo>
                                    <a:pt x="87" y="51"/>
                                    <a:pt x="87" y="51"/>
                                    <a:pt x="87" y="51"/>
                                  </a:cubicBezTo>
                                  <a:cubicBezTo>
                                    <a:pt x="86" y="51"/>
                                    <a:pt x="85" y="50"/>
                                    <a:pt x="85" y="50"/>
                                  </a:cubicBezTo>
                                  <a:cubicBezTo>
                                    <a:pt x="87" y="50"/>
                                    <a:pt x="87" y="50"/>
                                    <a:pt x="87" y="50"/>
                                  </a:cubicBezTo>
                                  <a:cubicBezTo>
                                    <a:pt x="89" y="50"/>
                                    <a:pt x="89" y="50"/>
                                    <a:pt x="89" y="50"/>
                                  </a:cubicBezTo>
                                  <a:cubicBezTo>
                                    <a:pt x="90" y="49"/>
                                    <a:pt x="90" y="49"/>
                                    <a:pt x="90" y="49"/>
                                  </a:cubicBezTo>
                                  <a:cubicBezTo>
                                    <a:pt x="90" y="47"/>
                                    <a:pt x="90" y="47"/>
                                    <a:pt x="90" y="47"/>
                                  </a:cubicBezTo>
                                  <a:cubicBezTo>
                                    <a:pt x="89" y="46"/>
                                    <a:pt x="89" y="46"/>
                                    <a:pt x="89" y="46"/>
                                  </a:cubicBezTo>
                                  <a:cubicBezTo>
                                    <a:pt x="90" y="46"/>
                                    <a:pt x="90" y="46"/>
                                    <a:pt x="90" y="46"/>
                                  </a:cubicBezTo>
                                  <a:cubicBezTo>
                                    <a:pt x="90" y="46"/>
                                    <a:pt x="90" y="45"/>
                                    <a:pt x="90" y="45"/>
                                  </a:cubicBezTo>
                                  <a:cubicBezTo>
                                    <a:pt x="90" y="44"/>
                                    <a:pt x="91" y="44"/>
                                    <a:pt x="91" y="44"/>
                                  </a:cubicBezTo>
                                  <a:cubicBezTo>
                                    <a:pt x="92" y="45"/>
                                    <a:pt x="92" y="45"/>
                                    <a:pt x="92" y="45"/>
                                  </a:cubicBezTo>
                                  <a:cubicBezTo>
                                    <a:pt x="92" y="45"/>
                                    <a:pt x="93" y="46"/>
                                    <a:pt x="93" y="45"/>
                                  </a:cubicBezTo>
                                  <a:cubicBezTo>
                                    <a:pt x="93" y="45"/>
                                    <a:pt x="97" y="43"/>
                                    <a:pt x="97" y="43"/>
                                  </a:cubicBezTo>
                                  <a:cubicBezTo>
                                    <a:pt x="98" y="42"/>
                                    <a:pt x="98" y="42"/>
                                    <a:pt x="98" y="42"/>
                                  </a:cubicBezTo>
                                  <a:cubicBezTo>
                                    <a:pt x="98" y="43"/>
                                    <a:pt x="98" y="43"/>
                                    <a:pt x="98" y="43"/>
                                  </a:cubicBezTo>
                                  <a:cubicBezTo>
                                    <a:pt x="99" y="43"/>
                                    <a:pt x="99" y="43"/>
                                    <a:pt x="99" y="43"/>
                                  </a:cubicBezTo>
                                  <a:cubicBezTo>
                                    <a:pt x="99" y="43"/>
                                    <a:pt x="99" y="44"/>
                                    <a:pt x="99" y="44"/>
                                  </a:cubicBezTo>
                                  <a:cubicBezTo>
                                    <a:pt x="99" y="44"/>
                                    <a:pt x="100" y="45"/>
                                    <a:pt x="100" y="45"/>
                                  </a:cubicBezTo>
                                  <a:cubicBezTo>
                                    <a:pt x="98" y="47"/>
                                    <a:pt x="98" y="47"/>
                                    <a:pt x="98" y="47"/>
                                  </a:cubicBezTo>
                                  <a:cubicBezTo>
                                    <a:pt x="98" y="48"/>
                                    <a:pt x="98" y="48"/>
                                    <a:pt x="98" y="48"/>
                                  </a:cubicBezTo>
                                  <a:cubicBezTo>
                                    <a:pt x="99" y="49"/>
                                    <a:pt x="99" y="49"/>
                                    <a:pt x="99" y="49"/>
                                  </a:cubicBezTo>
                                  <a:cubicBezTo>
                                    <a:pt x="100" y="50"/>
                                    <a:pt x="100" y="50"/>
                                    <a:pt x="100" y="50"/>
                                  </a:cubicBezTo>
                                  <a:cubicBezTo>
                                    <a:pt x="101" y="50"/>
                                    <a:pt x="101" y="50"/>
                                    <a:pt x="101" y="50"/>
                                  </a:cubicBezTo>
                                  <a:cubicBezTo>
                                    <a:pt x="101" y="50"/>
                                    <a:pt x="101" y="50"/>
                                    <a:pt x="101" y="50"/>
                                  </a:cubicBezTo>
                                  <a:cubicBezTo>
                                    <a:pt x="102" y="50"/>
                                    <a:pt x="102" y="51"/>
                                    <a:pt x="102" y="51"/>
                                  </a:cubicBezTo>
                                  <a:cubicBezTo>
                                    <a:pt x="102" y="51"/>
                                    <a:pt x="102" y="52"/>
                                    <a:pt x="102" y="52"/>
                                  </a:cubicBezTo>
                                  <a:cubicBezTo>
                                    <a:pt x="102" y="52"/>
                                    <a:pt x="102" y="51"/>
                                    <a:pt x="102" y="51"/>
                                  </a:cubicBezTo>
                                  <a:cubicBezTo>
                                    <a:pt x="103" y="50"/>
                                    <a:pt x="102" y="49"/>
                                    <a:pt x="102" y="49"/>
                                  </a:cubicBezTo>
                                  <a:cubicBezTo>
                                    <a:pt x="102" y="49"/>
                                    <a:pt x="102" y="48"/>
                                    <a:pt x="102" y="48"/>
                                  </a:cubicBezTo>
                                  <a:cubicBezTo>
                                    <a:pt x="103" y="48"/>
                                    <a:pt x="104" y="48"/>
                                    <a:pt x="104" y="48"/>
                                  </a:cubicBezTo>
                                  <a:cubicBezTo>
                                    <a:pt x="104" y="48"/>
                                    <a:pt x="105" y="49"/>
                                    <a:pt x="105" y="49"/>
                                  </a:cubicBezTo>
                                  <a:cubicBezTo>
                                    <a:pt x="105" y="49"/>
                                    <a:pt x="106" y="50"/>
                                    <a:pt x="106" y="50"/>
                                  </a:cubicBezTo>
                                  <a:cubicBezTo>
                                    <a:pt x="107" y="49"/>
                                    <a:pt x="108" y="49"/>
                                    <a:pt x="108" y="49"/>
                                  </a:cubicBezTo>
                                  <a:cubicBezTo>
                                    <a:pt x="108" y="48"/>
                                    <a:pt x="109" y="48"/>
                                    <a:pt x="109" y="47"/>
                                  </a:cubicBezTo>
                                  <a:cubicBezTo>
                                    <a:pt x="109" y="47"/>
                                    <a:pt x="111" y="47"/>
                                    <a:pt x="111" y="47"/>
                                  </a:cubicBezTo>
                                  <a:cubicBezTo>
                                    <a:pt x="111" y="46"/>
                                    <a:pt x="111" y="46"/>
                                    <a:pt x="111" y="46"/>
                                  </a:cubicBezTo>
                                  <a:cubicBezTo>
                                    <a:pt x="111" y="46"/>
                                    <a:pt x="112" y="46"/>
                                    <a:pt x="112" y="46"/>
                                  </a:cubicBezTo>
                                  <a:cubicBezTo>
                                    <a:pt x="113" y="46"/>
                                    <a:pt x="113" y="47"/>
                                    <a:pt x="113" y="47"/>
                                  </a:cubicBezTo>
                                  <a:cubicBezTo>
                                    <a:pt x="113" y="46"/>
                                    <a:pt x="114" y="45"/>
                                    <a:pt x="114" y="45"/>
                                  </a:cubicBezTo>
                                  <a:cubicBezTo>
                                    <a:pt x="114" y="45"/>
                                    <a:pt x="116" y="45"/>
                                    <a:pt x="116" y="45"/>
                                  </a:cubicBezTo>
                                  <a:cubicBezTo>
                                    <a:pt x="115" y="44"/>
                                    <a:pt x="115" y="44"/>
                                    <a:pt x="115" y="44"/>
                                  </a:cubicBezTo>
                                  <a:cubicBezTo>
                                    <a:pt x="115" y="44"/>
                                    <a:pt x="113" y="44"/>
                                    <a:pt x="113" y="44"/>
                                  </a:cubicBezTo>
                                  <a:cubicBezTo>
                                    <a:pt x="112" y="44"/>
                                    <a:pt x="111" y="43"/>
                                    <a:pt x="111" y="42"/>
                                  </a:cubicBezTo>
                                  <a:cubicBezTo>
                                    <a:pt x="111" y="42"/>
                                    <a:pt x="109" y="42"/>
                                    <a:pt x="109" y="42"/>
                                  </a:cubicBezTo>
                                  <a:cubicBezTo>
                                    <a:pt x="109" y="42"/>
                                    <a:pt x="110" y="41"/>
                                    <a:pt x="109" y="41"/>
                                  </a:cubicBezTo>
                                  <a:cubicBezTo>
                                    <a:pt x="108" y="40"/>
                                    <a:pt x="107" y="41"/>
                                    <a:pt x="107" y="40"/>
                                  </a:cubicBezTo>
                                  <a:cubicBezTo>
                                    <a:pt x="107" y="40"/>
                                    <a:pt x="107" y="39"/>
                                    <a:pt x="107" y="38"/>
                                  </a:cubicBezTo>
                                  <a:cubicBezTo>
                                    <a:pt x="106" y="38"/>
                                    <a:pt x="105" y="38"/>
                                    <a:pt x="105" y="38"/>
                                  </a:cubicBezTo>
                                  <a:cubicBezTo>
                                    <a:pt x="105" y="38"/>
                                    <a:pt x="105" y="40"/>
                                    <a:pt x="105" y="40"/>
                                  </a:cubicBezTo>
                                  <a:cubicBezTo>
                                    <a:pt x="104" y="40"/>
                                    <a:pt x="104" y="40"/>
                                    <a:pt x="104" y="40"/>
                                  </a:cubicBezTo>
                                  <a:cubicBezTo>
                                    <a:pt x="104" y="41"/>
                                    <a:pt x="104" y="41"/>
                                    <a:pt x="104" y="41"/>
                                  </a:cubicBezTo>
                                  <a:cubicBezTo>
                                    <a:pt x="104" y="41"/>
                                    <a:pt x="103" y="41"/>
                                    <a:pt x="102" y="41"/>
                                  </a:cubicBezTo>
                                  <a:cubicBezTo>
                                    <a:pt x="102" y="41"/>
                                    <a:pt x="101" y="41"/>
                                    <a:pt x="100" y="41"/>
                                  </a:cubicBezTo>
                                  <a:cubicBezTo>
                                    <a:pt x="100" y="41"/>
                                    <a:pt x="100" y="39"/>
                                    <a:pt x="100" y="39"/>
                                  </a:cubicBezTo>
                                  <a:cubicBezTo>
                                    <a:pt x="100" y="39"/>
                                    <a:pt x="98" y="38"/>
                                    <a:pt x="98" y="38"/>
                                  </a:cubicBezTo>
                                  <a:cubicBezTo>
                                    <a:pt x="98" y="38"/>
                                    <a:pt x="96" y="38"/>
                                    <a:pt x="96" y="38"/>
                                  </a:cubicBezTo>
                                  <a:cubicBezTo>
                                    <a:pt x="97" y="37"/>
                                    <a:pt x="97" y="37"/>
                                    <a:pt x="97" y="37"/>
                                  </a:cubicBezTo>
                                  <a:cubicBezTo>
                                    <a:pt x="100" y="34"/>
                                    <a:pt x="100" y="34"/>
                                    <a:pt x="100" y="34"/>
                                  </a:cubicBezTo>
                                  <a:cubicBezTo>
                                    <a:pt x="101" y="32"/>
                                    <a:pt x="101" y="32"/>
                                    <a:pt x="101" y="32"/>
                                  </a:cubicBezTo>
                                  <a:cubicBezTo>
                                    <a:pt x="102" y="32"/>
                                    <a:pt x="102" y="32"/>
                                    <a:pt x="102" y="32"/>
                                  </a:cubicBezTo>
                                  <a:cubicBezTo>
                                    <a:pt x="101" y="31"/>
                                    <a:pt x="101" y="31"/>
                                    <a:pt x="101" y="31"/>
                                  </a:cubicBezTo>
                                  <a:cubicBezTo>
                                    <a:pt x="99" y="33"/>
                                    <a:pt x="99" y="33"/>
                                    <a:pt x="99" y="33"/>
                                  </a:cubicBezTo>
                                  <a:cubicBezTo>
                                    <a:pt x="99" y="33"/>
                                    <a:pt x="98" y="33"/>
                                    <a:pt x="97" y="33"/>
                                  </a:cubicBezTo>
                                  <a:cubicBezTo>
                                    <a:pt x="97" y="33"/>
                                    <a:pt x="94" y="36"/>
                                    <a:pt x="94" y="36"/>
                                  </a:cubicBezTo>
                                  <a:cubicBezTo>
                                    <a:pt x="91" y="37"/>
                                    <a:pt x="91" y="37"/>
                                    <a:pt x="91" y="37"/>
                                  </a:cubicBezTo>
                                  <a:cubicBezTo>
                                    <a:pt x="90" y="38"/>
                                    <a:pt x="90" y="38"/>
                                    <a:pt x="90" y="38"/>
                                  </a:cubicBezTo>
                                  <a:cubicBezTo>
                                    <a:pt x="88" y="39"/>
                                    <a:pt x="88" y="39"/>
                                    <a:pt x="88" y="39"/>
                                  </a:cubicBezTo>
                                  <a:cubicBezTo>
                                    <a:pt x="88" y="41"/>
                                    <a:pt x="88" y="41"/>
                                    <a:pt x="88" y="41"/>
                                  </a:cubicBezTo>
                                  <a:cubicBezTo>
                                    <a:pt x="86" y="42"/>
                                    <a:pt x="86" y="42"/>
                                    <a:pt x="86" y="42"/>
                                  </a:cubicBezTo>
                                  <a:cubicBezTo>
                                    <a:pt x="84" y="43"/>
                                    <a:pt x="84" y="43"/>
                                    <a:pt x="84" y="43"/>
                                  </a:cubicBezTo>
                                  <a:cubicBezTo>
                                    <a:pt x="84" y="43"/>
                                    <a:pt x="85" y="44"/>
                                    <a:pt x="85" y="45"/>
                                  </a:cubicBezTo>
                                  <a:cubicBezTo>
                                    <a:pt x="86" y="45"/>
                                    <a:pt x="86" y="46"/>
                                    <a:pt x="86" y="46"/>
                                  </a:cubicBezTo>
                                  <a:cubicBezTo>
                                    <a:pt x="85" y="46"/>
                                    <a:pt x="85" y="46"/>
                                    <a:pt x="85" y="46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2" y="42"/>
                                    <a:pt x="82" y="42"/>
                                    <a:pt x="82" y="42"/>
                                  </a:cubicBezTo>
                                  <a:cubicBezTo>
                                    <a:pt x="81" y="41"/>
                                    <a:pt x="81" y="41"/>
                                    <a:pt x="81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1" y="34"/>
                                    <a:pt x="71" y="34"/>
                                    <a:pt x="71" y="34"/>
                                  </a:cubicBezTo>
                                  <a:cubicBezTo>
                                    <a:pt x="68" y="34"/>
                                    <a:pt x="68" y="34"/>
                                    <a:pt x="68" y="34"/>
                                  </a:cubicBezTo>
                                  <a:cubicBezTo>
                                    <a:pt x="68" y="34"/>
                                    <a:pt x="68" y="29"/>
                                    <a:pt x="68" y="29"/>
                                  </a:cubicBezTo>
                                  <a:cubicBezTo>
                                    <a:pt x="68" y="29"/>
                                    <a:pt x="68" y="24"/>
                                    <a:pt x="68" y="24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7" y="25"/>
                                    <a:pt x="67" y="25"/>
                                    <a:pt x="67" y="25"/>
                                  </a:cubicBezTo>
                                  <a:cubicBezTo>
                                    <a:pt x="66" y="25"/>
                                    <a:pt x="66" y="25"/>
                                    <a:pt x="66" y="25"/>
                                  </a:cubicBezTo>
                                  <a:cubicBezTo>
                                    <a:pt x="64" y="21"/>
                                    <a:pt x="64" y="21"/>
                                    <a:pt x="64" y="21"/>
                                  </a:cubicBezTo>
                                  <a:cubicBezTo>
                                    <a:pt x="61" y="18"/>
                                    <a:pt x="61" y="18"/>
                                    <a:pt x="61" y="18"/>
                                  </a:cubicBezTo>
                                  <a:cubicBezTo>
                                    <a:pt x="58" y="19"/>
                                    <a:pt x="58" y="19"/>
                                    <a:pt x="58" y="19"/>
                                  </a:cubicBezTo>
                                  <a:cubicBezTo>
                                    <a:pt x="54" y="18"/>
                                    <a:pt x="54" y="18"/>
                                    <a:pt x="54" y="18"/>
                                  </a:cubicBezTo>
                                  <a:cubicBezTo>
                                    <a:pt x="46" y="18"/>
                                    <a:pt x="46" y="18"/>
                                    <a:pt x="46" y="18"/>
                                  </a:cubicBezTo>
                                  <a:cubicBezTo>
                                    <a:pt x="40" y="19"/>
                                    <a:pt x="40" y="19"/>
                                    <a:pt x="40" y="19"/>
                                  </a:cubicBezTo>
                                  <a:cubicBezTo>
                                    <a:pt x="35" y="13"/>
                                    <a:pt x="35" y="13"/>
                                    <a:pt x="35" y="13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17" y="0"/>
                                    <a:pt x="17" y="0"/>
                                    <a:pt x="17" y="0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40"/>
                                    <a:pt x="0" y="40"/>
                                    <a:pt x="0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8" y="40"/>
                                    <a:pt x="8" y="40"/>
                                    <a:pt x="8" y="40"/>
                                  </a:cubicBezTo>
                                  <a:cubicBezTo>
                                    <a:pt x="8" y="40"/>
                                    <a:pt x="8" y="39"/>
                                    <a:pt x="8" y="39"/>
                                  </a:cubicBezTo>
                                  <a:cubicBezTo>
                                    <a:pt x="7" y="38"/>
                                    <a:pt x="7" y="38"/>
                                    <a:pt x="7" y="38"/>
                                  </a:cubicBezTo>
                                  <a:cubicBezTo>
                                    <a:pt x="7" y="37"/>
                                    <a:pt x="7" y="34"/>
                                    <a:pt x="7" y="34"/>
                                  </a:cubicBezTo>
                                  <a:cubicBezTo>
                                    <a:pt x="7" y="34"/>
                                    <a:pt x="9" y="32"/>
                                    <a:pt x="9" y="32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2" y="32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8" y="26"/>
                                    <a:pt x="18" y="26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7" y="31"/>
                                    <a:pt x="27" y="31"/>
                                    <a:pt x="27" y="31"/>
                                  </a:cubicBezTo>
                                  <a:cubicBezTo>
                                    <a:pt x="27" y="32"/>
                                    <a:pt x="27" y="32"/>
                                    <a:pt x="27" y="32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7" y="34"/>
                                  </a:cubicBezTo>
                                  <a:cubicBezTo>
                                    <a:pt x="27" y="34"/>
                                    <a:pt x="29" y="35"/>
                                    <a:pt x="29" y="35"/>
                                  </a:cubicBezTo>
                                  <a:cubicBezTo>
                                    <a:pt x="27" y="35"/>
                                    <a:pt x="27" y="35"/>
                                    <a:pt x="27" y="35"/>
                                  </a:cubicBezTo>
                                  <a:cubicBezTo>
                                    <a:pt x="27" y="35"/>
                                    <a:pt x="27" y="36"/>
                                    <a:pt x="27" y="36"/>
                                  </a:cubicBezTo>
                                  <a:cubicBezTo>
                                    <a:pt x="28" y="36"/>
                                    <a:pt x="28" y="37"/>
                                    <a:pt x="28" y="37"/>
                                  </a:cubicBezTo>
                                  <a:cubicBezTo>
                                    <a:pt x="28" y="37"/>
                                    <a:pt x="28" y="38"/>
                                    <a:pt x="28" y="38"/>
                                  </a:cubicBezTo>
                                  <a:cubicBezTo>
                                    <a:pt x="28" y="39"/>
                                    <a:pt x="28" y="39"/>
                                    <a:pt x="28" y="39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33" y="40"/>
                                    <a:pt x="33" y="40"/>
                                    <a:pt x="33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cubicBezTo>
                                    <a:pt x="35" y="41"/>
                                    <a:pt x="35" y="41"/>
                                    <a:pt x="35" y="41"/>
                                  </a:cubicBezTo>
                                  <a:cubicBezTo>
                                    <a:pt x="36" y="41"/>
                                    <a:pt x="36" y="41"/>
                                    <a:pt x="36" y="41"/>
                                  </a:cubicBezTo>
                                  <a:cubicBezTo>
                                    <a:pt x="37" y="40"/>
                                    <a:pt x="37" y="40"/>
                                    <a:pt x="37" y="40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3" y="48"/>
                                    <a:pt x="43" y="48"/>
                                  </a:cubicBezTo>
                                  <a:cubicBezTo>
                                    <a:pt x="43" y="48"/>
                                    <a:pt x="43" y="51"/>
                                    <a:pt x="43" y="51"/>
                                  </a:cubicBezTo>
                                  <a:cubicBezTo>
                                    <a:pt x="54" y="59"/>
                                    <a:pt x="54" y="59"/>
                                    <a:pt x="54" y="59"/>
                                  </a:cubicBezTo>
                                  <a:cubicBezTo>
                                    <a:pt x="64" y="66"/>
                                    <a:pt x="64" y="66"/>
                                    <a:pt x="64" y="66"/>
                                  </a:cubicBezTo>
                                  <a:cubicBezTo>
                                    <a:pt x="68" y="66"/>
                                    <a:pt x="68" y="66"/>
                                    <a:pt x="68" y="66"/>
                                  </a:cubicBezTo>
                                  <a:cubicBezTo>
                                    <a:pt x="68" y="66"/>
                                    <a:pt x="70" y="67"/>
                                    <a:pt x="70" y="67"/>
                                  </a:cubicBezTo>
                                  <a:cubicBezTo>
                                    <a:pt x="70" y="67"/>
                                    <a:pt x="72" y="68"/>
                                    <a:pt x="72" y="68"/>
                                  </a:cubicBezTo>
                                  <a:cubicBezTo>
                                    <a:pt x="72" y="70"/>
                                    <a:pt x="72" y="70"/>
                                    <a:pt x="72" y="70"/>
                                  </a:cubicBezTo>
                                  <a:cubicBezTo>
                                    <a:pt x="72" y="70"/>
                                    <a:pt x="71" y="70"/>
                                    <a:pt x="71" y="70"/>
                                  </a:cubicBezTo>
                                  <a:cubicBezTo>
                                    <a:pt x="71" y="71"/>
                                    <a:pt x="71" y="74"/>
                                    <a:pt x="71" y="74"/>
                                  </a:cubicBezTo>
                                  <a:cubicBezTo>
                                    <a:pt x="74" y="74"/>
                                    <a:pt x="74" y="74"/>
                                    <a:pt x="74" y="74"/>
                                  </a:cubicBezTo>
                                  <a:lnTo>
                                    <a:pt x="76" y="7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1" name="Freeform 828">
                              <a:extLst>
                                <a:ext uri="{FF2B5EF4-FFF2-40B4-BE49-F238E27FC236}">
                                  <a16:creationId xmlns:a16="http://schemas.microsoft.com/office/drawing/2014/main" id="{24E427E6-D17F-CEC8-2A07-3FE7540E50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858000" y="3551238"/>
                              <a:ext cx="398462" cy="277813"/>
                            </a:xfrm>
                            <a:custGeom>
                              <a:avLst/>
                              <a:gdLst>
                                <a:gd name="T0" fmla="*/ 18 w 96"/>
                                <a:gd name="T1" fmla="*/ 43 h 67"/>
                                <a:gd name="T2" fmla="*/ 27 w 96"/>
                                <a:gd name="T3" fmla="*/ 41 h 67"/>
                                <a:gd name="T4" fmla="*/ 32 w 96"/>
                                <a:gd name="T5" fmla="*/ 40 h 67"/>
                                <a:gd name="T6" fmla="*/ 39 w 96"/>
                                <a:gd name="T7" fmla="*/ 45 h 67"/>
                                <a:gd name="T8" fmla="*/ 44 w 96"/>
                                <a:gd name="T9" fmla="*/ 46 h 67"/>
                                <a:gd name="T10" fmla="*/ 47 w 96"/>
                                <a:gd name="T11" fmla="*/ 50 h 67"/>
                                <a:gd name="T12" fmla="*/ 53 w 96"/>
                                <a:gd name="T13" fmla="*/ 54 h 67"/>
                                <a:gd name="T14" fmla="*/ 59 w 96"/>
                                <a:gd name="T15" fmla="*/ 58 h 67"/>
                                <a:gd name="T16" fmla="*/ 58 w 96"/>
                                <a:gd name="T17" fmla="*/ 62 h 67"/>
                                <a:gd name="T18" fmla="*/ 60 w 96"/>
                                <a:gd name="T19" fmla="*/ 63 h 67"/>
                                <a:gd name="T20" fmla="*/ 66 w 96"/>
                                <a:gd name="T21" fmla="*/ 66 h 67"/>
                                <a:gd name="T22" fmla="*/ 68 w 96"/>
                                <a:gd name="T23" fmla="*/ 66 h 67"/>
                                <a:gd name="T24" fmla="*/ 72 w 96"/>
                                <a:gd name="T25" fmla="*/ 65 h 67"/>
                                <a:gd name="T26" fmla="*/ 72 w 96"/>
                                <a:gd name="T27" fmla="*/ 61 h 67"/>
                                <a:gd name="T28" fmla="*/ 78 w 96"/>
                                <a:gd name="T29" fmla="*/ 60 h 67"/>
                                <a:gd name="T30" fmla="*/ 82 w 96"/>
                                <a:gd name="T31" fmla="*/ 54 h 67"/>
                                <a:gd name="T32" fmla="*/ 85 w 96"/>
                                <a:gd name="T33" fmla="*/ 49 h 67"/>
                                <a:gd name="T34" fmla="*/ 89 w 96"/>
                                <a:gd name="T35" fmla="*/ 48 h 67"/>
                                <a:gd name="T36" fmla="*/ 93 w 96"/>
                                <a:gd name="T37" fmla="*/ 48 h 67"/>
                                <a:gd name="T38" fmla="*/ 96 w 96"/>
                                <a:gd name="T39" fmla="*/ 44 h 67"/>
                                <a:gd name="T40" fmla="*/ 92 w 96"/>
                                <a:gd name="T41" fmla="*/ 40 h 67"/>
                                <a:gd name="T42" fmla="*/ 67 w 96"/>
                                <a:gd name="T43" fmla="*/ 25 h 67"/>
                                <a:gd name="T44" fmla="*/ 65 w 96"/>
                                <a:gd name="T45" fmla="*/ 17 h 67"/>
                                <a:gd name="T46" fmla="*/ 59 w 96"/>
                                <a:gd name="T47" fmla="*/ 15 h 67"/>
                                <a:gd name="T48" fmla="*/ 57 w 96"/>
                                <a:gd name="T49" fmla="*/ 14 h 67"/>
                                <a:gd name="T50" fmla="*/ 52 w 96"/>
                                <a:gd name="T51" fmla="*/ 12 h 67"/>
                                <a:gd name="T52" fmla="*/ 51 w 96"/>
                                <a:gd name="T53" fmla="*/ 9 h 67"/>
                                <a:gd name="T54" fmla="*/ 50 w 96"/>
                                <a:gd name="T55" fmla="*/ 7 h 67"/>
                                <a:gd name="T56" fmla="*/ 47 w 96"/>
                                <a:gd name="T57" fmla="*/ 4 h 67"/>
                                <a:gd name="T58" fmla="*/ 39 w 96"/>
                                <a:gd name="T59" fmla="*/ 1 h 67"/>
                                <a:gd name="T60" fmla="*/ 37 w 96"/>
                                <a:gd name="T61" fmla="*/ 3 h 67"/>
                                <a:gd name="T62" fmla="*/ 31 w 96"/>
                                <a:gd name="T63" fmla="*/ 8 h 67"/>
                                <a:gd name="T64" fmla="*/ 32 w 96"/>
                                <a:gd name="T65" fmla="*/ 14 h 67"/>
                                <a:gd name="T66" fmla="*/ 20 w 96"/>
                                <a:gd name="T67" fmla="*/ 14 h 67"/>
                                <a:gd name="T68" fmla="*/ 10 w 96"/>
                                <a:gd name="T69" fmla="*/ 4 h 67"/>
                                <a:gd name="T70" fmla="*/ 0 w 96"/>
                                <a:gd name="T71" fmla="*/ 9 h 67"/>
                                <a:gd name="T72" fmla="*/ 2 w 96"/>
                                <a:gd name="T73" fmla="*/ 13 h 67"/>
                                <a:gd name="T74" fmla="*/ 7 w 96"/>
                                <a:gd name="T75" fmla="*/ 7 h 67"/>
                                <a:gd name="T76" fmla="*/ 15 w 96"/>
                                <a:gd name="T77" fmla="*/ 16 h 67"/>
                                <a:gd name="T78" fmla="*/ 13 w 96"/>
                                <a:gd name="T79" fmla="*/ 17 h 67"/>
                                <a:gd name="T80" fmla="*/ 10 w 96"/>
                                <a:gd name="T81" fmla="*/ 20 h 67"/>
                                <a:gd name="T82" fmla="*/ 5 w 96"/>
                                <a:gd name="T83" fmla="*/ 18 h 67"/>
                                <a:gd name="T84" fmla="*/ 2 w 96"/>
                                <a:gd name="T85" fmla="*/ 24 h 67"/>
                                <a:gd name="T86" fmla="*/ 8 w 96"/>
                                <a:gd name="T87" fmla="*/ 25 h 67"/>
                                <a:gd name="T88" fmla="*/ 7 w 96"/>
                                <a:gd name="T89" fmla="*/ 29 h 67"/>
                                <a:gd name="T90" fmla="*/ 7 w 96"/>
                                <a:gd name="T91" fmla="*/ 31 h 67"/>
                                <a:gd name="T92" fmla="*/ 10 w 96"/>
                                <a:gd name="T93" fmla="*/ 35 h 67"/>
                                <a:gd name="T94" fmla="*/ 9 w 96"/>
                                <a:gd name="T95" fmla="*/ 46 h 67"/>
                                <a:gd name="T96" fmla="*/ 13 w 96"/>
                                <a:gd name="T97" fmla="*/ 48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96" h="67">
                                  <a:moveTo>
                                    <a:pt x="15" y="47"/>
                                  </a:moveTo>
                                  <a:cubicBezTo>
                                    <a:pt x="15" y="47"/>
                                    <a:pt x="15" y="46"/>
                                    <a:pt x="15" y="45"/>
                                  </a:cubicBezTo>
                                  <a:cubicBezTo>
                                    <a:pt x="16" y="45"/>
                                    <a:pt x="17" y="44"/>
                                    <a:pt x="18" y="43"/>
                                  </a:cubicBezTo>
                                  <a:cubicBezTo>
                                    <a:pt x="18" y="43"/>
                                    <a:pt x="19" y="42"/>
                                    <a:pt x="20" y="42"/>
                                  </a:cubicBezTo>
                                  <a:cubicBezTo>
                                    <a:pt x="20" y="42"/>
                                    <a:pt x="25" y="42"/>
                                    <a:pt x="25" y="42"/>
                                  </a:cubicBezTo>
                                  <a:cubicBezTo>
                                    <a:pt x="25" y="42"/>
                                    <a:pt x="27" y="41"/>
                                    <a:pt x="27" y="41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2" y="40"/>
                                    <a:pt x="32" y="40"/>
                                    <a:pt x="32" y="40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6" y="44"/>
                                    <a:pt x="36" y="44"/>
                                  </a:cubicBezTo>
                                  <a:cubicBezTo>
                                    <a:pt x="37" y="44"/>
                                    <a:pt x="39" y="45"/>
                                    <a:pt x="39" y="45"/>
                                  </a:cubicBezTo>
                                  <a:cubicBezTo>
                                    <a:pt x="39" y="45"/>
                                    <a:pt x="40" y="46"/>
                                    <a:pt x="40" y="46"/>
                                  </a:cubicBezTo>
                                  <a:cubicBezTo>
                                    <a:pt x="40" y="46"/>
                                    <a:pt x="42" y="45"/>
                                    <a:pt x="42" y="45"/>
                                  </a:cubicBezTo>
                                  <a:cubicBezTo>
                                    <a:pt x="42" y="45"/>
                                    <a:pt x="44" y="46"/>
                                    <a:pt x="44" y="46"/>
                                  </a:cubicBezTo>
                                  <a:cubicBezTo>
                                    <a:pt x="44" y="46"/>
                                    <a:pt x="45" y="46"/>
                                    <a:pt x="46" y="46"/>
                                  </a:cubicBezTo>
                                  <a:cubicBezTo>
                                    <a:pt x="46" y="46"/>
                                    <a:pt x="47" y="47"/>
                                    <a:pt x="47" y="47"/>
                                  </a:cubicBezTo>
                                  <a:cubicBezTo>
                                    <a:pt x="47" y="48"/>
                                    <a:pt x="47" y="50"/>
                                    <a:pt x="47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50" y="50"/>
                                    <a:pt x="51" y="50"/>
                                  </a:cubicBezTo>
                                  <a:cubicBezTo>
                                    <a:pt x="51" y="51"/>
                                    <a:pt x="53" y="54"/>
                                    <a:pt x="53" y="54"/>
                                  </a:cubicBezTo>
                                  <a:cubicBezTo>
                                    <a:pt x="59" y="54"/>
                                    <a:pt x="59" y="54"/>
                                    <a:pt x="59" y="54"/>
                                  </a:cubicBezTo>
                                  <a:cubicBezTo>
                                    <a:pt x="59" y="57"/>
                                    <a:pt x="59" y="57"/>
                                    <a:pt x="59" y="57"/>
                                  </a:cubicBezTo>
                                  <a:cubicBezTo>
                                    <a:pt x="59" y="58"/>
                                    <a:pt x="59" y="58"/>
                                    <a:pt x="59" y="58"/>
                                  </a:cubicBezTo>
                                  <a:cubicBezTo>
                                    <a:pt x="59" y="58"/>
                                    <a:pt x="59" y="59"/>
                                    <a:pt x="59" y="59"/>
                                  </a:cubicBezTo>
                                  <a:cubicBezTo>
                                    <a:pt x="59" y="59"/>
                                    <a:pt x="58" y="60"/>
                                    <a:pt x="58" y="60"/>
                                  </a:cubicBezTo>
                                  <a:cubicBezTo>
                                    <a:pt x="58" y="62"/>
                                    <a:pt x="58" y="62"/>
                                    <a:pt x="58" y="62"/>
                                  </a:cubicBezTo>
                                  <a:cubicBezTo>
                                    <a:pt x="59" y="62"/>
                                    <a:pt x="59" y="62"/>
                                    <a:pt x="59" y="62"/>
                                  </a:cubicBezTo>
                                  <a:cubicBezTo>
                                    <a:pt x="59" y="63"/>
                                    <a:pt x="59" y="63"/>
                                    <a:pt x="59" y="63"/>
                                  </a:cubicBezTo>
                                  <a:cubicBezTo>
                                    <a:pt x="60" y="63"/>
                                    <a:pt x="60" y="63"/>
                                    <a:pt x="60" y="63"/>
                                  </a:cubicBezTo>
                                  <a:cubicBezTo>
                                    <a:pt x="61" y="64"/>
                                    <a:pt x="61" y="64"/>
                                    <a:pt x="61" y="64"/>
                                  </a:cubicBezTo>
                                  <a:cubicBezTo>
                                    <a:pt x="65" y="64"/>
                                    <a:pt x="65" y="64"/>
                                    <a:pt x="65" y="64"/>
                                  </a:cubicBezTo>
                                  <a:cubicBezTo>
                                    <a:pt x="65" y="64"/>
                                    <a:pt x="66" y="66"/>
                                    <a:pt x="66" y="66"/>
                                  </a:cubicBezTo>
                                  <a:cubicBezTo>
                                    <a:pt x="66" y="67"/>
                                    <a:pt x="67" y="67"/>
                                    <a:pt x="67" y="67"/>
                                  </a:cubicBezTo>
                                  <a:cubicBezTo>
                                    <a:pt x="67" y="65"/>
                                    <a:pt x="67" y="65"/>
                                    <a:pt x="67" y="65"/>
                                  </a:cubicBezTo>
                                  <a:cubicBezTo>
                                    <a:pt x="67" y="65"/>
                                    <a:pt x="68" y="66"/>
                                    <a:pt x="68" y="66"/>
                                  </a:cubicBezTo>
                                  <a:cubicBezTo>
                                    <a:pt x="68" y="66"/>
                                    <a:pt x="69" y="66"/>
                                    <a:pt x="69" y="66"/>
                                  </a:cubicBezTo>
                                  <a:cubicBezTo>
                                    <a:pt x="70" y="66"/>
                                    <a:pt x="70" y="65"/>
                                    <a:pt x="70" y="65"/>
                                  </a:cubicBezTo>
                                  <a:cubicBezTo>
                                    <a:pt x="71" y="65"/>
                                    <a:pt x="72" y="65"/>
                                    <a:pt x="72" y="65"/>
                                  </a:cubicBezTo>
                                  <a:cubicBezTo>
                                    <a:pt x="72" y="63"/>
                                    <a:pt x="72" y="63"/>
                                    <a:pt x="72" y="63"/>
                                  </a:cubicBezTo>
                                  <a:cubicBezTo>
                                    <a:pt x="73" y="62"/>
                                    <a:pt x="73" y="62"/>
                                    <a:pt x="73" y="62"/>
                                  </a:cubicBezTo>
                                  <a:cubicBezTo>
                                    <a:pt x="72" y="61"/>
                                    <a:pt x="72" y="61"/>
                                    <a:pt x="72" y="61"/>
                                  </a:cubicBezTo>
                                  <a:cubicBezTo>
                                    <a:pt x="72" y="60"/>
                                    <a:pt x="72" y="60"/>
                                    <a:pt x="72" y="60"/>
                                  </a:cubicBezTo>
                                  <a:cubicBezTo>
                                    <a:pt x="75" y="60"/>
                                    <a:pt x="75" y="60"/>
                                    <a:pt x="75" y="60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8" y="60"/>
                                    <a:pt x="78" y="58"/>
                                    <a:pt x="78" y="58"/>
                                  </a:cubicBezTo>
                                  <a:cubicBezTo>
                                    <a:pt x="78" y="58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4"/>
                                    <a:pt x="82" y="54"/>
                                  </a:cubicBezTo>
                                  <a:cubicBezTo>
                                    <a:pt x="82" y="54"/>
                                    <a:pt x="83" y="52"/>
                                    <a:pt x="83" y="52"/>
                                  </a:cubicBezTo>
                                  <a:cubicBezTo>
                                    <a:pt x="83" y="51"/>
                                    <a:pt x="83" y="51"/>
                                    <a:pt x="83" y="50"/>
                                  </a:cubicBezTo>
                                  <a:cubicBezTo>
                                    <a:pt x="83" y="50"/>
                                    <a:pt x="85" y="50"/>
                                    <a:pt x="85" y="49"/>
                                  </a:cubicBezTo>
                                  <a:cubicBezTo>
                                    <a:pt x="85" y="49"/>
                                    <a:pt x="86" y="49"/>
                                    <a:pt x="86" y="49"/>
                                  </a:cubicBezTo>
                                  <a:cubicBezTo>
                                    <a:pt x="89" y="49"/>
                                    <a:pt x="89" y="49"/>
                                    <a:pt x="89" y="49"/>
                                  </a:cubicBezTo>
                                  <a:cubicBezTo>
                                    <a:pt x="89" y="49"/>
                                    <a:pt x="89" y="48"/>
                                    <a:pt x="89" y="48"/>
                                  </a:cubicBezTo>
                                  <a:cubicBezTo>
                                    <a:pt x="89" y="48"/>
                                    <a:pt x="89" y="47"/>
                                    <a:pt x="89" y="47"/>
                                  </a:cubicBezTo>
                                  <a:cubicBezTo>
                                    <a:pt x="89" y="46"/>
                                    <a:pt x="91" y="47"/>
                                    <a:pt x="91" y="47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95" y="48"/>
                                    <a:pt x="95" y="48"/>
                                    <a:pt x="95" y="48"/>
                                  </a:cubicBezTo>
                                  <a:cubicBezTo>
                                    <a:pt x="95" y="48"/>
                                    <a:pt x="95" y="45"/>
                                    <a:pt x="95" y="44"/>
                                  </a:cubicBezTo>
                                  <a:cubicBezTo>
                                    <a:pt x="95" y="44"/>
                                    <a:pt x="96" y="44"/>
                                    <a:pt x="96" y="44"/>
                                  </a:cubicBezTo>
                                  <a:cubicBezTo>
                                    <a:pt x="96" y="42"/>
                                    <a:pt x="96" y="42"/>
                                    <a:pt x="96" y="42"/>
                                  </a:cubicBezTo>
                                  <a:cubicBezTo>
                                    <a:pt x="96" y="42"/>
                                    <a:pt x="94" y="41"/>
                                    <a:pt x="94" y="41"/>
                                  </a:cubicBezTo>
                                  <a:cubicBezTo>
                                    <a:pt x="94" y="41"/>
                                    <a:pt x="92" y="40"/>
                                    <a:pt x="92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78" y="33"/>
                                    <a:pt x="78" y="33"/>
                                    <a:pt x="78" y="33"/>
                                  </a:cubicBezTo>
                                  <a:cubicBezTo>
                                    <a:pt x="67" y="25"/>
                                    <a:pt x="67" y="25"/>
                                    <a:pt x="67" y="25"/>
                                  </a:cubicBezTo>
                                  <a:cubicBezTo>
                                    <a:pt x="67" y="25"/>
                                    <a:pt x="67" y="22"/>
                                    <a:pt x="67" y="22"/>
                                  </a:cubicBezTo>
                                  <a:cubicBezTo>
                                    <a:pt x="67" y="22"/>
                                    <a:pt x="65" y="19"/>
                                    <a:pt x="65" y="19"/>
                                  </a:cubicBezTo>
                                  <a:cubicBezTo>
                                    <a:pt x="65" y="17"/>
                                    <a:pt x="65" y="17"/>
                                    <a:pt x="65" y="17"/>
                                  </a:cubicBezTo>
                                  <a:cubicBezTo>
                                    <a:pt x="61" y="14"/>
                                    <a:pt x="61" y="14"/>
                                    <a:pt x="61" y="14"/>
                                  </a:cubicBezTo>
                                  <a:cubicBezTo>
                                    <a:pt x="60" y="15"/>
                                    <a:pt x="60" y="15"/>
                                    <a:pt x="60" y="15"/>
                                  </a:cubicBezTo>
                                  <a:cubicBezTo>
                                    <a:pt x="59" y="15"/>
                                    <a:pt x="59" y="15"/>
                                    <a:pt x="59" y="15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7" y="14"/>
                                    <a:pt x="57" y="14"/>
                                    <a:pt x="57" y="14"/>
                                  </a:cubicBezTo>
                                  <a:cubicBezTo>
                                    <a:pt x="53" y="14"/>
                                    <a:pt x="53" y="14"/>
                                    <a:pt x="53" y="14"/>
                                  </a:cubicBezTo>
                                  <a:cubicBezTo>
                                    <a:pt x="52" y="13"/>
                                    <a:pt x="52" y="13"/>
                                    <a:pt x="52" y="13"/>
                                  </a:cubicBezTo>
                                  <a:cubicBezTo>
                                    <a:pt x="52" y="12"/>
                                    <a:pt x="52" y="12"/>
                                    <a:pt x="52" y="12"/>
                                  </a:cubicBezTo>
                                  <a:cubicBezTo>
                                    <a:pt x="52" y="12"/>
                                    <a:pt x="52" y="11"/>
                                    <a:pt x="52" y="11"/>
                                  </a:cubicBezTo>
                                  <a:cubicBezTo>
                                    <a:pt x="52" y="11"/>
                                    <a:pt x="52" y="10"/>
                                    <a:pt x="51" y="10"/>
                                  </a:cubicBezTo>
                                  <a:cubicBezTo>
                                    <a:pt x="51" y="10"/>
                                    <a:pt x="51" y="9"/>
                                    <a:pt x="51" y="9"/>
                                  </a:cubicBezTo>
                                  <a:cubicBezTo>
                                    <a:pt x="53" y="9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1" y="8"/>
                                    <a:pt x="51" y="8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1" y="6"/>
                                    <a:pt x="51" y="6"/>
                                    <a:pt x="51" y="6"/>
                                  </a:cubicBezTo>
                                  <a:cubicBezTo>
                                    <a:pt x="51" y="5"/>
                                    <a:pt x="51" y="5"/>
                                    <a:pt x="51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2" y="0"/>
                                    <a:pt x="42" y="0"/>
                                    <a:pt x="42" y="0"/>
                                  </a:cubicBezTo>
                                  <a:cubicBezTo>
                                    <a:pt x="42" y="0"/>
                                    <a:pt x="41" y="1"/>
                                    <a:pt x="41" y="1"/>
                                  </a:cubicBezTo>
                                  <a:cubicBezTo>
                                    <a:pt x="41" y="1"/>
                                    <a:pt x="39" y="1"/>
                                    <a:pt x="39" y="1"/>
                                  </a:cubicBezTo>
                                  <a:cubicBezTo>
                                    <a:pt x="39" y="1"/>
                                    <a:pt x="39" y="2"/>
                                    <a:pt x="39" y="2"/>
                                  </a:cubicBezTo>
                                  <a:cubicBezTo>
                                    <a:pt x="39" y="2"/>
                                    <a:pt x="40" y="4"/>
                                    <a:pt x="40" y="4"/>
                                  </a:cubicBezTo>
                                  <a:cubicBezTo>
                                    <a:pt x="40" y="4"/>
                                    <a:pt x="37" y="3"/>
                                    <a:pt x="37" y="3"/>
                                  </a:cubicBezTo>
                                  <a:cubicBezTo>
                                    <a:pt x="37" y="3"/>
                                    <a:pt x="36" y="6"/>
                                    <a:pt x="36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11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2" y="13"/>
                                  </a:cubicBezTo>
                                  <a:cubicBezTo>
                                    <a:pt x="32" y="13"/>
                                    <a:pt x="32" y="14"/>
                                    <a:pt x="32" y="14"/>
                                  </a:cubicBezTo>
                                  <a:cubicBezTo>
                                    <a:pt x="30" y="14"/>
                                    <a:pt x="30" y="14"/>
                                    <a:pt x="30" y="14"/>
                                  </a:cubicBezTo>
                                  <a:cubicBezTo>
                                    <a:pt x="24" y="14"/>
                                    <a:pt x="24" y="14"/>
                                    <a:pt x="24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5" y="6"/>
                                    <a:pt x="14" y="5"/>
                                  </a:cubicBezTo>
                                  <a:cubicBezTo>
                                    <a:pt x="13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3" y="6"/>
                                    <a:pt x="3" y="7"/>
                                  </a:cubicBezTo>
                                  <a:cubicBezTo>
                                    <a:pt x="3" y="7"/>
                                    <a:pt x="1" y="8"/>
                                    <a:pt x="0" y="9"/>
                                  </a:cubicBezTo>
                                  <a:cubicBezTo>
                                    <a:pt x="0" y="10"/>
                                    <a:pt x="1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2"/>
                                  </a:cubicBezTo>
                                  <a:cubicBezTo>
                                    <a:pt x="1" y="13"/>
                                    <a:pt x="2" y="13"/>
                                    <a:pt x="2" y="13"/>
                                  </a:cubicBezTo>
                                  <a:cubicBezTo>
                                    <a:pt x="3" y="12"/>
                                    <a:pt x="3" y="11"/>
                                    <a:pt x="2" y="11"/>
                                  </a:cubicBezTo>
                                  <a:cubicBezTo>
                                    <a:pt x="2" y="10"/>
                                    <a:pt x="3" y="9"/>
                                    <a:pt x="3" y="9"/>
                                  </a:cubicBezTo>
                                  <a:cubicBezTo>
                                    <a:pt x="4" y="8"/>
                                    <a:pt x="5" y="7"/>
                                    <a:pt x="7" y="7"/>
                                  </a:cubicBezTo>
                                  <a:cubicBezTo>
                                    <a:pt x="8" y="7"/>
                                    <a:pt x="9" y="7"/>
                                    <a:pt x="10" y="8"/>
                                  </a:cubicBezTo>
                                  <a:cubicBezTo>
                                    <a:pt x="10" y="8"/>
                                    <a:pt x="10" y="9"/>
                                    <a:pt x="10" y="9"/>
                                  </a:cubicBezTo>
                                  <a:cubicBezTo>
                                    <a:pt x="11" y="12"/>
                                    <a:pt x="13" y="14"/>
                                    <a:pt x="15" y="16"/>
                                  </a:cubicBezTo>
                                  <a:cubicBezTo>
                                    <a:pt x="16" y="16"/>
                                    <a:pt x="16" y="17"/>
                                    <a:pt x="16" y="17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4" y="18"/>
                                    <a:pt x="14" y="17"/>
                                    <a:pt x="13" y="17"/>
                                  </a:cubicBezTo>
                                  <a:cubicBezTo>
                                    <a:pt x="13" y="18"/>
                                    <a:pt x="13" y="18"/>
                                    <a:pt x="13" y="18"/>
                                  </a:cubicBezTo>
                                  <a:cubicBezTo>
                                    <a:pt x="13" y="19"/>
                                    <a:pt x="14" y="19"/>
                                    <a:pt x="14" y="19"/>
                                  </a:cubicBezTo>
                                  <a:cubicBezTo>
                                    <a:pt x="13" y="19"/>
                                    <a:pt x="11" y="20"/>
                                    <a:pt x="10" y="20"/>
                                  </a:cubicBezTo>
                                  <a:cubicBezTo>
                                    <a:pt x="10" y="20"/>
                                    <a:pt x="10" y="20"/>
                                    <a:pt x="9" y="20"/>
                                  </a:cubicBezTo>
                                  <a:cubicBezTo>
                                    <a:pt x="9" y="20"/>
                                    <a:pt x="9" y="19"/>
                                    <a:pt x="9" y="18"/>
                                  </a:cubicBezTo>
                                  <a:cubicBezTo>
                                    <a:pt x="7" y="19"/>
                                    <a:pt x="6" y="19"/>
                                    <a:pt x="5" y="18"/>
                                  </a:cubicBezTo>
                                  <a:cubicBezTo>
                                    <a:pt x="4" y="18"/>
                                    <a:pt x="3" y="18"/>
                                    <a:pt x="3" y="18"/>
                                  </a:cubicBezTo>
                                  <a:cubicBezTo>
                                    <a:pt x="3" y="19"/>
                                    <a:pt x="3" y="19"/>
                                    <a:pt x="2" y="19"/>
                                  </a:cubicBezTo>
                                  <a:cubicBezTo>
                                    <a:pt x="2" y="21"/>
                                    <a:pt x="2" y="22"/>
                                    <a:pt x="2" y="24"/>
                                  </a:cubicBezTo>
                                  <a:cubicBezTo>
                                    <a:pt x="2" y="24"/>
                                    <a:pt x="2" y="25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5" y="25"/>
                                    <a:pt x="6" y="25"/>
                                    <a:pt x="8" y="25"/>
                                  </a:cubicBezTo>
                                  <a:cubicBezTo>
                                    <a:pt x="8" y="26"/>
                                    <a:pt x="8" y="26"/>
                                    <a:pt x="7" y="26"/>
                                  </a:cubicBezTo>
                                  <a:cubicBezTo>
                                    <a:pt x="7" y="26"/>
                                    <a:pt x="7" y="27"/>
                                    <a:pt x="7" y="27"/>
                                  </a:cubicBezTo>
                                  <a:cubicBezTo>
                                    <a:pt x="7" y="28"/>
                                    <a:pt x="7" y="28"/>
                                    <a:pt x="7" y="29"/>
                                  </a:cubicBezTo>
                                  <a:cubicBezTo>
                                    <a:pt x="7" y="30"/>
                                    <a:pt x="6" y="30"/>
                                    <a:pt x="5" y="30"/>
                                  </a:cubicBezTo>
                                  <a:cubicBezTo>
                                    <a:pt x="5" y="30"/>
                                    <a:pt x="4" y="31"/>
                                    <a:pt x="4" y="31"/>
                                  </a:cubicBezTo>
                                  <a:cubicBezTo>
                                    <a:pt x="5" y="31"/>
                                    <a:pt x="7" y="31"/>
                                    <a:pt x="7" y="31"/>
                                  </a:cubicBezTo>
                                  <a:cubicBezTo>
                                    <a:pt x="8" y="32"/>
                                    <a:pt x="8" y="33"/>
                                    <a:pt x="9" y="34"/>
                                  </a:cubicBezTo>
                                  <a:cubicBezTo>
                                    <a:pt x="9" y="34"/>
                                    <a:pt x="9" y="34"/>
                                    <a:pt x="10" y="34"/>
                                  </a:cubicBezTo>
                                  <a:cubicBezTo>
                                    <a:pt x="10" y="34"/>
                                    <a:pt x="11" y="35"/>
                                    <a:pt x="10" y="35"/>
                                  </a:cubicBezTo>
                                  <a:cubicBezTo>
                                    <a:pt x="10" y="35"/>
                                    <a:pt x="10" y="36"/>
                                    <a:pt x="10" y="36"/>
                                  </a:cubicBezTo>
                                  <a:cubicBezTo>
                                    <a:pt x="9" y="37"/>
                                    <a:pt x="9" y="39"/>
                                    <a:pt x="9" y="41"/>
                                  </a:cubicBezTo>
                                  <a:cubicBezTo>
                                    <a:pt x="9" y="43"/>
                                    <a:pt x="9" y="44"/>
                                    <a:pt x="9" y="46"/>
                                  </a:cubicBezTo>
                                  <a:cubicBezTo>
                                    <a:pt x="10" y="46"/>
                                    <a:pt x="10" y="46"/>
                                    <a:pt x="10" y="47"/>
                                  </a:cubicBezTo>
                                  <a:cubicBezTo>
                                    <a:pt x="10" y="47"/>
                                    <a:pt x="10" y="48"/>
                                    <a:pt x="10" y="48"/>
                                  </a:cubicBezTo>
                                  <a:cubicBezTo>
                                    <a:pt x="13" y="48"/>
                                    <a:pt x="13" y="48"/>
                                    <a:pt x="13" y="48"/>
                                  </a:cubicBezTo>
                                  <a:cubicBezTo>
                                    <a:pt x="13" y="48"/>
                                    <a:pt x="15" y="48"/>
                                    <a:pt x="15" y="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2" name="Freeform 830">
                              <a:extLst>
                                <a:ext uri="{FF2B5EF4-FFF2-40B4-BE49-F238E27FC236}">
                                  <a16:creationId xmlns:a16="http://schemas.microsoft.com/office/drawing/2014/main" id="{40CA41DC-532C-32ED-5B95-85BD105CDC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123238" y="4300538"/>
                              <a:ext cx="244475" cy="428625"/>
                            </a:xfrm>
                            <a:custGeom>
                              <a:avLst/>
                              <a:gdLst>
                                <a:gd name="T0" fmla="*/ 55 w 59"/>
                                <a:gd name="T1" fmla="*/ 31 h 103"/>
                                <a:gd name="T2" fmla="*/ 52 w 59"/>
                                <a:gd name="T3" fmla="*/ 25 h 103"/>
                                <a:gd name="T4" fmla="*/ 46 w 59"/>
                                <a:gd name="T5" fmla="*/ 17 h 103"/>
                                <a:gd name="T6" fmla="*/ 41 w 59"/>
                                <a:gd name="T7" fmla="*/ 17 h 103"/>
                                <a:gd name="T8" fmla="*/ 36 w 59"/>
                                <a:gd name="T9" fmla="*/ 18 h 103"/>
                                <a:gd name="T10" fmla="*/ 30 w 59"/>
                                <a:gd name="T11" fmla="*/ 18 h 103"/>
                                <a:gd name="T12" fmla="*/ 26 w 59"/>
                                <a:gd name="T13" fmla="*/ 17 h 103"/>
                                <a:gd name="T14" fmla="*/ 25 w 59"/>
                                <a:gd name="T15" fmla="*/ 10 h 103"/>
                                <a:gd name="T16" fmla="*/ 21 w 59"/>
                                <a:gd name="T17" fmla="*/ 8 h 103"/>
                                <a:gd name="T18" fmla="*/ 19 w 59"/>
                                <a:gd name="T19" fmla="*/ 1 h 103"/>
                                <a:gd name="T20" fmla="*/ 14 w 59"/>
                                <a:gd name="T21" fmla="*/ 1 h 103"/>
                                <a:gd name="T22" fmla="*/ 10 w 59"/>
                                <a:gd name="T23" fmla="*/ 6 h 103"/>
                                <a:gd name="T24" fmla="*/ 4 w 59"/>
                                <a:gd name="T25" fmla="*/ 11 h 103"/>
                                <a:gd name="T26" fmla="*/ 2 w 59"/>
                                <a:gd name="T27" fmla="*/ 17 h 103"/>
                                <a:gd name="T28" fmla="*/ 10 w 59"/>
                                <a:gd name="T29" fmla="*/ 27 h 103"/>
                                <a:gd name="T30" fmla="*/ 10 w 59"/>
                                <a:gd name="T31" fmla="*/ 33 h 103"/>
                                <a:gd name="T32" fmla="*/ 11 w 59"/>
                                <a:gd name="T33" fmla="*/ 42 h 103"/>
                                <a:gd name="T34" fmla="*/ 18 w 59"/>
                                <a:gd name="T35" fmla="*/ 56 h 103"/>
                                <a:gd name="T36" fmla="*/ 17 w 59"/>
                                <a:gd name="T37" fmla="*/ 66 h 103"/>
                                <a:gd name="T38" fmla="*/ 13 w 59"/>
                                <a:gd name="T39" fmla="*/ 73 h 103"/>
                                <a:gd name="T40" fmla="*/ 13 w 59"/>
                                <a:gd name="T41" fmla="*/ 77 h 103"/>
                                <a:gd name="T42" fmla="*/ 11 w 59"/>
                                <a:gd name="T43" fmla="*/ 84 h 103"/>
                                <a:gd name="T44" fmla="*/ 15 w 59"/>
                                <a:gd name="T45" fmla="*/ 87 h 103"/>
                                <a:gd name="T46" fmla="*/ 19 w 59"/>
                                <a:gd name="T47" fmla="*/ 91 h 103"/>
                                <a:gd name="T48" fmla="*/ 23 w 59"/>
                                <a:gd name="T49" fmla="*/ 97 h 103"/>
                                <a:gd name="T50" fmla="*/ 29 w 59"/>
                                <a:gd name="T51" fmla="*/ 97 h 103"/>
                                <a:gd name="T52" fmla="*/ 31 w 59"/>
                                <a:gd name="T53" fmla="*/ 102 h 103"/>
                                <a:gd name="T54" fmla="*/ 37 w 59"/>
                                <a:gd name="T55" fmla="*/ 102 h 103"/>
                                <a:gd name="T56" fmla="*/ 35 w 59"/>
                                <a:gd name="T57" fmla="*/ 98 h 103"/>
                                <a:gd name="T58" fmla="*/ 30 w 59"/>
                                <a:gd name="T59" fmla="*/ 94 h 103"/>
                                <a:gd name="T60" fmla="*/ 27 w 59"/>
                                <a:gd name="T61" fmla="*/ 92 h 103"/>
                                <a:gd name="T62" fmla="*/ 27 w 59"/>
                                <a:gd name="T63" fmla="*/ 89 h 103"/>
                                <a:gd name="T64" fmla="*/ 26 w 59"/>
                                <a:gd name="T65" fmla="*/ 85 h 103"/>
                                <a:gd name="T66" fmla="*/ 23 w 59"/>
                                <a:gd name="T67" fmla="*/ 83 h 103"/>
                                <a:gd name="T68" fmla="*/ 22 w 59"/>
                                <a:gd name="T69" fmla="*/ 79 h 103"/>
                                <a:gd name="T70" fmla="*/ 18 w 59"/>
                                <a:gd name="T71" fmla="*/ 79 h 103"/>
                                <a:gd name="T72" fmla="*/ 17 w 59"/>
                                <a:gd name="T73" fmla="*/ 75 h 103"/>
                                <a:gd name="T74" fmla="*/ 17 w 59"/>
                                <a:gd name="T75" fmla="*/ 72 h 103"/>
                                <a:gd name="T76" fmla="*/ 19 w 59"/>
                                <a:gd name="T77" fmla="*/ 67 h 103"/>
                                <a:gd name="T78" fmla="*/ 20 w 59"/>
                                <a:gd name="T79" fmla="*/ 60 h 103"/>
                                <a:gd name="T80" fmla="*/ 21 w 59"/>
                                <a:gd name="T81" fmla="*/ 56 h 103"/>
                                <a:gd name="T82" fmla="*/ 22 w 59"/>
                                <a:gd name="T83" fmla="*/ 52 h 103"/>
                                <a:gd name="T84" fmla="*/ 24 w 59"/>
                                <a:gd name="T85" fmla="*/ 50 h 103"/>
                                <a:gd name="T86" fmla="*/ 27 w 59"/>
                                <a:gd name="T87" fmla="*/ 53 h 103"/>
                                <a:gd name="T88" fmla="*/ 29 w 59"/>
                                <a:gd name="T89" fmla="*/ 56 h 103"/>
                                <a:gd name="T90" fmla="*/ 33 w 59"/>
                                <a:gd name="T91" fmla="*/ 55 h 103"/>
                                <a:gd name="T92" fmla="*/ 39 w 59"/>
                                <a:gd name="T93" fmla="*/ 60 h 103"/>
                                <a:gd name="T94" fmla="*/ 38 w 59"/>
                                <a:gd name="T95" fmla="*/ 52 h 103"/>
                                <a:gd name="T96" fmla="*/ 42 w 59"/>
                                <a:gd name="T97" fmla="*/ 43 h 103"/>
                                <a:gd name="T98" fmla="*/ 50 w 59"/>
                                <a:gd name="T99" fmla="*/ 42 h 103"/>
                                <a:gd name="T100" fmla="*/ 57 w 59"/>
                                <a:gd name="T101" fmla="*/ 43 h 103"/>
                                <a:gd name="T102" fmla="*/ 58 w 59"/>
                                <a:gd name="T103" fmla="*/ 37 h 10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59" h="103">
                                  <a:moveTo>
                                    <a:pt x="58" y="34"/>
                                  </a:moveTo>
                                  <a:cubicBezTo>
                                    <a:pt x="58" y="33"/>
                                    <a:pt x="57" y="33"/>
                                    <a:pt x="57" y="33"/>
                                  </a:cubicBezTo>
                                  <a:cubicBezTo>
                                    <a:pt x="57" y="32"/>
                                    <a:pt x="57" y="32"/>
                                    <a:pt x="57" y="31"/>
                                  </a:cubicBezTo>
                                  <a:cubicBezTo>
                                    <a:pt x="56" y="31"/>
                                    <a:pt x="55" y="31"/>
                                    <a:pt x="55" y="31"/>
                                  </a:cubicBezTo>
                                  <a:cubicBezTo>
                                    <a:pt x="54" y="31"/>
                                    <a:pt x="54" y="30"/>
                                    <a:pt x="53" y="30"/>
                                  </a:cubicBezTo>
                                  <a:cubicBezTo>
                                    <a:pt x="53" y="30"/>
                                    <a:pt x="52" y="29"/>
                                    <a:pt x="52" y="29"/>
                                  </a:cubicBezTo>
                                  <a:cubicBezTo>
                                    <a:pt x="52" y="28"/>
                                    <a:pt x="52" y="28"/>
                                    <a:pt x="53" y="27"/>
                                  </a:cubicBezTo>
                                  <a:cubicBezTo>
                                    <a:pt x="53" y="26"/>
                                    <a:pt x="52" y="25"/>
                                    <a:pt x="52" y="25"/>
                                  </a:cubicBezTo>
                                  <a:cubicBezTo>
                                    <a:pt x="52" y="25"/>
                                    <a:pt x="52" y="25"/>
                                    <a:pt x="52" y="24"/>
                                  </a:cubicBezTo>
                                  <a:cubicBezTo>
                                    <a:pt x="52" y="23"/>
                                    <a:pt x="52" y="21"/>
                                    <a:pt x="51" y="20"/>
                                  </a:cubicBezTo>
                                  <a:cubicBezTo>
                                    <a:pt x="50" y="20"/>
                                    <a:pt x="49" y="19"/>
                                    <a:pt x="48" y="18"/>
                                  </a:cubicBezTo>
                                  <a:cubicBezTo>
                                    <a:pt x="47" y="17"/>
                                    <a:pt x="47" y="17"/>
                                    <a:pt x="46" y="17"/>
                                  </a:cubicBezTo>
                                  <a:cubicBezTo>
                                    <a:pt x="46" y="16"/>
                                    <a:pt x="45" y="16"/>
                                    <a:pt x="44" y="16"/>
                                  </a:cubicBezTo>
                                  <a:cubicBezTo>
                                    <a:pt x="44" y="15"/>
                                    <a:pt x="43" y="15"/>
                                    <a:pt x="43" y="15"/>
                                  </a:cubicBezTo>
                                  <a:cubicBezTo>
                                    <a:pt x="42" y="16"/>
                                    <a:pt x="42" y="16"/>
                                    <a:pt x="42" y="16"/>
                                  </a:cubicBezTo>
                                  <a:cubicBezTo>
                                    <a:pt x="41" y="16"/>
                                    <a:pt x="41" y="16"/>
                                    <a:pt x="41" y="17"/>
                                  </a:cubicBezTo>
                                  <a:cubicBezTo>
                                    <a:pt x="40" y="17"/>
                                    <a:pt x="40" y="17"/>
                                    <a:pt x="40" y="18"/>
                                  </a:cubicBezTo>
                                  <a:cubicBezTo>
                                    <a:pt x="40" y="18"/>
                                    <a:pt x="40" y="19"/>
                                    <a:pt x="39" y="19"/>
                                  </a:cubicBezTo>
                                  <a:cubicBezTo>
                                    <a:pt x="39" y="19"/>
                                    <a:pt x="37" y="19"/>
                                    <a:pt x="37" y="19"/>
                                  </a:cubicBezTo>
                                  <a:cubicBezTo>
                                    <a:pt x="36" y="19"/>
                                    <a:pt x="36" y="18"/>
                                    <a:pt x="36" y="18"/>
                                  </a:cubicBezTo>
                                  <a:cubicBezTo>
                                    <a:pt x="35" y="18"/>
                                    <a:pt x="34" y="18"/>
                                    <a:pt x="33" y="18"/>
                                  </a:cubicBezTo>
                                  <a:cubicBezTo>
                                    <a:pt x="33" y="17"/>
                                    <a:pt x="32" y="17"/>
                                    <a:pt x="32" y="17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0" y="17"/>
                                    <a:pt x="30" y="17"/>
                                    <a:pt x="30" y="18"/>
                                  </a:cubicBezTo>
                                  <a:cubicBezTo>
                                    <a:pt x="30" y="18"/>
                                    <a:pt x="30" y="19"/>
                                    <a:pt x="29" y="19"/>
                                  </a:cubicBezTo>
                                  <a:cubicBezTo>
                                    <a:pt x="28" y="19"/>
                                    <a:pt x="28" y="19"/>
                                    <a:pt x="27" y="19"/>
                                  </a:cubicBezTo>
                                  <a:cubicBezTo>
                                    <a:pt x="27" y="20"/>
                                    <a:pt x="27" y="21"/>
                                    <a:pt x="26" y="20"/>
                                  </a:cubicBezTo>
                                  <a:cubicBezTo>
                                    <a:pt x="26" y="20"/>
                                    <a:pt x="26" y="18"/>
                                    <a:pt x="26" y="17"/>
                                  </a:cubicBezTo>
                                  <a:cubicBezTo>
                                    <a:pt x="26" y="17"/>
                                    <a:pt x="26" y="16"/>
                                    <a:pt x="26" y="15"/>
                                  </a:cubicBezTo>
                                  <a:cubicBezTo>
                                    <a:pt x="26" y="15"/>
                                    <a:pt x="25" y="14"/>
                                    <a:pt x="26" y="13"/>
                                  </a:cubicBezTo>
                                  <a:cubicBezTo>
                                    <a:pt x="26" y="13"/>
                                    <a:pt x="26" y="13"/>
                                    <a:pt x="26" y="12"/>
                                  </a:cubicBezTo>
                                  <a:cubicBezTo>
                                    <a:pt x="26" y="11"/>
                                    <a:pt x="25" y="10"/>
                                    <a:pt x="25" y="10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8"/>
                                    <a:pt x="27" y="7"/>
                                    <a:pt x="26" y="7"/>
                                  </a:cubicBezTo>
                                  <a:cubicBezTo>
                                    <a:pt x="25" y="7"/>
                                    <a:pt x="24" y="7"/>
                                    <a:pt x="23" y="7"/>
                                  </a:cubicBezTo>
                                  <a:cubicBezTo>
                                    <a:pt x="22" y="8"/>
                                    <a:pt x="21" y="8"/>
                                    <a:pt x="21" y="8"/>
                                  </a:cubicBezTo>
                                  <a:cubicBezTo>
                                    <a:pt x="21" y="7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5"/>
                                    <a:pt x="21" y="5"/>
                                  </a:cubicBezTo>
                                  <a:cubicBezTo>
                                    <a:pt x="21" y="4"/>
                                    <a:pt x="21" y="3"/>
                                    <a:pt x="21" y="2"/>
                                  </a:cubicBezTo>
                                  <a:cubicBezTo>
                                    <a:pt x="21" y="2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8" y="2"/>
                                    <a:pt x="17" y="2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0"/>
                                    <a:pt x="17" y="0"/>
                                    <a:pt x="16" y="0"/>
                                  </a:cubicBezTo>
                                  <a:cubicBezTo>
                                    <a:pt x="15" y="0"/>
                                    <a:pt x="14" y="1"/>
                                    <a:pt x="14" y="1"/>
                                  </a:cubicBezTo>
                                  <a:cubicBezTo>
                                    <a:pt x="14" y="2"/>
                                    <a:pt x="14" y="2"/>
                                    <a:pt x="14" y="3"/>
                                  </a:cubicBezTo>
                                  <a:cubicBezTo>
                                    <a:pt x="14" y="3"/>
                                    <a:pt x="13" y="3"/>
                                    <a:pt x="13" y="3"/>
                                  </a:cubicBezTo>
                                  <a:cubicBezTo>
                                    <a:pt x="12" y="3"/>
                                    <a:pt x="12" y="3"/>
                                    <a:pt x="11" y="4"/>
                                  </a:cubicBezTo>
                                  <a:cubicBezTo>
                                    <a:pt x="11" y="4"/>
                                    <a:pt x="11" y="6"/>
                                    <a:pt x="10" y="6"/>
                                  </a:cubicBezTo>
                                  <a:cubicBezTo>
                                    <a:pt x="10" y="6"/>
                                    <a:pt x="9" y="7"/>
                                    <a:pt x="8" y="7"/>
                                  </a:cubicBezTo>
                                  <a:cubicBezTo>
                                    <a:pt x="8" y="7"/>
                                    <a:pt x="7" y="7"/>
                                    <a:pt x="6" y="7"/>
                                  </a:cubicBezTo>
                                  <a:cubicBezTo>
                                    <a:pt x="6" y="7"/>
                                    <a:pt x="5" y="7"/>
                                    <a:pt x="4" y="8"/>
                                  </a:cubicBezTo>
                                  <a:cubicBezTo>
                                    <a:pt x="4" y="8"/>
                                    <a:pt x="4" y="10"/>
                                    <a:pt x="4" y="11"/>
                                  </a:cubicBezTo>
                                  <a:cubicBezTo>
                                    <a:pt x="4" y="11"/>
                                    <a:pt x="3" y="12"/>
                                    <a:pt x="3" y="12"/>
                                  </a:cubicBezTo>
                                  <a:cubicBezTo>
                                    <a:pt x="3" y="13"/>
                                    <a:pt x="4" y="14"/>
                                    <a:pt x="4" y="14"/>
                                  </a:cubicBezTo>
                                  <a:cubicBezTo>
                                    <a:pt x="3" y="15"/>
                                    <a:pt x="2" y="15"/>
                                    <a:pt x="1" y="16"/>
                                  </a:cubicBezTo>
                                  <a:cubicBezTo>
                                    <a:pt x="0" y="17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3" y="17"/>
                                    <a:pt x="4" y="19"/>
                                  </a:cubicBezTo>
                                  <a:cubicBezTo>
                                    <a:pt x="5" y="22"/>
                                    <a:pt x="6" y="21"/>
                                    <a:pt x="6" y="22"/>
                                  </a:cubicBezTo>
                                  <a:cubicBezTo>
                                    <a:pt x="6" y="22"/>
                                    <a:pt x="7" y="24"/>
                                    <a:pt x="8" y="25"/>
                                  </a:cubicBezTo>
                                  <a:cubicBezTo>
                                    <a:pt x="8" y="26"/>
                                    <a:pt x="10" y="27"/>
                                    <a:pt x="10" y="27"/>
                                  </a:cubicBezTo>
                                  <a:cubicBezTo>
                                    <a:pt x="10" y="27"/>
                                    <a:pt x="10" y="28"/>
                                    <a:pt x="10" y="29"/>
                                  </a:cubicBezTo>
                                  <a:cubicBezTo>
                                    <a:pt x="11" y="29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1" y="31"/>
                                    <a:pt x="10" y="32"/>
                                  </a:cubicBezTo>
                                  <a:cubicBezTo>
                                    <a:pt x="10" y="32"/>
                                    <a:pt x="10" y="33"/>
                                    <a:pt x="10" y="33"/>
                                  </a:cubicBezTo>
                                  <a:cubicBezTo>
                                    <a:pt x="10" y="34"/>
                                    <a:pt x="10" y="34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0" y="37"/>
                                  </a:cubicBezTo>
                                  <a:cubicBezTo>
                                    <a:pt x="9" y="37"/>
                                    <a:pt x="9" y="38"/>
                                    <a:pt x="9" y="39"/>
                                  </a:cubicBezTo>
                                  <a:cubicBezTo>
                                    <a:pt x="9" y="39"/>
                                    <a:pt x="10" y="41"/>
                                    <a:pt x="11" y="42"/>
                                  </a:cubicBezTo>
                                  <a:cubicBezTo>
                                    <a:pt x="12" y="43"/>
                                    <a:pt x="14" y="44"/>
                                    <a:pt x="15" y="46"/>
                                  </a:cubicBezTo>
                                  <a:cubicBezTo>
                                    <a:pt x="16" y="47"/>
                                    <a:pt x="16" y="48"/>
                                    <a:pt x="16" y="50"/>
                                  </a:cubicBezTo>
                                  <a:cubicBezTo>
                                    <a:pt x="16" y="52"/>
                                    <a:pt x="16" y="52"/>
                                    <a:pt x="16" y="52"/>
                                  </a:cubicBezTo>
                                  <a:cubicBezTo>
                                    <a:pt x="17" y="53"/>
                                    <a:pt x="17" y="54"/>
                                    <a:pt x="18" y="56"/>
                                  </a:cubicBezTo>
                                  <a:cubicBezTo>
                                    <a:pt x="18" y="57"/>
                                    <a:pt x="18" y="58"/>
                                    <a:pt x="18" y="59"/>
                                  </a:cubicBezTo>
                                  <a:cubicBezTo>
                                    <a:pt x="18" y="60"/>
                                    <a:pt x="18" y="61"/>
                                    <a:pt x="18" y="61"/>
                                  </a:cubicBezTo>
                                  <a:cubicBezTo>
                                    <a:pt x="18" y="62"/>
                                    <a:pt x="18" y="62"/>
                                    <a:pt x="18" y="63"/>
                                  </a:cubicBezTo>
                                  <a:cubicBezTo>
                                    <a:pt x="17" y="63"/>
                                    <a:pt x="17" y="65"/>
                                    <a:pt x="17" y="66"/>
                                  </a:cubicBezTo>
                                  <a:cubicBezTo>
                                    <a:pt x="16" y="66"/>
                                    <a:pt x="15" y="67"/>
                                    <a:pt x="15" y="68"/>
                                  </a:cubicBezTo>
                                  <a:cubicBezTo>
                                    <a:pt x="15" y="68"/>
                                    <a:pt x="14" y="69"/>
                                    <a:pt x="14" y="70"/>
                                  </a:cubicBezTo>
                                  <a:cubicBezTo>
                                    <a:pt x="14" y="71"/>
                                    <a:pt x="13" y="73"/>
                                    <a:pt x="13" y="73"/>
                                  </a:cubicBezTo>
                                  <a:cubicBezTo>
                                    <a:pt x="13" y="73"/>
                                    <a:pt x="13" y="73"/>
                                    <a:pt x="13" y="73"/>
                                  </a:cubicBezTo>
                                  <a:cubicBezTo>
                                    <a:pt x="13" y="74"/>
                                    <a:pt x="13" y="74"/>
                                    <a:pt x="13" y="74"/>
                                  </a:cubicBezTo>
                                  <a:cubicBezTo>
                                    <a:pt x="13" y="75"/>
                                    <a:pt x="13" y="75"/>
                                    <a:pt x="13" y="76"/>
                                  </a:cubicBezTo>
                                  <a:cubicBezTo>
                                    <a:pt x="13" y="76"/>
                                    <a:pt x="13" y="76"/>
                                    <a:pt x="13" y="77"/>
                                  </a:cubicBezTo>
                                  <a:cubicBezTo>
                                    <a:pt x="13" y="77"/>
                                    <a:pt x="13" y="77"/>
                                    <a:pt x="13" y="77"/>
                                  </a:cubicBezTo>
                                  <a:cubicBezTo>
                                    <a:pt x="13" y="77"/>
                                    <a:pt x="12" y="78"/>
                                    <a:pt x="12" y="78"/>
                                  </a:cubicBezTo>
                                  <a:cubicBezTo>
                                    <a:pt x="12" y="78"/>
                                    <a:pt x="12" y="79"/>
                                    <a:pt x="12" y="80"/>
                                  </a:cubicBezTo>
                                  <a:cubicBezTo>
                                    <a:pt x="12" y="81"/>
                                    <a:pt x="11" y="80"/>
                                    <a:pt x="11" y="81"/>
                                  </a:cubicBezTo>
                                  <a:cubicBezTo>
                                    <a:pt x="11" y="82"/>
                                    <a:pt x="11" y="83"/>
                                    <a:pt x="11" y="84"/>
                                  </a:cubicBezTo>
                                  <a:cubicBezTo>
                                    <a:pt x="11" y="85"/>
                                    <a:pt x="11" y="85"/>
                                    <a:pt x="12" y="86"/>
                                  </a:cubicBezTo>
                                  <a:cubicBezTo>
                                    <a:pt x="13" y="87"/>
                                    <a:pt x="13" y="86"/>
                                    <a:pt x="13" y="85"/>
                                  </a:cubicBezTo>
                                  <a:cubicBezTo>
                                    <a:pt x="13" y="85"/>
                                    <a:pt x="14" y="85"/>
                                    <a:pt x="14" y="85"/>
                                  </a:cubicBezTo>
                                  <a:cubicBezTo>
                                    <a:pt x="15" y="86"/>
                                    <a:pt x="14" y="86"/>
                                    <a:pt x="15" y="87"/>
                                  </a:cubicBezTo>
                                  <a:cubicBezTo>
                                    <a:pt x="16" y="87"/>
                                    <a:pt x="16" y="87"/>
                                    <a:pt x="16" y="88"/>
                                  </a:cubicBezTo>
                                  <a:cubicBezTo>
                                    <a:pt x="16" y="88"/>
                                    <a:pt x="17" y="89"/>
                                    <a:pt x="17" y="89"/>
                                  </a:cubicBezTo>
                                  <a:cubicBezTo>
                                    <a:pt x="17" y="89"/>
                                    <a:pt x="18" y="90"/>
                                    <a:pt x="18" y="90"/>
                                  </a:cubicBezTo>
                                  <a:cubicBezTo>
                                    <a:pt x="19" y="90"/>
                                    <a:pt x="19" y="91"/>
                                    <a:pt x="19" y="91"/>
                                  </a:cubicBezTo>
                                  <a:cubicBezTo>
                                    <a:pt x="20" y="92"/>
                                    <a:pt x="19" y="92"/>
                                    <a:pt x="20" y="92"/>
                                  </a:cubicBezTo>
                                  <a:cubicBezTo>
                                    <a:pt x="21" y="93"/>
                                    <a:pt x="21" y="93"/>
                                    <a:pt x="22" y="94"/>
                                  </a:cubicBezTo>
                                  <a:cubicBezTo>
                                    <a:pt x="22" y="94"/>
                                    <a:pt x="21" y="94"/>
                                    <a:pt x="21" y="95"/>
                                  </a:cubicBezTo>
                                  <a:cubicBezTo>
                                    <a:pt x="21" y="95"/>
                                    <a:pt x="23" y="96"/>
                                    <a:pt x="23" y="97"/>
                                  </a:cubicBezTo>
                                  <a:cubicBezTo>
                                    <a:pt x="24" y="97"/>
                                    <a:pt x="24" y="98"/>
                                    <a:pt x="25" y="98"/>
                                  </a:cubicBezTo>
                                  <a:cubicBezTo>
                                    <a:pt x="25" y="98"/>
                                    <a:pt x="25" y="97"/>
                                    <a:pt x="25" y="97"/>
                                  </a:cubicBezTo>
                                  <a:cubicBezTo>
                                    <a:pt x="26" y="96"/>
                                    <a:pt x="26" y="95"/>
                                    <a:pt x="27" y="96"/>
                                  </a:cubicBezTo>
                                  <a:cubicBezTo>
                                    <a:pt x="28" y="96"/>
                                    <a:pt x="28" y="97"/>
                                    <a:pt x="29" y="97"/>
                                  </a:cubicBezTo>
                                  <a:cubicBezTo>
                                    <a:pt x="29" y="97"/>
                                    <a:pt x="29" y="98"/>
                                    <a:pt x="30" y="98"/>
                                  </a:cubicBezTo>
                                  <a:cubicBezTo>
                                    <a:pt x="31" y="98"/>
                                    <a:pt x="32" y="98"/>
                                    <a:pt x="32" y="99"/>
                                  </a:cubicBezTo>
                                  <a:cubicBezTo>
                                    <a:pt x="32" y="99"/>
                                    <a:pt x="32" y="100"/>
                                    <a:pt x="32" y="100"/>
                                  </a:cubicBezTo>
                                  <a:cubicBezTo>
                                    <a:pt x="31" y="101"/>
                                    <a:pt x="31" y="101"/>
                                    <a:pt x="31" y="102"/>
                                  </a:cubicBezTo>
                                  <a:cubicBezTo>
                                    <a:pt x="31" y="102"/>
                                    <a:pt x="31" y="103"/>
                                    <a:pt x="32" y="103"/>
                                  </a:cubicBezTo>
                                  <a:cubicBezTo>
                                    <a:pt x="33" y="103"/>
                                    <a:pt x="35" y="102"/>
                                    <a:pt x="35" y="102"/>
                                  </a:cubicBezTo>
                                  <a:cubicBezTo>
                                    <a:pt x="35" y="102"/>
                                    <a:pt x="36" y="102"/>
                                    <a:pt x="36" y="102"/>
                                  </a:cubicBezTo>
                                  <a:cubicBezTo>
                                    <a:pt x="37" y="102"/>
                                    <a:pt x="37" y="102"/>
                                    <a:pt x="37" y="102"/>
                                  </a:cubicBezTo>
                                  <a:cubicBezTo>
                                    <a:pt x="38" y="102"/>
                                    <a:pt x="38" y="101"/>
                                    <a:pt x="38" y="100"/>
                                  </a:cubicBezTo>
                                  <a:cubicBezTo>
                                    <a:pt x="38" y="100"/>
                                    <a:pt x="38" y="100"/>
                                    <a:pt x="38" y="100"/>
                                  </a:cubicBezTo>
                                  <a:cubicBezTo>
                                    <a:pt x="37" y="100"/>
                                    <a:pt x="37" y="99"/>
                                    <a:pt x="37" y="99"/>
                                  </a:cubicBezTo>
                                  <a:cubicBezTo>
                                    <a:pt x="36" y="99"/>
                                    <a:pt x="36" y="98"/>
                                    <a:pt x="35" y="98"/>
                                  </a:cubicBezTo>
                                  <a:cubicBezTo>
                                    <a:pt x="35" y="97"/>
                                    <a:pt x="35" y="96"/>
                                    <a:pt x="35" y="96"/>
                                  </a:cubicBezTo>
                                  <a:cubicBezTo>
                                    <a:pt x="35" y="96"/>
                                    <a:pt x="34" y="95"/>
                                    <a:pt x="33" y="95"/>
                                  </a:cubicBezTo>
                                  <a:cubicBezTo>
                                    <a:pt x="32" y="95"/>
                                    <a:pt x="32" y="95"/>
                                    <a:pt x="32" y="95"/>
                                  </a:cubicBezTo>
                                  <a:cubicBezTo>
                                    <a:pt x="31" y="95"/>
                                    <a:pt x="31" y="95"/>
                                    <a:pt x="30" y="94"/>
                                  </a:cubicBezTo>
                                  <a:cubicBezTo>
                                    <a:pt x="30" y="94"/>
                                    <a:pt x="29" y="93"/>
                                    <a:pt x="28" y="93"/>
                                  </a:cubicBezTo>
                                  <a:cubicBezTo>
                                    <a:pt x="28" y="92"/>
                                    <a:pt x="28" y="92"/>
                                    <a:pt x="28" y="92"/>
                                  </a:cubicBezTo>
                                  <a:cubicBezTo>
                                    <a:pt x="28" y="91"/>
                                    <a:pt x="27" y="91"/>
                                    <a:pt x="27" y="91"/>
                                  </a:cubicBezTo>
                                  <a:cubicBezTo>
                                    <a:pt x="27" y="91"/>
                                    <a:pt x="27" y="92"/>
                                    <a:pt x="27" y="92"/>
                                  </a:cubicBezTo>
                                  <a:cubicBezTo>
                                    <a:pt x="27" y="92"/>
                                    <a:pt x="26" y="92"/>
                                    <a:pt x="26" y="92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0"/>
                                    <a:pt x="26" y="90"/>
                                    <a:pt x="27" y="90"/>
                                  </a:cubicBezTo>
                                  <a:cubicBezTo>
                                    <a:pt x="27" y="90"/>
                                    <a:pt x="27" y="90"/>
                                    <a:pt x="27" y="89"/>
                                  </a:cubicBezTo>
                                  <a:cubicBezTo>
                                    <a:pt x="27" y="89"/>
                                    <a:pt x="27" y="88"/>
                                    <a:pt x="27" y="87"/>
                                  </a:cubicBezTo>
                                  <a:cubicBezTo>
                                    <a:pt x="27" y="87"/>
                                    <a:pt x="27" y="87"/>
                                    <a:pt x="26" y="86"/>
                                  </a:cubicBezTo>
                                  <a:cubicBezTo>
                                    <a:pt x="26" y="86"/>
                                    <a:pt x="26" y="86"/>
                                    <a:pt x="26" y="86"/>
                                  </a:cubicBezTo>
                                  <a:cubicBezTo>
                                    <a:pt x="26" y="86"/>
                                    <a:pt x="26" y="85"/>
                                    <a:pt x="26" y="85"/>
                                  </a:cubicBezTo>
                                  <a:cubicBezTo>
                                    <a:pt x="26" y="85"/>
                                    <a:pt x="26" y="85"/>
                                    <a:pt x="25" y="84"/>
                                  </a:cubicBezTo>
                                  <a:cubicBezTo>
                                    <a:pt x="25" y="83"/>
                                    <a:pt x="25" y="83"/>
                                    <a:pt x="25" y="84"/>
                                  </a:cubicBezTo>
                                  <a:cubicBezTo>
                                    <a:pt x="25" y="84"/>
                                    <a:pt x="24" y="84"/>
                                    <a:pt x="24" y="84"/>
                                  </a:cubicBezTo>
                                  <a:cubicBezTo>
                                    <a:pt x="24" y="84"/>
                                    <a:pt x="23" y="84"/>
                                    <a:pt x="23" y="83"/>
                                  </a:cubicBezTo>
                                  <a:cubicBezTo>
                                    <a:pt x="23" y="83"/>
                                    <a:pt x="23" y="83"/>
                                    <a:pt x="23" y="83"/>
                                  </a:cubicBezTo>
                                  <a:cubicBezTo>
                                    <a:pt x="23" y="83"/>
                                    <a:pt x="23" y="82"/>
                                    <a:pt x="23" y="81"/>
                                  </a:cubicBezTo>
                                  <a:cubicBezTo>
                                    <a:pt x="23" y="81"/>
                                    <a:pt x="22" y="81"/>
                                    <a:pt x="22" y="81"/>
                                  </a:cubicBezTo>
                                  <a:cubicBezTo>
                                    <a:pt x="22" y="81"/>
                                    <a:pt x="22" y="80"/>
                                    <a:pt x="22" y="79"/>
                                  </a:cubicBezTo>
                                  <a:cubicBezTo>
                                    <a:pt x="22" y="79"/>
                                    <a:pt x="21" y="79"/>
                                    <a:pt x="21" y="78"/>
                                  </a:cubicBezTo>
                                  <a:cubicBezTo>
                                    <a:pt x="21" y="78"/>
                                    <a:pt x="20" y="78"/>
                                    <a:pt x="20" y="79"/>
                                  </a:cubicBezTo>
                                  <a:cubicBezTo>
                                    <a:pt x="19" y="79"/>
                                    <a:pt x="19" y="80"/>
                                    <a:pt x="18" y="80"/>
                                  </a:cubicBezTo>
                                  <a:cubicBezTo>
                                    <a:pt x="18" y="80"/>
                                    <a:pt x="18" y="79"/>
                                    <a:pt x="18" y="79"/>
                                  </a:cubicBezTo>
                                  <a:cubicBezTo>
                                    <a:pt x="18" y="78"/>
                                    <a:pt x="19" y="78"/>
                                    <a:pt x="18" y="78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7" y="76"/>
                                    <a:pt x="17" y="76"/>
                                  </a:cubicBezTo>
                                  <a:cubicBezTo>
                                    <a:pt x="17" y="76"/>
                                    <a:pt x="17" y="75"/>
                                    <a:pt x="17" y="75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3"/>
                                    <a:pt x="17" y="73"/>
                                  </a:cubicBezTo>
                                  <a:cubicBezTo>
                                    <a:pt x="18" y="73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0"/>
                                    <a:pt x="17" y="70"/>
                                  </a:cubicBezTo>
                                  <a:cubicBezTo>
                                    <a:pt x="17" y="70"/>
                                    <a:pt x="17" y="69"/>
                                    <a:pt x="18" y="69"/>
                                  </a:cubicBezTo>
                                  <a:cubicBezTo>
                                    <a:pt x="18" y="69"/>
                                    <a:pt x="19" y="68"/>
                                    <a:pt x="19" y="67"/>
                                  </a:cubicBezTo>
                                  <a:cubicBezTo>
                                    <a:pt x="19" y="67"/>
                                    <a:pt x="19" y="66"/>
                                    <a:pt x="19" y="66"/>
                                  </a:cubicBezTo>
                                  <a:cubicBezTo>
                                    <a:pt x="19" y="65"/>
                                    <a:pt x="19" y="64"/>
                                    <a:pt x="19" y="64"/>
                                  </a:cubicBezTo>
                                  <a:cubicBezTo>
                                    <a:pt x="19" y="63"/>
                                    <a:pt x="20" y="62"/>
                                    <a:pt x="20" y="62"/>
                                  </a:cubicBezTo>
                                  <a:cubicBezTo>
                                    <a:pt x="20" y="61"/>
                                    <a:pt x="20" y="61"/>
                                    <a:pt x="20" y="60"/>
                                  </a:cubicBezTo>
                                  <a:cubicBezTo>
                                    <a:pt x="21" y="60"/>
                                    <a:pt x="21" y="60"/>
                                    <a:pt x="21" y="59"/>
                                  </a:cubicBezTo>
                                  <a:cubicBezTo>
                                    <a:pt x="21" y="59"/>
                                    <a:pt x="21" y="59"/>
                                    <a:pt x="21" y="58"/>
                                  </a:cubicBezTo>
                                  <a:cubicBezTo>
                                    <a:pt x="22" y="58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2" y="56"/>
                                    <a:pt x="21" y="56"/>
                                  </a:cubicBezTo>
                                  <a:cubicBezTo>
                                    <a:pt x="21" y="56"/>
                                    <a:pt x="21" y="55"/>
                                    <a:pt x="21" y="55"/>
                                  </a:cubicBezTo>
                                  <a:cubicBezTo>
                                    <a:pt x="21" y="55"/>
                                    <a:pt x="21" y="54"/>
                                    <a:pt x="22" y="54"/>
                                  </a:cubicBezTo>
                                  <a:cubicBezTo>
                                    <a:pt x="22" y="53"/>
                                    <a:pt x="22" y="53"/>
                                    <a:pt x="22" y="53"/>
                                  </a:cubicBezTo>
                                  <a:cubicBezTo>
                                    <a:pt x="22" y="52"/>
                                    <a:pt x="22" y="52"/>
                                    <a:pt x="22" y="52"/>
                                  </a:cubicBezTo>
                                  <a:cubicBezTo>
                                    <a:pt x="22" y="52"/>
                                    <a:pt x="21" y="51"/>
                                    <a:pt x="21" y="51"/>
                                  </a:cubicBezTo>
                                  <a:cubicBezTo>
                                    <a:pt x="21" y="51"/>
                                    <a:pt x="21" y="51"/>
                                    <a:pt x="21" y="50"/>
                                  </a:cubicBezTo>
                                  <a:cubicBezTo>
                                    <a:pt x="21" y="50"/>
                                    <a:pt x="22" y="50"/>
                                    <a:pt x="23" y="50"/>
                                  </a:cubicBezTo>
                                  <a:cubicBezTo>
                                    <a:pt x="23" y="50"/>
                                    <a:pt x="24" y="50"/>
                                    <a:pt x="24" y="50"/>
                                  </a:cubicBezTo>
                                  <a:cubicBezTo>
                                    <a:pt x="25" y="50"/>
                                    <a:pt x="26" y="50"/>
                                    <a:pt x="26" y="50"/>
                                  </a:cubicBezTo>
                                  <a:cubicBezTo>
                                    <a:pt x="27" y="50"/>
                                    <a:pt x="27" y="50"/>
                                    <a:pt x="27" y="51"/>
                                  </a:cubicBezTo>
                                  <a:cubicBezTo>
                                    <a:pt x="28" y="51"/>
                                    <a:pt x="27" y="51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3"/>
                                  </a:cubicBezTo>
                                  <a:cubicBezTo>
                                    <a:pt x="27" y="53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8" y="55"/>
                                  </a:cubicBezTo>
                                  <a:cubicBezTo>
                                    <a:pt x="28" y="55"/>
                                    <a:pt x="29" y="56"/>
                                    <a:pt x="29" y="56"/>
                                  </a:cubicBezTo>
                                  <a:cubicBezTo>
                                    <a:pt x="29" y="56"/>
                                    <a:pt x="29" y="56"/>
                                    <a:pt x="30" y="56"/>
                                  </a:cubicBezTo>
                                  <a:cubicBezTo>
                                    <a:pt x="30" y="55"/>
                                    <a:pt x="31" y="56"/>
                                    <a:pt x="31" y="56"/>
                                  </a:cubicBezTo>
                                  <a:cubicBezTo>
                                    <a:pt x="31" y="56"/>
                                    <a:pt x="32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5"/>
                                  </a:cubicBezTo>
                                  <a:cubicBezTo>
                                    <a:pt x="33" y="55"/>
                                    <a:pt x="34" y="55"/>
                                    <a:pt x="34" y="55"/>
                                  </a:cubicBezTo>
                                  <a:cubicBezTo>
                                    <a:pt x="34" y="56"/>
                                    <a:pt x="35" y="56"/>
                                    <a:pt x="35" y="57"/>
                                  </a:cubicBezTo>
                                  <a:cubicBezTo>
                                    <a:pt x="36" y="57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9" y="59"/>
                                    <a:pt x="39" y="60"/>
                                  </a:cubicBezTo>
                                  <a:cubicBezTo>
                                    <a:pt x="39" y="60"/>
                                    <a:pt x="39" y="59"/>
                                    <a:pt x="40" y="59"/>
                                  </a:cubicBezTo>
                                  <a:cubicBezTo>
                                    <a:pt x="40" y="59"/>
                                    <a:pt x="40" y="58"/>
                                    <a:pt x="40" y="57"/>
                                  </a:cubicBezTo>
                                  <a:cubicBezTo>
                                    <a:pt x="40" y="57"/>
                                    <a:pt x="40" y="54"/>
                                    <a:pt x="39" y="54"/>
                                  </a:cubicBezTo>
                                  <a:cubicBezTo>
                                    <a:pt x="39" y="54"/>
                                    <a:pt x="38" y="53"/>
                                    <a:pt x="38" y="52"/>
                                  </a:cubicBezTo>
                                  <a:cubicBezTo>
                                    <a:pt x="38" y="52"/>
                                    <a:pt x="38" y="50"/>
                                    <a:pt x="38" y="49"/>
                                  </a:cubicBezTo>
                                  <a:cubicBezTo>
                                    <a:pt x="38" y="49"/>
                                    <a:pt x="38" y="48"/>
                                    <a:pt x="39" y="48"/>
                                  </a:cubicBezTo>
                                  <a:cubicBezTo>
                                    <a:pt x="39" y="47"/>
                                    <a:pt x="39" y="46"/>
                                    <a:pt x="40" y="45"/>
                                  </a:cubicBezTo>
                                  <a:cubicBezTo>
                                    <a:pt x="40" y="44"/>
                                    <a:pt x="41" y="43"/>
                                    <a:pt x="42" y="43"/>
                                  </a:cubicBezTo>
                                  <a:cubicBezTo>
                                    <a:pt x="42" y="43"/>
                                    <a:pt x="43" y="43"/>
                                    <a:pt x="44" y="43"/>
                                  </a:cubicBezTo>
                                  <a:cubicBezTo>
                                    <a:pt x="45" y="43"/>
                                    <a:pt x="46" y="42"/>
                                    <a:pt x="46" y="42"/>
                                  </a:cubicBezTo>
                                  <a:cubicBezTo>
                                    <a:pt x="47" y="42"/>
                                    <a:pt x="48" y="43"/>
                                    <a:pt x="48" y="43"/>
                                  </a:cubicBezTo>
                                  <a:cubicBezTo>
                                    <a:pt x="49" y="43"/>
                                    <a:pt x="50" y="42"/>
                                    <a:pt x="50" y="42"/>
                                  </a:cubicBezTo>
                                  <a:cubicBezTo>
                                    <a:pt x="51" y="42"/>
                                    <a:pt x="52" y="43"/>
                                    <a:pt x="52" y="43"/>
                                  </a:cubicBezTo>
                                  <a:cubicBezTo>
                                    <a:pt x="53" y="43"/>
                                    <a:pt x="54" y="42"/>
                                    <a:pt x="54" y="42"/>
                                  </a:cubicBezTo>
                                  <a:cubicBezTo>
                                    <a:pt x="55" y="42"/>
                                    <a:pt x="55" y="43"/>
                                    <a:pt x="56" y="43"/>
                                  </a:cubicBezTo>
                                  <a:cubicBezTo>
                                    <a:pt x="56" y="43"/>
                                    <a:pt x="57" y="43"/>
                                    <a:pt x="57" y="43"/>
                                  </a:cubicBezTo>
                                  <a:cubicBezTo>
                                    <a:pt x="58" y="42"/>
                                    <a:pt x="58" y="42"/>
                                    <a:pt x="58" y="42"/>
                                  </a:cubicBezTo>
                                  <a:cubicBezTo>
                                    <a:pt x="58" y="42"/>
                                    <a:pt x="59" y="42"/>
                                    <a:pt x="59" y="41"/>
                                  </a:cubicBezTo>
                                  <a:cubicBezTo>
                                    <a:pt x="59" y="41"/>
                                    <a:pt x="59" y="39"/>
                                    <a:pt x="59" y="39"/>
                                  </a:cubicBezTo>
                                  <a:cubicBezTo>
                                    <a:pt x="58" y="39"/>
                                    <a:pt x="58" y="38"/>
                                    <a:pt x="58" y="37"/>
                                  </a:cubicBezTo>
                                  <a:cubicBezTo>
                                    <a:pt x="59" y="37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9" y="35"/>
                                    <a:pt x="59" y="35"/>
                                  </a:cubicBezTo>
                                  <a:cubicBezTo>
                                    <a:pt x="59" y="35"/>
                                    <a:pt x="59" y="34"/>
                                    <a:pt x="58" y="3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3" name="Freeform 831">
                              <a:extLst>
                                <a:ext uri="{FF2B5EF4-FFF2-40B4-BE49-F238E27FC236}">
                                  <a16:creationId xmlns:a16="http://schemas.microsoft.com/office/drawing/2014/main" id="{C60C8ECA-5BC8-3696-15C8-8DE91EC15C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278688" y="3617913"/>
                              <a:ext cx="220662" cy="157163"/>
                            </a:xfrm>
                            <a:custGeom>
                              <a:avLst/>
                              <a:gdLst>
                                <a:gd name="T0" fmla="*/ 51 w 53"/>
                                <a:gd name="T1" fmla="*/ 26 h 38"/>
                                <a:gd name="T2" fmla="*/ 48 w 53"/>
                                <a:gd name="T3" fmla="*/ 22 h 38"/>
                                <a:gd name="T4" fmla="*/ 44 w 53"/>
                                <a:gd name="T5" fmla="*/ 22 h 38"/>
                                <a:gd name="T6" fmla="*/ 44 w 53"/>
                                <a:gd name="T7" fmla="*/ 18 h 38"/>
                                <a:gd name="T8" fmla="*/ 42 w 53"/>
                                <a:gd name="T9" fmla="*/ 14 h 38"/>
                                <a:gd name="T10" fmla="*/ 38 w 53"/>
                                <a:gd name="T11" fmla="*/ 15 h 38"/>
                                <a:gd name="T12" fmla="*/ 35 w 53"/>
                                <a:gd name="T13" fmla="*/ 15 h 38"/>
                                <a:gd name="T14" fmla="*/ 32 w 53"/>
                                <a:gd name="T15" fmla="*/ 15 h 38"/>
                                <a:gd name="T16" fmla="*/ 30 w 53"/>
                                <a:gd name="T17" fmla="*/ 14 h 38"/>
                                <a:gd name="T18" fmla="*/ 28 w 53"/>
                                <a:gd name="T19" fmla="*/ 13 h 38"/>
                                <a:gd name="T20" fmla="*/ 25 w 53"/>
                                <a:gd name="T21" fmla="*/ 14 h 38"/>
                                <a:gd name="T22" fmla="*/ 22 w 53"/>
                                <a:gd name="T23" fmla="*/ 13 h 38"/>
                                <a:gd name="T24" fmla="*/ 14 w 53"/>
                                <a:gd name="T25" fmla="*/ 13 h 38"/>
                                <a:gd name="T26" fmla="*/ 13 w 53"/>
                                <a:gd name="T27" fmla="*/ 10 h 38"/>
                                <a:gd name="T28" fmla="*/ 14 w 53"/>
                                <a:gd name="T29" fmla="*/ 9 h 38"/>
                                <a:gd name="T30" fmla="*/ 17 w 53"/>
                                <a:gd name="T31" fmla="*/ 8 h 38"/>
                                <a:gd name="T32" fmla="*/ 20 w 53"/>
                                <a:gd name="T33" fmla="*/ 9 h 38"/>
                                <a:gd name="T34" fmla="*/ 22 w 53"/>
                                <a:gd name="T35" fmla="*/ 9 h 38"/>
                                <a:gd name="T36" fmla="*/ 22 w 53"/>
                                <a:gd name="T37" fmla="*/ 7 h 38"/>
                                <a:gd name="T38" fmla="*/ 21 w 53"/>
                                <a:gd name="T39" fmla="*/ 5 h 38"/>
                                <a:gd name="T40" fmla="*/ 22 w 53"/>
                                <a:gd name="T41" fmla="*/ 2 h 38"/>
                                <a:gd name="T42" fmla="*/ 21 w 53"/>
                                <a:gd name="T43" fmla="*/ 1 h 38"/>
                                <a:gd name="T44" fmla="*/ 20 w 53"/>
                                <a:gd name="T45" fmla="*/ 1 h 38"/>
                                <a:gd name="T46" fmla="*/ 15 w 53"/>
                                <a:gd name="T47" fmla="*/ 3 h 38"/>
                                <a:gd name="T48" fmla="*/ 13 w 53"/>
                                <a:gd name="T49" fmla="*/ 3 h 38"/>
                                <a:gd name="T50" fmla="*/ 12 w 53"/>
                                <a:gd name="T51" fmla="*/ 4 h 38"/>
                                <a:gd name="T52" fmla="*/ 13 w 53"/>
                                <a:gd name="T53" fmla="*/ 7 h 38"/>
                                <a:gd name="T54" fmla="*/ 10 w 53"/>
                                <a:gd name="T55" fmla="*/ 8 h 38"/>
                                <a:gd name="T56" fmla="*/ 10 w 53"/>
                                <a:gd name="T57" fmla="*/ 9 h 38"/>
                                <a:gd name="T58" fmla="*/ 9 w 53"/>
                                <a:gd name="T59" fmla="*/ 11 h 38"/>
                                <a:gd name="T60" fmla="*/ 7 w 53"/>
                                <a:gd name="T61" fmla="*/ 13 h 38"/>
                                <a:gd name="T62" fmla="*/ 4 w 53"/>
                                <a:gd name="T63" fmla="*/ 12 h 38"/>
                                <a:gd name="T64" fmla="*/ 1 w 53"/>
                                <a:gd name="T65" fmla="*/ 13 h 38"/>
                                <a:gd name="T66" fmla="*/ 0 w 53"/>
                                <a:gd name="T67" fmla="*/ 16 h 38"/>
                                <a:gd name="T68" fmla="*/ 2 w 53"/>
                                <a:gd name="T69" fmla="*/ 18 h 38"/>
                                <a:gd name="T70" fmla="*/ 5 w 53"/>
                                <a:gd name="T71" fmla="*/ 18 h 38"/>
                                <a:gd name="T72" fmla="*/ 4 w 53"/>
                                <a:gd name="T73" fmla="*/ 20 h 38"/>
                                <a:gd name="T74" fmla="*/ 7 w 53"/>
                                <a:gd name="T75" fmla="*/ 25 h 38"/>
                                <a:gd name="T76" fmla="*/ 6 w 53"/>
                                <a:gd name="T77" fmla="*/ 27 h 38"/>
                                <a:gd name="T78" fmla="*/ 4 w 53"/>
                                <a:gd name="T79" fmla="*/ 30 h 38"/>
                                <a:gd name="T80" fmla="*/ 3 w 53"/>
                                <a:gd name="T81" fmla="*/ 34 h 38"/>
                                <a:gd name="T82" fmla="*/ 7 w 53"/>
                                <a:gd name="T83" fmla="*/ 35 h 38"/>
                                <a:gd name="T84" fmla="*/ 11 w 53"/>
                                <a:gd name="T85" fmla="*/ 32 h 38"/>
                                <a:gd name="T86" fmla="*/ 13 w 53"/>
                                <a:gd name="T87" fmla="*/ 34 h 38"/>
                                <a:gd name="T88" fmla="*/ 19 w 53"/>
                                <a:gd name="T89" fmla="*/ 30 h 38"/>
                                <a:gd name="T90" fmla="*/ 21 w 53"/>
                                <a:gd name="T91" fmla="*/ 25 h 38"/>
                                <a:gd name="T92" fmla="*/ 25 w 53"/>
                                <a:gd name="T93" fmla="*/ 22 h 38"/>
                                <a:gd name="T94" fmla="*/ 27 w 53"/>
                                <a:gd name="T95" fmla="*/ 24 h 38"/>
                                <a:gd name="T96" fmla="*/ 26 w 53"/>
                                <a:gd name="T97" fmla="*/ 26 h 38"/>
                                <a:gd name="T98" fmla="*/ 28 w 53"/>
                                <a:gd name="T99" fmla="*/ 27 h 38"/>
                                <a:gd name="T100" fmla="*/ 28 w 53"/>
                                <a:gd name="T101" fmla="*/ 32 h 38"/>
                                <a:gd name="T102" fmla="*/ 29 w 53"/>
                                <a:gd name="T103" fmla="*/ 38 h 38"/>
                                <a:gd name="T104" fmla="*/ 33 w 53"/>
                                <a:gd name="T105" fmla="*/ 35 h 38"/>
                                <a:gd name="T106" fmla="*/ 37 w 53"/>
                                <a:gd name="T107" fmla="*/ 34 h 38"/>
                                <a:gd name="T108" fmla="*/ 40 w 53"/>
                                <a:gd name="T109" fmla="*/ 32 h 38"/>
                                <a:gd name="T110" fmla="*/ 42 w 53"/>
                                <a:gd name="T111" fmla="*/ 33 h 38"/>
                                <a:gd name="T112" fmla="*/ 45 w 53"/>
                                <a:gd name="T113" fmla="*/ 32 h 38"/>
                                <a:gd name="T114" fmla="*/ 50 w 53"/>
                                <a:gd name="T115" fmla="*/ 31 h 38"/>
                                <a:gd name="T116" fmla="*/ 52 w 53"/>
                                <a:gd name="T117" fmla="*/ 32 h 38"/>
                                <a:gd name="T118" fmla="*/ 52 w 53"/>
                                <a:gd name="T119" fmla="*/ 28 h 3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53" h="38">
                                  <a:moveTo>
                                    <a:pt x="52" y="28"/>
                                  </a:moveTo>
                                  <a:cubicBezTo>
                                    <a:pt x="52" y="28"/>
                                    <a:pt x="51" y="26"/>
                                    <a:pt x="51" y="26"/>
                                  </a:cubicBezTo>
                                  <a:cubicBezTo>
                                    <a:pt x="50" y="25"/>
                                    <a:pt x="50" y="24"/>
                                    <a:pt x="50" y="24"/>
                                  </a:cubicBezTo>
                                  <a:cubicBezTo>
                                    <a:pt x="50" y="23"/>
                                    <a:pt x="48" y="22"/>
                                    <a:pt x="48" y="22"/>
                                  </a:cubicBezTo>
                                  <a:cubicBezTo>
                                    <a:pt x="48" y="22"/>
                                    <a:pt x="47" y="22"/>
                                    <a:pt x="46" y="22"/>
                                  </a:cubicBezTo>
                                  <a:cubicBezTo>
                                    <a:pt x="46" y="22"/>
                                    <a:pt x="45" y="22"/>
                                    <a:pt x="44" y="22"/>
                                  </a:cubicBezTo>
                                  <a:cubicBezTo>
                                    <a:pt x="44" y="22"/>
                                    <a:pt x="43" y="19"/>
                                    <a:pt x="43" y="19"/>
                                  </a:cubicBezTo>
                                  <a:cubicBezTo>
                                    <a:pt x="44" y="18"/>
                                    <a:pt x="44" y="18"/>
                                    <a:pt x="44" y="18"/>
                                  </a:cubicBez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38" y="15"/>
                                    <a:pt x="38" y="15"/>
                                  </a:cubicBezTo>
                                  <a:cubicBezTo>
                                    <a:pt x="38" y="14"/>
                                    <a:pt x="37" y="14"/>
                                    <a:pt x="36" y="14"/>
                                  </a:cubicBezTo>
                                  <a:cubicBezTo>
                                    <a:pt x="36" y="14"/>
                                    <a:pt x="35" y="15"/>
                                    <a:pt x="35" y="15"/>
                                  </a:cubicBezTo>
                                  <a:cubicBezTo>
                                    <a:pt x="34" y="15"/>
                                    <a:pt x="33" y="16"/>
                                    <a:pt x="33" y="16"/>
                                  </a:cubicBezTo>
                                  <a:cubicBezTo>
                                    <a:pt x="32" y="15"/>
                                    <a:pt x="32" y="15"/>
                                    <a:pt x="32" y="15"/>
                                  </a:cubicBezTo>
                                  <a:cubicBezTo>
                                    <a:pt x="32" y="15"/>
                                    <a:pt x="30" y="15"/>
                                    <a:pt x="30" y="15"/>
                                  </a:cubicBezTo>
                                  <a:cubicBezTo>
                                    <a:pt x="30" y="15"/>
                                    <a:pt x="30" y="14"/>
                                    <a:pt x="30" y="14"/>
                                  </a:cubicBezTo>
                                  <a:cubicBezTo>
                                    <a:pt x="30" y="14"/>
                                    <a:pt x="29" y="14"/>
                                    <a:pt x="29" y="14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7" y="13"/>
                                    <a:pt x="27" y="13"/>
                                  </a:cubicBezTo>
                                  <a:cubicBezTo>
                                    <a:pt x="27" y="13"/>
                                    <a:pt x="25" y="14"/>
                                    <a:pt x="25" y="14"/>
                                  </a:cubicBezTo>
                                  <a:cubicBezTo>
                                    <a:pt x="23" y="14"/>
                                    <a:pt x="23" y="14"/>
                                    <a:pt x="23" y="14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1"/>
                                    <a:pt x="13" y="10"/>
                                  </a:cubicBezTo>
                                  <a:cubicBezTo>
                                    <a:pt x="13" y="10"/>
                                    <a:pt x="13" y="9"/>
                                    <a:pt x="13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1"/>
                                    <a:pt x="22" y="1"/>
                                  </a:cubicBezTo>
                                  <a:cubicBezTo>
                                    <a:pt x="21" y="1"/>
                                    <a:pt x="21" y="1"/>
                                    <a:pt x="21" y="1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20" y="1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5" y="3"/>
                                    <a:pt x="15" y="3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3" y="2"/>
                                    <a:pt x="13" y="3"/>
                                  </a:cubicBezTo>
                                  <a:cubicBezTo>
                                    <a:pt x="13" y="3"/>
                                    <a:pt x="13" y="4"/>
                                    <a:pt x="13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9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9" y="10"/>
                                    <a:pt x="9" y="11"/>
                                  </a:cubicBezTo>
                                  <a:cubicBezTo>
                                    <a:pt x="9" y="11"/>
                                    <a:pt x="8" y="11"/>
                                    <a:pt x="8" y="12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0" y="14"/>
                                    <a:pt x="0" y="15"/>
                                  </a:cubicBezTo>
                                  <a:cubicBezTo>
                                    <a:pt x="0" y="15"/>
                                    <a:pt x="0" y="16"/>
                                    <a:pt x="0" y="16"/>
                                  </a:cubicBezTo>
                                  <a:cubicBezTo>
                                    <a:pt x="0" y="16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2" y="18"/>
                                    <a:pt x="2" y="18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8"/>
                                    <a:pt x="5" y="19"/>
                                    <a:pt x="5" y="20"/>
                                  </a:cubicBezTo>
                                  <a:cubicBezTo>
                                    <a:pt x="5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7" y="25"/>
                                    <a:pt x="7" y="25"/>
                                  </a:cubicBezTo>
                                  <a:cubicBezTo>
                                    <a:pt x="7" y="25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6" y="27"/>
                                    <a:pt x="6" y="27"/>
                                  </a:cubicBezTo>
                                  <a:cubicBezTo>
                                    <a:pt x="5" y="28"/>
                                    <a:pt x="5" y="28"/>
                                    <a:pt x="5" y="28"/>
                                  </a:cubicBezTo>
                                  <a:cubicBezTo>
                                    <a:pt x="5" y="28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3" y="31"/>
                                    <a:pt x="3" y="31"/>
                                  </a:cubicBezTo>
                                  <a:cubicBezTo>
                                    <a:pt x="3" y="34"/>
                                    <a:pt x="3" y="34"/>
                                    <a:pt x="3" y="34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11" y="32"/>
                                    <a:pt x="11" y="32"/>
                                    <a:pt x="11" y="32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3"/>
                                    <a:pt x="15" y="31"/>
                                    <a:pt x="15" y="31"/>
                                  </a:cubicBezTo>
                                  <a:cubicBezTo>
                                    <a:pt x="19" y="30"/>
                                    <a:pt x="19" y="30"/>
                                    <a:pt x="19" y="30"/>
                                  </a:cubicBezTo>
                                  <a:cubicBezTo>
                                    <a:pt x="19" y="30"/>
                                    <a:pt x="19" y="27"/>
                                    <a:pt x="19" y="27"/>
                                  </a:cubicBezTo>
                                  <a:cubicBezTo>
                                    <a:pt x="19" y="27"/>
                                    <a:pt x="21" y="25"/>
                                    <a:pt x="21" y="25"/>
                                  </a:cubicBezTo>
                                  <a:cubicBezTo>
                                    <a:pt x="21" y="24"/>
                                    <a:pt x="23" y="22"/>
                                    <a:pt x="23" y="22"/>
                                  </a:cubicBezTo>
                                  <a:cubicBezTo>
                                    <a:pt x="23" y="22"/>
                                    <a:pt x="25" y="22"/>
                                    <a:pt x="25" y="22"/>
                                  </a:cubicBezTo>
                                  <a:cubicBezTo>
                                    <a:pt x="25" y="22"/>
                                    <a:pt x="25" y="23"/>
                                    <a:pt x="25" y="23"/>
                                  </a:cubicBezTo>
                                  <a:cubicBezTo>
                                    <a:pt x="25" y="23"/>
                                    <a:pt x="27" y="24"/>
                                    <a:pt x="27" y="24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6" y="26"/>
                                    <a:pt x="26" y="26"/>
                                    <a:pt x="26" y="26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8" y="27"/>
                                    <a:pt x="28" y="27"/>
                                    <a:pt x="28" y="27"/>
                                  </a:cubicBezTo>
                                  <a:cubicBezTo>
                                    <a:pt x="28" y="31"/>
                                    <a:pt x="28" y="31"/>
                                    <a:pt x="28" y="31"/>
                                  </a:cubicBezTo>
                                  <a:cubicBezTo>
                                    <a:pt x="28" y="32"/>
                                    <a:pt x="28" y="32"/>
                                    <a:pt x="28" y="32"/>
                                  </a:cubicBezTo>
                                  <a:cubicBezTo>
                                    <a:pt x="28" y="35"/>
                                    <a:pt x="28" y="35"/>
                                    <a:pt x="28" y="35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31" y="37"/>
                                    <a:pt x="31" y="37"/>
                                    <a:pt x="31" y="37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7" y="34"/>
                                    <a:pt x="37" y="34"/>
                                  </a:cubicBezTo>
                                  <a:cubicBezTo>
                                    <a:pt x="37" y="33"/>
                                    <a:pt x="39" y="32"/>
                                    <a:pt x="39" y="32"/>
                                  </a:cubicBezTo>
                                  <a:cubicBezTo>
                                    <a:pt x="39" y="32"/>
                                    <a:pt x="40" y="32"/>
                                    <a:pt x="40" y="32"/>
                                  </a:cubicBezTo>
                                  <a:cubicBezTo>
                                    <a:pt x="41" y="32"/>
                                    <a:pt x="43" y="32"/>
                                    <a:pt x="43" y="32"/>
                                  </a:cubicBezTo>
                                  <a:cubicBezTo>
                                    <a:pt x="42" y="33"/>
                                    <a:pt x="42" y="33"/>
                                    <a:pt x="42" y="33"/>
                                  </a:cubicBezTo>
                                  <a:cubicBezTo>
                                    <a:pt x="44" y="33"/>
                                    <a:pt x="44" y="33"/>
                                    <a:pt x="44" y="33"/>
                                  </a:cubicBezTo>
                                  <a:cubicBezTo>
                                    <a:pt x="45" y="32"/>
                                    <a:pt x="45" y="32"/>
                                    <a:pt x="45" y="32"/>
                                  </a:cubicBezTo>
                                  <a:cubicBezTo>
                                    <a:pt x="45" y="32"/>
                                    <a:pt x="46" y="32"/>
                                    <a:pt x="46" y="31"/>
                                  </a:cubicBezTo>
                                  <a:cubicBezTo>
                                    <a:pt x="47" y="31"/>
                                    <a:pt x="50" y="31"/>
                                    <a:pt x="50" y="31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3" y="31"/>
                                    <a:pt x="53" y="31"/>
                                  </a:cubicBezTo>
                                  <a:cubicBezTo>
                                    <a:pt x="53" y="31"/>
                                    <a:pt x="52" y="29"/>
                                    <a:pt x="52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4" name="Freeform 832">
                              <a:extLst>
                                <a:ext uri="{FF2B5EF4-FFF2-40B4-BE49-F238E27FC236}">
                                  <a16:creationId xmlns:a16="http://schemas.microsoft.com/office/drawing/2014/main" id="{63741534-95A5-4866-81C3-D12F49BB94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764588" y="4146550"/>
                              <a:ext cx="53975" cy="103188"/>
                            </a:xfrm>
                            <a:custGeom>
                              <a:avLst/>
                              <a:gdLst>
                                <a:gd name="T0" fmla="*/ 13 w 13"/>
                                <a:gd name="T1" fmla="*/ 2 h 25"/>
                                <a:gd name="T2" fmla="*/ 12 w 13"/>
                                <a:gd name="T3" fmla="*/ 1 h 25"/>
                                <a:gd name="T4" fmla="*/ 9 w 13"/>
                                <a:gd name="T5" fmla="*/ 1 h 25"/>
                                <a:gd name="T6" fmla="*/ 6 w 13"/>
                                <a:gd name="T7" fmla="*/ 4 h 25"/>
                                <a:gd name="T8" fmla="*/ 4 w 13"/>
                                <a:gd name="T9" fmla="*/ 7 h 25"/>
                                <a:gd name="T10" fmla="*/ 2 w 13"/>
                                <a:gd name="T11" fmla="*/ 10 h 25"/>
                                <a:gd name="T12" fmla="*/ 0 w 13"/>
                                <a:gd name="T13" fmla="*/ 15 h 25"/>
                                <a:gd name="T14" fmla="*/ 0 w 13"/>
                                <a:gd name="T15" fmla="*/ 16 h 25"/>
                                <a:gd name="T16" fmla="*/ 2 w 13"/>
                                <a:gd name="T17" fmla="*/ 21 h 25"/>
                                <a:gd name="T18" fmla="*/ 4 w 13"/>
                                <a:gd name="T19" fmla="*/ 22 h 25"/>
                                <a:gd name="T20" fmla="*/ 4 w 13"/>
                                <a:gd name="T21" fmla="*/ 23 h 25"/>
                                <a:gd name="T22" fmla="*/ 5 w 13"/>
                                <a:gd name="T23" fmla="*/ 25 h 25"/>
                                <a:gd name="T24" fmla="*/ 5 w 13"/>
                                <a:gd name="T25" fmla="*/ 24 h 25"/>
                                <a:gd name="T26" fmla="*/ 5 w 13"/>
                                <a:gd name="T27" fmla="*/ 23 h 25"/>
                                <a:gd name="T28" fmla="*/ 5 w 13"/>
                                <a:gd name="T29" fmla="*/ 22 h 25"/>
                                <a:gd name="T30" fmla="*/ 5 w 13"/>
                                <a:gd name="T31" fmla="*/ 22 h 25"/>
                                <a:gd name="T32" fmla="*/ 5 w 13"/>
                                <a:gd name="T33" fmla="*/ 22 h 25"/>
                                <a:gd name="T34" fmla="*/ 8 w 13"/>
                                <a:gd name="T35" fmla="*/ 19 h 25"/>
                                <a:gd name="T36" fmla="*/ 10 w 13"/>
                                <a:gd name="T37" fmla="*/ 9 h 25"/>
                                <a:gd name="T38" fmla="*/ 11 w 13"/>
                                <a:gd name="T39" fmla="*/ 7 h 25"/>
                                <a:gd name="T40" fmla="*/ 12 w 13"/>
                                <a:gd name="T41" fmla="*/ 5 h 25"/>
                                <a:gd name="T42" fmla="*/ 12 w 13"/>
                                <a:gd name="T43" fmla="*/ 4 h 25"/>
                                <a:gd name="T44" fmla="*/ 12 w 13"/>
                                <a:gd name="T45" fmla="*/ 4 h 25"/>
                                <a:gd name="T46" fmla="*/ 13 w 13"/>
                                <a:gd name="T47" fmla="*/ 2 h 2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</a:cxnLst>
                              <a:rect l="0" t="0" r="r" b="b"/>
                              <a:pathLst>
                                <a:path w="13" h="25">
                                  <a:moveTo>
                                    <a:pt x="13" y="2"/>
                                  </a:moveTo>
                                  <a:cubicBezTo>
                                    <a:pt x="13" y="2"/>
                                    <a:pt x="12" y="2"/>
                                    <a:pt x="12" y="1"/>
                                  </a:cubicBezTo>
                                  <a:cubicBezTo>
                                    <a:pt x="11" y="1"/>
                                    <a:pt x="10" y="0"/>
                                    <a:pt x="9" y="1"/>
                                  </a:cubicBezTo>
                                  <a:cubicBezTo>
                                    <a:pt x="8" y="2"/>
                                    <a:pt x="6" y="2"/>
                                    <a:pt x="6" y="4"/>
                                  </a:cubicBezTo>
                                  <a:cubicBezTo>
                                    <a:pt x="5" y="4"/>
                                    <a:pt x="4" y="6"/>
                                    <a:pt x="4" y="7"/>
                                  </a:cubicBezTo>
                                  <a:cubicBezTo>
                                    <a:pt x="3" y="8"/>
                                    <a:pt x="2" y="9"/>
                                    <a:pt x="2" y="10"/>
                                  </a:cubicBezTo>
                                  <a:cubicBezTo>
                                    <a:pt x="1" y="11"/>
                                    <a:pt x="1" y="13"/>
                                    <a:pt x="0" y="15"/>
                                  </a:cubicBezTo>
                                  <a:cubicBezTo>
                                    <a:pt x="0" y="15"/>
                                    <a:pt x="0" y="15"/>
                                    <a:pt x="0" y="16"/>
                                  </a:cubicBezTo>
                                  <a:cubicBezTo>
                                    <a:pt x="0" y="18"/>
                                    <a:pt x="1" y="21"/>
                                    <a:pt x="2" y="21"/>
                                  </a:cubicBezTo>
                                  <a:cubicBezTo>
                                    <a:pt x="3" y="22"/>
                                    <a:pt x="3" y="22"/>
                                    <a:pt x="4" y="22"/>
                                  </a:cubicBezTo>
                                  <a:cubicBezTo>
                                    <a:pt x="4" y="22"/>
                                    <a:pt x="3" y="23"/>
                                    <a:pt x="4" y="23"/>
                                  </a:cubicBezTo>
                                  <a:cubicBezTo>
                                    <a:pt x="4" y="23"/>
                                    <a:pt x="4" y="25"/>
                                    <a:pt x="5" y="25"/>
                                  </a:cubicBezTo>
                                  <a:cubicBezTo>
                                    <a:pt x="5" y="25"/>
                                    <a:pt x="5" y="24"/>
                                    <a:pt x="5" y="24"/>
                                  </a:cubicBezTo>
                                  <a:cubicBezTo>
                                    <a:pt x="5" y="24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6" y="21"/>
                                    <a:pt x="7" y="20"/>
                                    <a:pt x="8" y="19"/>
                                  </a:cubicBezTo>
                                  <a:cubicBezTo>
                                    <a:pt x="9" y="15"/>
                                    <a:pt x="10" y="12"/>
                                    <a:pt x="10" y="9"/>
                                  </a:cubicBezTo>
                                  <a:cubicBezTo>
                                    <a:pt x="11" y="8"/>
                                    <a:pt x="11" y="7"/>
                                    <a:pt x="11" y="7"/>
                                  </a:cubicBezTo>
                                  <a:cubicBezTo>
                                    <a:pt x="12" y="6"/>
                                    <a:pt x="12" y="6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3"/>
                                    <a:pt x="13" y="3"/>
                                    <a:pt x="13" y="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5" name="Freeform 834">
                              <a:extLst>
                                <a:ext uri="{FF2B5EF4-FFF2-40B4-BE49-F238E27FC236}">
                                  <a16:creationId xmlns:a16="http://schemas.microsoft.com/office/drawing/2014/main" id="{AC3FEBB8-7E2B-65E9-FD68-493EB32D14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627938" y="4605338"/>
                              <a:ext cx="61912" cy="115888"/>
                            </a:xfrm>
                            <a:custGeom>
                              <a:avLst/>
                              <a:gdLst>
                                <a:gd name="T0" fmla="*/ 15 w 15"/>
                                <a:gd name="T1" fmla="*/ 20 h 28"/>
                                <a:gd name="T2" fmla="*/ 14 w 15"/>
                                <a:gd name="T3" fmla="*/ 22 h 28"/>
                                <a:gd name="T4" fmla="*/ 9 w 15"/>
                                <a:gd name="T5" fmla="*/ 26 h 28"/>
                                <a:gd name="T6" fmla="*/ 8 w 15"/>
                                <a:gd name="T7" fmla="*/ 26 h 28"/>
                                <a:gd name="T8" fmla="*/ 4 w 15"/>
                                <a:gd name="T9" fmla="*/ 27 h 28"/>
                                <a:gd name="T10" fmla="*/ 1 w 15"/>
                                <a:gd name="T11" fmla="*/ 23 h 28"/>
                                <a:gd name="T12" fmla="*/ 0 w 15"/>
                                <a:gd name="T13" fmla="*/ 17 h 28"/>
                                <a:gd name="T14" fmla="*/ 1 w 15"/>
                                <a:gd name="T15" fmla="*/ 14 h 28"/>
                                <a:gd name="T16" fmla="*/ 3 w 15"/>
                                <a:gd name="T17" fmla="*/ 4 h 28"/>
                                <a:gd name="T18" fmla="*/ 3 w 15"/>
                                <a:gd name="T19" fmla="*/ 2 h 28"/>
                                <a:gd name="T20" fmla="*/ 3 w 15"/>
                                <a:gd name="T21" fmla="*/ 2 h 28"/>
                                <a:gd name="T22" fmla="*/ 3 w 15"/>
                                <a:gd name="T23" fmla="*/ 2 h 28"/>
                                <a:gd name="T24" fmla="*/ 2 w 15"/>
                                <a:gd name="T25" fmla="*/ 1 h 28"/>
                                <a:gd name="T26" fmla="*/ 3 w 15"/>
                                <a:gd name="T27" fmla="*/ 0 h 28"/>
                                <a:gd name="T28" fmla="*/ 4 w 15"/>
                                <a:gd name="T29" fmla="*/ 1 h 28"/>
                                <a:gd name="T30" fmla="*/ 3 w 15"/>
                                <a:gd name="T31" fmla="*/ 2 h 28"/>
                                <a:gd name="T32" fmla="*/ 4 w 15"/>
                                <a:gd name="T33" fmla="*/ 3 h 28"/>
                                <a:gd name="T34" fmla="*/ 6 w 15"/>
                                <a:gd name="T35" fmla="*/ 3 h 28"/>
                                <a:gd name="T36" fmla="*/ 8 w 15"/>
                                <a:gd name="T37" fmla="*/ 5 h 28"/>
                                <a:gd name="T38" fmla="*/ 9 w 15"/>
                                <a:gd name="T39" fmla="*/ 7 h 28"/>
                                <a:gd name="T40" fmla="*/ 11 w 15"/>
                                <a:gd name="T41" fmla="*/ 11 h 28"/>
                                <a:gd name="T42" fmla="*/ 11 w 15"/>
                                <a:gd name="T43" fmla="*/ 13 h 28"/>
                                <a:gd name="T44" fmla="*/ 15 w 15"/>
                                <a:gd name="T45" fmla="*/ 20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</a:cxnLst>
                              <a:rect l="0" t="0" r="r" b="b"/>
                              <a:pathLst>
                                <a:path w="15" h="28">
                                  <a:moveTo>
                                    <a:pt x="15" y="20"/>
                                  </a:moveTo>
                                  <a:cubicBezTo>
                                    <a:pt x="15" y="20"/>
                                    <a:pt x="14" y="21"/>
                                    <a:pt x="14" y="22"/>
                                  </a:cubicBezTo>
                                  <a:cubicBezTo>
                                    <a:pt x="13" y="24"/>
                                    <a:pt x="11" y="26"/>
                                    <a:pt x="9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7"/>
                                    <a:pt x="6" y="28"/>
                                    <a:pt x="4" y="27"/>
                                  </a:cubicBezTo>
                                  <a:cubicBezTo>
                                    <a:pt x="3" y="26"/>
                                    <a:pt x="2" y="25"/>
                                    <a:pt x="1" y="23"/>
                                  </a:cubicBezTo>
                                  <a:cubicBezTo>
                                    <a:pt x="1" y="21"/>
                                    <a:pt x="1" y="19"/>
                                    <a:pt x="0" y="17"/>
                                  </a:cubicBezTo>
                                  <a:cubicBezTo>
                                    <a:pt x="0" y="16"/>
                                    <a:pt x="1" y="15"/>
                                    <a:pt x="1" y="14"/>
                                  </a:cubicBezTo>
                                  <a:cubicBezTo>
                                    <a:pt x="1" y="10"/>
                                    <a:pt x="1" y="7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4" y="1"/>
                                    <a:pt x="4" y="1"/>
                                  </a:cubicBezTo>
                                  <a:cubicBezTo>
                                    <a:pt x="4" y="2"/>
                                    <a:pt x="4" y="2"/>
                                    <a:pt x="3" y="2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5" y="2"/>
                                    <a:pt x="5" y="2"/>
                                    <a:pt x="6" y="3"/>
                                  </a:cubicBezTo>
                                  <a:cubicBezTo>
                                    <a:pt x="6" y="3"/>
                                    <a:pt x="7" y="4"/>
                                    <a:pt x="8" y="5"/>
                                  </a:cubicBezTo>
                                  <a:cubicBezTo>
                                    <a:pt x="8" y="6"/>
                                    <a:pt x="8" y="6"/>
                                    <a:pt x="9" y="7"/>
                                  </a:cubicBezTo>
                                  <a:cubicBezTo>
                                    <a:pt x="10" y="8"/>
                                    <a:pt x="11" y="10"/>
                                    <a:pt x="11" y="11"/>
                                  </a:cubicBezTo>
                                  <a:cubicBezTo>
                                    <a:pt x="12" y="12"/>
                                    <a:pt x="11" y="12"/>
                                    <a:pt x="11" y="13"/>
                                  </a:cubicBezTo>
                                  <a:cubicBezTo>
                                    <a:pt x="13" y="15"/>
                                    <a:pt x="15" y="17"/>
                                    <a:pt x="15" y="2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6" name="Freeform 835">
                              <a:extLst>
                                <a:ext uri="{FF2B5EF4-FFF2-40B4-BE49-F238E27FC236}">
                                  <a16:creationId xmlns:a16="http://schemas.microsoft.com/office/drawing/2014/main" id="{277D0E72-8095-00DC-03C0-ACFA74E4A2E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934450" y="3708400"/>
                              <a:ext cx="95250" cy="184150"/>
                            </a:xfrm>
                            <a:custGeom>
                              <a:avLst/>
                              <a:gdLst>
                                <a:gd name="T0" fmla="*/ 1 w 23"/>
                                <a:gd name="T1" fmla="*/ 17 h 44"/>
                                <a:gd name="T2" fmla="*/ 2 w 23"/>
                                <a:gd name="T3" fmla="*/ 17 h 44"/>
                                <a:gd name="T4" fmla="*/ 5 w 23"/>
                                <a:gd name="T5" fmla="*/ 42 h 44"/>
                                <a:gd name="T6" fmla="*/ 1 w 23"/>
                                <a:gd name="T7" fmla="*/ 42 h 44"/>
                                <a:gd name="T8" fmla="*/ 1 w 23"/>
                                <a:gd name="T9" fmla="*/ 43 h 44"/>
                                <a:gd name="T10" fmla="*/ 1 w 23"/>
                                <a:gd name="T11" fmla="*/ 44 h 44"/>
                                <a:gd name="T12" fmla="*/ 2 w 23"/>
                                <a:gd name="T13" fmla="*/ 44 h 44"/>
                                <a:gd name="T14" fmla="*/ 5 w 23"/>
                                <a:gd name="T15" fmla="*/ 42 h 44"/>
                                <a:gd name="T16" fmla="*/ 14 w 23"/>
                                <a:gd name="T17" fmla="*/ 2 h 44"/>
                                <a:gd name="T18" fmla="*/ 8 w 23"/>
                                <a:gd name="T19" fmla="*/ 2 h 44"/>
                                <a:gd name="T20" fmla="*/ 6 w 23"/>
                                <a:gd name="T21" fmla="*/ 3 h 44"/>
                                <a:gd name="T22" fmla="*/ 2 w 23"/>
                                <a:gd name="T23" fmla="*/ 7 h 44"/>
                                <a:gd name="T24" fmla="*/ 1 w 23"/>
                                <a:gd name="T25" fmla="*/ 7 h 44"/>
                                <a:gd name="T26" fmla="*/ 3 w 23"/>
                                <a:gd name="T27" fmla="*/ 8 h 44"/>
                                <a:gd name="T28" fmla="*/ 4 w 23"/>
                                <a:gd name="T29" fmla="*/ 10 h 44"/>
                                <a:gd name="T30" fmla="*/ 3 w 23"/>
                                <a:gd name="T31" fmla="*/ 12 h 44"/>
                                <a:gd name="T32" fmla="*/ 2 w 23"/>
                                <a:gd name="T33" fmla="*/ 13 h 44"/>
                                <a:gd name="T34" fmla="*/ 0 w 23"/>
                                <a:gd name="T35" fmla="*/ 14 h 44"/>
                                <a:gd name="T36" fmla="*/ 1 w 23"/>
                                <a:gd name="T37" fmla="*/ 15 h 44"/>
                                <a:gd name="T38" fmla="*/ 2 w 23"/>
                                <a:gd name="T39" fmla="*/ 17 h 44"/>
                                <a:gd name="T40" fmla="*/ 2 w 23"/>
                                <a:gd name="T41" fmla="*/ 19 h 44"/>
                                <a:gd name="T42" fmla="*/ 3 w 23"/>
                                <a:gd name="T43" fmla="*/ 21 h 44"/>
                                <a:gd name="T44" fmla="*/ 3 w 23"/>
                                <a:gd name="T45" fmla="*/ 24 h 44"/>
                                <a:gd name="T46" fmla="*/ 1 w 23"/>
                                <a:gd name="T47" fmla="*/ 27 h 44"/>
                                <a:gd name="T48" fmla="*/ 2 w 23"/>
                                <a:gd name="T49" fmla="*/ 28 h 44"/>
                                <a:gd name="T50" fmla="*/ 1 w 23"/>
                                <a:gd name="T51" fmla="*/ 29 h 44"/>
                                <a:gd name="T52" fmla="*/ 1 w 23"/>
                                <a:gd name="T53" fmla="*/ 31 h 44"/>
                                <a:gd name="T54" fmla="*/ 2 w 23"/>
                                <a:gd name="T55" fmla="*/ 34 h 44"/>
                                <a:gd name="T56" fmla="*/ 7 w 23"/>
                                <a:gd name="T57" fmla="*/ 33 h 44"/>
                                <a:gd name="T58" fmla="*/ 11 w 23"/>
                                <a:gd name="T59" fmla="*/ 31 h 44"/>
                                <a:gd name="T60" fmla="*/ 11 w 23"/>
                                <a:gd name="T61" fmla="*/ 30 h 44"/>
                                <a:gd name="T62" fmla="*/ 12 w 23"/>
                                <a:gd name="T63" fmla="*/ 32 h 44"/>
                                <a:gd name="T64" fmla="*/ 12 w 23"/>
                                <a:gd name="T65" fmla="*/ 31 h 44"/>
                                <a:gd name="T66" fmla="*/ 12 w 23"/>
                                <a:gd name="T67" fmla="*/ 30 h 44"/>
                                <a:gd name="T68" fmla="*/ 14 w 23"/>
                                <a:gd name="T69" fmla="*/ 30 h 44"/>
                                <a:gd name="T70" fmla="*/ 15 w 23"/>
                                <a:gd name="T71" fmla="*/ 30 h 44"/>
                                <a:gd name="T72" fmla="*/ 17 w 23"/>
                                <a:gd name="T73" fmla="*/ 31 h 44"/>
                                <a:gd name="T74" fmla="*/ 17 w 23"/>
                                <a:gd name="T75" fmla="*/ 30 h 44"/>
                                <a:gd name="T76" fmla="*/ 16 w 23"/>
                                <a:gd name="T77" fmla="*/ 29 h 44"/>
                                <a:gd name="T78" fmla="*/ 17 w 23"/>
                                <a:gd name="T79" fmla="*/ 29 h 44"/>
                                <a:gd name="T80" fmla="*/ 19 w 23"/>
                                <a:gd name="T81" fmla="*/ 28 h 44"/>
                                <a:gd name="T82" fmla="*/ 23 w 23"/>
                                <a:gd name="T83" fmla="*/ 21 h 44"/>
                                <a:gd name="T84" fmla="*/ 22 w 23"/>
                                <a:gd name="T85" fmla="*/ 17 h 44"/>
                                <a:gd name="T86" fmla="*/ 22 w 23"/>
                                <a:gd name="T87" fmla="*/ 17 h 44"/>
                                <a:gd name="T88" fmla="*/ 20 w 23"/>
                                <a:gd name="T89" fmla="*/ 9 h 44"/>
                                <a:gd name="T90" fmla="*/ 16 w 23"/>
                                <a:gd name="T91" fmla="*/ 1 h 44"/>
                                <a:gd name="T92" fmla="*/ 14 w 23"/>
                                <a:gd name="T93" fmla="*/ 1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23" h="44">
                                  <a:moveTo>
                                    <a:pt x="2" y="17"/>
                                  </a:moveTo>
                                  <a:cubicBezTo>
                                    <a:pt x="2" y="17"/>
                                    <a:pt x="2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lose/>
                                  <a:moveTo>
                                    <a:pt x="5" y="42"/>
                                  </a:moveTo>
                                  <a:cubicBezTo>
                                    <a:pt x="5" y="41"/>
                                    <a:pt x="4" y="41"/>
                                    <a:pt x="3" y="41"/>
                                  </a:cubicBezTo>
                                  <a:cubicBezTo>
                                    <a:pt x="2" y="41"/>
                                    <a:pt x="2" y="42"/>
                                    <a:pt x="1" y="42"/>
                                  </a:cubicBezTo>
                                  <a:cubicBezTo>
                                    <a:pt x="1" y="42"/>
                                    <a:pt x="0" y="42"/>
                                    <a:pt x="0" y="43"/>
                                  </a:cubicBezTo>
                                  <a:cubicBezTo>
                                    <a:pt x="0" y="43"/>
                                    <a:pt x="0" y="43"/>
                                    <a:pt x="1" y="43"/>
                                  </a:cubicBezTo>
                                  <a:cubicBezTo>
                                    <a:pt x="1" y="44"/>
                                    <a:pt x="1" y="44"/>
                                    <a:pt x="1" y="44"/>
                                  </a:cubicBezTo>
                                  <a:cubicBezTo>
                                    <a:pt x="1" y="44"/>
                                    <a:pt x="1" y="44"/>
                                    <a:pt x="1" y="44"/>
                                  </a:cubicBezTo>
                                  <a:cubicBezTo>
                                    <a:pt x="1" y="44"/>
                                    <a:pt x="2" y="44"/>
                                    <a:pt x="2" y="44"/>
                                  </a:cubicBezTo>
                                  <a:cubicBezTo>
                                    <a:pt x="2" y="44"/>
                                    <a:pt x="2" y="44"/>
                                    <a:pt x="2" y="44"/>
                                  </a:cubicBezTo>
                                  <a:cubicBezTo>
                                    <a:pt x="3" y="44"/>
                                    <a:pt x="3" y="44"/>
                                    <a:pt x="4" y="44"/>
                                  </a:cubicBezTo>
                                  <a:cubicBezTo>
                                    <a:pt x="4" y="43"/>
                                    <a:pt x="5" y="43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lose/>
                                  <a:moveTo>
                                    <a:pt x="14" y="2"/>
                                  </a:move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1" y="2"/>
                                    <a:pt x="10" y="2"/>
                                    <a:pt x="8" y="2"/>
                                  </a:cubicBezTo>
                                  <a:cubicBezTo>
                                    <a:pt x="8" y="2"/>
                                    <a:pt x="7" y="2"/>
                                    <a:pt x="7" y="2"/>
                                  </a:cubicBez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5" y="4"/>
                                    <a:pt x="4" y="5"/>
                                    <a:pt x="3" y="6"/>
                                  </a:cubicBezTo>
                                  <a:cubicBezTo>
                                    <a:pt x="3" y="6"/>
                                    <a:pt x="3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2" y="9"/>
                                    <a:pt x="3" y="9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4" y="11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2" y="12"/>
                                    <a:pt x="2" y="12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1" y="15"/>
                                  </a:cubicBezTo>
                                  <a:cubicBezTo>
                                    <a:pt x="1" y="16"/>
                                    <a:pt x="1" y="16"/>
                                    <a:pt x="1" y="15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9"/>
                                  </a:cubicBezTo>
                                  <a:cubicBezTo>
                                    <a:pt x="3" y="19"/>
                                    <a:pt x="3" y="19"/>
                                    <a:pt x="3" y="20"/>
                                  </a:cubicBezTo>
                                  <a:cubicBezTo>
                                    <a:pt x="3" y="20"/>
                                    <a:pt x="3" y="20"/>
                                    <a:pt x="3" y="21"/>
                                  </a:cubicBezTo>
                                  <a:cubicBezTo>
                                    <a:pt x="3" y="21"/>
                                    <a:pt x="3" y="22"/>
                                    <a:pt x="3" y="23"/>
                                  </a:cubicBezTo>
                                  <a:cubicBezTo>
                                    <a:pt x="3" y="23"/>
                                    <a:pt x="3" y="23"/>
                                    <a:pt x="3" y="24"/>
                                  </a:cubicBezTo>
                                  <a:cubicBezTo>
                                    <a:pt x="3" y="24"/>
                                    <a:pt x="2" y="25"/>
                                    <a:pt x="2" y="26"/>
                                  </a:cubicBezTo>
                                  <a:cubicBezTo>
                                    <a:pt x="2" y="26"/>
                                    <a:pt x="2" y="26"/>
                                    <a:pt x="1" y="27"/>
                                  </a:cubicBezTo>
                                  <a:cubicBezTo>
                                    <a:pt x="1" y="27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1" y="28"/>
                                    <a:pt x="2" y="28"/>
                                  </a:cubicBezTo>
                                  <a:cubicBezTo>
                                    <a:pt x="2" y="28"/>
                                    <a:pt x="2" y="28"/>
                                    <a:pt x="2" y="28"/>
                                  </a:cubicBezTo>
                                  <a:cubicBezTo>
                                    <a:pt x="1" y="28"/>
                                    <a:pt x="1" y="29"/>
                                    <a:pt x="1" y="29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1" y="30"/>
                                    <a:pt x="1" y="30"/>
                                    <a:pt x="1" y="31"/>
                                  </a:cubicBezTo>
                                  <a:cubicBezTo>
                                    <a:pt x="1" y="32"/>
                                    <a:pt x="0" y="33"/>
                                    <a:pt x="0" y="34"/>
                                  </a:cubicBezTo>
                                  <a:cubicBezTo>
                                    <a:pt x="1" y="34"/>
                                    <a:pt x="1" y="35"/>
                                    <a:pt x="2" y="34"/>
                                  </a:cubicBezTo>
                                  <a:cubicBezTo>
                                    <a:pt x="4" y="35"/>
                                    <a:pt x="5" y="33"/>
                                    <a:pt x="7" y="32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8" y="34"/>
                                    <a:pt x="11" y="32"/>
                                    <a:pt x="11" y="31"/>
                                  </a:cubicBezTo>
                                  <a:cubicBezTo>
                                    <a:pt x="11" y="31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0" y="30"/>
                                    <a:pt x="10" y="30"/>
                                  </a:cubicBezTo>
                                  <a:cubicBezTo>
                                    <a:pt x="10" y="30"/>
                                    <a:pt x="10" y="30"/>
                                    <a:pt x="11" y="30"/>
                                  </a:cubicBezTo>
                                  <a:cubicBezTo>
                                    <a:pt x="11" y="30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1" y="32"/>
                                    <a:pt x="12" y="32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3" y="30"/>
                                  </a:cubicBezTo>
                                  <a:cubicBezTo>
                                    <a:pt x="13" y="30"/>
                                    <a:pt x="13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5" y="30"/>
                                    <a:pt x="15" y="30"/>
                                  </a:cubicBezTo>
                                  <a:cubicBezTo>
                                    <a:pt x="15" y="31"/>
                                    <a:pt x="16" y="31"/>
                                    <a:pt x="16" y="31"/>
                                  </a:cubicBezTo>
                                  <a:cubicBezTo>
                                    <a:pt x="16" y="32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6" y="30"/>
                                    <a:pt x="16" y="30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7" y="29"/>
                                  </a:cubicBezTo>
                                  <a:cubicBezTo>
                                    <a:pt x="17" y="29"/>
                                    <a:pt x="18" y="29"/>
                                    <a:pt x="18" y="29"/>
                                  </a:cubicBezTo>
                                  <a:cubicBezTo>
                                    <a:pt x="18" y="29"/>
                                    <a:pt x="19" y="28"/>
                                    <a:pt x="19" y="28"/>
                                  </a:cubicBezTo>
                                  <a:cubicBezTo>
                                    <a:pt x="21" y="29"/>
                                    <a:pt x="21" y="28"/>
                                    <a:pt x="21" y="27"/>
                                  </a:cubicBezTo>
                                  <a:cubicBezTo>
                                    <a:pt x="23" y="25"/>
                                    <a:pt x="22" y="23"/>
                                    <a:pt x="23" y="21"/>
                                  </a:cubicBezTo>
                                  <a:cubicBezTo>
                                    <a:pt x="23" y="20"/>
                                    <a:pt x="22" y="20"/>
                                    <a:pt x="22" y="20"/>
                                  </a:cubicBezTo>
                                  <a:cubicBezTo>
                                    <a:pt x="22" y="19"/>
                                    <a:pt x="22" y="18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6"/>
                                    <a:pt x="22" y="15"/>
                                    <a:pt x="22" y="15"/>
                                  </a:cubicBezTo>
                                  <a:cubicBezTo>
                                    <a:pt x="22" y="13"/>
                                    <a:pt x="22" y="10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8" y="6"/>
                                    <a:pt x="17" y="4"/>
                                    <a:pt x="16" y="1"/>
                                  </a:cubicBezTo>
                                  <a:cubicBezTo>
                                    <a:pt x="16" y="1"/>
                                    <a:pt x="16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4" y="2"/>
                                    <a:pt x="14" y="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7" name="Freeform 837">
                              <a:extLst>
                                <a:ext uri="{FF2B5EF4-FFF2-40B4-BE49-F238E27FC236}">
                                  <a16:creationId xmlns:a16="http://schemas.microsoft.com/office/drawing/2014/main" id="{FEEB820D-A875-2335-3BF2-013ACC45989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145215" y="614363"/>
                              <a:ext cx="4662487" cy="2994025"/>
                            </a:xfrm>
                            <a:custGeom>
                              <a:avLst/>
                              <a:gdLst>
                                <a:gd name="T0" fmla="*/ 450 w 1120"/>
                                <a:gd name="T1" fmla="*/ 93 h 719"/>
                                <a:gd name="T2" fmla="*/ 530 w 1120"/>
                                <a:gd name="T3" fmla="*/ 133 h 719"/>
                                <a:gd name="T4" fmla="*/ 520 w 1120"/>
                                <a:gd name="T5" fmla="*/ 113 h 719"/>
                                <a:gd name="T6" fmla="*/ 138 w 1120"/>
                                <a:gd name="T7" fmla="*/ 68 h 719"/>
                                <a:gd name="T8" fmla="*/ 433 w 1120"/>
                                <a:gd name="T9" fmla="*/ 88 h 719"/>
                                <a:gd name="T10" fmla="*/ 197 w 1120"/>
                                <a:gd name="T11" fmla="*/ 28 h 719"/>
                                <a:gd name="T12" fmla="*/ 213 w 1120"/>
                                <a:gd name="T13" fmla="*/ 6 h 719"/>
                                <a:gd name="T14" fmla="*/ 357 w 1120"/>
                                <a:gd name="T15" fmla="*/ 46 h 719"/>
                                <a:gd name="T16" fmla="*/ 474 w 1120"/>
                                <a:gd name="T17" fmla="*/ 55 h 719"/>
                                <a:gd name="T18" fmla="*/ 152 w 1120"/>
                                <a:gd name="T19" fmla="*/ 72 h 719"/>
                                <a:gd name="T20" fmla="*/ 223 w 1120"/>
                                <a:gd name="T21" fmla="*/ 28 h 719"/>
                                <a:gd name="T22" fmla="*/ 210 w 1120"/>
                                <a:gd name="T23" fmla="*/ 33 h 719"/>
                                <a:gd name="T24" fmla="*/ 485 w 1120"/>
                                <a:gd name="T25" fmla="*/ 133 h 719"/>
                                <a:gd name="T26" fmla="*/ 187 w 1120"/>
                                <a:gd name="T27" fmla="*/ 22 h 719"/>
                                <a:gd name="T28" fmla="*/ 208 w 1120"/>
                                <a:gd name="T29" fmla="*/ 75 h 719"/>
                                <a:gd name="T30" fmla="*/ 193 w 1120"/>
                                <a:gd name="T31" fmla="*/ 297 h 719"/>
                                <a:gd name="T32" fmla="*/ 271 w 1120"/>
                                <a:gd name="T33" fmla="*/ 186 h 719"/>
                                <a:gd name="T34" fmla="*/ 185 w 1120"/>
                                <a:gd name="T35" fmla="*/ 267 h 719"/>
                                <a:gd name="T36" fmla="*/ 376 w 1120"/>
                                <a:gd name="T37" fmla="*/ 212 h 719"/>
                                <a:gd name="T38" fmla="*/ 217 w 1120"/>
                                <a:gd name="T39" fmla="*/ 369 h 719"/>
                                <a:gd name="T40" fmla="*/ 692 w 1120"/>
                                <a:gd name="T41" fmla="*/ 305 h 719"/>
                                <a:gd name="T42" fmla="*/ 690 w 1120"/>
                                <a:gd name="T43" fmla="*/ 286 h 719"/>
                                <a:gd name="T44" fmla="*/ 672 w 1120"/>
                                <a:gd name="T45" fmla="*/ 298 h 719"/>
                                <a:gd name="T46" fmla="*/ 750 w 1120"/>
                                <a:gd name="T47" fmla="*/ 212 h 719"/>
                                <a:gd name="T48" fmla="*/ 734 w 1120"/>
                                <a:gd name="T49" fmla="*/ 259 h 719"/>
                                <a:gd name="T50" fmla="*/ 848 w 1120"/>
                                <a:gd name="T51" fmla="*/ 208 h 719"/>
                                <a:gd name="T52" fmla="*/ 672 w 1120"/>
                                <a:gd name="T53" fmla="*/ 300 h 719"/>
                                <a:gd name="T54" fmla="*/ 673 w 1120"/>
                                <a:gd name="T55" fmla="*/ 306 h 719"/>
                                <a:gd name="T56" fmla="*/ 985 w 1120"/>
                                <a:gd name="T57" fmla="*/ 353 h 719"/>
                                <a:gd name="T58" fmla="*/ 804 w 1120"/>
                                <a:gd name="T59" fmla="*/ 311 h 719"/>
                                <a:gd name="T60" fmla="*/ 688 w 1120"/>
                                <a:gd name="T61" fmla="*/ 319 h 719"/>
                                <a:gd name="T62" fmla="*/ 675 w 1120"/>
                                <a:gd name="T63" fmla="*/ 277 h 719"/>
                                <a:gd name="T64" fmla="*/ 587 w 1120"/>
                                <a:gd name="T65" fmla="*/ 280 h 719"/>
                                <a:gd name="T66" fmla="*/ 526 w 1120"/>
                                <a:gd name="T67" fmla="*/ 294 h 719"/>
                                <a:gd name="T68" fmla="*/ 546 w 1120"/>
                                <a:gd name="T69" fmla="*/ 197 h 719"/>
                                <a:gd name="T70" fmla="*/ 471 w 1120"/>
                                <a:gd name="T71" fmla="*/ 213 h 719"/>
                                <a:gd name="T72" fmla="*/ 362 w 1120"/>
                                <a:gd name="T73" fmla="*/ 282 h 719"/>
                                <a:gd name="T74" fmla="*/ 346 w 1120"/>
                                <a:gd name="T75" fmla="*/ 327 h 719"/>
                                <a:gd name="T76" fmla="*/ 313 w 1120"/>
                                <a:gd name="T77" fmla="*/ 384 h 719"/>
                                <a:gd name="T78" fmla="*/ 209 w 1120"/>
                                <a:gd name="T79" fmla="*/ 376 h 719"/>
                                <a:gd name="T80" fmla="*/ 126 w 1120"/>
                                <a:gd name="T81" fmla="*/ 384 h 719"/>
                                <a:gd name="T82" fmla="*/ 63 w 1120"/>
                                <a:gd name="T83" fmla="*/ 445 h 719"/>
                                <a:gd name="T84" fmla="*/ 42 w 1120"/>
                                <a:gd name="T85" fmla="*/ 417 h 719"/>
                                <a:gd name="T86" fmla="*/ 67 w 1120"/>
                                <a:gd name="T87" fmla="*/ 377 h 719"/>
                                <a:gd name="T88" fmla="*/ 9 w 1120"/>
                                <a:gd name="T89" fmla="*/ 385 h 719"/>
                                <a:gd name="T90" fmla="*/ 5 w 1120"/>
                                <a:gd name="T91" fmla="*/ 525 h 719"/>
                                <a:gd name="T92" fmla="*/ 48 w 1120"/>
                                <a:gd name="T93" fmla="*/ 615 h 719"/>
                                <a:gd name="T94" fmla="*/ 64 w 1120"/>
                                <a:gd name="T95" fmla="*/ 681 h 719"/>
                                <a:gd name="T96" fmla="*/ 147 w 1120"/>
                                <a:gd name="T97" fmla="*/ 667 h 719"/>
                                <a:gd name="T98" fmla="*/ 231 w 1120"/>
                                <a:gd name="T99" fmla="*/ 625 h 719"/>
                                <a:gd name="T100" fmla="*/ 308 w 1120"/>
                                <a:gd name="T101" fmla="*/ 589 h 719"/>
                                <a:gd name="T102" fmla="*/ 419 w 1120"/>
                                <a:gd name="T103" fmla="*/ 639 h 719"/>
                                <a:gd name="T104" fmla="*/ 562 w 1120"/>
                                <a:gd name="T105" fmla="*/ 643 h 719"/>
                                <a:gd name="T106" fmla="*/ 701 w 1120"/>
                                <a:gd name="T107" fmla="*/ 646 h 719"/>
                                <a:gd name="T108" fmla="*/ 767 w 1120"/>
                                <a:gd name="T109" fmla="*/ 624 h 719"/>
                                <a:gd name="T110" fmla="*/ 818 w 1120"/>
                                <a:gd name="T111" fmla="*/ 523 h 719"/>
                                <a:gd name="T112" fmla="*/ 901 w 1120"/>
                                <a:gd name="T113" fmla="*/ 501 h 719"/>
                                <a:gd name="T114" fmla="*/ 871 w 1120"/>
                                <a:gd name="T115" fmla="*/ 559 h 719"/>
                                <a:gd name="T116" fmla="*/ 914 w 1120"/>
                                <a:gd name="T117" fmla="*/ 544 h 719"/>
                                <a:gd name="T118" fmla="*/ 1017 w 1120"/>
                                <a:gd name="T119" fmla="*/ 479 h 719"/>
                                <a:gd name="T120" fmla="*/ 1086 w 1120"/>
                                <a:gd name="T121" fmla="*/ 432 h 719"/>
                                <a:gd name="T122" fmla="*/ 872 w 1120"/>
                                <a:gd name="T123" fmla="*/ 626 h 719"/>
                                <a:gd name="T124" fmla="*/ 785 w 1120"/>
                                <a:gd name="T125" fmla="*/ 608 h 7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120" h="719">
                                  <a:moveTo>
                                    <a:pt x="88" y="448"/>
                                  </a:moveTo>
                                  <a:cubicBezTo>
                                    <a:pt x="87" y="447"/>
                                    <a:pt x="85" y="446"/>
                                    <a:pt x="87" y="446"/>
                                  </a:cubicBezTo>
                                  <a:cubicBezTo>
                                    <a:pt x="88" y="446"/>
                                    <a:pt x="88" y="447"/>
                                    <a:pt x="88" y="447"/>
                                  </a:cubicBezTo>
                                  <a:cubicBezTo>
                                    <a:pt x="88" y="447"/>
                                    <a:pt x="88" y="449"/>
                                    <a:pt x="88" y="448"/>
                                  </a:cubicBezTo>
                                  <a:cubicBezTo>
                                    <a:pt x="88" y="448"/>
                                    <a:pt x="88" y="448"/>
                                    <a:pt x="88" y="448"/>
                                  </a:cubicBezTo>
                                  <a:close/>
                                  <a:moveTo>
                                    <a:pt x="86" y="448"/>
                                  </a:moveTo>
                                  <a:cubicBezTo>
                                    <a:pt x="86" y="448"/>
                                    <a:pt x="87" y="450"/>
                                    <a:pt x="88" y="450"/>
                                  </a:cubicBezTo>
                                  <a:cubicBezTo>
                                    <a:pt x="88" y="450"/>
                                    <a:pt x="88" y="449"/>
                                    <a:pt x="88" y="449"/>
                                  </a:cubicBezTo>
                                  <a:cubicBezTo>
                                    <a:pt x="88" y="449"/>
                                    <a:pt x="88" y="449"/>
                                    <a:pt x="87" y="449"/>
                                  </a:cubicBezTo>
                                  <a:cubicBezTo>
                                    <a:pt x="87" y="448"/>
                                    <a:pt x="87" y="448"/>
                                    <a:pt x="86" y="448"/>
                                  </a:cubicBezTo>
                                  <a:cubicBezTo>
                                    <a:pt x="86" y="447"/>
                                    <a:pt x="85" y="447"/>
                                    <a:pt x="85" y="448"/>
                                  </a:cubicBezTo>
                                  <a:cubicBezTo>
                                    <a:pt x="85" y="448"/>
                                    <a:pt x="85" y="448"/>
                                    <a:pt x="86" y="448"/>
                                  </a:cubicBezTo>
                                  <a:close/>
                                  <a:moveTo>
                                    <a:pt x="1086" y="444"/>
                                  </a:moveTo>
                                  <a:cubicBezTo>
                                    <a:pt x="1085" y="444"/>
                                    <a:pt x="1084" y="445"/>
                                    <a:pt x="1084" y="446"/>
                                  </a:cubicBezTo>
                                  <a:cubicBezTo>
                                    <a:pt x="1084" y="447"/>
                                    <a:pt x="1084" y="446"/>
                                    <a:pt x="1085" y="447"/>
                                  </a:cubicBezTo>
                                  <a:cubicBezTo>
                                    <a:pt x="1086" y="446"/>
                                    <a:pt x="1087" y="446"/>
                                    <a:pt x="1087" y="445"/>
                                  </a:cubicBezTo>
                                  <a:cubicBezTo>
                                    <a:pt x="1087" y="445"/>
                                    <a:pt x="1087" y="444"/>
                                    <a:pt x="1086" y="444"/>
                                  </a:cubicBezTo>
                                  <a:close/>
                                  <a:moveTo>
                                    <a:pt x="1086" y="510"/>
                                  </a:moveTo>
                                  <a:cubicBezTo>
                                    <a:pt x="1086" y="511"/>
                                    <a:pt x="1085" y="511"/>
                                    <a:pt x="1085" y="511"/>
                                  </a:cubicBezTo>
                                  <a:cubicBezTo>
                                    <a:pt x="1083" y="511"/>
                                    <a:pt x="1083" y="509"/>
                                    <a:pt x="1082" y="508"/>
                                  </a:cubicBezTo>
                                  <a:cubicBezTo>
                                    <a:pt x="1082" y="508"/>
                                    <a:pt x="1082" y="508"/>
                                    <a:pt x="1082" y="508"/>
                                  </a:cubicBezTo>
                                  <a:cubicBezTo>
                                    <a:pt x="1082" y="508"/>
                                    <a:pt x="1082" y="508"/>
                                    <a:pt x="1082" y="508"/>
                                  </a:cubicBezTo>
                                  <a:cubicBezTo>
                                    <a:pt x="1083" y="509"/>
                                    <a:pt x="1084" y="509"/>
                                    <a:pt x="1085" y="510"/>
                                  </a:cubicBezTo>
                                  <a:cubicBezTo>
                                    <a:pt x="1086" y="510"/>
                                    <a:pt x="1086" y="510"/>
                                    <a:pt x="1086" y="510"/>
                                  </a:cubicBezTo>
                                  <a:close/>
                                  <a:moveTo>
                                    <a:pt x="1118" y="429"/>
                                  </a:move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lose/>
                                  <a:moveTo>
                                    <a:pt x="1117" y="429"/>
                                  </a:moveTo>
                                  <a:cubicBezTo>
                                    <a:pt x="1117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7" y="429"/>
                                    <a:pt x="1117" y="428"/>
                                    <a:pt x="1117" y="429"/>
                                  </a:cubicBezTo>
                                  <a:close/>
                                  <a:moveTo>
                                    <a:pt x="1100" y="552"/>
                                  </a:moveTo>
                                  <a:cubicBezTo>
                                    <a:pt x="1100" y="552"/>
                                    <a:pt x="1100" y="552"/>
                                    <a:pt x="1100" y="552"/>
                                  </a:cubicBezTo>
                                  <a:cubicBezTo>
                                    <a:pt x="1100" y="552"/>
                                    <a:pt x="1100" y="552"/>
                                    <a:pt x="1100" y="551"/>
                                  </a:cubicBezTo>
                                  <a:cubicBezTo>
                                    <a:pt x="1100" y="551"/>
                                    <a:pt x="1100" y="551"/>
                                    <a:pt x="1100" y="551"/>
                                  </a:cubicBezTo>
                                  <a:cubicBezTo>
                                    <a:pt x="1100" y="551"/>
                                    <a:pt x="1100" y="551"/>
                                    <a:pt x="1100" y="552"/>
                                  </a:cubicBezTo>
                                  <a:close/>
                                  <a:moveTo>
                                    <a:pt x="1119" y="429"/>
                                  </a:moveTo>
                                  <a:cubicBezTo>
                                    <a:pt x="1119" y="430"/>
                                    <a:pt x="1119" y="430"/>
                                    <a:pt x="1120" y="430"/>
                                  </a:cubicBezTo>
                                  <a:cubicBezTo>
                                    <a:pt x="1120" y="430"/>
                                    <a:pt x="1119" y="429"/>
                                    <a:pt x="1119" y="429"/>
                                  </a:cubicBezTo>
                                  <a:close/>
                                  <a:moveTo>
                                    <a:pt x="454" y="78"/>
                                  </a:move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lose/>
                                  <a:moveTo>
                                    <a:pt x="490" y="124"/>
                                  </a:moveTo>
                                  <a:cubicBezTo>
                                    <a:pt x="489" y="124"/>
                                    <a:pt x="488" y="124"/>
                                    <a:pt x="488" y="124"/>
                                  </a:cubicBezTo>
                                  <a:cubicBezTo>
                                    <a:pt x="488" y="124"/>
                                    <a:pt x="488" y="124"/>
                                    <a:pt x="488" y="124"/>
                                  </a:cubicBezTo>
                                  <a:cubicBezTo>
                                    <a:pt x="487" y="124"/>
                                    <a:pt x="487" y="124"/>
                                    <a:pt x="487" y="124"/>
                                  </a:cubicBezTo>
                                  <a:cubicBezTo>
                                    <a:pt x="486" y="125"/>
                                    <a:pt x="485" y="125"/>
                                    <a:pt x="484" y="124"/>
                                  </a:cubicBezTo>
                                  <a:cubicBezTo>
                                    <a:pt x="484" y="124"/>
                                    <a:pt x="484" y="124"/>
                                    <a:pt x="483" y="124"/>
                                  </a:cubicBezTo>
                                  <a:cubicBezTo>
                                    <a:pt x="483" y="124"/>
                                    <a:pt x="483" y="124"/>
                                    <a:pt x="483" y="124"/>
                                  </a:cubicBezTo>
                                  <a:cubicBezTo>
                                    <a:pt x="483" y="124"/>
                                    <a:pt x="483" y="124"/>
                                    <a:pt x="483" y="124"/>
                                  </a:cubicBezTo>
                                  <a:cubicBezTo>
                                    <a:pt x="483" y="125"/>
                                    <a:pt x="483" y="126"/>
                                    <a:pt x="482" y="125"/>
                                  </a:cubicBezTo>
                                  <a:cubicBezTo>
                                    <a:pt x="482" y="125"/>
                                    <a:pt x="482" y="125"/>
                                    <a:pt x="482" y="125"/>
                                  </a:cubicBezTo>
                                  <a:cubicBezTo>
                                    <a:pt x="482" y="125"/>
                                    <a:pt x="482" y="125"/>
                                    <a:pt x="482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4"/>
                                    <a:pt x="480" y="125"/>
                                    <a:pt x="480" y="124"/>
                                  </a:cubicBezTo>
                                  <a:cubicBezTo>
                                    <a:pt x="479" y="124"/>
                                    <a:pt x="479" y="124"/>
                                    <a:pt x="478" y="124"/>
                                  </a:cubicBezTo>
                                  <a:cubicBezTo>
                                    <a:pt x="477" y="124"/>
                                    <a:pt x="476" y="124"/>
                                    <a:pt x="475" y="123"/>
                                  </a:cubicBezTo>
                                  <a:cubicBezTo>
                                    <a:pt x="475" y="122"/>
                                    <a:pt x="475" y="122"/>
                                    <a:pt x="474" y="122"/>
                                  </a:cubicBezTo>
                                  <a:cubicBezTo>
                                    <a:pt x="473" y="121"/>
                                    <a:pt x="472" y="120"/>
                                    <a:pt x="472" y="119"/>
                                  </a:cubicBezTo>
                                  <a:cubicBezTo>
                                    <a:pt x="472" y="119"/>
                                    <a:pt x="472" y="118"/>
                                    <a:pt x="472" y="118"/>
                                  </a:cubicBezTo>
                                  <a:cubicBezTo>
                                    <a:pt x="472" y="118"/>
                                    <a:pt x="472" y="118"/>
                                    <a:pt x="472" y="118"/>
                                  </a:cubicBezTo>
                                  <a:cubicBezTo>
                                    <a:pt x="472" y="118"/>
                                    <a:pt x="472" y="118"/>
                                    <a:pt x="472" y="118"/>
                                  </a:cubicBezTo>
                                  <a:cubicBezTo>
                                    <a:pt x="471" y="118"/>
                                    <a:pt x="471" y="118"/>
                                    <a:pt x="470" y="118"/>
                                  </a:cubicBezTo>
                                  <a:cubicBezTo>
                                    <a:pt x="469" y="118"/>
                                    <a:pt x="468" y="117"/>
                                    <a:pt x="468" y="117"/>
                                  </a:cubicBezTo>
                                  <a:cubicBezTo>
                                    <a:pt x="467" y="118"/>
                                    <a:pt x="465" y="118"/>
                                    <a:pt x="464" y="118"/>
                                  </a:cubicBezTo>
                                  <a:cubicBezTo>
                                    <a:pt x="464" y="117"/>
                                    <a:pt x="464" y="117"/>
                                    <a:pt x="464" y="116"/>
                                  </a:cubicBezTo>
                                  <a:cubicBezTo>
                                    <a:pt x="464" y="115"/>
                                    <a:pt x="463" y="115"/>
                                    <a:pt x="463" y="114"/>
                                  </a:cubicBezTo>
                                  <a:cubicBezTo>
                                    <a:pt x="463" y="114"/>
                                    <a:pt x="462" y="114"/>
                                    <a:pt x="462" y="114"/>
                                  </a:cubicBezTo>
                                  <a:cubicBezTo>
                                    <a:pt x="461" y="115"/>
                                    <a:pt x="461" y="115"/>
                                    <a:pt x="461" y="116"/>
                                  </a:cubicBezTo>
                                  <a:cubicBezTo>
                                    <a:pt x="459" y="117"/>
                                    <a:pt x="458" y="116"/>
                                    <a:pt x="458" y="115"/>
                                  </a:cubicBezTo>
                                  <a:cubicBezTo>
                                    <a:pt x="457" y="114"/>
                                    <a:pt x="456" y="113"/>
                                    <a:pt x="457" y="111"/>
                                  </a:cubicBezTo>
                                  <a:cubicBezTo>
                                    <a:pt x="457" y="111"/>
                                    <a:pt x="457" y="111"/>
                                    <a:pt x="457" y="111"/>
                                  </a:cubicBezTo>
                                  <a:cubicBezTo>
                                    <a:pt x="454" y="109"/>
                                    <a:pt x="455" y="107"/>
                                    <a:pt x="455" y="105"/>
                                  </a:cubicBezTo>
                                  <a:cubicBezTo>
                                    <a:pt x="454" y="104"/>
                                    <a:pt x="455" y="102"/>
                                    <a:pt x="455" y="100"/>
                                  </a:cubicBezTo>
                                  <a:cubicBezTo>
                                    <a:pt x="455" y="100"/>
                                    <a:pt x="455" y="100"/>
                                    <a:pt x="455" y="100"/>
                                  </a:cubicBezTo>
                                  <a:cubicBezTo>
                                    <a:pt x="454" y="100"/>
                                    <a:pt x="454" y="100"/>
                                    <a:pt x="454" y="100"/>
                                  </a:cubicBezTo>
                                  <a:cubicBezTo>
                                    <a:pt x="453" y="100"/>
                                    <a:pt x="452" y="100"/>
                                    <a:pt x="452" y="101"/>
                                  </a:cubicBezTo>
                                  <a:cubicBezTo>
                                    <a:pt x="452" y="101"/>
                                    <a:pt x="452" y="101"/>
                                    <a:pt x="451" y="101"/>
                                  </a:cubicBezTo>
                                  <a:cubicBezTo>
                                    <a:pt x="451" y="101"/>
                                    <a:pt x="451" y="101"/>
                                    <a:pt x="451" y="101"/>
                                  </a:cubicBezTo>
                                  <a:cubicBezTo>
                                    <a:pt x="452" y="101"/>
                                    <a:pt x="450" y="100"/>
                                    <a:pt x="451" y="100"/>
                                  </a:cubicBezTo>
                                  <a:cubicBezTo>
                                    <a:pt x="452" y="99"/>
                                    <a:pt x="452" y="99"/>
                                    <a:pt x="452" y="98"/>
                                  </a:cubicBezTo>
                                  <a:cubicBezTo>
                                    <a:pt x="451" y="98"/>
                                    <a:pt x="451" y="97"/>
                                    <a:pt x="450" y="97"/>
                                  </a:cubicBezTo>
                                  <a:cubicBezTo>
                                    <a:pt x="449" y="97"/>
                                    <a:pt x="448" y="98"/>
                                    <a:pt x="449" y="99"/>
                                  </a:cubicBezTo>
                                  <a:cubicBezTo>
                                    <a:pt x="449" y="100"/>
                                    <a:pt x="448" y="101"/>
                                    <a:pt x="448" y="101"/>
                                  </a:cubicBezTo>
                                  <a:cubicBezTo>
                                    <a:pt x="447" y="101"/>
                                    <a:pt x="447" y="100"/>
                                    <a:pt x="447" y="100"/>
                                  </a:cubicBezTo>
                                  <a:cubicBezTo>
                                    <a:pt x="447" y="99"/>
                                    <a:pt x="446" y="98"/>
                                    <a:pt x="445" y="98"/>
                                  </a:cubicBezTo>
                                  <a:cubicBezTo>
                                    <a:pt x="445" y="98"/>
                                    <a:pt x="444" y="98"/>
                                    <a:pt x="444" y="97"/>
                                  </a:cubicBezTo>
                                  <a:cubicBezTo>
                                    <a:pt x="444" y="97"/>
                                    <a:pt x="445" y="96"/>
                                    <a:pt x="445" y="97"/>
                                  </a:cubicBezTo>
                                  <a:cubicBezTo>
                                    <a:pt x="448" y="97"/>
                                    <a:pt x="449" y="95"/>
                                    <a:pt x="450" y="93"/>
                                  </a:cubicBezTo>
                                  <a:cubicBezTo>
                                    <a:pt x="451" y="91"/>
                                    <a:pt x="452" y="89"/>
                                    <a:pt x="454" y="88"/>
                                  </a:cubicBezTo>
                                  <a:cubicBezTo>
                                    <a:pt x="455" y="88"/>
                                    <a:pt x="455" y="88"/>
                                    <a:pt x="455" y="87"/>
                                  </a:cubicBezTo>
                                  <a:cubicBezTo>
                                    <a:pt x="455" y="87"/>
                                    <a:pt x="455" y="87"/>
                                    <a:pt x="455" y="87"/>
                                  </a:cubicBezTo>
                                  <a:cubicBezTo>
                                    <a:pt x="455" y="87"/>
                                    <a:pt x="455" y="86"/>
                                    <a:pt x="455" y="86"/>
                                  </a:cubicBezTo>
                                  <a:cubicBezTo>
                                    <a:pt x="453" y="85"/>
                                    <a:pt x="454" y="84"/>
                                    <a:pt x="454" y="83"/>
                                  </a:cubicBezTo>
                                  <a:cubicBezTo>
                                    <a:pt x="454" y="83"/>
                                    <a:pt x="454" y="83"/>
                                    <a:pt x="454" y="83"/>
                                  </a:cubicBezTo>
                                  <a:cubicBezTo>
                                    <a:pt x="454" y="81"/>
                                    <a:pt x="455" y="80"/>
                                    <a:pt x="456" y="80"/>
                                  </a:cubicBezTo>
                                  <a:cubicBezTo>
                                    <a:pt x="456" y="80"/>
                                    <a:pt x="456" y="80"/>
                                    <a:pt x="456" y="80"/>
                                  </a:cubicBezTo>
                                  <a:cubicBezTo>
                                    <a:pt x="456" y="80"/>
                                    <a:pt x="457" y="80"/>
                                    <a:pt x="457" y="80"/>
                                  </a:cubicBezTo>
                                  <a:cubicBezTo>
                                    <a:pt x="457" y="79"/>
                                    <a:pt x="457" y="79"/>
                                    <a:pt x="458" y="78"/>
                                  </a:cubicBezTo>
                                  <a:cubicBezTo>
                                    <a:pt x="458" y="78"/>
                                    <a:pt x="459" y="77"/>
                                    <a:pt x="459" y="76"/>
                                  </a:cubicBezTo>
                                  <a:cubicBezTo>
                                    <a:pt x="460" y="77"/>
                                    <a:pt x="459" y="78"/>
                                    <a:pt x="460" y="79"/>
                                  </a:cubicBezTo>
                                  <a:cubicBezTo>
                                    <a:pt x="460" y="79"/>
                                    <a:pt x="460" y="79"/>
                                    <a:pt x="460" y="79"/>
                                  </a:cubicBezTo>
                                  <a:cubicBezTo>
                                    <a:pt x="460" y="79"/>
                                    <a:pt x="460" y="79"/>
                                    <a:pt x="460" y="79"/>
                                  </a:cubicBezTo>
                                  <a:cubicBezTo>
                                    <a:pt x="461" y="79"/>
                                    <a:pt x="461" y="79"/>
                                    <a:pt x="461" y="79"/>
                                  </a:cubicBezTo>
                                  <a:cubicBezTo>
                                    <a:pt x="462" y="78"/>
                                    <a:pt x="461" y="77"/>
                                    <a:pt x="462" y="76"/>
                                  </a:cubicBezTo>
                                  <a:cubicBezTo>
                                    <a:pt x="463" y="76"/>
                                    <a:pt x="464" y="76"/>
                                    <a:pt x="465" y="76"/>
                                  </a:cubicBezTo>
                                  <a:cubicBezTo>
                                    <a:pt x="466" y="77"/>
                                    <a:pt x="467" y="76"/>
                                    <a:pt x="469" y="76"/>
                                  </a:cubicBezTo>
                                  <a:cubicBezTo>
                                    <a:pt x="469" y="76"/>
                                    <a:pt x="469" y="76"/>
                                    <a:pt x="469" y="76"/>
                                  </a:cubicBezTo>
                                  <a:cubicBezTo>
                                    <a:pt x="470" y="75"/>
                                    <a:pt x="472" y="76"/>
                                    <a:pt x="473" y="74"/>
                                  </a:cubicBezTo>
                                  <a:cubicBezTo>
                                    <a:pt x="474" y="73"/>
                                    <a:pt x="476" y="74"/>
                                    <a:pt x="477" y="75"/>
                                  </a:cubicBezTo>
                                  <a:cubicBezTo>
                                    <a:pt x="478" y="75"/>
                                    <a:pt x="478" y="75"/>
                                    <a:pt x="479" y="76"/>
                                  </a:cubicBezTo>
                                  <a:cubicBezTo>
                                    <a:pt x="479" y="76"/>
                                    <a:pt x="479" y="76"/>
                                    <a:pt x="479" y="76"/>
                                  </a:cubicBezTo>
                                  <a:cubicBezTo>
                                    <a:pt x="479" y="76"/>
                                    <a:pt x="480" y="76"/>
                                    <a:pt x="479" y="77"/>
                                  </a:cubicBezTo>
                                  <a:cubicBezTo>
                                    <a:pt x="480" y="78"/>
                                    <a:pt x="480" y="78"/>
                                    <a:pt x="479" y="79"/>
                                  </a:cubicBezTo>
                                  <a:cubicBezTo>
                                    <a:pt x="479" y="79"/>
                                    <a:pt x="479" y="80"/>
                                    <a:pt x="478" y="80"/>
                                  </a:cubicBezTo>
                                  <a:cubicBezTo>
                                    <a:pt x="478" y="80"/>
                                    <a:pt x="478" y="80"/>
                                    <a:pt x="478" y="80"/>
                                  </a:cubicBezTo>
                                  <a:cubicBezTo>
                                    <a:pt x="480" y="83"/>
                                    <a:pt x="480" y="84"/>
                                    <a:pt x="478" y="85"/>
                                  </a:cubicBezTo>
                                  <a:cubicBezTo>
                                    <a:pt x="478" y="86"/>
                                    <a:pt x="476" y="86"/>
                                    <a:pt x="476" y="86"/>
                                  </a:cubicBezTo>
                                  <a:cubicBezTo>
                                    <a:pt x="476" y="87"/>
                                    <a:pt x="476" y="87"/>
                                    <a:pt x="474" y="87"/>
                                  </a:cubicBezTo>
                                  <a:cubicBezTo>
                                    <a:pt x="474" y="88"/>
                                    <a:pt x="473" y="88"/>
                                    <a:pt x="473" y="88"/>
                                  </a:cubicBezTo>
                                  <a:cubicBezTo>
                                    <a:pt x="473" y="88"/>
                                    <a:pt x="473" y="88"/>
                                    <a:pt x="473" y="88"/>
                                  </a:cubicBezTo>
                                  <a:cubicBezTo>
                                    <a:pt x="472" y="89"/>
                                    <a:pt x="471" y="89"/>
                                    <a:pt x="470" y="90"/>
                                  </a:cubicBezTo>
                                  <a:cubicBezTo>
                                    <a:pt x="470" y="90"/>
                                    <a:pt x="469" y="90"/>
                                    <a:pt x="470" y="91"/>
                                  </a:cubicBezTo>
                                  <a:cubicBezTo>
                                    <a:pt x="470" y="91"/>
                                    <a:pt x="470" y="91"/>
                                    <a:pt x="471" y="91"/>
                                  </a:cubicBezTo>
                                  <a:cubicBezTo>
                                    <a:pt x="473" y="90"/>
                                    <a:pt x="474" y="88"/>
                                    <a:pt x="476" y="88"/>
                                  </a:cubicBezTo>
                                  <a:cubicBezTo>
                                    <a:pt x="476" y="88"/>
                                    <a:pt x="477" y="87"/>
                                    <a:pt x="477" y="88"/>
                                  </a:cubicBezTo>
                                  <a:cubicBezTo>
                                    <a:pt x="478" y="89"/>
                                    <a:pt x="477" y="89"/>
                                    <a:pt x="477" y="89"/>
                                  </a:cubicBezTo>
                                  <a:cubicBezTo>
                                    <a:pt x="476" y="90"/>
                                    <a:pt x="475" y="90"/>
                                    <a:pt x="475" y="91"/>
                                  </a:cubicBezTo>
                                  <a:cubicBezTo>
                                    <a:pt x="474" y="92"/>
                                    <a:pt x="473" y="93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3"/>
                                    <a:pt x="474" y="92"/>
                                    <a:pt x="475" y="92"/>
                                  </a:cubicBezTo>
                                  <a:cubicBezTo>
                                    <a:pt x="476" y="91"/>
                                    <a:pt x="476" y="91"/>
                                    <a:pt x="477" y="90"/>
                                  </a:cubicBezTo>
                                  <a:cubicBezTo>
                                    <a:pt x="478" y="90"/>
                                    <a:pt x="478" y="89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81" y="87"/>
                                    <a:pt x="481" y="87"/>
                                    <a:pt x="480" y="85"/>
                                  </a:cubicBezTo>
                                  <a:cubicBezTo>
                                    <a:pt x="480" y="84"/>
                                    <a:pt x="480" y="84"/>
                                    <a:pt x="481" y="84"/>
                                  </a:cubicBezTo>
                                  <a:cubicBezTo>
                                    <a:pt x="481" y="84"/>
                                    <a:pt x="482" y="83"/>
                                    <a:pt x="482" y="83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3" y="82"/>
                                    <a:pt x="483" y="82"/>
                                    <a:pt x="483" y="82"/>
                                  </a:cubicBezTo>
                                  <a:cubicBezTo>
                                    <a:pt x="483" y="82"/>
                                    <a:pt x="483" y="81"/>
                                    <a:pt x="483" y="80"/>
                                  </a:cubicBezTo>
                                  <a:cubicBezTo>
                                    <a:pt x="482" y="79"/>
                                    <a:pt x="483" y="78"/>
                                    <a:pt x="484" y="78"/>
                                  </a:cubicBezTo>
                                  <a:cubicBezTo>
                                    <a:pt x="484" y="80"/>
                                    <a:pt x="486" y="78"/>
                                    <a:pt x="486" y="78"/>
                                  </a:cubicBezTo>
                                  <a:cubicBezTo>
                                    <a:pt x="487" y="78"/>
                                    <a:pt x="487" y="78"/>
                                    <a:pt x="488" y="78"/>
                                  </a:cubicBezTo>
                                  <a:cubicBezTo>
                                    <a:pt x="488" y="78"/>
                                    <a:pt x="487" y="79"/>
                                    <a:pt x="488" y="79"/>
                                  </a:cubicBezTo>
                                  <a:cubicBezTo>
                                    <a:pt x="488" y="79"/>
                                    <a:pt x="488" y="79"/>
                                    <a:pt x="489" y="79"/>
                                  </a:cubicBezTo>
                                  <a:cubicBezTo>
                                    <a:pt x="489" y="80"/>
                                    <a:pt x="488" y="80"/>
                                    <a:pt x="488" y="80"/>
                                  </a:cubicBezTo>
                                  <a:cubicBezTo>
                                    <a:pt x="491" y="80"/>
                                    <a:pt x="491" y="83"/>
                                    <a:pt x="492" y="84"/>
                                  </a:cubicBezTo>
                                  <a:cubicBezTo>
                                    <a:pt x="493" y="84"/>
                                    <a:pt x="492" y="85"/>
                                    <a:pt x="492" y="85"/>
                                  </a:cubicBezTo>
                                  <a:cubicBezTo>
                                    <a:pt x="492" y="85"/>
                                    <a:pt x="493" y="86"/>
                                    <a:pt x="493" y="86"/>
                                  </a:cubicBezTo>
                                  <a:cubicBezTo>
                                    <a:pt x="493" y="86"/>
                                    <a:pt x="493" y="86"/>
                                    <a:pt x="493" y="86"/>
                                  </a:cubicBezTo>
                                  <a:cubicBezTo>
                                    <a:pt x="494" y="87"/>
                                    <a:pt x="494" y="88"/>
                                    <a:pt x="494" y="89"/>
                                  </a:cubicBezTo>
                                  <a:cubicBezTo>
                                    <a:pt x="494" y="90"/>
                                    <a:pt x="493" y="90"/>
                                    <a:pt x="492" y="90"/>
                                  </a:cubicBezTo>
                                  <a:cubicBezTo>
                                    <a:pt x="493" y="91"/>
                                    <a:pt x="493" y="92"/>
                                    <a:pt x="492" y="93"/>
                                  </a:cubicBezTo>
                                  <a:cubicBezTo>
                                    <a:pt x="492" y="93"/>
                                    <a:pt x="492" y="94"/>
                                    <a:pt x="492" y="94"/>
                                  </a:cubicBezTo>
                                  <a:cubicBezTo>
                                    <a:pt x="492" y="94"/>
                                    <a:pt x="492" y="94"/>
                                    <a:pt x="492" y="94"/>
                                  </a:cubicBezTo>
                                  <a:cubicBezTo>
                                    <a:pt x="493" y="94"/>
                                    <a:pt x="493" y="95"/>
                                    <a:pt x="492" y="96"/>
                                  </a:cubicBezTo>
                                  <a:cubicBezTo>
                                    <a:pt x="492" y="96"/>
                                    <a:pt x="491" y="97"/>
                                    <a:pt x="492" y="98"/>
                                  </a:cubicBezTo>
                                  <a:cubicBezTo>
                                    <a:pt x="492" y="98"/>
                                    <a:pt x="492" y="98"/>
                                    <a:pt x="492" y="98"/>
                                  </a:cubicBezTo>
                                  <a:cubicBezTo>
                                    <a:pt x="492" y="99"/>
                                    <a:pt x="492" y="99"/>
                                    <a:pt x="492" y="99"/>
                                  </a:cubicBezTo>
                                  <a:cubicBezTo>
                                    <a:pt x="492" y="100"/>
                                    <a:pt x="492" y="101"/>
                                    <a:pt x="492" y="102"/>
                                  </a:cubicBezTo>
                                  <a:cubicBezTo>
                                    <a:pt x="492" y="102"/>
                                    <a:pt x="492" y="103"/>
                                    <a:pt x="492" y="104"/>
                                  </a:cubicBezTo>
                                  <a:cubicBezTo>
                                    <a:pt x="492" y="104"/>
                                    <a:pt x="492" y="104"/>
                                    <a:pt x="492" y="104"/>
                                  </a:cubicBezTo>
                                  <a:cubicBezTo>
                                    <a:pt x="492" y="104"/>
                                    <a:pt x="492" y="104"/>
                                    <a:pt x="492" y="104"/>
                                  </a:cubicBezTo>
                                  <a:cubicBezTo>
                                    <a:pt x="491" y="105"/>
                                    <a:pt x="492" y="106"/>
                                    <a:pt x="492" y="107"/>
                                  </a:cubicBezTo>
                                  <a:cubicBezTo>
                                    <a:pt x="492" y="108"/>
                                    <a:pt x="491" y="108"/>
                                    <a:pt x="490" y="108"/>
                                  </a:cubicBezTo>
                                  <a:cubicBezTo>
                                    <a:pt x="490" y="109"/>
                                    <a:pt x="490" y="108"/>
                                    <a:pt x="489" y="108"/>
                                  </a:cubicBezTo>
                                  <a:cubicBezTo>
                                    <a:pt x="489" y="107"/>
                                    <a:pt x="489" y="107"/>
                                    <a:pt x="489" y="107"/>
                                  </a:cubicBezTo>
                                  <a:cubicBezTo>
                                    <a:pt x="488" y="107"/>
                                    <a:pt x="488" y="106"/>
                                    <a:pt x="488" y="107"/>
                                  </a:cubicBezTo>
                                  <a:cubicBezTo>
                                    <a:pt x="487" y="107"/>
                                    <a:pt x="487" y="108"/>
                                    <a:pt x="488" y="108"/>
                                  </a:cubicBezTo>
                                  <a:cubicBezTo>
                                    <a:pt x="488" y="109"/>
                                    <a:pt x="489" y="110"/>
                                    <a:pt x="490" y="111"/>
                                  </a:cubicBezTo>
                                  <a:cubicBezTo>
                                    <a:pt x="490" y="111"/>
                                    <a:pt x="491" y="112"/>
                                    <a:pt x="491" y="112"/>
                                  </a:cubicBezTo>
                                  <a:cubicBezTo>
                                    <a:pt x="490" y="113"/>
                                    <a:pt x="491" y="114"/>
                                    <a:pt x="491" y="114"/>
                                  </a:cubicBezTo>
                                  <a:cubicBezTo>
                                    <a:pt x="492" y="114"/>
                                    <a:pt x="493" y="115"/>
                                    <a:pt x="493" y="116"/>
                                  </a:cubicBezTo>
                                  <a:cubicBezTo>
                                    <a:pt x="493" y="117"/>
                                    <a:pt x="493" y="119"/>
                                    <a:pt x="493" y="121"/>
                                  </a:cubicBezTo>
                                  <a:cubicBezTo>
                                    <a:pt x="492" y="122"/>
                                    <a:pt x="491" y="123"/>
                                    <a:pt x="490" y="124"/>
                                  </a:cubicBezTo>
                                  <a:close/>
                                  <a:moveTo>
                                    <a:pt x="530" y="133"/>
                                  </a:moveTo>
                                  <a:cubicBezTo>
                                    <a:pt x="530" y="133"/>
                                    <a:pt x="530" y="134"/>
                                    <a:pt x="530" y="134"/>
                                  </a:cubicBezTo>
                                  <a:cubicBezTo>
                                    <a:pt x="530" y="134"/>
                                    <a:pt x="530" y="134"/>
                                    <a:pt x="530" y="134"/>
                                  </a:cubicBezTo>
                                  <a:cubicBezTo>
                                    <a:pt x="529" y="136"/>
                                    <a:pt x="528" y="138"/>
                                    <a:pt x="527" y="140"/>
                                  </a:cubicBezTo>
                                  <a:cubicBezTo>
                                    <a:pt x="526" y="141"/>
                                    <a:pt x="526" y="142"/>
                                    <a:pt x="524" y="141"/>
                                  </a:cubicBezTo>
                                  <a:cubicBezTo>
                                    <a:pt x="524" y="141"/>
                                    <a:pt x="524" y="141"/>
                                    <a:pt x="524" y="141"/>
                                  </a:cubicBezTo>
                                  <a:cubicBezTo>
                                    <a:pt x="524" y="142"/>
                                    <a:pt x="523" y="141"/>
                                    <a:pt x="522" y="142"/>
                                  </a:cubicBezTo>
                                  <a:cubicBezTo>
                                    <a:pt x="521" y="142"/>
                                    <a:pt x="520" y="143"/>
                                    <a:pt x="518" y="144"/>
                                  </a:cubicBezTo>
                                  <a:cubicBezTo>
                                    <a:pt x="518" y="144"/>
                                    <a:pt x="518" y="144"/>
                                    <a:pt x="518" y="144"/>
                                  </a:cubicBezTo>
                                  <a:cubicBezTo>
                                    <a:pt x="518" y="145"/>
                                    <a:pt x="517" y="144"/>
                                    <a:pt x="516" y="144"/>
                                  </a:cubicBezTo>
                                  <a:cubicBezTo>
                                    <a:pt x="516" y="144"/>
                                    <a:pt x="515" y="145"/>
                                    <a:pt x="515" y="145"/>
                                  </a:cubicBezTo>
                                  <a:cubicBezTo>
                                    <a:pt x="515" y="145"/>
                                    <a:pt x="515" y="145"/>
                                    <a:pt x="515" y="145"/>
                                  </a:cubicBezTo>
                                  <a:cubicBezTo>
                                    <a:pt x="515" y="145"/>
                                    <a:pt x="515" y="145"/>
                                    <a:pt x="515" y="145"/>
                                  </a:cubicBezTo>
                                  <a:cubicBezTo>
                                    <a:pt x="514" y="145"/>
                                    <a:pt x="514" y="145"/>
                                    <a:pt x="513" y="145"/>
                                  </a:cubicBezTo>
                                  <a:cubicBezTo>
                                    <a:pt x="513" y="145"/>
                                    <a:pt x="513" y="145"/>
                                    <a:pt x="513" y="145"/>
                                  </a:cubicBezTo>
                                  <a:cubicBezTo>
                                    <a:pt x="513" y="145"/>
                                    <a:pt x="513" y="145"/>
                                    <a:pt x="513" y="145"/>
                                  </a:cubicBezTo>
                                  <a:cubicBezTo>
                                    <a:pt x="512" y="145"/>
                                    <a:pt x="513" y="147"/>
                                    <a:pt x="512" y="147"/>
                                  </a:cubicBezTo>
                                  <a:cubicBezTo>
                                    <a:pt x="511" y="147"/>
                                    <a:pt x="512" y="146"/>
                                    <a:pt x="511" y="145"/>
                                  </a:cubicBezTo>
                                  <a:cubicBezTo>
                                    <a:pt x="511" y="145"/>
                                    <a:pt x="511" y="145"/>
                                    <a:pt x="511" y="145"/>
                                  </a:cubicBezTo>
                                  <a:cubicBezTo>
                                    <a:pt x="511" y="145"/>
                                    <a:pt x="511" y="145"/>
                                    <a:pt x="511" y="145"/>
                                  </a:cubicBezTo>
                                  <a:cubicBezTo>
                                    <a:pt x="510" y="145"/>
                                    <a:pt x="509" y="145"/>
                                    <a:pt x="508" y="145"/>
                                  </a:cubicBezTo>
                                  <a:cubicBezTo>
                                    <a:pt x="508" y="146"/>
                                    <a:pt x="507" y="146"/>
                                    <a:pt x="506" y="146"/>
                                  </a:cubicBezTo>
                                  <a:cubicBezTo>
                                    <a:pt x="506" y="146"/>
                                    <a:pt x="506" y="146"/>
                                    <a:pt x="506" y="146"/>
                                  </a:cubicBezTo>
                                  <a:cubicBezTo>
                                    <a:pt x="506" y="146"/>
                                    <a:pt x="506" y="146"/>
                                    <a:pt x="506" y="146"/>
                                  </a:cubicBezTo>
                                  <a:cubicBezTo>
                                    <a:pt x="506" y="146"/>
                                    <a:pt x="505" y="146"/>
                                    <a:pt x="505" y="146"/>
                                  </a:cubicBezTo>
                                  <a:cubicBezTo>
                                    <a:pt x="505" y="146"/>
                                    <a:pt x="505" y="146"/>
                                    <a:pt x="505" y="146"/>
                                  </a:cubicBezTo>
                                  <a:cubicBezTo>
                                    <a:pt x="505" y="146"/>
                                    <a:pt x="505" y="146"/>
                                    <a:pt x="505" y="146"/>
                                  </a:cubicBezTo>
                                  <a:cubicBezTo>
                                    <a:pt x="504" y="146"/>
                                    <a:pt x="503" y="146"/>
                                    <a:pt x="502" y="146"/>
                                  </a:cubicBezTo>
                                  <a:cubicBezTo>
                                    <a:pt x="500" y="146"/>
                                    <a:pt x="500" y="148"/>
                                    <a:pt x="499" y="149"/>
                                  </a:cubicBezTo>
                                  <a:cubicBezTo>
                                    <a:pt x="497" y="150"/>
                                    <a:pt x="495" y="152"/>
                                    <a:pt x="493" y="153"/>
                                  </a:cubicBezTo>
                                  <a:cubicBezTo>
                                    <a:pt x="493" y="154"/>
                                    <a:pt x="492" y="154"/>
                                    <a:pt x="492" y="153"/>
                                  </a:cubicBezTo>
                                  <a:cubicBezTo>
                                    <a:pt x="491" y="153"/>
                                    <a:pt x="490" y="153"/>
                                    <a:pt x="490" y="154"/>
                                  </a:cubicBezTo>
                                  <a:cubicBezTo>
                                    <a:pt x="488" y="151"/>
                                    <a:pt x="489" y="148"/>
                                    <a:pt x="491" y="145"/>
                                  </a:cubicBezTo>
                                  <a:cubicBezTo>
                                    <a:pt x="492" y="142"/>
                                    <a:pt x="493" y="139"/>
                                    <a:pt x="495" y="137"/>
                                  </a:cubicBezTo>
                                  <a:cubicBezTo>
                                    <a:pt x="495" y="136"/>
                                    <a:pt x="495" y="135"/>
                                    <a:pt x="495" y="135"/>
                                  </a:cubicBezTo>
                                  <a:cubicBezTo>
                                    <a:pt x="495" y="134"/>
                                    <a:pt x="495" y="133"/>
                                    <a:pt x="496" y="132"/>
                                  </a:cubicBezTo>
                                  <a:cubicBezTo>
                                    <a:pt x="496" y="132"/>
                                    <a:pt x="496" y="132"/>
                                    <a:pt x="496" y="132"/>
                                  </a:cubicBezTo>
                                  <a:cubicBezTo>
                                    <a:pt x="495" y="131"/>
                                    <a:pt x="496" y="130"/>
                                    <a:pt x="496" y="129"/>
                                  </a:cubicBezTo>
                                  <a:cubicBezTo>
                                    <a:pt x="496" y="129"/>
                                    <a:pt x="496" y="129"/>
                                    <a:pt x="496" y="129"/>
                                  </a:cubicBezTo>
                                  <a:cubicBezTo>
                                    <a:pt x="496" y="128"/>
                                    <a:pt x="496" y="126"/>
                                    <a:pt x="497" y="125"/>
                                  </a:cubicBezTo>
                                  <a:cubicBezTo>
                                    <a:pt x="497" y="125"/>
                                    <a:pt x="498" y="124"/>
                                    <a:pt x="498" y="125"/>
                                  </a:cubicBezTo>
                                  <a:cubicBezTo>
                                    <a:pt x="499" y="126"/>
                                    <a:pt x="499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499" y="125"/>
                                    <a:pt x="499" y="125"/>
                                    <a:pt x="499" y="124"/>
                                  </a:cubicBezTo>
                                  <a:cubicBezTo>
                                    <a:pt x="498" y="122"/>
                                    <a:pt x="499" y="120"/>
                                    <a:pt x="499" y="118"/>
                                  </a:cubicBezTo>
                                  <a:cubicBezTo>
                                    <a:pt x="500" y="117"/>
                                    <a:pt x="500" y="117"/>
                                    <a:pt x="501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3" y="118"/>
                                    <a:pt x="503" y="118"/>
                                    <a:pt x="503" y="118"/>
                                  </a:cubicBezTo>
                                  <a:cubicBezTo>
                                    <a:pt x="503" y="118"/>
                                    <a:pt x="502" y="117"/>
                                    <a:pt x="502" y="117"/>
                                  </a:cubicBezTo>
                                  <a:cubicBezTo>
                                    <a:pt x="502" y="117"/>
                                    <a:pt x="501" y="117"/>
                                    <a:pt x="501" y="117"/>
                                  </a:cubicBezTo>
                                  <a:cubicBezTo>
                                    <a:pt x="500" y="116"/>
                                    <a:pt x="500" y="116"/>
                                    <a:pt x="500" y="115"/>
                                  </a:cubicBezTo>
                                  <a:cubicBezTo>
                                    <a:pt x="500" y="114"/>
                                    <a:pt x="501" y="113"/>
                                    <a:pt x="502" y="114"/>
                                  </a:cubicBezTo>
                                  <a:cubicBezTo>
                                    <a:pt x="502" y="114"/>
                                    <a:pt x="502" y="114"/>
                                    <a:pt x="502" y="114"/>
                                  </a:cubicBezTo>
                                  <a:cubicBezTo>
                                    <a:pt x="502" y="114"/>
                                    <a:pt x="502" y="114"/>
                                    <a:pt x="502" y="114"/>
                                  </a:cubicBezTo>
                                  <a:cubicBezTo>
                                    <a:pt x="501" y="112"/>
                                    <a:pt x="501" y="109"/>
                                    <a:pt x="503" y="109"/>
                                  </a:cubicBezTo>
                                  <a:cubicBezTo>
                                    <a:pt x="503" y="109"/>
                                    <a:pt x="503" y="109"/>
                                    <a:pt x="503" y="109"/>
                                  </a:cubicBezTo>
                                  <a:cubicBezTo>
                                    <a:pt x="504" y="108"/>
                                    <a:pt x="504" y="108"/>
                                    <a:pt x="504" y="107"/>
                                  </a:cubicBezTo>
                                  <a:cubicBezTo>
                                    <a:pt x="504" y="106"/>
                                    <a:pt x="504" y="106"/>
                                    <a:pt x="504" y="105"/>
                                  </a:cubicBezTo>
                                  <a:cubicBezTo>
                                    <a:pt x="504" y="105"/>
                                    <a:pt x="505" y="105"/>
                                    <a:pt x="505" y="105"/>
                                  </a:cubicBezTo>
                                  <a:cubicBezTo>
                                    <a:pt x="506" y="105"/>
                                    <a:pt x="505" y="105"/>
                                    <a:pt x="506" y="105"/>
                                  </a:cubicBezTo>
                                  <a:cubicBezTo>
                                    <a:pt x="506" y="106"/>
                                    <a:pt x="506" y="106"/>
                                    <a:pt x="506" y="106"/>
                                  </a:cubicBezTo>
                                  <a:cubicBezTo>
                                    <a:pt x="506" y="106"/>
                                    <a:pt x="506" y="106"/>
                                    <a:pt x="506" y="106"/>
                                  </a:cubicBezTo>
                                  <a:cubicBezTo>
                                    <a:pt x="507" y="107"/>
                                    <a:pt x="506" y="107"/>
                                    <a:pt x="506" y="108"/>
                                  </a:cubicBezTo>
                                  <a:cubicBezTo>
                                    <a:pt x="506" y="109"/>
                                    <a:pt x="506" y="109"/>
                                    <a:pt x="507" y="109"/>
                                  </a:cubicBezTo>
                                  <a:cubicBezTo>
                                    <a:pt x="507" y="109"/>
                                    <a:pt x="508" y="110"/>
                                    <a:pt x="508" y="110"/>
                                  </a:cubicBezTo>
                                  <a:cubicBezTo>
                                    <a:pt x="509" y="109"/>
                                    <a:pt x="508" y="109"/>
                                    <a:pt x="508" y="109"/>
                                  </a:cubicBezTo>
                                  <a:cubicBezTo>
                                    <a:pt x="508" y="107"/>
                                    <a:pt x="508" y="106"/>
                                    <a:pt x="508" y="104"/>
                                  </a:cubicBezTo>
                                  <a:cubicBezTo>
                                    <a:pt x="508" y="102"/>
                                    <a:pt x="509" y="102"/>
                                    <a:pt x="510" y="103"/>
                                  </a:cubicBezTo>
                                  <a:cubicBezTo>
                                    <a:pt x="512" y="104"/>
                                    <a:pt x="513" y="105"/>
                                    <a:pt x="514" y="107"/>
                                  </a:cubicBezTo>
                                  <a:cubicBezTo>
                                    <a:pt x="515" y="107"/>
                                    <a:pt x="514" y="107"/>
                                    <a:pt x="514" y="108"/>
                                  </a:cubicBezTo>
                                  <a:cubicBezTo>
                                    <a:pt x="513" y="109"/>
                                    <a:pt x="513" y="110"/>
                                    <a:pt x="512" y="111"/>
                                  </a:cubicBezTo>
                                  <a:cubicBezTo>
                                    <a:pt x="512" y="111"/>
                                    <a:pt x="512" y="111"/>
                                    <a:pt x="512" y="111"/>
                                  </a:cubicBezTo>
                                  <a:cubicBezTo>
                                    <a:pt x="512" y="111"/>
                                    <a:pt x="512" y="111"/>
                                    <a:pt x="512" y="111"/>
                                  </a:cubicBezTo>
                                  <a:cubicBezTo>
                                    <a:pt x="512" y="111"/>
                                    <a:pt x="512" y="112"/>
                                    <a:pt x="512" y="113"/>
                                  </a:cubicBezTo>
                                  <a:cubicBezTo>
                                    <a:pt x="512" y="113"/>
                                    <a:pt x="512" y="114"/>
                                    <a:pt x="512" y="114"/>
                                  </a:cubicBezTo>
                                  <a:cubicBezTo>
                                    <a:pt x="512" y="114"/>
                                    <a:pt x="512" y="114"/>
                                    <a:pt x="512" y="114"/>
                                  </a:cubicBezTo>
                                  <a:cubicBezTo>
                                    <a:pt x="512" y="114"/>
                                    <a:pt x="512" y="114"/>
                                    <a:pt x="512" y="114"/>
                                  </a:cubicBezTo>
                                  <a:cubicBezTo>
                                    <a:pt x="512" y="116"/>
                                    <a:pt x="512" y="117"/>
                                    <a:pt x="512" y="118"/>
                                  </a:cubicBezTo>
                                  <a:cubicBezTo>
                                    <a:pt x="511" y="120"/>
                                    <a:pt x="510" y="122"/>
                                    <a:pt x="509" y="124"/>
                                  </a:cubicBezTo>
                                  <a:cubicBezTo>
                                    <a:pt x="509" y="124"/>
                                    <a:pt x="509" y="124"/>
                                    <a:pt x="509" y="124"/>
                                  </a:cubicBezTo>
                                  <a:cubicBezTo>
                                    <a:pt x="509" y="124"/>
                                    <a:pt x="509" y="124"/>
                                    <a:pt x="509" y="124"/>
                                  </a:cubicBezTo>
                                  <a:cubicBezTo>
                                    <a:pt x="510" y="125"/>
                                    <a:pt x="510" y="124"/>
                                    <a:pt x="511" y="124"/>
                                  </a:cubicBezTo>
                                  <a:cubicBezTo>
                                    <a:pt x="512" y="121"/>
                                    <a:pt x="513" y="119"/>
                                    <a:pt x="513" y="117"/>
                                  </a:cubicBezTo>
                                  <a:cubicBezTo>
                                    <a:pt x="513" y="117"/>
                                    <a:pt x="513" y="116"/>
                                    <a:pt x="514" y="116"/>
                                  </a:cubicBezTo>
                                  <a:cubicBezTo>
                                    <a:pt x="515" y="116"/>
                                    <a:pt x="515" y="115"/>
                                    <a:pt x="516" y="114"/>
                                  </a:cubicBezTo>
                                  <a:cubicBezTo>
                                    <a:pt x="517" y="114"/>
                                    <a:pt x="517" y="112"/>
                                    <a:pt x="517" y="111"/>
                                  </a:cubicBezTo>
                                  <a:cubicBezTo>
                                    <a:pt x="518" y="112"/>
                                    <a:pt x="518" y="112"/>
                                    <a:pt x="518" y="113"/>
                                  </a:cubicBezTo>
                                  <a:cubicBezTo>
                                    <a:pt x="519" y="113"/>
                                    <a:pt x="519" y="112"/>
                                    <a:pt x="519" y="111"/>
                                  </a:cubicBezTo>
                                  <a:cubicBezTo>
                                    <a:pt x="519" y="111"/>
                                    <a:pt x="519" y="111"/>
                                    <a:pt x="519" y="111"/>
                                  </a:cubicBezTo>
                                  <a:cubicBezTo>
                                    <a:pt x="519" y="111"/>
                                    <a:pt x="519" y="111"/>
                                    <a:pt x="519" y="111"/>
                                  </a:cubicBezTo>
                                  <a:cubicBezTo>
                                    <a:pt x="520" y="112"/>
                                    <a:pt x="519" y="112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1" y="113"/>
                                    <a:pt x="521" y="114"/>
                                    <a:pt x="520" y="115"/>
                                  </a:cubicBezTo>
                                  <a:cubicBezTo>
                                    <a:pt x="520" y="115"/>
                                    <a:pt x="520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7"/>
                                    <a:pt x="521" y="117"/>
                                  </a:cubicBezTo>
                                  <a:cubicBezTo>
                                    <a:pt x="522" y="117"/>
                                    <a:pt x="522" y="117"/>
                                    <a:pt x="523" y="116"/>
                                  </a:cubicBezTo>
                                  <a:cubicBezTo>
                                    <a:pt x="522" y="117"/>
                                    <a:pt x="522" y="118"/>
                                    <a:pt x="521" y="117"/>
                                  </a:cubicBezTo>
                                  <a:cubicBezTo>
                                    <a:pt x="521" y="117"/>
                                    <a:pt x="521" y="117"/>
                                    <a:pt x="521" y="118"/>
                                  </a:cubicBezTo>
                                  <a:cubicBezTo>
                                    <a:pt x="523" y="118"/>
                                    <a:pt x="523" y="119"/>
                                    <a:pt x="523" y="120"/>
                                  </a:cubicBezTo>
                                  <a:cubicBezTo>
                                    <a:pt x="523" y="120"/>
                                    <a:pt x="523" y="120"/>
                                    <a:pt x="523" y="120"/>
                                  </a:cubicBezTo>
                                  <a:cubicBezTo>
                                    <a:pt x="524" y="121"/>
                                    <a:pt x="524" y="121"/>
                                    <a:pt x="524" y="122"/>
                                  </a:cubicBezTo>
                                  <a:cubicBezTo>
                                    <a:pt x="524" y="122"/>
                                    <a:pt x="524" y="122"/>
                                    <a:pt x="524" y="123"/>
                                  </a:cubicBezTo>
                                  <a:cubicBezTo>
                                    <a:pt x="524" y="123"/>
                                    <a:pt x="523" y="123"/>
                                    <a:pt x="523" y="124"/>
                                  </a:cubicBezTo>
                                  <a:cubicBezTo>
                                    <a:pt x="523" y="124"/>
                                    <a:pt x="523" y="124"/>
                                    <a:pt x="523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5" y="124"/>
                                    <a:pt x="524" y="125"/>
                                    <a:pt x="525" y="125"/>
                                  </a:cubicBezTo>
                                  <a:cubicBezTo>
                                    <a:pt x="525" y="125"/>
                                    <a:pt x="525" y="124"/>
                                    <a:pt x="525" y="124"/>
                                  </a:cubicBezTo>
                                  <a:cubicBezTo>
                                    <a:pt x="525" y="123"/>
                                    <a:pt x="525" y="123"/>
                                    <a:pt x="526" y="123"/>
                                  </a:cubicBezTo>
                                  <a:cubicBezTo>
                                    <a:pt x="527" y="124"/>
                                    <a:pt x="528" y="124"/>
                                    <a:pt x="529" y="125"/>
                                  </a:cubicBezTo>
                                  <a:cubicBezTo>
                                    <a:pt x="529" y="126"/>
                                    <a:pt x="529" y="127"/>
                                    <a:pt x="529" y="128"/>
                                  </a:cubicBezTo>
                                  <a:cubicBezTo>
                                    <a:pt x="529" y="128"/>
                                    <a:pt x="529" y="128"/>
                                    <a:pt x="529" y="128"/>
                                  </a:cubicBezTo>
                                  <a:cubicBezTo>
                                    <a:pt x="529" y="128"/>
                                    <a:pt x="529" y="128"/>
                                    <a:pt x="529" y="128"/>
                                  </a:cubicBezTo>
                                  <a:cubicBezTo>
                                    <a:pt x="530" y="128"/>
                                    <a:pt x="529" y="129"/>
                                    <a:pt x="529" y="129"/>
                                  </a:cubicBezTo>
                                  <a:cubicBezTo>
                                    <a:pt x="529" y="129"/>
                                    <a:pt x="529" y="129"/>
                                    <a:pt x="529" y="129"/>
                                  </a:cubicBezTo>
                                  <a:cubicBezTo>
                                    <a:pt x="529" y="129"/>
                                    <a:pt x="529" y="129"/>
                                    <a:pt x="529" y="129"/>
                                  </a:cubicBezTo>
                                  <a:cubicBezTo>
                                    <a:pt x="530" y="130"/>
                                    <a:pt x="529" y="131"/>
                                    <a:pt x="530" y="133"/>
                                  </a:cubicBezTo>
                                  <a:cubicBezTo>
                                    <a:pt x="530" y="133"/>
                                    <a:pt x="530" y="133"/>
                                    <a:pt x="530" y="133"/>
                                  </a:cubicBezTo>
                                  <a:close/>
                                  <a:moveTo>
                                    <a:pt x="517" y="144"/>
                                  </a:move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lose/>
                                  <a:moveTo>
                                    <a:pt x="165" y="51"/>
                                  </a:moveTo>
                                  <a:cubicBezTo>
                                    <a:pt x="164" y="50"/>
                                    <a:pt x="163" y="49"/>
                                    <a:pt x="162" y="48"/>
                                  </a:cubicBezTo>
                                  <a:cubicBezTo>
                                    <a:pt x="162" y="48"/>
                                    <a:pt x="162" y="48"/>
                                    <a:pt x="162" y="48"/>
                                  </a:cubicBezTo>
                                  <a:cubicBezTo>
                                    <a:pt x="161" y="49"/>
                                    <a:pt x="160" y="49"/>
                                    <a:pt x="159" y="48"/>
                                  </a:cubicBezTo>
                                  <a:cubicBezTo>
                                    <a:pt x="159" y="49"/>
                                    <a:pt x="157" y="49"/>
                                    <a:pt x="157" y="50"/>
                                  </a:cubicBezTo>
                                  <a:cubicBezTo>
                                    <a:pt x="156" y="51"/>
                                    <a:pt x="156" y="51"/>
                                    <a:pt x="155" y="50"/>
                                  </a:cubicBezTo>
                                  <a:cubicBezTo>
                                    <a:pt x="155" y="50"/>
                                    <a:pt x="156" y="49"/>
                                    <a:pt x="156" y="49"/>
                                  </a:cubicBezTo>
                                  <a:cubicBezTo>
                                    <a:pt x="156" y="49"/>
                                    <a:pt x="157" y="48"/>
                                    <a:pt x="156" y="47"/>
                                  </a:cubicBezTo>
                                  <a:cubicBezTo>
                                    <a:pt x="156" y="47"/>
                                    <a:pt x="156" y="47"/>
                                    <a:pt x="156" y="47"/>
                                  </a:cubicBezTo>
                                  <a:cubicBezTo>
                                    <a:pt x="157" y="47"/>
                                    <a:pt x="158" y="47"/>
                                    <a:pt x="158" y="47"/>
                                  </a:cubicBezTo>
                                  <a:cubicBezTo>
                                    <a:pt x="158" y="47"/>
                                    <a:pt x="158" y="46"/>
                                    <a:pt x="158" y="46"/>
                                  </a:cubicBezTo>
                                  <a:cubicBezTo>
                                    <a:pt x="160" y="46"/>
                                    <a:pt x="160" y="45"/>
                                    <a:pt x="160" y="43"/>
                                  </a:cubicBezTo>
                                  <a:cubicBezTo>
                                    <a:pt x="160" y="43"/>
                                    <a:pt x="160" y="42"/>
                                    <a:pt x="159" y="42"/>
                                  </a:cubicBezTo>
                                  <a:cubicBezTo>
                                    <a:pt x="159" y="42"/>
                                    <a:pt x="159" y="42"/>
                                    <a:pt x="159" y="42"/>
                                  </a:cubicBezTo>
                                  <a:cubicBezTo>
                                    <a:pt x="159" y="42"/>
                                    <a:pt x="159" y="41"/>
                                    <a:pt x="159" y="42"/>
                                  </a:cubicBezTo>
                                  <a:cubicBezTo>
                                    <a:pt x="158" y="43"/>
                                    <a:pt x="157" y="44"/>
                                    <a:pt x="156" y="44"/>
                                  </a:cubicBezTo>
                                  <a:cubicBezTo>
                                    <a:pt x="156" y="44"/>
                                    <a:pt x="156" y="44"/>
                                    <a:pt x="156" y="44"/>
                                  </a:cubicBezTo>
                                  <a:cubicBezTo>
                                    <a:pt x="155" y="44"/>
                                    <a:pt x="155" y="45"/>
                                    <a:pt x="155" y="45"/>
                                  </a:cubicBezTo>
                                  <a:cubicBezTo>
                                    <a:pt x="154" y="45"/>
                                    <a:pt x="154" y="46"/>
                                    <a:pt x="154" y="45"/>
                                  </a:cubicBezTo>
                                  <a:cubicBezTo>
                                    <a:pt x="154" y="45"/>
                                    <a:pt x="153" y="44"/>
                                    <a:pt x="154" y="44"/>
                                  </a:cubicBezTo>
                                  <a:cubicBezTo>
                                    <a:pt x="154" y="43"/>
                                    <a:pt x="154" y="43"/>
                                    <a:pt x="154" y="43"/>
                                  </a:cubicBezTo>
                                  <a:cubicBezTo>
                                    <a:pt x="154" y="43"/>
                                    <a:pt x="155" y="43"/>
                                    <a:pt x="155" y="43"/>
                                  </a:cubicBezTo>
                                  <a:cubicBezTo>
                                    <a:pt x="155" y="43"/>
                                    <a:pt x="156" y="43"/>
                                    <a:pt x="156" y="42"/>
                                  </a:cubicBezTo>
                                  <a:cubicBezTo>
                                    <a:pt x="155" y="42"/>
                                    <a:pt x="155" y="41"/>
                                    <a:pt x="154" y="42"/>
                                  </a:cubicBezTo>
                                  <a:cubicBezTo>
                                    <a:pt x="154" y="42"/>
                                    <a:pt x="154" y="42"/>
                                    <a:pt x="153" y="42"/>
                                  </a:cubicBezTo>
                                  <a:cubicBezTo>
                                    <a:pt x="153" y="42"/>
                                    <a:pt x="153" y="42"/>
                                    <a:pt x="153" y="42"/>
                                  </a:cubicBezTo>
                                  <a:cubicBezTo>
                                    <a:pt x="153" y="42"/>
                                    <a:pt x="153" y="42"/>
                                    <a:pt x="153" y="42"/>
                                  </a:cubicBezTo>
                                  <a:cubicBezTo>
                                    <a:pt x="153" y="42"/>
                                    <a:pt x="152" y="43"/>
                                    <a:pt x="152" y="43"/>
                                  </a:cubicBezTo>
                                  <a:cubicBezTo>
                                    <a:pt x="151" y="45"/>
                                    <a:pt x="150" y="46"/>
                                    <a:pt x="148" y="47"/>
                                  </a:cubicBezTo>
                                  <a:cubicBezTo>
                                    <a:pt x="148" y="48"/>
                                    <a:pt x="147" y="48"/>
                                    <a:pt x="147" y="48"/>
                                  </a:cubicBezTo>
                                  <a:cubicBezTo>
                                    <a:pt x="148" y="49"/>
                                    <a:pt x="147" y="50"/>
                                    <a:pt x="146" y="50"/>
                                  </a:cubicBezTo>
                                  <a:cubicBezTo>
                                    <a:pt x="146" y="50"/>
                                    <a:pt x="147" y="51"/>
                                    <a:pt x="147" y="51"/>
                                  </a:cubicBezTo>
                                  <a:cubicBezTo>
                                    <a:pt x="147" y="51"/>
                                    <a:pt x="147" y="51"/>
                                    <a:pt x="147" y="51"/>
                                  </a:cubicBezTo>
                                  <a:cubicBezTo>
                                    <a:pt x="147" y="50"/>
                                    <a:pt x="147" y="50"/>
                                    <a:pt x="148" y="50"/>
                                  </a:cubicBezTo>
                                  <a:cubicBezTo>
                                    <a:pt x="149" y="50"/>
                                    <a:pt x="148" y="51"/>
                                    <a:pt x="148" y="51"/>
                                  </a:cubicBezTo>
                                  <a:cubicBezTo>
                                    <a:pt x="148" y="51"/>
                                    <a:pt x="148" y="52"/>
                                    <a:pt x="148" y="52"/>
                                  </a:cubicBezTo>
                                  <a:cubicBezTo>
                                    <a:pt x="148" y="52"/>
                                    <a:pt x="149" y="52"/>
                                    <a:pt x="149" y="52"/>
                                  </a:cubicBezTo>
                                  <a:cubicBezTo>
                                    <a:pt x="150" y="51"/>
                                    <a:pt x="150" y="51"/>
                                    <a:pt x="151" y="52"/>
                                  </a:cubicBezTo>
                                  <a:cubicBezTo>
                                    <a:pt x="151" y="53"/>
                                    <a:pt x="151" y="54"/>
                                    <a:pt x="150" y="54"/>
                                  </a:cubicBezTo>
                                  <a:cubicBezTo>
                                    <a:pt x="149" y="54"/>
                                    <a:pt x="148" y="55"/>
                                    <a:pt x="149" y="56"/>
                                  </a:cubicBezTo>
                                  <a:cubicBezTo>
                                    <a:pt x="149" y="56"/>
                                    <a:pt x="149" y="56"/>
                                    <a:pt x="149" y="56"/>
                                  </a:cubicBezTo>
                                  <a:cubicBezTo>
                                    <a:pt x="148" y="57"/>
                                    <a:pt x="148" y="57"/>
                                    <a:pt x="148" y="58"/>
                                  </a:cubicBezTo>
                                  <a:cubicBezTo>
                                    <a:pt x="148" y="59"/>
                                    <a:pt x="148" y="59"/>
                                    <a:pt x="147" y="59"/>
                                  </a:cubicBezTo>
                                  <a:cubicBezTo>
                                    <a:pt x="146" y="59"/>
                                    <a:pt x="146" y="59"/>
                                    <a:pt x="145" y="60"/>
                                  </a:cubicBezTo>
                                  <a:cubicBezTo>
                                    <a:pt x="145" y="62"/>
                                    <a:pt x="145" y="61"/>
                                    <a:pt x="144" y="60"/>
                                  </a:cubicBezTo>
                                  <a:cubicBezTo>
                                    <a:pt x="144" y="60"/>
                                    <a:pt x="143" y="59"/>
                                    <a:pt x="143" y="59"/>
                                  </a:cubicBezTo>
                                  <a:cubicBezTo>
                                    <a:pt x="143" y="58"/>
                                    <a:pt x="143" y="58"/>
                                    <a:pt x="142" y="58"/>
                                  </a:cubicBezTo>
                                  <a:cubicBezTo>
                                    <a:pt x="141" y="59"/>
                                    <a:pt x="140" y="58"/>
                                    <a:pt x="140" y="59"/>
                                  </a:cubicBezTo>
                                  <a:cubicBezTo>
                                    <a:pt x="139" y="59"/>
                                    <a:pt x="137" y="60"/>
                                    <a:pt x="136" y="61"/>
                                  </a:cubicBezTo>
                                  <a:cubicBezTo>
                                    <a:pt x="136" y="62"/>
                                    <a:pt x="136" y="62"/>
                                    <a:pt x="136" y="62"/>
                                  </a:cubicBezTo>
                                  <a:cubicBezTo>
                                    <a:pt x="136" y="63"/>
                                    <a:pt x="137" y="62"/>
                                    <a:pt x="137" y="62"/>
                                  </a:cubicBezTo>
                                  <a:cubicBezTo>
                                    <a:pt x="138" y="61"/>
                                    <a:pt x="139" y="62"/>
                                    <a:pt x="140" y="62"/>
                                  </a:cubicBezTo>
                                  <a:cubicBezTo>
                                    <a:pt x="140" y="62"/>
                                    <a:pt x="142" y="63"/>
                                    <a:pt x="141" y="64"/>
                                  </a:cubicBezTo>
                                  <a:cubicBezTo>
                                    <a:pt x="141" y="65"/>
                                    <a:pt x="140" y="65"/>
                                    <a:pt x="140" y="64"/>
                                  </a:cubicBezTo>
                                  <a:cubicBezTo>
                                    <a:pt x="139" y="64"/>
                                    <a:pt x="139" y="64"/>
                                    <a:pt x="138" y="64"/>
                                  </a:cubicBezTo>
                                  <a:cubicBezTo>
                                    <a:pt x="138" y="64"/>
                                    <a:pt x="138" y="64"/>
                                    <a:pt x="137" y="64"/>
                                  </a:cubicBezTo>
                                  <a:cubicBezTo>
                                    <a:pt x="137" y="65"/>
                                    <a:pt x="137" y="65"/>
                                    <a:pt x="138" y="65"/>
                                  </a:cubicBezTo>
                                  <a:cubicBezTo>
                                    <a:pt x="138" y="66"/>
                                    <a:pt x="138" y="66"/>
                                    <a:pt x="139" y="66"/>
                                  </a:cubicBezTo>
                                  <a:cubicBezTo>
                                    <a:pt x="139" y="66"/>
                                    <a:pt x="140" y="66"/>
                                    <a:pt x="140" y="67"/>
                                  </a:cubicBezTo>
                                  <a:cubicBezTo>
                                    <a:pt x="140" y="68"/>
                                    <a:pt x="139" y="69"/>
                                    <a:pt x="138" y="68"/>
                                  </a:cubicBezTo>
                                  <a:cubicBezTo>
                                    <a:pt x="138" y="68"/>
                                    <a:pt x="137" y="69"/>
                                    <a:pt x="136" y="67"/>
                                  </a:cubicBezTo>
                                  <a:cubicBezTo>
                                    <a:pt x="136" y="67"/>
                                    <a:pt x="136" y="67"/>
                                    <a:pt x="136" y="68"/>
                                  </a:cubicBezTo>
                                  <a:cubicBezTo>
                                    <a:pt x="135" y="68"/>
                                    <a:pt x="135" y="68"/>
                                    <a:pt x="135" y="68"/>
                                  </a:cubicBezTo>
                                  <a:cubicBezTo>
                                    <a:pt x="134" y="68"/>
                                    <a:pt x="135" y="67"/>
                                    <a:pt x="135" y="67"/>
                                  </a:cubicBezTo>
                                  <a:cubicBezTo>
                                    <a:pt x="135" y="66"/>
                                    <a:pt x="135" y="65"/>
                                    <a:pt x="135" y="65"/>
                                  </a:cubicBezTo>
                                  <a:cubicBezTo>
                                    <a:pt x="134" y="65"/>
                                    <a:pt x="134" y="65"/>
                                    <a:pt x="133" y="66"/>
                                  </a:cubicBezTo>
                                  <a:cubicBezTo>
                                    <a:pt x="133" y="66"/>
                                    <a:pt x="133" y="67"/>
                                    <a:pt x="132" y="67"/>
                                  </a:cubicBezTo>
                                  <a:cubicBezTo>
                                    <a:pt x="131" y="68"/>
                                    <a:pt x="131" y="68"/>
                                    <a:pt x="131" y="69"/>
                                  </a:cubicBezTo>
                                  <a:cubicBezTo>
                                    <a:pt x="132" y="70"/>
                                    <a:pt x="133" y="71"/>
                                    <a:pt x="133" y="72"/>
                                  </a:cubicBezTo>
                                  <a:cubicBezTo>
                                    <a:pt x="133" y="73"/>
                                    <a:pt x="133" y="73"/>
                                    <a:pt x="135" y="73"/>
                                  </a:cubicBezTo>
                                  <a:cubicBezTo>
                                    <a:pt x="135" y="73"/>
                                    <a:pt x="135" y="73"/>
                                    <a:pt x="136" y="73"/>
                                  </a:cubicBezTo>
                                  <a:cubicBezTo>
                                    <a:pt x="136" y="72"/>
                                    <a:pt x="135" y="72"/>
                                    <a:pt x="136" y="71"/>
                                  </a:cubicBezTo>
                                  <a:cubicBezTo>
                                    <a:pt x="136" y="71"/>
                                    <a:pt x="137" y="71"/>
                                    <a:pt x="137" y="71"/>
                                  </a:cubicBezTo>
                                  <a:cubicBezTo>
                                    <a:pt x="137" y="71"/>
                                    <a:pt x="137" y="71"/>
                                    <a:pt x="137" y="71"/>
                                  </a:cubicBezTo>
                                  <a:cubicBezTo>
                                    <a:pt x="138" y="71"/>
                                    <a:pt x="138" y="71"/>
                                    <a:pt x="138" y="71"/>
                                  </a:cubicBezTo>
                                  <a:cubicBezTo>
                                    <a:pt x="139" y="71"/>
                                    <a:pt x="139" y="70"/>
                                    <a:pt x="140" y="71"/>
                                  </a:cubicBezTo>
                                  <a:cubicBezTo>
                                    <a:pt x="140" y="71"/>
                                    <a:pt x="139" y="71"/>
                                    <a:pt x="139" y="72"/>
                                  </a:cubicBezTo>
                                  <a:cubicBezTo>
                                    <a:pt x="139" y="72"/>
                                    <a:pt x="139" y="72"/>
                                    <a:pt x="139" y="73"/>
                                  </a:cubicBezTo>
                                  <a:cubicBezTo>
                                    <a:pt x="140" y="73"/>
                                    <a:pt x="140" y="73"/>
                                    <a:pt x="140" y="73"/>
                                  </a:cubicBezTo>
                                  <a:cubicBezTo>
                                    <a:pt x="138" y="73"/>
                                    <a:pt x="138" y="75"/>
                                    <a:pt x="138" y="77"/>
                                  </a:cubicBezTo>
                                  <a:cubicBezTo>
                                    <a:pt x="138" y="77"/>
                                    <a:pt x="138" y="78"/>
                                    <a:pt x="138" y="78"/>
                                  </a:cubicBezTo>
                                  <a:cubicBezTo>
                                    <a:pt x="139" y="78"/>
                                    <a:pt x="140" y="78"/>
                                    <a:pt x="140" y="76"/>
                                  </a:cubicBezTo>
                                  <a:cubicBezTo>
                                    <a:pt x="140" y="76"/>
                                    <a:pt x="140" y="76"/>
                                    <a:pt x="140" y="76"/>
                                  </a:cubicBezTo>
                                  <a:cubicBezTo>
                                    <a:pt x="141" y="76"/>
                                    <a:pt x="141" y="76"/>
                                    <a:pt x="142" y="76"/>
                                  </a:cubicBezTo>
                                  <a:cubicBezTo>
                                    <a:pt x="142" y="76"/>
                                    <a:pt x="142" y="77"/>
                                    <a:pt x="142" y="77"/>
                                  </a:cubicBezTo>
                                  <a:cubicBezTo>
                                    <a:pt x="142" y="77"/>
                                    <a:pt x="143" y="76"/>
                                    <a:pt x="143" y="76"/>
                                  </a:cubicBezTo>
                                  <a:cubicBezTo>
                                    <a:pt x="143" y="76"/>
                                    <a:pt x="143" y="76"/>
                                    <a:pt x="143" y="76"/>
                                  </a:cubicBezTo>
                                  <a:cubicBezTo>
                                    <a:pt x="143" y="75"/>
                                    <a:pt x="143" y="75"/>
                                    <a:pt x="143" y="74"/>
                                  </a:cubicBezTo>
                                  <a:cubicBezTo>
                                    <a:pt x="143" y="74"/>
                                    <a:pt x="143" y="73"/>
                                    <a:pt x="143" y="73"/>
                                  </a:cubicBezTo>
                                  <a:cubicBezTo>
                                    <a:pt x="143" y="73"/>
                                    <a:pt x="144" y="73"/>
                                    <a:pt x="144" y="74"/>
                                  </a:cubicBezTo>
                                  <a:cubicBezTo>
                                    <a:pt x="144" y="74"/>
                                    <a:pt x="145" y="74"/>
                                    <a:pt x="145" y="74"/>
                                  </a:cubicBezTo>
                                  <a:cubicBezTo>
                                    <a:pt x="146" y="75"/>
                                    <a:pt x="146" y="74"/>
                                    <a:pt x="147" y="74"/>
                                  </a:cubicBezTo>
                                  <a:cubicBezTo>
                                    <a:pt x="147" y="73"/>
                                    <a:pt x="147" y="73"/>
                                    <a:pt x="146" y="72"/>
                                  </a:cubicBezTo>
                                  <a:cubicBezTo>
                                    <a:pt x="146" y="72"/>
                                    <a:pt x="146" y="72"/>
                                    <a:pt x="146" y="71"/>
                                  </a:cubicBezTo>
                                  <a:cubicBezTo>
                                    <a:pt x="147" y="70"/>
                                    <a:pt x="146" y="69"/>
                                    <a:pt x="144" y="69"/>
                                  </a:cubicBezTo>
                                  <a:cubicBezTo>
                                    <a:pt x="144" y="69"/>
                                    <a:pt x="144" y="68"/>
                                    <a:pt x="144" y="68"/>
                                  </a:cubicBezTo>
                                  <a:cubicBezTo>
                                    <a:pt x="144" y="68"/>
                                    <a:pt x="144" y="68"/>
                                    <a:pt x="144" y="68"/>
                                  </a:cubicBezTo>
                                  <a:cubicBezTo>
                                    <a:pt x="144" y="68"/>
                                    <a:pt x="144" y="68"/>
                                    <a:pt x="144" y="68"/>
                                  </a:cubicBezTo>
                                  <a:cubicBezTo>
                                    <a:pt x="144" y="67"/>
                                    <a:pt x="144" y="67"/>
                                    <a:pt x="144" y="67"/>
                                  </a:cubicBezTo>
                                  <a:cubicBezTo>
                                    <a:pt x="144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6"/>
                                    <a:pt x="144" y="65"/>
                                    <a:pt x="145" y="65"/>
                                  </a:cubicBezTo>
                                  <a:cubicBezTo>
                                    <a:pt x="146" y="65"/>
                                    <a:pt x="147" y="65"/>
                                    <a:pt x="148" y="66"/>
                                  </a:cubicBezTo>
                                  <a:cubicBezTo>
                                    <a:pt x="150" y="67"/>
                                    <a:pt x="150" y="67"/>
                                    <a:pt x="152" y="65"/>
                                  </a:cubicBezTo>
                                  <a:cubicBezTo>
                                    <a:pt x="152" y="64"/>
                                    <a:pt x="152" y="63"/>
                                    <a:pt x="152" y="63"/>
                                  </a:cubicBezTo>
                                  <a:cubicBezTo>
                                    <a:pt x="152" y="63"/>
                                    <a:pt x="152" y="63"/>
                                    <a:pt x="152" y="63"/>
                                  </a:cubicBezTo>
                                  <a:cubicBezTo>
                                    <a:pt x="151" y="62"/>
                                    <a:pt x="151" y="61"/>
                                    <a:pt x="152" y="61"/>
                                  </a:cubicBezTo>
                                  <a:cubicBezTo>
                                    <a:pt x="153" y="61"/>
                                    <a:pt x="154" y="59"/>
                                    <a:pt x="156" y="59"/>
                                  </a:cubicBezTo>
                                  <a:cubicBezTo>
                                    <a:pt x="157" y="59"/>
                                    <a:pt x="158" y="60"/>
                                    <a:pt x="159" y="59"/>
                                  </a:cubicBezTo>
                                  <a:cubicBezTo>
                                    <a:pt x="159" y="59"/>
                                    <a:pt x="159" y="59"/>
                                    <a:pt x="159" y="59"/>
                                  </a:cubicBezTo>
                                  <a:cubicBezTo>
                                    <a:pt x="160" y="59"/>
                                    <a:pt x="161" y="58"/>
                                    <a:pt x="161" y="57"/>
                                  </a:cubicBezTo>
                                  <a:cubicBezTo>
                                    <a:pt x="161" y="56"/>
                                    <a:pt x="161" y="56"/>
                                    <a:pt x="161" y="55"/>
                                  </a:cubicBezTo>
                                  <a:cubicBezTo>
                                    <a:pt x="163" y="55"/>
                                    <a:pt x="164" y="53"/>
                                    <a:pt x="165" y="52"/>
                                  </a:cubicBezTo>
                                  <a:cubicBezTo>
                                    <a:pt x="165" y="52"/>
                                    <a:pt x="166" y="51"/>
                                    <a:pt x="165" y="51"/>
                                  </a:cubicBezTo>
                                  <a:close/>
                                  <a:moveTo>
                                    <a:pt x="236" y="48"/>
                                  </a:moveTo>
                                  <a:cubicBezTo>
                                    <a:pt x="236" y="48"/>
                                    <a:pt x="236" y="48"/>
                                    <a:pt x="236" y="48"/>
                                  </a:cubicBezTo>
                                  <a:cubicBezTo>
                                    <a:pt x="236" y="48"/>
                                    <a:pt x="236" y="47"/>
                                    <a:pt x="236" y="47"/>
                                  </a:cubicBezTo>
                                  <a:cubicBezTo>
                                    <a:pt x="236" y="47"/>
                                    <a:pt x="236" y="47"/>
                                    <a:pt x="236" y="47"/>
                                  </a:cubicBezTo>
                                  <a:cubicBezTo>
                                    <a:pt x="235" y="44"/>
                                    <a:pt x="233" y="44"/>
                                    <a:pt x="231" y="46"/>
                                  </a:cubicBezTo>
                                  <a:cubicBezTo>
                                    <a:pt x="231" y="46"/>
                                    <a:pt x="231" y="47"/>
                                    <a:pt x="230" y="47"/>
                                  </a:cubicBezTo>
                                  <a:cubicBezTo>
                                    <a:pt x="229" y="46"/>
                                    <a:pt x="228" y="47"/>
                                    <a:pt x="228" y="47"/>
                                  </a:cubicBezTo>
                                  <a:cubicBezTo>
                                    <a:pt x="226" y="48"/>
                                    <a:pt x="225" y="49"/>
                                    <a:pt x="224" y="48"/>
                                  </a:cubicBezTo>
                                  <a:cubicBezTo>
                                    <a:pt x="223" y="48"/>
                                    <a:pt x="222" y="48"/>
                                    <a:pt x="221" y="48"/>
                                  </a:cubicBezTo>
                                  <a:cubicBezTo>
                                    <a:pt x="222" y="48"/>
                                    <a:pt x="222" y="48"/>
                                    <a:pt x="222" y="48"/>
                                  </a:cubicBezTo>
                                  <a:cubicBezTo>
                                    <a:pt x="222" y="48"/>
                                    <a:pt x="223" y="48"/>
                                    <a:pt x="223" y="47"/>
                                  </a:cubicBezTo>
                                  <a:cubicBezTo>
                                    <a:pt x="223" y="47"/>
                                    <a:pt x="222" y="46"/>
                                    <a:pt x="221" y="46"/>
                                  </a:cubicBezTo>
                                  <a:cubicBezTo>
                                    <a:pt x="220" y="47"/>
                                    <a:pt x="219" y="48"/>
                                    <a:pt x="219" y="50"/>
                                  </a:cubicBezTo>
                                  <a:cubicBezTo>
                                    <a:pt x="218" y="50"/>
                                    <a:pt x="218" y="50"/>
                                    <a:pt x="218" y="51"/>
                                  </a:cubicBezTo>
                                  <a:cubicBezTo>
                                    <a:pt x="217" y="52"/>
                                    <a:pt x="217" y="53"/>
                                    <a:pt x="217" y="55"/>
                                  </a:cubicBezTo>
                                  <a:cubicBezTo>
                                    <a:pt x="218" y="55"/>
                                    <a:pt x="218" y="55"/>
                                    <a:pt x="217" y="56"/>
                                  </a:cubicBezTo>
                                  <a:cubicBezTo>
                                    <a:pt x="216" y="57"/>
                                    <a:pt x="217" y="58"/>
                                    <a:pt x="217" y="59"/>
                                  </a:cubicBezTo>
                                  <a:cubicBezTo>
                                    <a:pt x="217" y="60"/>
                                    <a:pt x="217" y="61"/>
                                    <a:pt x="218" y="63"/>
                                  </a:cubicBezTo>
                                  <a:cubicBezTo>
                                    <a:pt x="218" y="64"/>
                                    <a:pt x="219" y="65"/>
                                    <a:pt x="220" y="64"/>
                                  </a:cubicBezTo>
                                  <a:cubicBezTo>
                                    <a:pt x="221" y="64"/>
                                    <a:pt x="221" y="64"/>
                                    <a:pt x="222" y="63"/>
                                  </a:cubicBezTo>
                                  <a:cubicBezTo>
                                    <a:pt x="224" y="62"/>
                                    <a:pt x="224" y="62"/>
                                    <a:pt x="225" y="64"/>
                                  </a:cubicBezTo>
                                  <a:cubicBezTo>
                                    <a:pt x="226" y="66"/>
                                    <a:pt x="228" y="66"/>
                                    <a:pt x="230" y="65"/>
                                  </a:cubicBezTo>
                                  <a:cubicBezTo>
                                    <a:pt x="231" y="64"/>
                                    <a:pt x="231" y="62"/>
                                    <a:pt x="232" y="61"/>
                                  </a:cubicBezTo>
                                  <a:cubicBezTo>
                                    <a:pt x="232" y="61"/>
                                    <a:pt x="232" y="61"/>
                                    <a:pt x="232" y="61"/>
                                  </a:cubicBezTo>
                                  <a:cubicBezTo>
                                    <a:pt x="232" y="59"/>
                                    <a:pt x="232" y="58"/>
                                    <a:pt x="234" y="58"/>
                                  </a:cubicBezTo>
                                  <a:cubicBezTo>
                                    <a:pt x="234" y="57"/>
                                    <a:pt x="235" y="57"/>
                                    <a:pt x="235" y="56"/>
                                  </a:cubicBezTo>
                                  <a:cubicBezTo>
                                    <a:pt x="235" y="55"/>
                                    <a:pt x="236" y="54"/>
                                    <a:pt x="236" y="53"/>
                                  </a:cubicBezTo>
                                  <a:cubicBezTo>
                                    <a:pt x="237" y="52"/>
                                    <a:pt x="237" y="50"/>
                                    <a:pt x="236" y="48"/>
                                  </a:cubicBezTo>
                                  <a:close/>
                                  <a:moveTo>
                                    <a:pt x="450" y="80"/>
                                  </a:move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lose/>
                                  <a:moveTo>
                                    <a:pt x="433" y="77"/>
                                  </a:moveTo>
                                  <a:cubicBezTo>
                                    <a:pt x="432" y="77"/>
                                    <a:pt x="432" y="78"/>
                                    <a:pt x="432" y="78"/>
                                  </a:cubicBezTo>
                                  <a:cubicBezTo>
                                    <a:pt x="432" y="78"/>
                                    <a:pt x="432" y="78"/>
                                    <a:pt x="432" y="78"/>
                                  </a:cubicBezTo>
                                  <a:cubicBezTo>
                                    <a:pt x="434" y="79"/>
                                    <a:pt x="434" y="80"/>
                                    <a:pt x="433" y="81"/>
                                  </a:cubicBezTo>
                                  <a:cubicBezTo>
                                    <a:pt x="432" y="82"/>
                                    <a:pt x="432" y="82"/>
                                    <a:pt x="432" y="83"/>
                                  </a:cubicBezTo>
                                  <a:cubicBezTo>
                                    <a:pt x="433" y="83"/>
                                    <a:pt x="432" y="84"/>
                                    <a:pt x="432" y="85"/>
                                  </a:cubicBezTo>
                                  <a:cubicBezTo>
                                    <a:pt x="431" y="86"/>
                                    <a:pt x="432" y="88"/>
                                    <a:pt x="433" y="88"/>
                                  </a:cubicBezTo>
                                  <a:cubicBezTo>
                                    <a:pt x="435" y="88"/>
                                    <a:pt x="437" y="89"/>
                                    <a:pt x="439" y="89"/>
                                  </a:cubicBezTo>
                                  <a:cubicBezTo>
                                    <a:pt x="439" y="88"/>
                                    <a:pt x="439" y="89"/>
                                    <a:pt x="440" y="89"/>
                                  </a:cubicBezTo>
                                  <a:cubicBezTo>
                                    <a:pt x="440" y="90"/>
                                    <a:pt x="439" y="90"/>
                                    <a:pt x="439" y="90"/>
                                  </a:cubicBezTo>
                                  <a:cubicBezTo>
                                    <a:pt x="437" y="91"/>
                                    <a:pt x="436" y="91"/>
                                    <a:pt x="435" y="90"/>
                                  </a:cubicBezTo>
                                  <a:cubicBezTo>
                                    <a:pt x="435" y="90"/>
                                    <a:pt x="434" y="90"/>
                                    <a:pt x="434" y="90"/>
                                  </a:cubicBezTo>
                                  <a:cubicBezTo>
                                    <a:pt x="433" y="90"/>
                                    <a:pt x="433" y="90"/>
                                    <a:pt x="433" y="91"/>
                                  </a:cubicBezTo>
                                  <a:cubicBezTo>
                                    <a:pt x="432" y="91"/>
                                    <a:pt x="432" y="92"/>
                                    <a:pt x="433" y="92"/>
                                  </a:cubicBezTo>
                                  <a:cubicBezTo>
                                    <a:pt x="434" y="93"/>
                                    <a:pt x="434" y="94"/>
                                    <a:pt x="436" y="94"/>
                                  </a:cubicBezTo>
                                  <a:cubicBezTo>
                                    <a:pt x="436" y="95"/>
                                    <a:pt x="437" y="95"/>
                                    <a:pt x="438" y="94"/>
                                  </a:cubicBezTo>
                                  <a:cubicBezTo>
                                    <a:pt x="438" y="94"/>
                                    <a:pt x="438" y="94"/>
                                    <a:pt x="438" y="94"/>
                                  </a:cubicBezTo>
                                  <a:cubicBezTo>
                                    <a:pt x="440" y="93"/>
                                    <a:pt x="442" y="94"/>
                                    <a:pt x="443" y="93"/>
                                  </a:cubicBezTo>
                                  <a:cubicBezTo>
                                    <a:pt x="443" y="93"/>
                                    <a:pt x="443" y="93"/>
                                    <a:pt x="443" y="93"/>
                                  </a:cubicBezTo>
                                  <a:cubicBezTo>
                                    <a:pt x="444" y="93"/>
                                    <a:pt x="445" y="92"/>
                                    <a:pt x="446" y="92"/>
                                  </a:cubicBezTo>
                                  <a:cubicBezTo>
                                    <a:pt x="446" y="92"/>
                                    <a:pt x="447" y="92"/>
                                    <a:pt x="447" y="91"/>
                                  </a:cubicBezTo>
                                  <a:cubicBezTo>
                                    <a:pt x="448" y="89"/>
                                    <a:pt x="450" y="87"/>
                                    <a:pt x="451" y="85"/>
                                  </a:cubicBezTo>
                                  <a:cubicBezTo>
                                    <a:pt x="452" y="84"/>
                                    <a:pt x="452" y="84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0" y="82"/>
                                  </a:cubicBezTo>
                                  <a:cubicBezTo>
                                    <a:pt x="449" y="82"/>
                                    <a:pt x="449" y="82"/>
                                    <a:pt x="450" y="80"/>
                                  </a:cubicBezTo>
                                  <a:cubicBezTo>
                                    <a:pt x="449" y="80"/>
                                    <a:pt x="447" y="80"/>
                                    <a:pt x="447" y="80"/>
                                  </a:cubicBezTo>
                                  <a:cubicBezTo>
                                    <a:pt x="446" y="79"/>
                                    <a:pt x="445" y="79"/>
                                    <a:pt x="444" y="79"/>
                                  </a:cubicBezTo>
                                  <a:cubicBezTo>
                                    <a:pt x="442" y="79"/>
                                    <a:pt x="441" y="78"/>
                                    <a:pt x="439" y="78"/>
                                  </a:cubicBezTo>
                                  <a:cubicBezTo>
                                    <a:pt x="439" y="78"/>
                                    <a:pt x="438" y="78"/>
                                    <a:pt x="438" y="78"/>
                                  </a:cubicBezTo>
                                  <a:cubicBezTo>
                                    <a:pt x="438" y="77"/>
                                    <a:pt x="438" y="77"/>
                                    <a:pt x="438" y="77"/>
                                  </a:cubicBezTo>
                                  <a:cubicBezTo>
                                    <a:pt x="436" y="78"/>
                                    <a:pt x="434" y="77"/>
                                    <a:pt x="433" y="77"/>
                                  </a:cubicBezTo>
                                  <a:close/>
                                  <a:moveTo>
                                    <a:pt x="132" y="58"/>
                                  </a:moveTo>
                                  <a:cubicBezTo>
                                    <a:pt x="133" y="56"/>
                                    <a:pt x="133" y="56"/>
                                    <a:pt x="135" y="56"/>
                                  </a:cubicBezTo>
                                  <a:cubicBezTo>
                                    <a:pt x="135" y="57"/>
                                    <a:pt x="135" y="57"/>
                                    <a:pt x="135" y="56"/>
                                  </a:cubicBezTo>
                                  <a:cubicBezTo>
                                    <a:pt x="136" y="56"/>
                                    <a:pt x="136" y="56"/>
                                    <a:pt x="135" y="55"/>
                                  </a:cubicBezTo>
                                  <a:cubicBezTo>
                                    <a:pt x="135" y="54"/>
                                    <a:pt x="135" y="53"/>
                                    <a:pt x="135" y="52"/>
                                  </a:cubicBezTo>
                                  <a:cubicBezTo>
                                    <a:pt x="136" y="52"/>
                                    <a:pt x="136" y="53"/>
                                    <a:pt x="136" y="53"/>
                                  </a:cubicBezTo>
                                  <a:cubicBezTo>
                                    <a:pt x="137" y="52"/>
                                    <a:pt x="136" y="51"/>
                                    <a:pt x="136" y="51"/>
                                  </a:cubicBezTo>
                                  <a:cubicBezTo>
                                    <a:pt x="136" y="51"/>
                                    <a:pt x="136" y="51"/>
                                    <a:pt x="136" y="50"/>
                                  </a:cubicBezTo>
                                  <a:cubicBezTo>
                                    <a:pt x="136" y="50"/>
                                    <a:pt x="137" y="50"/>
                                    <a:pt x="137" y="50"/>
                                  </a:cubicBezTo>
                                  <a:cubicBezTo>
                                    <a:pt x="137" y="49"/>
                                    <a:pt x="137" y="48"/>
                                    <a:pt x="139" y="49"/>
                                  </a:cubicBezTo>
                                  <a:cubicBezTo>
                                    <a:pt x="139" y="49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1"/>
                                    <a:pt x="139" y="51"/>
                                  </a:cubicBezTo>
                                  <a:cubicBezTo>
                                    <a:pt x="140" y="51"/>
                                    <a:pt x="140" y="52"/>
                                    <a:pt x="140" y="52"/>
                                  </a:cubicBezTo>
                                  <a:cubicBezTo>
                                    <a:pt x="140" y="54"/>
                                    <a:pt x="141" y="54"/>
                                    <a:pt x="142" y="54"/>
                                  </a:cubicBezTo>
                                  <a:cubicBezTo>
                                    <a:pt x="142" y="54"/>
                                    <a:pt x="143" y="54"/>
                                    <a:pt x="143" y="55"/>
                                  </a:cubicBezTo>
                                  <a:cubicBezTo>
                                    <a:pt x="143" y="55"/>
                                    <a:pt x="144" y="56"/>
                                    <a:pt x="145" y="55"/>
                                  </a:cubicBezTo>
                                  <a:cubicBezTo>
                                    <a:pt x="145" y="55"/>
                                    <a:pt x="145" y="54"/>
                                    <a:pt x="145" y="53"/>
                                  </a:cubicBezTo>
                                  <a:cubicBezTo>
                                    <a:pt x="144" y="52"/>
                                    <a:pt x="142" y="51"/>
                                    <a:pt x="144" y="49"/>
                                  </a:cubicBezTo>
                                  <a:cubicBezTo>
                                    <a:pt x="144" y="49"/>
                                    <a:pt x="144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2" y="46"/>
                                    <a:pt x="141" y="47"/>
                                    <a:pt x="139" y="48"/>
                                  </a:cubicBezTo>
                                  <a:cubicBezTo>
                                    <a:pt x="139" y="48"/>
                                    <a:pt x="139" y="48"/>
                                    <a:pt x="139" y="48"/>
                                  </a:cubicBezTo>
                                  <a:cubicBezTo>
                                    <a:pt x="139" y="47"/>
                                    <a:pt x="138" y="46"/>
                                    <a:pt x="136" y="46"/>
                                  </a:cubicBezTo>
                                  <a:cubicBezTo>
                                    <a:pt x="136" y="46"/>
                                    <a:pt x="136" y="46"/>
                                    <a:pt x="136" y="46"/>
                                  </a:cubicBezTo>
                                  <a:cubicBezTo>
                                    <a:pt x="135" y="46"/>
                                    <a:pt x="134" y="46"/>
                                    <a:pt x="134" y="47"/>
                                  </a:cubicBezTo>
                                  <a:cubicBezTo>
                                    <a:pt x="134" y="48"/>
                                    <a:pt x="134" y="48"/>
                                    <a:pt x="134" y="48"/>
                                  </a:cubicBezTo>
                                  <a:cubicBezTo>
                                    <a:pt x="133" y="49"/>
                                    <a:pt x="132" y="50"/>
                                    <a:pt x="131" y="51"/>
                                  </a:cubicBezTo>
                                  <a:cubicBezTo>
                                    <a:pt x="131" y="51"/>
                                    <a:pt x="131" y="51"/>
                                    <a:pt x="131" y="51"/>
                                  </a:cubicBezTo>
                                  <a:cubicBezTo>
                                    <a:pt x="131" y="51"/>
                                    <a:pt x="131" y="51"/>
                                    <a:pt x="131" y="51"/>
                                  </a:cubicBezTo>
                                  <a:cubicBezTo>
                                    <a:pt x="130" y="51"/>
                                    <a:pt x="129" y="51"/>
                                    <a:pt x="129" y="52"/>
                                  </a:cubicBezTo>
                                  <a:cubicBezTo>
                                    <a:pt x="128" y="52"/>
                                    <a:pt x="127" y="53"/>
                                    <a:pt x="127" y="53"/>
                                  </a:cubicBezTo>
                                  <a:cubicBezTo>
                                    <a:pt x="124" y="54"/>
                                    <a:pt x="122" y="54"/>
                                    <a:pt x="120" y="55"/>
                                  </a:cubicBezTo>
                                  <a:cubicBezTo>
                                    <a:pt x="119" y="56"/>
                                    <a:pt x="119" y="56"/>
                                    <a:pt x="119" y="56"/>
                                  </a:cubicBezTo>
                                  <a:cubicBezTo>
                                    <a:pt x="119" y="56"/>
                                    <a:pt x="119" y="57"/>
                                    <a:pt x="119" y="57"/>
                                  </a:cubicBezTo>
                                  <a:cubicBezTo>
                                    <a:pt x="120" y="57"/>
                                    <a:pt x="120" y="57"/>
                                    <a:pt x="121" y="58"/>
                                  </a:cubicBezTo>
                                  <a:cubicBezTo>
                                    <a:pt x="122" y="58"/>
                                    <a:pt x="122" y="58"/>
                                    <a:pt x="122" y="58"/>
                                  </a:cubicBezTo>
                                  <a:cubicBezTo>
                                    <a:pt x="123" y="60"/>
                                    <a:pt x="123" y="59"/>
                                    <a:pt x="124" y="59"/>
                                  </a:cubicBezTo>
                                  <a:cubicBezTo>
                                    <a:pt x="124" y="58"/>
                                    <a:pt x="124" y="58"/>
                                    <a:pt x="125" y="58"/>
                                  </a:cubicBezTo>
                                  <a:cubicBezTo>
                                    <a:pt x="125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7" y="59"/>
                                  </a:cubicBezTo>
                                  <a:cubicBezTo>
                                    <a:pt x="127" y="59"/>
                                    <a:pt x="127" y="60"/>
                                    <a:pt x="126" y="61"/>
                                  </a:cubicBezTo>
                                  <a:cubicBezTo>
                                    <a:pt x="126" y="62"/>
                                    <a:pt x="127" y="62"/>
                                    <a:pt x="127" y="63"/>
                                  </a:cubicBezTo>
                                  <a:cubicBezTo>
                                    <a:pt x="128" y="63"/>
                                    <a:pt x="129" y="62"/>
                                    <a:pt x="129" y="61"/>
                                  </a:cubicBezTo>
                                  <a:cubicBezTo>
                                    <a:pt x="129" y="60"/>
                                    <a:pt x="130" y="60"/>
                                    <a:pt x="130" y="59"/>
                                  </a:cubicBezTo>
                                  <a:cubicBezTo>
                                    <a:pt x="130" y="58"/>
                                    <a:pt x="130" y="58"/>
                                    <a:pt x="131" y="59"/>
                                  </a:cubicBezTo>
                                  <a:cubicBezTo>
                                    <a:pt x="132" y="59"/>
                                    <a:pt x="132" y="59"/>
                                    <a:pt x="132" y="58"/>
                                  </a:cubicBezTo>
                                  <a:close/>
                                  <a:moveTo>
                                    <a:pt x="191" y="28"/>
                                  </a:moveTo>
                                  <a:cubicBezTo>
                                    <a:pt x="191" y="28"/>
                                    <a:pt x="191" y="29"/>
                                    <a:pt x="191" y="29"/>
                                  </a:cubicBezTo>
                                  <a:cubicBezTo>
                                    <a:pt x="191" y="30"/>
                                    <a:pt x="192" y="31"/>
                                    <a:pt x="192" y="31"/>
                                  </a:cubicBezTo>
                                  <a:cubicBezTo>
                                    <a:pt x="193" y="31"/>
                                    <a:pt x="194" y="31"/>
                                    <a:pt x="195" y="30"/>
                                  </a:cubicBezTo>
                                  <a:cubicBezTo>
                                    <a:pt x="195" y="30"/>
                                    <a:pt x="196" y="30"/>
                                    <a:pt x="196" y="30"/>
                                  </a:cubicBezTo>
                                  <a:cubicBezTo>
                                    <a:pt x="197" y="30"/>
                                    <a:pt x="197" y="31"/>
                                    <a:pt x="196" y="31"/>
                                  </a:cubicBezTo>
                                  <a:cubicBezTo>
                                    <a:pt x="196" y="32"/>
                                    <a:pt x="196" y="32"/>
                                    <a:pt x="197" y="32"/>
                                  </a:cubicBezTo>
                                  <a:cubicBezTo>
                                    <a:pt x="197" y="32"/>
                                    <a:pt x="198" y="32"/>
                                    <a:pt x="198" y="32"/>
                                  </a:cubicBezTo>
                                  <a:cubicBezTo>
                                    <a:pt x="199" y="31"/>
                                    <a:pt x="199" y="31"/>
                                    <a:pt x="200" y="30"/>
                                  </a:cubicBezTo>
                                  <a:cubicBezTo>
                                    <a:pt x="201" y="29"/>
                                    <a:pt x="202" y="28"/>
                                    <a:pt x="203" y="27"/>
                                  </a:cubicBezTo>
                                  <a:cubicBezTo>
                                    <a:pt x="205" y="27"/>
                                    <a:pt x="206" y="27"/>
                                    <a:pt x="207" y="26"/>
                                  </a:cubicBezTo>
                                  <a:cubicBezTo>
                                    <a:pt x="206" y="26"/>
                                    <a:pt x="206" y="25"/>
                                    <a:pt x="205" y="25"/>
                                  </a:cubicBezTo>
                                  <a:cubicBezTo>
                                    <a:pt x="204" y="26"/>
                                    <a:pt x="204" y="25"/>
                                    <a:pt x="204" y="24"/>
                                  </a:cubicBezTo>
                                  <a:cubicBezTo>
                                    <a:pt x="204" y="24"/>
                                    <a:pt x="203" y="24"/>
                                    <a:pt x="203" y="23"/>
                                  </a:cubicBezTo>
                                  <a:cubicBezTo>
                                    <a:pt x="202" y="22"/>
                                    <a:pt x="200" y="22"/>
                                    <a:pt x="199" y="21"/>
                                  </a:cubicBezTo>
                                  <a:cubicBezTo>
                                    <a:pt x="198" y="21"/>
                                    <a:pt x="196" y="21"/>
                                    <a:pt x="197" y="22"/>
                                  </a:cubicBezTo>
                                  <a:cubicBezTo>
                                    <a:pt x="198" y="23"/>
                                    <a:pt x="197" y="26"/>
                                    <a:pt x="198" y="27"/>
                                  </a:cubicBezTo>
                                  <a:cubicBezTo>
                                    <a:pt x="198" y="27"/>
                                    <a:pt x="198" y="27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7" y="28"/>
                                  </a:cubicBezTo>
                                  <a:cubicBezTo>
                                    <a:pt x="196" y="27"/>
                                    <a:pt x="195" y="26"/>
                                    <a:pt x="194" y="26"/>
                                  </a:cubicBezTo>
                                  <a:cubicBezTo>
                                    <a:pt x="194" y="25"/>
                                    <a:pt x="193" y="26"/>
                                    <a:pt x="192" y="25"/>
                                  </a:cubicBezTo>
                                  <a:cubicBezTo>
                                    <a:pt x="191" y="24"/>
                                    <a:pt x="191" y="25"/>
                                    <a:pt x="191" y="25"/>
                                  </a:cubicBezTo>
                                  <a:cubicBezTo>
                                    <a:pt x="191" y="26"/>
                                    <a:pt x="190" y="27"/>
                                    <a:pt x="191" y="28"/>
                                  </a:cubicBezTo>
                                  <a:close/>
                                  <a:moveTo>
                                    <a:pt x="258" y="37"/>
                                  </a:moveTo>
                                  <a:cubicBezTo>
                                    <a:pt x="258" y="37"/>
                                    <a:pt x="258" y="37"/>
                                    <a:pt x="258" y="37"/>
                                  </a:cubicBezTo>
                                  <a:cubicBezTo>
                                    <a:pt x="257" y="36"/>
                                    <a:pt x="258" y="36"/>
                                    <a:pt x="257" y="35"/>
                                  </a:cubicBezTo>
                                  <a:cubicBezTo>
                                    <a:pt x="257" y="35"/>
                                    <a:pt x="257" y="35"/>
                                    <a:pt x="257" y="35"/>
                                  </a:cubicBezTo>
                                  <a:cubicBezTo>
                                    <a:pt x="257" y="34"/>
                                    <a:pt x="256" y="33"/>
                                    <a:pt x="255" y="32"/>
                                  </a:cubicBezTo>
                                  <a:cubicBezTo>
                                    <a:pt x="254" y="31"/>
                                    <a:pt x="253" y="30"/>
                                    <a:pt x="252" y="31"/>
                                  </a:cubicBezTo>
                                  <a:cubicBezTo>
                                    <a:pt x="251" y="31"/>
                                    <a:pt x="250" y="32"/>
                                    <a:pt x="250" y="33"/>
                                  </a:cubicBezTo>
                                  <a:cubicBezTo>
                                    <a:pt x="249" y="35"/>
                                    <a:pt x="249" y="37"/>
                                    <a:pt x="249" y="38"/>
                                  </a:cubicBezTo>
                                  <a:cubicBezTo>
                                    <a:pt x="250" y="40"/>
                                    <a:pt x="249" y="41"/>
                                    <a:pt x="247" y="41"/>
                                  </a:cubicBezTo>
                                  <a:cubicBezTo>
                                    <a:pt x="244" y="40"/>
                                    <a:pt x="243" y="41"/>
                                    <a:pt x="242" y="43"/>
                                  </a:cubicBezTo>
                                  <a:cubicBezTo>
                                    <a:pt x="242" y="43"/>
                                    <a:pt x="242" y="43"/>
                                    <a:pt x="242" y="43"/>
                                  </a:cubicBezTo>
                                  <a:cubicBezTo>
                                    <a:pt x="241" y="44"/>
                                    <a:pt x="240" y="46"/>
                                    <a:pt x="239" y="47"/>
                                  </a:cubicBezTo>
                                  <a:cubicBezTo>
                                    <a:pt x="238" y="48"/>
                                    <a:pt x="238" y="49"/>
                                    <a:pt x="239" y="49"/>
                                  </a:cubicBezTo>
                                  <a:cubicBezTo>
                                    <a:pt x="240" y="50"/>
                                    <a:pt x="241" y="52"/>
                                    <a:pt x="242" y="53"/>
                                  </a:cubicBezTo>
                                  <a:cubicBezTo>
                                    <a:pt x="242" y="54"/>
                                    <a:pt x="242" y="55"/>
                                    <a:pt x="243" y="54"/>
                                  </a:cubicBezTo>
                                  <a:cubicBezTo>
                                    <a:pt x="244" y="53"/>
                                    <a:pt x="246" y="52"/>
                                    <a:pt x="247" y="53"/>
                                  </a:cubicBezTo>
                                  <a:cubicBezTo>
                                    <a:pt x="248" y="53"/>
                                    <a:pt x="248" y="53"/>
                                    <a:pt x="249" y="52"/>
                                  </a:cubicBezTo>
                                  <a:cubicBezTo>
                                    <a:pt x="249" y="52"/>
                                    <a:pt x="249" y="52"/>
                                    <a:pt x="249" y="52"/>
                                  </a:cubicBezTo>
                                  <a:cubicBezTo>
                                    <a:pt x="250" y="52"/>
                                    <a:pt x="250" y="52"/>
                                    <a:pt x="251" y="52"/>
                                  </a:cubicBezTo>
                                  <a:cubicBezTo>
                                    <a:pt x="251" y="52"/>
                                    <a:pt x="251" y="52"/>
                                    <a:pt x="251" y="52"/>
                                  </a:cubicBezTo>
                                  <a:cubicBezTo>
                                    <a:pt x="252" y="51"/>
                                    <a:pt x="254" y="50"/>
                                    <a:pt x="255" y="48"/>
                                  </a:cubicBezTo>
                                  <a:cubicBezTo>
                                    <a:pt x="256" y="47"/>
                                    <a:pt x="256" y="46"/>
                                    <a:pt x="257" y="45"/>
                                  </a:cubicBezTo>
                                  <a:cubicBezTo>
                                    <a:pt x="258" y="43"/>
                                    <a:pt x="258" y="41"/>
                                    <a:pt x="256" y="40"/>
                                  </a:cubicBezTo>
                                  <a:cubicBezTo>
                                    <a:pt x="257" y="40"/>
                                    <a:pt x="257" y="39"/>
                                    <a:pt x="258" y="39"/>
                                  </a:cubicBezTo>
                                  <a:cubicBezTo>
                                    <a:pt x="258" y="38"/>
                                    <a:pt x="258" y="38"/>
                                    <a:pt x="258" y="37"/>
                                  </a:cubicBezTo>
                                  <a:close/>
                                  <a:moveTo>
                                    <a:pt x="177" y="67"/>
                                  </a:moveTo>
                                  <a:cubicBezTo>
                                    <a:pt x="176" y="65"/>
                                    <a:pt x="176" y="65"/>
                                    <a:pt x="174" y="65"/>
                                  </a:cubicBezTo>
                                  <a:cubicBezTo>
                                    <a:pt x="173" y="65"/>
                                    <a:pt x="172" y="66"/>
                                    <a:pt x="173" y="67"/>
                                  </a:cubicBezTo>
                                  <a:cubicBezTo>
                                    <a:pt x="173" y="68"/>
                                    <a:pt x="173" y="68"/>
                                    <a:pt x="172" y="68"/>
                                  </a:cubicBezTo>
                                  <a:cubicBezTo>
                                    <a:pt x="172" y="69"/>
                                    <a:pt x="171" y="70"/>
                                    <a:pt x="170" y="70"/>
                                  </a:cubicBezTo>
                                  <a:cubicBezTo>
                                    <a:pt x="169" y="70"/>
                                    <a:pt x="168" y="70"/>
                                    <a:pt x="169" y="72"/>
                                  </a:cubicBezTo>
                                  <a:cubicBezTo>
                                    <a:pt x="169" y="73"/>
                                    <a:pt x="171" y="73"/>
                                    <a:pt x="172" y="74"/>
                                  </a:cubicBezTo>
                                  <a:cubicBezTo>
                                    <a:pt x="172" y="75"/>
                                    <a:pt x="173" y="74"/>
                                    <a:pt x="173" y="74"/>
                                  </a:cubicBezTo>
                                  <a:cubicBezTo>
                                    <a:pt x="173" y="74"/>
                                    <a:pt x="173" y="74"/>
                                    <a:pt x="173" y="74"/>
                                  </a:cubicBezTo>
                                  <a:cubicBezTo>
                                    <a:pt x="173" y="74"/>
                                    <a:pt x="173" y="74"/>
                                    <a:pt x="173" y="74"/>
                                  </a:cubicBezTo>
                                  <a:cubicBezTo>
                                    <a:pt x="174" y="74"/>
                                    <a:pt x="174" y="74"/>
                                    <a:pt x="174" y="74"/>
                                  </a:cubicBezTo>
                                  <a:cubicBezTo>
                                    <a:pt x="174" y="74"/>
                                    <a:pt x="174" y="74"/>
                                    <a:pt x="174" y="74"/>
                                  </a:cubicBezTo>
                                  <a:cubicBezTo>
                                    <a:pt x="174" y="74"/>
                                    <a:pt x="175" y="74"/>
                                    <a:pt x="176" y="74"/>
                                  </a:cubicBezTo>
                                  <a:cubicBezTo>
                                    <a:pt x="176" y="74"/>
                                    <a:pt x="176" y="74"/>
                                    <a:pt x="176" y="74"/>
                                  </a:cubicBezTo>
                                  <a:cubicBezTo>
                                    <a:pt x="176" y="74"/>
                                    <a:pt x="176" y="74"/>
                                    <a:pt x="176" y="74"/>
                                  </a:cubicBezTo>
                                  <a:cubicBezTo>
                                    <a:pt x="176" y="75"/>
                                    <a:pt x="177" y="75"/>
                                    <a:pt x="177" y="74"/>
                                  </a:cubicBezTo>
                                  <a:cubicBezTo>
                                    <a:pt x="178" y="74"/>
                                    <a:pt x="178" y="73"/>
                                    <a:pt x="178" y="73"/>
                                  </a:cubicBezTo>
                                  <a:cubicBezTo>
                                    <a:pt x="178" y="73"/>
                                    <a:pt x="178" y="73"/>
                                    <a:pt x="178" y="73"/>
                                  </a:cubicBezTo>
                                  <a:cubicBezTo>
                                    <a:pt x="178" y="73"/>
                                    <a:pt x="178" y="73"/>
                                    <a:pt x="178" y="73"/>
                                  </a:cubicBezTo>
                                  <a:cubicBezTo>
                                    <a:pt x="178" y="72"/>
                                    <a:pt x="178" y="72"/>
                                    <a:pt x="179" y="72"/>
                                  </a:cubicBezTo>
                                  <a:cubicBezTo>
                                    <a:pt x="179" y="73"/>
                                    <a:pt x="179" y="72"/>
                                    <a:pt x="180" y="72"/>
                                  </a:cubicBezTo>
                                  <a:cubicBezTo>
                                    <a:pt x="180" y="71"/>
                                    <a:pt x="180" y="71"/>
                                    <a:pt x="179" y="70"/>
                                  </a:cubicBezTo>
                                  <a:cubicBezTo>
                                    <a:pt x="178" y="69"/>
                                    <a:pt x="177" y="68"/>
                                    <a:pt x="177" y="67"/>
                                  </a:cubicBezTo>
                                  <a:close/>
                                  <a:moveTo>
                                    <a:pt x="222" y="40"/>
                                  </a:moveTo>
                                  <a:cubicBezTo>
                                    <a:pt x="221" y="40"/>
                                    <a:pt x="221" y="40"/>
                                    <a:pt x="222" y="41"/>
                                  </a:cubicBezTo>
                                  <a:cubicBezTo>
                                    <a:pt x="223" y="42"/>
                                    <a:pt x="224" y="43"/>
                                    <a:pt x="226" y="44"/>
                                  </a:cubicBezTo>
                                  <a:cubicBezTo>
                                    <a:pt x="226" y="44"/>
                                    <a:pt x="227" y="44"/>
                                    <a:pt x="227" y="44"/>
                                  </a:cubicBezTo>
                                  <a:cubicBezTo>
                                    <a:pt x="227" y="44"/>
                                    <a:pt x="227" y="44"/>
                                    <a:pt x="227" y="44"/>
                                  </a:cubicBezTo>
                                  <a:cubicBezTo>
                                    <a:pt x="228" y="44"/>
                                    <a:pt x="229" y="43"/>
                                    <a:pt x="230" y="42"/>
                                  </a:cubicBezTo>
                                  <a:cubicBezTo>
                                    <a:pt x="230" y="41"/>
                                    <a:pt x="231" y="39"/>
                                    <a:pt x="232" y="38"/>
                                  </a:cubicBezTo>
                                  <a:cubicBezTo>
                                    <a:pt x="232" y="38"/>
                                    <a:pt x="232" y="37"/>
                                    <a:pt x="232" y="37"/>
                                  </a:cubicBezTo>
                                  <a:cubicBezTo>
                                    <a:pt x="232" y="37"/>
                                    <a:pt x="232" y="37"/>
                                    <a:pt x="232" y="37"/>
                                  </a:cubicBezTo>
                                  <a:cubicBezTo>
                                    <a:pt x="231" y="37"/>
                                    <a:pt x="231" y="36"/>
                                    <a:pt x="232" y="36"/>
                                  </a:cubicBezTo>
                                  <a:cubicBezTo>
                                    <a:pt x="232" y="35"/>
                                    <a:pt x="232" y="34"/>
                                    <a:pt x="231" y="34"/>
                                  </a:cubicBezTo>
                                  <a:cubicBezTo>
                                    <a:pt x="230" y="34"/>
                                    <a:pt x="229" y="34"/>
                                    <a:pt x="228" y="34"/>
                                  </a:cubicBezTo>
                                  <a:cubicBezTo>
                                    <a:pt x="226" y="36"/>
                                    <a:pt x="224" y="38"/>
                                    <a:pt x="222" y="40"/>
                                  </a:cubicBezTo>
                                  <a:close/>
                                  <a:moveTo>
                                    <a:pt x="201" y="19"/>
                                  </a:moveTo>
                                  <a:cubicBezTo>
                                    <a:pt x="201" y="19"/>
                                    <a:pt x="202" y="19"/>
                                    <a:pt x="202" y="20"/>
                                  </a:cubicBezTo>
                                  <a:cubicBezTo>
                                    <a:pt x="203" y="20"/>
                                    <a:pt x="203" y="20"/>
                                    <a:pt x="204" y="20"/>
                                  </a:cubicBezTo>
                                  <a:cubicBezTo>
                                    <a:pt x="204" y="20"/>
                                    <a:pt x="204" y="20"/>
                                    <a:pt x="204" y="20"/>
                                  </a:cubicBezTo>
                                  <a:cubicBezTo>
                                    <a:pt x="204" y="20"/>
                                    <a:pt x="204" y="20"/>
                                    <a:pt x="204" y="20"/>
                                  </a:cubicBezTo>
                                  <a:cubicBezTo>
                                    <a:pt x="205" y="21"/>
                                    <a:pt x="205" y="22"/>
                                    <a:pt x="207" y="22"/>
                                  </a:cubicBezTo>
                                  <a:cubicBezTo>
                                    <a:pt x="207" y="23"/>
                                    <a:pt x="208" y="22"/>
                                    <a:pt x="208" y="23"/>
                                  </a:cubicBezTo>
                                  <a:cubicBezTo>
                                    <a:pt x="208" y="23"/>
                                    <a:pt x="208" y="23"/>
                                    <a:pt x="208" y="23"/>
                                  </a:cubicBezTo>
                                  <a:cubicBezTo>
                                    <a:pt x="208" y="23"/>
                                    <a:pt x="208" y="23"/>
                                    <a:pt x="208" y="23"/>
                                  </a:cubicBezTo>
                                  <a:cubicBezTo>
                                    <a:pt x="210" y="23"/>
                                    <a:pt x="210" y="22"/>
                                    <a:pt x="211" y="21"/>
                                  </a:cubicBezTo>
                                  <a:cubicBezTo>
                                    <a:pt x="212" y="20"/>
                                    <a:pt x="212" y="20"/>
                                    <a:pt x="211" y="19"/>
                                  </a:cubicBezTo>
                                  <a:cubicBezTo>
                                    <a:pt x="211" y="19"/>
                                    <a:pt x="211" y="19"/>
                                    <a:pt x="211" y="19"/>
                                  </a:cubicBezTo>
                                  <a:cubicBezTo>
                                    <a:pt x="210" y="19"/>
                                    <a:pt x="210" y="17"/>
                                    <a:pt x="209" y="17"/>
                                  </a:cubicBezTo>
                                  <a:cubicBezTo>
                                    <a:pt x="208" y="17"/>
                                    <a:pt x="207" y="17"/>
                                    <a:pt x="207" y="16"/>
                                  </a:cubicBezTo>
                                  <a:cubicBezTo>
                                    <a:pt x="206" y="15"/>
                                    <a:pt x="207" y="14"/>
                                    <a:pt x="206" y="14"/>
                                  </a:cubicBezTo>
                                  <a:cubicBezTo>
                                    <a:pt x="206" y="14"/>
                                    <a:pt x="206" y="14"/>
                                    <a:pt x="206" y="14"/>
                                  </a:cubicBezTo>
                                  <a:cubicBezTo>
                                    <a:pt x="206" y="14"/>
                                    <a:pt x="206" y="14"/>
                                    <a:pt x="206" y="14"/>
                                  </a:cubicBezTo>
                                  <a:cubicBezTo>
                                    <a:pt x="205" y="14"/>
                                    <a:pt x="204" y="14"/>
                                    <a:pt x="204" y="15"/>
                                  </a:cubicBezTo>
                                  <a:cubicBezTo>
                                    <a:pt x="203" y="15"/>
                                    <a:pt x="203" y="15"/>
                                    <a:pt x="202" y="15"/>
                                  </a:cubicBezTo>
                                  <a:cubicBezTo>
                                    <a:pt x="201" y="15"/>
                                    <a:pt x="200" y="15"/>
                                    <a:pt x="201" y="17"/>
                                  </a:cubicBezTo>
                                  <a:cubicBezTo>
                                    <a:pt x="201" y="17"/>
                                    <a:pt x="200" y="17"/>
                                    <a:pt x="200" y="17"/>
                                  </a:cubicBezTo>
                                  <a:cubicBezTo>
                                    <a:pt x="200" y="18"/>
                                    <a:pt x="200" y="18"/>
                                    <a:pt x="200" y="19"/>
                                  </a:cubicBezTo>
                                  <a:cubicBezTo>
                                    <a:pt x="200" y="19"/>
                                    <a:pt x="201" y="20"/>
                                    <a:pt x="201" y="19"/>
                                  </a:cubicBezTo>
                                  <a:close/>
                                  <a:moveTo>
                                    <a:pt x="208" y="7"/>
                                  </a:moveTo>
                                  <a:cubicBezTo>
                                    <a:pt x="208" y="7"/>
                                    <a:pt x="208" y="8"/>
                                    <a:pt x="209" y="8"/>
                                  </a:cubicBezTo>
                                  <a:cubicBezTo>
                                    <a:pt x="210" y="8"/>
                                    <a:pt x="211" y="7"/>
                                    <a:pt x="211" y="6"/>
                                  </a:cubicBezTo>
                                  <a:cubicBezTo>
                                    <a:pt x="212" y="6"/>
                                    <a:pt x="212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4" y="6"/>
                                    <a:pt x="215" y="7"/>
                                    <a:pt x="215" y="6"/>
                                  </a:cubicBezTo>
                                  <a:cubicBezTo>
                                    <a:pt x="215" y="6"/>
                                    <a:pt x="215" y="6"/>
                                    <a:pt x="215" y="6"/>
                                  </a:cubicBezTo>
                                  <a:cubicBezTo>
                                    <a:pt x="216" y="6"/>
                                    <a:pt x="217" y="5"/>
                                    <a:pt x="216" y="4"/>
                                  </a:cubicBezTo>
                                  <a:cubicBezTo>
                                    <a:pt x="216" y="4"/>
                                    <a:pt x="217" y="3"/>
                                    <a:pt x="217" y="3"/>
                                  </a:cubicBezTo>
                                  <a:cubicBezTo>
                                    <a:pt x="217" y="2"/>
                                    <a:pt x="217" y="2"/>
                                    <a:pt x="217" y="1"/>
                                  </a:cubicBezTo>
                                  <a:cubicBezTo>
                                    <a:pt x="217" y="1"/>
                                    <a:pt x="217" y="1"/>
                                    <a:pt x="217" y="1"/>
                                  </a:cubicBezTo>
                                  <a:cubicBezTo>
                                    <a:pt x="215" y="0"/>
                                    <a:pt x="214" y="0"/>
                                    <a:pt x="212" y="1"/>
                                  </a:cubicBezTo>
                                  <a:cubicBezTo>
                                    <a:pt x="211" y="1"/>
                                    <a:pt x="211" y="1"/>
                                    <a:pt x="210" y="1"/>
                                  </a:cubicBezTo>
                                  <a:cubicBezTo>
                                    <a:pt x="208" y="1"/>
                                    <a:pt x="207" y="2"/>
                                    <a:pt x="208" y="3"/>
                                  </a:cubicBezTo>
                                  <a:cubicBezTo>
                                    <a:pt x="208" y="4"/>
                                    <a:pt x="208" y="4"/>
                                    <a:pt x="208" y="5"/>
                                  </a:cubicBezTo>
                                  <a:cubicBezTo>
                                    <a:pt x="207" y="5"/>
                                    <a:pt x="207" y="6"/>
                                    <a:pt x="208" y="7"/>
                                  </a:cubicBezTo>
                                  <a:close/>
                                  <a:moveTo>
                                    <a:pt x="198" y="56"/>
                                  </a:moveTo>
                                  <a:cubicBezTo>
                                    <a:pt x="198" y="56"/>
                                    <a:pt x="199" y="56"/>
                                    <a:pt x="199" y="56"/>
                                  </a:cubicBezTo>
                                  <a:cubicBezTo>
                                    <a:pt x="199" y="56"/>
                                    <a:pt x="199" y="56"/>
                                    <a:pt x="199" y="56"/>
                                  </a:cubicBezTo>
                                  <a:cubicBezTo>
                                    <a:pt x="200" y="55"/>
                                    <a:pt x="200" y="54"/>
                                    <a:pt x="201" y="54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2" y="53"/>
                                    <a:pt x="204" y="53"/>
                                    <a:pt x="205" y="52"/>
                                  </a:cubicBezTo>
                                  <a:cubicBezTo>
                                    <a:pt x="206" y="50"/>
                                    <a:pt x="206" y="49"/>
                                    <a:pt x="205" y="48"/>
                                  </a:cubicBezTo>
                                  <a:cubicBezTo>
                                    <a:pt x="205" y="48"/>
                                    <a:pt x="205" y="47"/>
                                    <a:pt x="205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8" y="46"/>
                                    <a:pt x="208" y="44"/>
                                    <a:pt x="210" y="43"/>
                                  </a:cubicBezTo>
                                  <a:cubicBezTo>
                                    <a:pt x="210" y="43"/>
                                    <a:pt x="210" y="43"/>
                                    <a:pt x="209" y="43"/>
                                  </a:cubicBezTo>
                                  <a:cubicBezTo>
                                    <a:pt x="209" y="42"/>
                                    <a:pt x="208" y="42"/>
                                    <a:pt x="208" y="42"/>
                                  </a:cubicBezTo>
                                  <a:cubicBezTo>
                                    <a:pt x="208" y="42"/>
                                    <a:pt x="208" y="42"/>
                                    <a:pt x="208" y="41"/>
                                  </a:cubicBezTo>
                                  <a:cubicBezTo>
                                    <a:pt x="208" y="41"/>
                                    <a:pt x="208" y="41"/>
                                    <a:pt x="208" y="41"/>
                                  </a:cubicBezTo>
                                  <a:cubicBezTo>
                                    <a:pt x="208" y="41"/>
                                    <a:pt x="208" y="41"/>
                                    <a:pt x="208" y="41"/>
                                  </a:cubicBezTo>
                                  <a:cubicBezTo>
                                    <a:pt x="208" y="41"/>
                                    <a:pt x="209" y="41"/>
                                    <a:pt x="209" y="41"/>
                                  </a:cubicBezTo>
                                  <a:cubicBezTo>
                                    <a:pt x="208" y="41"/>
                                    <a:pt x="208" y="40"/>
                                    <a:pt x="207" y="40"/>
                                  </a:cubicBezTo>
                                  <a:cubicBezTo>
                                    <a:pt x="207" y="40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6" y="41"/>
                                    <a:pt x="206" y="40"/>
                                  </a:cubicBezTo>
                                  <a:cubicBezTo>
                                    <a:pt x="205" y="40"/>
                                    <a:pt x="205" y="38"/>
                                    <a:pt x="204" y="38"/>
                                  </a:cubicBezTo>
                                  <a:cubicBezTo>
                                    <a:pt x="202" y="37"/>
                                    <a:pt x="200" y="37"/>
                                    <a:pt x="199" y="35"/>
                                  </a:cubicBezTo>
                                  <a:cubicBezTo>
                                    <a:pt x="199" y="35"/>
                                    <a:pt x="199" y="35"/>
                                    <a:pt x="198" y="35"/>
                                  </a:cubicBezTo>
                                  <a:cubicBezTo>
                                    <a:pt x="197" y="36"/>
                                    <a:pt x="196" y="35"/>
                                    <a:pt x="195" y="34"/>
                                  </a:cubicBezTo>
                                  <a:cubicBezTo>
                                    <a:pt x="195" y="36"/>
                                    <a:pt x="197" y="37"/>
                                    <a:pt x="198" y="38"/>
                                  </a:cubicBezTo>
                                  <a:cubicBezTo>
                                    <a:pt x="199" y="38"/>
                                    <a:pt x="200" y="39"/>
                                    <a:pt x="200" y="40"/>
                                  </a:cubicBezTo>
                                  <a:cubicBezTo>
                                    <a:pt x="200" y="41"/>
                                    <a:pt x="201" y="42"/>
                                    <a:pt x="202" y="42"/>
                                  </a:cubicBezTo>
                                  <a:cubicBezTo>
                                    <a:pt x="202" y="42"/>
                                    <a:pt x="203" y="43"/>
                                    <a:pt x="203" y="43"/>
                                  </a:cubicBezTo>
                                  <a:cubicBezTo>
                                    <a:pt x="203" y="45"/>
                                    <a:pt x="203" y="46"/>
                                    <a:pt x="204" y="46"/>
                                  </a:cubicBezTo>
                                  <a:cubicBezTo>
                                    <a:pt x="204" y="46"/>
                                    <a:pt x="204" y="46"/>
                                    <a:pt x="204" y="46"/>
                                  </a:cubicBezTo>
                                  <a:cubicBezTo>
                                    <a:pt x="204" y="46"/>
                                    <a:pt x="204" y="46"/>
                                    <a:pt x="204" y="46"/>
                                  </a:cubicBezTo>
                                  <a:cubicBezTo>
                                    <a:pt x="202" y="45"/>
                                    <a:pt x="201" y="45"/>
                                    <a:pt x="200" y="44"/>
                                  </a:cubicBezTo>
                                  <a:cubicBezTo>
                                    <a:pt x="199" y="42"/>
                                    <a:pt x="198" y="40"/>
                                    <a:pt x="196" y="39"/>
                                  </a:cubicBezTo>
                                  <a:cubicBezTo>
                                    <a:pt x="195" y="38"/>
                                    <a:pt x="194" y="38"/>
                                    <a:pt x="193" y="38"/>
                                  </a:cubicBezTo>
                                  <a:cubicBezTo>
                                    <a:pt x="192" y="39"/>
                                    <a:pt x="191" y="39"/>
                                    <a:pt x="190" y="39"/>
                                  </a:cubicBezTo>
                                  <a:cubicBezTo>
                                    <a:pt x="189" y="37"/>
                                    <a:pt x="188" y="36"/>
                                    <a:pt x="186" y="35"/>
                                  </a:cubicBezTo>
                                  <a:cubicBezTo>
                                    <a:pt x="186" y="35"/>
                                    <a:pt x="186" y="34"/>
                                    <a:pt x="185" y="34"/>
                                  </a:cubicBezTo>
                                  <a:cubicBezTo>
                                    <a:pt x="185" y="35"/>
                                    <a:pt x="185" y="35"/>
                                    <a:pt x="185" y="35"/>
                                  </a:cubicBezTo>
                                  <a:cubicBezTo>
                                    <a:pt x="185" y="36"/>
                                    <a:pt x="185" y="37"/>
                                    <a:pt x="184" y="37"/>
                                  </a:cubicBezTo>
                                  <a:cubicBezTo>
                                    <a:pt x="184" y="38"/>
                                    <a:pt x="184" y="38"/>
                                    <a:pt x="185" y="39"/>
                                  </a:cubicBezTo>
                                  <a:cubicBezTo>
                                    <a:pt x="186" y="39"/>
                                    <a:pt x="187" y="40"/>
                                    <a:pt x="187" y="41"/>
                                  </a:cubicBezTo>
                                  <a:cubicBezTo>
                                    <a:pt x="187" y="42"/>
                                    <a:pt x="187" y="42"/>
                                    <a:pt x="188" y="42"/>
                                  </a:cubicBezTo>
                                  <a:cubicBezTo>
                                    <a:pt x="190" y="42"/>
                                    <a:pt x="193" y="44"/>
                                    <a:pt x="193" y="45"/>
                                  </a:cubicBezTo>
                                  <a:cubicBezTo>
                                    <a:pt x="193" y="46"/>
                                    <a:pt x="193" y="47"/>
                                    <a:pt x="194" y="47"/>
                                  </a:cubicBezTo>
                                  <a:cubicBezTo>
                                    <a:pt x="195" y="48"/>
                                    <a:pt x="196" y="48"/>
                                    <a:pt x="197" y="48"/>
                                  </a:cubicBezTo>
                                  <a:cubicBezTo>
                                    <a:pt x="199" y="48"/>
                                    <a:pt x="200" y="50"/>
                                    <a:pt x="201" y="52"/>
                                  </a:cubicBezTo>
                                  <a:cubicBezTo>
                                    <a:pt x="201" y="52"/>
                                    <a:pt x="201" y="52"/>
                                    <a:pt x="201" y="52"/>
                                  </a:cubicBezTo>
                                  <a:cubicBezTo>
                                    <a:pt x="200" y="52"/>
                                    <a:pt x="200" y="51"/>
                                    <a:pt x="199" y="50"/>
                                  </a:cubicBezTo>
                                  <a:cubicBezTo>
                                    <a:pt x="199" y="50"/>
                                    <a:pt x="198" y="49"/>
                                    <a:pt x="197" y="49"/>
                                  </a:cubicBezTo>
                                  <a:cubicBezTo>
                                    <a:pt x="196" y="50"/>
                                    <a:pt x="195" y="50"/>
                                    <a:pt x="194" y="50"/>
                                  </a:cubicBezTo>
                                  <a:cubicBezTo>
                                    <a:pt x="194" y="50"/>
                                    <a:pt x="193" y="50"/>
                                    <a:pt x="193" y="50"/>
                                  </a:cubicBezTo>
                                  <a:cubicBezTo>
                                    <a:pt x="192" y="51"/>
                                    <a:pt x="192" y="52"/>
                                    <a:pt x="191" y="52"/>
                                  </a:cubicBezTo>
                                  <a:cubicBezTo>
                                    <a:pt x="190" y="52"/>
                                    <a:pt x="190" y="52"/>
                                    <a:pt x="190" y="52"/>
                                  </a:cubicBezTo>
                                  <a:cubicBezTo>
                                    <a:pt x="190" y="53"/>
                                    <a:pt x="191" y="53"/>
                                    <a:pt x="191" y="53"/>
                                  </a:cubicBezTo>
                                  <a:cubicBezTo>
                                    <a:pt x="191" y="53"/>
                                    <a:pt x="192" y="52"/>
                                    <a:pt x="192" y="53"/>
                                  </a:cubicBezTo>
                                  <a:cubicBezTo>
                                    <a:pt x="191" y="55"/>
                                    <a:pt x="191" y="55"/>
                                    <a:pt x="193" y="56"/>
                                  </a:cubicBezTo>
                                  <a:cubicBezTo>
                                    <a:pt x="195" y="56"/>
                                    <a:pt x="196" y="56"/>
                                    <a:pt x="198" y="56"/>
                                  </a:cubicBezTo>
                                  <a:close/>
                                  <a:moveTo>
                                    <a:pt x="183" y="48"/>
                                  </a:moveTo>
                                  <a:cubicBezTo>
                                    <a:pt x="183" y="48"/>
                                    <a:pt x="184" y="48"/>
                                    <a:pt x="185" y="48"/>
                                  </a:cubicBezTo>
                                  <a:cubicBezTo>
                                    <a:pt x="185" y="49"/>
                                    <a:pt x="185" y="50"/>
                                    <a:pt x="185" y="51"/>
                                  </a:cubicBezTo>
                                  <a:cubicBezTo>
                                    <a:pt x="186" y="51"/>
                                    <a:pt x="186" y="52"/>
                                    <a:pt x="187" y="51"/>
                                  </a:cubicBezTo>
                                  <a:cubicBezTo>
                                    <a:pt x="188" y="51"/>
                                    <a:pt x="188" y="51"/>
                                    <a:pt x="189" y="51"/>
                                  </a:cubicBezTo>
                                  <a:cubicBezTo>
                                    <a:pt x="190" y="50"/>
                                    <a:pt x="190" y="51"/>
                                    <a:pt x="191" y="50"/>
                                  </a:cubicBezTo>
                                  <a:cubicBezTo>
                                    <a:pt x="191" y="50"/>
                                    <a:pt x="191" y="50"/>
                                    <a:pt x="191" y="50"/>
                                  </a:cubicBezTo>
                                  <a:cubicBezTo>
                                    <a:pt x="191" y="50"/>
                                    <a:pt x="192" y="50"/>
                                    <a:pt x="192" y="50"/>
                                  </a:cubicBezTo>
                                  <a:cubicBezTo>
                                    <a:pt x="192" y="50"/>
                                    <a:pt x="193" y="50"/>
                                    <a:pt x="193" y="49"/>
                                  </a:cubicBezTo>
                                  <a:cubicBezTo>
                                    <a:pt x="193" y="48"/>
                                    <a:pt x="193" y="48"/>
                                    <a:pt x="192" y="48"/>
                                  </a:cubicBezTo>
                                  <a:cubicBezTo>
                                    <a:pt x="191" y="47"/>
                                    <a:pt x="190" y="46"/>
                                    <a:pt x="189" y="45"/>
                                  </a:cubicBezTo>
                                  <a:cubicBezTo>
                                    <a:pt x="188" y="44"/>
                                    <a:pt x="188" y="44"/>
                                    <a:pt x="187" y="45"/>
                                  </a:cubicBezTo>
                                  <a:cubicBezTo>
                                    <a:pt x="186" y="46"/>
                                    <a:pt x="186" y="46"/>
                                    <a:pt x="186" y="45"/>
                                  </a:cubicBezTo>
                                  <a:cubicBezTo>
                                    <a:pt x="185" y="44"/>
                                    <a:pt x="185" y="44"/>
                                    <a:pt x="185" y="45"/>
                                  </a:cubicBezTo>
                                  <a:cubicBezTo>
                                    <a:pt x="184" y="46"/>
                                    <a:pt x="183" y="46"/>
                                    <a:pt x="182" y="46"/>
                                  </a:cubicBezTo>
                                  <a:cubicBezTo>
                                    <a:pt x="181" y="46"/>
                                    <a:pt x="181" y="47"/>
                                    <a:pt x="181" y="47"/>
                                  </a:cubicBezTo>
                                  <a:cubicBezTo>
                                    <a:pt x="181" y="48"/>
                                    <a:pt x="182" y="49"/>
                                    <a:pt x="183" y="48"/>
                                  </a:cubicBezTo>
                                  <a:close/>
                                  <a:moveTo>
                                    <a:pt x="360" y="42"/>
                                  </a:moveTo>
                                  <a:cubicBezTo>
                                    <a:pt x="356" y="39"/>
                                    <a:pt x="352" y="40"/>
                                    <a:pt x="351" y="44"/>
                                  </a:cubicBezTo>
                                  <a:cubicBezTo>
                                    <a:pt x="351" y="45"/>
                                    <a:pt x="351" y="46"/>
                                    <a:pt x="352" y="46"/>
                                  </a:cubicBezTo>
                                  <a:cubicBezTo>
                                    <a:pt x="353" y="47"/>
                                    <a:pt x="355" y="47"/>
                                    <a:pt x="357" y="46"/>
                                  </a:cubicBezTo>
                                  <a:cubicBezTo>
                                    <a:pt x="357" y="46"/>
                                    <a:pt x="357" y="46"/>
                                    <a:pt x="357" y="46"/>
                                  </a:cubicBezTo>
                                  <a:cubicBezTo>
                                    <a:pt x="358" y="46"/>
                                    <a:pt x="359" y="45"/>
                                    <a:pt x="360" y="44"/>
                                  </a:cubicBezTo>
                                  <a:cubicBezTo>
                                    <a:pt x="360" y="43"/>
                                    <a:pt x="360" y="43"/>
                                    <a:pt x="360" y="42"/>
                                  </a:cubicBezTo>
                                  <a:close/>
                                  <a:moveTo>
                                    <a:pt x="220" y="78"/>
                                  </a:moveTo>
                                  <a:cubicBezTo>
                                    <a:pt x="220" y="77"/>
                                    <a:pt x="219" y="77"/>
                                    <a:pt x="218" y="77"/>
                                  </a:cubicBezTo>
                                  <a:cubicBezTo>
                                    <a:pt x="217" y="77"/>
                                    <a:pt x="213" y="79"/>
                                    <a:pt x="213" y="80"/>
                                  </a:cubicBezTo>
                                  <a:cubicBezTo>
                                    <a:pt x="213" y="80"/>
                                    <a:pt x="213" y="80"/>
                                    <a:pt x="213" y="80"/>
                                  </a:cubicBezTo>
                                  <a:cubicBezTo>
                                    <a:pt x="215" y="81"/>
                                    <a:pt x="216" y="82"/>
                                    <a:pt x="216" y="83"/>
                                  </a:cubicBezTo>
                                  <a:cubicBezTo>
                                    <a:pt x="217" y="84"/>
                                    <a:pt x="217" y="84"/>
                                    <a:pt x="218" y="83"/>
                                  </a:cubicBezTo>
                                  <a:cubicBezTo>
                                    <a:pt x="218" y="83"/>
                                    <a:pt x="219" y="83"/>
                                    <a:pt x="219" y="82"/>
                                  </a:cubicBezTo>
                                  <a:cubicBezTo>
                                    <a:pt x="219" y="82"/>
                                    <a:pt x="219" y="82"/>
                                    <a:pt x="219" y="82"/>
                                  </a:cubicBezTo>
                                  <a:cubicBezTo>
                                    <a:pt x="219" y="82"/>
                                    <a:pt x="219" y="82"/>
                                    <a:pt x="219" y="82"/>
                                  </a:cubicBezTo>
                                  <a:cubicBezTo>
                                    <a:pt x="220" y="82"/>
                                    <a:pt x="220" y="82"/>
                                    <a:pt x="220" y="81"/>
                                  </a:cubicBezTo>
                                  <a:cubicBezTo>
                                    <a:pt x="222" y="80"/>
                                    <a:pt x="220" y="79"/>
                                    <a:pt x="220" y="78"/>
                                  </a:cubicBezTo>
                                  <a:close/>
                                  <a:moveTo>
                                    <a:pt x="450" y="80"/>
                                  </a:moveTo>
                                  <a:cubicBezTo>
                                    <a:pt x="448" y="79"/>
                                    <a:pt x="446" y="78"/>
                                    <a:pt x="445" y="76"/>
                                  </a:cubicBezTo>
                                  <a:cubicBezTo>
                                    <a:pt x="445" y="76"/>
                                    <a:pt x="444" y="75"/>
                                    <a:pt x="445" y="75"/>
                                  </a:cubicBezTo>
                                  <a:cubicBezTo>
                                    <a:pt x="445" y="74"/>
                                    <a:pt x="445" y="74"/>
                                    <a:pt x="444" y="73"/>
                                  </a:cubicBezTo>
                                  <a:cubicBezTo>
                                    <a:pt x="444" y="73"/>
                                    <a:pt x="443" y="72"/>
                                    <a:pt x="442" y="72"/>
                                  </a:cubicBezTo>
                                  <a:cubicBezTo>
                                    <a:pt x="442" y="72"/>
                                    <a:pt x="442" y="72"/>
                                    <a:pt x="442" y="72"/>
                                  </a:cubicBezTo>
                                  <a:cubicBezTo>
                                    <a:pt x="442" y="72"/>
                                    <a:pt x="441" y="72"/>
                                    <a:pt x="441" y="72"/>
                                  </a:cubicBezTo>
                                  <a:cubicBezTo>
                                    <a:pt x="441" y="72"/>
                                    <a:pt x="440" y="71"/>
                                    <a:pt x="440" y="71"/>
                                  </a:cubicBezTo>
                                  <a:cubicBezTo>
                                    <a:pt x="440" y="71"/>
                                    <a:pt x="441" y="70"/>
                                    <a:pt x="441" y="70"/>
                                  </a:cubicBezTo>
                                  <a:cubicBezTo>
                                    <a:pt x="443" y="70"/>
                                    <a:pt x="446" y="69"/>
                                    <a:pt x="447" y="72"/>
                                  </a:cubicBezTo>
                                  <a:cubicBezTo>
                                    <a:pt x="448" y="70"/>
                                    <a:pt x="448" y="69"/>
                                    <a:pt x="446" y="68"/>
                                  </a:cubicBezTo>
                                  <a:cubicBezTo>
                                    <a:pt x="446" y="68"/>
                                    <a:pt x="446" y="68"/>
                                    <a:pt x="446" y="68"/>
                                  </a:cubicBezTo>
                                  <a:cubicBezTo>
                                    <a:pt x="444" y="68"/>
                                    <a:pt x="443" y="69"/>
                                    <a:pt x="441" y="69"/>
                                  </a:cubicBezTo>
                                  <a:cubicBezTo>
                                    <a:pt x="441" y="69"/>
                                    <a:pt x="440" y="69"/>
                                    <a:pt x="441" y="68"/>
                                  </a:cubicBezTo>
                                  <a:cubicBezTo>
                                    <a:pt x="441" y="68"/>
                                    <a:pt x="440" y="68"/>
                                    <a:pt x="440" y="68"/>
                                  </a:cubicBezTo>
                                  <a:cubicBezTo>
                                    <a:pt x="439" y="68"/>
                                    <a:pt x="439" y="68"/>
                                    <a:pt x="438" y="68"/>
                                  </a:cubicBezTo>
                                  <a:cubicBezTo>
                                    <a:pt x="439" y="67"/>
                                    <a:pt x="439" y="66"/>
                                    <a:pt x="440" y="67"/>
                                  </a:cubicBezTo>
                                  <a:cubicBezTo>
                                    <a:pt x="441" y="68"/>
                                    <a:pt x="443" y="67"/>
                                    <a:pt x="443" y="66"/>
                                  </a:cubicBezTo>
                                  <a:cubicBezTo>
                                    <a:pt x="443" y="66"/>
                                    <a:pt x="443" y="66"/>
                                    <a:pt x="443" y="65"/>
                                  </a:cubicBezTo>
                                  <a:cubicBezTo>
                                    <a:pt x="443" y="65"/>
                                    <a:pt x="443" y="65"/>
                                    <a:pt x="443" y="65"/>
                                  </a:cubicBezTo>
                                  <a:cubicBezTo>
                                    <a:pt x="442" y="65"/>
                                    <a:pt x="442" y="66"/>
                                    <a:pt x="441" y="65"/>
                                  </a:cubicBezTo>
                                  <a:cubicBezTo>
                                    <a:pt x="440" y="65"/>
                                    <a:pt x="440" y="65"/>
                                    <a:pt x="439" y="64"/>
                                  </a:cubicBezTo>
                                  <a:cubicBezTo>
                                    <a:pt x="440" y="64"/>
                                    <a:pt x="442" y="64"/>
                                    <a:pt x="441" y="63"/>
                                  </a:cubicBezTo>
                                  <a:cubicBezTo>
                                    <a:pt x="441" y="62"/>
                                    <a:pt x="442" y="62"/>
                                    <a:pt x="442" y="62"/>
                                  </a:cubicBezTo>
                                  <a:cubicBezTo>
                                    <a:pt x="443" y="62"/>
                                    <a:pt x="444" y="62"/>
                                    <a:pt x="444" y="61"/>
                                  </a:cubicBezTo>
                                  <a:cubicBezTo>
                                    <a:pt x="444" y="61"/>
                                    <a:pt x="444" y="61"/>
                                    <a:pt x="444" y="61"/>
                                  </a:cubicBezTo>
                                  <a:cubicBezTo>
                                    <a:pt x="444" y="61"/>
                                    <a:pt x="443" y="61"/>
                                    <a:pt x="443" y="61"/>
                                  </a:cubicBezTo>
                                  <a:cubicBezTo>
                                    <a:pt x="443" y="61"/>
                                    <a:pt x="443" y="60"/>
                                    <a:pt x="443" y="60"/>
                                  </a:cubicBezTo>
                                  <a:cubicBezTo>
                                    <a:pt x="444" y="60"/>
                                    <a:pt x="444" y="59"/>
                                    <a:pt x="444" y="57"/>
                                  </a:cubicBezTo>
                                  <a:cubicBezTo>
                                    <a:pt x="444" y="56"/>
                                    <a:pt x="445" y="54"/>
                                    <a:pt x="446" y="53"/>
                                  </a:cubicBezTo>
                                  <a:cubicBezTo>
                                    <a:pt x="446" y="53"/>
                                    <a:pt x="447" y="52"/>
                                    <a:pt x="447" y="52"/>
                                  </a:cubicBezTo>
                                  <a:cubicBezTo>
                                    <a:pt x="448" y="51"/>
                                    <a:pt x="447" y="51"/>
                                    <a:pt x="447" y="50"/>
                                  </a:cubicBezTo>
                                  <a:cubicBezTo>
                                    <a:pt x="447" y="50"/>
                                    <a:pt x="447" y="50"/>
                                    <a:pt x="447" y="50"/>
                                  </a:cubicBezTo>
                                  <a:cubicBezTo>
                                    <a:pt x="447" y="50"/>
                                    <a:pt x="448" y="49"/>
                                    <a:pt x="447" y="49"/>
                                  </a:cubicBezTo>
                                  <a:cubicBezTo>
                                    <a:pt x="447" y="49"/>
                                    <a:pt x="446" y="50"/>
                                    <a:pt x="446" y="51"/>
                                  </a:cubicBezTo>
                                  <a:cubicBezTo>
                                    <a:pt x="445" y="51"/>
                                    <a:pt x="445" y="51"/>
                                    <a:pt x="444" y="51"/>
                                  </a:cubicBezTo>
                                  <a:cubicBezTo>
                                    <a:pt x="444" y="51"/>
                                    <a:pt x="443" y="51"/>
                                    <a:pt x="443" y="51"/>
                                  </a:cubicBezTo>
                                  <a:cubicBezTo>
                                    <a:pt x="442" y="50"/>
                                    <a:pt x="443" y="50"/>
                                    <a:pt x="443" y="50"/>
                                  </a:cubicBezTo>
                                  <a:cubicBezTo>
                                    <a:pt x="444" y="49"/>
                                    <a:pt x="444" y="48"/>
                                    <a:pt x="444" y="47"/>
                                  </a:cubicBezTo>
                                  <a:cubicBezTo>
                                    <a:pt x="444" y="47"/>
                                    <a:pt x="444" y="46"/>
                                    <a:pt x="445" y="46"/>
                                  </a:cubicBezTo>
                                  <a:cubicBezTo>
                                    <a:pt x="446" y="45"/>
                                    <a:pt x="447" y="44"/>
                                    <a:pt x="446" y="43"/>
                                  </a:cubicBezTo>
                                  <a:cubicBezTo>
                                    <a:pt x="446" y="42"/>
                                    <a:pt x="447" y="42"/>
                                    <a:pt x="448" y="41"/>
                                  </a:cubicBezTo>
                                  <a:cubicBezTo>
                                    <a:pt x="448" y="41"/>
                                    <a:pt x="449" y="39"/>
                                    <a:pt x="450" y="40"/>
                                  </a:cubicBezTo>
                                  <a:cubicBezTo>
                                    <a:pt x="450" y="40"/>
                                    <a:pt x="451" y="40"/>
                                    <a:pt x="451" y="40"/>
                                  </a:cubicBezTo>
                                  <a:cubicBezTo>
                                    <a:pt x="450" y="38"/>
                                    <a:pt x="451" y="38"/>
                                    <a:pt x="452" y="38"/>
                                  </a:cubicBezTo>
                                  <a:cubicBezTo>
                                    <a:pt x="453" y="37"/>
                                    <a:pt x="454" y="36"/>
                                    <a:pt x="456" y="35"/>
                                  </a:cubicBezTo>
                                  <a:cubicBezTo>
                                    <a:pt x="458" y="35"/>
                                    <a:pt x="459" y="33"/>
                                    <a:pt x="460" y="32"/>
                                  </a:cubicBezTo>
                                  <a:cubicBezTo>
                                    <a:pt x="461" y="31"/>
                                    <a:pt x="461" y="30"/>
                                    <a:pt x="462" y="31"/>
                                  </a:cubicBezTo>
                                  <a:cubicBezTo>
                                    <a:pt x="463" y="31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2" y="30"/>
                                    <a:pt x="462" y="30"/>
                                    <a:pt x="461" y="30"/>
                                  </a:cubicBezTo>
                                  <a:cubicBezTo>
                                    <a:pt x="460" y="30"/>
                                    <a:pt x="460" y="30"/>
                                    <a:pt x="460" y="29"/>
                                  </a:cubicBezTo>
                                  <a:cubicBezTo>
                                    <a:pt x="460" y="28"/>
                                    <a:pt x="460" y="28"/>
                                    <a:pt x="460" y="28"/>
                                  </a:cubicBezTo>
                                  <a:cubicBezTo>
                                    <a:pt x="461" y="28"/>
                                    <a:pt x="461" y="28"/>
                                    <a:pt x="461" y="28"/>
                                  </a:cubicBezTo>
                                  <a:cubicBezTo>
                                    <a:pt x="463" y="27"/>
                                    <a:pt x="464" y="27"/>
                                    <a:pt x="466" y="29"/>
                                  </a:cubicBezTo>
                                  <a:cubicBezTo>
                                    <a:pt x="466" y="29"/>
                                    <a:pt x="466" y="30"/>
                                    <a:pt x="465" y="31"/>
                                  </a:cubicBezTo>
                                  <a:cubicBezTo>
                                    <a:pt x="465" y="31"/>
                                    <a:pt x="465" y="31"/>
                                    <a:pt x="465" y="31"/>
                                  </a:cubicBezTo>
                                  <a:cubicBezTo>
                                    <a:pt x="465" y="31"/>
                                    <a:pt x="465" y="31"/>
                                    <a:pt x="465" y="31"/>
                                  </a:cubicBezTo>
                                  <a:cubicBezTo>
                                    <a:pt x="465" y="31"/>
                                    <a:pt x="464" y="32"/>
                                    <a:pt x="466" y="32"/>
                                  </a:cubicBezTo>
                                  <a:cubicBezTo>
                                    <a:pt x="467" y="32"/>
                                    <a:pt x="466" y="33"/>
                                    <a:pt x="467" y="33"/>
                                  </a:cubicBezTo>
                                  <a:cubicBezTo>
                                    <a:pt x="467" y="33"/>
                                    <a:pt x="467" y="33"/>
                                    <a:pt x="467" y="33"/>
                                  </a:cubicBezTo>
                                  <a:cubicBezTo>
                                    <a:pt x="467" y="33"/>
                                    <a:pt x="467" y="33"/>
                                    <a:pt x="467" y="33"/>
                                  </a:cubicBezTo>
                                  <a:cubicBezTo>
                                    <a:pt x="468" y="33"/>
                                    <a:pt x="468" y="34"/>
                                    <a:pt x="468" y="34"/>
                                  </a:cubicBezTo>
                                  <a:cubicBezTo>
                                    <a:pt x="468" y="35"/>
                                    <a:pt x="469" y="36"/>
                                    <a:pt x="469" y="37"/>
                                  </a:cubicBezTo>
                                  <a:cubicBezTo>
                                    <a:pt x="469" y="37"/>
                                    <a:pt x="469" y="37"/>
                                    <a:pt x="469" y="37"/>
                                  </a:cubicBezTo>
                                  <a:cubicBezTo>
                                    <a:pt x="470" y="37"/>
                                    <a:pt x="470" y="38"/>
                                    <a:pt x="470" y="39"/>
                                  </a:cubicBezTo>
                                  <a:cubicBezTo>
                                    <a:pt x="470" y="39"/>
                                    <a:pt x="470" y="39"/>
                                    <a:pt x="471" y="40"/>
                                  </a:cubicBezTo>
                                  <a:cubicBezTo>
                                    <a:pt x="471" y="40"/>
                                    <a:pt x="471" y="40"/>
                                    <a:pt x="471" y="40"/>
                                  </a:cubicBezTo>
                                  <a:cubicBezTo>
                                    <a:pt x="471" y="40"/>
                                    <a:pt x="471" y="41"/>
                                    <a:pt x="471" y="42"/>
                                  </a:cubicBezTo>
                                  <a:cubicBezTo>
                                    <a:pt x="471" y="42"/>
                                    <a:pt x="471" y="43"/>
                                    <a:pt x="471" y="43"/>
                                  </a:cubicBezTo>
                                  <a:cubicBezTo>
                                    <a:pt x="473" y="44"/>
                                    <a:pt x="474" y="46"/>
                                    <a:pt x="476" y="47"/>
                                  </a:cubicBezTo>
                                  <a:cubicBezTo>
                                    <a:pt x="476" y="47"/>
                                    <a:pt x="476" y="48"/>
                                    <a:pt x="476" y="48"/>
                                  </a:cubicBezTo>
                                  <a:cubicBezTo>
                                    <a:pt x="478" y="48"/>
                                    <a:pt x="479" y="49"/>
                                    <a:pt x="478" y="51"/>
                                  </a:cubicBezTo>
                                  <a:cubicBezTo>
                                    <a:pt x="478" y="51"/>
                                    <a:pt x="478" y="51"/>
                                    <a:pt x="479" y="51"/>
                                  </a:cubicBezTo>
                                  <a:cubicBezTo>
                                    <a:pt x="479" y="52"/>
                                    <a:pt x="480" y="53"/>
                                    <a:pt x="479" y="53"/>
                                  </a:cubicBezTo>
                                  <a:cubicBezTo>
                                    <a:pt x="478" y="54"/>
                                    <a:pt x="477" y="55"/>
                                    <a:pt x="476" y="54"/>
                                  </a:cubicBezTo>
                                  <a:cubicBezTo>
                                    <a:pt x="476" y="55"/>
                                    <a:pt x="476" y="56"/>
                                    <a:pt x="475" y="55"/>
                                  </a:cubicBezTo>
                                  <a:cubicBezTo>
                                    <a:pt x="474" y="55"/>
                                    <a:pt x="474" y="55"/>
                                    <a:pt x="474" y="55"/>
                                  </a:cubicBezTo>
                                  <a:cubicBezTo>
                                    <a:pt x="474" y="55"/>
                                    <a:pt x="474" y="55"/>
                                    <a:pt x="474" y="55"/>
                                  </a:cubicBezTo>
                                  <a:cubicBezTo>
                                    <a:pt x="474" y="56"/>
                                    <a:pt x="474" y="57"/>
                                    <a:pt x="474" y="58"/>
                                  </a:cubicBezTo>
                                  <a:cubicBezTo>
                                    <a:pt x="474" y="58"/>
                                    <a:pt x="474" y="58"/>
                                    <a:pt x="474" y="58"/>
                                  </a:cubicBezTo>
                                  <a:cubicBezTo>
                                    <a:pt x="474" y="58"/>
                                    <a:pt x="474" y="58"/>
                                    <a:pt x="474" y="58"/>
                                  </a:cubicBezTo>
                                  <a:cubicBezTo>
                                    <a:pt x="474" y="59"/>
                                    <a:pt x="474" y="60"/>
                                    <a:pt x="474" y="61"/>
                                  </a:cubicBezTo>
                                  <a:cubicBezTo>
                                    <a:pt x="474" y="61"/>
                                    <a:pt x="474" y="61"/>
                                    <a:pt x="474" y="61"/>
                                  </a:cubicBezTo>
                                  <a:cubicBezTo>
                                    <a:pt x="474" y="61"/>
                                    <a:pt x="474" y="61"/>
                                    <a:pt x="474" y="61"/>
                                  </a:cubicBezTo>
                                  <a:cubicBezTo>
                                    <a:pt x="474" y="62"/>
                                    <a:pt x="474" y="63"/>
                                    <a:pt x="474" y="63"/>
                                  </a:cubicBezTo>
                                  <a:cubicBezTo>
                                    <a:pt x="474" y="63"/>
                                    <a:pt x="474" y="63"/>
                                    <a:pt x="474" y="63"/>
                                  </a:cubicBezTo>
                                  <a:cubicBezTo>
                                    <a:pt x="474" y="63"/>
                                    <a:pt x="474" y="63"/>
                                    <a:pt x="474" y="63"/>
                                  </a:cubicBezTo>
                                  <a:cubicBezTo>
                                    <a:pt x="475" y="64"/>
                                    <a:pt x="474" y="66"/>
                                    <a:pt x="474" y="67"/>
                                  </a:cubicBezTo>
                                  <a:cubicBezTo>
                                    <a:pt x="475" y="67"/>
                                    <a:pt x="475" y="67"/>
                                    <a:pt x="475" y="67"/>
                                  </a:cubicBezTo>
                                  <a:cubicBezTo>
                                    <a:pt x="475" y="67"/>
                                    <a:pt x="475" y="67"/>
                                    <a:pt x="475" y="67"/>
                                  </a:cubicBezTo>
                                  <a:cubicBezTo>
                                    <a:pt x="476" y="68"/>
                                    <a:pt x="476" y="68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6" y="69"/>
                                    <a:pt x="476" y="69"/>
                                    <a:pt x="476" y="70"/>
                                  </a:cubicBezTo>
                                  <a:cubicBezTo>
                                    <a:pt x="476" y="70"/>
                                    <a:pt x="475" y="70"/>
                                    <a:pt x="475" y="70"/>
                                  </a:cubicBezTo>
                                  <a:cubicBezTo>
                                    <a:pt x="475" y="70"/>
                                    <a:pt x="474" y="71"/>
                                    <a:pt x="474" y="71"/>
                                  </a:cubicBezTo>
                                  <a:cubicBezTo>
                                    <a:pt x="474" y="72"/>
                                    <a:pt x="473" y="71"/>
                                    <a:pt x="473" y="71"/>
                                  </a:cubicBezTo>
                                  <a:cubicBezTo>
                                    <a:pt x="473" y="71"/>
                                    <a:pt x="473" y="71"/>
                                    <a:pt x="473" y="71"/>
                                  </a:cubicBezTo>
                                  <a:cubicBezTo>
                                    <a:pt x="473" y="71"/>
                                    <a:pt x="473" y="71"/>
                                    <a:pt x="473" y="71"/>
                                  </a:cubicBezTo>
                                  <a:cubicBezTo>
                                    <a:pt x="472" y="72"/>
                                    <a:pt x="471" y="72"/>
                                    <a:pt x="470" y="72"/>
                                  </a:cubicBezTo>
                                  <a:cubicBezTo>
                                    <a:pt x="470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8" y="72"/>
                                    <a:pt x="467" y="72"/>
                                    <a:pt x="466" y="72"/>
                                  </a:cubicBezTo>
                                  <a:cubicBezTo>
                                    <a:pt x="466" y="72"/>
                                    <a:pt x="466" y="72"/>
                                    <a:pt x="466" y="72"/>
                                  </a:cubicBezTo>
                                  <a:cubicBezTo>
                                    <a:pt x="466" y="72"/>
                                    <a:pt x="466" y="72"/>
                                    <a:pt x="466" y="72"/>
                                  </a:cubicBezTo>
                                  <a:cubicBezTo>
                                    <a:pt x="465" y="73"/>
                                    <a:pt x="464" y="72"/>
                                    <a:pt x="463" y="72"/>
                                  </a:cubicBezTo>
                                  <a:cubicBezTo>
                                    <a:pt x="462" y="73"/>
                                    <a:pt x="461" y="74"/>
                                    <a:pt x="460" y="74"/>
                                  </a:cubicBezTo>
                                  <a:cubicBezTo>
                                    <a:pt x="460" y="75"/>
                                    <a:pt x="459" y="75"/>
                                    <a:pt x="458" y="75"/>
                                  </a:cubicBezTo>
                                  <a:cubicBezTo>
                                    <a:pt x="457" y="75"/>
                                    <a:pt x="456" y="75"/>
                                    <a:pt x="455" y="76"/>
                                  </a:cubicBezTo>
                                  <a:cubicBezTo>
                                    <a:pt x="455" y="77"/>
                                    <a:pt x="454" y="78"/>
                                    <a:pt x="454" y="78"/>
                                  </a:cubicBezTo>
                                  <a:cubicBezTo>
                                    <a:pt x="453" y="78"/>
                                    <a:pt x="453" y="79"/>
                                    <a:pt x="452" y="79"/>
                                  </a:cubicBezTo>
                                  <a:cubicBezTo>
                                    <a:pt x="452" y="79"/>
                                    <a:pt x="452" y="79"/>
                                    <a:pt x="452" y="79"/>
                                  </a:cubicBezTo>
                                  <a:cubicBezTo>
                                    <a:pt x="452" y="80"/>
                                    <a:pt x="450" y="79"/>
                                    <a:pt x="450" y="80"/>
                                  </a:cubicBezTo>
                                  <a:close/>
                                  <a:moveTo>
                                    <a:pt x="340" y="98"/>
                                  </a:moveTo>
                                  <a:cubicBezTo>
                                    <a:pt x="339" y="98"/>
                                    <a:pt x="337" y="97"/>
                                    <a:pt x="336" y="96"/>
                                  </a:cubicBezTo>
                                  <a:cubicBezTo>
                                    <a:pt x="335" y="95"/>
                                    <a:pt x="334" y="95"/>
                                    <a:pt x="333" y="95"/>
                                  </a:cubicBezTo>
                                  <a:cubicBezTo>
                                    <a:pt x="333" y="95"/>
                                    <a:pt x="333" y="94"/>
                                    <a:pt x="332" y="94"/>
                                  </a:cubicBezTo>
                                  <a:cubicBezTo>
                                    <a:pt x="332" y="94"/>
                                    <a:pt x="332" y="94"/>
                                    <a:pt x="332" y="94"/>
                                  </a:cubicBezTo>
                                  <a:cubicBezTo>
                                    <a:pt x="332" y="94"/>
                                    <a:pt x="331" y="93"/>
                                    <a:pt x="331" y="94"/>
                                  </a:cubicBezTo>
                                  <a:cubicBezTo>
                                    <a:pt x="330" y="95"/>
                                    <a:pt x="332" y="99"/>
                                    <a:pt x="333" y="98"/>
                                  </a:cubicBezTo>
                                  <a:cubicBezTo>
                                    <a:pt x="334" y="98"/>
                                    <a:pt x="335" y="99"/>
                                    <a:pt x="335" y="100"/>
                                  </a:cubicBezTo>
                                  <a:cubicBezTo>
                                    <a:pt x="335" y="100"/>
                                    <a:pt x="335" y="100"/>
                                    <a:pt x="335" y="100"/>
                                  </a:cubicBezTo>
                                  <a:cubicBezTo>
                                    <a:pt x="337" y="100"/>
                                    <a:pt x="338" y="101"/>
                                    <a:pt x="340" y="100"/>
                                  </a:cubicBezTo>
                                  <a:cubicBezTo>
                                    <a:pt x="340" y="100"/>
                                    <a:pt x="341" y="99"/>
                                    <a:pt x="340" y="98"/>
                                  </a:cubicBezTo>
                                  <a:close/>
                                  <a:moveTo>
                                    <a:pt x="162" y="81"/>
                                  </a:moveTo>
                                  <a:cubicBezTo>
                                    <a:pt x="161" y="81"/>
                                    <a:pt x="161" y="80"/>
                                    <a:pt x="162" y="80"/>
                                  </a:cubicBezTo>
                                  <a:cubicBezTo>
                                    <a:pt x="162" y="79"/>
                                    <a:pt x="162" y="79"/>
                                    <a:pt x="162" y="78"/>
                                  </a:cubicBezTo>
                                  <a:cubicBezTo>
                                    <a:pt x="162" y="78"/>
                                    <a:pt x="162" y="78"/>
                                    <a:pt x="162" y="78"/>
                                  </a:cubicBezTo>
                                  <a:cubicBezTo>
                                    <a:pt x="162" y="78"/>
                                    <a:pt x="162" y="78"/>
                                    <a:pt x="162" y="78"/>
                                  </a:cubicBezTo>
                                  <a:cubicBezTo>
                                    <a:pt x="161" y="78"/>
                                    <a:pt x="161" y="77"/>
                                    <a:pt x="161" y="77"/>
                                  </a:cubicBezTo>
                                  <a:cubicBezTo>
                                    <a:pt x="161" y="77"/>
                                    <a:pt x="160" y="76"/>
                                    <a:pt x="160" y="77"/>
                                  </a:cubicBezTo>
                                  <a:cubicBezTo>
                                    <a:pt x="159" y="78"/>
                                    <a:pt x="158" y="78"/>
                                    <a:pt x="157" y="80"/>
                                  </a:cubicBezTo>
                                  <a:cubicBezTo>
                                    <a:pt x="157" y="81"/>
                                    <a:pt x="157" y="81"/>
                                    <a:pt x="156" y="81"/>
                                  </a:cubicBezTo>
                                  <a:cubicBezTo>
                                    <a:pt x="156" y="81"/>
                                    <a:pt x="156" y="80"/>
                                    <a:pt x="155" y="81"/>
                                  </a:cubicBezTo>
                                  <a:cubicBezTo>
                                    <a:pt x="154" y="81"/>
                                    <a:pt x="153" y="81"/>
                                    <a:pt x="154" y="82"/>
                                  </a:cubicBezTo>
                                  <a:cubicBezTo>
                                    <a:pt x="154" y="83"/>
                                    <a:pt x="155" y="83"/>
                                    <a:pt x="155" y="82"/>
                                  </a:cubicBezTo>
                                  <a:cubicBezTo>
                                    <a:pt x="155" y="82"/>
                                    <a:pt x="156" y="82"/>
                                    <a:pt x="156" y="82"/>
                                  </a:cubicBezTo>
                                  <a:cubicBezTo>
                                    <a:pt x="156" y="82"/>
                                    <a:pt x="156" y="82"/>
                                    <a:pt x="156" y="82"/>
                                  </a:cubicBezTo>
                                  <a:cubicBezTo>
                                    <a:pt x="156" y="83"/>
                                    <a:pt x="156" y="83"/>
                                    <a:pt x="156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4"/>
                                    <a:pt x="158" y="83"/>
                                    <a:pt x="159" y="83"/>
                                  </a:cubicBezTo>
                                  <a:cubicBezTo>
                                    <a:pt x="159" y="83"/>
                                    <a:pt x="159" y="83"/>
                                    <a:pt x="159" y="83"/>
                                  </a:cubicBezTo>
                                  <a:cubicBezTo>
                                    <a:pt x="159" y="83"/>
                                    <a:pt x="159" y="83"/>
                                    <a:pt x="159" y="83"/>
                                  </a:cubicBezTo>
                                  <a:cubicBezTo>
                                    <a:pt x="160" y="84"/>
                                    <a:pt x="160" y="84"/>
                                    <a:pt x="160" y="84"/>
                                  </a:cubicBezTo>
                                  <a:cubicBezTo>
                                    <a:pt x="161" y="84"/>
                                    <a:pt x="162" y="84"/>
                                    <a:pt x="163" y="84"/>
                                  </a:cubicBezTo>
                                  <a:cubicBezTo>
                                    <a:pt x="163" y="84"/>
                                    <a:pt x="163" y="84"/>
                                    <a:pt x="163" y="84"/>
                                  </a:cubicBezTo>
                                  <a:cubicBezTo>
                                    <a:pt x="163" y="84"/>
                                    <a:pt x="163" y="84"/>
                                    <a:pt x="163" y="84"/>
                                  </a:cubicBezTo>
                                  <a:cubicBezTo>
                                    <a:pt x="163" y="83"/>
                                    <a:pt x="163" y="82"/>
                                    <a:pt x="162" y="81"/>
                                  </a:cubicBezTo>
                                  <a:close/>
                                  <a:moveTo>
                                    <a:pt x="206" y="29"/>
                                  </a:moveTo>
                                  <a:cubicBezTo>
                                    <a:pt x="204" y="29"/>
                                    <a:pt x="203" y="31"/>
                                    <a:pt x="201" y="32"/>
                                  </a:cubicBezTo>
                                  <a:cubicBezTo>
                                    <a:pt x="200" y="32"/>
                                    <a:pt x="200" y="32"/>
                                    <a:pt x="201" y="33"/>
                                  </a:cubicBezTo>
                                  <a:cubicBezTo>
                                    <a:pt x="202" y="33"/>
                                    <a:pt x="202" y="34"/>
                                    <a:pt x="203" y="35"/>
                                  </a:cubicBezTo>
                                  <a:cubicBezTo>
                                    <a:pt x="204" y="35"/>
                                    <a:pt x="204" y="35"/>
                                    <a:pt x="205" y="35"/>
                                  </a:cubicBezTo>
                                  <a:cubicBezTo>
                                    <a:pt x="205" y="35"/>
                                    <a:pt x="205" y="35"/>
                                    <a:pt x="205" y="35"/>
                                  </a:cubicBezTo>
                                  <a:cubicBezTo>
                                    <a:pt x="206" y="34"/>
                                    <a:pt x="207" y="34"/>
                                    <a:pt x="207" y="33"/>
                                  </a:cubicBezTo>
                                  <a:cubicBezTo>
                                    <a:pt x="207" y="32"/>
                                    <a:pt x="207" y="32"/>
                                    <a:pt x="207" y="31"/>
                                  </a:cubicBezTo>
                                  <a:cubicBezTo>
                                    <a:pt x="208" y="31"/>
                                    <a:pt x="208" y="31"/>
                                    <a:pt x="208" y="30"/>
                                  </a:cubicBezTo>
                                  <a:cubicBezTo>
                                    <a:pt x="208" y="29"/>
                                    <a:pt x="207" y="29"/>
                                    <a:pt x="206" y="29"/>
                                  </a:cubicBezTo>
                                  <a:close/>
                                  <a:moveTo>
                                    <a:pt x="154" y="77"/>
                                  </a:moveTo>
                                  <a:cubicBezTo>
                                    <a:pt x="154" y="76"/>
                                    <a:pt x="154" y="76"/>
                                    <a:pt x="154" y="76"/>
                                  </a:cubicBezTo>
                                  <a:cubicBezTo>
                                    <a:pt x="156" y="75"/>
                                    <a:pt x="155" y="74"/>
                                    <a:pt x="156" y="74"/>
                                  </a:cubicBezTo>
                                  <a:cubicBezTo>
                                    <a:pt x="156" y="73"/>
                                    <a:pt x="156" y="73"/>
                                    <a:pt x="156" y="72"/>
                                  </a:cubicBezTo>
                                  <a:cubicBezTo>
                                    <a:pt x="156" y="72"/>
                                    <a:pt x="156" y="72"/>
                                    <a:pt x="156" y="72"/>
                                  </a:cubicBezTo>
                                  <a:cubicBezTo>
                                    <a:pt x="154" y="71"/>
                                    <a:pt x="153" y="71"/>
                                    <a:pt x="152" y="72"/>
                                  </a:cubicBezTo>
                                  <a:cubicBezTo>
                                    <a:pt x="151" y="72"/>
                                    <a:pt x="151" y="73"/>
                                    <a:pt x="151" y="73"/>
                                  </a:cubicBezTo>
                                  <a:cubicBezTo>
                                    <a:pt x="150" y="73"/>
                                    <a:pt x="150" y="74"/>
                                    <a:pt x="151" y="75"/>
                                  </a:cubicBezTo>
                                  <a:cubicBezTo>
                                    <a:pt x="151" y="76"/>
                                    <a:pt x="152" y="76"/>
                                    <a:pt x="152" y="77"/>
                                  </a:cubicBezTo>
                                  <a:cubicBezTo>
                                    <a:pt x="152" y="78"/>
                                    <a:pt x="153" y="79"/>
                                    <a:pt x="153" y="78"/>
                                  </a:cubicBezTo>
                                  <a:cubicBezTo>
                                    <a:pt x="154" y="78"/>
                                    <a:pt x="155" y="78"/>
                                    <a:pt x="154" y="77"/>
                                  </a:cubicBezTo>
                                  <a:close/>
                                  <a:moveTo>
                                    <a:pt x="215" y="26"/>
                                  </a:moveTo>
                                  <a:cubicBezTo>
                                    <a:pt x="217" y="25"/>
                                    <a:pt x="217" y="24"/>
                                    <a:pt x="216" y="23"/>
                                  </a:cubicBezTo>
                                  <a:cubicBezTo>
                                    <a:pt x="216" y="23"/>
                                    <a:pt x="217" y="22"/>
                                    <a:pt x="216" y="22"/>
                                  </a:cubicBezTo>
                                  <a:cubicBezTo>
                                    <a:pt x="216" y="22"/>
                                    <a:pt x="216" y="22"/>
                                    <a:pt x="216" y="22"/>
                                  </a:cubicBezTo>
                                  <a:cubicBezTo>
                                    <a:pt x="216" y="22"/>
                                    <a:pt x="216" y="22"/>
                                    <a:pt x="216" y="22"/>
                                  </a:cubicBezTo>
                                  <a:cubicBezTo>
                                    <a:pt x="215" y="21"/>
                                    <a:pt x="216" y="21"/>
                                    <a:pt x="216" y="20"/>
                                  </a:cubicBezTo>
                                  <a:cubicBezTo>
                                    <a:pt x="214" y="20"/>
                                    <a:pt x="213" y="20"/>
                                    <a:pt x="212" y="22"/>
                                  </a:cubicBezTo>
                                  <a:cubicBezTo>
                                    <a:pt x="211" y="23"/>
                                    <a:pt x="211" y="24"/>
                                    <a:pt x="212" y="25"/>
                                  </a:cubicBezTo>
                                  <a:cubicBezTo>
                                    <a:pt x="213" y="26"/>
                                    <a:pt x="214" y="26"/>
                                    <a:pt x="215" y="26"/>
                                  </a:cubicBezTo>
                                  <a:close/>
                                  <a:moveTo>
                                    <a:pt x="210" y="42"/>
                                  </a:moveTo>
                                  <a:cubicBezTo>
                                    <a:pt x="211" y="42"/>
                                    <a:pt x="211" y="42"/>
                                    <a:pt x="212" y="42"/>
                                  </a:cubicBezTo>
                                  <a:cubicBezTo>
                                    <a:pt x="212" y="42"/>
                                    <a:pt x="212" y="42"/>
                                    <a:pt x="212" y="42"/>
                                  </a:cubicBezTo>
                                  <a:cubicBezTo>
                                    <a:pt x="212" y="42"/>
                                    <a:pt x="212" y="42"/>
                                    <a:pt x="212" y="42"/>
                                  </a:cubicBezTo>
                                  <a:cubicBezTo>
                                    <a:pt x="212" y="41"/>
                                    <a:pt x="212" y="41"/>
                                    <a:pt x="212" y="40"/>
                                  </a:cubicBezTo>
                                  <a:cubicBezTo>
                                    <a:pt x="213" y="39"/>
                                    <a:pt x="213" y="38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0" y="36"/>
                                  </a:cubicBezTo>
                                  <a:cubicBezTo>
                                    <a:pt x="210" y="36"/>
                                    <a:pt x="209" y="34"/>
                                    <a:pt x="208" y="36"/>
                                  </a:cubicBezTo>
                                  <a:cubicBezTo>
                                    <a:pt x="208" y="37"/>
                                    <a:pt x="208" y="37"/>
                                    <a:pt x="208" y="37"/>
                                  </a:cubicBezTo>
                                  <a:cubicBezTo>
                                    <a:pt x="206" y="37"/>
                                    <a:pt x="207" y="38"/>
                                    <a:pt x="207" y="38"/>
                                  </a:cubicBezTo>
                                  <a:cubicBezTo>
                                    <a:pt x="208" y="39"/>
                                    <a:pt x="209" y="40"/>
                                    <a:pt x="209" y="41"/>
                                  </a:cubicBezTo>
                                  <a:cubicBezTo>
                                    <a:pt x="209" y="41"/>
                                    <a:pt x="209" y="42"/>
                                    <a:pt x="210" y="42"/>
                                  </a:cubicBezTo>
                                  <a:close/>
                                  <a:moveTo>
                                    <a:pt x="209" y="41"/>
                                  </a:move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lose/>
                                  <a:moveTo>
                                    <a:pt x="442" y="102"/>
                                  </a:moveTo>
                                  <a:cubicBezTo>
                                    <a:pt x="442" y="101"/>
                                    <a:pt x="442" y="101"/>
                                    <a:pt x="442" y="101"/>
                                  </a:cubicBezTo>
                                  <a:cubicBezTo>
                                    <a:pt x="441" y="101"/>
                                    <a:pt x="441" y="101"/>
                                    <a:pt x="440" y="101"/>
                                  </a:cubicBezTo>
                                  <a:cubicBezTo>
                                    <a:pt x="439" y="102"/>
                                    <a:pt x="438" y="101"/>
                                    <a:pt x="436" y="100"/>
                                  </a:cubicBezTo>
                                  <a:cubicBezTo>
                                    <a:pt x="435" y="99"/>
                                    <a:pt x="434" y="98"/>
                                    <a:pt x="433" y="98"/>
                                  </a:cubicBezTo>
                                  <a:cubicBezTo>
                                    <a:pt x="432" y="97"/>
                                    <a:pt x="431" y="97"/>
                                    <a:pt x="431" y="98"/>
                                  </a:cubicBezTo>
                                  <a:cubicBezTo>
                                    <a:pt x="431" y="99"/>
                                    <a:pt x="432" y="99"/>
                                    <a:pt x="432" y="99"/>
                                  </a:cubicBezTo>
                                  <a:cubicBezTo>
                                    <a:pt x="433" y="99"/>
                                    <a:pt x="434" y="100"/>
                                    <a:pt x="434" y="101"/>
                                  </a:cubicBezTo>
                                  <a:cubicBezTo>
                                    <a:pt x="434" y="101"/>
                                    <a:pt x="434" y="102"/>
                                    <a:pt x="435" y="102"/>
                                  </a:cubicBezTo>
                                  <a:cubicBezTo>
                                    <a:pt x="436" y="102"/>
                                    <a:pt x="437" y="103"/>
                                    <a:pt x="439" y="104"/>
                                  </a:cubicBezTo>
                                  <a:cubicBezTo>
                                    <a:pt x="439" y="104"/>
                                    <a:pt x="440" y="104"/>
                                    <a:pt x="441" y="104"/>
                                  </a:cubicBezTo>
                                  <a:cubicBezTo>
                                    <a:pt x="441" y="103"/>
                                    <a:pt x="442" y="103"/>
                                    <a:pt x="442" y="102"/>
                                  </a:cubicBezTo>
                                  <a:close/>
                                  <a:moveTo>
                                    <a:pt x="183" y="63"/>
                                  </a:moveTo>
                                  <a:cubicBezTo>
                                    <a:pt x="183" y="62"/>
                                    <a:pt x="184" y="62"/>
                                    <a:pt x="184" y="61"/>
                                  </a:cubicBezTo>
                                  <a:cubicBezTo>
                                    <a:pt x="183" y="60"/>
                                    <a:pt x="183" y="58"/>
                                    <a:pt x="181" y="59"/>
                                  </a:cubicBezTo>
                                  <a:cubicBezTo>
                                    <a:pt x="181" y="58"/>
                                    <a:pt x="183" y="57"/>
                                    <a:pt x="182" y="56"/>
                                  </a:cubicBezTo>
                                  <a:cubicBezTo>
                                    <a:pt x="181" y="56"/>
                                    <a:pt x="181" y="56"/>
                                    <a:pt x="180" y="56"/>
                                  </a:cubicBezTo>
                                  <a:cubicBezTo>
                                    <a:pt x="180" y="57"/>
                                    <a:pt x="179" y="57"/>
                                    <a:pt x="179" y="58"/>
                                  </a:cubicBezTo>
                                  <a:cubicBezTo>
                                    <a:pt x="180" y="59"/>
                                    <a:pt x="180" y="60"/>
                                    <a:pt x="180" y="60"/>
                                  </a:cubicBezTo>
                                  <a:cubicBezTo>
                                    <a:pt x="179" y="62"/>
                                    <a:pt x="181" y="64"/>
                                    <a:pt x="182" y="64"/>
                                  </a:cubicBezTo>
                                  <a:cubicBezTo>
                                    <a:pt x="183" y="64"/>
                                    <a:pt x="183" y="63"/>
                                    <a:pt x="183" y="63"/>
                                  </a:cubicBezTo>
                                  <a:close/>
                                  <a:moveTo>
                                    <a:pt x="156" y="34"/>
                                  </a:moveTo>
                                  <a:cubicBezTo>
                                    <a:pt x="156" y="35"/>
                                    <a:pt x="156" y="36"/>
                                    <a:pt x="156" y="38"/>
                                  </a:cubicBezTo>
                                  <a:cubicBezTo>
                                    <a:pt x="157" y="37"/>
                                    <a:pt x="158" y="37"/>
                                    <a:pt x="158" y="36"/>
                                  </a:cubicBezTo>
                                  <a:cubicBezTo>
                                    <a:pt x="159" y="35"/>
                                    <a:pt x="159" y="35"/>
                                    <a:pt x="160" y="34"/>
                                  </a:cubicBezTo>
                                  <a:cubicBezTo>
                                    <a:pt x="160" y="34"/>
                                    <a:pt x="160" y="33"/>
                                    <a:pt x="160" y="32"/>
                                  </a:cubicBezTo>
                                  <a:cubicBezTo>
                                    <a:pt x="160" y="32"/>
                                    <a:pt x="160" y="32"/>
                                    <a:pt x="160" y="32"/>
                                  </a:cubicBezTo>
                                  <a:cubicBezTo>
                                    <a:pt x="159" y="32"/>
                                    <a:pt x="158" y="30"/>
                                    <a:pt x="157" y="31"/>
                                  </a:cubicBezTo>
                                  <a:cubicBezTo>
                                    <a:pt x="157" y="32"/>
                                    <a:pt x="155" y="32"/>
                                    <a:pt x="156" y="34"/>
                                  </a:cubicBezTo>
                                  <a:cubicBezTo>
                                    <a:pt x="156" y="34"/>
                                    <a:pt x="156" y="34"/>
                                    <a:pt x="156" y="34"/>
                                  </a:cubicBezTo>
                                  <a:close/>
                                  <a:moveTo>
                                    <a:pt x="204" y="55"/>
                                  </a:moveTo>
                                  <a:cubicBezTo>
                                    <a:pt x="204" y="56"/>
                                    <a:pt x="203" y="56"/>
                                    <a:pt x="203" y="57"/>
                                  </a:cubicBezTo>
                                  <a:cubicBezTo>
                                    <a:pt x="203" y="58"/>
                                    <a:pt x="204" y="59"/>
                                    <a:pt x="204" y="59"/>
                                  </a:cubicBezTo>
                                  <a:cubicBezTo>
                                    <a:pt x="205" y="59"/>
                                    <a:pt x="206" y="60"/>
                                    <a:pt x="207" y="59"/>
                                  </a:cubicBezTo>
                                  <a:cubicBezTo>
                                    <a:pt x="207" y="58"/>
                                    <a:pt x="208" y="57"/>
                                    <a:pt x="208" y="56"/>
                                  </a:cubicBezTo>
                                  <a:cubicBezTo>
                                    <a:pt x="208" y="55"/>
                                    <a:pt x="208" y="55"/>
                                    <a:pt x="207" y="55"/>
                                  </a:cubicBezTo>
                                  <a:cubicBezTo>
                                    <a:pt x="206" y="55"/>
                                    <a:pt x="205" y="55"/>
                                    <a:pt x="204" y="55"/>
                                  </a:cubicBezTo>
                                  <a:close/>
                                  <a:moveTo>
                                    <a:pt x="175" y="56"/>
                                  </a:moveTo>
                                  <a:cubicBezTo>
                                    <a:pt x="176" y="56"/>
                                    <a:pt x="176" y="57"/>
                                    <a:pt x="176" y="57"/>
                                  </a:cubicBezTo>
                                  <a:cubicBezTo>
                                    <a:pt x="175" y="58"/>
                                    <a:pt x="175" y="59"/>
                                    <a:pt x="176" y="60"/>
                                  </a:cubicBezTo>
                                  <a:cubicBezTo>
                                    <a:pt x="176" y="61"/>
                                    <a:pt x="176" y="61"/>
                                    <a:pt x="177" y="61"/>
                                  </a:cubicBezTo>
                                  <a:cubicBezTo>
                                    <a:pt x="177" y="61"/>
                                    <a:pt x="177" y="61"/>
                                    <a:pt x="177" y="60"/>
                                  </a:cubicBezTo>
                                  <a:cubicBezTo>
                                    <a:pt x="178" y="59"/>
                                    <a:pt x="177" y="59"/>
                                    <a:pt x="177" y="58"/>
                                  </a:cubicBezTo>
                                  <a:cubicBezTo>
                                    <a:pt x="177" y="57"/>
                                    <a:pt x="177" y="56"/>
                                    <a:pt x="176" y="55"/>
                                  </a:cubicBezTo>
                                  <a:cubicBezTo>
                                    <a:pt x="176" y="55"/>
                                    <a:pt x="176" y="55"/>
                                    <a:pt x="176" y="55"/>
                                  </a:cubicBezTo>
                                  <a:cubicBezTo>
                                    <a:pt x="176" y="55"/>
                                    <a:pt x="176" y="55"/>
                                    <a:pt x="176" y="55"/>
                                  </a:cubicBezTo>
                                  <a:cubicBezTo>
                                    <a:pt x="176" y="54"/>
                                    <a:pt x="175" y="54"/>
                                    <a:pt x="175" y="55"/>
                                  </a:cubicBezTo>
                                  <a:cubicBezTo>
                                    <a:pt x="174" y="56"/>
                                    <a:pt x="175" y="56"/>
                                    <a:pt x="175" y="56"/>
                                  </a:cubicBezTo>
                                  <a:close/>
                                  <a:moveTo>
                                    <a:pt x="190" y="67"/>
                                  </a:moveTo>
                                  <a:cubicBezTo>
                                    <a:pt x="190" y="67"/>
                                    <a:pt x="189" y="67"/>
                                    <a:pt x="189" y="67"/>
                                  </a:cubicBezTo>
                                  <a:cubicBezTo>
                                    <a:pt x="189" y="68"/>
                                    <a:pt x="188" y="68"/>
                                    <a:pt x="189" y="69"/>
                                  </a:cubicBezTo>
                                  <a:cubicBezTo>
                                    <a:pt x="189" y="70"/>
                                    <a:pt x="188" y="70"/>
                                    <a:pt x="188" y="70"/>
                                  </a:cubicBezTo>
                                  <a:cubicBezTo>
                                    <a:pt x="188" y="70"/>
                                    <a:pt x="187" y="70"/>
                                    <a:pt x="187" y="71"/>
                                  </a:cubicBezTo>
                                  <a:cubicBezTo>
                                    <a:pt x="187" y="71"/>
                                    <a:pt x="188" y="72"/>
                                    <a:pt x="189" y="72"/>
                                  </a:cubicBezTo>
                                  <a:cubicBezTo>
                                    <a:pt x="190" y="71"/>
                                    <a:pt x="191" y="70"/>
                                    <a:pt x="191" y="69"/>
                                  </a:cubicBezTo>
                                  <a:cubicBezTo>
                                    <a:pt x="191" y="68"/>
                                    <a:pt x="190" y="68"/>
                                    <a:pt x="190" y="67"/>
                                  </a:cubicBezTo>
                                  <a:close/>
                                  <a:moveTo>
                                    <a:pt x="221" y="27"/>
                                  </a:moveTo>
                                  <a:cubicBezTo>
                                    <a:pt x="222" y="27"/>
                                    <a:pt x="223" y="28"/>
                                    <a:pt x="223" y="28"/>
                                  </a:cubicBezTo>
                                  <a:cubicBezTo>
                                    <a:pt x="224" y="29"/>
                                    <a:pt x="225" y="28"/>
                                    <a:pt x="225" y="28"/>
                                  </a:cubicBezTo>
                                  <a:cubicBezTo>
                                    <a:pt x="225" y="27"/>
                                    <a:pt x="225" y="26"/>
                                    <a:pt x="224" y="26"/>
                                  </a:cubicBezTo>
                                  <a:cubicBezTo>
                                    <a:pt x="224" y="26"/>
                                    <a:pt x="223" y="26"/>
                                    <a:pt x="221" y="25"/>
                                  </a:cubicBezTo>
                                  <a:cubicBezTo>
                                    <a:pt x="221" y="25"/>
                                    <a:pt x="220" y="26"/>
                                    <a:pt x="220" y="26"/>
                                  </a:cubicBezTo>
                                  <a:cubicBezTo>
                                    <a:pt x="220" y="27"/>
                                    <a:pt x="221" y="27"/>
                                    <a:pt x="221" y="27"/>
                                  </a:cubicBezTo>
                                  <a:close/>
                                  <a:moveTo>
                                    <a:pt x="182" y="68"/>
                                  </a:moveTo>
                                  <a:cubicBezTo>
                                    <a:pt x="181" y="68"/>
                                    <a:pt x="181" y="69"/>
                                    <a:pt x="181" y="70"/>
                                  </a:cubicBezTo>
                                  <a:cubicBezTo>
                                    <a:pt x="182" y="71"/>
                                    <a:pt x="181" y="72"/>
                                    <a:pt x="182" y="73"/>
                                  </a:cubicBezTo>
                                  <a:cubicBezTo>
                                    <a:pt x="183" y="72"/>
                                    <a:pt x="184" y="71"/>
                                    <a:pt x="183" y="69"/>
                                  </a:cubicBezTo>
                                  <a:cubicBezTo>
                                    <a:pt x="183" y="69"/>
                                    <a:pt x="183" y="68"/>
                                    <a:pt x="182" y="68"/>
                                  </a:cubicBezTo>
                                  <a:close/>
                                  <a:moveTo>
                                    <a:pt x="215" y="31"/>
                                  </a:moveTo>
                                  <a:cubicBezTo>
                                    <a:pt x="216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2"/>
                                  </a:cubicBezTo>
                                  <a:cubicBezTo>
                                    <a:pt x="218" y="32"/>
                                    <a:pt x="219" y="32"/>
                                    <a:pt x="219" y="32"/>
                                  </a:cubicBezTo>
                                  <a:cubicBezTo>
                                    <a:pt x="220" y="32"/>
                                    <a:pt x="220" y="31"/>
                                    <a:pt x="220" y="31"/>
                                  </a:cubicBezTo>
                                  <a:cubicBezTo>
                                    <a:pt x="220" y="30"/>
                                    <a:pt x="219" y="30"/>
                                    <a:pt x="219" y="30"/>
                                  </a:cubicBezTo>
                                  <a:cubicBezTo>
                                    <a:pt x="218" y="30"/>
                                    <a:pt x="216" y="30"/>
                                    <a:pt x="215" y="30"/>
                                  </a:cubicBezTo>
                                  <a:cubicBezTo>
                                    <a:pt x="214" y="30"/>
                                    <a:pt x="214" y="30"/>
                                    <a:pt x="215" y="31"/>
                                  </a:cubicBezTo>
                                  <a:close/>
                                  <a:moveTo>
                                    <a:pt x="235" y="13"/>
                                  </a:moveTo>
                                  <a:cubicBezTo>
                                    <a:pt x="234" y="13"/>
                                    <a:pt x="234" y="13"/>
                                    <a:pt x="234" y="13"/>
                                  </a:cubicBezTo>
                                  <a:cubicBezTo>
                                    <a:pt x="233" y="14"/>
                                    <a:pt x="235" y="16"/>
                                    <a:pt x="236" y="16"/>
                                  </a:cubicBezTo>
                                  <a:cubicBezTo>
                                    <a:pt x="236" y="16"/>
                                    <a:pt x="237" y="15"/>
                                    <a:pt x="237" y="15"/>
                                  </a:cubicBezTo>
                                  <a:cubicBezTo>
                                    <a:pt x="237" y="13"/>
                                    <a:pt x="236" y="13"/>
                                    <a:pt x="235" y="13"/>
                                  </a:cubicBezTo>
                                  <a:close/>
                                  <a:moveTo>
                                    <a:pt x="214" y="83"/>
                                  </a:moveTo>
                                  <a:cubicBezTo>
                                    <a:pt x="213" y="83"/>
                                    <a:pt x="213" y="82"/>
                                    <a:pt x="212" y="81"/>
                                  </a:cubicBezTo>
                                  <a:cubicBezTo>
                                    <a:pt x="212" y="81"/>
                                    <a:pt x="212" y="81"/>
                                    <a:pt x="212" y="81"/>
                                  </a:cubicBezTo>
                                  <a:cubicBezTo>
                                    <a:pt x="211" y="81"/>
                                    <a:pt x="210" y="81"/>
                                    <a:pt x="210" y="82"/>
                                  </a:cubicBezTo>
                                  <a:cubicBezTo>
                                    <a:pt x="210" y="82"/>
                                    <a:pt x="209" y="82"/>
                                    <a:pt x="210" y="82"/>
                                  </a:cubicBezTo>
                                  <a:cubicBezTo>
                                    <a:pt x="211" y="83"/>
                                    <a:pt x="211" y="82"/>
                                    <a:pt x="212" y="82"/>
                                  </a:cubicBezTo>
                                  <a:cubicBezTo>
                                    <a:pt x="212" y="82"/>
                                    <a:pt x="212" y="82"/>
                                    <a:pt x="212" y="82"/>
                                  </a:cubicBezTo>
                                  <a:cubicBezTo>
                                    <a:pt x="212" y="82"/>
                                    <a:pt x="212" y="82"/>
                                    <a:pt x="212" y="82"/>
                                  </a:cubicBezTo>
                                  <a:cubicBezTo>
                                    <a:pt x="212" y="83"/>
                                    <a:pt x="212" y="84"/>
                                    <a:pt x="213" y="84"/>
                                  </a:cubicBezTo>
                                  <a:cubicBezTo>
                                    <a:pt x="213" y="84"/>
                                    <a:pt x="213" y="84"/>
                                    <a:pt x="214" y="84"/>
                                  </a:cubicBezTo>
                                  <a:cubicBezTo>
                                    <a:pt x="214" y="84"/>
                                    <a:pt x="214" y="83"/>
                                    <a:pt x="214" y="83"/>
                                  </a:cubicBezTo>
                                  <a:close/>
                                  <a:moveTo>
                                    <a:pt x="212" y="13"/>
                                  </a:moveTo>
                                  <a:cubicBezTo>
                                    <a:pt x="212" y="12"/>
                                    <a:pt x="213" y="12"/>
                                    <a:pt x="212" y="12"/>
                                  </a:cubicBezTo>
                                  <a:cubicBezTo>
                                    <a:pt x="212" y="11"/>
                                    <a:pt x="212" y="11"/>
                                    <a:pt x="212" y="11"/>
                                  </a:cubicBezTo>
                                  <a:cubicBezTo>
                                    <a:pt x="211" y="11"/>
                                    <a:pt x="211" y="10"/>
                                    <a:pt x="210" y="11"/>
                                  </a:cubicBezTo>
                                  <a:cubicBezTo>
                                    <a:pt x="210" y="12"/>
                                    <a:pt x="209" y="12"/>
                                    <a:pt x="210" y="13"/>
                                  </a:cubicBezTo>
                                  <a:cubicBezTo>
                                    <a:pt x="211" y="13"/>
                                    <a:pt x="211" y="13"/>
                                    <a:pt x="212" y="13"/>
                                  </a:cubicBezTo>
                                  <a:close/>
                                  <a:moveTo>
                                    <a:pt x="196" y="66"/>
                                  </a:moveTo>
                                  <a:cubicBezTo>
                                    <a:pt x="196" y="65"/>
                                    <a:pt x="194" y="64"/>
                                    <a:pt x="193" y="64"/>
                                  </a:cubicBezTo>
                                  <a:cubicBezTo>
                                    <a:pt x="193" y="64"/>
                                    <a:pt x="193" y="64"/>
                                    <a:pt x="193" y="64"/>
                                  </a:cubicBezTo>
                                  <a:cubicBezTo>
                                    <a:pt x="193" y="65"/>
                                    <a:pt x="192" y="65"/>
                                    <a:pt x="193" y="65"/>
                                  </a:cubicBezTo>
                                  <a:cubicBezTo>
                                    <a:pt x="194" y="66"/>
                                    <a:pt x="195" y="66"/>
                                    <a:pt x="195" y="66"/>
                                  </a:cubicBezTo>
                                  <a:cubicBezTo>
                                    <a:pt x="196" y="67"/>
                                    <a:pt x="196" y="66"/>
                                    <a:pt x="196" y="66"/>
                                  </a:cubicBezTo>
                                  <a:close/>
                                  <a:moveTo>
                                    <a:pt x="150" y="77"/>
                                  </a:moveTo>
                                  <a:cubicBezTo>
                                    <a:pt x="149" y="76"/>
                                    <a:pt x="149" y="78"/>
                                    <a:pt x="149" y="78"/>
                                  </a:cubicBezTo>
                                  <a:cubicBezTo>
                                    <a:pt x="149" y="78"/>
                                    <a:pt x="148" y="78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80"/>
                                    <a:pt x="148" y="80"/>
                                  </a:cubicBezTo>
                                  <a:cubicBezTo>
                                    <a:pt x="148" y="81"/>
                                    <a:pt x="148" y="81"/>
                                    <a:pt x="149" y="80"/>
                                  </a:cubicBezTo>
                                  <a:cubicBezTo>
                                    <a:pt x="149" y="80"/>
                                    <a:pt x="149" y="80"/>
                                    <a:pt x="149" y="80"/>
                                  </a:cubicBezTo>
                                  <a:cubicBezTo>
                                    <a:pt x="150" y="80"/>
                                    <a:pt x="151" y="79"/>
                                    <a:pt x="151" y="79"/>
                                  </a:cubicBezTo>
                                  <a:cubicBezTo>
                                    <a:pt x="151" y="78"/>
                                    <a:pt x="150" y="77"/>
                                    <a:pt x="150" y="77"/>
                                  </a:cubicBezTo>
                                  <a:close/>
                                  <a:moveTo>
                                    <a:pt x="444" y="115"/>
                                  </a:moveTo>
                                  <a:cubicBezTo>
                                    <a:pt x="443" y="114"/>
                                    <a:pt x="442" y="113"/>
                                    <a:pt x="441" y="113"/>
                                  </a:cubicBezTo>
                                  <a:cubicBezTo>
                                    <a:pt x="441" y="113"/>
                                    <a:pt x="440" y="113"/>
                                    <a:pt x="440" y="113"/>
                                  </a:cubicBezTo>
                                  <a:cubicBezTo>
                                    <a:pt x="440" y="113"/>
                                    <a:pt x="440" y="114"/>
                                    <a:pt x="441" y="114"/>
                                  </a:cubicBezTo>
                                  <a:cubicBezTo>
                                    <a:pt x="441" y="115"/>
                                    <a:pt x="443" y="115"/>
                                    <a:pt x="444" y="116"/>
                                  </a:cubicBezTo>
                                  <a:cubicBezTo>
                                    <a:pt x="444" y="116"/>
                                    <a:pt x="444" y="115"/>
                                    <a:pt x="444" y="115"/>
                                  </a:cubicBezTo>
                                  <a:cubicBezTo>
                                    <a:pt x="444" y="115"/>
                                    <a:pt x="445" y="115"/>
                                    <a:pt x="444" y="115"/>
                                  </a:cubicBezTo>
                                  <a:close/>
                                  <a:moveTo>
                                    <a:pt x="451" y="80"/>
                                  </a:moveTo>
                                  <a:cubicBezTo>
                                    <a:pt x="451" y="81"/>
                                    <a:pt x="451" y="81"/>
                                    <a:pt x="451" y="81"/>
                                  </a:cubicBezTo>
                                  <a:cubicBezTo>
                                    <a:pt x="452" y="82"/>
                                    <a:pt x="452" y="82"/>
                                    <a:pt x="452" y="81"/>
                                  </a:cubicBezTo>
                                  <a:cubicBezTo>
                                    <a:pt x="453" y="81"/>
                                    <a:pt x="454" y="80"/>
                                    <a:pt x="454" y="79"/>
                                  </a:cubicBezTo>
                                  <a:cubicBezTo>
                                    <a:pt x="455" y="78"/>
                                    <a:pt x="454" y="78"/>
                                    <a:pt x="454" y="78"/>
                                  </a:cubicBezTo>
                                  <a:cubicBezTo>
                                    <a:pt x="453" y="79"/>
                                    <a:pt x="452" y="79"/>
                                    <a:pt x="451" y="80"/>
                                  </a:cubicBezTo>
                                  <a:close/>
                                  <a:moveTo>
                                    <a:pt x="442" y="74"/>
                                  </a:moveTo>
                                  <a:cubicBezTo>
                                    <a:pt x="442" y="74"/>
                                    <a:pt x="441" y="74"/>
                                    <a:pt x="441" y="74"/>
                                  </a:cubicBezTo>
                                  <a:cubicBezTo>
                                    <a:pt x="441" y="73"/>
                                    <a:pt x="440" y="73"/>
                                    <a:pt x="440" y="74"/>
                                  </a:cubicBezTo>
                                  <a:cubicBezTo>
                                    <a:pt x="440" y="74"/>
                                    <a:pt x="440" y="74"/>
                                    <a:pt x="440" y="75"/>
                                  </a:cubicBezTo>
                                  <a:cubicBezTo>
                                    <a:pt x="440" y="76"/>
                                    <a:pt x="441" y="75"/>
                                    <a:pt x="442" y="75"/>
                                  </a:cubicBezTo>
                                  <a:cubicBezTo>
                                    <a:pt x="442" y="75"/>
                                    <a:pt x="443" y="76"/>
                                    <a:pt x="443" y="75"/>
                                  </a:cubicBezTo>
                                  <a:cubicBezTo>
                                    <a:pt x="444" y="74"/>
                                    <a:pt x="442" y="75"/>
                                    <a:pt x="442" y="74"/>
                                  </a:cubicBezTo>
                                  <a:close/>
                                  <a:moveTo>
                                    <a:pt x="493" y="91"/>
                                  </a:moveTo>
                                  <a:cubicBezTo>
                                    <a:pt x="494" y="93"/>
                                    <a:pt x="493" y="94"/>
                                    <a:pt x="493" y="95"/>
                                  </a:cubicBezTo>
                                  <a:cubicBezTo>
                                    <a:pt x="493" y="94"/>
                                    <a:pt x="494" y="93"/>
                                    <a:pt x="495" y="93"/>
                                  </a:cubicBezTo>
                                  <a:cubicBezTo>
                                    <a:pt x="495" y="93"/>
                                    <a:pt x="495" y="92"/>
                                    <a:pt x="495" y="92"/>
                                  </a:cubicBezTo>
                                  <a:cubicBezTo>
                                    <a:pt x="494" y="92"/>
                                    <a:pt x="494" y="91"/>
                                    <a:pt x="493" y="91"/>
                                  </a:cubicBezTo>
                                  <a:cubicBezTo>
                                    <a:pt x="493" y="91"/>
                                    <a:pt x="493" y="91"/>
                                    <a:pt x="493" y="91"/>
                                  </a:cubicBezTo>
                                  <a:close/>
                                  <a:moveTo>
                                    <a:pt x="213" y="36"/>
                                  </a:moveTo>
                                  <a:cubicBezTo>
                                    <a:pt x="213" y="36"/>
                                    <a:pt x="213" y="35"/>
                                    <a:pt x="213" y="35"/>
                                  </a:cubicBezTo>
                                  <a:cubicBezTo>
                                    <a:pt x="213" y="35"/>
                                    <a:pt x="212" y="34"/>
                                    <a:pt x="212" y="35"/>
                                  </a:cubicBezTo>
                                  <a:cubicBezTo>
                                    <a:pt x="211" y="35"/>
                                    <a:pt x="211" y="35"/>
                                    <a:pt x="211" y="36"/>
                                  </a:cubicBezTo>
                                  <a:cubicBezTo>
                                    <a:pt x="211" y="36"/>
                                    <a:pt x="211" y="37"/>
                                    <a:pt x="211" y="37"/>
                                  </a:cubicBezTo>
                                  <a:cubicBezTo>
                                    <a:pt x="212" y="37"/>
                                    <a:pt x="212" y="37"/>
                                    <a:pt x="213" y="36"/>
                                  </a:cubicBezTo>
                                  <a:close/>
                                  <a:moveTo>
                                    <a:pt x="209" y="34"/>
                                  </a:moveTo>
                                  <a:cubicBezTo>
                                    <a:pt x="209" y="34"/>
                                    <a:pt x="210" y="35"/>
                                    <a:pt x="210" y="35"/>
                                  </a:cubicBezTo>
                                  <a:cubicBezTo>
                                    <a:pt x="211" y="34"/>
                                    <a:pt x="212" y="34"/>
                                    <a:pt x="211" y="33"/>
                                  </a:cubicBezTo>
                                  <a:cubicBezTo>
                                    <a:pt x="211" y="33"/>
                                    <a:pt x="210" y="32"/>
                                    <a:pt x="210" y="33"/>
                                  </a:cubicBezTo>
                                  <a:cubicBezTo>
                                    <a:pt x="209" y="33"/>
                                    <a:pt x="208" y="33"/>
                                    <a:pt x="209" y="34"/>
                                  </a:cubicBezTo>
                                  <a:close/>
                                  <a:moveTo>
                                    <a:pt x="445" y="102"/>
                                  </a:moveTo>
                                  <a:cubicBezTo>
                                    <a:pt x="444" y="102"/>
                                    <a:pt x="444" y="102"/>
                                    <a:pt x="444" y="102"/>
                                  </a:cubicBezTo>
                                  <a:cubicBezTo>
                                    <a:pt x="444" y="103"/>
                                    <a:pt x="444" y="103"/>
                                    <a:pt x="445" y="103"/>
                                  </a:cubicBezTo>
                                  <a:cubicBezTo>
                                    <a:pt x="445" y="103"/>
                                    <a:pt x="445" y="103"/>
                                    <a:pt x="446" y="103"/>
                                  </a:cubicBezTo>
                                  <a:cubicBezTo>
                                    <a:pt x="446" y="102"/>
                                    <a:pt x="445" y="102"/>
                                    <a:pt x="445" y="102"/>
                                  </a:cubicBezTo>
                                  <a:close/>
                                  <a:moveTo>
                                    <a:pt x="212" y="56"/>
                                  </a:moveTo>
                                  <a:cubicBezTo>
                                    <a:pt x="212" y="56"/>
                                    <a:pt x="211" y="56"/>
                                    <a:pt x="211" y="57"/>
                                  </a:cubicBezTo>
                                  <a:cubicBezTo>
                                    <a:pt x="211" y="57"/>
                                    <a:pt x="212" y="58"/>
                                    <a:pt x="213" y="58"/>
                                  </a:cubicBezTo>
                                  <a:cubicBezTo>
                                    <a:pt x="213" y="57"/>
                                    <a:pt x="213" y="57"/>
                                    <a:pt x="213" y="56"/>
                                  </a:cubicBezTo>
                                  <a:cubicBezTo>
                                    <a:pt x="213" y="56"/>
                                    <a:pt x="213" y="56"/>
                                    <a:pt x="213" y="56"/>
                                  </a:cubicBezTo>
                                  <a:cubicBezTo>
                                    <a:pt x="213" y="56"/>
                                    <a:pt x="213" y="56"/>
                                    <a:pt x="213" y="56"/>
                                  </a:cubicBezTo>
                                  <a:cubicBezTo>
                                    <a:pt x="213" y="55"/>
                                    <a:pt x="213" y="55"/>
                                    <a:pt x="212" y="56"/>
                                  </a:cubicBezTo>
                                  <a:close/>
                                  <a:moveTo>
                                    <a:pt x="189" y="63"/>
                                  </a:moveTo>
                                  <a:cubicBezTo>
                                    <a:pt x="189" y="63"/>
                                    <a:pt x="189" y="63"/>
                                    <a:pt x="189" y="63"/>
                                  </a:cubicBezTo>
                                  <a:cubicBezTo>
                                    <a:pt x="189" y="63"/>
                                    <a:pt x="189" y="63"/>
                                    <a:pt x="189" y="63"/>
                                  </a:cubicBezTo>
                                  <a:cubicBezTo>
                                    <a:pt x="189" y="63"/>
                                    <a:pt x="189" y="64"/>
                                    <a:pt x="188" y="64"/>
                                  </a:cubicBezTo>
                                  <a:cubicBezTo>
                                    <a:pt x="187" y="64"/>
                                    <a:pt x="187" y="64"/>
                                    <a:pt x="188" y="65"/>
                                  </a:cubicBezTo>
                                  <a:cubicBezTo>
                                    <a:pt x="189" y="66"/>
                                    <a:pt x="189" y="65"/>
                                    <a:pt x="189" y="64"/>
                                  </a:cubicBezTo>
                                  <a:cubicBezTo>
                                    <a:pt x="189" y="64"/>
                                    <a:pt x="189" y="64"/>
                                    <a:pt x="189" y="64"/>
                                  </a:cubicBezTo>
                                  <a:cubicBezTo>
                                    <a:pt x="189" y="64"/>
                                    <a:pt x="189" y="64"/>
                                    <a:pt x="189" y="64"/>
                                  </a:cubicBezTo>
                                  <a:cubicBezTo>
                                    <a:pt x="190" y="64"/>
                                    <a:pt x="190" y="63"/>
                                    <a:pt x="189" y="63"/>
                                  </a:cubicBezTo>
                                  <a:close/>
                                  <a:moveTo>
                                    <a:pt x="429" y="96"/>
                                  </a:moveTo>
                                  <a:cubicBezTo>
                                    <a:pt x="429" y="97"/>
                                    <a:pt x="428" y="97"/>
                                    <a:pt x="429" y="98"/>
                                  </a:cubicBezTo>
                                  <a:cubicBezTo>
                                    <a:pt x="429" y="98"/>
                                    <a:pt x="429" y="98"/>
                                    <a:pt x="430" y="98"/>
                                  </a:cubicBezTo>
                                  <a:cubicBezTo>
                                    <a:pt x="430" y="98"/>
                                    <a:pt x="430" y="98"/>
                                    <a:pt x="430" y="98"/>
                                  </a:cubicBezTo>
                                  <a:cubicBezTo>
                                    <a:pt x="430" y="98"/>
                                    <a:pt x="431" y="97"/>
                                    <a:pt x="431" y="97"/>
                                  </a:cubicBezTo>
                                  <a:cubicBezTo>
                                    <a:pt x="430" y="96"/>
                                    <a:pt x="430" y="96"/>
                                    <a:pt x="429" y="96"/>
                                  </a:cubicBezTo>
                                  <a:close/>
                                  <a:moveTo>
                                    <a:pt x="171" y="67"/>
                                  </a:moveTo>
                                  <a:cubicBezTo>
                                    <a:pt x="171" y="67"/>
                                    <a:pt x="170" y="67"/>
                                    <a:pt x="170" y="66"/>
                                  </a:cubicBezTo>
                                  <a:cubicBezTo>
                                    <a:pt x="169" y="66"/>
                                    <a:pt x="169" y="66"/>
                                    <a:pt x="169" y="66"/>
                                  </a:cubicBezTo>
                                  <a:cubicBezTo>
                                    <a:pt x="169" y="66"/>
                                    <a:pt x="169" y="67"/>
                                    <a:pt x="169" y="67"/>
                                  </a:cubicBezTo>
                                  <a:cubicBezTo>
                                    <a:pt x="169" y="68"/>
                                    <a:pt x="170" y="68"/>
                                    <a:pt x="171" y="67"/>
                                  </a:cubicBezTo>
                                  <a:close/>
                                  <a:moveTo>
                                    <a:pt x="222" y="73"/>
                                  </a:moveTo>
                                  <a:cubicBezTo>
                                    <a:pt x="221" y="73"/>
                                    <a:pt x="221" y="73"/>
                                    <a:pt x="221" y="73"/>
                                  </a:cubicBezTo>
                                  <a:cubicBezTo>
                                    <a:pt x="221" y="74"/>
                                    <a:pt x="222" y="75"/>
                                    <a:pt x="222" y="75"/>
                                  </a:cubicBezTo>
                                  <a:cubicBezTo>
                                    <a:pt x="222" y="75"/>
                                    <a:pt x="223" y="75"/>
                                    <a:pt x="223" y="74"/>
                                  </a:cubicBezTo>
                                  <a:cubicBezTo>
                                    <a:pt x="223" y="74"/>
                                    <a:pt x="222" y="73"/>
                                    <a:pt x="222" y="73"/>
                                  </a:cubicBezTo>
                                  <a:close/>
                                  <a:moveTo>
                                    <a:pt x="516" y="111"/>
                                  </a:moveTo>
                                  <a:cubicBezTo>
                                    <a:pt x="516" y="111"/>
                                    <a:pt x="517" y="111"/>
                                    <a:pt x="517" y="111"/>
                                  </a:cubicBezTo>
                                  <a:cubicBezTo>
                                    <a:pt x="517" y="110"/>
                                    <a:pt x="516" y="110"/>
                                    <a:pt x="516" y="110"/>
                                  </a:cubicBezTo>
                                  <a:cubicBezTo>
                                    <a:pt x="515" y="110"/>
                                    <a:pt x="515" y="110"/>
                                    <a:pt x="515" y="111"/>
                                  </a:cubicBezTo>
                                  <a:cubicBezTo>
                                    <a:pt x="515" y="111"/>
                                    <a:pt x="515" y="111"/>
                                    <a:pt x="516" y="111"/>
                                  </a:cubicBezTo>
                                  <a:close/>
                                  <a:moveTo>
                                    <a:pt x="221" y="83"/>
                                  </a:moveTo>
                                  <a:cubicBezTo>
                                    <a:pt x="221" y="83"/>
                                    <a:pt x="220" y="83"/>
                                    <a:pt x="220" y="84"/>
                                  </a:cubicBezTo>
                                  <a:cubicBezTo>
                                    <a:pt x="220" y="84"/>
                                    <a:pt x="220" y="84"/>
                                    <a:pt x="221" y="84"/>
                                  </a:cubicBezTo>
                                  <a:cubicBezTo>
                                    <a:pt x="221" y="84"/>
                                    <a:pt x="221" y="84"/>
                                    <a:pt x="221" y="84"/>
                                  </a:cubicBezTo>
                                  <a:cubicBezTo>
                                    <a:pt x="221" y="83"/>
                                    <a:pt x="221" y="83"/>
                                    <a:pt x="221" y="83"/>
                                  </a:cubicBezTo>
                                  <a:close/>
                                  <a:moveTo>
                                    <a:pt x="180" y="67"/>
                                  </a:moveTo>
                                  <a:cubicBezTo>
                                    <a:pt x="180" y="67"/>
                                    <a:pt x="180" y="67"/>
                                    <a:pt x="180" y="68"/>
                                  </a:cubicBezTo>
                                  <a:cubicBezTo>
                                    <a:pt x="180" y="68"/>
                                    <a:pt x="180" y="68"/>
                                    <a:pt x="180" y="68"/>
                                  </a:cubicBezTo>
                                  <a:cubicBezTo>
                                    <a:pt x="181" y="68"/>
                                    <a:pt x="180" y="68"/>
                                    <a:pt x="181" y="67"/>
                                  </a:cubicBezTo>
                                  <a:cubicBezTo>
                                    <a:pt x="181" y="67"/>
                                    <a:pt x="181" y="67"/>
                                    <a:pt x="180" y="67"/>
                                  </a:cubicBezTo>
                                  <a:close/>
                                  <a:moveTo>
                                    <a:pt x="197" y="61"/>
                                  </a:moveTo>
                                  <a:cubicBezTo>
                                    <a:pt x="197" y="61"/>
                                    <a:pt x="198" y="62"/>
                                    <a:pt x="198" y="62"/>
                                  </a:cubicBezTo>
                                  <a:cubicBezTo>
                                    <a:pt x="198" y="62"/>
                                    <a:pt x="199" y="61"/>
                                    <a:pt x="199" y="61"/>
                                  </a:cubicBezTo>
                                  <a:cubicBezTo>
                                    <a:pt x="199" y="61"/>
                                    <a:pt x="198" y="60"/>
                                    <a:pt x="198" y="60"/>
                                  </a:cubicBezTo>
                                  <a:cubicBezTo>
                                    <a:pt x="198" y="60"/>
                                    <a:pt x="197" y="61"/>
                                    <a:pt x="197" y="61"/>
                                  </a:cubicBezTo>
                                  <a:close/>
                                  <a:moveTo>
                                    <a:pt x="183" y="24"/>
                                  </a:moveTo>
                                  <a:cubicBezTo>
                                    <a:pt x="182" y="25"/>
                                    <a:pt x="183" y="25"/>
                                    <a:pt x="183" y="26"/>
                                  </a:cubicBezTo>
                                  <a:cubicBezTo>
                                    <a:pt x="184" y="25"/>
                                    <a:pt x="183" y="25"/>
                                    <a:pt x="183" y="24"/>
                                  </a:cubicBezTo>
                                  <a:close/>
                                  <a:moveTo>
                                    <a:pt x="493" y="102"/>
                                  </a:moveTo>
                                  <a:cubicBezTo>
                                    <a:pt x="493" y="102"/>
                                    <a:pt x="493" y="103"/>
                                    <a:pt x="493" y="103"/>
                                  </a:cubicBezTo>
                                  <a:cubicBezTo>
                                    <a:pt x="493" y="103"/>
                                    <a:pt x="493" y="102"/>
                                    <a:pt x="494" y="102"/>
                                  </a:cubicBezTo>
                                  <a:cubicBezTo>
                                    <a:pt x="494" y="102"/>
                                    <a:pt x="494" y="101"/>
                                    <a:pt x="493" y="101"/>
                                  </a:cubicBezTo>
                                  <a:cubicBezTo>
                                    <a:pt x="493" y="101"/>
                                    <a:pt x="493" y="102"/>
                                    <a:pt x="493" y="102"/>
                                  </a:cubicBezTo>
                                  <a:close/>
                                  <a:moveTo>
                                    <a:pt x="186" y="61"/>
                                  </a:moveTo>
                                  <a:cubicBezTo>
                                    <a:pt x="186" y="62"/>
                                    <a:pt x="186" y="62"/>
                                    <a:pt x="186" y="62"/>
                                  </a:cubicBezTo>
                                  <a:cubicBezTo>
                                    <a:pt x="187" y="63"/>
                                    <a:pt x="188" y="62"/>
                                    <a:pt x="188" y="61"/>
                                  </a:cubicBezTo>
                                  <a:cubicBezTo>
                                    <a:pt x="188" y="61"/>
                                    <a:pt x="188" y="60"/>
                                    <a:pt x="187" y="59"/>
                                  </a:cubicBezTo>
                                  <a:cubicBezTo>
                                    <a:pt x="186" y="58"/>
                                    <a:pt x="186" y="59"/>
                                    <a:pt x="185" y="59"/>
                                  </a:cubicBezTo>
                                  <a:cubicBezTo>
                                    <a:pt x="185" y="60"/>
                                    <a:pt x="185" y="60"/>
                                    <a:pt x="185" y="61"/>
                                  </a:cubicBezTo>
                                  <a:cubicBezTo>
                                    <a:pt x="185" y="61"/>
                                    <a:pt x="185" y="61"/>
                                    <a:pt x="185" y="61"/>
                                  </a:cubicBezTo>
                                  <a:cubicBezTo>
                                    <a:pt x="184" y="62"/>
                                    <a:pt x="184" y="63"/>
                                    <a:pt x="184" y="64"/>
                                  </a:cubicBezTo>
                                  <a:cubicBezTo>
                                    <a:pt x="183" y="65"/>
                                    <a:pt x="184" y="66"/>
                                    <a:pt x="185" y="66"/>
                                  </a:cubicBezTo>
                                  <a:cubicBezTo>
                                    <a:pt x="186" y="67"/>
                                    <a:pt x="186" y="66"/>
                                    <a:pt x="186" y="65"/>
                                  </a:cubicBezTo>
                                  <a:cubicBezTo>
                                    <a:pt x="187" y="65"/>
                                    <a:pt x="185" y="65"/>
                                    <a:pt x="186" y="64"/>
                                  </a:cubicBezTo>
                                  <a:cubicBezTo>
                                    <a:pt x="186" y="63"/>
                                    <a:pt x="186" y="62"/>
                                    <a:pt x="186" y="62"/>
                                  </a:cubicBezTo>
                                  <a:cubicBezTo>
                                    <a:pt x="185" y="61"/>
                                    <a:pt x="186" y="61"/>
                                    <a:pt x="186" y="61"/>
                                  </a:cubicBezTo>
                                  <a:close/>
                                  <a:moveTo>
                                    <a:pt x="186" y="64"/>
                                  </a:moveTo>
                                  <a:cubicBezTo>
                                    <a:pt x="186" y="64"/>
                                    <a:pt x="186" y="64"/>
                                    <a:pt x="186" y="64"/>
                                  </a:cubicBezTo>
                                  <a:cubicBezTo>
                                    <a:pt x="186" y="64"/>
                                    <a:pt x="186" y="64"/>
                                    <a:pt x="186" y="64"/>
                                  </a:cubicBezTo>
                                  <a:close/>
                                  <a:moveTo>
                                    <a:pt x="450" y="145"/>
                                  </a:moveTo>
                                  <a:cubicBezTo>
                                    <a:pt x="450" y="145"/>
                                    <a:pt x="450" y="145"/>
                                    <a:pt x="450" y="145"/>
                                  </a:cubicBezTo>
                                  <a:cubicBezTo>
                                    <a:pt x="450" y="146"/>
                                    <a:pt x="450" y="146"/>
                                    <a:pt x="450" y="146"/>
                                  </a:cubicBezTo>
                                  <a:cubicBezTo>
                                    <a:pt x="451" y="146"/>
                                    <a:pt x="451" y="146"/>
                                    <a:pt x="451" y="146"/>
                                  </a:cubicBezTo>
                                  <a:cubicBezTo>
                                    <a:pt x="450" y="146"/>
                                    <a:pt x="451" y="145"/>
                                    <a:pt x="450" y="145"/>
                                  </a:cubicBezTo>
                                  <a:close/>
                                  <a:moveTo>
                                    <a:pt x="485" y="133"/>
                                  </a:moveTo>
                                  <a:cubicBezTo>
                                    <a:pt x="485" y="133"/>
                                    <a:pt x="485" y="133"/>
                                    <a:pt x="485" y="133"/>
                                  </a:cubicBezTo>
                                  <a:cubicBezTo>
                                    <a:pt x="485" y="133"/>
                                    <a:pt x="485" y="133"/>
                                    <a:pt x="485" y="133"/>
                                  </a:cubicBezTo>
                                  <a:cubicBezTo>
                                    <a:pt x="485" y="133"/>
                                    <a:pt x="485" y="132"/>
                                    <a:pt x="485" y="132"/>
                                  </a:cubicBezTo>
                                  <a:cubicBezTo>
                                    <a:pt x="485" y="131"/>
                                    <a:pt x="485" y="130"/>
                                    <a:pt x="485" y="130"/>
                                  </a:cubicBezTo>
                                  <a:cubicBezTo>
                                    <a:pt x="483" y="130"/>
                                    <a:pt x="484" y="131"/>
                                    <a:pt x="484" y="132"/>
                                  </a:cubicBezTo>
                                  <a:cubicBezTo>
                                    <a:pt x="484" y="133"/>
                                    <a:pt x="484" y="135"/>
                                    <a:pt x="485" y="136"/>
                                  </a:cubicBezTo>
                                  <a:cubicBezTo>
                                    <a:pt x="485" y="135"/>
                                    <a:pt x="485" y="134"/>
                                    <a:pt x="485" y="133"/>
                                  </a:cubicBezTo>
                                  <a:close/>
                                  <a:moveTo>
                                    <a:pt x="546" y="146"/>
                                  </a:moveTo>
                                  <a:cubicBezTo>
                                    <a:pt x="546" y="146"/>
                                    <a:pt x="546" y="146"/>
                                    <a:pt x="546" y="146"/>
                                  </a:cubicBezTo>
                                  <a:cubicBezTo>
                                    <a:pt x="546" y="146"/>
                                    <a:pt x="546" y="145"/>
                                    <a:pt x="545" y="145"/>
                                  </a:cubicBezTo>
                                  <a:cubicBezTo>
                                    <a:pt x="544" y="144"/>
                                    <a:pt x="543" y="144"/>
                                    <a:pt x="542" y="145"/>
                                  </a:cubicBezTo>
                                  <a:cubicBezTo>
                                    <a:pt x="541" y="145"/>
                                    <a:pt x="541" y="145"/>
                                    <a:pt x="540" y="145"/>
                                  </a:cubicBezTo>
                                  <a:cubicBezTo>
                                    <a:pt x="539" y="144"/>
                                    <a:pt x="540" y="144"/>
                                    <a:pt x="540" y="143"/>
                                  </a:cubicBezTo>
                                  <a:cubicBezTo>
                                    <a:pt x="540" y="143"/>
                                    <a:pt x="540" y="143"/>
                                    <a:pt x="540" y="143"/>
                                  </a:cubicBezTo>
                                  <a:cubicBezTo>
                                    <a:pt x="540" y="143"/>
                                    <a:pt x="540" y="143"/>
                                    <a:pt x="540" y="143"/>
                                  </a:cubicBezTo>
                                  <a:cubicBezTo>
                                    <a:pt x="540" y="143"/>
                                    <a:pt x="540" y="142"/>
                                    <a:pt x="540" y="141"/>
                                  </a:cubicBezTo>
                                  <a:cubicBezTo>
                                    <a:pt x="539" y="140"/>
                                    <a:pt x="539" y="139"/>
                                    <a:pt x="538" y="138"/>
                                  </a:cubicBezTo>
                                  <a:cubicBezTo>
                                    <a:pt x="538" y="138"/>
                                    <a:pt x="537" y="138"/>
                                    <a:pt x="537" y="138"/>
                                  </a:cubicBezTo>
                                  <a:cubicBezTo>
                                    <a:pt x="537" y="139"/>
                                    <a:pt x="537" y="141"/>
                                    <a:pt x="536" y="142"/>
                                  </a:cubicBezTo>
                                  <a:cubicBezTo>
                                    <a:pt x="536" y="142"/>
                                    <a:pt x="536" y="142"/>
                                    <a:pt x="536" y="142"/>
                                  </a:cubicBezTo>
                                  <a:cubicBezTo>
                                    <a:pt x="534" y="142"/>
                                    <a:pt x="534" y="143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6"/>
                                    <a:pt x="534" y="146"/>
                                    <a:pt x="535" y="147"/>
                                  </a:cubicBezTo>
                                  <a:cubicBezTo>
                                    <a:pt x="536" y="147"/>
                                    <a:pt x="536" y="148"/>
                                    <a:pt x="537" y="149"/>
                                  </a:cubicBezTo>
                                  <a:cubicBezTo>
                                    <a:pt x="538" y="150"/>
                                    <a:pt x="540" y="149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2" y="150"/>
                                    <a:pt x="542" y="150"/>
                                  </a:cubicBezTo>
                                  <a:cubicBezTo>
                                    <a:pt x="542" y="150"/>
                                    <a:pt x="542" y="150"/>
                                    <a:pt x="542" y="150"/>
                                  </a:cubicBezTo>
                                  <a:cubicBezTo>
                                    <a:pt x="542" y="150"/>
                                    <a:pt x="542" y="150"/>
                                    <a:pt x="542" y="150"/>
                                  </a:cubicBezTo>
                                  <a:cubicBezTo>
                                    <a:pt x="543" y="150"/>
                                    <a:pt x="543" y="151"/>
                                    <a:pt x="544" y="151"/>
                                  </a:cubicBezTo>
                                  <a:cubicBezTo>
                                    <a:pt x="545" y="151"/>
                                    <a:pt x="545" y="150"/>
                                    <a:pt x="546" y="149"/>
                                  </a:cubicBezTo>
                                  <a:cubicBezTo>
                                    <a:pt x="546" y="149"/>
                                    <a:pt x="546" y="149"/>
                                    <a:pt x="546" y="148"/>
                                  </a:cubicBezTo>
                                  <a:cubicBezTo>
                                    <a:pt x="546" y="148"/>
                                    <a:pt x="546" y="148"/>
                                    <a:pt x="546" y="148"/>
                                  </a:cubicBezTo>
                                  <a:cubicBezTo>
                                    <a:pt x="547" y="148"/>
                                    <a:pt x="547" y="147"/>
                                    <a:pt x="546" y="146"/>
                                  </a:cubicBezTo>
                                  <a:close/>
                                  <a:moveTo>
                                    <a:pt x="210" y="16"/>
                                  </a:moveTo>
                                  <a:cubicBezTo>
                                    <a:pt x="210" y="16"/>
                                    <a:pt x="209" y="16"/>
                                    <a:pt x="209" y="16"/>
                                  </a:cubicBezTo>
                                  <a:cubicBezTo>
                                    <a:pt x="209" y="16"/>
                                    <a:pt x="210" y="16"/>
                                    <a:pt x="210" y="16"/>
                                  </a:cubicBezTo>
                                  <a:cubicBezTo>
                                    <a:pt x="210" y="16"/>
                                    <a:pt x="210" y="16"/>
                                    <a:pt x="210" y="16"/>
                                  </a:cubicBezTo>
                                  <a:cubicBezTo>
                                    <a:pt x="210" y="16"/>
                                    <a:pt x="210" y="15"/>
                                    <a:pt x="210" y="16"/>
                                  </a:cubicBezTo>
                                  <a:close/>
                                  <a:moveTo>
                                    <a:pt x="235" y="11"/>
                                  </a:moveTo>
                                  <a:cubicBezTo>
                                    <a:pt x="235" y="11"/>
                                    <a:pt x="235" y="11"/>
                                    <a:pt x="235" y="11"/>
                                  </a:cubicBezTo>
                                  <a:cubicBezTo>
                                    <a:pt x="235" y="11"/>
                                    <a:pt x="235" y="11"/>
                                    <a:pt x="235" y="11"/>
                                  </a:cubicBezTo>
                                  <a:cubicBezTo>
                                    <a:pt x="234" y="11"/>
                                    <a:pt x="234" y="11"/>
                                    <a:pt x="234" y="11"/>
                                  </a:cubicBezTo>
                                  <a:cubicBezTo>
                                    <a:pt x="234" y="11"/>
                                    <a:pt x="234" y="11"/>
                                    <a:pt x="235" y="11"/>
                                  </a:cubicBezTo>
                                  <a:close/>
                                  <a:moveTo>
                                    <a:pt x="443" y="79"/>
                                  </a:moveTo>
                                  <a:cubicBezTo>
                                    <a:pt x="443" y="79"/>
                                    <a:pt x="443" y="79"/>
                                    <a:pt x="443" y="79"/>
                                  </a:cubicBezTo>
                                  <a:cubicBezTo>
                                    <a:pt x="443" y="79"/>
                                    <a:pt x="444" y="79"/>
                                    <a:pt x="444" y="78"/>
                                  </a:cubicBezTo>
                                  <a:cubicBezTo>
                                    <a:pt x="444" y="78"/>
                                    <a:pt x="443" y="78"/>
                                    <a:pt x="443" y="78"/>
                                  </a:cubicBezTo>
                                  <a:cubicBezTo>
                                    <a:pt x="443" y="78"/>
                                    <a:pt x="443" y="78"/>
                                    <a:pt x="443" y="79"/>
                                  </a:cubicBezTo>
                                  <a:close/>
                                  <a:moveTo>
                                    <a:pt x="184" y="27"/>
                                  </a:moveTo>
                                  <a:cubicBezTo>
                                    <a:pt x="184" y="27"/>
                                    <a:pt x="184" y="27"/>
                                    <a:pt x="184" y="27"/>
                                  </a:cubicBezTo>
                                  <a:cubicBezTo>
                                    <a:pt x="184" y="27"/>
                                    <a:pt x="184" y="27"/>
                                    <a:pt x="184" y="27"/>
                                  </a:cubicBezTo>
                                  <a:cubicBezTo>
                                    <a:pt x="183" y="26"/>
                                    <a:pt x="183" y="27"/>
                                    <a:pt x="183" y="27"/>
                                  </a:cubicBezTo>
                                  <a:cubicBezTo>
                                    <a:pt x="183" y="27"/>
                                    <a:pt x="184" y="27"/>
                                    <a:pt x="184" y="27"/>
                                  </a:cubicBezTo>
                                  <a:close/>
                                  <a:moveTo>
                                    <a:pt x="182" y="36"/>
                                  </a:moveTo>
                                  <a:cubicBezTo>
                                    <a:pt x="183" y="36"/>
                                    <a:pt x="183" y="35"/>
                                    <a:pt x="183" y="35"/>
                                  </a:cubicBezTo>
                                  <a:cubicBezTo>
                                    <a:pt x="183" y="35"/>
                                    <a:pt x="183" y="35"/>
                                    <a:pt x="182" y="35"/>
                                  </a:cubicBezTo>
                                  <a:cubicBezTo>
                                    <a:pt x="182" y="35"/>
                                    <a:pt x="182" y="35"/>
                                    <a:pt x="182" y="35"/>
                                  </a:cubicBezTo>
                                  <a:cubicBezTo>
                                    <a:pt x="182" y="35"/>
                                    <a:pt x="182" y="36"/>
                                    <a:pt x="182" y="36"/>
                                  </a:cubicBezTo>
                                  <a:close/>
                                  <a:moveTo>
                                    <a:pt x="466" y="75"/>
                                  </a:move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4"/>
                                    <a:pt x="466" y="75"/>
                                  </a:cubicBezTo>
                                  <a:close/>
                                  <a:moveTo>
                                    <a:pt x="214" y="46"/>
                                  </a:moveTo>
                                  <a:cubicBezTo>
                                    <a:pt x="214" y="46"/>
                                    <a:pt x="214" y="46"/>
                                    <a:pt x="214" y="46"/>
                                  </a:cubicBezTo>
                                  <a:cubicBezTo>
                                    <a:pt x="214" y="46"/>
                                    <a:pt x="214" y="44"/>
                                    <a:pt x="213" y="44"/>
                                  </a:cubicBezTo>
                                  <a:cubicBezTo>
                                    <a:pt x="211" y="45"/>
                                    <a:pt x="209" y="45"/>
                                    <a:pt x="208" y="47"/>
                                  </a:cubicBezTo>
                                  <a:cubicBezTo>
                                    <a:pt x="208" y="47"/>
                                    <a:pt x="208" y="47"/>
                                    <a:pt x="208" y="48"/>
                                  </a:cubicBezTo>
                                  <a:cubicBezTo>
                                    <a:pt x="207" y="48"/>
                                    <a:pt x="207" y="49"/>
                                    <a:pt x="208" y="50"/>
                                  </a:cubicBezTo>
                                  <a:cubicBezTo>
                                    <a:pt x="208" y="50"/>
                                    <a:pt x="209" y="50"/>
                                    <a:pt x="209" y="50"/>
                                  </a:cubicBezTo>
                                  <a:cubicBezTo>
                                    <a:pt x="211" y="52"/>
                                    <a:pt x="211" y="51"/>
                                    <a:pt x="212" y="50"/>
                                  </a:cubicBezTo>
                                  <a:cubicBezTo>
                                    <a:pt x="213" y="50"/>
                                    <a:pt x="214" y="50"/>
                                    <a:pt x="214" y="49"/>
                                  </a:cubicBezTo>
                                  <a:cubicBezTo>
                                    <a:pt x="214" y="49"/>
                                    <a:pt x="214" y="49"/>
                                    <a:pt x="214" y="49"/>
                                  </a:cubicBezTo>
                                  <a:cubicBezTo>
                                    <a:pt x="214" y="49"/>
                                    <a:pt x="214" y="49"/>
                                    <a:pt x="214" y="49"/>
                                  </a:cubicBezTo>
                                  <a:cubicBezTo>
                                    <a:pt x="214" y="49"/>
                                    <a:pt x="214" y="48"/>
                                    <a:pt x="214" y="48"/>
                                  </a:cubicBezTo>
                                  <a:cubicBezTo>
                                    <a:pt x="215" y="47"/>
                                    <a:pt x="215" y="47"/>
                                    <a:pt x="214" y="46"/>
                                  </a:cubicBezTo>
                                  <a:close/>
                                  <a:moveTo>
                                    <a:pt x="210" y="30"/>
                                  </a:moveTo>
                                  <a:cubicBezTo>
                                    <a:pt x="210" y="30"/>
                                    <a:pt x="210" y="30"/>
                                    <a:pt x="210" y="30"/>
                                  </a:cubicBezTo>
                                  <a:cubicBezTo>
                                    <a:pt x="209" y="30"/>
                                    <a:pt x="209" y="30"/>
                                    <a:pt x="209" y="30"/>
                                  </a:cubicBezTo>
                                  <a:cubicBezTo>
                                    <a:pt x="209" y="30"/>
                                    <a:pt x="209" y="30"/>
                                    <a:pt x="209" y="30"/>
                                  </a:cubicBezTo>
                                  <a:cubicBezTo>
                                    <a:pt x="210" y="30"/>
                                    <a:pt x="210" y="30"/>
                                    <a:pt x="210" y="30"/>
                                  </a:cubicBezTo>
                                  <a:close/>
                                  <a:moveTo>
                                    <a:pt x="213" y="19"/>
                                  </a:moveTo>
                                  <a:cubicBezTo>
                                    <a:pt x="213" y="19"/>
                                    <a:pt x="213" y="19"/>
                                    <a:pt x="213" y="19"/>
                                  </a:cubicBezTo>
                                  <a:cubicBezTo>
                                    <a:pt x="213" y="19"/>
                                    <a:pt x="213" y="19"/>
                                    <a:pt x="213" y="19"/>
                                  </a:cubicBezTo>
                                  <a:cubicBezTo>
                                    <a:pt x="213" y="19"/>
                                    <a:pt x="213" y="19"/>
                                    <a:pt x="212" y="19"/>
                                  </a:cubicBezTo>
                                  <a:cubicBezTo>
                                    <a:pt x="212" y="19"/>
                                    <a:pt x="213" y="19"/>
                                    <a:pt x="213" y="19"/>
                                  </a:cubicBezTo>
                                  <a:close/>
                                  <a:moveTo>
                                    <a:pt x="516" y="113"/>
                                  </a:moveTo>
                                  <a:cubicBezTo>
                                    <a:pt x="516" y="113"/>
                                    <a:pt x="516" y="113"/>
                                    <a:pt x="516" y="113"/>
                                  </a:cubicBezTo>
                                  <a:cubicBezTo>
                                    <a:pt x="516" y="113"/>
                                    <a:pt x="516" y="113"/>
                                    <a:pt x="517" y="113"/>
                                  </a:cubicBezTo>
                                  <a:cubicBezTo>
                                    <a:pt x="516" y="113"/>
                                    <a:pt x="516" y="112"/>
                                    <a:pt x="516" y="112"/>
                                  </a:cubicBezTo>
                                  <a:cubicBezTo>
                                    <a:pt x="516" y="112"/>
                                    <a:pt x="516" y="112"/>
                                    <a:pt x="516" y="113"/>
                                  </a:cubicBezTo>
                                  <a:close/>
                                  <a:moveTo>
                                    <a:pt x="187" y="22"/>
                                  </a:moveTo>
                                  <a:cubicBezTo>
                                    <a:pt x="187" y="22"/>
                                    <a:pt x="187" y="22"/>
                                    <a:pt x="187" y="22"/>
                                  </a:cubicBezTo>
                                  <a:cubicBezTo>
                                    <a:pt x="187" y="22"/>
                                    <a:pt x="187" y="22"/>
                                    <a:pt x="187" y="22"/>
                                  </a:cubicBezTo>
                                  <a:cubicBezTo>
                                    <a:pt x="187" y="22"/>
                                    <a:pt x="186" y="22"/>
                                    <a:pt x="186" y="22"/>
                                  </a:cubicBezTo>
                                  <a:cubicBezTo>
                                    <a:pt x="186" y="22"/>
                                    <a:pt x="186" y="22"/>
                                    <a:pt x="187" y="22"/>
                                  </a:cubicBezTo>
                                  <a:close/>
                                  <a:moveTo>
                                    <a:pt x="433" y="37"/>
                                  </a:moveTo>
                                  <a:cubicBezTo>
                                    <a:pt x="433" y="37"/>
                                    <a:pt x="433" y="37"/>
                                    <a:pt x="433" y="37"/>
                                  </a:cubicBezTo>
                                  <a:cubicBezTo>
                                    <a:pt x="435" y="37"/>
                                    <a:pt x="436" y="35"/>
                                    <a:pt x="436" y="33"/>
                                  </a:cubicBezTo>
                                  <a:cubicBezTo>
                                    <a:pt x="436" y="33"/>
                                    <a:pt x="437" y="32"/>
                                    <a:pt x="436" y="31"/>
                                  </a:cubicBezTo>
                                  <a:cubicBezTo>
                                    <a:pt x="436" y="31"/>
                                    <a:pt x="436" y="31"/>
                                    <a:pt x="436" y="31"/>
                                  </a:cubicBezTo>
                                  <a:cubicBezTo>
                                    <a:pt x="436" y="31"/>
                                    <a:pt x="436" y="31"/>
                                    <a:pt x="436" y="31"/>
                                  </a:cubicBezTo>
                                  <a:cubicBezTo>
                                    <a:pt x="433" y="30"/>
                                    <a:pt x="431" y="30"/>
                                    <a:pt x="428" y="31"/>
                                  </a:cubicBezTo>
                                  <a:cubicBezTo>
                                    <a:pt x="427" y="31"/>
                                    <a:pt x="426" y="31"/>
                                    <a:pt x="426" y="32"/>
                                  </a:cubicBezTo>
                                  <a:cubicBezTo>
                                    <a:pt x="425" y="33"/>
                                    <a:pt x="425" y="35"/>
                                    <a:pt x="426" y="35"/>
                                  </a:cubicBezTo>
                                  <a:cubicBezTo>
                                    <a:pt x="428" y="37"/>
                                    <a:pt x="429" y="37"/>
                                    <a:pt x="431" y="37"/>
                                  </a:cubicBezTo>
                                  <a:cubicBezTo>
                                    <a:pt x="431" y="37"/>
                                    <a:pt x="431" y="37"/>
                                    <a:pt x="431" y="37"/>
                                  </a:cubicBezTo>
                                  <a:cubicBezTo>
                                    <a:pt x="432" y="38"/>
                                    <a:pt x="432" y="38"/>
                                    <a:pt x="433" y="37"/>
                                  </a:cubicBezTo>
                                  <a:close/>
                                  <a:moveTo>
                                    <a:pt x="222" y="66"/>
                                  </a:moveTo>
                                  <a:cubicBezTo>
                                    <a:pt x="222" y="66"/>
                                    <a:pt x="222" y="66"/>
                                    <a:pt x="222" y="66"/>
                                  </a:cubicBezTo>
                                  <a:cubicBezTo>
                                    <a:pt x="222" y="66"/>
                                    <a:pt x="222" y="66"/>
                                    <a:pt x="222" y="66"/>
                                  </a:cubicBezTo>
                                  <a:cubicBezTo>
                                    <a:pt x="222" y="66"/>
                                    <a:pt x="222" y="66"/>
                                    <a:pt x="222" y="67"/>
                                  </a:cubicBezTo>
                                  <a:cubicBezTo>
                                    <a:pt x="222" y="67"/>
                                    <a:pt x="223" y="67"/>
                                    <a:pt x="223" y="66"/>
                                  </a:cubicBezTo>
                                  <a:cubicBezTo>
                                    <a:pt x="223" y="66"/>
                                    <a:pt x="223" y="66"/>
                                    <a:pt x="222" y="66"/>
                                  </a:cubicBezTo>
                                  <a:close/>
                                  <a:moveTo>
                                    <a:pt x="213" y="69"/>
                                  </a:move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ubicBezTo>
                                    <a:pt x="214" y="69"/>
                                    <a:pt x="214" y="69"/>
                                    <a:pt x="214" y="69"/>
                                  </a:cubicBez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lose/>
                                  <a:moveTo>
                                    <a:pt x="239" y="10"/>
                                  </a:moveTo>
                                  <a:cubicBezTo>
                                    <a:pt x="239" y="12"/>
                                    <a:pt x="240" y="13"/>
                                    <a:pt x="241" y="13"/>
                                  </a:cubicBezTo>
                                  <a:cubicBezTo>
                                    <a:pt x="242" y="14"/>
                                    <a:pt x="242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4" y="14"/>
                                    <a:pt x="244" y="14"/>
                                    <a:pt x="245" y="13"/>
                                  </a:cubicBezTo>
                                  <a:cubicBezTo>
                                    <a:pt x="245" y="13"/>
                                    <a:pt x="245" y="13"/>
                                    <a:pt x="245" y="13"/>
                                  </a:cubicBezTo>
                                  <a:cubicBezTo>
                                    <a:pt x="246" y="13"/>
                                    <a:pt x="247" y="12"/>
                                    <a:pt x="247" y="11"/>
                                  </a:cubicBezTo>
                                  <a:cubicBezTo>
                                    <a:pt x="247" y="11"/>
                                    <a:pt x="247" y="11"/>
                                    <a:pt x="247" y="11"/>
                                  </a:cubicBezTo>
                                  <a:cubicBezTo>
                                    <a:pt x="248" y="10"/>
                                    <a:pt x="248" y="10"/>
                                    <a:pt x="247" y="9"/>
                                  </a:cubicBezTo>
                                  <a:cubicBezTo>
                                    <a:pt x="247" y="9"/>
                                    <a:pt x="247" y="9"/>
                                    <a:pt x="247" y="9"/>
                                  </a:cubicBezTo>
                                  <a:cubicBezTo>
                                    <a:pt x="246" y="8"/>
                                    <a:pt x="245" y="7"/>
                                    <a:pt x="243" y="7"/>
                                  </a:cubicBezTo>
                                  <a:cubicBezTo>
                                    <a:pt x="242" y="7"/>
                                    <a:pt x="240" y="7"/>
                                    <a:pt x="238" y="7"/>
                                  </a:cubicBezTo>
                                  <a:cubicBezTo>
                                    <a:pt x="237" y="7"/>
                                    <a:pt x="237" y="8"/>
                                    <a:pt x="236" y="9"/>
                                  </a:cubicBezTo>
                                  <a:cubicBezTo>
                                    <a:pt x="236" y="9"/>
                                    <a:pt x="237" y="10"/>
                                    <a:pt x="237" y="10"/>
                                  </a:cubicBezTo>
                                  <a:cubicBezTo>
                                    <a:pt x="238" y="10"/>
                                    <a:pt x="238" y="10"/>
                                    <a:pt x="239" y="10"/>
                                  </a:cubicBezTo>
                                  <a:close/>
                                  <a:moveTo>
                                    <a:pt x="215" y="75"/>
                                  </a:moveTo>
                                  <a:cubicBezTo>
                                    <a:pt x="215" y="75"/>
                                    <a:pt x="215" y="75"/>
                                    <a:pt x="215" y="76"/>
                                  </a:cubicBezTo>
                                  <a:cubicBezTo>
                                    <a:pt x="215" y="76"/>
                                    <a:pt x="216" y="76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5" y="75"/>
                                  </a:cubicBezTo>
                                  <a:close/>
                                  <a:moveTo>
                                    <a:pt x="454" y="80"/>
                                  </a:moveTo>
                                  <a:cubicBezTo>
                                    <a:pt x="454" y="80"/>
                                    <a:pt x="454" y="80"/>
                                    <a:pt x="455" y="80"/>
                                  </a:cubicBezTo>
                                  <a:cubicBezTo>
                                    <a:pt x="455" y="80"/>
                                    <a:pt x="455" y="80"/>
                                    <a:pt x="455" y="80"/>
                                  </a:cubicBezTo>
                                  <a:cubicBezTo>
                                    <a:pt x="455" y="80"/>
                                    <a:pt x="455" y="80"/>
                                    <a:pt x="455" y="80"/>
                                  </a:cubicBezTo>
                                  <a:cubicBezTo>
                                    <a:pt x="454" y="80"/>
                                    <a:pt x="454" y="80"/>
                                    <a:pt x="454" y="80"/>
                                  </a:cubicBezTo>
                                  <a:close/>
                                  <a:moveTo>
                                    <a:pt x="201" y="67"/>
                                  </a:moveTo>
                                  <a:cubicBezTo>
                                    <a:pt x="200" y="66"/>
                                    <a:pt x="199" y="66"/>
                                    <a:pt x="199" y="67"/>
                                  </a:cubicBezTo>
                                  <a:cubicBezTo>
                                    <a:pt x="199" y="68"/>
                                    <a:pt x="198" y="68"/>
                                    <a:pt x="197" y="67"/>
                                  </a:cubicBezTo>
                                  <a:cubicBezTo>
                                    <a:pt x="197" y="67"/>
                                    <a:pt x="197" y="67"/>
                                    <a:pt x="196" y="67"/>
                                  </a:cubicBezTo>
                                  <a:cubicBezTo>
                                    <a:pt x="195" y="67"/>
                                    <a:pt x="193" y="68"/>
                                    <a:pt x="194" y="69"/>
                                  </a:cubicBezTo>
                                  <a:cubicBezTo>
                                    <a:pt x="194" y="70"/>
                                    <a:pt x="194" y="71"/>
                                    <a:pt x="195" y="72"/>
                                  </a:cubicBezTo>
                                  <a:cubicBezTo>
                                    <a:pt x="195" y="73"/>
                                    <a:pt x="195" y="74"/>
                                    <a:pt x="194" y="75"/>
                                  </a:cubicBezTo>
                                  <a:cubicBezTo>
                                    <a:pt x="193" y="76"/>
                                    <a:pt x="193" y="76"/>
                                    <a:pt x="195" y="78"/>
                                  </a:cubicBezTo>
                                  <a:cubicBezTo>
                                    <a:pt x="196" y="78"/>
                                    <a:pt x="197" y="78"/>
                                    <a:pt x="198" y="78"/>
                                  </a:cubicBezTo>
                                  <a:cubicBezTo>
                                    <a:pt x="198" y="78"/>
                                    <a:pt x="198" y="78"/>
                                    <a:pt x="198" y="78"/>
                                  </a:cubicBezTo>
                                  <a:cubicBezTo>
                                    <a:pt x="198" y="78"/>
                                    <a:pt x="198" y="78"/>
                                    <a:pt x="198" y="78"/>
                                  </a:cubicBezTo>
                                  <a:cubicBezTo>
                                    <a:pt x="198" y="78"/>
                                    <a:pt x="199" y="79"/>
                                    <a:pt x="199" y="78"/>
                                  </a:cubicBezTo>
                                  <a:cubicBezTo>
                                    <a:pt x="200" y="78"/>
                                    <a:pt x="200" y="78"/>
                                    <a:pt x="201" y="78"/>
                                  </a:cubicBezTo>
                                  <a:cubicBezTo>
                                    <a:pt x="201" y="78"/>
                                    <a:pt x="201" y="78"/>
                                    <a:pt x="201" y="78"/>
                                  </a:cubicBezTo>
                                  <a:cubicBezTo>
                                    <a:pt x="201" y="78"/>
                                    <a:pt x="201" y="78"/>
                                    <a:pt x="201" y="78"/>
                                  </a:cubicBezTo>
                                  <a:cubicBezTo>
                                    <a:pt x="201" y="77"/>
                                    <a:pt x="202" y="76"/>
                                    <a:pt x="202" y="75"/>
                                  </a:cubicBezTo>
                                  <a:cubicBezTo>
                                    <a:pt x="201" y="74"/>
                                    <a:pt x="201" y="73"/>
                                    <a:pt x="202" y="73"/>
                                  </a:cubicBezTo>
                                  <a:cubicBezTo>
                                    <a:pt x="201" y="71"/>
                                    <a:pt x="202" y="69"/>
                                    <a:pt x="202" y="68"/>
                                  </a:cubicBezTo>
                                  <a:cubicBezTo>
                                    <a:pt x="202" y="68"/>
                                    <a:pt x="202" y="68"/>
                                    <a:pt x="202" y="68"/>
                                  </a:cubicBezTo>
                                  <a:cubicBezTo>
                                    <a:pt x="202" y="67"/>
                                    <a:pt x="201" y="67"/>
                                    <a:pt x="201" y="67"/>
                                  </a:cubicBezTo>
                                  <a:close/>
                                  <a:moveTo>
                                    <a:pt x="208" y="74"/>
                                  </a:moveTo>
                                  <a:cubicBezTo>
                                    <a:pt x="208" y="74"/>
                                    <a:pt x="208" y="74"/>
                                    <a:pt x="209" y="74"/>
                                  </a:cubicBezTo>
                                  <a:cubicBezTo>
                                    <a:pt x="209" y="74"/>
                                    <a:pt x="210" y="75"/>
                                    <a:pt x="210" y="74"/>
                                  </a:cubicBezTo>
                                  <a:cubicBezTo>
                                    <a:pt x="211" y="73"/>
                                    <a:pt x="211" y="72"/>
                                    <a:pt x="210" y="71"/>
                                  </a:cubicBezTo>
                                  <a:cubicBezTo>
                                    <a:pt x="208" y="71"/>
                                    <a:pt x="208" y="71"/>
                                    <a:pt x="209" y="69"/>
                                  </a:cubicBezTo>
                                  <a:cubicBezTo>
                                    <a:pt x="210" y="69"/>
                                    <a:pt x="210" y="69"/>
                                    <a:pt x="210" y="68"/>
                                  </a:cubicBezTo>
                                  <a:cubicBezTo>
                                    <a:pt x="211" y="68"/>
                                    <a:pt x="211" y="69"/>
                                    <a:pt x="212" y="68"/>
                                  </a:cubicBezTo>
                                  <a:cubicBezTo>
                                    <a:pt x="212" y="67"/>
                                    <a:pt x="213" y="68"/>
                                    <a:pt x="213" y="68"/>
                                  </a:cubicBezTo>
                                  <a:cubicBezTo>
                                    <a:pt x="214" y="68"/>
                                    <a:pt x="215" y="67"/>
                                    <a:pt x="216" y="68"/>
                                  </a:cubicBezTo>
                                  <a:cubicBezTo>
                                    <a:pt x="216" y="68"/>
                                    <a:pt x="217" y="67"/>
                                    <a:pt x="216" y="66"/>
                                  </a:cubicBezTo>
                                  <a:cubicBezTo>
                                    <a:pt x="216" y="65"/>
                                    <a:pt x="215" y="64"/>
                                    <a:pt x="214" y="63"/>
                                  </a:cubicBezTo>
                                  <a:cubicBezTo>
                                    <a:pt x="212" y="62"/>
                                    <a:pt x="210" y="61"/>
                                    <a:pt x="208" y="61"/>
                                  </a:cubicBezTo>
                                  <a:cubicBezTo>
                                    <a:pt x="206" y="61"/>
                                    <a:pt x="205" y="62"/>
                                    <a:pt x="203" y="62"/>
                                  </a:cubicBezTo>
                                  <a:cubicBezTo>
                                    <a:pt x="203" y="62"/>
                                    <a:pt x="202" y="62"/>
                                    <a:pt x="202" y="62"/>
                                  </a:cubicBezTo>
                                  <a:cubicBezTo>
                                    <a:pt x="202" y="62"/>
                                    <a:pt x="201" y="62"/>
                                    <a:pt x="202" y="63"/>
                                  </a:cubicBezTo>
                                  <a:cubicBezTo>
                                    <a:pt x="203" y="65"/>
                                    <a:pt x="203" y="66"/>
                                    <a:pt x="202" y="68"/>
                                  </a:cubicBezTo>
                                  <a:cubicBezTo>
                                    <a:pt x="202" y="68"/>
                                    <a:pt x="202" y="68"/>
                                    <a:pt x="202" y="68"/>
                                  </a:cubicBezTo>
                                  <a:cubicBezTo>
                                    <a:pt x="203" y="69"/>
                                    <a:pt x="202" y="70"/>
                                    <a:pt x="202" y="72"/>
                                  </a:cubicBezTo>
                                  <a:cubicBezTo>
                                    <a:pt x="202" y="72"/>
                                    <a:pt x="202" y="72"/>
                                    <a:pt x="202" y="72"/>
                                  </a:cubicBezTo>
                                  <a:cubicBezTo>
                                    <a:pt x="203" y="72"/>
                                    <a:pt x="203" y="72"/>
                                    <a:pt x="203" y="73"/>
                                  </a:cubicBezTo>
                                  <a:cubicBezTo>
                                    <a:pt x="203" y="74"/>
                                    <a:pt x="203" y="74"/>
                                    <a:pt x="204" y="75"/>
                                  </a:cubicBezTo>
                                  <a:cubicBezTo>
                                    <a:pt x="205" y="75"/>
                                    <a:pt x="206" y="76"/>
                                    <a:pt x="207" y="77"/>
                                  </a:cubicBezTo>
                                  <a:cubicBezTo>
                                    <a:pt x="207" y="77"/>
                                    <a:pt x="207" y="77"/>
                                    <a:pt x="208" y="77"/>
                                  </a:cubicBezTo>
                                  <a:cubicBezTo>
                                    <a:pt x="208" y="76"/>
                                    <a:pt x="208" y="76"/>
                                    <a:pt x="208" y="75"/>
                                  </a:cubicBezTo>
                                  <a:cubicBezTo>
                                    <a:pt x="208" y="75"/>
                                    <a:pt x="207" y="75"/>
                                    <a:pt x="208" y="74"/>
                                  </a:cubicBezTo>
                                  <a:close/>
                                  <a:moveTo>
                                    <a:pt x="930" y="526"/>
                                  </a:moveTo>
                                  <a:cubicBezTo>
                                    <a:pt x="930" y="526"/>
                                    <a:pt x="930" y="526"/>
                                    <a:pt x="929" y="526"/>
                                  </a:cubicBezTo>
                                  <a:cubicBezTo>
                                    <a:pt x="929" y="526"/>
                                    <a:pt x="929" y="526"/>
                                    <a:pt x="928" y="526"/>
                                  </a:cubicBezTo>
                                  <a:cubicBezTo>
                                    <a:pt x="927" y="527"/>
                                    <a:pt x="926" y="528"/>
                                    <a:pt x="925" y="529"/>
                                  </a:cubicBezTo>
                                  <a:cubicBezTo>
                                    <a:pt x="925" y="529"/>
                                    <a:pt x="924" y="530"/>
                                    <a:pt x="924" y="531"/>
                                  </a:cubicBezTo>
                                  <a:cubicBezTo>
                                    <a:pt x="924" y="531"/>
                                    <a:pt x="924" y="532"/>
                                    <a:pt x="923" y="532"/>
                                  </a:cubicBezTo>
                                  <a:cubicBezTo>
                                    <a:pt x="923" y="532"/>
                                    <a:pt x="923" y="533"/>
                                    <a:pt x="923" y="533"/>
                                  </a:cubicBezTo>
                                  <a:cubicBezTo>
                                    <a:pt x="923" y="533"/>
                                    <a:pt x="923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6" y="531"/>
                                    <a:pt x="928" y="530"/>
                                    <a:pt x="930" y="530"/>
                                  </a:cubicBezTo>
                                  <a:cubicBezTo>
                                    <a:pt x="930" y="530"/>
                                    <a:pt x="930" y="530"/>
                                    <a:pt x="931" y="529"/>
                                  </a:cubicBezTo>
                                  <a:cubicBezTo>
                                    <a:pt x="932" y="528"/>
                                    <a:pt x="931" y="527"/>
                                    <a:pt x="930" y="526"/>
                                  </a:cubicBezTo>
                                  <a:cubicBezTo>
                                    <a:pt x="930" y="526"/>
                                    <a:pt x="930" y="526"/>
                                    <a:pt x="930" y="526"/>
                                  </a:cubicBezTo>
                                  <a:close/>
                                  <a:moveTo>
                                    <a:pt x="922" y="535"/>
                                  </a:moveTo>
                                  <a:cubicBezTo>
                                    <a:pt x="922" y="535"/>
                                    <a:pt x="922" y="535"/>
                                    <a:pt x="922" y="535"/>
                                  </a:cubicBezTo>
                                  <a:cubicBezTo>
                                    <a:pt x="923" y="535"/>
                                    <a:pt x="923" y="535"/>
                                    <a:pt x="923" y="534"/>
                                  </a:cubicBezTo>
                                  <a:cubicBezTo>
                                    <a:pt x="923" y="534"/>
                                    <a:pt x="922" y="534"/>
                                    <a:pt x="922" y="535"/>
                                  </a:cubicBezTo>
                                  <a:close/>
                                  <a:moveTo>
                                    <a:pt x="943" y="580"/>
                                  </a:moveTo>
                                  <a:cubicBezTo>
                                    <a:pt x="944" y="581"/>
                                    <a:pt x="944" y="581"/>
                                    <a:pt x="944" y="582"/>
                                  </a:cubicBezTo>
                                  <a:cubicBezTo>
                                    <a:pt x="945" y="582"/>
                                    <a:pt x="945" y="582"/>
                                    <a:pt x="945" y="581"/>
                                  </a:cubicBezTo>
                                  <a:cubicBezTo>
                                    <a:pt x="945" y="581"/>
                                    <a:pt x="945" y="581"/>
                                    <a:pt x="945" y="581"/>
                                  </a:cubicBezTo>
                                  <a:cubicBezTo>
                                    <a:pt x="944" y="580"/>
                                    <a:pt x="944" y="579"/>
                                    <a:pt x="943" y="578"/>
                                  </a:cubicBezTo>
                                  <a:cubicBezTo>
                                    <a:pt x="943" y="578"/>
                                    <a:pt x="942" y="577"/>
                                    <a:pt x="942" y="576"/>
                                  </a:cubicBezTo>
                                  <a:cubicBezTo>
                                    <a:pt x="942" y="575"/>
                                    <a:pt x="942" y="575"/>
                                    <a:pt x="942" y="575"/>
                                  </a:cubicBezTo>
                                  <a:cubicBezTo>
                                    <a:pt x="942" y="574"/>
                                    <a:pt x="941" y="574"/>
                                    <a:pt x="941" y="574"/>
                                  </a:cubicBezTo>
                                  <a:cubicBezTo>
                                    <a:pt x="941" y="574"/>
                                    <a:pt x="941" y="575"/>
                                    <a:pt x="940" y="575"/>
                                  </a:cubicBezTo>
                                  <a:cubicBezTo>
                                    <a:pt x="940" y="575"/>
                                    <a:pt x="940" y="575"/>
                                    <a:pt x="940" y="575"/>
                                  </a:cubicBezTo>
                                  <a:cubicBezTo>
                                    <a:pt x="939" y="575"/>
                                    <a:pt x="940" y="575"/>
                                    <a:pt x="940" y="576"/>
                                  </a:cubicBezTo>
                                  <a:cubicBezTo>
                                    <a:pt x="940" y="576"/>
                                    <a:pt x="941" y="576"/>
                                    <a:pt x="941" y="576"/>
                                  </a:cubicBezTo>
                                  <a:cubicBezTo>
                                    <a:pt x="941" y="577"/>
                                    <a:pt x="941" y="578"/>
                                    <a:pt x="941" y="578"/>
                                  </a:cubicBezTo>
                                  <a:cubicBezTo>
                                    <a:pt x="941" y="579"/>
                                    <a:pt x="942" y="580"/>
                                    <a:pt x="943" y="580"/>
                                  </a:cubicBezTo>
                                  <a:close/>
                                  <a:moveTo>
                                    <a:pt x="954" y="583"/>
                                  </a:moveTo>
                                  <a:cubicBezTo>
                                    <a:pt x="954" y="583"/>
                                    <a:pt x="953" y="583"/>
                                    <a:pt x="953" y="583"/>
                                  </a:cubicBezTo>
                                  <a:cubicBezTo>
                                    <a:pt x="953" y="582"/>
                                    <a:pt x="953" y="582"/>
                                    <a:pt x="953" y="581"/>
                                  </a:cubicBezTo>
                                  <a:cubicBezTo>
                                    <a:pt x="953" y="581"/>
                                    <a:pt x="953" y="581"/>
                                    <a:pt x="952" y="581"/>
                                  </a:cubicBezTo>
                                  <a:cubicBezTo>
                                    <a:pt x="952" y="581"/>
                                    <a:pt x="952" y="581"/>
                                    <a:pt x="952" y="581"/>
                                  </a:cubicBezTo>
                                  <a:cubicBezTo>
                                    <a:pt x="952" y="581"/>
                                    <a:pt x="952" y="581"/>
                                    <a:pt x="952" y="581"/>
                                  </a:cubicBezTo>
                                  <a:cubicBezTo>
                                    <a:pt x="952" y="582"/>
                                    <a:pt x="952" y="582"/>
                                    <a:pt x="952" y="582"/>
                                  </a:cubicBezTo>
                                  <a:cubicBezTo>
                                    <a:pt x="952" y="582"/>
                                    <a:pt x="952" y="583"/>
                                    <a:pt x="953" y="583"/>
                                  </a:cubicBezTo>
                                  <a:cubicBezTo>
                                    <a:pt x="953" y="583"/>
                                    <a:pt x="953" y="583"/>
                                    <a:pt x="953" y="583"/>
                                  </a:cubicBezTo>
                                  <a:cubicBezTo>
                                    <a:pt x="953" y="583"/>
                                    <a:pt x="953" y="583"/>
                                    <a:pt x="953" y="583"/>
                                  </a:cubicBezTo>
                                  <a:cubicBezTo>
                                    <a:pt x="954" y="583"/>
                                    <a:pt x="954" y="583"/>
                                    <a:pt x="954" y="583"/>
                                  </a:cubicBezTo>
                                  <a:close/>
                                  <a:moveTo>
                                    <a:pt x="169" y="323"/>
                                  </a:moveTo>
                                  <a:cubicBezTo>
                                    <a:pt x="170" y="323"/>
                                    <a:pt x="171" y="323"/>
                                    <a:pt x="170" y="322"/>
                                  </a:cubicBezTo>
                                  <a:cubicBezTo>
                                    <a:pt x="170" y="321"/>
                                    <a:pt x="169" y="321"/>
                                    <a:pt x="170" y="321"/>
                                  </a:cubicBezTo>
                                  <a:cubicBezTo>
                                    <a:pt x="170" y="321"/>
                                    <a:pt x="170" y="321"/>
                                    <a:pt x="171" y="321"/>
                                  </a:cubicBezTo>
                                  <a:cubicBezTo>
                                    <a:pt x="172" y="322"/>
                                    <a:pt x="172" y="321"/>
                                    <a:pt x="172" y="321"/>
                                  </a:cubicBezTo>
                                  <a:cubicBezTo>
                                    <a:pt x="172" y="320"/>
                                    <a:pt x="171" y="319"/>
                                    <a:pt x="173" y="319"/>
                                  </a:cubicBezTo>
                                  <a:cubicBezTo>
                                    <a:pt x="173" y="320"/>
                                    <a:pt x="173" y="321"/>
                                    <a:pt x="173" y="322"/>
                                  </a:cubicBezTo>
                                  <a:cubicBezTo>
                                    <a:pt x="173" y="323"/>
                                    <a:pt x="173" y="323"/>
                                    <a:pt x="174" y="323"/>
                                  </a:cubicBezTo>
                                  <a:cubicBezTo>
                                    <a:pt x="176" y="324"/>
                                    <a:pt x="176" y="323"/>
                                    <a:pt x="177" y="322"/>
                                  </a:cubicBezTo>
                                  <a:cubicBezTo>
                                    <a:pt x="177" y="321"/>
                                    <a:pt x="177" y="321"/>
                                    <a:pt x="178" y="321"/>
                                  </a:cubicBezTo>
                                  <a:cubicBezTo>
                                    <a:pt x="178" y="321"/>
                                    <a:pt x="178" y="322"/>
                                    <a:pt x="178" y="322"/>
                                  </a:cubicBezTo>
                                  <a:cubicBezTo>
                                    <a:pt x="176" y="324"/>
                                    <a:pt x="178" y="326"/>
                                    <a:pt x="179" y="327"/>
                                  </a:cubicBezTo>
                                  <a:cubicBezTo>
                                    <a:pt x="179" y="329"/>
                                    <a:pt x="180" y="329"/>
                                    <a:pt x="181" y="328"/>
                                  </a:cubicBezTo>
                                  <a:cubicBezTo>
                                    <a:pt x="182" y="328"/>
                                    <a:pt x="182" y="328"/>
                                    <a:pt x="182" y="328"/>
                                  </a:cubicBezTo>
                                  <a:cubicBezTo>
                                    <a:pt x="182" y="329"/>
                                    <a:pt x="183" y="330"/>
                                    <a:pt x="182" y="331"/>
                                  </a:cubicBezTo>
                                  <a:cubicBezTo>
                                    <a:pt x="182" y="332"/>
                                    <a:pt x="180" y="331"/>
                                    <a:pt x="179" y="331"/>
                                  </a:cubicBezTo>
                                  <a:cubicBezTo>
                                    <a:pt x="179" y="331"/>
                                    <a:pt x="179" y="331"/>
                                    <a:pt x="179" y="331"/>
                                  </a:cubicBezTo>
                                  <a:cubicBezTo>
                                    <a:pt x="180" y="335"/>
                                    <a:pt x="180" y="335"/>
                                    <a:pt x="179" y="336"/>
                                  </a:cubicBezTo>
                                  <a:cubicBezTo>
                                    <a:pt x="180" y="337"/>
                                    <a:pt x="182" y="338"/>
                                    <a:pt x="184" y="338"/>
                                  </a:cubicBezTo>
                                  <a:cubicBezTo>
                                    <a:pt x="185" y="338"/>
                                    <a:pt x="186" y="337"/>
                                    <a:pt x="187" y="339"/>
                                  </a:cubicBezTo>
                                  <a:cubicBezTo>
                                    <a:pt x="188" y="340"/>
                                    <a:pt x="188" y="340"/>
                                    <a:pt x="189" y="340"/>
                                  </a:cubicBezTo>
                                  <a:cubicBezTo>
                                    <a:pt x="189" y="341"/>
                                    <a:pt x="189" y="341"/>
                                    <a:pt x="190" y="341"/>
                                  </a:cubicBezTo>
                                  <a:cubicBezTo>
                                    <a:pt x="190" y="341"/>
                                    <a:pt x="190" y="340"/>
                                    <a:pt x="190" y="340"/>
                                  </a:cubicBezTo>
                                  <a:cubicBezTo>
                                    <a:pt x="190" y="339"/>
                                    <a:pt x="191" y="339"/>
                                    <a:pt x="191" y="338"/>
                                  </a:cubicBezTo>
                                  <a:cubicBezTo>
                                    <a:pt x="192" y="338"/>
                                    <a:pt x="192" y="339"/>
                                    <a:pt x="193" y="339"/>
                                  </a:cubicBezTo>
                                  <a:cubicBezTo>
                                    <a:pt x="193" y="340"/>
                                    <a:pt x="194" y="341"/>
                                    <a:pt x="195" y="341"/>
                                  </a:cubicBezTo>
                                  <a:cubicBezTo>
                                    <a:pt x="195" y="340"/>
                                    <a:pt x="194" y="339"/>
                                    <a:pt x="195" y="340"/>
                                  </a:cubicBezTo>
                                  <a:cubicBezTo>
                                    <a:pt x="196" y="340"/>
                                    <a:pt x="197" y="340"/>
                                    <a:pt x="198" y="341"/>
                                  </a:cubicBezTo>
                                  <a:cubicBezTo>
                                    <a:pt x="198" y="341"/>
                                    <a:pt x="199" y="342"/>
                                    <a:pt x="200" y="342"/>
                                  </a:cubicBezTo>
                                  <a:cubicBezTo>
                                    <a:pt x="199" y="341"/>
                                    <a:pt x="199" y="341"/>
                                    <a:pt x="198" y="340"/>
                                  </a:cubicBezTo>
                                  <a:cubicBezTo>
                                    <a:pt x="197" y="339"/>
                                    <a:pt x="197" y="339"/>
                                    <a:pt x="199" y="338"/>
                                  </a:cubicBezTo>
                                  <a:cubicBezTo>
                                    <a:pt x="199" y="339"/>
                                    <a:pt x="199" y="340"/>
                                    <a:pt x="201" y="340"/>
                                  </a:cubicBezTo>
                                  <a:cubicBezTo>
                                    <a:pt x="201" y="340"/>
                                    <a:pt x="202" y="341"/>
                                    <a:pt x="202" y="341"/>
                                  </a:cubicBezTo>
                                  <a:cubicBezTo>
                                    <a:pt x="202" y="341"/>
                                    <a:pt x="202" y="341"/>
                                    <a:pt x="202" y="341"/>
                                  </a:cubicBezTo>
                                  <a:cubicBezTo>
                                    <a:pt x="204" y="341"/>
                                    <a:pt x="201" y="340"/>
                                    <a:pt x="203" y="339"/>
                                  </a:cubicBezTo>
                                  <a:cubicBezTo>
                                    <a:pt x="203" y="339"/>
                                    <a:pt x="203" y="339"/>
                                    <a:pt x="203" y="340"/>
                                  </a:cubicBezTo>
                                  <a:cubicBezTo>
                                    <a:pt x="205" y="341"/>
                                    <a:pt x="205" y="339"/>
                                    <a:pt x="206" y="339"/>
                                  </a:cubicBezTo>
                                  <a:cubicBezTo>
                                    <a:pt x="207" y="337"/>
                                    <a:pt x="205" y="337"/>
                                    <a:pt x="205" y="337"/>
                                  </a:cubicBezTo>
                                  <a:cubicBezTo>
                                    <a:pt x="202" y="335"/>
                                    <a:pt x="200" y="332"/>
                                    <a:pt x="198" y="330"/>
                                  </a:cubicBezTo>
                                  <a:cubicBezTo>
                                    <a:pt x="198" y="330"/>
                                    <a:pt x="197" y="329"/>
                                    <a:pt x="197" y="328"/>
                                  </a:cubicBezTo>
                                  <a:cubicBezTo>
                                    <a:pt x="196" y="326"/>
                                    <a:pt x="196" y="323"/>
                                    <a:pt x="194" y="321"/>
                                  </a:cubicBezTo>
                                  <a:cubicBezTo>
                                    <a:pt x="193" y="320"/>
                                    <a:pt x="193" y="319"/>
                                    <a:pt x="193" y="317"/>
                                  </a:cubicBezTo>
                                  <a:cubicBezTo>
                                    <a:pt x="192" y="316"/>
                                    <a:pt x="192" y="314"/>
                                    <a:pt x="192" y="313"/>
                                  </a:cubicBezTo>
                                  <a:cubicBezTo>
                                    <a:pt x="191" y="313"/>
                                    <a:pt x="191" y="312"/>
                                    <a:pt x="191" y="311"/>
                                  </a:cubicBezTo>
                                  <a:cubicBezTo>
                                    <a:pt x="192" y="308"/>
                                    <a:pt x="191" y="305"/>
                                    <a:pt x="192" y="302"/>
                                  </a:cubicBezTo>
                                  <a:cubicBezTo>
                                    <a:pt x="192" y="302"/>
                                    <a:pt x="191" y="302"/>
                                    <a:pt x="191" y="301"/>
                                  </a:cubicBezTo>
                                  <a:cubicBezTo>
                                    <a:pt x="192" y="301"/>
                                    <a:pt x="193" y="301"/>
                                    <a:pt x="193" y="300"/>
                                  </a:cubicBezTo>
                                  <a:cubicBezTo>
                                    <a:pt x="192" y="299"/>
                                    <a:pt x="193" y="298"/>
                                    <a:pt x="193" y="297"/>
                                  </a:cubicBezTo>
                                  <a:cubicBezTo>
                                    <a:pt x="193" y="297"/>
                                    <a:pt x="193" y="297"/>
                                    <a:pt x="193" y="297"/>
                                  </a:cubicBezTo>
                                  <a:cubicBezTo>
                                    <a:pt x="194" y="297"/>
                                    <a:pt x="195" y="297"/>
                                    <a:pt x="195" y="296"/>
                                  </a:cubicBezTo>
                                  <a:cubicBezTo>
                                    <a:pt x="194" y="294"/>
                                    <a:pt x="194" y="294"/>
                                    <a:pt x="193" y="294"/>
                                  </a:cubicBezTo>
                                  <a:cubicBezTo>
                                    <a:pt x="197" y="293"/>
                                    <a:pt x="198" y="292"/>
                                    <a:pt x="196" y="289"/>
                                  </a:cubicBezTo>
                                  <a:cubicBezTo>
                                    <a:pt x="197" y="289"/>
                                    <a:pt x="199" y="288"/>
                                    <a:pt x="197" y="287"/>
                                  </a:cubicBezTo>
                                  <a:cubicBezTo>
                                    <a:pt x="198" y="287"/>
                                    <a:pt x="199" y="286"/>
                                    <a:pt x="199" y="285"/>
                                  </a:cubicBezTo>
                                  <a:cubicBezTo>
                                    <a:pt x="199" y="284"/>
                                    <a:pt x="198" y="283"/>
                                    <a:pt x="197" y="283"/>
                                  </a:cubicBezTo>
                                  <a:cubicBezTo>
                                    <a:pt x="196" y="283"/>
                                    <a:pt x="196" y="283"/>
                                    <a:pt x="195" y="283"/>
                                  </a:cubicBezTo>
                                  <a:cubicBezTo>
                                    <a:pt x="195" y="282"/>
                                    <a:pt x="194" y="282"/>
                                    <a:pt x="194" y="282"/>
                                  </a:cubicBezTo>
                                  <a:cubicBezTo>
                                    <a:pt x="194" y="282"/>
                                    <a:pt x="195" y="281"/>
                                    <a:pt x="195" y="281"/>
                                  </a:cubicBezTo>
                                  <a:cubicBezTo>
                                    <a:pt x="195" y="281"/>
                                    <a:pt x="195" y="281"/>
                                    <a:pt x="195" y="280"/>
                                  </a:cubicBezTo>
                                  <a:cubicBezTo>
                                    <a:pt x="196" y="281"/>
                                    <a:pt x="196" y="282"/>
                                    <a:pt x="197" y="282"/>
                                  </a:cubicBezTo>
                                  <a:cubicBezTo>
                                    <a:pt x="198" y="282"/>
                                    <a:pt x="198" y="282"/>
                                    <a:pt x="198" y="282"/>
                                  </a:cubicBezTo>
                                  <a:cubicBezTo>
                                    <a:pt x="199" y="282"/>
                                    <a:pt x="199" y="282"/>
                                    <a:pt x="200" y="282"/>
                                  </a:cubicBezTo>
                                  <a:cubicBezTo>
                                    <a:pt x="200" y="283"/>
                                    <a:pt x="200" y="283"/>
                                    <a:pt x="200" y="282"/>
                                  </a:cubicBezTo>
                                  <a:cubicBezTo>
                                    <a:pt x="201" y="281"/>
                                    <a:pt x="201" y="281"/>
                                    <a:pt x="202" y="280"/>
                                  </a:cubicBezTo>
                                  <a:cubicBezTo>
                                    <a:pt x="204" y="279"/>
                                    <a:pt x="204" y="277"/>
                                    <a:pt x="202" y="276"/>
                                  </a:cubicBezTo>
                                  <a:cubicBezTo>
                                    <a:pt x="202" y="275"/>
                                    <a:pt x="201" y="275"/>
                                    <a:pt x="200" y="275"/>
                                  </a:cubicBezTo>
                                  <a:cubicBezTo>
                                    <a:pt x="200" y="274"/>
                                    <a:pt x="201" y="274"/>
                                    <a:pt x="201" y="274"/>
                                  </a:cubicBezTo>
                                  <a:cubicBezTo>
                                    <a:pt x="202" y="274"/>
                                    <a:pt x="202" y="275"/>
                                    <a:pt x="203" y="275"/>
                                  </a:cubicBezTo>
                                  <a:cubicBezTo>
                                    <a:pt x="204" y="276"/>
                                    <a:pt x="204" y="276"/>
                                    <a:pt x="205" y="275"/>
                                  </a:cubicBezTo>
                                  <a:cubicBezTo>
                                    <a:pt x="206" y="275"/>
                                    <a:pt x="206" y="274"/>
                                    <a:pt x="206" y="273"/>
                                  </a:cubicBezTo>
                                  <a:cubicBezTo>
                                    <a:pt x="206" y="271"/>
                                    <a:pt x="205" y="270"/>
                                    <a:pt x="203" y="269"/>
                                  </a:cubicBezTo>
                                  <a:cubicBezTo>
                                    <a:pt x="202" y="269"/>
                                    <a:pt x="202" y="269"/>
                                    <a:pt x="202" y="269"/>
                                  </a:cubicBezTo>
                                  <a:cubicBezTo>
                                    <a:pt x="202" y="268"/>
                                    <a:pt x="202" y="268"/>
                                    <a:pt x="203" y="268"/>
                                  </a:cubicBezTo>
                                  <a:cubicBezTo>
                                    <a:pt x="204" y="269"/>
                                    <a:pt x="205" y="268"/>
                                    <a:pt x="206" y="270"/>
                                  </a:cubicBezTo>
                                  <a:cubicBezTo>
                                    <a:pt x="206" y="271"/>
                                    <a:pt x="206" y="271"/>
                                    <a:pt x="207" y="271"/>
                                  </a:cubicBezTo>
                                  <a:cubicBezTo>
                                    <a:pt x="208" y="270"/>
                                    <a:pt x="209" y="270"/>
                                    <a:pt x="208" y="269"/>
                                  </a:cubicBezTo>
                                  <a:cubicBezTo>
                                    <a:pt x="208" y="268"/>
                                    <a:pt x="207" y="268"/>
                                    <a:pt x="208" y="267"/>
                                  </a:cubicBezTo>
                                  <a:cubicBezTo>
                                    <a:pt x="208" y="267"/>
                                    <a:pt x="208" y="267"/>
                                    <a:pt x="208" y="266"/>
                                  </a:cubicBezTo>
                                  <a:cubicBezTo>
                                    <a:pt x="207" y="265"/>
                                    <a:pt x="206" y="263"/>
                                    <a:pt x="205" y="261"/>
                                  </a:cubicBezTo>
                                  <a:cubicBezTo>
                                    <a:pt x="205" y="261"/>
                                    <a:pt x="205" y="260"/>
                                    <a:pt x="205" y="260"/>
                                  </a:cubicBezTo>
                                  <a:cubicBezTo>
                                    <a:pt x="205" y="260"/>
                                    <a:pt x="205" y="260"/>
                                    <a:pt x="205" y="260"/>
                                  </a:cubicBezTo>
                                  <a:cubicBezTo>
                                    <a:pt x="206" y="260"/>
                                    <a:pt x="206" y="260"/>
                                    <a:pt x="206" y="261"/>
                                  </a:cubicBezTo>
                                  <a:cubicBezTo>
                                    <a:pt x="206" y="263"/>
                                    <a:pt x="207" y="264"/>
                                    <a:pt x="209" y="265"/>
                                  </a:cubicBezTo>
                                  <a:cubicBezTo>
                                    <a:pt x="209" y="265"/>
                                    <a:pt x="210" y="265"/>
                                    <a:pt x="210" y="265"/>
                                  </a:cubicBezTo>
                                  <a:cubicBezTo>
                                    <a:pt x="211" y="265"/>
                                    <a:pt x="210" y="264"/>
                                    <a:pt x="210" y="264"/>
                                  </a:cubicBezTo>
                                  <a:cubicBezTo>
                                    <a:pt x="210" y="262"/>
                                    <a:pt x="210" y="261"/>
                                    <a:pt x="212" y="261"/>
                                  </a:cubicBezTo>
                                  <a:cubicBezTo>
                                    <a:pt x="212" y="261"/>
                                    <a:pt x="212" y="260"/>
                                    <a:pt x="212" y="260"/>
                                  </a:cubicBezTo>
                                  <a:cubicBezTo>
                                    <a:pt x="214" y="258"/>
                                    <a:pt x="214" y="256"/>
                                    <a:pt x="213" y="254"/>
                                  </a:cubicBezTo>
                                  <a:cubicBezTo>
                                    <a:pt x="213" y="253"/>
                                    <a:pt x="212" y="253"/>
                                    <a:pt x="212" y="252"/>
                                  </a:cubicBezTo>
                                  <a:cubicBezTo>
                                    <a:pt x="213" y="252"/>
                                    <a:pt x="214" y="253"/>
                                    <a:pt x="214" y="253"/>
                                  </a:cubicBezTo>
                                  <a:cubicBezTo>
                                    <a:pt x="215" y="254"/>
                                    <a:pt x="216" y="254"/>
                                    <a:pt x="216" y="253"/>
                                  </a:cubicBezTo>
                                  <a:cubicBezTo>
                                    <a:pt x="216" y="251"/>
                                    <a:pt x="218" y="250"/>
                                    <a:pt x="217" y="247"/>
                                  </a:cubicBezTo>
                                  <a:cubicBezTo>
                                    <a:pt x="218" y="248"/>
                                    <a:pt x="219" y="249"/>
                                    <a:pt x="219" y="250"/>
                                  </a:cubicBezTo>
                                  <a:cubicBezTo>
                                    <a:pt x="220" y="250"/>
                                    <a:pt x="220" y="250"/>
                                    <a:pt x="221" y="250"/>
                                  </a:cubicBezTo>
                                  <a:cubicBezTo>
                                    <a:pt x="221" y="249"/>
                                    <a:pt x="222" y="249"/>
                                    <a:pt x="221" y="248"/>
                                  </a:cubicBezTo>
                                  <a:cubicBezTo>
                                    <a:pt x="221" y="248"/>
                                    <a:pt x="220" y="247"/>
                                    <a:pt x="220" y="247"/>
                                  </a:cubicBezTo>
                                  <a:cubicBezTo>
                                    <a:pt x="221" y="247"/>
                                    <a:pt x="222" y="247"/>
                                    <a:pt x="223" y="247"/>
                                  </a:cubicBezTo>
                                  <a:cubicBezTo>
                                    <a:pt x="224" y="247"/>
                                    <a:pt x="225" y="246"/>
                                    <a:pt x="224" y="245"/>
                                  </a:cubicBezTo>
                                  <a:cubicBezTo>
                                    <a:pt x="224" y="244"/>
                                    <a:pt x="223" y="244"/>
                                    <a:pt x="224" y="244"/>
                                  </a:cubicBezTo>
                                  <a:cubicBezTo>
                                    <a:pt x="224" y="243"/>
                                    <a:pt x="225" y="243"/>
                                    <a:pt x="225" y="243"/>
                                  </a:cubicBezTo>
                                  <a:cubicBezTo>
                                    <a:pt x="226" y="243"/>
                                    <a:pt x="227" y="243"/>
                                    <a:pt x="227" y="242"/>
                                  </a:cubicBezTo>
                                  <a:cubicBezTo>
                                    <a:pt x="227" y="241"/>
                                    <a:pt x="226" y="241"/>
                                    <a:pt x="225" y="241"/>
                                  </a:cubicBezTo>
                                  <a:cubicBezTo>
                                    <a:pt x="225" y="241"/>
                                    <a:pt x="224" y="241"/>
                                    <a:pt x="223" y="240"/>
                                  </a:cubicBezTo>
                                  <a:cubicBezTo>
                                    <a:pt x="225" y="240"/>
                                    <a:pt x="226" y="238"/>
                                    <a:pt x="226" y="237"/>
                                  </a:cubicBezTo>
                                  <a:cubicBezTo>
                                    <a:pt x="226" y="237"/>
                                    <a:pt x="226" y="237"/>
                                    <a:pt x="226" y="237"/>
                                  </a:cubicBezTo>
                                  <a:cubicBezTo>
                                    <a:pt x="226" y="237"/>
                                    <a:pt x="227" y="237"/>
                                    <a:pt x="227" y="238"/>
                                  </a:cubicBezTo>
                                  <a:cubicBezTo>
                                    <a:pt x="227" y="238"/>
                                    <a:pt x="226" y="239"/>
                                    <a:pt x="227" y="239"/>
                                  </a:cubicBezTo>
                                  <a:cubicBezTo>
                                    <a:pt x="228" y="239"/>
                                    <a:pt x="228" y="238"/>
                                    <a:pt x="228" y="237"/>
                                  </a:cubicBezTo>
                                  <a:cubicBezTo>
                                    <a:pt x="228" y="237"/>
                                    <a:pt x="228" y="237"/>
                                    <a:pt x="228" y="237"/>
                                  </a:cubicBezTo>
                                  <a:cubicBezTo>
                                    <a:pt x="228" y="236"/>
                                    <a:pt x="227" y="234"/>
                                    <a:pt x="230" y="234"/>
                                  </a:cubicBezTo>
                                  <a:cubicBezTo>
                                    <a:pt x="230" y="234"/>
                                    <a:pt x="230" y="234"/>
                                    <a:pt x="230" y="234"/>
                                  </a:cubicBezTo>
                                  <a:cubicBezTo>
                                    <a:pt x="231" y="233"/>
                                    <a:pt x="231" y="232"/>
                                    <a:pt x="232" y="231"/>
                                  </a:cubicBezTo>
                                  <a:cubicBezTo>
                                    <a:pt x="232" y="232"/>
                                    <a:pt x="232" y="232"/>
                                    <a:pt x="232" y="232"/>
                                  </a:cubicBezTo>
                                  <a:cubicBezTo>
                                    <a:pt x="232" y="233"/>
                                    <a:pt x="232" y="233"/>
                                    <a:pt x="232" y="234"/>
                                  </a:cubicBezTo>
                                  <a:cubicBezTo>
                                    <a:pt x="233" y="234"/>
                                    <a:pt x="233" y="233"/>
                                    <a:pt x="233" y="232"/>
                                  </a:cubicBezTo>
                                  <a:cubicBezTo>
                                    <a:pt x="234" y="232"/>
                                    <a:pt x="234" y="231"/>
                                    <a:pt x="235" y="230"/>
                                  </a:cubicBezTo>
                                  <a:cubicBezTo>
                                    <a:pt x="236" y="229"/>
                                    <a:pt x="235" y="228"/>
                                    <a:pt x="236" y="228"/>
                                  </a:cubicBezTo>
                                  <a:cubicBezTo>
                                    <a:pt x="237" y="228"/>
                                    <a:pt x="239" y="227"/>
                                    <a:pt x="240" y="226"/>
                                  </a:cubicBezTo>
                                  <a:cubicBezTo>
                                    <a:pt x="241" y="226"/>
                                    <a:pt x="242" y="225"/>
                                    <a:pt x="242" y="225"/>
                                  </a:cubicBezTo>
                                  <a:cubicBezTo>
                                    <a:pt x="244" y="224"/>
                                    <a:pt x="246" y="224"/>
                                    <a:pt x="247" y="222"/>
                                  </a:cubicBezTo>
                                  <a:cubicBezTo>
                                    <a:pt x="247" y="221"/>
                                    <a:pt x="248" y="221"/>
                                    <a:pt x="248" y="221"/>
                                  </a:cubicBezTo>
                                  <a:cubicBezTo>
                                    <a:pt x="249" y="222"/>
                                    <a:pt x="250" y="221"/>
                                    <a:pt x="251" y="220"/>
                                  </a:cubicBezTo>
                                  <a:cubicBezTo>
                                    <a:pt x="252" y="220"/>
                                    <a:pt x="253" y="220"/>
                                    <a:pt x="254" y="219"/>
                                  </a:cubicBezTo>
                                  <a:cubicBezTo>
                                    <a:pt x="255" y="219"/>
                                    <a:pt x="255" y="218"/>
                                    <a:pt x="256" y="217"/>
                                  </a:cubicBezTo>
                                  <a:cubicBezTo>
                                    <a:pt x="256" y="217"/>
                                    <a:pt x="256" y="217"/>
                                    <a:pt x="257" y="217"/>
                                  </a:cubicBezTo>
                                  <a:cubicBezTo>
                                    <a:pt x="258" y="217"/>
                                    <a:pt x="259" y="217"/>
                                    <a:pt x="260" y="215"/>
                                  </a:cubicBezTo>
                                  <a:cubicBezTo>
                                    <a:pt x="260" y="215"/>
                                    <a:pt x="261" y="215"/>
                                    <a:pt x="262" y="214"/>
                                  </a:cubicBezTo>
                                  <a:cubicBezTo>
                                    <a:pt x="262" y="214"/>
                                    <a:pt x="262" y="214"/>
                                    <a:pt x="263" y="214"/>
                                  </a:cubicBezTo>
                                  <a:cubicBezTo>
                                    <a:pt x="263" y="214"/>
                                    <a:pt x="264" y="213"/>
                                    <a:pt x="264" y="213"/>
                                  </a:cubicBezTo>
                                  <a:cubicBezTo>
                                    <a:pt x="266" y="213"/>
                                    <a:pt x="266" y="213"/>
                                    <a:pt x="267" y="212"/>
                                  </a:cubicBezTo>
                                  <a:cubicBezTo>
                                    <a:pt x="267" y="211"/>
                                    <a:pt x="268" y="211"/>
                                    <a:pt x="268" y="211"/>
                                  </a:cubicBezTo>
                                  <a:cubicBezTo>
                                    <a:pt x="271" y="210"/>
                                    <a:pt x="273" y="208"/>
                                    <a:pt x="275" y="207"/>
                                  </a:cubicBezTo>
                                  <a:cubicBezTo>
                                    <a:pt x="276" y="206"/>
                                    <a:pt x="276" y="206"/>
                                    <a:pt x="277" y="206"/>
                                  </a:cubicBezTo>
                                  <a:cubicBezTo>
                                    <a:pt x="278" y="206"/>
                                    <a:pt x="279" y="206"/>
                                    <a:pt x="278" y="205"/>
                                  </a:cubicBezTo>
                                  <a:cubicBezTo>
                                    <a:pt x="278" y="204"/>
                                    <a:pt x="278" y="204"/>
                                    <a:pt x="278" y="204"/>
                                  </a:cubicBezTo>
                                  <a:cubicBezTo>
                                    <a:pt x="279" y="204"/>
                                    <a:pt x="279" y="203"/>
                                    <a:pt x="279" y="202"/>
                                  </a:cubicBezTo>
                                  <a:cubicBezTo>
                                    <a:pt x="279" y="202"/>
                                    <a:pt x="280" y="201"/>
                                    <a:pt x="280" y="201"/>
                                  </a:cubicBezTo>
                                  <a:cubicBezTo>
                                    <a:pt x="282" y="200"/>
                                    <a:pt x="282" y="198"/>
                                    <a:pt x="282" y="196"/>
                                  </a:cubicBezTo>
                                  <a:cubicBezTo>
                                    <a:pt x="282" y="196"/>
                                    <a:pt x="282" y="196"/>
                                    <a:pt x="282" y="196"/>
                                  </a:cubicBezTo>
                                  <a:cubicBezTo>
                                    <a:pt x="283" y="194"/>
                                    <a:pt x="283" y="192"/>
                                    <a:pt x="283" y="190"/>
                                  </a:cubicBezTo>
                                  <a:cubicBezTo>
                                    <a:pt x="283" y="189"/>
                                    <a:pt x="282" y="189"/>
                                    <a:pt x="282" y="188"/>
                                  </a:cubicBezTo>
                                  <a:cubicBezTo>
                                    <a:pt x="282" y="186"/>
                                    <a:pt x="280" y="186"/>
                                    <a:pt x="280" y="184"/>
                                  </a:cubicBezTo>
                                  <a:cubicBezTo>
                                    <a:pt x="277" y="184"/>
                                    <a:pt x="275" y="183"/>
                                    <a:pt x="273" y="184"/>
                                  </a:cubicBezTo>
                                  <a:cubicBezTo>
                                    <a:pt x="272" y="184"/>
                                    <a:pt x="272" y="186"/>
                                    <a:pt x="271" y="186"/>
                                  </a:cubicBezTo>
                                  <a:cubicBezTo>
                                    <a:pt x="271" y="186"/>
                                    <a:pt x="271" y="186"/>
                                    <a:pt x="270" y="186"/>
                                  </a:cubicBezTo>
                                  <a:cubicBezTo>
                                    <a:pt x="267" y="187"/>
                                    <a:pt x="265" y="190"/>
                                    <a:pt x="262" y="192"/>
                                  </a:cubicBezTo>
                                  <a:cubicBezTo>
                                    <a:pt x="262" y="193"/>
                                    <a:pt x="262" y="194"/>
                                    <a:pt x="263" y="195"/>
                                  </a:cubicBezTo>
                                  <a:cubicBezTo>
                                    <a:pt x="263" y="195"/>
                                    <a:pt x="263" y="195"/>
                                    <a:pt x="263" y="196"/>
                                  </a:cubicBezTo>
                                  <a:cubicBezTo>
                                    <a:pt x="263" y="196"/>
                                    <a:pt x="264" y="197"/>
                                    <a:pt x="263" y="198"/>
                                  </a:cubicBezTo>
                                  <a:cubicBezTo>
                                    <a:pt x="263" y="198"/>
                                    <a:pt x="262" y="198"/>
                                    <a:pt x="262" y="197"/>
                                  </a:cubicBezTo>
                                  <a:cubicBezTo>
                                    <a:pt x="260" y="197"/>
                                    <a:pt x="259" y="197"/>
                                    <a:pt x="258" y="199"/>
                                  </a:cubicBezTo>
                                  <a:cubicBezTo>
                                    <a:pt x="258" y="199"/>
                                    <a:pt x="257" y="199"/>
                                    <a:pt x="257" y="200"/>
                                  </a:cubicBezTo>
                                  <a:cubicBezTo>
                                    <a:pt x="257" y="200"/>
                                    <a:pt x="257" y="199"/>
                                    <a:pt x="257" y="199"/>
                                  </a:cubicBezTo>
                                  <a:cubicBezTo>
                                    <a:pt x="256" y="198"/>
                                    <a:pt x="255" y="198"/>
                                    <a:pt x="255" y="199"/>
                                  </a:cubicBezTo>
                                  <a:cubicBezTo>
                                    <a:pt x="255" y="201"/>
                                    <a:pt x="253" y="201"/>
                                    <a:pt x="252" y="203"/>
                                  </a:cubicBezTo>
                                  <a:cubicBezTo>
                                    <a:pt x="251" y="204"/>
                                    <a:pt x="250" y="205"/>
                                    <a:pt x="249" y="203"/>
                                  </a:cubicBezTo>
                                  <a:cubicBezTo>
                                    <a:pt x="248" y="203"/>
                                    <a:pt x="248" y="203"/>
                                    <a:pt x="248" y="203"/>
                                  </a:cubicBezTo>
                                  <a:cubicBezTo>
                                    <a:pt x="246" y="205"/>
                                    <a:pt x="245" y="205"/>
                                    <a:pt x="244" y="206"/>
                                  </a:cubicBezTo>
                                  <a:cubicBezTo>
                                    <a:pt x="243" y="207"/>
                                    <a:pt x="242" y="207"/>
                                    <a:pt x="242" y="206"/>
                                  </a:cubicBezTo>
                                  <a:cubicBezTo>
                                    <a:pt x="242" y="206"/>
                                    <a:pt x="241" y="205"/>
                                    <a:pt x="241" y="205"/>
                                  </a:cubicBezTo>
                                  <a:cubicBezTo>
                                    <a:pt x="241" y="207"/>
                                    <a:pt x="240" y="207"/>
                                    <a:pt x="239" y="208"/>
                                  </a:cubicBezTo>
                                  <a:cubicBezTo>
                                    <a:pt x="238" y="207"/>
                                    <a:pt x="238" y="207"/>
                                    <a:pt x="239" y="206"/>
                                  </a:cubicBezTo>
                                  <a:cubicBezTo>
                                    <a:pt x="239" y="206"/>
                                    <a:pt x="239" y="205"/>
                                    <a:pt x="238" y="205"/>
                                  </a:cubicBezTo>
                                  <a:cubicBezTo>
                                    <a:pt x="236" y="206"/>
                                    <a:pt x="234" y="204"/>
                                    <a:pt x="231" y="205"/>
                                  </a:cubicBezTo>
                                  <a:cubicBezTo>
                                    <a:pt x="229" y="206"/>
                                    <a:pt x="230" y="207"/>
                                    <a:pt x="229" y="208"/>
                                  </a:cubicBezTo>
                                  <a:cubicBezTo>
                                    <a:pt x="229" y="209"/>
                                    <a:pt x="230" y="209"/>
                                    <a:pt x="231" y="209"/>
                                  </a:cubicBezTo>
                                  <a:cubicBezTo>
                                    <a:pt x="230" y="211"/>
                                    <a:pt x="228" y="212"/>
                                    <a:pt x="227" y="213"/>
                                  </a:cubicBezTo>
                                  <a:cubicBezTo>
                                    <a:pt x="227" y="213"/>
                                    <a:pt x="226" y="213"/>
                                    <a:pt x="226" y="212"/>
                                  </a:cubicBezTo>
                                  <a:cubicBezTo>
                                    <a:pt x="226" y="212"/>
                                    <a:pt x="226" y="211"/>
                                    <a:pt x="226" y="211"/>
                                  </a:cubicBezTo>
                                  <a:cubicBezTo>
                                    <a:pt x="227" y="211"/>
                                    <a:pt x="227" y="210"/>
                                    <a:pt x="227" y="210"/>
                                  </a:cubicBezTo>
                                  <a:cubicBezTo>
                                    <a:pt x="226" y="209"/>
                                    <a:pt x="225" y="209"/>
                                    <a:pt x="225" y="210"/>
                                  </a:cubicBezTo>
                                  <a:cubicBezTo>
                                    <a:pt x="224" y="210"/>
                                    <a:pt x="223" y="211"/>
                                    <a:pt x="223" y="211"/>
                                  </a:cubicBezTo>
                                  <a:cubicBezTo>
                                    <a:pt x="224" y="212"/>
                                    <a:pt x="224" y="212"/>
                                    <a:pt x="225" y="212"/>
                                  </a:cubicBezTo>
                                  <a:cubicBezTo>
                                    <a:pt x="225" y="213"/>
                                    <a:pt x="225" y="214"/>
                                    <a:pt x="224" y="213"/>
                                  </a:cubicBezTo>
                                  <a:cubicBezTo>
                                    <a:pt x="222" y="213"/>
                                    <a:pt x="221" y="215"/>
                                    <a:pt x="219" y="215"/>
                                  </a:cubicBezTo>
                                  <a:cubicBezTo>
                                    <a:pt x="218" y="214"/>
                                    <a:pt x="218" y="215"/>
                                    <a:pt x="218" y="216"/>
                                  </a:cubicBezTo>
                                  <a:cubicBezTo>
                                    <a:pt x="218" y="216"/>
                                    <a:pt x="217" y="216"/>
                                    <a:pt x="217" y="215"/>
                                  </a:cubicBezTo>
                                  <a:cubicBezTo>
                                    <a:pt x="217" y="213"/>
                                    <a:pt x="216" y="214"/>
                                    <a:pt x="216" y="214"/>
                                  </a:cubicBezTo>
                                  <a:cubicBezTo>
                                    <a:pt x="215" y="215"/>
                                    <a:pt x="215" y="214"/>
                                    <a:pt x="215" y="215"/>
                                  </a:cubicBezTo>
                                  <a:cubicBezTo>
                                    <a:pt x="215" y="216"/>
                                    <a:pt x="216" y="216"/>
                                    <a:pt x="217" y="216"/>
                                  </a:cubicBezTo>
                                  <a:cubicBezTo>
                                    <a:pt x="215" y="216"/>
                                    <a:pt x="214" y="216"/>
                                    <a:pt x="214" y="218"/>
                                  </a:cubicBezTo>
                                  <a:cubicBezTo>
                                    <a:pt x="213" y="220"/>
                                    <a:pt x="212" y="221"/>
                                    <a:pt x="210" y="222"/>
                                  </a:cubicBezTo>
                                  <a:cubicBezTo>
                                    <a:pt x="209" y="222"/>
                                    <a:pt x="209" y="222"/>
                                    <a:pt x="209" y="223"/>
                                  </a:cubicBezTo>
                                  <a:cubicBezTo>
                                    <a:pt x="209" y="223"/>
                                    <a:pt x="210" y="223"/>
                                    <a:pt x="210" y="223"/>
                                  </a:cubicBezTo>
                                  <a:cubicBezTo>
                                    <a:pt x="210" y="223"/>
                                    <a:pt x="211" y="223"/>
                                    <a:pt x="211" y="223"/>
                                  </a:cubicBezTo>
                                  <a:cubicBezTo>
                                    <a:pt x="211" y="224"/>
                                    <a:pt x="211" y="224"/>
                                    <a:pt x="210" y="224"/>
                                  </a:cubicBezTo>
                                  <a:cubicBezTo>
                                    <a:pt x="210" y="225"/>
                                    <a:pt x="209" y="225"/>
                                    <a:pt x="209" y="225"/>
                                  </a:cubicBezTo>
                                  <a:cubicBezTo>
                                    <a:pt x="207" y="225"/>
                                    <a:pt x="206" y="226"/>
                                    <a:pt x="207" y="229"/>
                                  </a:cubicBezTo>
                                  <a:cubicBezTo>
                                    <a:pt x="207" y="229"/>
                                    <a:pt x="207" y="229"/>
                                    <a:pt x="208" y="230"/>
                                  </a:cubicBezTo>
                                  <a:cubicBezTo>
                                    <a:pt x="208" y="230"/>
                                    <a:pt x="208" y="230"/>
                                    <a:pt x="208" y="231"/>
                                  </a:cubicBezTo>
                                  <a:cubicBezTo>
                                    <a:pt x="207" y="231"/>
                                    <a:pt x="206" y="231"/>
                                    <a:pt x="206" y="231"/>
                                  </a:cubicBezTo>
                                  <a:cubicBezTo>
                                    <a:pt x="205" y="231"/>
                                    <a:pt x="205" y="230"/>
                                    <a:pt x="204" y="230"/>
                                  </a:cubicBezTo>
                                  <a:cubicBezTo>
                                    <a:pt x="203" y="228"/>
                                    <a:pt x="202" y="230"/>
                                    <a:pt x="201" y="230"/>
                                  </a:cubicBezTo>
                                  <a:cubicBezTo>
                                    <a:pt x="200" y="231"/>
                                    <a:pt x="201" y="232"/>
                                    <a:pt x="202" y="233"/>
                                  </a:cubicBezTo>
                                  <a:cubicBezTo>
                                    <a:pt x="202" y="233"/>
                                    <a:pt x="201" y="234"/>
                                    <a:pt x="201" y="235"/>
                                  </a:cubicBezTo>
                                  <a:cubicBezTo>
                                    <a:pt x="200" y="235"/>
                                    <a:pt x="200" y="235"/>
                                    <a:pt x="200" y="236"/>
                                  </a:cubicBezTo>
                                  <a:cubicBezTo>
                                    <a:pt x="200" y="237"/>
                                    <a:pt x="200" y="237"/>
                                    <a:pt x="199" y="238"/>
                                  </a:cubicBezTo>
                                  <a:cubicBezTo>
                                    <a:pt x="198" y="238"/>
                                    <a:pt x="198" y="237"/>
                                    <a:pt x="198" y="236"/>
                                  </a:cubicBezTo>
                                  <a:cubicBezTo>
                                    <a:pt x="198" y="235"/>
                                    <a:pt x="197" y="235"/>
                                    <a:pt x="196" y="235"/>
                                  </a:cubicBezTo>
                                  <a:cubicBezTo>
                                    <a:pt x="195" y="235"/>
                                    <a:pt x="195" y="236"/>
                                    <a:pt x="194" y="236"/>
                                  </a:cubicBezTo>
                                  <a:cubicBezTo>
                                    <a:pt x="193" y="238"/>
                                    <a:pt x="195" y="239"/>
                                    <a:pt x="194" y="241"/>
                                  </a:cubicBezTo>
                                  <a:cubicBezTo>
                                    <a:pt x="195" y="240"/>
                                    <a:pt x="196" y="240"/>
                                    <a:pt x="197" y="240"/>
                                  </a:cubicBezTo>
                                  <a:cubicBezTo>
                                    <a:pt x="197" y="240"/>
                                    <a:pt x="197" y="240"/>
                                    <a:pt x="198" y="240"/>
                                  </a:cubicBezTo>
                                  <a:cubicBezTo>
                                    <a:pt x="198" y="240"/>
                                    <a:pt x="198" y="241"/>
                                    <a:pt x="198" y="241"/>
                                  </a:cubicBezTo>
                                  <a:cubicBezTo>
                                    <a:pt x="197" y="242"/>
                                    <a:pt x="198" y="242"/>
                                    <a:pt x="198" y="242"/>
                                  </a:cubicBezTo>
                                  <a:cubicBezTo>
                                    <a:pt x="197" y="242"/>
                                    <a:pt x="197" y="243"/>
                                    <a:pt x="196" y="244"/>
                                  </a:cubicBezTo>
                                  <a:cubicBezTo>
                                    <a:pt x="196" y="244"/>
                                    <a:pt x="195" y="244"/>
                                    <a:pt x="195" y="245"/>
                                  </a:cubicBezTo>
                                  <a:cubicBezTo>
                                    <a:pt x="196" y="246"/>
                                    <a:pt x="196" y="245"/>
                                    <a:pt x="197" y="245"/>
                                  </a:cubicBezTo>
                                  <a:cubicBezTo>
                                    <a:pt x="197" y="245"/>
                                    <a:pt x="198" y="245"/>
                                    <a:pt x="198" y="245"/>
                                  </a:cubicBezTo>
                                  <a:cubicBezTo>
                                    <a:pt x="199" y="245"/>
                                    <a:pt x="199" y="245"/>
                                    <a:pt x="199" y="246"/>
                                  </a:cubicBezTo>
                                  <a:cubicBezTo>
                                    <a:pt x="199" y="247"/>
                                    <a:pt x="199" y="247"/>
                                    <a:pt x="201" y="247"/>
                                  </a:cubicBezTo>
                                  <a:cubicBezTo>
                                    <a:pt x="201" y="247"/>
                                    <a:pt x="202" y="247"/>
                                    <a:pt x="202" y="248"/>
                                  </a:cubicBezTo>
                                  <a:cubicBezTo>
                                    <a:pt x="201" y="248"/>
                                    <a:pt x="200" y="248"/>
                                    <a:pt x="199" y="248"/>
                                  </a:cubicBezTo>
                                  <a:cubicBezTo>
                                    <a:pt x="197" y="247"/>
                                    <a:pt x="194" y="248"/>
                                    <a:pt x="193" y="249"/>
                                  </a:cubicBezTo>
                                  <a:cubicBezTo>
                                    <a:pt x="192" y="250"/>
                                    <a:pt x="192" y="251"/>
                                    <a:pt x="194" y="251"/>
                                  </a:cubicBezTo>
                                  <a:cubicBezTo>
                                    <a:pt x="194" y="252"/>
                                    <a:pt x="196" y="252"/>
                                    <a:pt x="196" y="253"/>
                                  </a:cubicBezTo>
                                  <a:cubicBezTo>
                                    <a:pt x="196" y="254"/>
                                    <a:pt x="195" y="254"/>
                                    <a:pt x="195" y="254"/>
                                  </a:cubicBezTo>
                                  <a:cubicBezTo>
                                    <a:pt x="194" y="254"/>
                                    <a:pt x="193" y="254"/>
                                    <a:pt x="192" y="255"/>
                                  </a:cubicBezTo>
                                  <a:cubicBezTo>
                                    <a:pt x="191" y="255"/>
                                    <a:pt x="191" y="255"/>
                                    <a:pt x="191" y="255"/>
                                  </a:cubicBezTo>
                                  <a:cubicBezTo>
                                    <a:pt x="191" y="256"/>
                                    <a:pt x="191" y="256"/>
                                    <a:pt x="192" y="256"/>
                                  </a:cubicBezTo>
                                  <a:cubicBezTo>
                                    <a:pt x="193" y="256"/>
                                    <a:pt x="193" y="257"/>
                                    <a:pt x="193" y="257"/>
                                  </a:cubicBezTo>
                                  <a:cubicBezTo>
                                    <a:pt x="194" y="258"/>
                                    <a:pt x="194" y="258"/>
                                    <a:pt x="194" y="258"/>
                                  </a:cubicBezTo>
                                  <a:cubicBezTo>
                                    <a:pt x="193" y="258"/>
                                    <a:pt x="193" y="258"/>
                                    <a:pt x="193" y="258"/>
                                  </a:cubicBezTo>
                                  <a:cubicBezTo>
                                    <a:pt x="192" y="258"/>
                                    <a:pt x="191" y="259"/>
                                    <a:pt x="190" y="259"/>
                                  </a:cubicBezTo>
                                  <a:cubicBezTo>
                                    <a:pt x="190" y="259"/>
                                    <a:pt x="191" y="260"/>
                                    <a:pt x="192" y="260"/>
                                  </a:cubicBezTo>
                                  <a:cubicBezTo>
                                    <a:pt x="192" y="260"/>
                                    <a:pt x="193" y="261"/>
                                    <a:pt x="194" y="262"/>
                                  </a:cubicBezTo>
                                  <a:cubicBezTo>
                                    <a:pt x="195" y="263"/>
                                    <a:pt x="196" y="264"/>
                                    <a:pt x="197" y="263"/>
                                  </a:cubicBezTo>
                                  <a:cubicBezTo>
                                    <a:pt x="198" y="263"/>
                                    <a:pt x="198" y="264"/>
                                    <a:pt x="198" y="264"/>
                                  </a:cubicBezTo>
                                  <a:cubicBezTo>
                                    <a:pt x="198" y="264"/>
                                    <a:pt x="197" y="264"/>
                                    <a:pt x="197" y="264"/>
                                  </a:cubicBezTo>
                                  <a:cubicBezTo>
                                    <a:pt x="197" y="264"/>
                                    <a:pt x="195" y="264"/>
                                    <a:pt x="194" y="264"/>
                                  </a:cubicBezTo>
                                  <a:cubicBezTo>
                                    <a:pt x="194" y="264"/>
                                    <a:pt x="194" y="263"/>
                                    <a:pt x="194" y="263"/>
                                  </a:cubicBezTo>
                                  <a:cubicBezTo>
                                    <a:pt x="192" y="262"/>
                                    <a:pt x="191" y="262"/>
                                    <a:pt x="189" y="261"/>
                                  </a:cubicBezTo>
                                  <a:cubicBezTo>
                                    <a:pt x="189" y="261"/>
                                    <a:pt x="189" y="261"/>
                                    <a:pt x="189" y="261"/>
                                  </a:cubicBezTo>
                                  <a:cubicBezTo>
                                    <a:pt x="189" y="261"/>
                                    <a:pt x="188" y="262"/>
                                    <a:pt x="188" y="262"/>
                                  </a:cubicBezTo>
                                  <a:cubicBezTo>
                                    <a:pt x="188" y="262"/>
                                    <a:pt x="187" y="262"/>
                                    <a:pt x="187" y="263"/>
                                  </a:cubicBezTo>
                                  <a:cubicBezTo>
                                    <a:pt x="187" y="264"/>
                                    <a:pt x="185" y="265"/>
                                    <a:pt x="187" y="265"/>
                                  </a:cubicBezTo>
                                  <a:cubicBezTo>
                                    <a:pt x="188" y="265"/>
                                    <a:pt x="188" y="265"/>
                                    <a:pt x="188" y="266"/>
                                  </a:cubicBezTo>
                                  <a:cubicBezTo>
                                    <a:pt x="187" y="266"/>
                                    <a:pt x="187" y="266"/>
                                    <a:pt x="187" y="266"/>
                                  </a:cubicBezTo>
                                  <a:cubicBezTo>
                                    <a:pt x="186" y="266"/>
                                    <a:pt x="185" y="266"/>
                                    <a:pt x="185" y="267"/>
                                  </a:cubicBezTo>
                                  <a:cubicBezTo>
                                    <a:pt x="185" y="267"/>
                                    <a:pt x="185" y="267"/>
                                    <a:pt x="185" y="267"/>
                                  </a:cubicBezTo>
                                  <a:cubicBezTo>
                                    <a:pt x="183" y="267"/>
                                    <a:pt x="183" y="268"/>
                                    <a:pt x="182" y="269"/>
                                  </a:cubicBezTo>
                                  <a:cubicBezTo>
                                    <a:pt x="182" y="270"/>
                                    <a:pt x="182" y="270"/>
                                    <a:pt x="181" y="270"/>
                                  </a:cubicBezTo>
                                  <a:cubicBezTo>
                                    <a:pt x="181" y="270"/>
                                    <a:pt x="180" y="270"/>
                                    <a:pt x="180" y="271"/>
                                  </a:cubicBezTo>
                                  <a:cubicBezTo>
                                    <a:pt x="180" y="271"/>
                                    <a:pt x="180" y="272"/>
                                    <a:pt x="181" y="272"/>
                                  </a:cubicBezTo>
                                  <a:cubicBezTo>
                                    <a:pt x="181" y="272"/>
                                    <a:pt x="181" y="273"/>
                                    <a:pt x="182" y="273"/>
                                  </a:cubicBezTo>
                                  <a:cubicBezTo>
                                    <a:pt x="182" y="274"/>
                                    <a:pt x="183" y="275"/>
                                    <a:pt x="184" y="274"/>
                                  </a:cubicBezTo>
                                  <a:cubicBezTo>
                                    <a:pt x="185" y="273"/>
                                    <a:pt x="186" y="272"/>
                                    <a:pt x="187" y="272"/>
                                  </a:cubicBezTo>
                                  <a:cubicBezTo>
                                    <a:pt x="188" y="272"/>
                                    <a:pt x="190" y="273"/>
                                    <a:pt x="188" y="274"/>
                                  </a:cubicBezTo>
                                  <a:cubicBezTo>
                                    <a:pt x="187" y="274"/>
                                    <a:pt x="187" y="274"/>
                                    <a:pt x="186" y="274"/>
                                  </a:cubicBezTo>
                                  <a:cubicBezTo>
                                    <a:pt x="185" y="274"/>
                                    <a:pt x="185" y="275"/>
                                    <a:pt x="184" y="276"/>
                                  </a:cubicBezTo>
                                  <a:cubicBezTo>
                                    <a:pt x="184" y="277"/>
                                    <a:pt x="184" y="277"/>
                                    <a:pt x="185" y="277"/>
                                  </a:cubicBezTo>
                                  <a:cubicBezTo>
                                    <a:pt x="185" y="278"/>
                                    <a:pt x="184" y="279"/>
                                    <a:pt x="183" y="279"/>
                                  </a:cubicBezTo>
                                  <a:cubicBezTo>
                                    <a:pt x="183" y="279"/>
                                    <a:pt x="182" y="280"/>
                                    <a:pt x="183" y="280"/>
                                  </a:cubicBezTo>
                                  <a:cubicBezTo>
                                    <a:pt x="183" y="281"/>
                                    <a:pt x="183" y="281"/>
                                    <a:pt x="184" y="281"/>
                                  </a:cubicBezTo>
                                  <a:cubicBezTo>
                                    <a:pt x="184" y="281"/>
                                    <a:pt x="184" y="280"/>
                                    <a:pt x="185" y="281"/>
                                  </a:cubicBezTo>
                                  <a:cubicBezTo>
                                    <a:pt x="184" y="281"/>
                                    <a:pt x="184" y="282"/>
                                    <a:pt x="184" y="282"/>
                                  </a:cubicBezTo>
                                  <a:cubicBezTo>
                                    <a:pt x="183" y="282"/>
                                    <a:pt x="183" y="283"/>
                                    <a:pt x="182" y="282"/>
                                  </a:cubicBezTo>
                                  <a:cubicBezTo>
                                    <a:pt x="181" y="281"/>
                                    <a:pt x="180" y="282"/>
                                    <a:pt x="180" y="283"/>
                                  </a:cubicBezTo>
                                  <a:cubicBezTo>
                                    <a:pt x="179" y="283"/>
                                    <a:pt x="179" y="283"/>
                                    <a:pt x="179" y="283"/>
                                  </a:cubicBezTo>
                                  <a:cubicBezTo>
                                    <a:pt x="177" y="282"/>
                                    <a:pt x="178" y="284"/>
                                    <a:pt x="177" y="285"/>
                                  </a:cubicBezTo>
                                  <a:cubicBezTo>
                                    <a:pt x="176" y="285"/>
                                    <a:pt x="176" y="286"/>
                                    <a:pt x="177" y="287"/>
                                  </a:cubicBezTo>
                                  <a:cubicBezTo>
                                    <a:pt x="177" y="288"/>
                                    <a:pt x="177" y="288"/>
                                    <a:pt x="178" y="289"/>
                                  </a:cubicBezTo>
                                  <a:cubicBezTo>
                                    <a:pt x="176" y="289"/>
                                    <a:pt x="176" y="289"/>
                                    <a:pt x="176" y="291"/>
                                  </a:cubicBezTo>
                                  <a:cubicBezTo>
                                    <a:pt x="176" y="291"/>
                                    <a:pt x="176" y="291"/>
                                    <a:pt x="176" y="291"/>
                                  </a:cubicBezTo>
                                  <a:cubicBezTo>
                                    <a:pt x="176" y="291"/>
                                    <a:pt x="175" y="291"/>
                                    <a:pt x="175" y="291"/>
                                  </a:cubicBezTo>
                                  <a:cubicBezTo>
                                    <a:pt x="173" y="291"/>
                                    <a:pt x="172" y="293"/>
                                    <a:pt x="172" y="294"/>
                                  </a:cubicBezTo>
                                  <a:cubicBezTo>
                                    <a:pt x="171" y="296"/>
                                    <a:pt x="172" y="296"/>
                                    <a:pt x="173" y="296"/>
                                  </a:cubicBezTo>
                                  <a:cubicBezTo>
                                    <a:pt x="174" y="296"/>
                                    <a:pt x="175" y="296"/>
                                    <a:pt x="176" y="296"/>
                                  </a:cubicBezTo>
                                  <a:cubicBezTo>
                                    <a:pt x="176" y="296"/>
                                    <a:pt x="176" y="297"/>
                                    <a:pt x="175" y="297"/>
                                  </a:cubicBezTo>
                                  <a:cubicBezTo>
                                    <a:pt x="173" y="297"/>
                                    <a:pt x="173" y="297"/>
                                    <a:pt x="174" y="299"/>
                                  </a:cubicBezTo>
                                  <a:cubicBezTo>
                                    <a:pt x="175" y="298"/>
                                    <a:pt x="175" y="298"/>
                                    <a:pt x="176" y="298"/>
                                  </a:cubicBezTo>
                                  <a:cubicBezTo>
                                    <a:pt x="175" y="299"/>
                                    <a:pt x="174" y="300"/>
                                    <a:pt x="174" y="301"/>
                                  </a:cubicBezTo>
                                  <a:cubicBezTo>
                                    <a:pt x="173" y="304"/>
                                    <a:pt x="172" y="306"/>
                                    <a:pt x="171" y="309"/>
                                  </a:cubicBezTo>
                                  <a:cubicBezTo>
                                    <a:pt x="171" y="310"/>
                                    <a:pt x="171" y="310"/>
                                    <a:pt x="170" y="309"/>
                                  </a:cubicBezTo>
                                  <a:cubicBezTo>
                                    <a:pt x="169" y="309"/>
                                    <a:pt x="168" y="310"/>
                                    <a:pt x="167" y="308"/>
                                  </a:cubicBezTo>
                                  <a:cubicBezTo>
                                    <a:pt x="167" y="308"/>
                                    <a:pt x="165" y="310"/>
                                    <a:pt x="165" y="311"/>
                                  </a:cubicBezTo>
                                  <a:cubicBezTo>
                                    <a:pt x="165" y="314"/>
                                    <a:pt x="165" y="317"/>
                                    <a:pt x="165" y="319"/>
                                  </a:cubicBezTo>
                                  <a:cubicBezTo>
                                    <a:pt x="165" y="321"/>
                                    <a:pt x="168" y="323"/>
                                    <a:pt x="169" y="323"/>
                                  </a:cubicBezTo>
                                  <a:close/>
                                  <a:moveTo>
                                    <a:pt x="221" y="358"/>
                                  </a:moveTo>
                                  <a:cubicBezTo>
                                    <a:pt x="222" y="358"/>
                                    <a:pt x="223" y="359"/>
                                    <a:pt x="224" y="359"/>
                                  </a:cubicBezTo>
                                  <a:cubicBezTo>
                                    <a:pt x="225" y="359"/>
                                    <a:pt x="226" y="358"/>
                                    <a:pt x="226" y="356"/>
                                  </a:cubicBezTo>
                                  <a:cubicBezTo>
                                    <a:pt x="225" y="354"/>
                                    <a:pt x="224" y="352"/>
                                    <a:pt x="223" y="351"/>
                                  </a:cubicBezTo>
                                  <a:cubicBezTo>
                                    <a:pt x="220" y="349"/>
                                    <a:pt x="219" y="347"/>
                                    <a:pt x="217" y="345"/>
                                  </a:cubicBezTo>
                                  <a:cubicBezTo>
                                    <a:pt x="216" y="344"/>
                                    <a:pt x="216" y="343"/>
                                    <a:pt x="214" y="344"/>
                                  </a:cubicBezTo>
                                  <a:cubicBezTo>
                                    <a:pt x="213" y="345"/>
                                    <a:pt x="213" y="346"/>
                                    <a:pt x="214" y="347"/>
                                  </a:cubicBezTo>
                                  <a:cubicBezTo>
                                    <a:pt x="214" y="348"/>
                                    <a:pt x="214" y="348"/>
                                    <a:pt x="214" y="348"/>
                                  </a:cubicBezTo>
                                  <a:cubicBezTo>
                                    <a:pt x="214" y="348"/>
                                    <a:pt x="213" y="348"/>
                                    <a:pt x="212" y="348"/>
                                  </a:cubicBezTo>
                                  <a:cubicBezTo>
                                    <a:pt x="213" y="349"/>
                                    <a:pt x="213" y="350"/>
                                    <a:pt x="213" y="351"/>
                                  </a:cubicBezTo>
                                  <a:cubicBezTo>
                                    <a:pt x="214" y="353"/>
                                    <a:pt x="216" y="355"/>
                                    <a:pt x="218" y="355"/>
                                  </a:cubicBezTo>
                                  <a:cubicBezTo>
                                    <a:pt x="219" y="355"/>
                                    <a:pt x="221" y="355"/>
                                    <a:pt x="220" y="357"/>
                                  </a:cubicBezTo>
                                  <a:cubicBezTo>
                                    <a:pt x="220" y="358"/>
                                    <a:pt x="220" y="358"/>
                                    <a:pt x="221" y="358"/>
                                  </a:cubicBezTo>
                                  <a:close/>
                                  <a:moveTo>
                                    <a:pt x="290" y="289"/>
                                  </a:moveTo>
                                  <a:cubicBezTo>
                                    <a:pt x="291" y="288"/>
                                    <a:pt x="291" y="287"/>
                                    <a:pt x="292" y="288"/>
                                  </a:cubicBezTo>
                                  <a:cubicBezTo>
                                    <a:pt x="292" y="289"/>
                                    <a:pt x="293" y="289"/>
                                    <a:pt x="294" y="288"/>
                                  </a:cubicBezTo>
                                  <a:cubicBezTo>
                                    <a:pt x="294" y="287"/>
                                    <a:pt x="294" y="287"/>
                                    <a:pt x="295" y="287"/>
                                  </a:cubicBezTo>
                                  <a:cubicBezTo>
                                    <a:pt x="297" y="286"/>
                                    <a:pt x="298" y="286"/>
                                    <a:pt x="300" y="285"/>
                                  </a:cubicBezTo>
                                  <a:cubicBezTo>
                                    <a:pt x="301" y="285"/>
                                    <a:pt x="302" y="285"/>
                                    <a:pt x="301" y="284"/>
                                  </a:cubicBezTo>
                                  <a:cubicBezTo>
                                    <a:pt x="301" y="282"/>
                                    <a:pt x="299" y="282"/>
                                    <a:pt x="299" y="280"/>
                                  </a:cubicBezTo>
                                  <a:cubicBezTo>
                                    <a:pt x="298" y="278"/>
                                    <a:pt x="297" y="277"/>
                                    <a:pt x="295" y="278"/>
                                  </a:cubicBezTo>
                                  <a:cubicBezTo>
                                    <a:pt x="292" y="278"/>
                                    <a:pt x="290" y="279"/>
                                    <a:pt x="290" y="282"/>
                                  </a:cubicBezTo>
                                  <a:cubicBezTo>
                                    <a:pt x="290" y="284"/>
                                    <a:pt x="290" y="286"/>
                                    <a:pt x="290" y="289"/>
                                  </a:cubicBezTo>
                                  <a:close/>
                                  <a:moveTo>
                                    <a:pt x="145" y="377"/>
                                  </a:moveTo>
                                  <a:cubicBezTo>
                                    <a:pt x="146" y="377"/>
                                    <a:pt x="146" y="378"/>
                                    <a:pt x="148" y="377"/>
                                  </a:cubicBezTo>
                                  <a:cubicBezTo>
                                    <a:pt x="149" y="376"/>
                                    <a:pt x="150" y="376"/>
                                    <a:pt x="152" y="375"/>
                                  </a:cubicBezTo>
                                  <a:cubicBezTo>
                                    <a:pt x="152" y="375"/>
                                    <a:pt x="153" y="374"/>
                                    <a:pt x="153" y="373"/>
                                  </a:cubicBezTo>
                                  <a:cubicBezTo>
                                    <a:pt x="154" y="373"/>
                                    <a:pt x="154" y="372"/>
                                    <a:pt x="154" y="371"/>
                                  </a:cubicBezTo>
                                  <a:cubicBezTo>
                                    <a:pt x="156" y="371"/>
                                    <a:pt x="156" y="369"/>
                                    <a:pt x="156" y="369"/>
                                  </a:cubicBezTo>
                                  <a:cubicBezTo>
                                    <a:pt x="156" y="367"/>
                                    <a:pt x="156" y="366"/>
                                    <a:pt x="155" y="366"/>
                                  </a:cubicBezTo>
                                  <a:cubicBezTo>
                                    <a:pt x="153" y="365"/>
                                    <a:pt x="152" y="364"/>
                                    <a:pt x="150" y="363"/>
                                  </a:cubicBezTo>
                                  <a:cubicBezTo>
                                    <a:pt x="149" y="362"/>
                                    <a:pt x="148" y="362"/>
                                    <a:pt x="147" y="363"/>
                                  </a:cubicBezTo>
                                  <a:cubicBezTo>
                                    <a:pt x="145" y="365"/>
                                    <a:pt x="143" y="367"/>
                                    <a:pt x="143" y="369"/>
                                  </a:cubicBezTo>
                                  <a:cubicBezTo>
                                    <a:pt x="143" y="372"/>
                                    <a:pt x="142" y="375"/>
                                    <a:pt x="145" y="377"/>
                                  </a:cubicBezTo>
                                  <a:close/>
                                  <a:moveTo>
                                    <a:pt x="350" y="294"/>
                                  </a:moveTo>
                                  <a:cubicBezTo>
                                    <a:pt x="351" y="295"/>
                                    <a:pt x="351" y="295"/>
                                    <a:pt x="352" y="295"/>
                                  </a:cubicBezTo>
                                  <a:cubicBezTo>
                                    <a:pt x="353" y="295"/>
                                    <a:pt x="355" y="295"/>
                                    <a:pt x="355" y="294"/>
                                  </a:cubicBezTo>
                                  <a:cubicBezTo>
                                    <a:pt x="354" y="292"/>
                                    <a:pt x="355" y="291"/>
                                    <a:pt x="354" y="289"/>
                                  </a:cubicBezTo>
                                  <a:cubicBezTo>
                                    <a:pt x="354" y="288"/>
                                    <a:pt x="353" y="287"/>
                                    <a:pt x="352" y="287"/>
                                  </a:cubicBezTo>
                                  <a:cubicBezTo>
                                    <a:pt x="351" y="287"/>
                                    <a:pt x="351" y="288"/>
                                    <a:pt x="351" y="289"/>
                                  </a:cubicBezTo>
                                  <a:cubicBezTo>
                                    <a:pt x="351" y="289"/>
                                    <a:pt x="350" y="290"/>
                                    <a:pt x="350" y="290"/>
                                  </a:cubicBezTo>
                                  <a:cubicBezTo>
                                    <a:pt x="348" y="292"/>
                                    <a:pt x="348" y="293"/>
                                    <a:pt x="350" y="294"/>
                                  </a:cubicBezTo>
                                  <a:close/>
                                  <a:moveTo>
                                    <a:pt x="175" y="327"/>
                                  </a:moveTo>
                                  <a:cubicBezTo>
                                    <a:pt x="174" y="325"/>
                                    <a:pt x="173" y="324"/>
                                    <a:pt x="171" y="325"/>
                                  </a:cubicBezTo>
                                  <a:cubicBezTo>
                                    <a:pt x="171" y="326"/>
                                    <a:pt x="170" y="326"/>
                                    <a:pt x="170" y="327"/>
                                  </a:cubicBezTo>
                                  <a:cubicBezTo>
                                    <a:pt x="170" y="327"/>
                                    <a:pt x="171" y="328"/>
                                    <a:pt x="172" y="328"/>
                                  </a:cubicBezTo>
                                  <a:cubicBezTo>
                                    <a:pt x="173" y="328"/>
                                    <a:pt x="173" y="328"/>
                                    <a:pt x="173" y="329"/>
                                  </a:cubicBezTo>
                                  <a:cubicBezTo>
                                    <a:pt x="174" y="331"/>
                                    <a:pt x="175" y="332"/>
                                    <a:pt x="176" y="333"/>
                                  </a:cubicBezTo>
                                  <a:cubicBezTo>
                                    <a:pt x="177" y="332"/>
                                    <a:pt x="175" y="332"/>
                                    <a:pt x="176" y="331"/>
                                  </a:cubicBezTo>
                                  <a:cubicBezTo>
                                    <a:pt x="177" y="330"/>
                                    <a:pt x="177" y="328"/>
                                    <a:pt x="175" y="327"/>
                                  </a:cubicBezTo>
                                  <a:close/>
                                  <a:moveTo>
                                    <a:pt x="375" y="213"/>
                                  </a:moveTo>
                                  <a:cubicBezTo>
                                    <a:pt x="374" y="213"/>
                                    <a:pt x="374" y="213"/>
                                    <a:pt x="374" y="214"/>
                                  </a:cubicBezTo>
                                  <a:cubicBezTo>
                                    <a:pt x="374" y="214"/>
                                    <a:pt x="374" y="215"/>
                                    <a:pt x="375" y="215"/>
                                  </a:cubicBezTo>
                                  <a:cubicBezTo>
                                    <a:pt x="376" y="214"/>
                                    <a:pt x="378" y="215"/>
                                    <a:pt x="379" y="215"/>
                                  </a:cubicBezTo>
                                  <a:cubicBezTo>
                                    <a:pt x="380" y="214"/>
                                    <a:pt x="380" y="213"/>
                                    <a:pt x="378" y="213"/>
                                  </a:cubicBezTo>
                                  <a:cubicBezTo>
                                    <a:pt x="377" y="213"/>
                                    <a:pt x="376" y="213"/>
                                    <a:pt x="376" y="212"/>
                                  </a:cubicBezTo>
                                  <a:cubicBezTo>
                                    <a:pt x="376" y="213"/>
                                    <a:pt x="375" y="213"/>
                                    <a:pt x="375" y="213"/>
                                  </a:cubicBezTo>
                                  <a:close/>
                                  <a:moveTo>
                                    <a:pt x="330" y="284"/>
                                  </a:moveTo>
                                  <a:cubicBezTo>
                                    <a:pt x="330" y="285"/>
                                    <a:pt x="331" y="285"/>
                                    <a:pt x="331" y="285"/>
                                  </a:cubicBezTo>
                                  <a:cubicBezTo>
                                    <a:pt x="332" y="286"/>
                                    <a:pt x="333" y="286"/>
                                    <a:pt x="334" y="286"/>
                                  </a:cubicBezTo>
                                  <a:cubicBezTo>
                                    <a:pt x="334" y="287"/>
                                    <a:pt x="335" y="286"/>
                                    <a:pt x="335" y="286"/>
                                  </a:cubicBezTo>
                                  <a:cubicBezTo>
                                    <a:pt x="335" y="285"/>
                                    <a:pt x="335" y="285"/>
                                    <a:pt x="335" y="284"/>
                                  </a:cubicBezTo>
                                  <a:cubicBezTo>
                                    <a:pt x="334" y="284"/>
                                    <a:pt x="333" y="283"/>
                                    <a:pt x="332" y="284"/>
                                  </a:cubicBezTo>
                                  <a:cubicBezTo>
                                    <a:pt x="331" y="284"/>
                                    <a:pt x="330" y="283"/>
                                    <a:pt x="330" y="284"/>
                                  </a:cubicBezTo>
                                  <a:close/>
                                  <a:moveTo>
                                    <a:pt x="370" y="236"/>
                                  </a:moveTo>
                                  <a:cubicBezTo>
                                    <a:pt x="371" y="236"/>
                                    <a:pt x="371" y="237"/>
                                    <a:pt x="372" y="237"/>
                                  </a:cubicBezTo>
                                  <a:cubicBezTo>
                                    <a:pt x="373" y="237"/>
                                    <a:pt x="373" y="236"/>
                                    <a:pt x="373" y="235"/>
                                  </a:cubicBezTo>
                                  <a:cubicBezTo>
                                    <a:pt x="373" y="235"/>
                                    <a:pt x="373" y="234"/>
                                    <a:pt x="373" y="234"/>
                                  </a:cubicBezTo>
                                  <a:cubicBezTo>
                                    <a:pt x="372" y="233"/>
                                    <a:pt x="373" y="232"/>
                                    <a:pt x="373" y="231"/>
                                  </a:cubicBezTo>
                                  <a:cubicBezTo>
                                    <a:pt x="374" y="231"/>
                                    <a:pt x="374" y="231"/>
                                    <a:pt x="374" y="231"/>
                                  </a:cubicBezTo>
                                  <a:cubicBezTo>
                                    <a:pt x="373" y="229"/>
                                    <a:pt x="373" y="227"/>
                                    <a:pt x="373" y="226"/>
                                  </a:cubicBezTo>
                                  <a:cubicBezTo>
                                    <a:pt x="373" y="225"/>
                                    <a:pt x="373" y="225"/>
                                    <a:pt x="372" y="225"/>
                                  </a:cubicBezTo>
                                  <a:cubicBezTo>
                                    <a:pt x="370" y="226"/>
                                    <a:pt x="369" y="229"/>
                                    <a:pt x="369" y="231"/>
                                  </a:cubicBezTo>
                                  <a:cubicBezTo>
                                    <a:pt x="369" y="232"/>
                                    <a:pt x="369" y="233"/>
                                    <a:pt x="369" y="233"/>
                                  </a:cubicBezTo>
                                  <a:cubicBezTo>
                                    <a:pt x="369" y="234"/>
                                    <a:pt x="370" y="235"/>
                                    <a:pt x="370" y="236"/>
                                  </a:cubicBezTo>
                                  <a:close/>
                                  <a:moveTo>
                                    <a:pt x="370" y="215"/>
                                  </a:moveTo>
                                  <a:cubicBezTo>
                                    <a:pt x="371" y="216"/>
                                    <a:pt x="372" y="217"/>
                                    <a:pt x="375" y="216"/>
                                  </a:cubicBezTo>
                                  <a:cubicBezTo>
                                    <a:pt x="373" y="215"/>
                                    <a:pt x="371" y="215"/>
                                    <a:pt x="371" y="213"/>
                                  </a:cubicBezTo>
                                  <a:cubicBezTo>
                                    <a:pt x="371" y="213"/>
                                    <a:pt x="371" y="213"/>
                                    <a:pt x="371" y="213"/>
                                  </a:cubicBezTo>
                                  <a:cubicBezTo>
                                    <a:pt x="370" y="213"/>
                                    <a:pt x="370" y="214"/>
                                    <a:pt x="369" y="214"/>
                                  </a:cubicBezTo>
                                  <a:cubicBezTo>
                                    <a:pt x="369" y="215"/>
                                    <a:pt x="369" y="215"/>
                                    <a:pt x="370" y="215"/>
                                  </a:cubicBezTo>
                                  <a:close/>
                                  <a:moveTo>
                                    <a:pt x="271" y="365"/>
                                  </a:moveTo>
                                  <a:cubicBezTo>
                                    <a:pt x="271" y="364"/>
                                    <a:pt x="272" y="363"/>
                                    <a:pt x="272" y="362"/>
                                  </a:cubicBezTo>
                                  <a:cubicBezTo>
                                    <a:pt x="272" y="362"/>
                                    <a:pt x="272" y="361"/>
                                    <a:pt x="272" y="361"/>
                                  </a:cubicBezTo>
                                  <a:cubicBezTo>
                                    <a:pt x="271" y="361"/>
                                    <a:pt x="271" y="361"/>
                                    <a:pt x="271" y="362"/>
                                  </a:cubicBezTo>
                                  <a:cubicBezTo>
                                    <a:pt x="270" y="362"/>
                                    <a:pt x="270" y="363"/>
                                    <a:pt x="270" y="364"/>
                                  </a:cubicBezTo>
                                  <a:cubicBezTo>
                                    <a:pt x="269" y="364"/>
                                    <a:pt x="270" y="365"/>
                                    <a:pt x="270" y="365"/>
                                  </a:cubicBezTo>
                                  <a:cubicBezTo>
                                    <a:pt x="270" y="365"/>
                                    <a:pt x="271" y="365"/>
                                    <a:pt x="271" y="365"/>
                                  </a:cubicBezTo>
                                  <a:close/>
                                  <a:moveTo>
                                    <a:pt x="397" y="253"/>
                                  </a:moveTo>
                                  <a:cubicBezTo>
                                    <a:pt x="398" y="253"/>
                                    <a:pt x="398" y="253"/>
                                    <a:pt x="398" y="253"/>
                                  </a:cubicBezTo>
                                  <a:cubicBezTo>
                                    <a:pt x="398" y="252"/>
                                    <a:pt x="399" y="252"/>
                                    <a:pt x="400" y="252"/>
                                  </a:cubicBezTo>
                                  <a:cubicBezTo>
                                    <a:pt x="400" y="251"/>
                                    <a:pt x="399" y="251"/>
                                    <a:pt x="399" y="251"/>
                                  </a:cubicBezTo>
                                  <a:cubicBezTo>
                                    <a:pt x="399" y="250"/>
                                    <a:pt x="398" y="250"/>
                                    <a:pt x="398" y="250"/>
                                  </a:cubicBezTo>
                                  <a:cubicBezTo>
                                    <a:pt x="397" y="250"/>
                                    <a:pt x="397" y="251"/>
                                    <a:pt x="397" y="252"/>
                                  </a:cubicBezTo>
                                  <a:cubicBezTo>
                                    <a:pt x="397" y="252"/>
                                    <a:pt x="397" y="253"/>
                                    <a:pt x="397" y="253"/>
                                  </a:cubicBezTo>
                                  <a:close/>
                                  <a:moveTo>
                                    <a:pt x="379" y="339"/>
                                  </a:moveTo>
                                  <a:cubicBezTo>
                                    <a:pt x="379" y="341"/>
                                    <a:pt x="379" y="342"/>
                                    <a:pt x="379" y="344"/>
                                  </a:cubicBezTo>
                                  <a:cubicBezTo>
                                    <a:pt x="379" y="344"/>
                                    <a:pt x="379" y="345"/>
                                    <a:pt x="379" y="344"/>
                                  </a:cubicBezTo>
                                  <a:cubicBezTo>
                                    <a:pt x="380" y="344"/>
                                    <a:pt x="380" y="340"/>
                                    <a:pt x="379" y="339"/>
                                  </a:cubicBezTo>
                                  <a:cubicBezTo>
                                    <a:pt x="379" y="339"/>
                                    <a:pt x="379" y="339"/>
                                    <a:pt x="379" y="339"/>
                                  </a:cubicBezTo>
                                  <a:close/>
                                  <a:moveTo>
                                    <a:pt x="394" y="250"/>
                                  </a:moveTo>
                                  <a:cubicBezTo>
                                    <a:pt x="393" y="250"/>
                                    <a:pt x="393" y="251"/>
                                    <a:pt x="393" y="252"/>
                                  </a:cubicBezTo>
                                  <a:cubicBezTo>
                                    <a:pt x="393" y="253"/>
                                    <a:pt x="393" y="253"/>
                                    <a:pt x="394" y="253"/>
                                  </a:cubicBezTo>
                                  <a:cubicBezTo>
                                    <a:pt x="395" y="253"/>
                                    <a:pt x="395" y="252"/>
                                    <a:pt x="396" y="252"/>
                                  </a:cubicBezTo>
                                  <a:cubicBezTo>
                                    <a:pt x="395" y="251"/>
                                    <a:pt x="395" y="251"/>
                                    <a:pt x="394" y="250"/>
                                  </a:cubicBezTo>
                                  <a:close/>
                                  <a:moveTo>
                                    <a:pt x="354" y="284"/>
                                  </a:moveTo>
                                  <a:cubicBezTo>
                                    <a:pt x="353" y="282"/>
                                    <a:pt x="352" y="282"/>
                                    <a:pt x="351" y="282"/>
                                  </a:cubicBezTo>
                                  <a:cubicBezTo>
                                    <a:pt x="350" y="282"/>
                                    <a:pt x="350" y="283"/>
                                    <a:pt x="350" y="284"/>
                                  </a:cubicBezTo>
                                  <a:cubicBezTo>
                                    <a:pt x="351" y="283"/>
                                    <a:pt x="352" y="284"/>
                                    <a:pt x="354" y="284"/>
                                  </a:cubicBezTo>
                                  <a:close/>
                                  <a:moveTo>
                                    <a:pt x="328" y="278"/>
                                  </a:moveTo>
                                  <a:cubicBezTo>
                                    <a:pt x="330" y="279"/>
                                    <a:pt x="330" y="278"/>
                                    <a:pt x="330" y="277"/>
                                  </a:cubicBezTo>
                                  <a:cubicBezTo>
                                    <a:pt x="329" y="276"/>
                                    <a:pt x="328" y="276"/>
                                    <a:pt x="328" y="278"/>
                                  </a:cubicBezTo>
                                  <a:cubicBezTo>
                                    <a:pt x="328" y="278"/>
                                    <a:pt x="328" y="278"/>
                                    <a:pt x="328" y="278"/>
                                  </a:cubicBezTo>
                                  <a:close/>
                                  <a:moveTo>
                                    <a:pt x="374" y="262"/>
                                  </a:moveTo>
                                  <a:cubicBezTo>
                                    <a:pt x="374" y="263"/>
                                    <a:pt x="375" y="263"/>
                                    <a:pt x="376" y="263"/>
                                  </a:cubicBezTo>
                                  <a:cubicBezTo>
                                    <a:pt x="376" y="263"/>
                                    <a:pt x="377" y="263"/>
                                    <a:pt x="377" y="263"/>
                                  </a:cubicBezTo>
                                  <a:cubicBezTo>
                                    <a:pt x="377" y="262"/>
                                    <a:pt x="376" y="261"/>
                                    <a:pt x="375" y="261"/>
                                  </a:cubicBezTo>
                                  <a:cubicBezTo>
                                    <a:pt x="375" y="261"/>
                                    <a:pt x="375" y="262"/>
                                    <a:pt x="374" y="262"/>
                                  </a:cubicBezTo>
                                  <a:close/>
                                  <a:moveTo>
                                    <a:pt x="222" y="210"/>
                                  </a:moveTo>
                                  <a:cubicBezTo>
                                    <a:pt x="223" y="210"/>
                                    <a:pt x="223" y="210"/>
                                    <a:pt x="224" y="210"/>
                                  </a:cubicBezTo>
                                  <a:cubicBezTo>
                                    <a:pt x="224" y="209"/>
                                    <a:pt x="225" y="209"/>
                                    <a:pt x="225" y="208"/>
                                  </a:cubicBezTo>
                                  <a:cubicBezTo>
                                    <a:pt x="224" y="208"/>
                                    <a:pt x="224" y="208"/>
                                    <a:pt x="223" y="208"/>
                                  </a:cubicBezTo>
                                  <a:cubicBezTo>
                                    <a:pt x="223" y="208"/>
                                    <a:pt x="222" y="209"/>
                                    <a:pt x="222" y="209"/>
                                  </a:cubicBezTo>
                                  <a:cubicBezTo>
                                    <a:pt x="222" y="210"/>
                                    <a:pt x="222" y="210"/>
                                    <a:pt x="222" y="210"/>
                                  </a:cubicBezTo>
                                  <a:close/>
                                  <a:moveTo>
                                    <a:pt x="354" y="252"/>
                                  </a:moveTo>
                                  <a:cubicBezTo>
                                    <a:pt x="355" y="252"/>
                                    <a:pt x="355" y="252"/>
                                    <a:pt x="355" y="251"/>
                                  </a:cubicBezTo>
                                  <a:cubicBezTo>
                                    <a:pt x="355" y="250"/>
                                    <a:pt x="355" y="250"/>
                                    <a:pt x="354" y="250"/>
                                  </a:cubicBezTo>
                                  <a:cubicBezTo>
                                    <a:pt x="353" y="250"/>
                                    <a:pt x="353" y="250"/>
                                    <a:pt x="353" y="250"/>
                                  </a:cubicBezTo>
                                  <a:cubicBezTo>
                                    <a:pt x="353" y="251"/>
                                    <a:pt x="353" y="252"/>
                                    <a:pt x="354" y="252"/>
                                  </a:cubicBezTo>
                                  <a:close/>
                                  <a:moveTo>
                                    <a:pt x="379" y="263"/>
                                  </a:moveTo>
                                  <a:cubicBezTo>
                                    <a:pt x="380" y="263"/>
                                    <a:pt x="381" y="263"/>
                                    <a:pt x="382" y="262"/>
                                  </a:cubicBezTo>
                                  <a:cubicBezTo>
                                    <a:pt x="380" y="262"/>
                                    <a:pt x="379" y="261"/>
                                    <a:pt x="379" y="262"/>
                                  </a:cubicBezTo>
                                  <a:cubicBezTo>
                                    <a:pt x="378" y="262"/>
                                    <a:pt x="378" y="262"/>
                                    <a:pt x="379" y="263"/>
                                  </a:cubicBezTo>
                                  <a:close/>
                                  <a:moveTo>
                                    <a:pt x="396" y="245"/>
                                  </a:moveTo>
                                  <a:cubicBezTo>
                                    <a:pt x="395" y="245"/>
                                    <a:pt x="394" y="245"/>
                                    <a:pt x="393" y="246"/>
                                  </a:cubicBezTo>
                                  <a:cubicBezTo>
                                    <a:pt x="394" y="246"/>
                                    <a:pt x="394" y="246"/>
                                    <a:pt x="394" y="246"/>
                                  </a:cubicBezTo>
                                  <a:cubicBezTo>
                                    <a:pt x="396" y="247"/>
                                    <a:pt x="396" y="246"/>
                                    <a:pt x="396" y="245"/>
                                  </a:cubicBezTo>
                                  <a:close/>
                                  <a:moveTo>
                                    <a:pt x="380" y="339"/>
                                  </a:moveTo>
                                  <a:cubicBezTo>
                                    <a:pt x="380" y="339"/>
                                    <a:pt x="381" y="339"/>
                                    <a:pt x="381" y="339"/>
                                  </a:cubicBezTo>
                                  <a:cubicBezTo>
                                    <a:pt x="381" y="337"/>
                                    <a:pt x="380" y="337"/>
                                    <a:pt x="380" y="337"/>
                                  </a:cubicBezTo>
                                  <a:cubicBezTo>
                                    <a:pt x="380" y="337"/>
                                    <a:pt x="379" y="339"/>
                                    <a:pt x="380" y="339"/>
                                  </a:cubicBezTo>
                                  <a:close/>
                                  <a:moveTo>
                                    <a:pt x="300" y="286"/>
                                  </a:moveTo>
                                  <a:cubicBezTo>
                                    <a:pt x="301" y="287"/>
                                    <a:pt x="302" y="288"/>
                                    <a:pt x="302" y="289"/>
                                  </a:cubicBezTo>
                                  <a:cubicBezTo>
                                    <a:pt x="302" y="286"/>
                                    <a:pt x="302" y="286"/>
                                    <a:pt x="300" y="286"/>
                                  </a:cubicBezTo>
                                  <a:close/>
                                  <a:moveTo>
                                    <a:pt x="400" y="264"/>
                                  </a:moveTo>
                                  <a:cubicBezTo>
                                    <a:pt x="400" y="264"/>
                                    <a:pt x="401" y="264"/>
                                    <a:pt x="401" y="264"/>
                                  </a:cubicBezTo>
                                  <a:cubicBezTo>
                                    <a:pt x="402" y="263"/>
                                    <a:pt x="401" y="263"/>
                                    <a:pt x="401" y="262"/>
                                  </a:cubicBezTo>
                                  <a:cubicBezTo>
                                    <a:pt x="400" y="262"/>
                                    <a:pt x="400" y="263"/>
                                    <a:pt x="400" y="264"/>
                                  </a:cubicBezTo>
                                  <a:close/>
                                  <a:moveTo>
                                    <a:pt x="217" y="369"/>
                                  </a:moveTo>
                                  <a:cubicBezTo>
                                    <a:pt x="218" y="367"/>
                                    <a:pt x="217" y="367"/>
                                    <a:pt x="216" y="367"/>
                                  </a:cubicBezTo>
                                  <a:cubicBezTo>
                                    <a:pt x="217" y="367"/>
                                    <a:pt x="217" y="368"/>
                                    <a:pt x="217" y="369"/>
                                  </a:cubicBezTo>
                                  <a:close/>
                                  <a:moveTo>
                                    <a:pt x="390" y="252"/>
                                  </a:moveTo>
                                  <a:cubicBezTo>
                                    <a:pt x="389" y="252"/>
                                    <a:pt x="389" y="253"/>
                                    <a:pt x="389" y="254"/>
                                  </a:cubicBezTo>
                                  <a:cubicBezTo>
                                    <a:pt x="390" y="253"/>
                                    <a:pt x="390" y="253"/>
                                    <a:pt x="390" y="252"/>
                                  </a:cubicBezTo>
                                  <a:close/>
                                  <a:moveTo>
                                    <a:pt x="404" y="266"/>
                                  </a:moveTo>
                                  <a:cubicBezTo>
                                    <a:pt x="404" y="266"/>
                                    <a:pt x="404" y="266"/>
                                    <a:pt x="404" y="266"/>
                                  </a:cubicBezTo>
                                  <a:cubicBezTo>
                                    <a:pt x="403" y="266"/>
                                    <a:pt x="403" y="266"/>
                                    <a:pt x="403" y="266"/>
                                  </a:cubicBezTo>
                                  <a:cubicBezTo>
                                    <a:pt x="403" y="267"/>
                                    <a:pt x="403" y="267"/>
                                    <a:pt x="403" y="267"/>
                                  </a:cubicBezTo>
                                  <a:cubicBezTo>
                                    <a:pt x="404" y="267"/>
                                    <a:pt x="404" y="267"/>
                                    <a:pt x="404" y="266"/>
                                  </a:cubicBezTo>
                                  <a:close/>
                                  <a:moveTo>
                                    <a:pt x="393" y="254"/>
                                  </a:moveTo>
                                  <a:cubicBezTo>
                                    <a:pt x="394" y="255"/>
                                    <a:pt x="394" y="255"/>
                                    <a:pt x="395" y="255"/>
                                  </a:cubicBezTo>
                                  <a:cubicBezTo>
                                    <a:pt x="395" y="254"/>
                                    <a:pt x="394" y="254"/>
                                    <a:pt x="393" y="254"/>
                                  </a:cubicBezTo>
                                  <a:close/>
                                  <a:moveTo>
                                    <a:pt x="161" y="383"/>
                                  </a:moveTo>
                                  <a:cubicBezTo>
                                    <a:pt x="162" y="382"/>
                                    <a:pt x="163" y="382"/>
                                    <a:pt x="164" y="382"/>
                                  </a:cubicBezTo>
                                  <a:cubicBezTo>
                                    <a:pt x="163" y="382"/>
                                    <a:pt x="162" y="381"/>
                                    <a:pt x="161" y="383"/>
                                  </a:cubicBezTo>
                                  <a:close/>
                                  <a:moveTo>
                                    <a:pt x="387" y="265"/>
                                  </a:moveTo>
                                  <a:cubicBezTo>
                                    <a:pt x="386" y="264"/>
                                    <a:pt x="386" y="264"/>
                                    <a:pt x="385" y="265"/>
                                  </a:cubicBezTo>
                                  <a:cubicBezTo>
                                    <a:pt x="386" y="265"/>
                                    <a:pt x="386" y="265"/>
                                    <a:pt x="387" y="265"/>
                                  </a:cubicBezTo>
                                  <a:close/>
                                  <a:moveTo>
                                    <a:pt x="202" y="342"/>
                                  </a:moveTo>
                                  <a:cubicBezTo>
                                    <a:pt x="202" y="342"/>
                                    <a:pt x="202" y="342"/>
                                    <a:pt x="202" y="342"/>
                                  </a:cubicBezTo>
                                  <a:cubicBezTo>
                                    <a:pt x="203" y="342"/>
                                    <a:pt x="202" y="342"/>
                                    <a:pt x="202" y="341"/>
                                  </a:cubicBezTo>
                                  <a:cubicBezTo>
                                    <a:pt x="202" y="341"/>
                                    <a:pt x="201" y="342"/>
                                    <a:pt x="202" y="342"/>
                                  </a:cubicBezTo>
                                  <a:close/>
                                  <a:moveTo>
                                    <a:pt x="269" y="361"/>
                                  </a:moveTo>
                                  <a:cubicBezTo>
                                    <a:pt x="269" y="362"/>
                                    <a:pt x="269" y="362"/>
                                    <a:pt x="269" y="363"/>
                                  </a:cubicBezTo>
                                  <a:cubicBezTo>
                                    <a:pt x="269" y="362"/>
                                    <a:pt x="270" y="362"/>
                                    <a:pt x="269" y="361"/>
                                  </a:cubicBezTo>
                                  <a:close/>
                                  <a:moveTo>
                                    <a:pt x="398" y="245"/>
                                  </a:moveTo>
                                  <a:cubicBezTo>
                                    <a:pt x="398" y="244"/>
                                    <a:pt x="398" y="244"/>
                                    <a:pt x="397" y="243"/>
                                  </a:cubicBezTo>
                                  <a:cubicBezTo>
                                    <a:pt x="397" y="244"/>
                                    <a:pt x="397" y="244"/>
                                    <a:pt x="398" y="245"/>
                                  </a:cubicBezTo>
                                  <a:close/>
                                  <a:moveTo>
                                    <a:pt x="395" y="261"/>
                                  </a:moveTo>
                                  <a:cubicBezTo>
                                    <a:pt x="395" y="261"/>
                                    <a:pt x="395" y="261"/>
                                    <a:pt x="396" y="261"/>
                                  </a:cubicBezTo>
                                  <a:cubicBezTo>
                                    <a:pt x="396" y="261"/>
                                    <a:pt x="396" y="261"/>
                                    <a:pt x="396" y="261"/>
                                  </a:cubicBezTo>
                                  <a:cubicBezTo>
                                    <a:pt x="396" y="261"/>
                                    <a:pt x="396" y="261"/>
                                    <a:pt x="396" y="261"/>
                                  </a:cubicBezTo>
                                  <a:cubicBezTo>
                                    <a:pt x="396" y="261"/>
                                    <a:pt x="395" y="261"/>
                                    <a:pt x="395" y="261"/>
                                  </a:cubicBezTo>
                                  <a:close/>
                                  <a:moveTo>
                                    <a:pt x="332" y="277"/>
                                  </a:move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ubicBezTo>
                                    <a:pt x="332" y="276"/>
                                    <a:pt x="331" y="277"/>
                                    <a:pt x="331" y="277"/>
                                  </a:cubicBez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lose/>
                                  <a:moveTo>
                                    <a:pt x="400" y="266"/>
                                  </a:moveTo>
                                  <a:cubicBezTo>
                                    <a:pt x="401" y="266"/>
                                    <a:pt x="401" y="267"/>
                                    <a:pt x="401" y="267"/>
                                  </a:cubicBezTo>
                                  <a:cubicBezTo>
                                    <a:pt x="401" y="267"/>
                                    <a:pt x="401" y="267"/>
                                    <a:pt x="401" y="267"/>
                                  </a:cubicBezTo>
                                  <a:cubicBezTo>
                                    <a:pt x="401" y="266"/>
                                    <a:pt x="401" y="266"/>
                                    <a:pt x="401" y="266"/>
                                  </a:cubicBezTo>
                                  <a:cubicBezTo>
                                    <a:pt x="401" y="266"/>
                                    <a:pt x="400" y="266"/>
                                    <a:pt x="400" y="266"/>
                                  </a:cubicBezTo>
                                  <a:close/>
                                  <a:moveTo>
                                    <a:pt x="184" y="385"/>
                                  </a:moveTo>
                                  <a:cubicBezTo>
                                    <a:pt x="184" y="385"/>
                                    <a:pt x="183" y="385"/>
                                    <a:pt x="183" y="385"/>
                                  </a:cubicBezTo>
                                  <a:cubicBezTo>
                                    <a:pt x="183" y="386"/>
                                    <a:pt x="184" y="386"/>
                                    <a:pt x="184" y="386"/>
                                  </a:cubicBezTo>
                                  <a:cubicBezTo>
                                    <a:pt x="184" y="385"/>
                                    <a:pt x="184" y="385"/>
                                    <a:pt x="184" y="385"/>
                                  </a:cubicBezTo>
                                  <a:close/>
                                  <a:moveTo>
                                    <a:pt x="267" y="333"/>
                                  </a:moveTo>
                                  <a:cubicBezTo>
                                    <a:pt x="267" y="334"/>
                                    <a:pt x="267" y="334"/>
                                    <a:pt x="267" y="334"/>
                                  </a:cubicBezTo>
                                  <a:cubicBezTo>
                                    <a:pt x="267" y="334"/>
                                    <a:pt x="268" y="334"/>
                                    <a:pt x="268" y="334"/>
                                  </a:cubicBezTo>
                                  <a:cubicBezTo>
                                    <a:pt x="268" y="333"/>
                                    <a:pt x="268" y="333"/>
                                    <a:pt x="267" y="333"/>
                                  </a:cubicBezTo>
                                  <a:cubicBezTo>
                                    <a:pt x="267" y="333"/>
                                    <a:pt x="267" y="333"/>
                                    <a:pt x="267" y="333"/>
                                  </a:cubicBezTo>
                                  <a:close/>
                                  <a:moveTo>
                                    <a:pt x="573" y="256"/>
                                  </a:moveTo>
                                  <a:cubicBezTo>
                                    <a:pt x="573" y="256"/>
                                    <a:pt x="572" y="256"/>
                                    <a:pt x="572" y="256"/>
                                  </a:cubicBezTo>
                                  <a:cubicBezTo>
                                    <a:pt x="572" y="256"/>
                                    <a:pt x="572" y="256"/>
                                    <a:pt x="571" y="256"/>
                                  </a:cubicBezTo>
                                  <a:cubicBezTo>
                                    <a:pt x="571" y="256"/>
                                    <a:pt x="571" y="256"/>
                                    <a:pt x="571" y="257"/>
                                  </a:cubicBezTo>
                                  <a:cubicBezTo>
                                    <a:pt x="571" y="257"/>
                                    <a:pt x="571" y="258"/>
                                    <a:pt x="571" y="258"/>
                                  </a:cubicBezTo>
                                  <a:cubicBezTo>
                                    <a:pt x="573" y="259"/>
                                    <a:pt x="574" y="260"/>
                                    <a:pt x="575" y="261"/>
                                  </a:cubicBezTo>
                                  <a:cubicBezTo>
                                    <a:pt x="576" y="262"/>
                                    <a:pt x="578" y="262"/>
                                    <a:pt x="579" y="263"/>
                                  </a:cubicBezTo>
                                  <a:cubicBezTo>
                                    <a:pt x="579" y="263"/>
                                    <a:pt x="580" y="263"/>
                                    <a:pt x="580" y="263"/>
                                  </a:cubicBezTo>
                                  <a:cubicBezTo>
                                    <a:pt x="580" y="262"/>
                                    <a:pt x="580" y="262"/>
                                    <a:pt x="580" y="262"/>
                                  </a:cubicBezTo>
                                  <a:cubicBezTo>
                                    <a:pt x="581" y="260"/>
                                    <a:pt x="583" y="259"/>
                                    <a:pt x="583" y="257"/>
                                  </a:cubicBezTo>
                                  <a:cubicBezTo>
                                    <a:pt x="584" y="256"/>
                                    <a:pt x="584" y="254"/>
                                    <a:pt x="582" y="253"/>
                                  </a:cubicBezTo>
                                  <a:cubicBezTo>
                                    <a:pt x="582" y="252"/>
                                    <a:pt x="581" y="252"/>
                                    <a:pt x="581" y="252"/>
                                  </a:cubicBezTo>
                                  <a:cubicBezTo>
                                    <a:pt x="579" y="252"/>
                                    <a:pt x="578" y="252"/>
                                    <a:pt x="576" y="251"/>
                                  </a:cubicBezTo>
                                  <a:cubicBezTo>
                                    <a:pt x="576" y="251"/>
                                    <a:pt x="575" y="251"/>
                                    <a:pt x="575" y="252"/>
                                  </a:cubicBezTo>
                                  <a:cubicBezTo>
                                    <a:pt x="575" y="252"/>
                                    <a:pt x="574" y="252"/>
                                    <a:pt x="574" y="253"/>
                                  </a:cubicBezTo>
                                  <a:cubicBezTo>
                                    <a:pt x="574" y="253"/>
                                    <a:pt x="574" y="254"/>
                                    <a:pt x="574" y="255"/>
                                  </a:cubicBezTo>
                                  <a:cubicBezTo>
                                    <a:pt x="574" y="255"/>
                                    <a:pt x="574" y="256"/>
                                    <a:pt x="574" y="256"/>
                                  </a:cubicBezTo>
                                  <a:cubicBezTo>
                                    <a:pt x="574" y="256"/>
                                    <a:pt x="573" y="256"/>
                                    <a:pt x="573" y="256"/>
                                  </a:cubicBezTo>
                                  <a:close/>
                                  <a:moveTo>
                                    <a:pt x="692" y="304"/>
                                  </a:moveTo>
                                  <a:cubicBezTo>
                                    <a:pt x="692" y="304"/>
                                    <a:pt x="692" y="304"/>
                                    <a:pt x="692" y="304"/>
                                  </a:cubicBezTo>
                                  <a:cubicBezTo>
                                    <a:pt x="693" y="304"/>
                                    <a:pt x="693" y="304"/>
                                    <a:pt x="692" y="303"/>
                                  </a:cubicBezTo>
                                  <a:cubicBezTo>
                                    <a:pt x="692" y="303"/>
                                    <a:pt x="691" y="302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0" y="304"/>
                                    <a:pt x="689" y="303"/>
                                    <a:pt x="688" y="303"/>
                                  </a:cubicBezTo>
                                  <a:cubicBezTo>
                                    <a:pt x="687" y="303"/>
                                    <a:pt x="685" y="302"/>
                                    <a:pt x="684" y="303"/>
                                  </a:cubicBezTo>
                                  <a:cubicBezTo>
                                    <a:pt x="684" y="303"/>
                                    <a:pt x="684" y="303"/>
                                    <a:pt x="684" y="304"/>
                                  </a:cubicBezTo>
                                  <a:cubicBezTo>
                                    <a:pt x="683" y="304"/>
                                    <a:pt x="683" y="304"/>
                                    <a:pt x="683" y="304"/>
                                  </a:cubicBezTo>
                                  <a:cubicBezTo>
                                    <a:pt x="683" y="304"/>
                                    <a:pt x="683" y="304"/>
                                    <a:pt x="683" y="304"/>
                                  </a:cubicBezTo>
                                  <a:cubicBezTo>
                                    <a:pt x="683" y="305"/>
                                    <a:pt x="683" y="305"/>
                                    <a:pt x="684" y="305"/>
                                  </a:cubicBezTo>
                                  <a:cubicBezTo>
                                    <a:pt x="684" y="306"/>
                                    <a:pt x="684" y="305"/>
                                    <a:pt x="685" y="305"/>
                                  </a:cubicBezTo>
                                  <a:cubicBezTo>
                                    <a:pt x="685" y="305"/>
                                    <a:pt x="685" y="305"/>
                                    <a:pt x="685" y="305"/>
                                  </a:cubicBezTo>
                                  <a:cubicBezTo>
                                    <a:pt x="685" y="305"/>
                                    <a:pt x="685" y="305"/>
                                    <a:pt x="685" y="305"/>
                                  </a:cubicBezTo>
                                  <a:cubicBezTo>
                                    <a:pt x="686" y="304"/>
                                    <a:pt x="686" y="304"/>
                                    <a:pt x="688" y="305"/>
                                  </a:cubicBezTo>
                                  <a:cubicBezTo>
                                    <a:pt x="688" y="305"/>
                                    <a:pt x="688" y="305"/>
                                    <a:pt x="687" y="305"/>
                                  </a:cubicBezTo>
                                  <a:cubicBezTo>
                                    <a:pt x="687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7" y="306"/>
                                    <a:pt x="687" y="306"/>
                                  </a:cubicBezTo>
                                  <a:cubicBezTo>
                                    <a:pt x="688" y="307"/>
                                    <a:pt x="690" y="307"/>
                                    <a:pt x="691" y="307"/>
                                  </a:cubicBezTo>
                                  <a:cubicBezTo>
                                    <a:pt x="691" y="307"/>
                                    <a:pt x="692" y="307"/>
                                    <a:pt x="692" y="307"/>
                                  </a:cubicBezTo>
                                  <a:cubicBezTo>
                                    <a:pt x="692" y="307"/>
                                    <a:pt x="692" y="307"/>
                                    <a:pt x="692" y="307"/>
                                  </a:cubicBezTo>
                                  <a:cubicBezTo>
                                    <a:pt x="693" y="306"/>
                                    <a:pt x="693" y="306"/>
                                    <a:pt x="692" y="305"/>
                                  </a:cubicBezTo>
                                  <a:cubicBezTo>
                                    <a:pt x="692" y="305"/>
                                    <a:pt x="691" y="305"/>
                                    <a:pt x="692" y="305"/>
                                  </a:cubicBezTo>
                                  <a:cubicBezTo>
                                    <a:pt x="692" y="305"/>
                                    <a:pt x="692" y="304"/>
                                    <a:pt x="692" y="304"/>
                                  </a:cubicBezTo>
                                  <a:close/>
                                  <a:moveTo>
                                    <a:pt x="466" y="208"/>
                                  </a:moveTo>
                                  <a:cubicBezTo>
                                    <a:pt x="467" y="208"/>
                                    <a:pt x="468" y="208"/>
                                    <a:pt x="469" y="209"/>
                                  </a:cubicBezTo>
                                  <a:cubicBezTo>
                                    <a:pt x="470" y="208"/>
                                    <a:pt x="468" y="206"/>
                                    <a:pt x="469" y="205"/>
                                  </a:cubicBezTo>
                                  <a:cubicBezTo>
                                    <a:pt x="470" y="206"/>
                                    <a:pt x="470" y="207"/>
                                    <a:pt x="470" y="209"/>
                                  </a:cubicBezTo>
                                  <a:cubicBezTo>
                                    <a:pt x="470" y="208"/>
                                    <a:pt x="470" y="207"/>
                                    <a:pt x="471" y="206"/>
                                  </a:cubicBezTo>
                                  <a:cubicBezTo>
                                    <a:pt x="471" y="207"/>
                                    <a:pt x="471" y="208"/>
                                    <a:pt x="472" y="207"/>
                                  </a:cubicBezTo>
                                  <a:cubicBezTo>
                                    <a:pt x="472" y="206"/>
                                    <a:pt x="472" y="206"/>
                                    <a:pt x="473" y="206"/>
                                  </a:cubicBezTo>
                                  <a:cubicBezTo>
                                    <a:pt x="473" y="206"/>
                                    <a:pt x="473" y="206"/>
                                    <a:pt x="473" y="206"/>
                                  </a:cubicBezTo>
                                  <a:cubicBezTo>
                                    <a:pt x="472" y="205"/>
                                    <a:pt x="472" y="205"/>
                                    <a:pt x="473" y="204"/>
                                  </a:cubicBezTo>
                                  <a:cubicBezTo>
                                    <a:pt x="473" y="204"/>
                                    <a:pt x="473" y="204"/>
                                    <a:pt x="473" y="204"/>
                                  </a:cubicBezTo>
                                  <a:cubicBezTo>
                                    <a:pt x="473" y="203"/>
                                    <a:pt x="473" y="203"/>
                                    <a:pt x="473" y="204"/>
                                  </a:cubicBezTo>
                                  <a:cubicBezTo>
                                    <a:pt x="472" y="204"/>
                                    <a:pt x="471" y="205"/>
                                    <a:pt x="471" y="205"/>
                                  </a:cubicBezTo>
                                  <a:cubicBezTo>
                                    <a:pt x="470" y="205"/>
                                    <a:pt x="470" y="205"/>
                                    <a:pt x="470" y="205"/>
                                  </a:cubicBezTo>
                                  <a:cubicBezTo>
                                    <a:pt x="469" y="204"/>
                                    <a:pt x="468" y="203"/>
                                    <a:pt x="468" y="205"/>
                                  </a:cubicBezTo>
                                  <a:cubicBezTo>
                                    <a:pt x="468" y="205"/>
                                    <a:pt x="467" y="206"/>
                                    <a:pt x="467" y="206"/>
                                  </a:cubicBezTo>
                                  <a:cubicBezTo>
                                    <a:pt x="467" y="205"/>
                                    <a:pt x="466" y="205"/>
                                    <a:pt x="465" y="204"/>
                                  </a:cubicBezTo>
                                  <a:cubicBezTo>
                                    <a:pt x="464" y="204"/>
                                    <a:pt x="464" y="204"/>
                                    <a:pt x="464" y="205"/>
                                  </a:cubicBezTo>
                                  <a:cubicBezTo>
                                    <a:pt x="464" y="205"/>
                                    <a:pt x="464" y="206"/>
                                    <a:pt x="463" y="206"/>
                                  </a:cubicBezTo>
                                  <a:cubicBezTo>
                                    <a:pt x="463" y="205"/>
                                    <a:pt x="463" y="204"/>
                                    <a:pt x="462" y="204"/>
                                  </a:cubicBezTo>
                                  <a:cubicBezTo>
                                    <a:pt x="461" y="205"/>
                                    <a:pt x="461" y="205"/>
                                    <a:pt x="462" y="206"/>
                                  </a:cubicBezTo>
                                  <a:cubicBezTo>
                                    <a:pt x="463" y="207"/>
                                    <a:pt x="464" y="208"/>
                                    <a:pt x="466" y="208"/>
                                  </a:cubicBezTo>
                                  <a:close/>
                                  <a:moveTo>
                                    <a:pt x="464" y="184"/>
                                  </a:moveTo>
                                  <a:cubicBezTo>
                                    <a:pt x="464" y="184"/>
                                    <a:pt x="465" y="183"/>
                                    <a:pt x="465" y="183"/>
                                  </a:cubicBezTo>
                                  <a:cubicBezTo>
                                    <a:pt x="465" y="183"/>
                                    <a:pt x="465" y="183"/>
                                    <a:pt x="465" y="183"/>
                                  </a:cubicBezTo>
                                  <a:cubicBezTo>
                                    <a:pt x="466" y="184"/>
                                    <a:pt x="465" y="184"/>
                                    <a:pt x="465" y="185"/>
                                  </a:cubicBezTo>
                                  <a:cubicBezTo>
                                    <a:pt x="467" y="184"/>
                                    <a:pt x="469" y="182"/>
                                    <a:pt x="470" y="181"/>
                                  </a:cubicBezTo>
                                  <a:cubicBezTo>
                                    <a:pt x="470" y="180"/>
                                    <a:pt x="470" y="179"/>
                                    <a:pt x="469" y="179"/>
                                  </a:cubicBezTo>
                                  <a:cubicBezTo>
                                    <a:pt x="468" y="178"/>
                                    <a:pt x="468" y="179"/>
                                    <a:pt x="468" y="179"/>
                                  </a:cubicBezTo>
                                  <a:cubicBezTo>
                                    <a:pt x="467" y="180"/>
                                    <a:pt x="466" y="181"/>
                                    <a:pt x="465" y="181"/>
                                  </a:cubicBezTo>
                                  <a:cubicBezTo>
                                    <a:pt x="464" y="181"/>
                                    <a:pt x="463" y="182"/>
                                    <a:pt x="463" y="182"/>
                                  </a:cubicBezTo>
                                  <a:cubicBezTo>
                                    <a:pt x="463" y="183"/>
                                    <a:pt x="462" y="183"/>
                                    <a:pt x="462" y="184"/>
                                  </a:cubicBezTo>
                                  <a:cubicBezTo>
                                    <a:pt x="463" y="184"/>
                                    <a:pt x="463" y="184"/>
                                    <a:pt x="464" y="184"/>
                                  </a:cubicBezTo>
                                  <a:close/>
                                  <a:moveTo>
                                    <a:pt x="418" y="184"/>
                                  </a:moveTo>
                                  <a:cubicBezTo>
                                    <a:pt x="418" y="184"/>
                                    <a:pt x="418" y="183"/>
                                    <a:pt x="419" y="183"/>
                                  </a:cubicBezTo>
                                  <a:cubicBezTo>
                                    <a:pt x="419" y="181"/>
                                    <a:pt x="420" y="180"/>
                                    <a:pt x="422" y="180"/>
                                  </a:cubicBezTo>
                                  <a:cubicBezTo>
                                    <a:pt x="422" y="180"/>
                                    <a:pt x="423" y="179"/>
                                    <a:pt x="423" y="179"/>
                                  </a:cubicBezTo>
                                  <a:cubicBezTo>
                                    <a:pt x="423" y="179"/>
                                    <a:pt x="423" y="179"/>
                                    <a:pt x="423" y="178"/>
                                  </a:cubicBezTo>
                                  <a:cubicBezTo>
                                    <a:pt x="424" y="178"/>
                                    <a:pt x="425" y="178"/>
                                    <a:pt x="424" y="177"/>
                                  </a:cubicBezTo>
                                  <a:cubicBezTo>
                                    <a:pt x="424" y="176"/>
                                    <a:pt x="424" y="175"/>
                                    <a:pt x="422" y="175"/>
                                  </a:cubicBezTo>
                                  <a:cubicBezTo>
                                    <a:pt x="421" y="175"/>
                                    <a:pt x="421" y="175"/>
                                    <a:pt x="420" y="176"/>
                                  </a:cubicBezTo>
                                  <a:cubicBezTo>
                                    <a:pt x="420" y="177"/>
                                    <a:pt x="419" y="178"/>
                                    <a:pt x="418" y="179"/>
                                  </a:cubicBezTo>
                                  <a:cubicBezTo>
                                    <a:pt x="417" y="180"/>
                                    <a:pt x="417" y="181"/>
                                    <a:pt x="417" y="183"/>
                                  </a:cubicBezTo>
                                  <a:cubicBezTo>
                                    <a:pt x="417" y="183"/>
                                    <a:pt x="417" y="184"/>
                                    <a:pt x="418" y="184"/>
                                  </a:cubicBezTo>
                                  <a:close/>
                                  <a:moveTo>
                                    <a:pt x="686" y="294"/>
                                  </a:moveTo>
                                  <a:cubicBezTo>
                                    <a:pt x="686" y="294"/>
                                    <a:pt x="685" y="294"/>
                                    <a:pt x="685" y="294"/>
                                  </a:cubicBezTo>
                                  <a:cubicBezTo>
                                    <a:pt x="685" y="295"/>
                                    <a:pt x="687" y="295"/>
                                    <a:pt x="687" y="295"/>
                                  </a:cubicBezTo>
                                  <a:cubicBezTo>
                                    <a:pt x="688" y="295"/>
                                    <a:pt x="689" y="297"/>
                                    <a:pt x="690" y="296"/>
                                  </a:cubicBezTo>
                                  <a:cubicBezTo>
                                    <a:pt x="690" y="296"/>
                                    <a:pt x="690" y="296"/>
                                    <a:pt x="690" y="296"/>
                                  </a:cubicBezTo>
                                  <a:cubicBezTo>
                                    <a:pt x="690" y="296"/>
                                    <a:pt x="690" y="296"/>
                                    <a:pt x="690" y="296"/>
                                  </a:cubicBezTo>
                                  <a:cubicBezTo>
                                    <a:pt x="690" y="295"/>
                                    <a:pt x="689" y="295"/>
                                    <a:pt x="688" y="294"/>
                                  </a:cubicBezTo>
                                  <a:cubicBezTo>
                                    <a:pt x="687" y="294"/>
                                    <a:pt x="686" y="293"/>
                                    <a:pt x="686" y="294"/>
                                  </a:cubicBezTo>
                                  <a:close/>
                                  <a:moveTo>
                                    <a:pt x="654" y="272"/>
                                  </a:moveTo>
                                  <a:cubicBezTo>
                                    <a:pt x="655" y="272"/>
                                    <a:pt x="655" y="273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6" y="272"/>
                                    <a:pt x="656" y="271"/>
                                    <a:pt x="656" y="270"/>
                                  </a:cubicBezTo>
                                  <a:cubicBezTo>
                                    <a:pt x="656" y="270"/>
                                    <a:pt x="656" y="269"/>
                                    <a:pt x="655" y="270"/>
                                  </a:cubicBezTo>
                                  <a:cubicBezTo>
                                    <a:pt x="655" y="270"/>
                                    <a:pt x="655" y="270"/>
                                    <a:pt x="654" y="270"/>
                                  </a:cubicBezTo>
                                  <a:cubicBezTo>
                                    <a:pt x="654" y="270"/>
                                    <a:pt x="654" y="271"/>
                                    <a:pt x="654" y="271"/>
                                  </a:cubicBezTo>
                                  <a:cubicBezTo>
                                    <a:pt x="654" y="271"/>
                                    <a:pt x="654" y="272"/>
                                    <a:pt x="654" y="272"/>
                                  </a:cubicBezTo>
                                  <a:close/>
                                  <a:moveTo>
                                    <a:pt x="376" y="169"/>
                                  </a:moveTo>
                                  <a:cubicBezTo>
                                    <a:pt x="376" y="169"/>
                                    <a:pt x="376" y="169"/>
                                    <a:pt x="376" y="169"/>
                                  </a:cubicBezTo>
                                  <a:cubicBezTo>
                                    <a:pt x="375" y="168"/>
                                    <a:pt x="375" y="168"/>
                                    <a:pt x="374" y="168"/>
                                  </a:cubicBezTo>
                                  <a:cubicBezTo>
                                    <a:pt x="374" y="167"/>
                                    <a:pt x="373" y="167"/>
                                    <a:pt x="373" y="167"/>
                                  </a:cubicBezTo>
                                  <a:cubicBezTo>
                                    <a:pt x="372" y="168"/>
                                    <a:pt x="373" y="168"/>
                                    <a:pt x="373" y="169"/>
                                  </a:cubicBezTo>
                                  <a:cubicBezTo>
                                    <a:pt x="374" y="170"/>
                                    <a:pt x="375" y="169"/>
                                    <a:pt x="376" y="169"/>
                                  </a:cubicBezTo>
                                  <a:close/>
                                  <a:moveTo>
                                    <a:pt x="430" y="176"/>
                                  </a:moveTo>
                                  <a:cubicBezTo>
                                    <a:pt x="431" y="176"/>
                                    <a:pt x="431" y="175"/>
                                    <a:pt x="431" y="174"/>
                                  </a:cubicBezTo>
                                  <a:cubicBezTo>
                                    <a:pt x="431" y="174"/>
                                    <a:pt x="431" y="173"/>
                                    <a:pt x="431" y="173"/>
                                  </a:cubicBezTo>
                                  <a:cubicBezTo>
                                    <a:pt x="430" y="173"/>
                                    <a:pt x="429" y="174"/>
                                    <a:pt x="429" y="175"/>
                                  </a:cubicBezTo>
                                  <a:cubicBezTo>
                                    <a:pt x="429" y="176"/>
                                    <a:pt x="430" y="176"/>
                                    <a:pt x="430" y="176"/>
                                  </a:cubicBezTo>
                                  <a:close/>
                                  <a:moveTo>
                                    <a:pt x="466" y="195"/>
                                  </a:moveTo>
                                  <a:cubicBezTo>
                                    <a:pt x="468" y="196"/>
                                    <a:pt x="468" y="194"/>
                                    <a:pt x="468" y="193"/>
                                  </a:cubicBezTo>
                                  <a:cubicBezTo>
                                    <a:pt x="469" y="193"/>
                                    <a:pt x="468" y="193"/>
                                    <a:pt x="468" y="193"/>
                                  </a:cubicBezTo>
                                  <a:cubicBezTo>
                                    <a:pt x="467" y="194"/>
                                    <a:pt x="466" y="193"/>
                                    <a:pt x="466" y="194"/>
                                  </a:cubicBezTo>
                                  <a:cubicBezTo>
                                    <a:pt x="465" y="195"/>
                                    <a:pt x="466" y="195"/>
                                    <a:pt x="466" y="195"/>
                                  </a:cubicBezTo>
                                  <a:close/>
                                  <a:moveTo>
                                    <a:pt x="426" y="181"/>
                                  </a:moveTo>
                                  <a:cubicBezTo>
                                    <a:pt x="427" y="180"/>
                                    <a:pt x="427" y="180"/>
                                    <a:pt x="427" y="179"/>
                                  </a:cubicBezTo>
                                  <a:cubicBezTo>
                                    <a:pt x="427" y="179"/>
                                    <a:pt x="426" y="179"/>
                                    <a:pt x="426" y="179"/>
                                  </a:cubicBezTo>
                                  <a:cubicBezTo>
                                    <a:pt x="425" y="180"/>
                                    <a:pt x="425" y="179"/>
                                    <a:pt x="424" y="180"/>
                                  </a:cubicBezTo>
                                  <a:cubicBezTo>
                                    <a:pt x="425" y="181"/>
                                    <a:pt x="426" y="181"/>
                                    <a:pt x="426" y="181"/>
                                  </a:cubicBezTo>
                                  <a:close/>
                                  <a:moveTo>
                                    <a:pt x="439" y="165"/>
                                  </a:moveTo>
                                  <a:cubicBezTo>
                                    <a:pt x="439" y="165"/>
                                    <a:pt x="440" y="165"/>
                                    <a:pt x="440" y="164"/>
                                  </a:cubicBezTo>
                                  <a:cubicBezTo>
                                    <a:pt x="440" y="164"/>
                                    <a:pt x="440" y="163"/>
                                    <a:pt x="439" y="163"/>
                                  </a:cubicBezTo>
                                  <a:cubicBezTo>
                                    <a:pt x="439" y="163"/>
                                    <a:pt x="438" y="163"/>
                                    <a:pt x="438" y="164"/>
                                  </a:cubicBezTo>
                                  <a:cubicBezTo>
                                    <a:pt x="438" y="165"/>
                                    <a:pt x="438" y="165"/>
                                    <a:pt x="439" y="165"/>
                                  </a:cubicBezTo>
                                  <a:close/>
                                  <a:moveTo>
                                    <a:pt x="690" y="288"/>
                                  </a:moveTo>
                                  <a:cubicBezTo>
                                    <a:pt x="690" y="288"/>
                                    <a:pt x="690" y="287"/>
                                    <a:pt x="691" y="287"/>
                                  </a:cubicBezTo>
                                  <a:cubicBezTo>
                                    <a:pt x="691" y="287"/>
                                    <a:pt x="691" y="287"/>
                                    <a:pt x="691" y="287"/>
                                  </a:cubicBezTo>
                                  <a:cubicBezTo>
                                    <a:pt x="691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89" y="286"/>
                                    <a:pt x="689" y="286"/>
                                    <a:pt x="689" y="286"/>
                                  </a:cubicBezTo>
                                  <a:cubicBezTo>
                                    <a:pt x="689" y="286"/>
                                    <a:pt x="689" y="287"/>
                                    <a:pt x="689" y="287"/>
                                  </a:cubicBezTo>
                                  <a:cubicBezTo>
                                    <a:pt x="689" y="287"/>
                                    <a:pt x="689" y="288"/>
                                    <a:pt x="690" y="288"/>
                                  </a:cubicBezTo>
                                  <a:close/>
                                  <a:moveTo>
                                    <a:pt x="468" y="187"/>
                                  </a:moveTo>
                                  <a:cubicBezTo>
                                    <a:pt x="468" y="186"/>
                                    <a:pt x="467" y="186"/>
                                    <a:pt x="467" y="186"/>
                                  </a:cubicBezTo>
                                  <a:cubicBezTo>
                                    <a:pt x="466" y="186"/>
                                    <a:pt x="466" y="186"/>
                                    <a:pt x="466" y="187"/>
                                  </a:cubicBezTo>
                                  <a:cubicBezTo>
                                    <a:pt x="466" y="187"/>
                                    <a:pt x="466" y="187"/>
                                    <a:pt x="467" y="187"/>
                                  </a:cubicBezTo>
                                  <a:cubicBezTo>
                                    <a:pt x="467" y="187"/>
                                    <a:pt x="468" y="187"/>
                                    <a:pt x="468" y="187"/>
                                  </a:cubicBezTo>
                                  <a:close/>
                                  <a:moveTo>
                                    <a:pt x="691" y="292"/>
                                  </a:moveTo>
                                  <a:cubicBezTo>
                                    <a:pt x="691" y="292"/>
                                    <a:pt x="691" y="292"/>
                                    <a:pt x="691" y="292"/>
                                  </a:cubicBezTo>
                                  <a:cubicBezTo>
                                    <a:pt x="690" y="292"/>
                                    <a:pt x="690" y="292"/>
                                    <a:pt x="690" y="293"/>
                                  </a:cubicBezTo>
                                  <a:cubicBezTo>
                                    <a:pt x="690" y="294"/>
                                    <a:pt x="690" y="294"/>
                                    <a:pt x="691" y="294"/>
                                  </a:cubicBezTo>
                                  <a:cubicBezTo>
                                    <a:pt x="691" y="294"/>
                                    <a:pt x="692" y="294"/>
                                    <a:pt x="692" y="294"/>
                                  </a:cubicBezTo>
                                  <a:cubicBezTo>
                                    <a:pt x="692" y="293"/>
                                    <a:pt x="692" y="293"/>
                                    <a:pt x="692" y="293"/>
                                  </a:cubicBezTo>
                                  <a:cubicBezTo>
                                    <a:pt x="692" y="292"/>
                                    <a:pt x="692" y="292"/>
                                    <a:pt x="691" y="292"/>
                                  </a:cubicBezTo>
                                  <a:close/>
                                  <a:moveTo>
                                    <a:pt x="690" y="312"/>
                                  </a:moveTo>
                                  <a:cubicBezTo>
                                    <a:pt x="690" y="313"/>
                                    <a:pt x="690" y="314"/>
                                    <a:pt x="691" y="315"/>
                                  </a:cubicBezTo>
                                  <a:cubicBezTo>
                                    <a:pt x="691" y="315"/>
                                    <a:pt x="691" y="315"/>
                                    <a:pt x="691" y="315"/>
                                  </a:cubicBezTo>
                                  <a:cubicBezTo>
                                    <a:pt x="691" y="315"/>
                                    <a:pt x="691" y="315"/>
                                    <a:pt x="692" y="315"/>
                                  </a:cubicBezTo>
                                  <a:cubicBezTo>
                                    <a:pt x="692" y="313"/>
                                    <a:pt x="691" y="313"/>
                                    <a:pt x="690" y="312"/>
                                  </a:cubicBezTo>
                                  <a:cubicBezTo>
                                    <a:pt x="690" y="312"/>
                                    <a:pt x="690" y="312"/>
                                    <a:pt x="690" y="312"/>
                                  </a:cubicBezTo>
                                  <a:cubicBezTo>
                                    <a:pt x="690" y="312"/>
                                    <a:pt x="690" y="312"/>
                                    <a:pt x="690" y="312"/>
                                  </a:cubicBezTo>
                                  <a:close/>
                                  <a:moveTo>
                                    <a:pt x="678" y="299"/>
                                  </a:moveTo>
                                  <a:cubicBezTo>
                                    <a:pt x="679" y="299"/>
                                    <a:pt x="679" y="299"/>
                                    <a:pt x="679" y="299"/>
                                  </a:cubicBezTo>
                                  <a:cubicBezTo>
                                    <a:pt x="678" y="298"/>
                                    <a:pt x="678" y="298"/>
                                    <a:pt x="678" y="298"/>
                                  </a:cubicBezTo>
                                  <a:cubicBezTo>
                                    <a:pt x="677" y="298"/>
                                    <a:pt x="677" y="298"/>
                                    <a:pt x="677" y="298"/>
                                  </a:cubicBezTo>
                                  <a:cubicBezTo>
                                    <a:pt x="677" y="298"/>
                                    <a:pt x="677" y="298"/>
                                    <a:pt x="677" y="299"/>
                                  </a:cubicBezTo>
                                  <a:cubicBezTo>
                                    <a:pt x="677" y="299"/>
                                    <a:pt x="677" y="300"/>
                                    <a:pt x="677" y="300"/>
                                  </a:cubicBezTo>
                                  <a:cubicBezTo>
                                    <a:pt x="677" y="300"/>
                                    <a:pt x="677" y="300"/>
                                    <a:pt x="677" y="299"/>
                                  </a:cubicBezTo>
                                  <a:cubicBezTo>
                                    <a:pt x="678" y="299"/>
                                    <a:pt x="678" y="299"/>
                                    <a:pt x="678" y="299"/>
                                  </a:cubicBezTo>
                                  <a:cubicBezTo>
                                    <a:pt x="678" y="299"/>
                                    <a:pt x="678" y="299"/>
                                    <a:pt x="678" y="299"/>
                                  </a:cubicBezTo>
                                  <a:close/>
                                  <a:moveTo>
                                    <a:pt x="476" y="195"/>
                                  </a:moveTo>
                                  <a:cubicBezTo>
                                    <a:pt x="476" y="194"/>
                                    <a:pt x="476" y="193"/>
                                    <a:pt x="476" y="192"/>
                                  </a:cubicBezTo>
                                  <a:cubicBezTo>
                                    <a:pt x="475" y="193"/>
                                    <a:pt x="475" y="194"/>
                                    <a:pt x="476" y="195"/>
                                  </a:cubicBezTo>
                                  <a:close/>
                                  <a:moveTo>
                                    <a:pt x="469" y="203"/>
                                  </a:moveTo>
                                  <a:cubicBezTo>
                                    <a:pt x="469" y="204"/>
                                    <a:pt x="470" y="204"/>
                                    <a:pt x="470" y="204"/>
                                  </a:cubicBezTo>
                                  <a:cubicBezTo>
                                    <a:pt x="471" y="204"/>
                                    <a:pt x="471" y="204"/>
                                    <a:pt x="471" y="203"/>
                                  </a:cubicBezTo>
                                  <a:cubicBezTo>
                                    <a:pt x="471" y="203"/>
                                    <a:pt x="470" y="203"/>
                                    <a:pt x="470" y="203"/>
                                  </a:cubicBezTo>
                                  <a:cubicBezTo>
                                    <a:pt x="469" y="203"/>
                                    <a:pt x="469" y="203"/>
                                    <a:pt x="469" y="203"/>
                                  </a:cubicBezTo>
                                  <a:close/>
                                  <a:moveTo>
                                    <a:pt x="459" y="206"/>
                                  </a:moveTo>
                                  <a:cubicBezTo>
                                    <a:pt x="458" y="206"/>
                                    <a:pt x="457" y="206"/>
                                    <a:pt x="456" y="207"/>
                                  </a:cubicBezTo>
                                  <a:cubicBezTo>
                                    <a:pt x="457" y="207"/>
                                    <a:pt x="458" y="207"/>
                                    <a:pt x="459" y="206"/>
                                  </a:cubicBezTo>
                                  <a:close/>
                                  <a:moveTo>
                                    <a:pt x="690" y="297"/>
                                  </a:moveTo>
                                  <a:cubicBezTo>
                                    <a:pt x="690" y="297"/>
                                    <a:pt x="690" y="297"/>
                                    <a:pt x="690" y="297"/>
                                  </a:cubicBezTo>
                                  <a:cubicBezTo>
                                    <a:pt x="690" y="298"/>
                                    <a:pt x="691" y="298"/>
                                    <a:pt x="691" y="298"/>
                                  </a:cubicBezTo>
                                  <a:cubicBezTo>
                                    <a:pt x="691" y="298"/>
                                    <a:pt x="691" y="298"/>
                                    <a:pt x="691" y="298"/>
                                  </a:cubicBezTo>
                                  <a:cubicBezTo>
                                    <a:pt x="691" y="297"/>
                                    <a:pt x="691" y="297"/>
                                    <a:pt x="691" y="297"/>
                                  </a:cubicBezTo>
                                  <a:cubicBezTo>
                                    <a:pt x="691" y="297"/>
                                    <a:pt x="691" y="297"/>
                                    <a:pt x="691" y="297"/>
                                  </a:cubicBezTo>
                                  <a:cubicBezTo>
                                    <a:pt x="691" y="297"/>
                                    <a:pt x="691" y="297"/>
                                    <a:pt x="690" y="297"/>
                                  </a:cubicBezTo>
                                  <a:close/>
                                  <a:moveTo>
                                    <a:pt x="477" y="191"/>
                                  </a:moveTo>
                                  <a:cubicBezTo>
                                    <a:pt x="477" y="191"/>
                                    <a:pt x="477" y="191"/>
                                    <a:pt x="477" y="191"/>
                                  </a:cubicBezTo>
                                  <a:cubicBezTo>
                                    <a:pt x="476" y="190"/>
                                    <a:pt x="476" y="191"/>
                                    <a:pt x="475" y="191"/>
                                  </a:cubicBezTo>
                                  <a:cubicBezTo>
                                    <a:pt x="475" y="191"/>
                                    <a:pt x="475" y="191"/>
                                    <a:pt x="475" y="191"/>
                                  </a:cubicBezTo>
                                  <a:cubicBezTo>
                                    <a:pt x="476" y="191"/>
                                    <a:pt x="476" y="192"/>
                                    <a:pt x="477" y="191"/>
                                  </a:cubicBezTo>
                                  <a:close/>
                                  <a:moveTo>
                                    <a:pt x="682" y="295"/>
                                  </a:moveTo>
                                  <a:cubicBezTo>
                                    <a:pt x="682" y="295"/>
                                    <a:pt x="682" y="295"/>
                                    <a:pt x="681" y="295"/>
                                  </a:cubicBezTo>
                                  <a:cubicBezTo>
                                    <a:pt x="681" y="295"/>
                                    <a:pt x="681" y="295"/>
                                    <a:pt x="681" y="295"/>
                                  </a:cubicBezTo>
                                  <a:cubicBezTo>
                                    <a:pt x="681" y="296"/>
                                    <a:pt x="681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3" y="295"/>
                                    <a:pt x="682" y="295"/>
                                  </a:cubicBezTo>
                                  <a:close/>
                                  <a:moveTo>
                                    <a:pt x="670" y="306"/>
                                  </a:moveTo>
                                  <a:cubicBezTo>
                                    <a:pt x="670" y="306"/>
                                    <a:pt x="670" y="306"/>
                                    <a:pt x="670" y="306"/>
                                  </a:cubicBezTo>
                                  <a:cubicBezTo>
                                    <a:pt x="670" y="306"/>
                                    <a:pt x="670" y="306"/>
                                    <a:pt x="670" y="306"/>
                                  </a:cubicBezTo>
                                  <a:cubicBezTo>
                                    <a:pt x="670" y="307"/>
                                    <a:pt x="670" y="307"/>
                                    <a:pt x="671" y="307"/>
                                  </a:cubicBezTo>
                                  <a:cubicBezTo>
                                    <a:pt x="671" y="307"/>
                                    <a:pt x="671" y="307"/>
                                    <a:pt x="671" y="307"/>
                                  </a:cubicBezTo>
                                  <a:cubicBezTo>
                                    <a:pt x="671" y="307"/>
                                    <a:pt x="671" y="307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0" y="306"/>
                                  </a:cubicBezTo>
                                  <a:close/>
                                  <a:moveTo>
                                    <a:pt x="445" y="217"/>
                                  </a:moveTo>
                                  <a:cubicBezTo>
                                    <a:pt x="445" y="217"/>
                                    <a:pt x="445" y="217"/>
                                    <a:pt x="445" y="217"/>
                                  </a:cubicBezTo>
                                  <a:cubicBezTo>
                                    <a:pt x="445" y="216"/>
                                    <a:pt x="445" y="216"/>
                                    <a:pt x="445" y="216"/>
                                  </a:cubicBezTo>
                                  <a:cubicBezTo>
                                    <a:pt x="445" y="216"/>
                                    <a:pt x="444" y="216"/>
                                    <a:pt x="444" y="217"/>
                                  </a:cubicBezTo>
                                  <a:cubicBezTo>
                                    <a:pt x="444" y="217"/>
                                    <a:pt x="444" y="217"/>
                                    <a:pt x="445" y="217"/>
                                  </a:cubicBezTo>
                                  <a:close/>
                                  <a:moveTo>
                                    <a:pt x="689" y="289"/>
                                  </a:moveTo>
                                  <a:cubicBezTo>
                                    <a:pt x="688" y="289"/>
                                    <a:pt x="688" y="289"/>
                                    <a:pt x="688" y="289"/>
                                  </a:cubicBezTo>
                                  <a:cubicBezTo>
                                    <a:pt x="688" y="289"/>
                                    <a:pt x="688" y="289"/>
                                    <a:pt x="688" y="290"/>
                                  </a:cubicBezTo>
                                  <a:cubicBezTo>
                                    <a:pt x="687" y="290"/>
                                    <a:pt x="687" y="289"/>
                                    <a:pt x="686" y="290"/>
                                  </a:cubicBezTo>
                                  <a:cubicBezTo>
                                    <a:pt x="686" y="290"/>
                                    <a:pt x="686" y="290"/>
                                    <a:pt x="686" y="290"/>
                                  </a:cubicBezTo>
                                  <a:cubicBezTo>
                                    <a:pt x="687" y="290"/>
                                    <a:pt x="687" y="290"/>
                                    <a:pt x="688" y="290"/>
                                  </a:cubicBezTo>
                                  <a:cubicBezTo>
                                    <a:pt x="688" y="290"/>
                                    <a:pt x="688" y="290"/>
                                    <a:pt x="688" y="290"/>
                                  </a:cubicBezTo>
                                  <a:cubicBezTo>
                                    <a:pt x="688" y="290"/>
                                    <a:pt x="688" y="290"/>
                                    <a:pt x="689" y="289"/>
                                  </a:cubicBezTo>
                                  <a:cubicBezTo>
                                    <a:pt x="689" y="289"/>
                                    <a:pt x="689" y="289"/>
                                    <a:pt x="689" y="289"/>
                                  </a:cubicBezTo>
                                  <a:cubicBezTo>
                                    <a:pt x="689" y="289"/>
                                    <a:pt x="689" y="289"/>
                                    <a:pt x="689" y="289"/>
                                  </a:cubicBezTo>
                                  <a:close/>
                                  <a:moveTo>
                                    <a:pt x="569" y="257"/>
                                  </a:moveTo>
                                  <a:cubicBezTo>
                                    <a:pt x="568" y="257"/>
                                    <a:pt x="568" y="257"/>
                                    <a:pt x="568" y="258"/>
                                  </a:cubicBezTo>
                                  <a:cubicBezTo>
                                    <a:pt x="568" y="258"/>
                                    <a:pt x="568" y="258"/>
                                    <a:pt x="569" y="258"/>
                                  </a:cubicBezTo>
                                  <a:cubicBezTo>
                                    <a:pt x="569" y="258"/>
                                    <a:pt x="569" y="258"/>
                                    <a:pt x="569" y="258"/>
                                  </a:cubicBezTo>
                                  <a:cubicBezTo>
                                    <a:pt x="569" y="258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lose/>
                                  <a:moveTo>
                                    <a:pt x="672" y="298"/>
                                  </a:move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7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lose/>
                                  <a:moveTo>
                                    <a:pt x="677" y="301"/>
                                  </a:moveTo>
                                  <a:cubicBezTo>
                                    <a:pt x="677" y="301"/>
                                    <a:pt x="678" y="301"/>
                                    <a:pt x="678" y="301"/>
                                  </a:cubicBezTo>
                                  <a:cubicBezTo>
                                    <a:pt x="678" y="301"/>
                                    <a:pt x="678" y="301"/>
                                    <a:pt x="678" y="301"/>
                                  </a:cubicBezTo>
                                  <a:cubicBezTo>
                                    <a:pt x="678" y="301"/>
                                    <a:pt x="678" y="301"/>
                                    <a:pt x="678" y="300"/>
                                  </a:cubicBezTo>
                                  <a:cubicBezTo>
                                    <a:pt x="678" y="300"/>
                                    <a:pt x="678" y="300"/>
                                    <a:pt x="678" y="300"/>
                                  </a:cubicBezTo>
                                  <a:cubicBezTo>
                                    <a:pt x="678" y="300"/>
                                    <a:pt x="678" y="300"/>
                                    <a:pt x="678" y="300"/>
                                  </a:cubicBezTo>
                                  <a:cubicBezTo>
                                    <a:pt x="678" y="300"/>
                                    <a:pt x="677" y="300"/>
                                    <a:pt x="677" y="301"/>
                                  </a:cubicBezTo>
                                  <a:close/>
                                  <a:moveTo>
                                    <a:pt x="460" y="208"/>
                                  </a:moveTo>
                                  <a:cubicBezTo>
                                    <a:pt x="460" y="208"/>
                                    <a:pt x="460" y="208"/>
                                    <a:pt x="460" y="207"/>
                                  </a:cubicBezTo>
                                  <a:cubicBezTo>
                                    <a:pt x="460" y="207"/>
                                    <a:pt x="460" y="207"/>
                                    <a:pt x="460" y="207"/>
                                  </a:cubicBezTo>
                                  <a:cubicBezTo>
                                    <a:pt x="460" y="207"/>
                                    <a:pt x="460" y="207"/>
                                    <a:pt x="460" y="207"/>
                                  </a:cubicBezTo>
                                  <a:cubicBezTo>
                                    <a:pt x="460" y="208"/>
                                    <a:pt x="460" y="208"/>
                                    <a:pt x="460" y="208"/>
                                  </a:cubicBezTo>
                                  <a:close/>
                                  <a:moveTo>
                                    <a:pt x="688" y="309"/>
                                  </a:moveTo>
                                  <a:cubicBezTo>
                                    <a:pt x="688" y="309"/>
                                    <a:pt x="688" y="310"/>
                                    <a:pt x="688" y="310"/>
                                  </a:cubicBezTo>
                                  <a:cubicBezTo>
                                    <a:pt x="687" y="310"/>
                                    <a:pt x="687" y="310"/>
                                    <a:pt x="687" y="310"/>
                                  </a:cubicBezTo>
                                  <a:cubicBezTo>
                                    <a:pt x="687" y="310"/>
                                    <a:pt x="687" y="310"/>
                                    <a:pt x="687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09"/>
                                  </a:cubicBezTo>
                                  <a:close/>
                                  <a:moveTo>
                                    <a:pt x="745" y="230"/>
                                  </a:moveTo>
                                  <a:cubicBezTo>
                                    <a:pt x="744" y="230"/>
                                    <a:pt x="743" y="230"/>
                                    <a:pt x="743" y="231"/>
                                  </a:cubicBezTo>
                                  <a:cubicBezTo>
                                    <a:pt x="743" y="233"/>
                                    <a:pt x="744" y="236"/>
                                    <a:pt x="746" y="237"/>
                                  </a:cubicBezTo>
                                  <a:cubicBezTo>
                                    <a:pt x="747" y="240"/>
                                    <a:pt x="750" y="241"/>
                                    <a:pt x="750" y="244"/>
                                  </a:cubicBezTo>
                                  <a:cubicBezTo>
                                    <a:pt x="750" y="245"/>
                                    <a:pt x="751" y="245"/>
                                    <a:pt x="752" y="246"/>
                                  </a:cubicBezTo>
                                  <a:cubicBezTo>
                                    <a:pt x="754" y="246"/>
                                    <a:pt x="755" y="247"/>
                                    <a:pt x="757" y="248"/>
                                  </a:cubicBezTo>
                                  <a:cubicBezTo>
                                    <a:pt x="758" y="249"/>
                                    <a:pt x="759" y="249"/>
                                    <a:pt x="759" y="248"/>
                                  </a:cubicBezTo>
                                  <a:cubicBezTo>
                                    <a:pt x="760" y="246"/>
                                    <a:pt x="762" y="245"/>
                                    <a:pt x="760" y="243"/>
                                  </a:cubicBezTo>
                                  <a:cubicBezTo>
                                    <a:pt x="760" y="242"/>
                                    <a:pt x="760" y="242"/>
                                    <a:pt x="761" y="241"/>
                                  </a:cubicBezTo>
                                  <a:cubicBezTo>
                                    <a:pt x="762" y="240"/>
                                    <a:pt x="762" y="242"/>
                                    <a:pt x="763" y="242"/>
                                  </a:cubicBezTo>
                                  <a:cubicBezTo>
                                    <a:pt x="764" y="244"/>
                                    <a:pt x="764" y="244"/>
                                    <a:pt x="767" y="243"/>
                                  </a:cubicBezTo>
                                  <a:cubicBezTo>
                                    <a:pt x="767" y="243"/>
                                    <a:pt x="767" y="243"/>
                                    <a:pt x="767" y="243"/>
                                  </a:cubicBezTo>
                                  <a:cubicBezTo>
                                    <a:pt x="770" y="242"/>
                                    <a:pt x="773" y="242"/>
                                    <a:pt x="775" y="240"/>
                                  </a:cubicBezTo>
                                  <a:cubicBezTo>
                                    <a:pt x="776" y="240"/>
                                    <a:pt x="777" y="239"/>
                                    <a:pt x="777" y="240"/>
                                  </a:cubicBezTo>
                                  <a:cubicBezTo>
                                    <a:pt x="778" y="240"/>
                                    <a:pt x="778" y="241"/>
                                    <a:pt x="778" y="242"/>
                                  </a:cubicBezTo>
                                  <a:cubicBezTo>
                                    <a:pt x="778" y="243"/>
                                    <a:pt x="779" y="244"/>
                                    <a:pt x="780" y="244"/>
                                  </a:cubicBezTo>
                                  <a:cubicBezTo>
                                    <a:pt x="781" y="245"/>
                                    <a:pt x="782" y="245"/>
                                    <a:pt x="782" y="243"/>
                                  </a:cubicBezTo>
                                  <a:cubicBezTo>
                                    <a:pt x="782" y="243"/>
                                    <a:pt x="782" y="243"/>
                                    <a:pt x="782" y="243"/>
                                  </a:cubicBezTo>
                                  <a:cubicBezTo>
                                    <a:pt x="784" y="243"/>
                                    <a:pt x="785" y="242"/>
                                    <a:pt x="786" y="242"/>
                                  </a:cubicBezTo>
                                  <a:cubicBezTo>
                                    <a:pt x="788" y="242"/>
                                    <a:pt x="788" y="241"/>
                                    <a:pt x="788" y="241"/>
                                  </a:cubicBezTo>
                                  <a:cubicBezTo>
                                    <a:pt x="789" y="240"/>
                                    <a:pt x="788" y="240"/>
                                    <a:pt x="787" y="240"/>
                                  </a:cubicBezTo>
                                  <a:cubicBezTo>
                                    <a:pt x="787" y="240"/>
                                    <a:pt x="786" y="240"/>
                                    <a:pt x="786" y="239"/>
                                  </a:cubicBezTo>
                                  <a:cubicBezTo>
                                    <a:pt x="786" y="238"/>
                                    <a:pt x="785" y="238"/>
                                    <a:pt x="784" y="238"/>
                                  </a:cubicBezTo>
                                  <a:cubicBezTo>
                                    <a:pt x="783" y="238"/>
                                    <a:pt x="782" y="237"/>
                                    <a:pt x="781" y="236"/>
                                  </a:cubicBezTo>
                                  <a:cubicBezTo>
                                    <a:pt x="780" y="234"/>
                                    <a:pt x="780" y="232"/>
                                    <a:pt x="779" y="231"/>
                                  </a:cubicBezTo>
                                  <a:cubicBezTo>
                                    <a:pt x="778" y="229"/>
                                    <a:pt x="778" y="227"/>
                                    <a:pt x="778" y="225"/>
                                  </a:cubicBezTo>
                                  <a:cubicBezTo>
                                    <a:pt x="778" y="223"/>
                                    <a:pt x="780" y="222"/>
                                    <a:pt x="780" y="220"/>
                                  </a:cubicBezTo>
                                  <a:cubicBezTo>
                                    <a:pt x="781" y="220"/>
                                    <a:pt x="781" y="220"/>
                                    <a:pt x="782" y="220"/>
                                  </a:cubicBezTo>
                                  <a:cubicBezTo>
                                    <a:pt x="784" y="220"/>
                                    <a:pt x="784" y="220"/>
                                    <a:pt x="784" y="222"/>
                                  </a:cubicBezTo>
                                  <a:cubicBezTo>
                                    <a:pt x="784" y="224"/>
                                    <a:pt x="783" y="225"/>
                                    <a:pt x="782" y="226"/>
                                  </a:cubicBezTo>
                                  <a:cubicBezTo>
                                    <a:pt x="782" y="227"/>
                                    <a:pt x="781" y="230"/>
                                    <a:pt x="781" y="231"/>
                                  </a:cubicBezTo>
                                  <a:cubicBezTo>
                                    <a:pt x="782" y="232"/>
                                    <a:pt x="783" y="234"/>
                                    <a:pt x="784" y="235"/>
                                  </a:cubicBezTo>
                                  <a:cubicBezTo>
                                    <a:pt x="785" y="237"/>
                                    <a:pt x="786" y="238"/>
                                    <a:pt x="789" y="238"/>
                                  </a:cubicBezTo>
                                  <a:cubicBezTo>
                                    <a:pt x="789" y="238"/>
                                    <a:pt x="790" y="238"/>
                                    <a:pt x="790" y="239"/>
                                  </a:cubicBezTo>
                                  <a:cubicBezTo>
                                    <a:pt x="790" y="240"/>
                                    <a:pt x="791" y="240"/>
                                    <a:pt x="792" y="239"/>
                                  </a:cubicBezTo>
                                  <a:cubicBezTo>
                                    <a:pt x="792" y="238"/>
                                    <a:pt x="793" y="238"/>
                                    <a:pt x="793" y="238"/>
                                  </a:cubicBezTo>
                                  <a:cubicBezTo>
                                    <a:pt x="795" y="236"/>
                                    <a:pt x="797" y="234"/>
                                    <a:pt x="796" y="231"/>
                                  </a:cubicBezTo>
                                  <a:cubicBezTo>
                                    <a:pt x="795" y="228"/>
                                    <a:pt x="797" y="227"/>
                                    <a:pt x="799" y="226"/>
                                  </a:cubicBezTo>
                                  <a:cubicBezTo>
                                    <a:pt x="799" y="226"/>
                                    <a:pt x="800" y="225"/>
                                    <a:pt x="799" y="225"/>
                                  </a:cubicBezTo>
                                  <a:cubicBezTo>
                                    <a:pt x="798" y="224"/>
                                    <a:pt x="798" y="223"/>
                                    <a:pt x="796" y="222"/>
                                  </a:cubicBezTo>
                                  <a:cubicBezTo>
                                    <a:pt x="796" y="222"/>
                                    <a:pt x="795" y="221"/>
                                    <a:pt x="795" y="221"/>
                                  </a:cubicBezTo>
                                  <a:cubicBezTo>
                                    <a:pt x="793" y="220"/>
                                    <a:pt x="792" y="219"/>
                                    <a:pt x="791" y="218"/>
                                  </a:cubicBezTo>
                                  <a:cubicBezTo>
                                    <a:pt x="790" y="217"/>
                                    <a:pt x="788" y="217"/>
                                    <a:pt x="787" y="217"/>
                                  </a:cubicBezTo>
                                  <a:cubicBezTo>
                                    <a:pt x="786" y="218"/>
                                    <a:pt x="785" y="218"/>
                                    <a:pt x="784" y="218"/>
                                  </a:cubicBezTo>
                                  <a:cubicBezTo>
                                    <a:pt x="783" y="217"/>
                                    <a:pt x="781" y="216"/>
                                    <a:pt x="780" y="215"/>
                                  </a:cubicBezTo>
                                  <a:cubicBezTo>
                                    <a:pt x="778" y="212"/>
                                    <a:pt x="777" y="210"/>
                                    <a:pt x="774" y="209"/>
                                  </a:cubicBezTo>
                                  <a:cubicBezTo>
                                    <a:pt x="774" y="209"/>
                                    <a:pt x="774" y="208"/>
                                    <a:pt x="774" y="209"/>
                                  </a:cubicBezTo>
                                  <a:cubicBezTo>
                                    <a:pt x="773" y="209"/>
                                    <a:pt x="774" y="209"/>
                                    <a:pt x="774" y="209"/>
                                  </a:cubicBezTo>
                                  <a:cubicBezTo>
                                    <a:pt x="774" y="210"/>
                                    <a:pt x="774" y="211"/>
                                    <a:pt x="774" y="212"/>
                                  </a:cubicBezTo>
                                  <a:cubicBezTo>
                                    <a:pt x="774" y="212"/>
                                    <a:pt x="774" y="212"/>
                                    <a:pt x="774" y="212"/>
                                  </a:cubicBezTo>
                                  <a:cubicBezTo>
                                    <a:pt x="771" y="211"/>
                                    <a:pt x="771" y="211"/>
                                    <a:pt x="770" y="213"/>
                                  </a:cubicBezTo>
                                  <a:cubicBezTo>
                                    <a:pt x="770" y="213"/>
                                    <a:pt x="770" y="214"/>
                                    <a:pt x="770" y="214"/>
                                  </a:cubicBezTo>
                                  <a:cubicBezTo>
                                    <a:pt x="770" y="217"/>
                                    <a:pt x="770" y="219"/>
                                    <a:pt x="770" y="222"/>
                                  </a:cubicBezTo>
                                  <a:cubicBezTo>
                                    <a:pt x="770" y="222"/>
                                    <a:pt x="770" y="222"/>
                                    <a:pt x="770" y="222"/>
                                  </a:cubicBezTo>
                                  <a:cubicBezTo>
                                    <a:pt x="769" y="221"/>
                                    <a:pt x="767" y="220"/>
                                    <a:pt x="767" y="219"/>
                                  </a:cubicBezTo>
                                  <a:cubicBezTo>
                                    <a:pt x="767" y="218"/>
                                    <a:pt x="766" y="218"/>
                                    <a:pt x="765" y="218"/>
                                  </a:cubicBezTo>
                                  <a:cubicBezTo>
                                    <a:pt x="764" y="218"/>
                                    <a:pt x="762" y="216"/>
                                    <a:pt x="763" y="215"/>
                                  </a:cubicBezTo>
                                  <a:cubicBezTo>
                                    <a:pt x="763" y="214"/>
                                    <a:pt x="763" y="213"/>
                                    <a:pt x="762" y="213"/>
                                  </a:cubicBezTo>
                                  <a:cubicBezTo>
                                    <a:pt x="761" y="213"/>
                                    <a:pt x="761" y="212"/>
                                    <a:pt x="760" y="211"/>
                                  </a:cubicBezTo>
                                  <a:cubicBezTo>
                                    <a:pt x="759" y="210"/>
                                    <a:pt x="757" y="210"/>
                                    <a:pt x="757" y="208"/>
                                  </a:cubicBezTo>
                                  <a:cubicBezTo>
                                    <a:pt x="757" y="207"/>
                                    <a:pt x="756" y="207"/>
                                    <a:pt x="755" y="207"/>
                                  </a:cubicBezTo>
                                  <a:cubicBezTo>
                                    <a:pt x="755" y="207"/>
                                    <a:pt x="754" y="207"/>
                                    <a:pt x="754" y="208"/>
                                  </a:cubicBezTo>
                                  <a:cubicBezTo>
                                    <a:pt x="753" y="209"/>
                                    <a:pt x="754" y="210"/>
                                    <a:pt x="753" y="209"/>
                                  </a:cubicBezTo>
                                  <a:cubicBezTo>
                                    <a:pt x="752" y="209"/>
                                    <a:pt x="752" y="209"/>
                                    <a:pt x="752" y="210"/>
                                  </a:cubicBezTo>
                                  <a:cubicBezTo>
                                    <a:pt x="752" y="211"/>
                                    <a:pt x="751" y="212"/>
                                    <a:pt x="750" y="212"/>
                                  </a:cubicBezTo>
                                  <a:cubicBezTo>
                                    <a:pt x="749" y="212"/>
                                    <a:pt x="749" y="213"/>
                                    <a:pt x="749" y="213"/>
                                  </a:cubicBezTo>
                                  <a:cubicBezTo>
                                    <a:pt x="747" y="213"/>
                                    <a:pt x="746" y="214"/>
                                    <a:pt x="747" y="216"/>
                                  </a:cubicBezTo>
                                  <a:cubicBezTo>
                                    <a:pt x="747" y="217"/>
                                    <a:pt x="747" y="217"/>
                                    <a:pt x="747" y="218"/>
                                  </a:cubicBezTo>
                                  <a:cubicBezTo>
                                    <a:pt x="747" y="219"/>
                                    <a:pt x="747" y="219"/>
                                    <a:pt x="747" y="219"/>
                                  </a:cubicBezTo>
                                  <a:cubicBezTo>
                                    <a:pt x="744" y="219"/>
                                    <a:pt x="744" y="219"/>
                                    <a:pt x="745" y="222"/>
                                  </a:cubicBezTo>
                                  <a:cubicBezTo>
                                    <a:pt x="745" y="222"/>
                                    <a:pt x="745" y="223"/>
                                    <a:pt x="744" y="223"/>
                                  </a:cubicBezTo>
                                  <a:cubicBezTo>
                                    <a:pt x="744" y="223"/>
                                    <a:pt x="743" y="224"/>
                                    <a:pt x="744" y="224"/>
                                  </a:cubicBezTo>
                                  <a:cubicBezTo>
                                    <a:pt x="745" y="225"/>
                                    <a:pt x="745" y="226"/>
                                    <a:pt x="745" y="228"/>
                                  </a:cubicBezTo>
                                  <a:cubicBezTo>
                                    <a:pt x="745" y="228"/>
                                    <a:pt x="745" y="229"/>
                                    <a:pt x="746" y="229"/>
                                  </a:cubicBezTo>
                                  <a:cubicBezTo>
                                    <a:pt x="746" y="229"/>
                                    <a:pt x="746" y="230"/>
                                    <a:pt x="746" y="230"/>
                                  </a:cubicBezTo>
                                  <a:cubicBezTo>
                                    <a:pt x="746" y="231"/>
                                    <a:pt x="745" y="231"/>
                                    <a:pt x="745" y="230"/>
                                  </a:cubicBezTo>
                                  <a:close/>
                                  <a:moveTo>
                                    <a:pt x="811" y="238"/>
                                  </a:moveTo>
                                  <a:cubicBezTo>
                                    <a:pt x="812" y="239"/>
                                    <a:pt x="813" y="240"/>
                                    <a:pt x="814" y="240"/>
                                  </a:cubicBezTo>
                                  <a:cubicBezTo>
                                    <a:pt x="815" y="240"/>
                                    <a:pt x="816" y="241"/>
                                    <a:pt x="817" y="243"/>
                                  </a:cubicBezTo>
                                  <a:cubicBezTo>
                                    <a:pt x="818" y="245"/>
                                    <a:pt x="821" y="246"/>
                                    <a:pt x="823" y="246"/>
                                  </a:cubicBezTo>
                                  <a:cubicBezTo>
                                    <a:pt x="825" y="246"/>
                                    <a:pt x="826" y="246"/>
                                    <a:pt x="828" y="246"/>
                                  </a:cubicBezTo>
                                  <a:cubicBezTo>
                                    <a:pt x="828" y="247"/>
                                    <a:pt x="828" y="246"/>
                                    <a:pt x="828" y="246"/>
                                  </a:cubicBezTo>
                                  <a:cubicBezTo>
                                    <a:pt x="830" y="245"/>
                                    <a:pt x="831" y="244"/>
                                    <a:pt x="833" y="244"/>
                                  </a:cubicBezTo>
                                  <a:cubicBezTo>
                                    <a:pt x="836" y="243"/>
                                    <a:pt x="836" y="243"/>
                                    <a:pt x="836" y="241"/>
                                  </a:cubicBezTo>
                                  <a:cubicBezTo>
                                    <a:pt x="836" y="239"/>
                                    <a:pt x="836" y="238"/>
                                    <a:pt x="837" y="237"/>
                                  </a:cubicBezTo>
                                  <a:cubicBezTo>
                                    <a:pt x="837" y="237"/>
                                    <a:pt x="837" y="237"/>
                                    <a:pt x="837" y="236"/>
                                  </a:cubicBezTo>
                                  <a:cubicBezTo>
                                    <a:pt x="837" y="236"/>
                                    <a:pt x="836" y="236"/>
                                    <a:pt x="836" y="236"/>
                                  </a:cubicBezTo>
                                  <a:cubicBezTo>
                                    <a:pt x="835" y="237"/>
                                    <a:pt x="835" y="237"/>
                                    <a:pt x="834" y="236"/>
                                  </a:cubicBezTo>
                                  <a:cubicBezTo>
                                    <a:pt x="833" y="235"/>
                                    <a:pt x="831" y="234"/>
                                    <a:pt x="829" y="233"/>
                                  </a:cubicBezTo>
                                  <a:cubicBezTo>
                                    <a:pt x="828" y="233"/>
                                    <a:pt x="827" y="232"/>
                                    <a:pt x="825" y="233"/>
                                  </a:cubicBezTo>
                                  <a:cubicBezTo>
                                    <a:pt x="822" y="235"/>
                                    <a:pt x="822" y="235"/>
                                    <a:pt x="821" y="232"/>
                                  </a:cubicBezTo>
                                  <a:cubicBezTo>
                                    <a:pt x="821" y="231"/>
                                    <a:pt x="821" y="231"/>
                                    <a:pt x="821" y="231"/>
                                  </a:cubicBezTo>
                                  <a:cubicBezTo>
                                    <a:pt x="822" y="229"/>
                                    <a:pt x="821" y="229"/>
                                    <a:pt x="820" y="229"/>
                                  </a:cubicBezTo>
                                  <a:cubicBezTo>
                                    <a:pt x="818" y="229"/>
                                    <a:pt x="817" y="229"/>
                                    <a:pt x="816" y="228"/>
                                  </a:cubicBezTo>
                                  <a:cubicBezTo>
                                    <a:pt x="815" y="228"/>
                                    <a:pt x="813" y="228"/>
                                    <a:pt x="813" y="229"/>
                                  </a:cubicBezTo>
                                  <a:cubicBezTo>
                                    <a:pt x="812" y="232"/>
                                    <a:pt x="812" y="232"/>
                                    <a:pt x="810" y="230"/>
                                  </a:cubicBezTo>
                                  <a:cubicBezTo>
                                    <a:pt x="809" y="230"/>
                                    <a:pt x="809" y="230"/>
                                    <a:pt x="809" y="229"/>
                                  </a:cubicBezTo>
                                  <a:cubicBezTo>
                                    <a:pt x="809" y="228"/>
                                    <a:pt x="808" y="228"/>
                                    <a:pt x="809" y="226"/>
                                  </a:cubicBezTo>
                                  <a:cubicBezTo>
                                    <a:pt x="810" y="226"/>
                                    <a:pt x="808" y="224"/>
                                    <a:pt x="807" y="224"/>
                                  </a:cubicBezTo>
                                  <a:cubicBezTo>
                                    <a:pt x="806" y="224"/>
                                    <a:pt x="807" y="225"/>
                                    <a:pt x="807" y="226"/>
                                  </a:cubicBezTo>
                                  <a:cubicBezTo>
                                    <a:pt x="807" y="227"/>
                                    <a:pt x="807" y="227"/>
                                    <a:pt x="806" y="228"/>
                                  </a:cubicBezTo>
                                  <a:cubicBezTo>
                                    <a:pt x="806" y="228"/>
                                    <a:pt x="806" y="229"/>
                                    <a:pt x="806" y="230"/>
                                  </a:cubicBezTo>
                                  <a:cubicBezTo>
                                    <a:pt x="806" y="231"/>
                                    <a:pt x="807" y="233"/>
                                    <a:pt x="805" y="233"/>
                                  </a:cubicBezTo>
                                  <a:cubicBezTo>
                                    <a:pt x="807" y="236"/>
                                    <a:pt x="809" y="236"/>
                                    <a:pt x="811" y="238"/>
                                  </a:cubicBezTo>
                                  <a:close/>
                                  <a:moveTo>
                                    <a:pt x="674" y="296"/>
                                  </a:move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lose/>
                                  <a:moveTo>
                                    <a:pt x="763" y="280"/>
                                  </a:moveTo>
                                  <a:cubicBezTo>
                                    <a:pt x="763" y="281"/>
                                    <a:pt x="764" y="280"/>
                                    <a:pt x="764" y="280"/>
                                  </a:cubicBezTo>
                                  <a:cubicBezTo>
                                    <a:pt x="765" y="280"/>
                                    <a:pt x="765" y="279"/>
                                    <a:pt x="766" y="279"/>
                                  </a:cubicBezTo>
                                  <a:cubicBezTo>
                                    <a:pt x="767" y="279"/>
                                    <a:pt x="767" y="278"/>
                                    <a:pt x="768" y="279"/>
                                  </a:cubicBezTo>
                                  <a:cubicBezTo>
                                    <a:pt x="769" y="279"/>
                                    <a:pt x="771" y="280"/>
                                    <a:pt x="772" y="280"/>
                                  </a:cubicBezTo>
                                  <a:cubicBezTo>
                                    <a:pt x="773" y="281"/>
                                    <a:pt x="775" y="282"/>
                                    <a:pt x="777" y="283"/>
                                  </a:cubicBezTo>
                                  <a:cubicBezTo>
                                    <a:pt x="780" y="283"/>
                                    <a:pt x="782" y="283"/>
                                    <a:pt x="784" y="284"/>
                                  </a:cubicBezTo>
                                  <a:cubicBezTo>
                                    <a:pt x="786" y="285"/>
                                    <a:pt x="787" y="284"/>
                                    <a:pt x="787" y="282"/>
                                  </a:cubicBezTo>
                                  <a:cubicBezTo>
                                    <a:pt x="787" y="281"/>
                                    <a:pt x="787" y="280"/>
                                    <a:pt x="787" y="279"/>
                                  </a:cubicBezTo>
                                  <a:cubicBezTo>
                                    <a:pt x="787" y="278"/>
                                    <a:pt x="788" y="277"/>
                                    <a:pt x="787" y="276"/>
                                  </a:cubicBezTo>
                                  <a:cubicBezTo>
                                    <a:pt x="785" y="273"/>
                                    <a:pt x="783" y="271"/>
                                    <a:pt x="781" y="270"/>
                                  </a:cubicBezTo>
                                  <a:cubicBezTo>
                                    <a:pt x="780" y="268"/>
                                    <a:pt x="778" y="268"/>
                                    <a:pt x="777" y="267"/>
                                  </a:cubicBezTo>
                                  <a:cubicBezTo>
                                    <a:pt x="777" y="267"/>
                                    <a:pt x="776" y="267"/>
                                    <a:pt x="776" y="267"/>
                                  </a:cubicBezTo>
                                  <a:cubicBezTo>
                                    <a:pt x="774" y="268"/>
                                    <a:pt x="773" y="269"/>
                                    <a:pt x="771" y="269"/>
                                  </a:cubicBezTo>
                                  <a:cubicBezTo>
                                    <a:pt x="771" y="269"/>
                                    <a:pt x="770" y="269"/>
                                    <a:pt x="770" y="270"/>
                                  </a:cubicBezTo>
                                  <a:cubicBezTo>
                                    <a:pt x="769" y="272"/>
                                    <a:pt x="769" y="274"/>
                                    <a:pt x="768" y="276"/>
                                  </a:cubicBezTo>
                                  <a:cubicBezTo>
                                    <a:pt x="768" y="277"/>
                                    <a:pt x="766" y="278"/>
                                    <a:pt x="765" y="278"/>
                                  </a:cubicBezTo>
                                  <a:cubicBezTo>
                                    <a:pt x="764" y="278"/>
                                    <a:pt x="764" y="278"/>
                                    <a:pt x="763" y="279"/>
                                  </a:cubicBezTo>
                                  <a:cubicBezTo>
                                    <a:pt x="763" y="279"/>
                                    <a:pt x="763" y="280"/>
                                    <a:pt x="763" y="280"/>
                                  </a:cubicBezTo>
                                  <a:close/>
                                  <a:moveTo>
                                    <a:pt x="1027" y="336"/>
                                  </a:moveTo>
                                  <a:cubicBezTo>
                                    <a:pt x="1028" y="335"/>
                                    <a:pt x="1029" y="335"/>
                                    <a:pt x="1030" y="335"/>
                                  </a:cubicBezTo>
                                  <a:cubicBezTo>
                                    <a:pt x="1031" y="335"/>
                                    <a:pt x="1032" y="335"/>
                                    <a:pt x="1033" y="334"/>
                                  </a:cubicBezTo>
                                  <a:cubicBezTo>
                                    <a:pt x="1034" y="333"/>
                                    <a:pt x="1036" y="333"/>
                                    <a:pt x="1037" y="334"/>
                                  </a:cubicBezTo>
                                  <a:cubicBezTo>
                                    <a:pt x="1038" y="335"/>
                                    <a:pt x="1040" y="335"/>
                                    <a:pt x="1040" y="334"/>
                                  </a:cubicBezTo>
                                  <a:cubicBezTo>
                                    <a:pt x="1041" y="333"/>
                                    <a:pt x="1042" y="333"/>
                                    <a:pt x="1043" y="333"/>
                                  </a:cubicBezTo>
                                  <a:cubicBezTo>
                                    <a:pt x="1045" y="333"/>
                                    <a:pt x="1047" y="332"/>
                                    <a:pt x="1049" y="332"/>
                                  </a:cubicBezTo>
                                  <a:cubicBezTo>
                                    <a:pt x="1050" y="331"/>
                                    <a:pt x="1051" y="330"/>
                                    <a:pt x="1051" y="328"/>
                                  </a:cubicBezTo>
                                  <a:cubicBezTo>
                                    <a:pt x="1052" y="327"/>
                                    <a:pt x="1051" y="327"/>
                                    <a:pt x="1050" y="327"/>
                                  </a:cubicBezTo>
                                  <a:cubicBezTo>
                                    <a:pt x="1050" y="327"/>
                                    <a:pt x="1050" y="326"/>
                                    <a:pt x="1050" y="326"/>
                                  </a:cubicBezTo>
                                  <a:cubicBezTo>
                                    <a:pt x="1048" y="324"/>
                                    <a:pt x="1046" y="322"/>
                                    <a:pt x="1044" y="321"/>
                                  </a:cubicBezTo>
                                  <a:cubicBezTo>
                                    <a:pt x="1043" y="320"/>
                                    <a:pt x="1042" y="320"/>
                                    <a:pt x="1041" y="320"/>
                                  </a:cubicBezTo>
                                  <a:cubicBezTo>
                                    <a:pt x="1040" y="320"/>
                                    <a:pt x="1039" y="321"/>
                                    <a:pt x="1038" y="321"/>
                                  </a:cubicBezTo>
                                  <a:cubicBezTo>
                                    <a:pt x="1038" y="321"/>
                                    <a:pt x="1037" y="320"/>
                                    <a:pt x="1037" y="320"/>
                                  </a:cubicBezTo>
                                  <a:cubicBezTo>
                                    <a:pt x="1035" y="321"/>
                                    <a:pt x="1034" y="321"/>
                                    <a:pt x="1033" y="322"/>
                                  </a:cubicBezTo>
                                  <a:cubicBezTo>
                                    <a:pt x="1032" y="324"/>
                                    <a:pt x="1030" y="324"/>
                                    <a:pt x="1029" y="326"/>
                                  </a:cubicBezTo>
                                  <a:cubicBezTo>
                                    <a:pt x="1029" y="327"/>
                                    <a:pt x="1028" y="327"/>
                                    <a:pt x="1027" y="328"/>
                                  </a:cubicBezTo>
                                  <a:cubicBezTo>
                                    <a:pt x="1025" y="330"/>
                                    <a:pt x="1024" y="333"/>
                                    <a:pt x="1026" y="336"/>
                                  </a:cubicBezTo>
                                  <a:cubicBezTo>
                                    <a:pt x="1026" y="336"/>
                                    <a:pt x="1026" y="337"/>
                                    <a:pt x="1027" y="336"/>
                                  </a:cubicBezTo>
                                  <a:close/>
                                  <a:moveTo>
                                    <a:pt x="768" y="267"/>
                                  </a:moveTo>
                                  <a:cubicBezTo>
                                    <a:pt x="769" y="267"/>
                                    <a:pt x="771" y="265"/>
                                    <a:pt x="771" y="264"/>
                                  </a:cubicBezTo>
                                  <a:cubicBezTo>
                                    <a:pt x="771" y="263"/>
                                    <a:pt x="770" y="261"/>
                                    <a:pt x="771" y="260"/>
                                  </a:cubicBezTo>
                                  <a:cubicBezTo>
                                    <a:pt x="771" y="259"/>
                                    <a:pt x="770" y="258"/>
                                    <a:pt x="769" y="258"/>
                                  </a:cubicBezTo>
                                  <a:cubicBezTo>
                                    <a:pt x="767" y="258"/>
                                    <a:pt x="765" y="259"/>
                                    <a:pt x="765" y="260"/>
                                  </a:cubicBezTo>
                                  <a:cubicBezTo>
                                    <a:pt x="765" y="261"/>
                                    <a:pt x="765" y="262"/>
                                    <a:pt x="765" y="262"/>
                                  </a:cubicBezTo>
                                  <a:cubicBezTo>
                                    <a:pt x="764" y="264"/>
                                    <a:pt x="766" y="265"/>
                                    <a:pt x="766" y="267"/>
                                  </a:cubicBezTo>
                                  <a:cubicBezTo>
                                    <a:pt x="766" y="267"/>
                                    <a:pt x="767" y="267"/>
                                    <a:pt x="768" y="267"/>
                                  </a:cubicBezTo>
                                  <a:close/>
                                  <a:moveTo>
                                    <a:pt x="733" y="262"/>
                                  </a:moveTo>
                                  <a:cubicBezTo>
                                    <a:pt x="734" y="263"/>
                                    <a:pt x="735" y="264"/>
                                    <a:pt x="735" y="265"/>
                                  </a:cubicBezTo>
                                  <a:cubicBezTo>
                                    <a:pt x="735" y="266"/>
                                    <a:pt x="736" y="266"/>
                                    <a:pt x="736" y="267"/>
                                  </a:cubicBezTo>
                                  <a:cubicBezTo>
                                    <a:pt x="737" y="268"/>
                                    <a:pt x="737" y="268"/>
                                    <a:pt x="738" y="268"/>
                                  </a:cubicBezTo>
                                  <a:cubicBezTo>
                                    <a:pt x="739" y="267"/>
                                    <a:pt x="739" y="267"/>
                                    <a:pt x="739" y="266"/>
                                  </a:cubicBezTo>
                                  <a:cubicBezTo>
                                    <a:pt x="739" y="263"/>
                                    <a:pt x="736" y="261"/>
                                    <a:pt x="734" y="259"/>
                                  </a:cubicBezTo>
                                  <a:cubicBezTo>
                                    <a:pt x="733" y="258"/>
                                    <a:pt x="733" y="259"/>
                                    <a:pt x="732" y="259"/>
                                  </a:cubicBezTo>
                                  <a:cubicBezTo>
                                    <a:pt x="732" y="260"/>
                                    <a:pt x="732" y="262"/>
                                    <a:pt x="733" y="262"/>
                                  </a:cubicBezTo>
                                  <a:close/>
                                  <a:moveTo>
                                    <a:pt x="735" y="230"/>
                                  </a:moveTo>
                                  <a:cubicBezTo>
                                    <a:pt x="736" y="230"/>
                                    <a:pt x="737" y="228"/>
                                    <a:pt x="736" y="228"/>
                                  </a:cubicBezTo>
                                  <a:cubicBezTo>
                                    <a:pt x="736" y="226"/>
                                    <a:pt x="737" y="225"/>
                                    <a:pt x="738" y="223"/>
                                  </a:cubicBezTo>
                                  <a:cubicBezTo>
                                    <a:pt x="738" y="223"/>
                                    <a:pt x="738" y="223"/>
                                    <a:pt x="738" y="222"/>
                                  </a:cubicBezTo>
                                  <a:cubicBezTo>
                                    <a:pt x="737" y="222"/>
                                    <a:pt x="736" y="220"/>
                                    <a:pt x="736" y="219"/>
                                  </a:cubicBezTo>
                                  <a:cubicBezTo>
                                    <a:pt x="735" y="219"/>
                                    <a:pt x="735" y="219"/>
                                    <a:pt x="735" y="219"/>
                                  </a:cubicBezTo>
                                  <a:cubicBezTo>
                                    <a:pt x="734" y="219"/>
                                    <a:pt x="734" y="219"/>
                                    <a:pt x="734" y="220"/>
                                  </a:cubicBezTo>
                                  <a:cubicBezTo>
                                    <a:pt x="734" y="222"/>
                                    <a:pt x="735" y="225"/>
                                    <a:pt x="734" y="227"/>
                                  </a:cubicBezTo>
                                  <a:cubicBezTo>
                                    <a:pt x="734" y="229"/>
                                    <a:pt x="734" y="229"/>
                                    <a:pt x="735" y="230"/>
                                  </a:cubicBezTo>
                                  <a:close/>
                                  <a:moveTo>
                                    <a:pt x="823" y="195"/>
                                  </a:moveTo>
                                  <a:cubicBezTo>
                                    <a:pt x="825" y="195"/>
                                    <a:pt x="826" y="195"/>
                                    <a:pt x="827" y="193"/>
                                  </a:cubicBezTo>
                                  <a:cubicBezTo>
                                    <a:pt x="827" y="192"/>
                                    <a:pt x="827" y="192"/>
                                    <a:pt x="828" y="191"/>
                                  </a:cubicBezTo>
                                  <a:cubicBezTo>
                                    <a:pt x="828" y="191"/>
                                    <a:pt x="828" y="191"/>
                                    <a:pt x="828" y="190"/>
                                  </a:cubicBezTo>
                                  <a:cubicBezTo>
                                    <a:pt x="827" y="190"/>
                                    <a:pt x="827" y="190"/>
                                    <a:pt x="827" y="190"/>
                                  </a:cubicBezTo>
                                  <a:cubicBezTo>
                                    <a:pt x="825" y="190"/>
                                    <a:pt x="823" y="191"/>
                                    <a:pt x="822" y="192"/>
                                  </a:cubicBezTo>
                                  <a:cubicBezTo>
                                    <a:pt x="821" y="193"/>
                                    <a:pt x="820" y="193"/>
                                    <a:pt x="821" y="194"/>
                                  </a:cubicBezTo>
                                  <a:cubicBezTo>
                                    <a:pt x="821" y="195"/>
                                    <a:pt x="822" y="195"/>
                                    <a:pt x="823" y="195"/>
                                  </a:cubicBezTo>
                                  <a:close/>
                                  <a:moveTo>
                                    <a:pt x="682" y="302"/>
                                  </a:moveTo>
                                  <a:cubicBezTo>
                                    <a:pt x="684" y="302"/>
                                    <a:pt x="686" y="302"/>
                                    <a:pt x="688" y="302"/>
                                  </a:cubicBezTo>
                                  <a:cubicBezTo>
                                    <a:pt x="689" y="302"/>
                                    <a:pt x="690" y="302"/>
                                    <a:pt x="691" y="302"/>
                                  </a:cubicBezTo>
                                  <a:cubicBezTo>
                                    <a:pt x="691" y="302"/>
                                    <a:pt x="691" y="302"/>
                                    <a:pt x="691" y="302"/>
                                  </a:cubicBezTo>
                                  <a:cubicBezTo>
                                    <a:pt x="691" y="302"/>
                                    <a:pt x="691" y="302"/>
                                    <a:pt x="691" y="302"/>
                                  </a:cubicBezTo>
                                  <a:cubicBezTo>
                                    <a:pt x="691" y="301"/>
                                    <a:pt x="690" y="301"/>
                                    <a:pt x="689" y="301"/>
                                  </a:cubicBezTo>
                                  <a:cubicBezTo>
                                    <a:pt x="689" y="301"/>
                                    <a:pt x="688" y="301"/>
                                    <a:pt x="688" y="300"/>
                                  </a:cubicBezTo>
                                  <a:cubicBezTo>
                                    <a:pt x="688" y="300"/>
                                    <a:pt x="689" y="299"/>
                                    <a:pt x="689" y="298"/>
                                  </a:cubicBezTo>
                                  <a:cubicBezTo>
                                    <a:pt x="690" y="298"/>
                                    <a:pt x="690" y="298"/>
                                    <a:pt x="689" y="297"/>
                                  </a:cubicBezTo>
                                  <a:cubicBezTo>
                                    <a:pt x="688" y="297"/>
                                    <a:pt x="688" y="296"/>
                                    <a:pt x="686" y="297"/>
                                  </a:cubicBezTo>
                                  <a:cubicBezTo>
                                    <a:pt x="686" y="297"/>
                                    <a:pt x="687" y="297"/>
                                    <a:pt x="687" y="297"/>
                                  </a:cubicBezTo>
                                  <a:cubicBezTo>
                                    <a:pt x="686" y="297"/>
                                    <a:pt x="686" y="297"/>
                                    <a:pt x="686" y="297"/>
                                  </a:cubicBezTo>
                                  <a:cubicBezTo>
                                    <a:pt x="688" y="298"/>
                                    <a:pt x="687" y="298"/>
                                    <a:pt x="687" y="299"/>
                                  </a:cubicBezTo>
                                  <a:cubicBezTo>
                                    <a:pt x="687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300"/>
                                    <a:pt x="686" y="300"/>
                                  </a:cubicBezTo>
                                  <a:cubicBezTo>
                                    <a:pt x="685" y="300"/>
                                    <a:pt x="684" y="299"/>
                                    <a:pt x="683" y="299"/>
                                  </a:cubicBezTo>
                                  <a:cubicBezTo>
                                    <a:pt x="683" y="299"/>
                                    <a:pt x="683" y="298"/>
                                    <a:pt x="682" y="298"/>
                                  </a:cubicBezTo>
                                  <a:cubicBezTo>
                                    <a:pt x="682" y="299"/>
                                    <a:pt x="682" y="299"/>
                                    <a:pt x="682" y="299"/>
                                  </a:cubicBezTo>
                                  <a:cubicBezTo>
                                    <a:pt x="682" y="299"/>
                                    <a:pt x="683" y="299"/>
                                    <a:pt x="683" y="299"/>
                                  </a:cubicBezTo>
                                  <a:cubicBezTo>
                                    <a:pt x="682" y="300"/>
                                    <a:pt x="681" y="300"/>
                                    <a:pt x="680" y="299"/>
                                  </a:cubicBezTo>
                                  <a:cubicBezTo>
                                    <a:pt x="680" y="299"/>
                                    <a:pt x="680" y="299"/>
                                    <a:pt x="680" y="299"/>
                                  </a:cubicBezTo>
                                  <a:cubicBezTo>
                                    <a:pt x="680" y="299"/>
                                    <a:pt x="680" y="299"/>
                                    <a:pt x="680" y="299"/>
                                  </a:cubicBezTo>
                                  <a:cubicBezTo>
                                    <a:pt x="680" y="301"/>
                                    <a:pt x="681" y="302"/>
                                    <a:pt x="682" y="302"/>
                                  </a:cubicBezTo>
                                  <a:close/>
                                  <a:moveTo>
                                    <a:pt x="678" y="295"/>
                                  </a:moveTo>
                                  <a:cubicBezTo>
                                    <a:pt x="678" y="295"/>
                                    <a:pt x="677" y="295"/>
                                    <a:pt x="677" y="295"/>
                                  </a:cubicBezTo>
                                  <a:cubicBezTo>
                                    <a:pt x="676" y="296"/>
                                    <a:pt x="675" y="295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3" y="297"/>
                                    <a:pt x="674" y="297"/>
                                  </a:cubicBezTo>
                                  <a:cubicBezTo>
                                    <a:pt x="675" y="297"/>
                                    <a:pt x="675" y="297"/>
                                    <a:pt x="675" y="298"/>
                                  </a:cubicBezTo>
                                  <a:cubicBezTo>
                                    <a:pt x="675" y="298"/>
                                    <a:pt x="675" y="298"/>
                                    <a:pt x="675" y="298"/>
                                  </a:cubicBezTo>
                                  <a:cubicBezTo>
                                    <a:pt x="676" y="298"/>
                                    <a:pt x="676" y="298"/>
                                    <a:pt x="676" y="298"/>
                                  </a:cubicBezTo>
                                  <a:cubicBezTo>
                                    <a:pt x="677" y="297"/>
                                    <a:pt x="678" y="296"/>
                                    <a:pt x="678" y="295"/>
                                  </a:cubicBezTo>
                                  <a:close/>
                                  <a:moveTo>
                                    <a:pt x="658" y="269"/>
                                  </a:moveTo>
                                  <a:cubicBezTo>
                                    <a:pt x="658" y="269"/>
                                    <a:pt x="659" y="270"/>
                                    <a:pt x="659" y="269"/>
                                  </a:cubicBezTo>
                                  <a:cubicBezTo>
                                    <a:pt x="660" y="269"/>
                                    <a:pt x="660" y="269"/>
                                    <a:pt x="660" y="269"/>
                                  </a:cubicBezTo>
                                  <a:cubicBezTo>
                                    <a:pt x="660" y="269"/>
                                    <a:pt x="660" y="269"/>
                                    <a:pt x="660" y="269"/>
                                  </a:cubicBezTo>
                                  <a:cubicBezTo>
                                    <a:pt x="660" y="268"/>
                                    <a:pt x="661" y="268"/>
                                    <a:pt x="661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7"/>
                                    <a:pt x="662" y="267"/>
                                  </a:cubicBezTo>
                                  <a:cubicBezTo>
                                    <a:pt x="662" y="267"/>
                                    <a:pt x="661" y="267"/>
                                    <a:pt x="661" y="267"/>
                                  </a:cubicBezTo>
                                  <a:cubicBezTo>
                                    <a:pt x="661" y="267"/>
                                    <a:pt x="660" y="266"/>
                                    <a:pt x="660" y="266"/>
                                  </a:cubicBezTo>
                                  <a:cubicBezTo>
                                    <a:pt x="660" y="266"/>
                                    <a:pt x="660" y="266"/>
                                    <a:pt x="660" y="266"/>
                                  </a:cubicBezTo>
                                  <a:cubicBezTo>
                                    <a:pt x="659" y="266"/>
                                    <a:pt x="659" y="266"/>
                                    <a:pt x="659" y="267"/>
                                  </a:cubicBezTo>
                                  <a:cubicBezTo>
                                    <a:pt x="658" y="267"/>
                                    <a:pt x="658" y="267"/>
                                    <a:pt x="658" y="267"/>
                                  </a:cubicBezTo>
                                  <a:cubicBezTo>
                                    <a:pt x="658" y="267"/>
                                    <a:pt x="658" y="267"/>
                                    <a:pt x="658" y="267"/>
                                  </a:cubicBezTo>
                                  <a:cubicBezTo>
                                    <a:pt x="658" y="267"/>
                                    <a:pt x="658" y="268"/>
                                    <a:pt x="658" y="268"/>
                                  </a:cubicBezTo>
                                  <a:cubicBezTo>
                                    <a:pt x="657" y="268"/>
                                    <a:pt x="658" y="269"/>
                                    <a:pt x="658" y="269"/>
                                  </a:cubicBezTo>
                                  <a:close/>
                                  <a:moveTo>
                                    <a:pt x="582" y="201"/>
                                  </a:moveTo>
                                  <a:cubicBezTo>
                                    <a:pt x="582" y="202"/>
                                    <a:pt x="583" y="203"/>
                                    <a:pt x="583" y="203"/>
                                  </a:cubicBezTo>
                                  <a:cubicBezTo>
                                    <a:pt x="584" y="203"/>
                                    <a:pt x="584" y="203"/>
                                    <a:pt x="584" y="202"/>
                                  </a:cubicBezTo>
                                  <a:cubicBezTo>
                                    <a:pt x="584" y="202"/>
                                    <a:pt x="584" y="202"/>
                                    <a:pt x="584" y="202"/>
                                  </a:cubicBezTo>
                                  <a:cubicBezTo>
                                    <a:pt x="584" y="201"/>
                                    <a:pt x="584" y="201"/>
                                    <a:pt x="584" y="200"/>
                                  </a:cubicBezTo>
                                  <a:cubicBezTo>
                                    <a:pt x="584" y="199"/>
                                    <a:pt x="583" y="198"/>
                                    <a:pt x="582" y="198"/>
                                  </a:cubicBezTo>
                                  <a:cubicBezTo>
                                    <a:pt x="582" y="198"/>
                                    <a:pt x="582" y="198"/>
                                    <a:pt x="582" y="198"/>
                                  </a:cubicBezTo>
                                  <a:cubicBezTo>
                                    <a:pt x="581" y="198"/>
                                    <a:pt x="581" y="198"/>
                                    <a:pt x="581" y="198"/>
                                  </a:cubicBezTo>
                                  <a:cubicBezTo>
                                    <a:pt x="582" y="199"/>
                                    <a:pt x="582" y="200"/>
                                    <a:pt x="582" y="201"/>
                                  </a:cubicBezTo>
                                  <a:close/>
                                  <a:moveTo>
                                    <a:pt x="538" y="173"/>
                                  </a:moveTo>
                                  <a:cubicBezTo>
                                    <a:pt x="538" y="173"/>
                                    <a:pt x="538" y="173"/>
                                    <a:pt x="538" y="172"/>
                                  </a:cubicBezTo>
                                  <a:cubicBezTo>
                                    <a:pt x="538" y="172"/>
                                    <a:pt x="538" y="172"/>
                                    <a:pt x="538" y="172"/>
                                  </a:cubicBezTo>
                                  <a:cubicBezTo>
                                    <a:pt x="538" y="172"/>
                                    <a:pt x="539" y="172"/>
                                    <a:pt x="539" y="172"/>
                                  </a:cubicBezTo>
                                  <a:cubicBezTo>
                                    <a:pt x="540" y="171"/>
                                    <a:pt x="540" y="171"/>
                                    <a:pt x="540" y="171"/>
                                  </a:cubicBezTo>
                                  <a:cubicBezTo>
                                    <a:pt x="540" y="170"/>
                                    <a:pt x="541" y="170"/>
                                    <a:pt x="540" y="170"/>
                                  </a:cubicBezTo>
                                  <a:cubicBezTo>
                                    <a:pt x="540" y="169"/>
                                    <a:pt x="539" y="169"/>
                                    <a:pt x="539" y="169"/>
                                  </a:cubicBezTo>
                                  <a:cubicBezTo>
                                    <a:pt x="539" y="169"/>
                                    <a:pt x="538" y="169"/>
                                    <a:pt x="538" y="169"/>
                                  </a:cubicBezTo>
                                  <a:cubicBezTo>
                                    <a:pt x="538" y="170"/>
                                    <a:pt x="537" y="171"/>
                                    <a:pt x="537" y="171"/>
                                  </a:cubicBezTo>
                                  <a:cubicBezTo>
                                    <a:pt x="537" y="172"/>
                                    <a:pt x="537" y="172"/>
                                    <a:pt x="537" y="172"/>
                                  </a:cubicBezTo>
                                  <a:cubicBezTo>
                                    <a:pt x="537" y="172"/>
                                    <a:pt x="537" y="172"/>
                                    <a:pt x="538" y="173"/>
                                  </a:cubicBezTo>
                                  <a:close/>
                                  <a:moveTo>
                                    <a:pt x="850" y="210"/>
                                  </a:moveTo>
                                  <a:cubicBezTo>
                                    <a:pt x="851" y="210"/>
                                    <a:pt x="851" y="209"/>
                                    <a:pt x="851" y="209"/>
                                  </a:cubicBezTo>
                                  <a:cubicBezTo>
                                    <a:pt x="851" y="208"/>
                                    <a:pt x="851" y="207"/>
                                    <a:pt x="850" y="207"/>
                                  </a:cubicBezTo>
                                  <a:cubicBezTo>
                                    <a:pt x="849" y="207"/>
                                    <a:pt x="848" y="208"/>
                                    <a:pt x="848" y="208"/>
                                  </a:cubicBezTo>
                                  <a:cubicBezTo>
                                    <a:pt x="848" y="209"/>
                                    <a:pt x="849" y="210"/>
                                    <a:pt x="850" y="210"/>
                                  </a:cubicBezTo>
                                  <a:close/>
                                  <a:moveTo>
                                    <a:pt x="692" y="309"/>
                                  </a:moveTo>
                                  <a:cubicBezTo>
                                    <a:pt x="692" y="309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0" y="309"/>
                                    <a:pt x="689" y="308"/>
                                    <a:pt x="688" y="307"/>
                                  </a:cubicBezTo>
                                  <a:cubicBezTo>
                                    <a:pt x="688" y="307"/>
                                    <a:pt x="688" y="307"/>
                                    <a:pt x="688" y="307"/>
                                  </a:cubicBezTo>
                                  <a:cubicBezTo>
                                    <a:pt x="687" y="308"/>
                                    <a:pt x="687" y="308"/>
                                    <a:pt x="687" y="308"/>
                                  </a:cubicBezTo>
                                  <a:cubicBezTo>
                                    <a:pt x="688" y="309"/>
                                    <a:pt x="688" y="310"/>
                                    <a:pt x="689" y="310"/>
                                  </a:cubicBezTo>
                                  <a:cubicBezTo>
                                    <a:pt x="690" y="309"/>
                                    <a:pt x="691" y="309"/>
                                    <a:pt x="692" y="309"/>
                                  </a:cubicBezTo>
                                  <a:cubicBezTo>
                                    <a:pt x="692" y="309"/>
                                    <a:pt x="692" y="309"/>
                                    <a:pt x="692" y="309"/>
                                  </a:cubicBezTo>
                                  <a:close/>
                                  <a:moveTo>
                                    <a:pt x="680" y="279"/>
                                  </a:moveTo>
                                  <a:cubicBezTo>
                                    <a:pt x="680" y="279"/>
                                    <a:pt x="680" y="279"/>
                                    <a:pt x="680" y="279"/>
                                  </a:cubicBezTo>
                                  <a:cubicBezTo>
                                    <a:pt x="681" y="279"/>
                                    <a:pt x="681" y="278"/>
                                    <a:pt x="681" y="277"/>
                                  </a:cubicBezTo>
                                  <a:cubicBezTo>
                                    <a:pt x="681" y="277"/>
                                    <a:pt x="681" y="276"/>
                                    <a:pt x="680" y="276"/>
                                  </a:cubicBezTo>
                                  <a:cubicBezTo>
                                    <a:pt x="680" y="276"/>
                                    <a:pt x="679" y="277"/>
                                    <a:pt x="679" y="277"/>
                                  </a:cubicBezTo>
                                  <a:cubicBezTo>
                                    <a:pt x="679" y="277"/>
                                    <a:pt x="679" y="277"/>
                                    <a:pt x="679" y="277"/>
                                  </a:cubicBezTo>
                                  <a:cubicBezTo>
                                    <a:pt x="680" y="278"/>
                                    <a:pt x="679" y="279"/>
                                    <a:pt x="680" y="279"/>
                                  </a:cubicBezTo>
                                  <a:close/>
                                  <a:moveTo>
                                    <a:pt x="909" y="336"/>
                                  </a:moveTo>
                                  <a:cubicBezTo>
                                    <a:pt x="909" y="337"/>
                                    <a:pt x="909" y="337"/>
                                    <a:pt x="909" y="338"/>
                                  </a:cubicBezTo>
                                  <a:cubicBezTo>
                                    <a:pt x="910" y="338"/>
                                    <a:pt x="910" y="338"/>
                                    <a:pt x="911" y="339"/>
                                  </a:cubicBezTo>
                                  <a:cubicBezTo>
                                    <a:pt x="911" y="338"/>
                                    <a:pt x="911" y="338"/>
                                    <a:pt x="911" y="337"/>
                                  </a:cubicBezTo>
                                  <a:cubicBezTo>
                                    <a:pt x="911" y="336"/>
                                    <a:pt x="911" y="336"/>
                                    <a:pt x="910" y="336"/>
                                  </a:cubicBezTo>
                                  <a:cubicBezTo>
                                    <a:pt x="910" y="336"/>
                                    <a:pt x="909" y="336"/>
                                    <a:pt x="909" y="336"/>
                                  </a:cubicBezTo>
                                  <a:close/>
                                  <a:moveTo>
                                    <a:pt x="876" y="181"/>
                                  </a:moveTo>
                                  <a:cubicBezTo>
                                    <a:pt x="876" y="181"/>
                                    <a:pt x="877" y="180"/>
                                    <a:pt x="877" y="180"/>
                                  </a:cubicBezTo>
                                  <a:cubicBezTo>
                                    <a:pt x="877" y="180"/>
                                    <a:pt x="877" y="179"/>
                                    <a:pt x="877" y="179"/>
                                  </a:cubicBezTo>
                                  <a:cubicBezTo>
                                    <a:pt x="876" y="179"/>
                                    <a:pt x="876" y="179"/>
                                    <a:pt x="876" y="180"/>
                                  </a:cubicBezTo>
                                  <a:cubicBezTo>
                                    <a:pt x="875" y="180"/>
                                    <a:pt x="875" y="180"/>
                                    <a:pt x="875" y="181"/>
                                  </a:cubicBezTo>
                                  <a:cubicBezTo>
                                    <a:pt x="875" y="181"/>
                                    <a:pt x="875" y="181"/>
                                    <a:pt x="876" y="181"/>
                                  </a:cubicBezTo>
                                  <a:close/>
                                  <a:moveTo>
                                    <a:pt x="685" y="296"/>
                                  </a:moveTo>
                                  <a:cubicBezTo>
                                    <a:pt x="685" y="296"/>
                                    <a:pt x="685" y="296"/>
                                    <a:pt x="685" y="296"/>
                                  </a:cubicBezTo>
                                  <a:cubicBezTo>
                                    <a:pt x="684" y="295"/>
                                    <a:pt x="683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3" y="297"/>
                                    <a:pt x="684" y="297"/>
                                    <a:pt x="685" y="296"/>
                                  </a:cubicBezTo>
                                  <a:close/>
                                  <a:moveTo>
                                    <a:pt x="847" y="221"/>
                                  </a:moveTo>
                                  <a:cubicBezTo>
                                    <a:pt x="848" y="221"/>
                                    <a:pt x="848" y="221"/>
                                    <a:pt x="848" y="220"/>
                                  </a:cubicBezTo>
                                  <a:cubicBezTo>
                                    <a:pt x="848" y="219"/>
                                    <a:pt x="848" y="219"/>
                                    <a:pt x="847" y="219"/>
                                  </a:cubicBezTo>
                                  <a:cubicBezTo>
                                    <a:pt x="847" y="219"/>
                                    <a:pt x="847" y="220"/>
                                    <a:pt x="847" y="220"/>
                                  </a:cubicBezTo>
                                  <a:cubicBezTo>
                                    <a:pt x="847" y="221"/>
                                    <a:pt x="847" y="221"/>
                                    <a:pt x="847" y="221"/>
                                  </a:cubicBezTo>
                                  <a:close/>
                                  <a:moveTo>
                                    <a:pt x="909" y="335"/>
                                  </a:moveTo>
                                  <a:cubicBezTo>
                                    <a:pt x="910" y="335"/>
                                    <a:pt x="910" y="335"/>
                                    <a:pt x="910" y="334"/>
                                  </a:cubicBezTo>
                                  <a:cubicBezTo>
                                    <a:pt x="910" y="334"/>
                                    <a:pt x="909" y="334"/>
                                    <a:pt x="909" y="334"/>
                                  </a:cubicBezTo>
                                  <a:cubicBezTo>
                                    <a:pt x="908" y="334"/>
                                    <a:pt x="909" y="334"/>
                                    <a:pt x="909" y="334"/>
                                  </a:cubicBezTo>
                                  <a:cubicBezTo>
                                    <a:pt x="909" y="335"/>
                                    <a:pt x="909" y="335"/>
                                    <a:pt x="909" y="335"/>
                                  </a:cubicBezTo>
                                  <a:close/>
                                  <a:moveTo>
                                    <a:pt x="547" y="185"/>
                                  </a:moveTo>
                                  <a:cubicBezTo>
                                    <a:pt x="547" y="185"/>
                                    <a:pt x="547" y="185"/>
                                    <a:pt x="547" y="185"/>
                                  </a:cubicBezTo>
                                  <a:cubicBezTo>
                                    <a:pt x="548" y="184"/>
                                    <a:pt x="549" y="184"/>
                                    <a:pt x="548" y="183"/>
                                  </a:cubicBezTo>
                                  <a:cubicBezTo>
                                    <a:pt x="548" y="183"/>
                                    <a:pt x="547" y="183"/>
                                    <a:pt x="547" y="183"/>
                                  </a:cubicBezTo>
                                  <a:cubicBezTo>
                                    <a:pt x="547" y="183"/>
                                    <a:pt x="547" y="183"/>
                                    <a:pt x="547" y="183"/>
                                  </a:cubicBezTo>
                                  <a:cubicBezTo>
                                    <a:pt x="547" y="184"/>
                                    <a:pt x="547" y="184"/>
                                    <a:pt x="547" y="185"/>
                                  </a:cubicBezTo>
                                  <a:cubicBezTo>
                                    <a:pt x="547" y="185"/>
                                    <a:pt x="547" y="185"/>
                                    <a:pt x="547" y="185"/>
                                  </a:cubicBezTo>
                                  <a:close/>
                                  <a:moveTo>
                                    <a:pt x="760" y="313"/>
                                  </a:moveTo>
                                  <a:cubicBezTo>
                                    <a:pt x="760" y="313"/>
                                    <a:pt x="760" y="313"/>
                                    <a:pt x="760" y="313"/>
                                  </a:cubicBezTo>
                                  <a:cubicBezTo>
                                    <a:pt x="760" y="312"/>
                                    <a:pt x="759" y="312"/>
                                    <a:pt x="759" y="312"/>
                                  </a:cubicBezTo>
                                  <a:cubicBezTo>
                                    <a:pt x="758" y="313"/>
                                    <a:pt x="759" y="313"/>
                                    <a:pt x="760" y="313"/>
                                  </a:cubicBezTo>
                                  <a:close/>
                                  <a:moveTo>
                                    <a:pt x="903" y="336"/>
                                  </a:moveTo>
                                  <a:cubicBezTo>
                                    <a:pt x="904" y="336"/>
                                    <a:pt x="904" y="336"/>
                                    <a:pt x="904" y="336"/>
                                  </a:cubicBezTo>
                                  <a:cubicBezTo>
                                    <a:pt x="904" y="335"/>
                                    <a:pt x="903" y="335"/>
                                    <a:pt x="903" y="335"/>
                                  </a:cubicBezTo>
                                  <a:cubicBezTo>
                                    <a:pt x="903" y="335"/>
                                    <a:pt x="902" y="335"/>
                                    <a:pt x="903" y="336"/>
                                  </a:cubicBezTo>
                                  <a:cubicBezTo>
                                    <a:pt x="903" y="336"/>
                                    <a:pt x="902" y="337"/>
                                    <a:pt x="903" y="336"/>
                                  </a:cubicBezTo>
                                  <a:close/>
                                  <a:moveTo>
                                    <a:pt x="692" y="290"/>
                                  </a:moveTo>
                                  <a:cubicBezTo>
                                    <a:pt x="692" y="290"/>
                                    <a:pt x="692" y="290"/>
                                    <a:pt x="692" y="290"/>
                                  </a:cubicBezTo>
                                  <a:cubicBezTo>
                                    <a:pt x="692" y="290"/>
                                    <a:pt x="692" y="290"/>
                                    <a:pt x="692" y="290"/>
                                  </a:cubicBezTo>
                                  <a:cubicBezTo>
                                    <a:pt x="692" y="289"/>
                                    <a:pt x="692" y="289"/>
                                    <a:pt x="692" y="289"/>
                                  </a:cubicBezTo>
                                  <a:cubicBezTo>
                                    <a:pt x="692" y="289"/>
                                    <a:pt x="692" y="289"/>
                                    <a:pt x="692" y="289"/>
                                  </a:cubicBezTo>
                                  <a:cubicBezTo>
                                    <a:pt x="692" y="289"/>
                                    <a:pt x="692" y="289"/>
                                    <a:pt x="691" y="289"/>
                                  </a:cubicBezTo>
                                  <a:cubicBezTo>
                                    <a:pt x="691" y="289"/>
                                    <a:pt x="691" y="289"/>
                                    <a:pt x="691" y="289"/>
                                  </a:cubicBezTo>
                                  <a:cubicBezTo>
                                    <a:pt x="691" y="290"/>
                                    <a:pt x="691" y="290"/>
                                    <a:pt x="691" y="290"/>
                                  </a:cubicBezTo>
                                  <a:cubicBezTo>
                                    <a:pt x="691" y="290"/>
                                    <a:pt x="691" y="290"/>
                                    <a:pt x="692" y="290"/>
                                  </a:cubicBezTo>
                                  <a:close/>
                                  <a:moveTo>
                                    <a:pt x="754" y="319"/>
                                  </a:moveTo>
                                  <a:cubicBezTo>
                                    <a:pt x="755" y="319"/>
                                    <a:pt x="755" y="318"/>
                                    <a:pt x="755" y="318"/>
                                  </a:cubicBezTo>
                                  <a:cubicBezTo>
                                    <a:pt x="755" y="318"/>
                                    <a:pt x="755" y="318"/>
                                    <a:pt x="755" y="318"/>
                                  </a:cubicBezTo>
                                  <a:cubicBezTo>
                                    <a:pt x="754" y="318"/>
                                    <a:pt x="754" y="318"/>
                                    <a:pt x="754" y="318"/>
                                  </a:cubicBezTo>
                                  <a:cubicBezTo>
                                    <a:pt x="754" y="318"/>
                                    <a:pt x="754" y="319"/>
                                    <a:pt x="754" y="319"/>
                                  </a:cubicBezTo>
                                  <a:close/>
                                  <a:moveTo>
                                    <a:pt x="967" y="358"/>
                                  </a:moveTo>
                                  <a:cubicBezTo>
                                    <a:pt x="967" y="358"/>
                                    <a:pt x="968" y="358"/>
                                    <a:pt x="968" y="359"/>
                                  </a:cubicBezTo>
                                  <a:cubicBezTo>
                                    <a:pt x="968" y="358"/>
                                    <a:pt x="968" y="358"/>
                                    <a:pt x="968" y="358"/>
                                  </a:cubicBezTo>
                                  <a:cubicBezTo>
                                    <a:pt x="968" y="358"/>
                                    <a:pt x="968" y="357"/>
                                    <a:pt x="967" y="357"/>
                                  </a:cubicBezTo>
                                  <a:cubicBezTo>
                                    <a:pt x="967" y="357"/>
                                    <a:pt x="967" y="357"/>
                                    <a:pt x="967" y="357"/>
                                  </a:cubicBezTo>
                                  <a:cubicBezTo>
                                    <a:pt x="967" y="358"/>
                                    <a:pt x="967" y="358"/>
                                    <a:pt x="967" y="358"/>
                                  </a:cubicBezTo>
                                  <a:close/>
                                  <a:moveTo>
                                    <a:pt x="714" y="313"/>
                                  </a:move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lose/>
                                  <a:moveTo>
                                    <a:pt x="716" y="313"/>
                                  </a:moveTo>
                                  <a:cubicBezTo>
                                    <a:pt x="715" y="312"/>
                                    <a:pt x="715" y="312"/>
                                    <a:pt x="714" y="313"/>
                                  </a:cubicBezTo>
                                  <a:cubicBezTo>
                                    <a:pt x="715" y="313"/>
                                    <a:pt x="716" y="313"/>
                                    <a:pt x="716" y="313"/>
                                  </a:cubicBezTo>
                                  <a:close/>
                                  <a:moveTo>
                                    <a:pt x="672" y="301"/>
                                  </a:moveTo>
                                  <a:cubicBezTo>
                                    <a:pt x="672" y="301"/>
                                    <a:pt x="672" y="301"/>
                                    <a:pt x="672" y="301"/>
                                  </a:cubicBezTo>
                                  <a:cubicBezTo>
                                    <a:pt x="672" y="301"/>
                                    <a:pt x="672" y="301"/>
                                    <a:pt x="672" y="301"/>
                                  </a:cubicBezTo>
                                  <a:cubicBezTo>
                                    <a:pt x="672" y="301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299"/>
                                    <a:pt x="672" y="299"/>
                                  </a:cubicBezTo>
                                  <a:cubicBezTo>
                                    <a:pt x="672" y="299"/>
                                    <a:pt x="671" y="299"/>
                                    <a:pt x="671" y="299"/>
                                  </a:cubicBezTo>
                                  <a:cubicBezTo>
                                    <a:pt x="671" y="299"/>
                                    <a:pt x="671" y="300"/>
                                    <a:pt x="671" y="300"/>
                                  </a:cubicBezTo>
                                  <a:cubicBezTo>
                                    <a:pt x="671" y="300"/>
                                    <a:pt x="671" y="301"/>
                                    <a:pt x="672" y="301"/>
                                  </a:cubicBezTo>
                                  <a:close/>
                                  <a:moveTo>
                                    <a:pt x="581" y="249"/>
                                  </a:moveTo>
                                  <a:cubicBezTo>
                                    <a:pt x="581" y="249"/>
                                    <a:pt x="581" y="249"/>
                                    <a:pt x="581" y="249"/>
                                  </a:cubicBezTo>
                                  <a:cubicBezTo>
                                    <a:pt x="581" y="248"/>
                                    <a:pt x="581" y="248"/>
                                    <a:pt x="580" y="248"/>
                                  </a:cubicBezTo>
                                  <a:cubicBezTo>
                                    <a:pt x="580" y="248"/>
                                    <a:pt x="580" y="249"/>
                                    <a:pt x="581" y="249"/>
                                  </a:cubicBezTo>
                                  <a:cubicBezTo>
                                    <a:pt x="581" y="249"/>
                                    <a:pt x="581" y="249"/>
                                    <a:pt x="581" y="249"/>
                                  </a:cubicBezTo>
                                  <a:close/>
                                  <a:moveTo>
                                    <a:pt x="885" y="190"/>
                                  </a:moveTo>
                                  <a:cubicBezTo>
                                    <a:pt x="886" y="190"/>
                                    <a:pt x="886" y="190"/>
                                    <a:pt x="886" y="190"/>
                                  </a:cubicBezTo>
                                  <a:cubicBezTo>
                                    <a:pt x="886" y="189"/>
                                    <a:pt x="886" y="189"/>
                                    <a:pt x="886" y="189"/>
                                  </a:cubicBezTo>
                                  <a:cubicBezTo>
                                    <a:pt x="885" y="189"/>
                                    <a:pt x="885" y="189"/>
                                    <a:pt x="885" y="190"/>
                                  </a:cubicBezTo>
                                  <a:cubicBezTo>
                                    <a:pt x="885" y="190"/>
                                    <a:pt x="885" y="190"/>
                                    <a:pt x="885" y="190"/>
                                  </a:cubicBezTo>
                                  <a:close/>
                                  <a:moveTo>
                                    <a:pt x="754" y="314"/>
                                  </a:moveTo>
                                  <a:cubicBezTo>
                                    <a:pt x="754" y="314"/>
                                    <a:pt x="753" y="314"/>
                                    <a:pt x="753" y="314"/>
                                  </a:cubicBezTo>
                                  <a:cubicBezTo>
                                    <a:pt x="753" y="315"/>
                                    <a:pt x="754" y="315"/>
                                    <a:pt x="754" y="314"/>
                                  </a:cubicBezTo>
                                  <a:close/>
                                  <a:moveTo>
                                    <a:pt x="652" y="272"/>
                                  </a:moveTo>
                                  <a:cubicBezTo>
                                    <a:pt x="652" y="272"/>
                                    <a:pt x="652" y="272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1" y="271"/>
                                    <a:pt x="651" y="271"/>
                                  </a:cubicBezTo>
                                  <a:cubicBezTo>
                                    <a:pt x="651" y="272"/>
                                    <a:pt x="652" y="272"/>
                                    <a:pt x="652" y="272"/>
                                  </a:cubicBezTo>
                                  <a:close/>
                                  <a:moveTo>
                                    <a:pt x="915" y="340"/>
                                  </a:moveTo>
                                  <a:cubicBezTo>
                                    <a:pt x="915" y="340"/>
                                    <a:pt x="915" y="340"/>
                                    <a:pt x="916" y="340"/>
                                  </a:cubicBezTo>
                                  <a:cubicBezTo>
                                    <a:pt x="916" y="339"/>
                                    <a:pt x="915" y="339"/>
                                    <a:pt x="915" y="339"/>
                                  </a:cubicBezTo>
                                  <a:cubicBezTo>
                                    <a:pt x="915" y="339"/>
                                    <a:pt x="915" y="339"/>
                                    <a:pt x="915" y="340"/>
                                  </a:cubicBezTo>
                                  <a:cubicBezTo>
                                    <a:pt x="915" y="340"/>
                                    <a:pt x="915" y="340"/>
                                    <a:pt x="915" y="340"/>
                                  </a:cubicBezTo>
                                  <a:close/>
                                  <a:moveTo>
                                    <a:pt x="543" y="177"/>
                                  </a:moveTo>
                                  <a:cubicBezTo>
                                    <a:pt x="543" y="177"/>
                                    <a:pt x="543" y="177"/>
                                    <a:pt x="543" y="177"/>
                                  </a:cubicBezTo>
                                  <a:cubicBezTo>
                                    <a:pt x="543" y="177"/>
                                    <a:pt x="543" y="177"/>
                                    <a:pt x="543" y="176"/>
                                  </a:cubicBezTo>
                                  <a:cubicBezTo>
                                    <a:pt x="544" y="176"/>
                                    <a:pt x="544" y="176"/>
                                    <a:pt x="544" y="176"/>
                                  </a:cubicBezTo>
                                  <a:cubicBezTo>
                                    <a:pt x="545" y="176"/>
                                    <a:pt x="545" y="175"/>
                                    <a:pt x="545" y="175"/>
                                  </a:cubicBezTo>
                                  <a:cubicBezTo>
                                    <a:pt x="545" y="174"/>
                                    <a:pt x="545" y="174"/>
                                    <a:pt x="545" y="174"/>
                                  </a:cubicBezTo>
                                  <a:cubicBezTo>
                                    <a:pt x="544" y="174"/>
                                    <a:pt x="544" y="173"/>
                                    <a:pt x="543" y="174"/>
                                  </a:cubicBezTo>
                                  <a:cubicBezTo>
                                    <a:pt x="543" y="174"/>
                                    <a:pt x="543" y="174"/>
                                    <a:pt x="543" y="174"/>
                                  </a:cubicBezTo>
                                  <a:cubicBezTo>
                                    <a:pt x="542" y="175"/>
                                    <a:pt x="543" y="175"/>
                                    <a:pt x="543" y="176"/>
                                  </a:cubicBezTo>
                                  <a:cubicBezTo>
                                    <a:pt x="543" y="176"/>
                                    <a:pt x="543" y="176"/>
                                    <a:pt x="543" y="176"/>
                                  </a:cubicBezTo>
                                  <a:cubicBezTo>
                                    <a:pt x="543" y="176"/>
                                    <a:pt x="543" y="176"/>
                                    <a:pt x="543" y="177"/>
                                  </a:cubicBezTo>
                                  <a:cubicBezTo>
                                    <a:pt x="543" y="177"/>
                                    <a:pt x="542" y="177"/>
                                    <a:pt x="542" y="177"/>
                                  </a:cubicBezTo>
                                  <a:cubicBezTo>
                                    <a:pt x="542" y="177"/>
                                    <a:pt x="543" y="177"/>
                                    <a:pt x="543" y="177"/>
                                  </a:cubicBezTo>
                                  <a:close/>
                                  <a:moveTo>
                                    <a:pt x="1064" y="325"/>
                                  </a:moveTo>
                                  <a:cubicBezTo>
                                    <a:pt x="1064" y="325"/>
                                    <a:pt x="1064" y="324"/>
                                    <a:pt x="1064" y="324"/>
                                  </a:cubicBezTo>
                                  <a:cubicBezTo>
                                    <a:pt x="1064" y="324"/>
                                    <a:pt x="1064" y="324"/>
                                    <a:pt x="1064" y="324"/>
                                  </a:cubicBezTo>
                                  <a:cubicBezTo>
                                    <a:pt x="1063" y="324"/>
                                    <a:pt x="1063" y="324"/>
                                    <a:pt x="1063" y="324"/>
                                  </a:cubicBezTo>
                                  <a:cubicBezTo>
                                    <a:pt x="1063" y="324"/>
                                    <a:pt x="1063" y="325"/>
                                    <a:pt x="1064" y="325"/>
                                  </a:cubicBezTo>
                                  <a:close/>
                                  <a:moveTo>
                                    <a:pt x="648" y="287"/>
                                  </a:moveTo>
                                  <a:cubicBezTo>
                                    <a:pt x="648" y="287"/>
                                    <a:pt x="648" y="287"/>
                                    <a:pt x="648" y="287"/>
                                  </a:cubicBezTo>
                                  <a:cubicBezTo>
                                    <a:pt x="648" y="287"/>
                                    <a:pt x="648" y="287"/>
                                    <a:pt x="648" y="287"/>
                                  </a:cubicBezTo>
                                  <a:cubicBezTo>
                                    <a:pt x="647" y="287"/>
                                    <a:pt x="647" y="287"/>
                                    <a:pt x="647" y="287"/>
                                  </a:cubicBezTo>
                                  <a:cubicBezTo>
                                    <a:pt x="647" y="287"/>
                                    <a:pt x="647" y="287"/>
                                    <a:pt x="647" y="287"/>
                                  </a:cubicBezTo>
                                  <a:cubicBezTo>
                                    <a:pt x="647" y="287"/>
                                    <a:pt x="647" y="287"/>
                                    <a:pt x="648" y="288"/>
                                  </a:cubicBezTo>
                                  <a:cubicBezTo>
                                    <a:pt x="648" y="288"/>
                                    <a:pt x="648" y="288"/>
                                    <a:pt x="648" y="287"/>
                                  </a:cubicBezTo>
                                  <a:close/>
                                  <a:moveTo>
                                    <a:pt x="679" y="297"/>
                                  </a:moveTo>
                                  <a:cubicBezTo>
                                    <a:pt x="679" y="297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8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7"/>
                                    <a:pt x="679" y="297"/>
                                  </a:cubicBezTo>
                                  <a:cubicBezTo>
                                    <a:pt x="679" y="297"/>
                                    <a:pt x="679" y="297"/>
                                    <a:pt x="679" y="297"/>
                                  </a:cubicBezTo>
                                  <a:close/>
                                  <a:moveTo>
                                    <a:pt x="718" y="313"/>
                                  </a:moveTo>
                                  <a:cubicBezTo>
                                    <a:pt x="718" y="313"/>
                                    <a:pt x="718" y="313"/>
                                    <a:pt x="718" y="313"/>
                                  </a:cubicBezTo>
                                  <a:cubicBezTo>
                                    <a:pt x="718" y="313"/>
                                    <a:pt x="718" y="312"/>
                                    <a:pt x="717" y="312"/>
                                  </a:cubicBezTo>
                                  <a:cubicBezTo>
                                    <a:pt x="717" y="312"/>
                                    <a:pt x="717" y="312"/>
                                    <a:pt x="717" y="313"/>
                                  </a:cubicBezTo>
                                  <a:cubicBezTo>
                                    <a:pt x="717" y="313"/>
                                    <a:pt x="717" y="313"/>
                                    <a:pt x="718" y="313"/>
                                  </a:cubicBezTo>
                                  <a:close/>
                                  <a:moveTo>
                                    <a:pt x="680" y="298"/>
                                  </a:move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lose/>
                                  <a:moveTo>
                                    <a:pt x="689" y="291"/>
                                  </a:move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90" y="291"/>
                                    <a:pt x="690" y="291"/>
                                    <a:pt x="690" y="291"/>
                                  </a:cubicBezTo>
                                  <a:cubicBezTo>
                                    <a:pt x="690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lose/>
                                  <a:moveTo>
                                    <a:pt x="673" y="305"/>
                                  </a:moveTo>
                                  <a:cubicBezTo>
                                    <a:pt x="672" y="306"/>
                                    <a:pt x="672" y="306"/>
                                    <a:pt x="672" y="306"/>
                                  </a:cubicBezTo>
                                  <a:cubicBezTo>
                                    <a:pt x="672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5"/>
                                  </a:cubicBezTo>
                                  <a:close/>
                                  <a:moveTo>
                                    <a:pt x="649" y="293"/>
                                  </a:move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8" y="293"/>
                                    <a:pt x="648" y="292"/>
                                    <a:pt x="648" y="292"/>
                                  </a:cubicBezTo>
                                  <a:cubicBezTo>
                                    <a:pt x="648" y="292"/>
                                    <a:pt x="647" y="292"/>
                                    <a:pt x="646" y="292"/>
                                  </a:cubicBezTo>
                                  <a:cubicBezTo>
                                    <a:pt x="646" y="292"/>
                                    <a:pt x="647" y="292"/>
                                    <a:pt x="647" y="292"/>
                                  </a:cubicBezTo>
                                  <a:cubicBezTo>
                                    <a:pt x="648" y="291"/>
                                    <a:pt x="649" y="292"/>
                                    <a:pt x="649" y="293"/>
                                  </a:cubicBezTo>
                                  <a:close/>
                                  <a:moveTo>
                                    <a:pt x="1103" y="423"/>
                                  </a:moveTo>
                                  <a:cubicBezTo>
                                    <a:pt x="1102" y="423"/>
                                    <a:pt x="1101" y="422"/>
                                    <a:pt x="1101" y="422"/>
                                  </a:cubicBezTo>
                                  <a:cubicBezTo>
                                    <a:pt x="1100" y="420"/>
                                    <a:pt x="1099" y="420"/>
                                    <a:pt x="1098" y="419"/>
                                  </a:cubicBezTo>
                                  <a:cubicBezTo>
                                    <a:pt x="1097" y="418"/>
                                    <a:pt x="1096" y="416"/>
                                    <a:pt x="1094" y="415"/>
                                  </a:cubicBezTo>
                                  <a:cubicBezTo>
                                    <a:pt x="1093" y="415"/>
                                    <a:pt x="1093" y="414"/>
                                    <a:pt x="1093" y="413"/>
                                  </a:cubicBezTo>
                                  <a:cubicBezTo>
                                    <a:pt x="1092" y="411"/>
                                    <a:pt x="1090" y="411"/>
                                    <a:pt x="1090" y="409"/>
                                  </a:cubicBezTo>
                                  <a:cubicBezTo>
                                    <a:pt x="1089" y="409"/>
                                    <a:pt x="1089" y="409"/>
                                    <a:pt x="1089" y="409"/>
                                  </a:cubicBezTo>
                                  <a:cubicBezTo>
                                    <a:pt x="1088" y="409"/>
                                    <a:pt x="1087" y="409"/>
                                    <a:pt x="1086" y="409"/>
                                  </a:cubicBezTo>
                                  <a:cubicBezTo>
                                    <a:pt x="1086" y="408"/>
                                    <a:pt x="1085" y="409"/>
                                    <a:pt x="1085" y="409"/>
                                  </a:cubicBezTo>
                                  <a:cubicBezTo>
                                    <a:pt x="1086" y="410"/>
                                    <a:pt x="1085" y="410"/>
                                    <a:pt x="1084" y="410"/>
                                  </a:cubicBezTo>
                                  <a:cubicBezTo>
                                    <a:pt x="1084" y="410"/>
                                    <a:pt x="1083" y="410"/>
                                    <a:pt x="1082" y="409"/>
                                  </a:cubicBezTo>
                                  <a:cubicBezTo>
                                    <a:pt x="1081" y="409"/>
                                    <a:pt x="1081" y="409"/>
                                    <a:pt x="1081" y="410"/>
                                  </a:cubicBezTo>
                                  <a:cubicBezTo>
                                    <a:pt x="1080" y="410"/>
                                    <a:pt x="1081" y="411"/>
                                    <a:pt x="1080" y="411"/>
                                  </a:cubicBezTo>
                                  <a:cubicBezTo>
                                    <a:pt x="1080" y="411"/>
                                    <a:pt x="1080" y="410"/>
                                    <a:pt x="1080" y="410"/>
                                  </a:cubicBezTo>
                                  <a:cubicBezTo>
                                    <a:pt x="1080" y="410"/>
                                    <a:pt x="1079" y="409"/>
                                    <a:pt x="1080" y="408"/>
                                  </a:cubicBezTo>
                                  <a:cubicBezTo>
                                    <a:pt x="1081" y="408"/>
                                    <a:pt x="1080" y="408"/>
                                    <a:pt x="1080" y="407"/>
                                  </a:cubicBezTo>
                                  <a:cubicBezTo>
                                    <a:pt x="1078" y="406"/>
                                    <a:pt x="1076" y="407"/>
                                    <a:pt x="1074" y="407"/>
                                  </a:cubicBezTo>
                                  <a:cubicBezTo>
                                    <a:pt x="1073" y="407"/>
                                    <a:pt x="1073" y="406"/>
                                    <a:pt x="1072" y="407"/>
                                  </a:cubicBezTo>
                                  <a:cubicBezTo>
                                    <a:pt x="1075" y="408"/>
                                    <a:pt x="1076" y="412"/>
                                    <a:pt x="1074" y="415"/>
                                  </a:cubicBezTo>
                                  <a:cubicBezTo>
                                    <a:pt x="1074" y="415"/>
                                    <a:pt x="1074" y="415"/>
                                    <a:pt x="1074" y="416"/>
                                  </a:cubicBezTo>
                                  <a:cubicBezTo>
                                    <a:pt x="1074" y="416"/>
                                    <a:pt x="1074" y="416"/>
                                    <a:pt x="1075" y="416"/>
                                  </a:cubicBezTo>
                                  <a:cubicBezTo>
                                    <a:pt x="1076" y="416"/>
                                    <a:pt x="1076" y="417"/>
                                    <a:pt x="1077" y="418"/>
                                  </a:cubicBezTo>
                                  <a:cubicBezTo>
                                    <a:pt x="1077" y="418"/>
                                    <a:pt x="1077" y="419"/>
                                    <a:pt x="1076" y="420"/>
                                  </a:cubicBezTo>
                                  <a:cubicBezTo>
                                    <a:pt x="1076" y="420"/>
                                    <a:pt x="1076" y="420"/>
                                    <a:pt x="1075" y="420"/>
                                  </a:cubicBezTo>
                                  <a:cubicBezTo>
                                    <a:pt x="1075" y="420"/>
                                    <a:pt x="1075" y="420"/>
                                    <a:pt x="1075" y="419"/>
                                  </a:cubicBezTo>
                                  <a:cubicBezTo>
                                    <a:pt x="1075" y="419"/>
                                    <a:pt x="1075" y="418"/>
                                    <a:pt x="1074" y="418"/>
                                  </a:cubicBezTo>
                                  <a:cubicBezTo>
                                    <a:pt x="1073" y="417"/>
                                    <a:pt x="1073" y="418"/>
                                    <a:pt x="1073" y="419"/>
                                  </a:cubicBezTo>
                                  <a:cubicBezTo>
                                    <a:pt x="1072" y="420"/>
                                    <a:pt x="1071" y="419"/>
                                    <a:pt x="1072" y="418"/>
                                  </a:cubicBezTo>
                                  <a:cubicBezTo>
                                    <a:pt x="1072" y="416"/>
                                    <a:pt x="1071" y="415"/>
                                    <a:pt x="1069" y="415"/>
                                  </a:cubicBezTo>
                                  <a:cubicBezTo>
                                    <a:pt x="1069" y="415"/>
                                    <a:pt x="1069" y="415"/>
                                    <a:pt x="1068" y="414"/>
                                  </a:cubicBezTo>
                                  <a:cubicBezTo>
                                    <a:pt x="1068" y="413"/>
                                    <a:pt x="1069" y="413"/>
                                    <a:pt x="1069" y="413"/>
                                  </a:cubicBezTo>
                                  <a:cubicBezTo>
                                    <a:pt x="1071" y="412"/>
                                    <a:pt x="1070" y="411"/>
                                    <a:pt x="1070" y="410"/>
                                  </a:cubicBezTo>
                                  <a:cubicBezTo>
                                    <a:pt x="1069" y="408"/>
                                    <a:pt x="1069" y="407"/>
                                    <a:pt x="1069" y="405"/>
                                  </a:cubicBezTo>
                                  <a:cubicBezTo>
                                    <a:pt x="1069" y="404"/>
                                    <a:pt x="1069" y="403"/>
                                    <a:pt x="1069" y="402"/>
                                  </a:cubicBezTo>
                                  <a:cubicBezTo>
                                    <a:pt x="1070" y="402"/>
                                    <a:pt x="1069" y="401"/>
                                    <a:pt x="1068" y="401"/>
                                  </a:cubicBezTo>
                                  <a:cubicBezTo>
                                    <a:pt x="1068" y="400"/>
                                    <a:pt x="1068" y="401"/>
                                    <a:pt x="1068" y="402"/>
                                  </a:cubicBezTo>
                                  <a:cubicBezTo>
                                    <a:pt x="1067" y="402"/>
                                    <a:pt x="1067" y="402"/>
                                    <a:pt x="1066" y="402"/>
                                  </a:cubicBezTo>
                                  <a:cubicBezTo>
                                    <a:pt x="1067" y="399"/>
                                    <a:pt x="1066" y="396"/>
                                    <a:pt x="1063" y="395"/>
                                  </a:cubicBezTo>
                                  <a:cubicBezTo>
                                    <a:pt x="1063" y="395"/>
                                    <a:pt x="1063" y="394"/>
                                    <a:pt x="1062" y="395"/>
                                  </a:cubicBezTo>
                                  <a:cubicBezTo>
                                    <a:pt x="1062" y="395"/>
                                    <a:pt x="1062" y="395"/>
                                    <a:pt x="1062" y="396"/>
                                  </a:cubicBezTo>
                                  <a:cubicBezTo>
                                    <a:pt x="1062" y="396"/>
                                    <a:pt x="1063" y="397"/>
                                    <a:pt x="1063" y="398"/>
                                  </a:cubicBezTo>
                                  <a:cubicBezTo>
                                    <a:pt x="1062" y="397"/>
                                    <a:pt x="1062" y="397"/>
                                    <a:pt x="1061" y="397"/>
                                  </a:cubicBezTo>
                                  <a:cubicBezTo>
                                    <a:pt x="1061" y="397"/>
                                    <a:pt x="1060" y="397"/>
                                    <a:pt x="1060" y="396"/>
                                  </a:cubicBezTo>
                                  <a:cubicBezTo>
                                    <a:pt x="1059" y="395"/>
                                    <a:pt x="1060" y="395"/>
                                    <a:pt x="1060" y="395"/>
                                  </a:cubicBezTo>
                                  <a:cubicBezTo>
                                    <a:pt x="1060" y="394"/>
                                    <a:pt x="1061" y="394"/>
                                    <a:pt x="1061" y="393"/>
                                  </a:cubicBezTo>
                                  <a:cubicBezTo>
                                    <a:pt x="1061" y="392"/>
                                    <a:pt x="1060" y="392"/>
                                    <a:pt x="1059" y="392"/>
                                  </a:cubicBezTo>
                                  <a:cubicBezTo>
                                    <a:pt x="1057" y="393"/>
                                    <a:pt x="1056" y="392"/>
                                    <a:pt x="1055" y="391"/>
                                  </a:cubicBezTo>
                                  <a:cubicBezTo>
                                    <a:pt x="1056" y="390"/>
                                    <a:pt x="1056" y="390"/>
                                    <a:pt x="1057" y="390"/>
                                  </a:cubicBezTo>
                                  <a:cubicBezTo>
                                    <a:pt x="1056" y="389"/>
                                    <a:pt x="1056" y="389"/>
                                    <a:pt x="1055" y="388"/>
                                  </a:cubicBezTo>
                                  <a:cubicBezTo>
                                    <a:pt x="1055" y="388"/>
                                    <a:pt x="1055" y="388"/>
                                    <a:pt x="1054" y="388"/>
                                  </a:cubicBezTo>
                                  <a:cubicBezTo>
                                    <a:pt x="1053" y="388"/>
                                    <a:pt x="1053" y="388"/>
                                    <a:pt x="1053" y="387"/>
                                  </a:cubicBezTo>
                                  <a:cubicBezTo>
                                    <a:pt x="1052" y="386"/>
                                    <a:pt x="1052" y="386"/>
                                    <a:pt x="1051" y="387"/>
                                  </a:cubicBezTo>
                                  <a:cubicBezTo>
                                    <a:pt x="1051" y="388"/>
                                    <a:pt x="1051" y="389"/>
                                    <a:pt x="1051" y="390"/>
                                  </a:cubicBezTo>
                                  <a:cubicBezTo>
                                    <a:pt x="1051" y="391"/>
                                    <a:pt x="1051" y="392"/>
                                    <a:pt x="1050" y="392"/>
                                  </a:cubicBezTo>
                                  <a:cubicBezTo>
                                    <a:pt x="1050" y="390"/>
                                    <a:pt x="1050" y="389"/>
                                    <a:pt x="1050" y="387"/>
                                  </a:cubicBezTo>
                                  <a:cubicBezTo>
                                    <a:pt x="1050" y="386"/>
                                    <a:pt x="1050" y="385"/>
                                    <a:pt x="1048" y="385"/>
                                  </a:cubicBezTo>
                                  <a:cubicBezTo>
                                    <a:pt x="1048" y="384"/>
                                    <a:pt x="1048" y="383"/>
                                    <a:pt x="1047" y="383"/>
                                  </a:cubicBezTo>
                                  <a:cubicBezTo>
                                    <a:pt x="1046" y="382"/>
                                    <a:pt x="1045" y="381"/>
                                    <a:pt x="1044" y="381"/>
                                  </a:cubicBezTo>
                                  <a:cubicBezTo>
                                    <a:pt x="1043" y="381"/>
                                    <a:pt x="1043" y="380"/>
                                    <a:pt x="1043" y="379"/>
                                  </a:cubicBezTo>
                                  <a:cubicBezTo>
                                    <a:pt x="1043" y="377"/>
                                    <a:pt x="1042" y="376"/>
                                    <a:pt x="1040" y="376"/>
                                  </a:cubicBezTo>
                                  <a:cubicBezTo>
                                    <a:pt x="1040" y="376"/>
                                    <a:pt x="1039" y="376"/>
                                    <a:pt x="1039" y="376"/>
                                  </a:cubicBezTo>
                                  <a:cubicBezTo>
                                    <a:pt x="1038" y="374"/>
                                    <a:pt x="1037" y="374"/>
                                    <a:pt x="1035" y="373"/>
                                  </a:cubicBezTo>
                                  <a:cubicBezTo>
                                    <a:pt x="1034" y="373"/>
                                    <a:pt x="1034" y="372"/>
                                    <a:pt x="1032" y="372"/>
                                  </a:cubicBezTo>
                                  <a:cubicBezTo>
                                    <a:pt x="1032" y="372"/>
                                    <a:pt x="1032" y="371"/>
                                    <a:pt x="1032" y="371"/>
                                  </a:cubicBezTo>
                                  <a:cubicBezTo>
                                    <a:pt x="1031" y="368"/>
                                    <a:pt x="1030" y="367"/>
                                    <a:pt x="1027" y="367"/>
                                  </a:cubicBezTo>
                                  <a:cubicBezTo>
                                    <a:pt x="1027" y="367"/>
                                    <a:pt x="1026" y="367"/>
                                    <a:pt x="1025" y="366"/>
                                  </a:cubicBezTo>
                                  <a:cubicBezTo>
                                    <a:pt x="1026" y="364"/>
                                    <a:pt x="1027" y="367"/>
                                    <a:pt x="1027" y="366"/>
                                  </a:cubicBezTo>
                                  <a:cubicBezTo>
                                    <a:pt x="1028" y="366"/>
                                    <a:pt x="1027" y="365"/>
                                    <a:pt x="1027" y="365"/>
                                  </a:cubicBezTo>
                                  <a:cubicBezTo>
                                    <a:pt x="1026" y="364"/>
                                    <a:pt x="1024" y="363"/>
                                    <a:pt x="1022" y="363"/>
                                  </a:cubicBezTo>
                                  <a:cubicBezTo>
                                    <a:pt x="1021" y="363"/>
                                    <a:pt x="1020" y="363"/>
                                    <a:pt x="1020" y="363"/>
                                  </a:cubicBezTo>
                                  <a:cubicBezTo>
                                    <a:pt x="1018" y="362"/>
                                    <a:pt x="1018" y="360"/>
                                    <a:pt x="1016" y="360"/>
                                  </a:cubicBezTo>
                                  <a:cubicBezTo>
                                    <a:pt x="1013" y="360"/>
                                    <a:pt x="1010" y="358"/>
                                    <a:pt x="1008" y="355"/>
                                  </a:cubicBezTo>
                                  <a:cubicBezTo>
                                    <a:pt x="1008" y="356"/>
                                    <a:pt x="1008" y="357"/>
                                    <a:pt x="1007" y="357"/>
                                  </a:cubicBezTo>
                                  <a:cubicBezTo>
                                    <a:pt x="1007" y="355"/>
                                    <a:pt x="1006" y="356"/>
                                    <a:pt x="1005" y="356"/>
                                  </a:cubicBezTo>
                                  <a:cubicBezTo>
                                    <a:pt x="1004" y="356"/>
                                    <a:pt x="1004" y="356"/>
                                    <a:pt x="1004" y="356"/>
                                  </a:cubicBezTo>
                                  <a:cubicBezTo>
                                    <a:pt x="1003" y="356"/>
                                    <a:pt x="1002" y="356"/>
                                    <a:pt x="1002" y="356"/>
                                  </a:cubicBezTo>
                                  <a:cubicBezTo>
                                    <a:pt x="1000" y="356"/>
                                    <a:pt x="997" y="357"/>
                                    <a:pt x="995" y="355"/>
                                  </a:cubicBezTo>
                                  <a:cubicBezTo>
                                    <a:pt x="994" y="354"/>
                                    <a:pt x="993" y="354"/>
                                    <a:pt x="991" y="355"/>
                                  </a:cubicBezTo>
                                  <a:cubicBezTo>
                                    <a:pt x="991" y="355"/>
                                    <a:pt x="991" y="355"/>
                                    <a:pt x="990" y="355"/>
                                  </a:cubicBezTo>
                                  <a:cubicBezTo>
                                    <a:pt x="990" y="354"/>
                                    <a:pt x="989" y="354"/>
                                    <a:pt x="989" y="355"/>
                                  </a:cubicBezTo>
                                  <a:cubicBezTo>
                                    <a:pt x="989" y="355"/>
                                    <a:pt x="989" y="355"/>
                                    <a:pt x="990" y="356"/>
                                  </a:cubicBezTo>
                                  <a:cubicBezTo>
                                    <a:pt x="990" y="356"/>
                                    <a:pt x="990" y="357"/>
                                    <a:pt x="989" y="357"/>
                                  </a:cubicBezTo>
                                  <a:cubicBezTo>
                                    <a:pt x="988" y="358"/>
                                    <a:pt x="988" y="357"/>
                                    <a:pt x="988" y="356"/>
                                  </a:cubicBezTo>
                                  <a:cubicBezTo>
                                    <a:pt x="988" y="356"/>
                                    <a:pt x="988" y="356"/>
                                    <a:pt x="987" y="356"/>
                                  </a:cubicBezTo>
                                  <a:cubicBezTo>
                                    <a:pt x="987" y="355"/>
                                    <a:pt x="986" y="355"/>
                                    <a:pt x="985" y="354"/>
                                  </a:cubicBezTo>
                                  <a:cubicBezTo>
                                    <a:pt x="985" y="354"/>
                                    <a:pt x="985" y="353"/>
                                    <a:pt x="985" y="353"/>
                                  </a:cubicBezTo>
                                  <a:cubicBezTo>
                                    <a:pt x="983" y="355"/>
                                    <a:pt x="981" y="353"/>
                                    <a:pt x="979" y="353"/>
                                  </a:cubicBezTo>
                                  <a:cubicBezTo>
                                    <a:pt x="976" y="352"/>
                                    <a:pt x="973" y="351"/>
                                    <a:pt x="970" y="350"/>
                                  </a:cubicBezTo>
                                  <a:cubicBezTo>
                                    <a:pt x="971" y="352"/>
                                    <a:pt x="970" y="353"/>
                                    <a:pt x="970" y="355"/>
                                  </a:cubicBezTo>
                                  <a:cubicBezTo>
                                    <a:pt x="970" y="358"/>
                                    <a:pt x="970" y="358"/>
                                    <a:pt x="968" y="359"/>
                                  </a:cubicBezTo>
                                  <a:cubicBezTo>
                                    <a:pt x="968" y="359"/>
                                    <a:pt x="967" y="361"/>
                                    <a:pt x="969" y="361"/>
                                  </a:cubicBezTo>
                                  <a:cubicBezTo>
                                    <a:pt x="971" y="360"/>
                                    <a:pt x="971" y="362"/>
                                    <a:pt x="972" y="363"/>
                                  </a:cubicBezTo>
                                  <a:cubicBezTo>
                                    <a:pt x="972" y="363"/>
                                    <a:pt x="972" y="364"/>
                                    <a:pt x="972" y="365"/>
                                  </a:cubicBezTo>
                                  <a:cubicBezTo>
                                    <a:pt x="973" y="366"/>
                                    <a:pt x="972" y="369"/>
                                    <a:pt x="974" y="370"/>
                                  </a:cubicBezTo>
                                  <a:cubicBezTo>
                                    <a:pt x="974" y="370"/>
                                    <a:pt x="974" y="371"/>
                                    <a:pt x="974" y="371"/>
                                  </a:cubicBezTo>
                                  <a:cubicBezTo>
                                    <a:pt x="972" y="374"/>
                                    <a:pt x="969" y="376"/>
                                    <a:pt x="965" y="376"/>
                                  </a:cubicBezTo>
                                  <a:cubicBezTo>
                                    <a:pt x="963" y="376"/>
                                    <a:pt x="963" y="375"/>
                                    <a:pt x="963" y="374"/>
                                  </a:cubicBezTo>
                                  <a:cubicBezTo>
                                    <a:pt x="963" y="373"/>
                                    <a:pt x="963" y="371"/>
                                    <a:pt x="962" y="371"/>
                                  </a:cubicBezTo>
                                  <a:cubicBezTo>
                                    <a:pt x="961" y="370"/>
                                    <a:pt x="960" y="370"/>
                                    <a:pt x="959" y="369"/>
                                  </a:cubicBezTo>
                                  <a:cubicBezTo>
                                    <a:pt x="959" y="369"/>
                                    <a:pt x="958" y="368"/>
                                    <a:pt x="957" y="368"/>
                                  </a:cubicBezTo>
                                  <a:cubicBezTo>
                                    <a:pt x="955" y="368"/>
                                    <a:pt x="955" y="368"/>
                                    <a:pt x="955" y="366"/>
                                  </a:cubicBezTo>
                                  <a:cubicBezTo>
                                    <a:pt x="955" y="363"/>
                                    <a:pt x="955" y="361"/>
                                    <a:pt x="953" y="360"/>
                                  </a:cubicBezTo>
                                  <a:cubicBezTo>
                                    <a:pt x="952" y="360"/>
                                    <a:pt x="952" y="359"/>
                                    <a:pt x="953" y="359"/>
                                  </a:cubicBezTo>
                                  <a:cubicBezTo>
                                    <a:pt x="953" y="359"/>
                                    <a:pt x="954" y="358"/>
                                    <a:pt x="954" y="359"/>
                                  </a:cubicBezTo>
                                  <a:cubicBezTo>
                                    <a:pt x="955" y="359"/>
                                    <a:pt x="956" y="360"/>
                                    <a:pt x="956" y="360"/>
                                  </a:cubicBezTo>
                                  <a:cubicBezTo>
                                    <a:pt x="957" y="360"/>
                                    <a:pt x="957" y="361"/>
                                    <a:pt x="957" y="361"/>
                                  </a:cubicBezTo>
                                  <a:cubicBezTo>
                                    <a:pt x="959" y="361"/>
                                    <a:pt x="960" y="362"/>
                                    <a:pt x="961" y="361"/>
                                  </a:cubicBezTo>
                                  <a:cubicBezTo>
                                    <a:pt x="962" y="359"/>
                                    <a:pt x="962" y="357"/>
                                    <a:pt x="963" y="356"/>
                                  </a:cubicBezTo>
                                  <a:cubicBezTo>
                                    <a:pt x="963" y="355"/>
                                    <a:pt x="962" y="354"/>
                                    <a:pt x="961" y="354"/>
                                  </a:cubicBezTo>
                                  <a:cubicBezTo>
                                    <a:pt x="960" y="354"/>
                                    <a:pt x="960" y="353"/>
                                    <a:pt x="959" y="353"/>
                                  </a:cubicBezTo>
                                  <a:cubicBezTo>
                                    <a:pt x="958" y="353"/>
                                    <a:pt x="957" y="352"/>
                                    <a:pt x="955" y="352"/>
                                  </a:cubicBezTo>
                                  <a:cubicBezTo>
                                    <a:pt x="953" y="353"/>
                                    <a:pt x="952" y="355"/>
                                    <a:pt x="951" y="357"/>
                                  </a:cubicBezTo>
                                  <a:cubicBezTo>
                                    <a:pt x="950" y="359"/>
                                    <a:pt x="949" y="360"/>
                                    <a:pt x="947" y="362"/>
                                  </a:cubicBezTo>
                                  <a:cubicBezTo>
                                    <a:pt x="946" y="363"/>
                                    <a:pt x="944" y="364"/>
                                    <a:pt x="942" y="363"/>
                                  </a:cubicBezTo>
                                  <a:cubicBezTo>
                                    <a:pt x="939" y="361"/>
                                    <a:pt x="936" y="361"/>
                                    <a:pt x="933" y="361"/>
                                  </a:cubicBezTo>
                                  <a:cubicBezTo>
                                    <a:pt x="930" y="362"/>
                                    <a:pt x="928" y="360"/>
                                    <a:pt x="927" y="358"/>
                                  </a:cubicBezTo>
                                  <a:cubicBezTo>
                                    <a:pt x="926" y="357"/>
                                    <a:pt x="926" y="357"/>
                                    <a:pt x="926" y="358"/>
                                  </a:cubicBezTo>
                                  <a:cubicBezTo>
                                    <a:pt x="925" y="360"/>
                                    <a:pt x="923" y="360"/>
                                    <a:pt x="922" y="359"/>
                                  </a:cubicBezTo>
                                  <a:cubicBezTo>
                                    <a:pt x="922" y="359"/>
                                    <a:pt x="921" y="359"/>
                                    <a:pt x="921" y="359"/>
                                  </a:cubicBezTo>
                                  <a:cubicBezTo>
                                    <a:pt x="919" y="360"/>
                                    <a:pt x="917" y="360"/>
                                    <a:pt x="915" y="360"/>
                                  </a:cubicBezTo>
                                  <a:cubicBezTo>
                                    <a:pt x="915" y="360"/>
                                    <a:pt x="914" y="360"/>
                                    <a:pt x="914" y="360"/>
                                  </a:cubicBezTo>
                                  <a:cubicBezTo>
                                    <a:pt x="913" y="362"/>
                                    <a:pt x="911" y="363"/>
                                    <a:pt x="910" y="364"/>
                                  </a:cubicBezTo>
                                  <a:cubicBezTo>
                                    <a:pt x="910" y="361"/>
                                    <a:pt x="910" y="361"/>
                                    <a:pt x="907" y="361"/>
                                  </a:cubicBezTo>
                                  <a:cubicBezTo>
                                    <a:pt x="906" y="361"/>
                                    <a:pt x="905" y="360"/>
                                    <a:pt x="905" y="360"/>
                                  </a:cubicBezTo>
                                  <a:cubicBezTo>
                                    <a:pt x="903" y="360"/>
                                    <a:pt x="901" y="359"/>
                                    <a:pt x="900" y="358"/>
                                  </a:cubicBezTo>
                                  <a:cubicBezTo>
                                    <a:pt x="897" y="357"/>
                                    <a:pt x="896" y="356"/>
                                    <a:pt x="898" y="353"/>
                                  </a:cubicBezTo>
                                  <a:cubicBezTo>
                                    <a:pt x="898" y="352"/>
                                    <a:pt x="898" y="350"/>
                                    <a:pt x="899" y="350"/>
                                  </a:cubicBezTo>
                                  <a:cubicBezTo>
                                    <a:pt x="899" y="349"/>
                                    <a:pt x="899" y="348"/>
                                    <a:pt x="899" y="347"/>
                                  </a:cubicBezTo>
                                  <a:cubicBezTo>
                                    <a:pt x="899" y="345"/>
                                    <a:pt x="898" y="343"/>
                                    <a:pt x="897" y="341"/>
                                  </a:cubicBezTo>
                                  <a:cubicBezTo>
                                    <a:pt x="896" y="338"/>
                                    <a:pt x="893" y="336"/>
                                    <a:pt x="890" y="334"/>
                                  </a:cubicBezTo>
                                  <a:cubicBezTo>
                                    <a:pt x="887" y="333"/>
                                    <a:pt x="885" y="332"/>
                                    <a:pt x="882" y="331"/>
                                  </a:cubicBezTo>
                                  <a:cubicBezTo>
                                    <a:pt x="881" y="331"/>
                                    <a:pt x="880" y="331"/>
                                    <a:pt x="878" y="331"/>
                                  </a:cubicBezTo>
                                  <a:cubicBezTo>
                                    <a:pt x="877" y="331"/>
                                    <a:pt x="876" y="332"/>
                                    <a:pt x="876" y="333"/>
                                  </a:cubicBezTo>
                                  <a:cubicBezTo>
                                    <a:pt x="875" y="333"/>
                                    <a:pt x="876" y="331"/>
                                    <a:pt x="875" y="331"/>
                                  </a:cubicBezTo>
                                  <a:cubicBezTo>
                                    <a:pt x="873" y="332"/>
                                    <a:pt x="870" y="330"/>
                                    <a:pt x="869" y="334"/>
                                  </a:cubicBezTo>
                                  <a:cubicBezTo>
                                    <a:pt x="868" y="332"/>
                                    <a:pt x="868" y="331"/>
                                    <a:pt x="866" y="332"/>
                                  </a:cubicBezTo>
                                  <a:cubicBezTo>
                                    <a:pt x="866" y="332"/>
                                    <a:pt x="866" y="332"/>
                                    <a:pt x="865" y="332"/>
                                  </a:cubicBezTo>
                                  <a:cubicBezTo>
                                    <a:pt x="861" y="333"/>
                                    <a:pt x="858" y="335"/>
                                    <a:pt x="854" y="336"/>
                                  </a:cubicBezTo>
                                  <a:cubicBezTo>
                                    <a:pt x="853" y="336"/>
                                    <a:pt x="853" y="336"/>
                                    <a:pt x="852" y="336"/>
                                  </a:cubicBezTo>
                                  <a:cubicBezTo>
                                    <a:pt x="851" y="336"/>
                                    <a:pt x="850" y="336"/>
                                    <a:pt x="849" y="337"/>
                                  </a:cubicBezTo>
                                  <a:cubicBezTo>
                                    <a:pt x="849" y="337"/>
                                    <a:pt x="849" y="337"/>
                                    <a:pt x="848" y="337"/>
                                  </a:cubicBezTo>
                                  <a:cubicBezTo>
                                    <a:pt x="847" y="335"/>
                                    <a:pt x="845" y="334"/>
                                    <a:pt x="843" y="333"/>
                                  </a:cubicBezTo>
                                  <a:cubicBezTo>
                                    <a:pt x="843" y="333"/>
                                    <a:pt x="843" y="333"/>
                                    <a:pt x="843" y="333"/>
                                  </a:cubicBezTo>
                                  <a:cubicBezTo>
                                    <a:pt x="845" y="333"/>
                                    <a:pt x="846" y="333"/>
                                    <a:pt x="844" y="331"/>
                                  </a:cubicBezTo>
                                  <a:cubicBezTo>
                                    <a:pt x="844" y="330"/>
                                    <a:pt x="843" y="329"/>
                                    <a:pt x="843" y="328"/>
                                  </a:cubicBezTo>
                                  <a:cubicBezTo>
                                    <a:pt x="842" y="326"/>
                                    <a:pt x="840" y="325"/>
                                    <a:pt x="837" y="325"/>
                                  </a:cubicBezTo>
                                  <a:cubicBezTo>
                                    <a:pt x="837" y="324"/>
                                    <a:pt x="837" y="323"/>
                                    <a:pt x="837" y="323"/>
                                  </a:cubicBezTo>
                                  <a:cubicBezTo>
                                    <a:pt x="836" y="323"/>
                                    <a:pt x="836" y="324"/>
                                    <a:pt x="836" y="325"/>
                                  </a:cubicBezTo>
                                  <a:cubicBezTo>
                                    <a:pt x="836" y="325"/>
                                    <a:pt x="836" y="325"/>
                                    <a:pt x="835" y="325"/>
                                  </a:cubicBezTo>
                                  <a:cubicBezTo>
                                    <a:pt x="835" y="324"/>
                                    <a:pt x="835" y="324"/>
                                    <a:pt x="835" y="324"/>
                                  </a:cubicBezTo>
                                  <a:cubicBezTo>
                                    <a:pt x="836" y="322"/>
                                    <a:pt x="836" y="322"/>
                                    <a:pt x="835" y="322"/>
                                  </a:cubicBezTo>
                                  <a:cubicBezTo>
                                    <a:pt x="834" y="322"/>
                                    <a:pt x="833" y="321"/>
                                    <a:pt x="833" y="320"/>
                                  </a:cubicBezTo>
                                  <a:cubicBezTo>
                                    <a:pt x="832" y="319"/>
                                    <a:pt x="832" y="318"/>
                                    <a:pt x="830" y="319"/>
                                  </a:cubicBezTo>
                                  <a:cubicBezTo>
                                    <a:pt x="829" y="319"/>
                                    <a:pt x="828" y="319"/>
                                    <a:pt x="827" y="318"/>
                                  </a:cubicBezTo>
                                  <a:cubicBezTo>
                                    <a:pt x="827" y="318"/>
                                    <a:pt x="826" y="318"/>
                                    <a:pt x="825" y="318"/>
                                  </a:cubicBezTo>
                                  <a:cubicBezTo>
                                    <a:pt x="825" y="319"/>
                                    <a:pt x="825" y="320"/>
                                    <a:pt x="826" y="320"/>
                                  </a:cubicBezTo>
                                  <a:cubicBezTo>
                                    <a:pt x="826" y="321"/>
                                    <a:pt x="826" y="321"/>
                                    <a:pt x="826" y="321"/>
                                  </a:cubicBezTo>
                                  <a:cubicBezTo>
                                    <a:pt x="825" y="320"/>
                                    <a:pt x="824" y="318"/>
                                    <a:pt x="825" y="317"/>
                                  </a:cubicBezTo>
                                  <a:cubicBezTo>
                                    <a:pt x="825" y="316"/>
                                    <a:pt x="826" y="315"/>
                                    <a:pt x="827" y="314"/>
                                  </a:cubicBezTo>
                                  <a:cubicBezTo>
                                    <a:pt x="827" y="314"/>
                                    <a:pt x="828" y="314"/>
                                    <a:pt x="828" y="315"/>
                                  </a:cubicBezTo>
                                  <a:cubicBezTo>
                                    <a:pt x="828" y="316"/>
                                    <a:pt x="829" y="316"/>
                                    <a:pt x="829" y="316"/>
                                  </a:cubicBezTo>
                                  <a:cubicBezTo>
                                    <a:pt x="832" y="316"/>
                                    <a:pt x="832" y="314"/>
                                    <a:pt x="831" y="312"/>
                                  </a:cubicBezTo>
                                  <a:cubicBezTo>
                                    <a:pt x="829" y="309"/>
                                    <a:pt x="827" y="307"/>
                                    <a:pt x="824" y="306"/>
                                  </a:cubicBezTo>
                                  <a:cubicBezTo>
                                    <a:pt x="821" y="304"/>
                                    <a:pt x="818" y="303"/>
                                    <a:pt x="815" y="304"/>
                                  </a:cubicBezTo>
                                  <a:cubicBezTo>
                                    <a:pt x="813" y="304"/>
                                    <a:pt x="812" y="304"/>
                                    <a:pt x="811" y="305"/>
                                  </a:cubicBezTo>
                                  <a:cubicBezTo>
                                    <a:pt x="809" y="308"/>
                                    <a:pt x="808" y="310"/>
                                    <a:pt x="807" y="313"/>
                                  </a:cubicBezTo>
                                  <a:cubicBezTo>
                                    <a:pt x="805" y="316"/>
                                    <a:pt x="802" y="318"/>
                                    <a:pt x="799" y="318"/>
                                  </a:cubicBezTo>
                                  <a:cubicBezTo>
                                    <a:pt x="798" y="318"/>
                                    <a:pt x="798" y="318"/>
                                    <a:pt x="797" y="318"/>
                                  </a:cubicBezTo>
                                  <a:cubicBezTo>
                                    <a:pt x="797" y="317"/>
                                    <a:pt x="797" y="316"/>
                                    <a:pt x="798" y="316"/>
                                  </a:cubicBezTo>
                                  <a:cubicBezTo>
                                    <a:pt x="798" y="316"/>
                                    <a:pt x="799" y="315"/>
                                    <a:pt x="798" y="314"/>
                                  </a:cubicBezTo>
                                  <a:cubicBezTo>
                                    <a:pt x="798" y="314"/>
                                    <a:pt x="798" y="313"/>
                                    <a:pt x="798" y="313"/>
                                  </a:cubicBezTo>
                                  <a:cubicBezTo>
                                    <a:pt x="798" y="313"/>
                                    <a:pt x="799" y="313"/>
                                    <a:pt x="799" y="313"/>
                                  </a:cubicBezTo>
                                  <a:cubicBezTo>
                                    <a:pt x="800" y="314"/>
                                    <a:pt x="801" y="314"/>
                                    <a:pt x="802" y="313"/>
                                  </a:cubicBezTo>
                                  <a:cubicBezTo>
                                    <a:pt x="803" y="312"/>
                                    <a:pt x="804" y="312"/>
                                    <a:pt x="802" y="311"/>
                                  </a:cubicBezTo>
                                  <a:cubicBezTo>
                                    <a:pt x="801" y="309"/>
                                    <a:pt x="802" y="308"/>
                                    <a:pt x="802" y="307"/>
                                  </a:cubicBezTo>
                                  <a:cubicBezTo>
                                    <a:pt x="803" y="305"/>
                                    <a:pt x="803" y="308"/>
                                    <a:pt x="804" y="307"/>
                                  </a:cubicBezTo>
                                  <a:cubicBezTo>
                                    <a:pt x="805" y="307"/>
                                    <a:pt x="804" y="308"/>
                                    <a:pt x="805" y="309"/>
                                  </a:cubicBezTo>
                                  <a:cubicBezTo>
                                    <a:pt x="805" y="308"/>
                                    <a:pt x="805" y="307"/>
                                    <a:pt x="806" y="308"/>
                                  </a:cubicBezTo>
                                  <a:cubicBezTo>
                                    <a:pt x="806" y="308"/>
                                    <a:pt x="806" y="309"/>
                                    <a:pt x="806" y="310"/>
                                  </a:cubicBezTo>
                                  <a:cubicBezTo>
                                    <a:pt x="806" y="310"/>
                                    <a:pt x="805" y="310"/>
                                    <a:pt x="805" y="310"/>
                                  </a:cubicBezTo>
                                  <a:cubicBezTo>
                                    <a:pt x="805" y="310"/>
                                    <a:pt x="804" y="311"/>
                                    <a:pt x="804" y="311"/>
                                  </a:cubicBezTo>
                                  <a:cubicBezTo>
                                    <a:pt x="804" y="312"/>
                                    <a:pt x="804" y="312"/>
                                    <a:pt x="805" y="312"/>
                                  </a:cubicBezTo>
                                  <a:cubicBezTo>
                                    <a:pt x="805" y="313"/>
                                    <a:pt x="805" y="312"/>
                                    <a:pt x="805" y="312"/>
                                  </a:cubicBezTo>
                                  <a:cubicBezTo>
                                    <a:pt x="808" y="310"/>
                                    <a:pt x="809" y="308"/>
                                    <a:pt x="810" y="306"/>
                                  </a:cubicBezTo>
                                  <a:cubicBezTo>
                                    <a:pt x="810" y="306"/>
                                    <a:pt x="810" y="305"/>
                                    <a:pt x="810" y="305"/>
                                  </a:cubicBezTo>
                                  <a:cubicBezTo>
                                    <a:pt x="810" y="304"/>
                                    <a:pt x="809" y="304"/>
                                    <a:pt x="809" y="304"/>
                                  </a:cubicBezTo>
                                  <a:cubicBezTo>
                                    <a:pt x="807" y="304"/>
                                    <a:pt x="805" y="304"/>
                                    <a:pt x="803" y="306"/>
                                  </a:cubicBezTo>
                                  <a:cubicBezTo>
                                    <a:pt x="800" y="305"/>
                                    <a:pt x="798" y="306"/>
                                    <a:pt x="795" y="307"/>
                                  </a:cubicBezTo>
                                  <a:cubicBezTo>
                                    <a:pt x="794" y="307"/>
                                    <a:pt x="794" y="308"/>
                                    <a:pt x="793" y="308"/>
                                  </a:cubicBezTo>
                                  <a:cubicBezTo>
                                    <a:pt x="792" y="307"/>
                                    <a:pt x="792" y="306"/>
                                    <a:pt x="793" y="305"/>
                                  </a:cubicBezTo>
                                  <a:cubicBezTo>
                                    <a:pt x="794" y="306"/>
                                    <a:pt x="794" y="306"/>
                                    <a:pt x="795" y="305"/>
                                  </a:cubicBezTo>
                                  <a:cubicBezTo>
                                    <a:pt x="795" y="304"/>
                                    <a:pt x="795" y="303"/>
                                    <a:pt x="796" y="303"/>
                                  </a:cubicBezTo>
                                  <a:cubicBezTo>
                                    <a:pt x="796" y="302"/>
                                    <a:pt x="798" y="301"/>
                                    <a:pt x="800" y="303"/>
                                  </a:cubicBezTo>
                                  <a:cubicBezTo>
                                    <a:pt x="800" y="303"/>
                                    <a:pt x="801" y="303"/>
                                    <a:pt x="801" y="303"/>
                                  </a:cubicBezTo>
                                  <a:cubicBezTo>
                                    <a:pt x="804" y="304"/>
                                    <a:pt x="806" y="303"/>
                                    <a:pt x="809" y="304"/>
                                  </a:cubicBezTo>
                                  <a:cubicBezTo>
                                    <a:pt x="809" y="304"/>
                                    <a:pt x="810" y="304"/>
                                    <a:pt x="810" y="303"/>
                                  </a:cubicBezTo>
                                  <a:cubicBezTo>
                                    <a:pt x="810" y="303"/>
                                    <a:pt x="809" y="303"/>
                                    <a:pt x="809" y="303"/>
                                  </a:cubicBezTo>
                                  <a:cubicBezTo>
                                    <a:pt x="807" y="302"/>
                                    <a:pt x="806" y="301"/>
                                    <a:pt x="804" y="300"/>
                                  </a:cubicBezTo>
                                  <a:cubicBezTo>
                                    <a:pt x="802" y="299"/>
                                    <a:pt x="801" y="299"/>
                                    <a:pt x="799" y="298"/>
                                  </a:cubicBezTo>
                                  <a:cubicBezTo>
                                    <a:pt x="798" y="298"/>
                                    <a:pt x="796" y="298"/>
                                    <a:pt x="794" y="297"/>
                                  </a:cubicBezTo>
                                  <a:cubicBezTo>
                                    <a:pt x="793" y="297"/>
                                    <a:pt x="791" y="296"/>
                                    <a:pt x="790" y="296"/>
                                  </a:cubicBezTo>
                                  <a:cubicBezTo>
                                    <a:pt x="786" y="295"/>
                                    <a:pt x="783" y="296"/>
                                    <a:pt x="779" y="296"/>
                                  </a:cubicBezTo>
                                  <a:cubicBezTo>
                                    <a:pt x="777" y="295"/>
                                    <a:pt x="775" y="295"/>
                                    <a:pt x="773" y="293"/>
                                  </a:cubicBezTo>
                                  <a:cubicBezTo>
                                    <a:pt x="773" y="292"/>
                                    <a:pt x="770" y="292"/>
                                    <a:pt x="769" y="292"/>
                                  </a:cubicBezTo>
                                  <a:cubicBezTo>
                                    <a:pt x="769" y="293"/>
                                    <a:pt x="770" y="294"/>
                                    <a:pt x="770" y="294"/>
                                  </a:cubicBezTo>
                                  <a:cubicBezTo>
                                    <a:pt x="770" y="295"/>
                                    <a:pt x="771" y="296"/>
                                    <a:pt x="771" y="297"/>
                                  </a:cubicBezTo>
                                  <a:cubicBezTo>
                                    <a:pt x="772" y="297"/>
                                    <a:pt x="772" y="298"/>
                                    <a:pt x="771" y="299"/>
                                  </a:cubicBezTo>
                                  <a:cubicBezTo>
                                    <a:pt x="770" y="300"/>
                                    <a:pt x="769" y="300"/>
                                    <a:pt x="768" y="300"/>
                                  </a:cubicBezTo>
                                  <a:cubicBezTo>
                                    <a:pt x="767" y="301"/>
                                    <a:pt x="765" y="301"/>
                                    <a:pt x="764" y="300"/>
                                  </a:cubicBezTo>
                                  <a:cubicBezTo>
                                    <a:pt x="762" y="300"/>
                                    <a:pt x="761" y="300"/>
                                    <a:pt x="760" y="301"/>
                                  </a:cubicBezTo>
                                  <a:cubicBezTo>
                                    <a:pt x="759" y="302"/>
                                    <a:pt x="759" y="303"/>
                                    <a:pt x="758" y="304"/>
                                  </a:cubicBezTo>
                                  <a:cubicBezTo>
                                    <a:pt x="757" y="306"/>
                                    <a:pt x="758" y="308"/>
                                    <a:pt x="760" y="308"/>
                                  </a:cubicBezTo>
                                  <a:cubicBezTo>
                                    <a:pt x="760" y="307"/>
                                    <a:pt x="760" y="306"/>
                                    <a:pt x="762" y="306"/>
                                  </a:cubicBezTo>
                                  <a:cubicBezTo>
                                    <a:pt x="762" y="306"/>
                                    <a:pt x="763" y="306"/>
                                    <a:pt x="763" y="306"/>
                                  </a:cubicBezTo>
                                  <a:cubicBezTo>
                                    <a:pt x="764" y="306"/>
                                    <a:pt x="764" y="306"/>
                                    <a:pt x="765" y="306"/>
                                  </a:cubicBezTo>
                                  <a:cubicBezTo>
                                    <a:pt x="766" y="307"/>
                                    <a:pt x="766" y="307"/>
                                    <a:pt x="765" y="308"/>
                                  </a:cubicBezTo>
                                  <a:cubicBezTo>
                                    <a:pt x="764" y="308"/>
                                    <a:pt x="763" y="307"/>
                                    <a:pt x="763" y="309"/>
                                  </a:cubicBezTo>
                                  <a:cubicBezTo>
                                    <a:pt x="763" y="309"/>
                                    <a:pt x="762" y="310"/>
                                    <a:pt x="762" y="310"/>
                                  </a:cubicBezTo>
                                  <a:cubicBezTo>
                                    <a:pt x="762" y="311"/>
                                    <a:pt x="761" y="312"/>
                                    <a:pt x="761" y="314"/>
                                  </a:cubicBezTo>
                                  <a:cubicBezTo>
                                    <a:pt x="762" y="315"/>
                                    <a:pt x="762" y="316"/>
                                    <a:pt x="762" y="317"/>
                                  </a:cubicBezTo>
                                  <a:cubicBezTo>
                                    <a:pt x="762" y="318"/>
                                    <a:pt x="762" y="319"/>
                                    <a:pt x="763" y="319"/>
                                  </a:cubicBezTo>
                                  <a:cubicBezTo>
                                    <a:pt x="763" y="320"/>
                                    <a:pt x="763" y="320"/>
                                    <a:pt x="763" y="321"/>
                                  </a:cubicBezTo>
                                  <a:cubicBezTo>
                                    <a:pt x="764" y="321"/>
                                    <a:pt x="764" y="322"/>
                                    <a:pt x="763" y="322"/>
                                  </a:cubicBezTo>
                                  <a:cubicBezTo>
                                    <a:pt x="763" y="322"/>
                                    <a:pt x="763" y="323"/>
                                    <a:pt x="762" y="323"/>
                                  </a:cubicBezTo>
                                  <a:cubicBezTo>
                                    <a:pt x="761" y="322"/>
                                    <a:pt x="760" y="322"/>
                                    <a:pt x="760" y="323"/>
                                  </a:cubicBezTo>
                                  <a:cubicBezTo>
                                    <a:pt x="759" y="324"/>
                                    <a:pt x="758" y="324"/>
                                    <a:pt x="758" y="323"/>
                                  </a:cubicBezTo>
                                  <a:cubicBezTo>
                                    <a:pt x="758" y="323"/>
                                    <a:pt x="758" y="322"/>
                                    <a:pt x="758" y="322"/>
                                  </a:cubicBezTo>
                                  <a:cubicBezTo>
                                    <a:pt x="758" y="321"/>
                                    <a:pt x="756" y="319"/>
                                    <a:pt x="755" y="319"/>
                                  </a:cubicBezTo>
                                  <a:cubicBezTo>
                                    <a:pt x="754" y="319"/>
                                    <a:pt x="755" y="321"/>
                                    <a:pt x="754" y="321"/>
                                  </a:cubicBezTo>
                                  <a:cubicBezTo>
                                    <a:pt x="754" y="322"/>
                                    <a:pt x="754" y="323"/>
                                    <a:pt x="755" y="323"/>
                                  </a:cubicBezTo>
                                  <a:cubicBezTo>
                                    <a:pt x="755" y="323"/>
                                    <a:pt x="755" y="324"/>
                                    <a:pt x="755" y="325"/>
                                  </a:cubicBezTo>
                                  <a:cubicBezTo>
                                    <a:pt x="754" y="324"/>
                                    <a:pt x="753" y="323"/>
                                    <a:pt x="754" y="322"/>
                                  </a:cubicBezTo>
                                  <a:cubicBezTo>
                                    <a:pt x="754" y="321"/>
                                    <a:pt x="754" y="321"/>
                                    <a:pt x="752" y="320"/>
                                  </a:cubicBezTo>
                                  <a:cubicBezTo>
                                    <a:pt x="751" y="320"/>
                                    <a:pt x="751" y="321"/>
                                    <a:pt x="750" y="322"/>
                                  </a:cubicBezTo>
                                  <a:cubicBezTo>
                                    <a:pt x="750" y="319"/>
                                    <a:pt x="748" y="319"/>
                                    <a:pt x="746" y="319"/>
                                  </a:cubicBezTo>
                                  <a:cubicBezTo>
                                    <a:pt x="746" y="320"/>
                                    <a:pt x="745" y="320"/>
                                    <a:pt x="745" y="320"/>
                                  </a:cubicBezTo>
                                  <a:cubicBezTo>
                                    <a:pt x="744" y="320"/>
                                    <a:pt x="744" y="320"/>
                                    <a:pt x="744" y="321"/>
                                  </a:cubicBezTo>
                                  <a:cubicBezTo>
                                    <a:pt x="744" y="322"/>
                                    <a:pt x="744" y="322"/>
                                    <a:pt x="745" y="322"/>
                                  </a:cubicBezTo>
                                  <a:cubicBezTo>
                                    <a:pt x="746" y="322"/>
                                    <a:pt x="747" y="322"/>
                                    <a:pt x="747" y="323"/>
                                  </a:cubicBezTo>
                                  <a:cubicBezTo>
                                    <a:pt x="748" y="324"/>
                                    <a:pt x="749" y="323"/>
                                    <a:pt x="750" y="323"/>
                                  </a:cubicBezTo>
                                  <a:cubicBezTo>
                                    <a:pt x="750" y="324"/>
                                    <a:pt x="751" y="326"/>
                                    <a:pt x="749" y="328"/>
                                  </a:cubicBezTo>
                                  <a:cubicBezTo>
                                    <a:pt x="749" y="328"/>
                                    <a:pt x="749" y="329"/>
                                    <a:pt x="749" y="328"/>
                                  </a:cubicBezTo>
                                  <a:cubicBezTo>
                                    <a:pt x="750" y="328"/>
                                    <a:pt x="751" y="329"/>
                                    <a:pt x="751" y="329"/>
                                  </a:cubicBezTo>
                                  <a:cubicBezTo>
                                    <a:pt x="751" y="330"/>
                                    <a:pt x="751" y="330"/>
                                    <a:pt x="750" y="330"/>
                                  </a:cubicBezTo>
                                  <a:cubicBezTo>
                                    <a:pt x="750" y="330"/>
                                    <a:pt x="749" y="330"/>
                                    <a:pt x="749" y="329"/>
                                  </a:cubicBezTo>
                                  <a:cubicBezTo>
                                    <a:pt x="748" y="328"/>
                                    <a:pt x="748" y="327"/>
                                    <a:pt x="747" y="326"/>
                                  </a:cubicBezTo>
                                  <a:cubicBezTo>
                                    <a:pt x="747" y="325"/>
                                    <a:pt x="747" y="324"/>
                                    <a:pt x="746" y="324"/>
                                  </a:cubicBezTo>
                                  <a:cubicBezTo>
                                    <a:pt x="744" y="323"/>
                                    <a:pt x="743" y="321"/>
                                    <a:pt x="740" y="322"/>
                                  </a:cubicBezTo>
                                  <a:cubicBezTo>
                                    <a:pt x="740" y="322"/>
                                    <a:pt x="740" y="322"/>
                                    <a:pt x="739" y="322"/>
                                  </a:cubicBezTo>
                                  <a:cubicBezTo>
                                    <a:pt x="740" y="321"/>
                                    <a:pt x="740" y="320"/>
                                    <a:pt x="739" y="320"/>
                                  </a:cubicBezTo>
                                  <a:cubicBezTo>
                                    <a:pt x="738" y="320"/>
                                    <a:pt x="737" y="320"/>
                                    <a:pt x="737" y="319"/>
                                  </a:cubicBezTo>
                                  <a:cubicBezTo>
                                    <a:pt x="736" y="319"/>
                                    <a:pt x="734" y="319"/>
                                    <a:pt x="733" y="320"/>
                                  </a:cubicBezTo>
                                  <a:cubicBezTo>
                                    <a:pt x="732" y="321"/>
                                    <a:pt x="730" y="322"/>
                                    <a:pt x="729" y="323"/>
                                  </a:cubicBezTo>
                                  <a:cubicBezTo>
                                    <a:pt x="727" y="325"/>
                                    <a:pt x="725" y="325"/>
                                    <a:pt x="723" y="324"/>
                                  </a:cubicBezTo>
                                  <a:cubicBezTo>
                                    <a:pt x="720" y="323"/>
                                    <a:pt x="719" y="321"/>
                                    <a:pt x="717" y="320"/>
                                  </a:cubicBezTo>
                                  <a:cubicBezTo>
                                    <a:pt x="716" y="319"/>
                                    <a:pt x="717" y="317"/>
                                    <a:pt x="715" y="316"/>
                                  </a:cubicBezTo>
                                  <a:cubicBezTo>
                                    <a:pt x="714" y="316"/>
                                    <a:pt x="714" y="316"/>
                                    <a:pt x="714" y="315"/>
                                  </a:cubicBezTo>
                                  <a:cubicBezTo>
                                    <a:pt x="714" y="314"/>
                                    <a:pt x="714" y="314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3" y="314"/>
                                  </a:cubicBezTo>
                                  <a:cubicBezTo>
                                    <a:pt x="713" y="315"/>
                                    <a:pt x="712" y="316"/>
                                    <a:pt x="712" y="317"/>
                                  </a:cubicBezTo>
                                  <a:cubicBezTo>
                                    <a:pt x="711" y="318"/>
                                    <a:pt x="711" y="320"/>
                                    <a:pt x="711" y="322"/>
                                  </a:cubicBezTo>
                                  <a:cubicBezTo>
                                    <a:pt x="710" y="323"/>
                                    <a:pt x="710" y="324"/>
                                    <a:pt x="710" y="325"/>
                                  </a:cubicBezTo>
                                  <a:cubicBezTo>
                                    <a:pt x="710" y="326"/>
                                    <a:pt x="709" y="327"/>
                                    <a:pt x="709" y="328"/>
                                  </a:cubicBezTo>
                                  <a:cubicBezTo>
                                    <a:pt x="708" y="330"/>
                                    <a:pt x="708" y="331"/>
                                    <a:pt x="708" y="333"/>
                                  </a:cubicBezTo>
                                  <a:cubicBezTo>
                                    <a:pt x="707" y="335"/>
                                    <a:pt x="706" y="336"/>
                                    <a:pt x="705" y="338"/>
                                  </a:cubicBezTo>
                                  <a:cubicBezTo>
                                    <a:pt x="705" y="338"/>
                                    <a:pt x="705" y="338"/>
                                    <a:pt x="705" y="338"/>
                                  </a:cubicBezTo>
                                  <a:cubicBezTo>
                                    <a:pt x="704" y="338"/>
                                    <a:pt x="702" y="339"/>
                                    <a:pt x="702" y="337"/>
                                  </a:cubicBezTo>
                                  <a:cubicBezTo>
                                    <a:pt x="702" y="336"/>
                                    <a:pt x="702" y="335"/>
                                    <a:pt x="701" y="335"/>
                                  </a:cubicBezTo>
                                  <a:cubicBezTo>
                                    <a:pt x="699" y="335"/>
                                    <a:pt x="697" y="334"/>
                                    <a:pt x="697" y="332"/>
                                  </a:cubicBezTo>
                                  <a:cubicBezTo>
                                    <a:pt x="698" y="331"/>
                                    <a:pt x="697" y="330"/>
                                    <a:pt x="696" y="331"/>
                                  </a:cubicBezTo>
                                  <a:cubicBezTo>
                                    <a:pt x="695" y="330"/>
                                    <a:pt x="695" y="329"/>
                                    <a:pt x="694" y="329"/>
                                  </a:cubicBezTo>
                                  <a:cubicBezTo>
                                    <a:pt x="694" y="328"/>
                                    <a:pt x="694" y="327"/>
                                    <a:pt x="693" y="327"/>
                                  </a:cubicBezTo>
                                  <a:cubicBezTo>
                                    <a:pt x="693" y="326"/>
                                    <a:pt x="692" y="326"/>
                                    <a:pt x="692" y="325"/>
                                  </a:cubicBezTo>
                                  <a:cubicBezTo>
                                    <a:pt x="693" y="324"/>
                                    <a:pt x="691" y="323"/>
                                    <a:pt x="691" y="321"/>
                                  </a:cubicBezTo>
                                  <a:cubicBezTo>
                                    <a:pt x="691" y="320"/>
                                    <a:pt x="691" y="320"/>
                                    <a:pt x="690" y="320"/>
                                  </a:cubicBezTo>
                                  <a:cubicBezTo>
                                    <a:pt x="689" y="321"/>
                                    <a:pt x="689" y="320"/>
                                    <a:pt x="688" y="319"/>
                                  </a:cubicBezTo>
                                  <a:cubicBezTo>
                                    <a:pt x="688" y="318"/>
                                    <a:pt x="688" y="318"/>
                                    <a:pt x="689" y="318"/>
                                  </a:cubicBezTo>
                                  <a:cubicBezTo>
                                    <a:pt x="689" y="317"/>
                                    <a:pt x="690" y="317"/>
                                    <a:pt x="690" y="318"/>
                                  </a:cubicBezTo>
                                  <a:cubicBezTo>
                                    <a:pt x="691" y="318"/>
                                    <a:pt x="692" y="317"/>
                                    <a:pt x="692" y="317"/>
                                  </a:cubicBezTo>
                                  <a:cubicBezTo>
                                    <a:pt x="692" y="317"/>
                                    <a:pt x="692" y="317"/>
                                    <a:pt x="692" y="317"/>
                                  </a:cubicBezTo>
                                  <a:cubicBezTo>
                                    <a:pt x="692" y="316"/>
                                    <a:pt x="693" y="315"/>
                                    <a:pt x="692" y="315"/>
                                  </a:cubicBezTo>
                                  <a:cubicBezTo>
                                    <a:pt x="691" y="315"/>
                                    <a:pt x="691" y="315"/>
                                    <a:pt x="691" y="315"/>
                                  </a:cubicBezTo>
                                  <a:cubicBezTo>
                                    <a:pt x="691" y="315"/>
                                    <a:pt x="691" y="316"/>
                                    <a:pt x="690" y="316"/>
                                  </a:cubicBezTo>
                                  <a:cubicBezTo>
                                    <a:pt x="690" y="316"/>
                                    <a:pt x="690" y="316"/>
                                    <a:pt x="690" y="316"/>
                                  </a:cubicBezTo>
                                  <a:cubicBezTo>
                                    <a:pt x="689" y="317"/>
                                    <a:pt x="689" y="317"/>
                                    <a:pt x="688" y="317"/>
                                  </a:cubicBezTo>
                                  <a:cubicBezTo>
                                    <a:pt x="688" y="316"/>
                                    <a:pt x="687" y="316"/>
                                    <a:pt x="687" y="315"/>
                                  </a:cubicBezTo>
                                  <a:cubicBezTo>
                                    <a:pt x="687" y="314"/>
                                    <a:pt x="687" y="314"/>
                                    <a:pt x="687" y="313"/>
                                  </a:cubicBezTo>
                                  <a:cubicBezTo>
                                    <a:pt x="687" y="313"/>
                                    <a:pt x="688" y="313"/>
                                    <a:pt x="688" y="313"/>
                                  </a:cubicBezTo>
                                  <a:cubicBezTo>
                                    <a:pt x="688" y="313"/>
                                    <a:pt x="688" y="313"/>
                                    <a:pt x="688" y="312"/>
                                  </a:cubicBezTo>
                                  <a:cubicBezTo>
                                    <a:pt x="688" y="311"/>
                                    <a:pt x="688" y="311"/>
                                    <a:pt x="687" y="311"/>
                                  </a:cubicBezTo>
                                  <a:cubicBezTo>
                                    <a:pt x="686" y="311"/>
                                    <a:pt x="685" y="310"/>
                                    <a:pt x="685" y="309"/>
                                  </a:cubicBezTo>
                                  <a:cubicBezTo>
                                    <a:pt x="683" y="307"/>
                                    <a:pt x="681" y="305"/>
                                    <a:pt x="679" y="303"/>
                                  </a:cubicBezTo>
                                  <a:cubicBezTo>
                                    <a:pt x="678" y="302"/>
                                    <a:pt x="676" y="302"/>
                                    <a:pt x="675" y="303"/>
                                  </a:cubicBezTo>
                                  <a:cubicBezTo>
                                    <a:pt x="675" y="303"/>
                                    <a:pt x="674" y="303"/>
                                    <a:pt x="674" y="303"/>
                                  </a:cubicBezTo>
                                  <a:cubicBezTo>
                                    <a:pt x="674" y="303"/>
                                    <a:pt x="674" y="303"/>
                                    <a:pt x="674" y="304"/>
                                  </a:cubicBezTo>
                                  <a:cubicBezTo>
                                    <a:pt x="675" y="305"/>
                                    <a:pt x="675" y="307"/>
                                    <a:pt x="675" y="309"/>
                                  </a:cubicBezTo>
                                  <a:cubicBezTo>
                                    <a:pt x="675" y="310"/>
                                    <a:pt x="675" y="310"/>
                                    <a:pt x="676" y="311"/>
                                  </a:cubicBezTo>
                                  <a:cubicBezTo>
                                    <a:pt x="676" y="311"/>
                                    <a:pt x="676" y="311"/>
                                    <a:pt x="677" y="311"/>
                                  </a:cubicBezTo>
                                  <a:cubicBezTo>
                                    <a:pt x="678" y="312"/>
                                    <a:pt x="679" y="313"/>
                                    <a:pt x="677" y="315"/>
                                  </a:cubicBezTo>
                                  <a:cubicBezTo>
                                    <a:pt x="677" y="315"/>
                                    <a:pt x="677" y="316"/>
                                    <a:pt x="677" y="316"/>
                                  </a:cubicBezTo>
                                  <a:cubicBezTo>
                                    <a:pt x="678" y="316"/>
                                    <a:pt x="678" y="316"/>
                                    <a:pt x="678" y="316"/>
                                  </a:cubicBezTo>
                                  <a:cubicBezTo>
                                    <a:pt x="678" y="317"/>
                                    <a:pt x="678" y="319"/>
                                    <a:pt x="677" y="320"/>
                                  </a:cubicBezTo>
                                  <a:cubicBezTo>
                                    <a:pt x="677" y="319"/>
                                    <a:pt x="677" y="319"/>
                                    <a:pt x="677" y="318"/>
                                  </a:cubicBezTo>
                                  <a:cubicBezTo>
                                    <a:pt x="677" y="316"/>
                                    <a:pt x="676" y="314"/>
                                    <a:pt x="675" y="312"/>
                                  </a:cubicBezTo>
                                  <a:cubicBezTo>
                                    <a:pt x="674" y="310"/>
                                    <a:pt x="672" y="310"/>
                                    <a:pt x="671" y="308"/>
                                  </a:cubicBezTo>
                                  <a:cubicBezTo>
                                    <a:pt x="671" y="307"/>
                                    <a:pt x="670" y="307"/>
                                    <a:pt x="670" y="306"/>
                                  </a:cubicBezTo>
                                  <a:cubicBezTo>
                                    <a:pt x="670" y="306"/>
                                    <a:pt x="670" y="305"/>
                                    <a:pt x="670" y="305"/>
                                  </a:cubicBezTo>
                                  <a:cubicBezTo>
                                    <a:pt x="671" y="304"/>
                                    <a:pt x="671" y="303"/>
                                    <a:pt x="672" y="302"/>
                                  </a:cubicBezTo>
                                  <a:cubicBezTo>
                                    <a:pt x="672" y="302"/>
                                    <a:pt x="671" y="301"/>
                                    <a:pt x="670" y="300"/>
                                  </a:cubicBezTo>
                                  <a:cubicBezTo>
                                    <a:pt x="670" y="300"/>
                                    <a:pt x="670" y="300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71" y="299"/>
                                    <a:pt x="671" y="299"/>
                                    <a:pt x="671" y="299"/>
                                  </a:cubicBezTo>
                                  <a:cubicBezTo>
                                    <a:pt x="671" y="299"/>
                                    <a:pt x="670" y="299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69" y="299"/>
                                    <a:pt x="669" y="299"/>
                                    <a:pt x="669" y="298"/>
                                  </a:cubicBezTo>
                                  <a:cubicBezTo>
                                    <a:pt x="669" y="298"/>
                                    <a:pt x="669" y="298"/>
                                    <a:pt x="669" y="298"/>
                                  </a:cubicBezTo>
                                  <a:cubicBezTo>
                                    <a:pt x="670" y="298"/>
                                    <a:pt x="670" y="297"/>
                                    <a:pt x="670" y="297"/>
                                  </a:cubicBezTo>
                                  <a:cubicBezTo>
                                    <a:pt x="670" y="297"/>
                                    <a:pt x="671" y="297"/>
                                    <a:pt x="671" y="296"/>
                                  </a:cubicBezTo>
                                  <a:cubicBezTo>
                                    <a:pt x="671" y="296"/>
                                    <a:pt x="671" y="296"/>
                                    <a:pt x="671" y="296"/>
                                  </a:cubicBezTo>
                                  <a:cubicBezTo>
                                    <a:pt x="671" y="295"/>
                                    <a:pt x="670" y="294"/>
                                    <a:pt x="671" y="293"/>
                                  </a:cubicBezTo>
                                  <a:cubicBezTo>
                                    <a:pt x="671" y="293"/>
                                    <a:pt x="671" y="295"/>
                                    <a:pt x="672" y="295"/>
                                  </a:cubicBezTo>
                                  <a:cubicBezTo>
                                    <a:pt x="674" y="294"/>
                                    <a:pt x="673" y="295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5"/>
                                    <a:pt x="674" y="294"/>
                                    <a:pt x="674" y="293"/>
                                  </a:cubicBezTo>
                                  <a:cubicBezTo>
                                    <a:pt x="675" y="293"/>
                                    <a:pt x="675" y="293"/>
                                    <a:pt x="675" y="293"/>
                                  </a:cubicBezTo>
                                  <a:cubicBezTo>
                                    <a:pt x="676" y="293"/>
                                    <a:pt x="676" y="292"/>
                                    <a:pt x="676" y="291"/>
                                  </a:cubicBezTo>
                                  <a:cubicBezTo>
                                    <a:pt x="676" y="291"/>
                                    <a:pt x="676" y="290"/>
                                    <a:pt x="676" y="290"/>
                                  </a:cubicBezTo>
                                  <a:cubicBezTo>
                                    <a:pt x="677" y="290"/>
                                    <a:pt x="677" y="291"/>
                                    <a:pt x="677" y="291"/>
                                  </a:cubicBezTo>
                                  <a:cubicBezTo>
                                    <a:pt x="677" y="292"/>
                                    <a:pt x="677" y="293"/>
                                    <a:pt x="678" y="292"/>
                                  </a:cubicBezTo>
                                  <a:cubicBezTo>
                                    <a:pt x="678" y="292"/>
                                    <a:pt x="679" y="292"/>
                                    <a:pt x="679" y="292"/>
                                  </a:cubicBezTo>
                                  <a:cubicBezTo>
                                    <a:pt x="679" y="292"/>
                                    <a:pt x="679" y="292"/>
                                    <a:pt x="679" y="292"/>
                                  </a:cubicBezTo>
                                  <a:cubicBezTo>
                                    <a:pt x="678" y="293"/>
                                    <a:pt x="678" y="293"/>
                                    <a:pt x="677" y="293"/>
                                  </a:cubicBezTo>
                                  <a:cubicBezTo>
                                    <a:pt x="677" y="293"/>
                                    <a:pt x="677" y="293"/>
                                    <a:pt x="677" y="293"/>
                                  </a:cubicBezTo>
                                  <a:cubicBezTo>
                                    <a:pt x="679" y="295"/>
                                    <a:pt x="679" y="295"/>
                                    <a:pt x="681" y="293"/>
                                  </a:cubicBezTo>
                                  <a:cubicBezTo>
                                    <a:pt x="681" y="294"/>
                                    <a:pt x="681" y="294"/>
                                    <a:pt x="682" y="294"/>
                                  </a:cubicBezTo>
                                  <a:cubicBezTo>
                                    <a:pt x="683" y="294"/>
                                    <a:pt x="683" y="294"/>
                                    <a:pt x="683" y="294"/>
                                  </a:cubicBezTo>
                                  <a:cubicBezTo>
                                    <a:pt x="684" y="293"/>
                                    <a:pt x="684" y="292"/>
                                    <a:pt x="685" y="291"/>
                                  </a:cubicBezTo>
                                  <a:cubicBezTo>
                                    <a:pt x="686" y="294"/>
                                    <a:pt x="687" y="294"/>
                                    <a:pt x="689" y="292"/>
                                  </a:cubicBezTo>
                                  <a:cubicBezTo>
                                    <a:pt x="687" y="292"/>
                                    <a:pt x="686" y="291"/>
                                    <a:pt x="685" y="291"/>
                                  </a:cubicBezTo>
                                  <a:cubicBezTo>
                                    <a:pt x="684" y="290"/>
                                    <a:pt x="683" y="290"/>
                                    <a:pt x="682" y="291"/>
                                  </a:cubicBezTo>
                                  <a:cubicBezTo>
                                    <a:pt x="681" y="292"/>
                                    <a:pt x="680" y="291"/>
                                    <a:pt x="680" y="290"/>
                                  </a:cubicBezTo>
                                  <a:cubicBezTo>
                                    <a:pt x="680" y="290"/>
                                    <a:pt x="679" y="290"/>
                                    <a:pt x="679" y="290"/>
                                  </a:cubicBezTo>
                                  <a:cubicBezTo>
                                    <a:pt x="679" y="290"/>
                                    <a:pt x="679" y="290"/>
                                    <a:pt x="680" y="290"/>
                                  </a:cubicBezTo>
                                  <a:cubicBezTo>
                                    <a:pt x="680" y="289"/>
                                    <a:pt x="680" y="289"/>
                                    <a:pt x="680" y="289"/>
                                  </a:cubicBezTo>
                                  <a:cubicBezTo>
                                    <a:pt x="680" y="289"/>
                                    <a:pt x="680" y="289"/>
                                    <a:pt x="680" y="289"/>
                                  </a:cubicBezTo>
                                  <a:cubicBezTo>
                                    <a:pt x="681" y="290"/>
                                    <a:pt x="683" y="289"/>
                                    <a:pt x="684" y="290"/>
                                  </a:cubicBezTo>
                                  <a:cubicBezTo>
                                    <a:pt x="685" y="290"/>
                                    <a:pt x="686" y="289"/>
                                    <a:pt x="686" y="289"/>
                                  </a:cubicBezTo>
                                  <a:cubicBezTo>
                                    <a:pt x="687" y="288"/>
                                    <a:pt x="687" y="288"/>
                                    <a:pt x="687" y="287"/>
                                  </a:cubicBezTo>
                                  <a:cubicBezTo>
                                    <a:pt x="687" y="286"/>
                                    <a:pt x="688" y="285"/>
                                    <a:pt x="688" y="285"/>
                                  </a:cubicBezTo>
                                  <a:cubicBezTo>
                                    <a:pt x="688" y="284"/>
                                    <a:pt x="689" y="284"/>
                                    <a:pt x="689" y="283"/>
                                  </a:cubicBezTo>
                                  <a:cubicBezTo>
                                    <a:pt x="688" y="283"/>
                                    <a:pt x="685" y="282"/>
                                    <a:pt x="684" y="283"/>
                                  </a:cubicBezTo>
                                  <a:cubicBezTo>
                                    <a:pt x="684" y="283"/>
                                    <a:pt x="684" y="283"/>
                                    <a:pt x="684" y="283"/>
                                  </a:cubicBezTo>
                                  <a:cubicBezTo>
                                    <a:pt x="684" y="284"/>
                                    <a:pt x="684" y="284"/>
                                    <a:pt x="683" y="284"/>
                                  </a:cubicBezTo>
                                  <a:cubicBezTo>
                                    <a:pt x="683" y="285"/>
                                    <a:pt x="682" y="285"/>
                                    <a:pt x="681" y="285"/>
                                  </a:cubicBezTo>
                                  <a:cubicBezTo>
                                    <a:pt x="681" y="284"/>
                                    <a:pt x="682" y="284"/>
                                    <a:pt x="682" y="284"/>
                                  </a:cubicBezTo>
                                  <a:cubicBezTo>
                                    <a:pt x="683" y="283"/>
                                    <a:pt x="683" y="283"/>
                                    <a:pt x="684" y="282"/>
                                  </a:cubicBezTo>
                                  <a:cubicBezTo>
                                    <a:pt x="684" y="282"/>
                                    <a:pt x="685" y="282"/>
                                    <a:pt x="685" y="282"/>
                                  </a:cubicBezTo>
                                  <a:cubicBezTo>
                                    <a:pt x="685" y="281"/>
                                    <a:pt x="685" y="281"/>
                                    <a:pt x="685" y="281"/>
                                  </a:cubicBezTo>
                                  <a:cubicBezTo>
                                    <a:pt x="685" y="280"/>
                                    <a:pt x="685" y="280"/>
                                    <a:pt x="685" y="280"/>
                                  </a:cubicBezTo>
                                  <a:cubicBezTo>
                                    <a:pt x="685" y="280"/>
                                    <a:pt x="684" y="280"/>
                                    <a:pt x="684" y="280"/>
                                  </a:cubicBezTo>
                                  <a:cubicBezTo>
                                    <a:pt x="683" y="280"/>
                                    <a:pt x="683" y="281"/>
                                    <a:pt x="683" y="281"/>
                                  </a:cubicBezTo>
                                  <a:cubicBezTo>
                                    <a:pt x="683" y="281"/>
                                    <a:pt x="683" y="281"/>
                                    <a:pt x="683" y="281"/>
                                  </a:cubicBezTo>
                                  <a:cubicBezTo>
                                    <a:pt x="683" y="281"/>
                                    <a:pt x="682" y="282"/>
                                    <a:pt x="682" y="282"/>
                                  </a:cubicBezTo>
                                  <a:cubicBezTo>
                                    <a:pt x="682" y="279"/>
                                    <a:pt x="682" y="279"/>
                                    <a:pt x="680" y="280"/>
                                  </a:cubicBezTo>
                                  <a:cubicBezTo>
                                    <a:pt x="680" y="280"/>
                                    <a:pt x="679" y="280"/>
                                    <a:pt x="679" y="280"/>
                                  </a:cubicBezTo>
                                  <a:cubicBezTo>
                                    <a:pt x="678" y="280"/>
                                    <a:pt x="679" y="279"/>
                                    <a:pt x="678" y="278"/>
                                  </a:cubicBezTo>
                                  <a:cubicBezTo>
                                    <a:pt x="678" y="277"/>
                                    <a:pt x="678" y="277"/>
                                    <a:pt x="677" y="276"/>
                                  </a:cubicBezTo>
                                  <a:cubicBezTo>
                                    <a:pt x="677" y="276"/>
                                    <a:pt x="676" y="276"/>
                                    <a:pt x="675" y="277"/>
                                  </a:cubicBezTo>
                                  <a:cubicBezTo>
                                    <a:pt x="675" y="277"/>
                                    <a:pt x="675" y="277"/>
                                    <a:pt x="675" y="277"/>
                                  </a:cubicBezTo>
                                  <a:cubicBezTo>
                                    <a:pt x="675" y="277"/>
                                    <a:pt x="675" y="278"/>
                                    <a:pt x="675" y="278"/>
                                  </a:cubicBezTo>
                                  <a:cubicBezTo>
                                    <a:pt x="675" y="279"/>
                                    <a:pt x="676" y="279"/>
                                    <a:pt x="676" y="279"/>
                                  </a:cubicBezTo>
                                  <a:cubicBezTo>
                                    <a:pt x="676" y="279"/>
                                    <a:pt x="676" y="279"/>
                                    <a:pt x="676" y="279"/>
                                  </a:cubicBezTo>
                                  <a:cubicBezTo>
                                    <a:pt x="675" y="280"/>
                                    <a:pt x="675" y="281"/>
                                    <a:pt x="675" y="281"/>
                                  </a:cubicBezTo>
                                  <a:cubicBezTo>
                                    <a:pt x="675" y="281"/>
                                    <a:pt x="675" y="281"/>
                                    <a:pt x="675" y="280"/>
                                  </a:cubicBezTo>
                                  <a:cubicBezTo>
                                    <a:pt x="675" y="280"/>
                                    <a:pt x="675" y="280"/>
                                    <a:pt x="675" y="280"/>
                                  </a:cubicBezTo>
                                  <a:cubicBezTo>
                                    <a:pt x="675" y="279"/>
                                    <a:pt x="674" y="278"/>
                                    <a:pt x="673" y="278"/>
                                  </a:cubicBezTo>
                                  <a:cubicBezTo>
                                    <a:pt x="673" y="278"/>
                                    <a:pt x="673" y="278"/>
                                    <a:pt x="673" y="278"/>
                                  </a:cubicBezTo>
                                  <a:cubicBezTo>
                                    <a:pt x="673" y="280"/>
                                    <a:pt x="673" y="281"/>
                                    <a:pt x="674" y="283"/>
                                  </a:cubicBezTo>
                                  <a:cubicBezTo>
                                    <a:pt x="674" y="284"/>
                                    <a:pt x="674" y="285"/>
                                    <a:pt x="674" y="285"/>
                                  </a:cubicBezTo>
                                  <a:cubicBezTo>
                                    <a:pt x="673" y="285"/>
                                    <a:pt x="673" y="285"/>
                                    <a:pt x="673" y="286"/>
                                  </a:cubicBezTo>
                                  <a:cubicBezTo>
                                    <a:pt x="672" y="284"/>
                                    <a:pt x="673" y="282"/>
                                    <a:pt x="672" y="280"/>
                                  </a:cubicBezTo>
                                  <a:cubicBezTo>
                                    <a:pt x="672" y="280"/>
                                    <a:pt x="672" y="280"/>
                                    <a:pt x="672" y="280"/>
                                  </a:cubicBezTo>
                                  <a:cubicBezTo>
                                    <a:pt x="672" y="279"/>
                                    <a:pt x="672" y="278"/>
                                    <a:pt x="672" y="277"/>
                                  </a:cubicBezTo>
                                  <a:cubicBezTo>
                                    <a:pt x="672" y="276"/>
                                    <a:pt x="671" y="276"/>
                                    <a:pt x="670" y="276"/>
                                  </a:cubicBezTo>
                                  <a:cubicBezTo>
                                    <a:pt x="670" y="276"/>
                                    <a:pt x="670" y="276"/>
                                    <a:pt x="670" y="276"/>
                                  </a:cubicBezTo>
                                  <a:cubicBezTo>
                                    <a:pt x="670" y="276"/>
                                    <a:pt x="670" y="276"/>
                                    <a:pt x="670" y="277"/>
                                  </a:cubicBezTo>
                                  <a:cubicBezTo>
                                    <a:pt x="669" y="277"/>
                                    <a:pt x="669" y="277"/>
                                    <a:pt x="669" y="277"/>
                                  </a:cubicBezTo>
                                  <a:cubicBezTo>
                                    <a:pt x="669" y="277"/>
                                    <a:pt x="668" y="277"/>
                                    <a:pt x="668" y="277"/>
                                  </a:cubicBezTo>
                                  <a:cubicBezTo>
                                    <a:pt x="668" y="278"/>
                                    <a:pt x="668" y="278"/>
                                    <a:pt x="668" y="278"/>
                                  </a:cubicBezTo>
                                  <a:cubicBezTo>
                                    <a:pt x="667" y="278"/>
                                    <a:pt x="667" y="278"/>
                                    <a:pt x="667" y="277"/>
                                  </a:cubicBezTo>
                                  <a:cubicBezTo>
                                    <a:pt x="666" y="276"/>
                                    <a:pt x="664" y="276"/>
                                    <a:pt x="664" y="275"/>
                                  </a:cubicBezTo>
                                  <a:cubicBezTo>
                                    <a:pt x="663" y="274"/>
                                    <a:pt x="663" y="273"/>
                                    <a:pt x="662" y="273"/>
                                  </a:cubicBezTo>
                                  <a:cubicBezTo>
                                    <a:pt x="661" y="272"/>
                                    <a:pt x="659" y="272"/>
                                    <a:pt x="658" y="270"/>
                                  </a:cubicBezTo>
                                  <a:cubicBezTo>
                                    <a:pt x="658" y="270"/>
                                    <a:pt x="658" y="270"/>
                                    <a:pt x="658" y="270"/>
                                  </a:cubicBezTo>
                                  <a:cubicBezTo>
                                    <a:pt x="658" y="270"/>
                                    <a:pt x="658" y="270"/>
                                    <a:pt x="658" y="270"/>
                                  </a:cubicBezTo>
                                  <a:cubicBezTo>
                                    <a:pt x="657" y="271"/>
                                    <a:pt x="657" y="272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5" y="273"/>
                                    <a:pt x="655" y="274"/>
                                    <a:pt x="655" y="274"/>
                                  </a:cubicBezTo>
                                  <a:cubicBezTo>
                                    <a:pt x="654" y="274"/>
                                    <a:pt x="655" y="273"/>
                                    <a:pt x="654" y="273"/>
                                  </a:cubicBezTo>
                                  <a:cubicBezTo>
                                    <a:pt x="653" y="274"/>
                                    <a:pt x="653" y="273"/>
                                    <a:pt x="652" y="273"/>
                                  </a:cubicBezTo>
                                  <a:cubicBezTo>
                                    <a:pt x="652" y="273"/>
                                    <a:pt x="652" y="273"/>
                                    <a:pt x="652" y="273"/>
                                  </a:cubicBezTo>
                                  <a:cubicBezTo>
                                    <a:pt x="652" y="273"/>
                                    <a:pt x="652" y="273"/>
                                    <a:pt x="652" y="273"/>
                                  </a:cubicBezTo>
                                  <a:cubicBezTo>
                                    <a:pt x="652" y="275"/>
                                    <a:pt x="651" y="277"/>
                                    <a:pt x="651" y="279"/>
                                  </a:cubicBezTo>
                                  <a:cubicBezTo>
                                    <a:pt x="651" y="279"/>
                                    <a:pt x="652" y="280"/>
                                    <a:pt x="652" y="280"/>
                                  </a:cubicBezTo>
                                  <a:cubicBezTo>
                                    <a:pt x="651" y="282"/>
                                    <a:pt x="652" y="283"/>
                                    <a:pt x="653" y="284"/>
                                  </a:cubicBezTo>
                                  <a:cubicBezTo>
                                    <a:pt x="653" y="284"/>
                                    <a:pt x="653" y="285"/>
                                    <a:pt x="652" y="286"/>
                                  </a:cubicBezTo>
                                  <a:cubicBezTo>
                                    <a:pt x="652" y="286"/>
                                    <a:pt x="652" y="286"/>
                                    <a:pt x="652" y="286"/>
                                  </a:cubicBezTo>
                                  <a:cubicBezTo>
                                    <a:pt x="652" y="286"/>
                                    <a:pt x="652" y="286"/>
                                    <a:pt x="652" y="286"/>
                                  </a:cubicBezTo>
                                  <a:cubicBezTo>
                                    <a:pt x="651" y="287"/>
                                    <a:pt x="650" y="288"/>
                                    <a:pt x="651" y="289"/>
                                  </a:cubicBezTo>
                                  <a:cubicBezTo>
                                    <a:pt x="652" y="289"/>
                                    <a:pt x="651" y="290"/>
                                    <a:pt x="651" y="290"/>
                                  </a:cubicBezTo>
                                  <a:cubicBezTo>
                                    <a:pt x="651" y="290"/>
                                    <a:pt x="651" y="290"/>
                                    <a:pt x="651" y="290"/>
                                  </a:cubicBezTo>
                                  <a:cubicBezTo>
                                    <a:pt x="650" y="291"/>
                                    <a:pt x="649" y="290"/>
                                    <a:pt x="649" y="290"/>
                                  </a:cubicBezTo>
                                  <a:cubicBezTo>
                                    <a:pt x="649" y="289"/>
                                    <a:pt x="647" y="289"/>
                                    <a:pt x="647" y="288"/>
                                  </a:cubicBezTo>
                                  <a:cubicBezTo>
                                    <a:pt x="647" y="288"/>
                                    <a:pt x="646" y="287"/>
                                    <a:pt x="646" y="287"/>
                                  </a:cubicBezTo>
                                  <a:cubicBezTo>
                                    <a:pt x="645" y="288"/>
                                    <a:pt x="645" y="288"/>
                                    <a:pt x="646" y="289"/>
                                  </a:cubicBezTo>
                                  <a:cubicBezTo>
                                    <a:pt x="647" y="290"/>
                                    <a:pt x="648" y="291"/>
                                    <a:pt x="650" y="291"/>
                                  </a:cubicBezTo>
                                  <a:cubicBezTo>
                                    <a:pt x="650" y="292"/>
                                    <a:pt x="650" y="292"/>
                                    <a:pt x="651" y="292"/>
                                  </a:cubicBezTo>
                                  <a:cubicBezTo>
                                    <a:pt x="651" y="292"/>
                                    <a:pt x="652" y="292"/>
                                    <a:pt x="652" y="293"/>
                                  </a:cubicBezTo>
                                  <a:cubicBezTo>
                                    <a:pt x="652" y="293"/>
                                    <a:pt x="652" y="293"/>
                                    <a:pt x="652" y="293"/>
                                  </a:cubicBezTo>
                                  <a:cubicBezTo>
                                    <a:pt x="651" y="293"/>
                                    <a:pt x="651" y="294"/>
                                    <a:pt x="652" y="294"/>
                                  </a:cubicBezTo>
                                  <a:cubicBezTo>
                                    <a:pt x="652" y="294"/>
                                    <a:pt x="652" y="295"/>
                                    <a:pt x="653" y="294"/>
                                  </a:cubicBezTo>
                                  <a:cubicBezTo>
                                    <a:pt x="653" y="294"/>
                                    <a:pt x="653" y="294"/>
                                    <a:pt x="653" y="294"/>
                                  </a:cubicBezTo>
                                  <a:cubicBezTo>
                                    <a:pt x="653" y="294"/>
                                    <a:pt x="652" y="294"/>
                                    <a:pt x="652" y="293"/>
                                  </a:cubicBezTo>
                                  <a:cubicBezTo>
                                    <a:pt x="654" y="294"/>
                                    <a:pt x="656" y="293"/>
                                    <a:pt x="657" y="295"/>
                                  </a:cubicBezTo>
                                  <a:cubicBezTo>
                                    <a:pt x="656" y="296"/>
                                    <a:pt x="656" y="295"/>
                                    <a:pt x="655" y="295"/>
                                  </a:cubicBezTo>
                                  <a:cubicBezTo>
                                    <a:pt x="655" y="295"/>
                                    <a:pt x="654" y="295"/>
                                    <a:pt x="654" y="295"/>
                                  </a:cubicBezTo>
                                  <a:cubicBezTo>
                                    <a:pt x="652" y="296"/>
                                    <a:pt x="650" y="294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8" y="293"/>
                                    <a:pt x="648" y="293"/>
                                    <a:pt x="647" y="293"/>
                                  </a:cubicBezTo>
                                  <a:cubicBezTo>
                                    <a:pt x="645" y="292"/>
                                    <a:pt x="643" y="291"/>
                                    <a:pt x="641" y="290"/>
                                  </a:cubicBezTo>
                                  <a:cubicBezTo>
                                    <a:pt x="639" y="289"/>
                                    <a:pt x="638" y="289"/>
                                    <a:pt x="637" y="290"/>
                                  </a:cubicBezTo>
                                  <a:cubicBezTo>
                                    <a:pt x="636" y="290"/>
                                    <a:pt x="635" y="290"/>
                                    <a:pt x="634" y="290"/>
                                  </a:cubicBezTo>
                                  <a:cubicBezTo>
                                    <a:pt x="633" y="289"/>
                                    <a:pt x="631" y="289"/>
                                    <a:pt x="629" y="289"/>
                                  </a:cubicBezTo>
                                  <a:cubicBezTo>
                                    <a:pt x="628" y="288"/>
                                    <a:pt x="628" y="289"/>
                                    <a:pt x="627" y="288"/>
                                  </a:cubicBezTo>
                                  <a:cubicBezTo>
                                    <a:pt x="627" y="288"/>
                                    <a:pt x="628" y="288"/>
                                    <a:pt x="628" y="288"/>
                                  </a:cubicBezTo>
                                  <a:cubicBezTo>
                                    <a:pt x="628" y="287"/>
                                    <a:pt x="629" y="288"/>
                                    <a:pt x="629" y="288"/>
                                  </a:cubicBezTo>
                                  <a:cubicBezTo>
                                    <a:pt x="629" y="288"/>
                                    <a:pt x="630" y="289"/>
                                    <a:pt x="630" y="288"/>
                                  </a:cubicBezTo>
                                  <a:cubicBezTo>
                                    <a:pt x="630" y="288"/>
                                    <a:pt x="630" y="288"/>
                                    <a:pt x="630" y="288"/>
                                  </a:cubicBezTo>
                                  <a:cubicBezTo>
                                    <a:pt x="631" y="287"/>
                                    <a:pt x="631" y="285"/>
                                    <a:pt x="629" y="285"/>
                                  </a:cubicBezTo>
                                  <a:cubicBezTo>
                                    <a:pt x="629" y="285"/>
                                    <a:pt x="628" y="285"/>
                                    <a:pt x="628" y="285"/>
                                  </a:cubicBezTo>
                                  <a:cubicBezTo>
                                    <a:pt x="627" y="285"/>
                                    <a:pt x="626" y="284"/>
                                    <a:pt x="626" y="284"/>
                                  </a:cubicBezTo>
                                  <a:cubicBezTo>
                                    <a:pt x="625" y="284"/>
                                    <a:pt x="625" y="285"/>
                                    <a:pt x="625" y="285"/>
                                  </a:cubicBezTo>
                                  <a:cubicBezTo>
                                    <a:pt x="625" y="286"/>
                                    <a:pt x="626" y="286"/>
                                    <a:pt x="626" y="287"/>
                                  </a:cubicBezTo>
                                  <a:cubicBezTo>
                                    <a:pt x="626" y="287"/>
                                    <a:pt x="626" y="287"/>
                                    <a:pt x="626" y="287"/>
                                  </a:cubicBezTo>
                                  <a:cubicBezTo>
                                    <a:pt x="624" y="287"/>
                                    <a:pt x="623" y="287"/>
                                    <a:pt x="621" y="286"/>
                                  </a:cubicBezTo>
                                  <a:cubicBezTo>
                                    <a:pt x="619" y="285"/>
                                    <a:pt x="617" y="283"/>
                                    <a:pt x="618" y="280"/>
                                  </a:cubicBezTo>
                                  <a:cubicBezTo>
                                    <a:pt x="618" y="279"/>
                                    <a:pt x="618" y="279"/>
                                    <a:pt x="618" y="278"/>
                                  </a:cubicBezTo>
                                  <a:cubicBezTo>
                                    <a:pt x="618" y="278"/>
                                    <a:pt x="619" y="278"/>
                                    <a:pt x="619" y="278"/>
                                  </a:cubicBezTo>
                                  <a:cubicBezTo>
                                    <a:pt x="619" y="278"/>
                                    <a:pt x="620" y="278"/>
                                    <a:pt x="620" y="278"/>
                                  </a:cubicBezTo>
                                  <a:cubicBezTo>
                                    <a:pt x="620" y="278"/>
                                    <a:pt x="621" y="278"/>
                                    <a:pt x="621" y="278"/>
                                  </a:cubicBezTo>
                                  <a:cubicBezTo>
                                    <a:pt x="621" y="277"/>
                                    <a:pt x="620" y="276"/>
                                    <a:pt x="619" y="276"/>
                                  </a:cubicBezTo>
                                  <a:cubicBezTo>
                                    <a:pt x="619" y="275"/>
                                    <a:pt x="618" y="275"/>
                                    <a:pt x="618" y="275"/>
                                  </a:cubicBezTo>
                                  <a:cubicBezTo>
                                    <a:pt x="616" y="275"/>
                                    <a:pt x="614" y="275"/>
                                    <a:pt x="612" y="275"/>
                                  </a:cubicBezTo>
                                  <a:cubicBezTo>
                                    <a:pt x="611" y="275"/>
                                    <a:pt x="610" y="275"/>
                                    <a:pt x="609" y="275"/>
                                  </a:cubicBezTo>
                                  <a:cubicBezTo>
                                    <a:pt x="608" y="274"/>
                                    <a:pt x="607" y="273"/>
                                    <a:pt x="605" y="273"/>
                                  </a:cubicBezTo>
                                  <a:cubicBezTo>
                                    <a:pt x="603" y="273"/>
                                    <a:pt x="602" y="273"/>
                                    <a:pt x="600" y="272"/>
                                  </a:cubicBezTo>
                                  <a:cubicBezTo>
                                    <a:pt x="598" y="271"/>
                                    <a:pt x="597" y="272"/>
                                    <a:pt x="596" y="273"/>
                                  </a:cubicBezTo>
                                  <a:cubicBezTo>
                                    <a:pt x="595" y="273"/>
                                    <a:pt x="595" y="273"/>
                                    <a:pt x="595" y="273"/>
                                  </a:cubicBezTo>
                                  <a:cubicBezTo>
                                    <a:pt x="595" y="274"/>
                                    <a:pt x="594" y="274"/>
                                    <a:pt x="594" y="274"/>
                                  </a:cubicBezTo>
                                  <a:cubicBezTo>
                                    <a:pt x="594" y="275"/>
                                    <a:pt x="593" y="275"/>
                                    <a:pt x="593" y="275"/>
                                  </a:cubicBezTo>
                                  <a:cubicBezTo>
                                    <a:pt x="591" y="274"/>
                                    <a:pt x="589" y="275"/>
                                    <a:pt x="587" y="276"/>
                                  </a:cubicBezTo>
                                  <a:cubicBezTo>
                                    <a:pt x="586" y="276"/>
                                    <a:pt x="586" y="276"/>
                                    <a:pt x="586" y="276"/>
                                  </a:cubicBezTo>
                                  <a:cubicBezTo>
                                    <a:pt x="585" y="277"/>
                                    <a:pt x="585" y="278"/>
                                    <a:pt x="585" y="279"/>
                                  </a:cubicBezTo>
                                  <a:cubicBezTo>
                                    <a:pt x="586" y="280"/>
                                    <a:pt x="587" y="280"/>
                                    <a:pt x="587" y="280"/>
                                  </a:cubicBezTo>
                                  <a:cubicBezTo>
                                    <a:pt x="588" y="281"/>
                                    <a:pt x="588" y="281"/>
                                    <a:pt x="589" y="281"/>
                                  </a:cubicBezTo>
                                  <a:cubicBezTo>
                                    <a:pt x="588" y="281"/>
                                    <a:pt x="588" y="281"/>
                                    <a:pt x="587" y="281"/>
                                  </a:cubicBezTo>
                                  <a:cubicBezTo>
                                    <a:pt x="587" y="281"/>
                                    <a:pt x="586" y="281"/>
                                    <a:pt x="586" y="282"/>
                                  </a:cubicBezTo>
                                  <a:cubicBezTo>
                                    <a:pt x="585" y="282"/>
                                    <a:pt x="585" y="284"/>
                                    <a:pt x="585" y="285"/>
                                  </a:cubicBezTo>
                                  <a:cubicBezTo>
                                    <a:pt x="584" y="285"/>
                                    <a:pt x="584" y="284"/>
                                    <a:pt x="584" y="284"/>
                                  </a:cubicBezTo>
                                  <a:cubicBezTo>
                                    <a:pt x="583" y="283"/>
                                    <a:pt x="583" y="284"/>
                                    <a:pt x="582" y="284"/>
                                  </a:cubicBezTo>
                                  <a:cubicBezTo>
                                    <a:pt x="581" y="284"/>
                                    <a:pt x="581" y="283"/>
                                    <a:pt x="582" y="283"/>
                                  </a:cubicBezTo>
                                  <a:cubicBezTo>
                                    <a:pt x="582" y="283"/>
                                    <a:pt x="582" y="283"/>
                                    <a:pt x="583" y="283"/>
                                  </a:cubicBezTo>
                                  <a:cubicBezTo>
                                    <a:pt x="583" y="283"/>
                                    <a:pt x="584" y="283"/>
                                    <a:pt x="584" y="283"/>
                                  </a:cubicBezTo>
                                  <a:cubicBezTo>
                                    <a:pt x="584" y="282"/>
                                    <a:pt x="585" y="282"/>
                                    <a:pt x="585" y="282"/>
                                  </a:cubicBezTo>
                                  <a:cubicBezTo>
                                    <a:pt x="585" y="281"/>
                                    <a:pt x="585" y="280"/>
                                    <a:pt x="584" y="280"/>
                                  </a:cubicBezTo>
                                  <a:cubicBezTo>
                                    <a:pt x="583" y="280"/>
                                    <a:pt x="583" y="279"/>
                                    <a:pt x="583" y="278"/>
                                  </a:cubicBezTo>
                                  <a:cubicBezTo>
                                    <a:pt x="582" y="277"/>
                                    <a:pt x="584" y="276"/>
                                    <a:pt x="584" y="274"/>
                                  </a:cubicBezTo>
                                  <a:cubicBezTo>
                                    <a:pt x="584" y="272"/>
                                    <a:pt x="583" y="270"/>
                                    <a:pt x="582" y="268"/>
                                  </a:cubicBezTo>
                                  <a:cubicBezTo>
                                    <a:pt x="582" y="267"/>
                                    <a:pt x="581" y="266"/>
                                    <a:pt x="580" y="267"/>
                                  </a:cubicBezTo>
                                  <a:cubicBezTo>
                                    <a:pt x="580" y="267"/>
                                    <a:pt x="580" y="267"/>
                                    <a:pt x="580" y="267"/>
                                  </a:cubicBezTo>
                                  <a:cubicBezTo>
                                    <a:pt x="580" y="267"/>
                                    <a:pt x="580" y="268"/>
                                    <a:pt x="581" y="268"/>
                                  </a:cubicBezTo>
                                  <a:cubicBezTo>
                                    <a:pt x="581" y="269"/>
                                    <a:pt x="581" y="270"/>
                                    <a:pt x="580" y="271"/>
                                  </a:cubicBezTo>
                                  <a:cubicBezTo>
                                    <a:pt x="580" y="271"/>
                                    <a:pt x="580" y="271"/>
                                    <a:pt x="579" y="272"/>
                                  </a:cubicBezTo>
                                  <a:cubicBezTo>
                                    <a:pt x="577" y="272"/>
                                    <a:pt x="576" y="271"/>
                                    <a:pt x="574" y="271"/>
                                  </a:cubicBezTo>
                                  <a:cubicBezTo>
                                    <a:pt x="571" y="271"/>
                                    <a:pt x="570" y="269"/>
                                    <a:pt x="569" y="267"/>
                                  </a:cubicBezTo>
                                  <a:cubicBezTo>
                                    <a:pt x="569" y="266"/>
                                    <a:pt x="569" y="266"/>
                                    <a:pt x="569" y="265"/>
                                  </a:cubicBezTo>
                                  <a:cubicBezTo>
                                    <a:pt x="569" y="265"/>
                                    <a:pt x="569" y="265"/>
                                    <a:pt x="570" y="265"/>
                                  </a:cubicBezTo>
                                  <a:cubicBezTo>
                                    <a:pt x="570" y="265"/>
                                    <a:pt x="570" y="265"/>
                                    <a:pt x="570" y="265"/>
                                  </a:cubicBezTo>
                                  <a:cubicBezTo>
                                    <a:pt x="571" y="265"/>
                                    <a:pt x="571" y="264"/>
                                    <a:pt x="571" y="264"/>
                                  </a:cubicBezTo>
                                  <a:cubicBezTo>
                                    <a:pt x="571" y="264"/>
                                    <a:pt x="571" y="264"/>
                                    <a:pt x="571" y="264"/>
                                  </a:cubicBezTo>
                                  <a:cubicBezTo>
                                    <a:pt x="571" y="264"/>
                                    <a:pt x="570" y="264"/>
                                    <a:pt x="570" y="264"/>
                                  </a:cubicBezTo>
                                  <a:cubicBezTo>
                                    <a:pt x="569" y="264"/>
                                    <a:pt x="569" y="264"/>
                                    <a:pt x="568" y="265"/>
                                  </a:cubicBezTo>
                                  <a:cubicBezTo>
                                    <a:pt x="568" y="265"/>
                                    <a:pt x="568" y="265"/>
                                    <a:pt x="568" y="265"/>
                                  </a:cubicBezTo>
                                  <a:cubicBezTo>
                                    <a:pt x="568" y="265"/>
                                    <a:pt x="568" y="266"/>
                                    <a:pt x="568" y="266"/>
                                  </a:cubicBezTo>
                                  <a:cubicBezTo>
                                    <a:pt x="568" y="266"/>
                                    <a:pt x="568" y="267"/>
                                    <a:pt x="567" y="267"/>
                                  </a:cubicBezTo>
                                  <a:cubicBezTo>
                                    <a:pt x="567" y="267"/>
                                    <a:pt x="567" y="267"/>
                                    <a:pt x="566" y="266"/>
                                  </a:cubicBezTo>
                                  <a:cubicBezTo>
                                    <a:pt x="566" y="265"/>
                                    <a:pt x="565" y="265"/>
                                    <a:pt x="564" y="265"/>
                                  </a:cubicBezTo>
                                  <a:cubicBezTo>
                                    <a:pt x="563" y="264"/>
                                    <a:pt x="561" y="264"/>
                                    <a:pt x="560" y="265"/>
                                  </a:cubicBezTo>
                                  <a:cubicBezTo>
                                    <a:pt x="560" y="265"/>
                                    <a:pt x="560" y="265"/>
                                    <a:pt x="560" y="265"/>
                                  </a:cubicBezTo>
                                  <a:cubicBezTo>
                                    <a:pt x="560" y="267"/>
                                    <a:pt x="559" y="268"/>
                                    <a:pt x="558" y="270"/>
                                  </a:cubicBezTo>
                                  <a:cubicBezTo>
                                    <a:pt x="557" y="271"/>
                                    <a:pt x="558" y="272"/>
                                    <a:pt x="559" y="272"/>
                                  </a:cubicBezTo>
                                  <a:cubicBezTo>
                                    <a:pt x="561" y="272"/>
                                    <a:pt x="562" y="272"/>
                                    <a:pt x="564" y="271"/>
                                  </a:cubicBezTo>
                                  <a:cubicBezTo>
                                    <a:pt x="564" y="271"/>
                                    <a:pt x="564" y="271"/>
                                    <a:pt x="565" y="271"/>
                                  </a:cubicBezTo>
                                  <a:cubicBezTo>
                                    <a:pt x="565" y="271"/>
                                    <a:pt x="565" y="270"/>
                                    <a:pt x="565" y="270"/>
                                  </a:cubicBezTo>
                                  <a:cubicBezTo>
                                    <a:pt x="565" y="270"/>
                                    <a:pt x="565" y="270"/>
                                    <a:pt x="566" y="270"/>
                                  </a:cubicBezTo>
                                  <a:cubicBezTo>
                                    <a:pt x="566" y="271"/>
                                    <a:pt x="567" y="271"/>
                                    <a:pt x="567" y="272"/>
                                  </a:cubicBezTo>
                                  <a:cubicBezTo>
                                    <a:pt x="566" y="272"/>
                                    <a:pt x="566" y="272"/>
                                    <a:pt x="566" y="273"/>
                                  </a:cubicBezTo>
                                  <a:cubicBezTo>
                                    <a:pt x="566" y="273"/>
                                    <a:pt x="566" y="273"/>
                                    <a:pt x="566" y="273"/>
                                  </a:cubicBezTo>
                                  <a:cubicBezTo>
                                    <a:pt x="566" y="273"/>
                                    <a:pt x="565" y="273"/>
                                    <a:pt x="565" y="273"/>
                                  </a:cubicBezTo>
                                  <a:cubicBezTo>
                                    <a:pt x="564" y="273"/>
                                    <a:pt x="563" y="275"/>
                                    <a:pt x="562" y="276"/>
                                  </a:cubicBezTo>
                                  <a:cubicBezTo>
                                    <a:pt x="561" y="277"/>
                                    <a:pt x="561" y="278"/>
                                    <a:pt x="560" y="278"/>
                                  </a:cubicBezTo>
                                  <a:cubicBezTo>
                                    <a:pt x="559" y="278"/>
                                    <a:pt x="558" y="278"/>
                                    <a:pt x="557" y="277"/>
                                  </a:cubicBezTo>
                                  <a:cubicBezTo>
                                    <a:pt x="557" y="277"/>
                                    <a:pt x="556" y="276"/>
                                    <a:pt x="556" y="276"/>
                                  </a:cubicBezTo>
                                  <a:cubicBezTo>
                                    <a:pt x="556" y="276"/>
                                    <a:pt x="556" y="276"/>
                                    <a:pt x="556" y="276"/>
                                  </a:cubicBezTo>
                                  <a:cubicBezTo>
                                    <a:pt x="555" y="277"/>
                                    <a:pt x="556" y="278"/>
                                    <a:pt x="556" y="279"/>
                                  </a:cubicBezTo>
                                  <a:cubicBezTo>
                                    <a:pt x="555" y="279"/>
                                    <a:pt x="555" y="280"/>
                                    <a:pt x="554" y="280"/>
                                  </a:cubicBezTo>
                                  <a:cubicBezTo>
                                    <a:pt x="552" y="281"/>
                                    <a:pt x="551" y="281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3"/>
                                    <a:pt x="550" y="283"/>
                                    <a:pt x="550" y="283"/>
                                  </a:cubicBezTo>
                                  <a:cubicBezTo>
                                    <a:pt x="550" y="283"/>
                                    <a:pt x="550" y="283"/>
                                    <a:pt x="550" y="283"/>
                                  </a:cubicBezTo>
                                  <a:cubicBezTo>
                                    <a:pt x="550" y="283"/>
                                    <a:pt x="550" y="283"/>
                                    <a:pt x="550" y="284"/>
                                  </a:cubicBezTo>
                                  <a:cubicBezTo>
                                    <a:pt x="549" y="284"/>
                                    <a:pt x="548" y="283"/>
                                    <a:pt x="547" y="284"/>
                                  </a:cubicBezTo>
                                  <a:cubicBezTo>
                                    <a:pt x="547" y="284"/>
                                    <a:pt x="547" y="284"/>
                                    <a:pt x="547" y="284"/>
                                  </a:cubicBezTo>
                                  <a:cubicBezTo>
                                    <a:pt x="547" y="284"/>
                                    <a:pt x="547" y="284"/>
                                    <a:pt x="547" y="284"/>
                                  </a:cubicBezTo>
                                  <a:cubicBezTo>
                                    <a:pt x="546" y="285"/>
                                    <a:pt x="546" y="285"/>
                                    <a:pt x="545" y="285"/>
                                  </a:cubicBezTo>
                                  <a:cubicBezTo>
                                    <a:pt x="544" y="285"/>
                                    <a:pt x="542" y="284"/>
                                    <a:pt x="541" y="285"/>
                                  </a:cubicBezTo>
                                  <a:cubicBezTo>
                                    <a:pt x="539" y="286"/>
                                    <a:pt x="538" y="286"/>
                                    <a:pt x="537" y="284"/>
                                  </a:cubicBezTo>
                                  <a:cubicBezTo>
                                    <a:pt x="536" y="284"/>
                                    <a:pt x="536" y="284"/>
                                    <a:pt x="536" y="284"/>
                                  </a:cubicBezTo>
                                  <a:cubicBezTo>
                                    <a:pt x="536" y="284"/>
                                    <a:pt x="536" y="285"/>
                                    <a:pt x="536" y="285"/>
                                  </a:cubicBezTo>
                                  <a:cubicBezTo>
                                    <a:pt x="534" y="287"/>
                                    <a:pt x="535" y="290"/>
                                    <a:pt x="538" y="291"/>
                                  </a:cubicBezTo>
                                  <a:cubicBezTo>
                                    <a:pt x="539" y="291"/>
                                    <a:pt x="539" y="291"/>
                                    <a:pt x="539" y="292"/>
                                  </a:cubicBezTo>
                                  <a:cubicBezTo>
                                    <a:pt x="538" y="292"/>
                                    <a:pt x="537" y="291"/>
                                    <a:pt x="536" y="291"/>
                                  </a:cubicBezTo>
                                  <a:cubicBezTo>
                                    <a:pt x="535" y="290"/>
                                    <a:pt x="534" y="290"/>
                                    <a:pt x="534" y="291"/>
                                  </a:cubicBezTo>
                                  <a:cubicBezTo>
                                    <a:pt x="534" y="291"/>
                                    <a:pt x="533" y="291"/>
                                    <a:pt x="533" y="291"/>
                                  </a:cubicBezTo>
                                  <a:cubicBezTo>
                                    <a:pt x="533" y="292"/>
                                    <a:pt x="532" y="293"/>
                                    <a:pt x="532" y="293"/>
                                  </a:cubicBezTo>
                                  <a:cubicBezTo>
                                    <a:pt x="531" y="294"/>
                                    <a:pt x="530" y="294"/>
                                    <a:pt x="529" y="294"/>
                                  </a:cubicBezTo>
                                  <a:cubicBezTo>
                                    <a:pt x="529" y="294"/>
                                    <a:pt x="528" y="294"/>
                                    <a:pt x="528" y="294"/>
                                  </a:cubicBezTo>
                                  <a:cubicBezTo>
                                    <a:pt x="528" y="294"/>
                                    <a:pt x="528" y="294"/>
                                    <a:pt x="528" y="295"/>
                                  </a:cubicBezTo>
                                  <a:cubicBezTo>
                                    <a:pt x="527" y="296"/>
                                    <a:pt x="525" y="297"/>
                                    <a:pt x="525" y="299"/>
                                  </a:cubicBezTo>
                                  <a:cubicBezTo>
                                    <a:pt x="525" y="297"/>
                                    <a:pt x="524" y="298"/>
                                    <a:pt x="523" y="298"/>
                                  </a:cubicBezTo>
                                  <a:cubicBezTo>
                                    <a:pt x="523" y="298"/>
                                    <a:pt x="523" y="298"/>
                                    <a:pt x="522" y="299"/>
                                  </a:cubicBezTo>
                                  <a:cubicBezTo>
                                    <a:pt x="522" y="299"/>
                                    <a:pt x="522" y="299"/>
                                    <a:pt x="522" y="299"/>
                                  </a:cubicBezTo>
                                  <a:cubicBezTo>
                                    <a:pt x="522" y="299"/>
                                    <a:pt x="523" y="299"/>
                                    <a:pt x="523" y="299"/>
                                  </a:cubicBezTo>
                                  <a:cubicBezTo>
                                    <a:pt x="523" y="299"/>
                                    <a:pt x="523" y="299"/>
                                    <a:pt x="523" y="299"/>
                                  </a:cubicBezTo>
                                  <a:cubicBezTo>
                                    <a:pt x="523" y="299"/>
                                    <a:pt x="524" y="299"/>
                                    <a:pt x="524" y="299"/>
                                  </a:cubicBezTo>
                                  <a:cubicBezTo>
                                    <a:pt x="524" y="299"/>
                                    <a:pt x="524" y="299"/>
                                    <a:pt x="524" y="299"/>
                                  </a:cubicBezTo>
                                  <a:cubicBezTo>
                                    <a:pt x="524" y="299"/>
                                    <a:pt x="524" y="300"/>
                                    <a:pt x="524" y="300"/>
                                  </a:cubicBezTo>
                                  <a:cubicBezTo>
                                    <a:pt x="523" y="300"/>
                                    <a:pt x="523" y="300"/>
                                    <a:pt x="522" y="300"/>
                                  </a:cubicBezTo>
                                  <a:cubicBezTo>
                                    <a:pt x="521" y="300"/>
                                    <a:pt x="521" y="299"/>
                                    <a:pt x="520" y="299"/>
                                  </a:cubicBezTo>
                                  <a:cubicBezTo>
                                    <a:pt x="520" y="299"/>
                                    <a:pt x="520" y="298"/>
                                    <a:pt x="521" y="298"/>
                                  </a:cubicBezTo>
                                  <a:cubicBezTo>
                                    <a:pt x="521" y="298"/>
                                    <a:pt x="521" y="298"/>
                                    <a:pt x="521" y="298"/>
                                  </a:cubicBezTo>
                                  <a:cubicBezTo>
                                    <a:pt x="522" y="298"/>
                                    <a:pt x="522" y="298"/>
                                    <a:pt x="522" y="297"/>
                                  </a:cubicBezTo>
                                  <a:cubicBezTo>
                                    <a:pt x="523" y="297"/>
                                    <a:pt x="523" y="296"/>
                                    <a:pt x="524" y="296"/>
                                  </a:cubicBezTo>
                                  <a:cubicBezTo>
                                    <a:pt x="524" y="296"/>
                                    <a:pt x="524" y="296"/>
                                    <a:pt x="525" y="296"/>
                                  </a:cubicBezTo>
                                  <a:cubicBezTo>
                                    <a:pt x="525" y="296"/>
                                    <a:pt x="525" y="296"/>
                                    <a:pt x="525" y="295"/>
                                  </a:cubicBezTo>
                                  <a:cubicBezTo>
                                    <a:pt x="525" y="295"/>
                                    <a:pt x="525" y="294"/>
                                    <a:pt x="526" y="294"/>
                                  </a:cubicBezTo>
                                  <a:cubicBezTo>
                                    <a:pt x="526" y="294"/>
                                    <a:pt x="527" y="293"/>
                                    <a:pt x="528" y="294"/>
                                  </a:cubicBezTo>
                                  <a:cubicBezTo>
                                    <a:pt x="529" y="294"/>
                                    <a:pt x="530" y="293"/>
                                    <a:pt x="530" y="293"/>
                                  </a:cubicBezTo>
                                  <a:cubicBezTo>
                                    <a:pt x="530" y="293"/>
                                    <a:pt x="531" y="292"/>
                                    <a:pt x="531" y="292"/>
                                  </a:cubicBezTo>
                                  <a:cubicBezTo>
                                    <a:pt x="531" y="292"/>
                                    <a:pt x="531" y="292"/>
                                    <a:pt x="531" y="291"/>
                                  </a:cubicBezTo>
                                  <a:cubicBezTo>
                                    <a:pt x="531" y="291"/>
                                    <a:pt x="531" y="291"/>
                                    <a:pt x="532" y="291"/>
                                  </a:cubicBezTo>
                                  <a:cubicBezTo>
                                    <a:pt x="532" y="291"/>
                                    <a:pt x="532" y="291"/>
                                    <a:pt x="532" y="291"/>
                                  </a:cubicBezTo>
                                  <a:cubicBezTo>
                                    <a:pt x="533" y="291"/>
                                    <a:pt x="533" y="290"/>
                                    <a:pt x="533" y="290"/>
                                  </a:cubicBezTo>
                                  <a:cubicBezTo>
                                    <a:pt x="533" y="289"/>
                                    <a:pt x="533" y="288"/>
                                    <a:pt x="533" y="287"/>
                                  </a:cubicBezTo>
                                  <a:cubicBezTo>
                                    <a:pt x="534" y="286"/>
                                    <a:pt x="534" y="285"/>
                                    <a:pt x="534" y="284"/>
                                  </a:cubicBezTo>
                                  <a:cubicBezTo>
                                    <a:pt x="534" y="284"/>
                                    <a:pt x="534" y="283"/>
                                    <a:pt x="534" y="283"/>
                                  </a:cubicBezTo>
                                  <a:cubicBezTo>
                                    <a:pt x="534" y="283"/>
                                    <a:pt x="534" y="283"/>
                                    <a:pt x="535" y="283"/>
                                  </a:cubicBezTo>
                                  <a:cubicBezTo>
                                    <a:pt x="535" y="282"/>
                                    <a:pt x="535" y="281"/>
                                    <a:pt x="535" y="281"/>
                                  </a:cubicBezTo>
                                  <a:cubicBezTo>
                                    <a:pt x="536" y="281"/>
                                    <a:pt x="536" y="281"/>
                                    <a:pt x="537" y="281"/>
                                  </a:cubicBezTo>
                                  <a:cubicBezTo>
                                    <a:pt x="538" y="282"/>
                                    <a:pt x="538" y="282"/>
                                    <a:pt x="539" y="281"/>
                                  </a:cubicBezTo>
                                  <a:cubicBezTo>
                                    <a:pt x="539" y="281"/>
                                    <a:pt x="539" y="281"/>
                                    <a:pt x="539" y="280"/>
                                  </a:cubicBezTo>
                                  <a:cubicBezTo>
                                    <a:pt x="539" y="279"/>
                                    <a:pt x="540" y="278"/>
                                    <a:pt x="540" y="277"/>
                                  </a:cubicBezTo>
                                  <a:cubicBezTo>
                                    <a:pt x="542" y="276"/>
                                    <a:pt x="542" y="276"/>
                                    <a:pt x="540" y="275"/>
                                  </a:cubicBezTo>
                                  <a:cubicBezTo>
                                    <a:pt x="540" y="275"/>
                                    <a:pt x="541" y="275"/>
                                    <a:pt x="541" y="274"/>
                                  </a:cubicBezTo>
                                  <a:cubicBezTo>
                                    <a:pt x="541" y="274"/>
                                    <a:pt x="541" y="274"/>
                                    <a:pt x="541" y="274"/>
                                  </a:cubicBezTo>
                                  <a:cubicBezTo>
                                    <a:pt x="541" y="274"/>
                                    <a:pt x="542" y="274"/>
                                    <a:pt x="542" y="274"/>
                                  </a:cubicBezTo>
                                  <a:cubicBezTo>
                                    <a:pt x="543" y="274"/>
                                    <a:pt x="544" y="274"/>
                                    <a:pt x="545" y="274"/>
                                  </a:cubicBezTo>
                                  <a:cubicBezTo>
                                    <a:pt x="546" y="274"/>
                                    <a:pt x="547" y="273"/>
                                    <a:pt x="549" y="272"/>
                                  </a:cubicBezTo>
                                  <a:cubicBezTo>
                                    <a:pt x="550" y="271"/>
                                    <a:pt x="551" y="270"/>
                                    <a:pt x="551" y="269"/>
                                  </a:cubicBezTo>
                                  <a:cubicBezTo>
                                    <a:pt x="552" y="267"/>
                                    <a:pt x="553" y="265"/>
                                    <a:pt x="554" y="264"/>
                                  </a:cubicBezTo>
                                  <a:cubicBezTo>
                                    <a:pt x="555" y="263"/>
                                    <a:pt x="555" y="263"/>
                                    <a:pt x="556" y="263"/>
                                  </a:cubicBezTo>
                                  <a:cubicBezTo>
                                    <a:pt x="557" y="263"/>
                                    <a:pt x="557" y="262"/>
                                    <a:pt x="558" y="262"/>
                                  </a:cubicBezTo>
                                  <a:cubicBezTo>
                                    <a:pt x="558" y="262"/>
                                    <a:pt x="559" y="261"/>
                                    <a:pt x="559" y="261"/>
                                  </a:cubicBezTo>
                                  <a:cubicBezTo>
                                    <a:pt x="560" y="260"/>
                                    <a:pt x="560" y="259"/>
                                    <a:pt x="560" y="258"/>
                                  </a:cubicBezTo>
                                  <a:cubicBezTo>
                                    <a:pt x="560" y="257"/>
                                    <a:pt x="559" y="258"/>
                                    <a:pt x="558" y="257"/>
                                  </a:cubicBezTo>
                                  <a:cubicBezTo>
                                    <a:pt x="559" y="257"/>
                                    <a:pt x="559" y="257"/>
                                    <a:pt x="559" y="257"/>
                                  </a:cubicBezTo>
                                  <a:cubicBezTo>
                                    <a:pt x="560" y="256"/>
                                    <a:pt x="561" y="256"/>
                                    <a:pt x="562" y="255"/>
                                  </a:cubicBezTo>
                                  <a:cubicBezTo>
                                    <a:pt x="563" y="255"/>
                                    <a:pt x="563" y="254"/>
                                    <a:pt x="563" y="252"/>
                                  </a:cubicBezTo>
                                  <a:cubicBezTo>
                                    <a:pt x="565" y="252"/>
                                    <a:pt x="566" y="252"/>
                                    <a:pt x="567" y="251"/>
                                  </a:cubicBezTo>
                                  <a:cubicBezTo>
                                    <a:pt x="568" y="251"/>
                                    <a:pt x="568" y="250"/>
                                    <a:pt x="569" y="249"/>
                                  </a:cubicBezTo>
                                  <a:cubicBezTo>
                                    <a:pt x="569" y="249"/>
                                    <a:pt x="569" y="249"/>
                                    <a:pt x="570" y="248"/>
                                  </a:cubicBezTo>
                                  <a:cubicBezTo>
                                    <a:pt x="570" y="248"/>
                                    <a:pt x="571" y="248"/>
                                    <a:pt x="571" y="248"/>
                                  </a:cubicBezTo>
                                  <a:cubicBezTo>
                                    <a:pt x="572" y="248"/>
                                    <a:pt x="573" y="247"/>
                                    <a:pt x="573" y="247"/>
                                  </a:cubicBezTo>
                                  <a:cubicBezTo>
                                    <a:pt x="574" y="247"/>
                                    <a:pt x="574" y="246"/>
                                    <a:pt x="574" y="245"/>
                                  </a:cubicBezTo>
                                  <a:cubicBezTo>
                                    <a:pt x="574" y="245"/>
                                    <a:pt x="574" y="244"/>
                                    <a:pt x="574" y="244"/>
                                  </a:cubicBezTo>
                                  <a:cubicBezTo>
                                    <a:pt x="575" y="243"/>
                                    <a:pt x="576" y="242"/>
                                    <a:pt x="577" y="242"/>
                                  </a:cubicBezTo>
                                  <a:cubicBezTo>
                                    <a:pt x="579" y="241"/>
                                    <a:pt x="580" y="240"/>
                                    <a:pt x="581" y="239"/>
                                  </a:cubicBezTo>
                                  <a:cubicBezTo>
                                    <a:pt x="581" y="239"/>
                                    <a:pt x="581" y="239"/>
                                    <a:pt x="581" y="239"/>
                                  </a:cubicBezTo>
                                  <a:cubicBezTo>
                                    <a:pt x="582" y="238"/>
                                    <a:pt x="582" y="237"/>
                                    <a:pt x="583" y="236"/>
                                  </a:cubicBezTo>
                                  <a:cubicBezTo>
                                    <a:pt x="584" y="234"/>
                                    <a:pt x="586" y="232"/>
                                    <a:pt x="585" y="229"/>
                                  </a:cubicBezTo>
                                  <a:cubicBezTo>
                                    <a:pt x="585" y="229"/>
                                    <a:pt x="585" y="229"/>
                                    <a:pt x="586" y="229"/>
                                  </a:cubicBezTo>
                                  <a:cubicBezTo>
                                    <a:pt x="587" y="227"/>
                                    <a:pt x="586" y="227"/>
                                    <a:pt x="585" y="226"/>
                                  </a:cubicBezTo>
                                  <a:cubicBezTo>
                                    <a:pt x="583" y="225"/>
                                    <a:pt x="583" y="225"/>
                                    <a:pt x="583" y="223"/>
                                  </a:cubicBezTo>
                                  <a:cubicBezTo>
                                    <a:pt x="583" y="223"/>
                                    <a:pt x="583" y="222"/>
                                    <a:pt x="583" y="222"/>
                                  </a:cubicBezTo>
                                  <a:cubicBezTo>
                                    <a:pt x="583" y="222"/>
                                    <a:pt x="582" y="222"/>
                                    <a:pt x="582" y="222"/>
                                  </a:cubicBezTo>
                                  <a:cubicBezTo>
                                    <a:pt x="582" y="222"/>
                                    <a:pt x="582" y="222"/>
                                    <a:pt x="582" y="222"/>
                                  </a:cubicBezTo>
                                  <a:cubicBezTo>
                                    <a:pt x="581" y="223"/>
                                    <a:pt x="581" y="223"/>
                                    <a:pt x="581" y="224"/>
                                  </a:cubicBezTo>
                                  <a:cubicBezTo>
                                    <a:pt x="581" y="225"/>
                                    <a:pt x="581" y="225"/>
                                    <a:pt x="581" y="225"/>
                                  </a:cubicBezTo>
                                  <a:cubicBezTo>
                                    <a:pt x="581" y="225"/>
                                    <a:pt x="581" y="225"/>
                                    <a:pt x="580" y="225"/>
                                  </a:cubicBezTo>
                                  <a:cubicBezTo>
                                    <a:pt x="580" y="225"/>
                                    <a:pt x="580" y="225"/>
                                    <a:pt x="580" y="224"/>
                                  </a:cubicBezTo>
                                  <a:cubicBezTo>
                                    <a:pt x="580" y="224"/>
                                    <a:pt x="580" y="224"/>
                                    <a:pt x="580" y="223"/>
                                  </a:cubicBezTo>
                                  <a:cubicBezTo>
                                    <a:pt x="580" y="222"/>
                                    <a:pt x="580" y="221"/>
                                    <a:pt x="580" y="220"/>
                                  </a:cubicBezTo>
                                  <a:cubicBezTo>
                                    <a:pt x="580" y="219"/>
                                    <a:pt x="578" y="219"/>
                                    <a:pt x="577" y="218"/>
                                  </a:cubicBezTo>
                                  <a:cubicBezTo>
                                    <a:pt x="577" y="218"/>
                                    <a:pt x="577" y="217"/>
                                    <a:pt x="577" y="216"/>
                                  </a:cubicBezTo>
                                  <a:cubicBezTo>
                                    <a:pt x="577" y="217"/>
                                    <a:pt x="578" y="217"/>
                                    <a:pt x="578" y="217"/>
                                  </a:cubicBezTo>
                                  <a:cubicBezTo>
                                    <a:pt x="580" y="219"/>
                                    <a:pt x="582" y="221"/>
                                    <a:pt x="584" y="222"/>
                                  </a:cubicBezTo>
                                  <a:cubicBezTo>
                                    <a:pt x="585" y="222"/>
                                    <a:pt x="585" y="223"/>
                                    <a:pt x="585" y="224"/>
                                  </a:cubicBezTo>
                                  <a:cubicBezTo>
                                    <a:pt x="584" y="224"/>
                                    <a:pt x="584" y="224"/>
                                    <a:pt x="584" y="225"/>
                                  </a:cubicBezTo>
                                  <a:cubicBezTo>
                                    <a:pt x="584" y="225"/>
                                    <a:pt x="584" y="225"/>
                                    <a:pt x="585" y="225"/>
                                  </a:cubicBezTo>
                                  <a:cubicBezTo>
                                    <a:pt x="585" y="225"/>
                                    <a:pt x="585" y="225"/>
                                    <a:pt x="585" y="225"/>
                                  </a:cubicBezTo>
                                  <a:cubicBezTo>
                                    <a:pt x="585" y="225"/>
                                    <a:pt x="585" y="224"/>
                                    <a:pt x="585" y="224"/>
                                  </a:cubicBezTo>
                                  <a:cubicBezTo>
                                    <a:pt x="586" y="222"/>
                                    <a:pt x="587" y="220"/>
                                    <a:pt x="587" y="218"/>
                                  </a:cubicBezTo>
                                  <a:cubicBezTo>
                                    <a:pt x="587" y="218"/>
                                    <a:pt x="588" y="217"/>
                                    <a:pt x="587" y="216"/>
                                  </a:cubicBezTo>
                                  <a:cubicBezTo>
                                    <a:pt x="586" y="215"/>
                                    <a:pt x="587" y="214"/>
                                    <a:pt x="585" y="213"/>
                                  </a:cubicBezTo>
                                  <a:cubicBezTo>
                                    <a:pt x="585" y="213"/>
                                    <a:pt x="584" y="211"/>
                                    <a:pt x="584" y="210"/>
                                  </a:cubicBezTo>
                                  <a:cubicBezTo>
                                    <a:pt x="585" y="208"/>
                                    <a:pt x="584" y="207"/>
                                    <a:pt x="583" y="206"/>
                                  </a:cubicBezTo>
                                  <a:cubicBezTo>
                                    <a:pt x="583" y="205"/>
                                    <a:pt x="582" y="205"/>
                                    <a:pt x="581" y="205"/>
                                  </a:cubicBezTo>
                                  <a:cubicBezTo>
                                    <a:pt x="581" y="206"/>
                                    <a:pt x="581" y="206"/>
                                    <a:pt x="581" y="207"/>
                                  </a:cubicBezTo>
                                  <a:cubicBezTo>
                                    <a:pt x="582" y="207"/>
                                    <a:pt x="582" y="208"/>
                                    <a:pt x="581" y="208"/>
                                  </a:cubicBezTo>
                                  <a:cubicBezTo>
                                    <a:pt x="581" y="208"/>
                                    <a:pt x="581" y="209"/>
                                    <a:pt x="581" y="209"/>
                                  </a:cubicBezTo>
                                  <a:cubicBezTo>
                                    <a:pt x="581" y="209"/>
                                    <a:pt x="581" y="209"/>
                                    <a:pt x="581" y="209"/>
                                  </a:cubicBezTo>
                                  <a:cubicBezTo>
                                    <a:pt x="581" y="209"/>
                                    <a:pt x="581" y="209"/>
                                    <a:pt x="581" y="210"/>
                                  </a:cubicBezTo>
                                  <a:cubicBezTo>
                                    <a:pt x="581" y="210"/>
                                    <a:pt x="581" y="211"/>
                                    <a:pt x="581" y="211"/>
                                  </a:cubicBezTo>
                                  <a:cubicBezTo>
                                    <a:pt x="581" y="211"/>
                                    <a:pt x="581" y="211"/>
                                    <a:pt x="580" y="211"/>
                                  </a:cubicBezTo>
                                  <a:cubicBezTo>
                                    <a:pt x="580" y="211"/>
                                    <a:pt x="579" y="212"/>
                                    <a:pt x="579" y="211"/>
                                  </a:cubicBezTo>
                                  <a:cubicBezTo>
                                    <a:pt x="581" y="209"/>
                                    <a:pt x="581" y="209"/>
                                    <a:pt x="579" y="207"/>
                                  </a:cubicBezTo>
                                  <a:cubicBezTo>
                                    <a:pt x="579" y="207"/>
                                    <a:pt x="578" y="207"/>
                                    <a:pt x="579" y="206"/>
                                  </a:cubicBezTo>
                                  <a:cubicBezTo>
                                    <a:pt x="580" y="205"/>
                                    <a:pt x="579" y="203"/>
                                    <a:pt x="579" y="201"/>
                                  </a:cubicBezTo>
                                  <a:cubicBezTo>
                                    <a:pt x="579" y="199"/>
                                    <a:pt x="578" y="198"/>
                                    <a:pt x="578" y="196"/>
                                  </a:cubicBezTo>
                                  <a:cubicBezTo>
                                    <a:pt x="577" y="194"/>
                                    <a:pt x="576" y="194"/>
                                    <a:pt x="574" y="195"/>
                                  </a:cubicBezTo>
                                  <a:cubicBezTo>
                                    <a:pt x="574" y="195"/>
                                    <a:pt x="573" y="194"/>
                                    <a:pt x="572" y="194"/>
                                  </a:cubicBezTo>
                                  <a:cubicBezTo>
                                    <a:pt x="571" y="193"/>
                                    <a:pt x="570" y="191"/>
                                    <a:pt x="569" y="191"/>
                                  </a:cubicBezTo>
                                  <a:cubicBezTo>
                                    <a:pt x="567" y="191"/>
                                    <a:pt x="565" y="191"/>
                                    <a:pt x="563" y="192"/>
                                  </a:cubicBezTo>
                                  <a:cubicBezTo>
                                    <a:pt x="561" y="193"/>
                                    <a:pt x="560" y="193"/>
                                    <a:pt x="558" y="192"/>
                                  </a:cubicBezTo>
                                  <a:cubicBezTo>
                                    <a:pt x="557" y="191"/>
                                    <a:pt x="557" y="191"/>
                                    <a:pt x="556" y="191"/>
                                  </a:cubicBezTo>
                                  <a:cubicBezTo>
                                    <a:pt x="555" y="192"/>
                                    <a:pt x="553" y="192"/>
                                    <a:pt x="552" y="192"/>
                                  </a:cubicBezTo>
                                  <a:cubicBezTo>
                                    <a:pt x="551" y="193"/>
                                    <a:pt x="551" y="192"/>
                                    <a:pt x="550" y="192"/>
                                  </a:cubicBezTo>
                                  <a:cubicBezTo>
                                    <a:pt x="549" y="191"/>
                                    <a:pt x="548" y="191"/>
                                    <a:pt x="548" y="191"/>
                                  </a:cubicBezTo>
                                  <a:cubicBezTo>
                                    <a:pt x="547" y="192"/>
                                    <a:pt x="547" y="193"/>
                                    <a:pt x="547" y="193"/>
                                  </a:cubicBezTo>
                                  <a:cubicBezTo>
                                    <a:pt x="547" y="194"/>
                                    <a:pt x="547" y="195"/>
                                    <a:pt x="547" y="196"/>
                                  </a:cubicBezTo>
                                  <a:cubicBezTo>
                                    <a:pt x="547" y="196"/>
                                    <a:pt x="547" y="197"/>
                                    <a:pt x="546" y="197"/>
                                  </a:cubicBezTo>
                                  <a:cubicBezTo>
                                    <a:pt x="545" y="198"/>
                                    <a:pt x="545" y="198"/>
                                    <a:pt x="544" y="197"/>
                                  </a:cubicBezTo>
                                  <a:cubicBezTo>
                                    <a:pt x="543" y="197"/>
                                    <a:pt x="542" y="197"/>
                                    <a:pt x="542" y="197"/>
                                  </a:cubicBezTo>
                                  <a:cubicBezTo>
                                    <a:pt x="542" y="197"/>
                                    <a:pt x="542" y="197"/>
                                    <a:pt x="542" y="198"/>
                                  </a:cubicBezTo>
                                  <a:cubicBezTo>
                                    <a:pt x="542" y="198"/>
                                    <a:pt x="541" y="198"/>
                                    <a:pt x="541" y="198"/>
                                  </a:cubicBezTo>
                                  <a:cubicBezTo>
                                    <a:pt x="540" y="199"/>
                                    <a:pt x="538" y="198"/>
                                    <a:pt x="537" y="198"/>
                                  </a:cubicBezTo>
                                  <a:cubicBezTo>
                                    <a:pt x="536" y="198"/>
                                    <a:pt x="536" y="197"/>
                                    <a:pt x="536" y="196"/>
                                  </a:cubicBezTo>
                                  <a:cubicBezTo>
                                    <a:pt x="536" y="196"/>
                                    <a:pt x="537" y="196"/>
                                    <a:pt x="537" y="196"/>
                                  </a:cubicBezTo>
                                  <a:cubicBezTo>
                                    <a:pt x="537" y="196"/>
                                    <a:pt x="537" y="196"/>
                                    <a:pt x="537" y="196"/>
                                  </a:cubicBezTo>
                                  <a:cubicBezTo>
                                    <a:pt x="538" y="196"/>
                                    <a:pt x="538" y="196"/>
                                    <a:pt x="538" y="196"/>
                                  </a:cubicBezTo>
                                  <a:cubicBezTo>
                                    <a:pt x="539" y="196"/>
                                    <a:pt x="539" y="196"/>
                                    <a:pt x="539" y="195"/>
                                  </a:cubicBezTo>
                                  <a:cubicBezTo>
                                    <a:pt x="539" y="191"/>
                                    <a:pt x="542" y="190"/>
                                    <a:pt x="543" y="187"/>
                                  </a:cubicBezTo>
                                  <a:cubicBezTo>
                                    <a:pt x="544" y="186"/>
                                    <a:pt x="544" y="186"/>
                                    <a:pt x="543" y="186"/>
                                  </a:cubicBezTo>
                                  <a:cubicBezTo>
                                    <a:pt x="543" y="185"/>
                                    <a:pt x="542" y="184"/>
                                    <a:pt x="541" y="183"/>
                                  </a:cubicBezTo>
                                  <a:cubicBezTo>
                                    <a:pt x="540" y="182"/>
                                    <a:pt x="540" y="182"/>
                                    <a:pt x="539" y="182"/>
                                  </a:cubicBezTo>
                                  <a:cubicBezTo>
                                    <a:pt x="537" y="182"/>
                                    <a:pt x="534" y="182"/>
                                    <a:pt x="533" y="184"/>
                                  </a:cubicBezTo>
                                  <a:cubicBezTo>
                                    <a:pt x="532" y="184"/>
                                    <a:pt x="532" y="184"/>
                                    <a:pt x="532" y="184"/>
                                  </a:cubicBezTo>
                                  <a:cubicBezTo>
                                    <a:pt x="532" y="184"/>
                                    <a:pt x="531" y="184"/>
                                    <a:pt x="531" y="184"/>
                                  </a:cubicBezTo>
                                  <a:cubicBezTo>
                                    <a:pt x="531" y="184"/>
                                    <a:pt x="530" y="184"/>
                                    <a:pt x="530" y="184"/>
                                  </a:cubicBezTo>
                                  <a:cubicBezTo>
                                    <a:pt x="530" y="183"/>
                                    <a:pt x="530" y="183"/>
                                    <a:pt x="530" y="183"/>
                                  </a:cubicBezTo>
                                  <a:cubicBezTo>
                                    <a:pt x="531" y="183"/>
                                    <a:pt x="531" y="183"/>
                                    <a:pt x="531" y="183"/>
                                  </a:cubicBezTo>
                                  <a:cubicBezTo>
                                    <a:pt x="531" y="183"/>
                                    <a:pt x="532" y="183"/>
                                    <a:pt x="532" y="183"/>
                                  </a:cubicBezTo>
                                  <a:cubicBezTo>
                                    <a:pt x="532" y="183"/>
                                    <a:pt x="532" y="182"/>
                                    <a:pt x="532" y="182"/>
                                  </a:cubicBezTo>
                                  <a:cubicBezTo>
                                    <a:pt x="533" y="182"/>
                                    <a:pt x="533" y="181"/>
                                    <a:pt x="532" y="181"/>
                                  </a:cubicBezTo>
                                  <a:cubicBezTo>
                                    <a:pt x="532" y="180"/>
                                    <a:pt x="531" y="180"/>
                                    <a:pt x="531" y="181"/>
                                  </a:cubicBezTo>
                                  <a:cubicBezTo>
                                    <a:pt x="530" y="181"/>
                                    <a:pt x="529" y="181"/>
                                    <a:pt x="529" y="181"/>
                                  </a:cubicBezTo>
                                  <a:cubicBezTo>
                                    <a:pt x="527" y="182"/>
                                    <a:pt x="525" y="180"/>
                                    <a:pt x="523" y="181"/>
                                  </a:cubicBezTo>
                                  <a:cubicBezTo>
                                    <a:pt x="523" y="181"/>
                                    <a:pt x="523" y="181"/>
                                    <a:pt x="522" y="181"/>
                                  </a:cubicBezTo>
                                  <a:cubicBezTo>
                                    <a:pt x="522" y="181"/>
                                    <a:pt x="522" y="180"/>
                                    <a:pt x="522" y="180"/>
                                  </a:cubicBezTo>
                                  <a:cubicBezTo>
                                    <a:pt x="522" y="180"/>
                                    <a:pt x="522" y="180"/>
                                    <a:pt x="522" y="180"/>
                                  </a:cubicBezTo>
                                  <a:cubicBezTo>
                                    <a:pt x="524" y="180"/>
                                    <a:pt x="525" y="178"/>
                                    <a:pt x="526" y="178"/>
                                  </a:cubicBezTo>
                                  <a:cubicBezTo>
                                    <a:pt x="528" y="178"/>
                                    <a:pt x="529" y="178"/>
                                    <a:pt x="530" y="177"/>
                                  </a:cubicBezTo>
                                  <a:cubicBezTo>
                                    <a:pt x="530" y="177"/>
                                    <a:pt x="531" y="176"/>
                                    <a:pt x="531" y="175"/>
                                  </a:cubicBezTo>
                                  <a:cubicBezTo>
                                    <a:pt x="531" y="175"/>
                                    <a:pt x="531" y="175"/>
                                    <a:pt x="531" y="175"/>
                                  </a:cubicBezTo>
                                  <a:cubicBezTo>
                                    <a:pt x="532" y="174"/>
                                    <a:pt x="532" y="173"/>
                                    <a:pt x="533" y="173"/>
                                  </a:cubicBezTo>
                                  <a:cubicBezTo>
                                    <a:pt x="533" y="173"/>
                                    <a:pt x="534" y="173"/>
                                    <a:pt x="534" y="173"/>
                                  </a:cubicBezTo>
                                  <a:cubicBezTo>
                                    <a:pt x="535" y="173"/>
                                    <a:pt x="535" y="173"/>
                                    <a:pt x="535" y="173"/>
                                  </a:cubicBezTo>
                                  <a:cubicBezTo>
                                    <a:pt x="535" y="173"/>
                                    <a:pt x="535" y="172"/>
                                    <a:pt x="535" y="172"/>
                                  </a:cubicBezTo>
                                  <a:cubicBezTo>
                                    <a:pt x="534" y="171"/>
                                    <a:pt x="533" y="169"/>
                                    <a:pt x="533" y="168"/>
                                  </a:cubicBezTo>
                                  <a:cubicBezTo>
                                    <a:pt x="533" y="167"/>
                                    <a:pt x="533" y="166"/>
                                    <a:pt x="532" y="167"/>
                                  </a:cubicBezTo>
                                  <a:cubicBezTo>
                                    <a:pt x="528" y="167"/>
                                    <a:pt x="527" y="166"/>
                                    <a:pt x="526" y="163"/>
                                  </a:cubicBezTo>
                                  <a:cubicBezTo>
                                    <a:pt x="525" y="163"/>
                                    <a:pt x="525" y="162"/>
                                    <a:pt x="524" y="163"/>
                                  </a:cubicBezTo>
                                  <a:cubicBezTo>
                                    <a:pt x="524" y="163"/>
                                    <a:pt x="523" y="163"/>
                                    <a:pt x="523" y="162"/>
                                  </a:cubicBezTo>
                                  <a:cubicBezTo>
                                    <a:pt x="522" y="161"/>
                                    <a:pt x="521" y="161"/>
                                    <a:pt x="520" y="161"/>
                                  </a:cubicBezTo>
                                  <a:cubicBezTo>
                                    <a:pt x="520" y="162"/>
                                    <a:pt x="520" y="162"/>
                                    <a:pt x="520" y="162"/>
                                  </a:cubicBezTo>
                                  <a:cubicBezTo>
                                    <a:pt x="519" y="163"/>
                                    <a:pt x="519" y="164"/>
                                    <a:pt x="518" y="164"/>
                                  </a:cubicBezTo>
                                  <a:cubicBezTo>
                                    <a:pt x="518" y="164"/>
                                    <a:pt x="517" y="165"/>
                                    <a:pt x="517" y="165"/>
                                  </a:cubicBezTo>
                                  <a:cubicBezTo>
                                    <a:pt x="516" y="164"/>
                                    <a:pt x="515" y="164"/>
                                    <a:pt x="515" y="165"/>
                                  </a:cubicBezTo>
                                  <a:cubicBezTo>
                                    <a:pt x="514" y="165"/>
                                    <a:pt x="514" y="166"/>
                                    <a:pt x="513" y="166"/>
                                  </a:cubicBezTo>
                                  <a:cubicBezTo>
                                    <a:pt x="513" y="167"/>
                                    <a:pt x="513" y="167"/>
                                    <a:pt x="512" y="168"/>
                                  </a:cubicBezTo>
                                  <a:cubicBezTo>
                                    <a:pt x="512" y="168"/>
                                    <a:pt x="512" y="168"/>
                                    <a:pt x="512" y="168"/>
                                  </a:cubicBezTo>
                                  <a:cubicBezTo>
                                    <a:pt x="511" y="168"/>
                                    <a:pt x="511" y="168"/>
                                    <a:pt x="511" y="168"/>
                                  </a:cubicBezTo>
                                  <a:cubicBezTo>
                                    <a:pt x="511" y="168"/>
                                    <a:pt x="511" y="168"/>
                                    <a:pt x="511" y="169"/>
                                  </a:cubicBezTo>
                                  <a:cubicBezTo>
                                    <a:pt x="511" y="169"/>
                                    <a:pt x="510" y="170"/>
                                    <a:pt x="510" y="170"/>
                                  </a:cubicBezTo>
                                  <a:cubicBezTo>
                                    <a:pt x="508" y="172"/>
                                    <a:pt x="507" y="173"/>
                                    <a:pt x="506" y="175"/>
                                  </a:cubicBezTo>
                                  <a:cubicBezTo>
                                    <a:pt x="506" y="175"/>
                                    <a:pt x="506" y="175"/>
                                    <a:pt x="506" y="175"/>
                                  </a:cubicBezTo>
                                  <a:cubicBezTo>
                                    <a:pt x="506" y="175"/>
                                    <a:pt x="505" y="176"/>
                                    <a:pt x="505" y="176"/>
                                  </a:cubicBezTo>
                                  <a:cubicBezTo>
                                    <a:pt x="504" y="178"/>
                                    <a:pt x="503" y="179"/>
                                    <a:pt x="503" y="180"/>
                                  </a:cubicBezTo>
                                  <a:cubicBezTo>
                                    <a:pt x="502" y="181"/>
                                    <a:pt x="501" y="182"/>
                                    <a:pt x="502" y="183"/>
                                  </a:cubicBezTo>
                                  <a:cubicBezTo>
                                    <a:pt x="502" y="184"/>
                                    <a:pt x="502" y="184"/>
                                    <a:pt x="502" y="184"/>
                                  </a:cubicBezTo>
                                  <a:cubicBezTo>
                                    <a:pt x="502" y="185"/>
                                    <a:pt x="501" y="185"/>
                                    <a:pt x="501" y="185"/>
                                  </a:cubicBezTo>
                                  <a:cubicBezTo>
                                    <a:pt x="501" y="185"/>
                                    <a:pt x="500" y="185"/>
                                    <a:pt x="500" y="185"/>
                                  </a:cubicBezTo>
                                  <a:cubicBezTo>
                                    <a:pt x="500" y="185"/>
                                    <a:pt x="500" y="185"/>
                                    <a:pt x="500" y="185"/>
                                  </a:cubicBezTo>
                                  <a:cubicBezTo>
                                    <a:pt x="499" y="187"/>
                                    <a:pt x="499" y="190"/>
                                    <a:pt x="501" y="191"/>
                                  </a:cubicBezTo>
                                  <a:cubicBezTo>
                                    <a:pt x="502" y="191"/>
                                    <a:pt x="502" y="192"/>
                                    <a:pt x="502" y="193"/>
                                  </a:cubicBezTo>
                                  <a:cubicBezTo>
                                    <a:pt x="501" y="195"/>
                                    <a:pt x="500" y="196"/>
                                    <a:pt x="500" y="198"/>
                                  </a:cubicBezTo>
                                  <a:cubicBezTo>
                                    <a:pt x="498" y="198"/>
                                    <a:pt x="496" y="200"/>
                                    <a:pt x="494" y="199"/>
                                  </a:cubicBezTo>
                                  <a:cubicBezTo>
                                    <a:pt x="494" y="199"/>
                                    <a:pt x="494" y="199"/>
                                    <a:pt x="494" y="199"/>
                                  </a:cubicBezTo>
                                  <a:cubicBezTo>
                                    <a:pt x="492" y="200"/>
                                    <a:pt x="490" y="200"/>
                                    <a:pt x="487" y="199"/>
                                  </a:cubicBezTo>
                                  <a:cubicBezTo>
                                    <a:pt x="487" y="199"/>
                                    <a:pt x="486" y="198"/>
                                    <a:pt x="486" y="199"/>
                                  </a:cubicBezTo>
                                  <a:cubicBezTo>
                                    <a:pt x="486" y="199"/>
                                    <a:pt x="486" y="199"/>
                                    <a:pt x="486" y="200"/>
                                  </a:cubicBezTo>
                                  <a:cubicBezTo>
                                    <a:pt x="486" y="201"/>
                                    <a:pt x="486" y="202"/>
                                    <a:pt x="487" y="202"/>
                                  </a:cubicBezTo>
                                  <a:cubicBezTo>
                                    <a:pt x="489" y="204"/>
                                    <a:pt x="491" y="207"/>
                                    <a:pt x="492" y="209"/>
                                  </a:cubicBezTo>
                                  <a:cubicBezTo>
                                    <a:pt x="492" y="210"/>
                                    <a:pt x="492" y="211"/>
                                    <a:pt x="492" y="211"/>
                                  </a:cubicBezTo>
                                  <a:cubicBezTo>
                                    <a:pt x="492" y="211"/>
                                    <a:pt x="492" y="210"/>
                                    <a:pt x="491" y="210"/>
                                  </a:cubicBezTo>
                                  <a:cubicBezTo>
                                    <a:pt x="491" y="209"/>
                                    <a:pt x="490" y="209"/>
                                    <a:pt x="490" y="209"/>
                                  </a:cubicBezTo>
                                  <a:cubicBezTo>
                                    <a:pt x="489" y="209"/>
                                    <a:pt x="488" y="209"/>
                                    <a:pt x="488" y="208"/>
                                  </a:cubicBezTo>
                                  <a:cubicBezTo>
                                    <a:pt x="489" y="206"/>
                                    <a:pt x="487" y="206"/>
                                    <a:pt x="487" y="206"/>
                                  </a:cubicBezTo>
                                  <a:cubicBezTo>
                                    <a:pt x="485" y="207"/>
                                    <a:pt x="485" y="207"/>
                                    <a:pt x="485" y="205"/>
                                  </a:cubicBezTo>
                                  <a:cubicBezTo>
                                    <a:pt x="484" y="206"/>
                                    <a:pt x="482" y="207"/>
                                    <a:pt x="481" y="208"/>
                                  </a:cubicBezTo>
                                  <a:cubicBezTo>
                                    <a:pt x="481" y="208"/>
                                    <a:pt x="481" y="208"/>
                                    <a:pt x="480" y="208"/>
                                  </a:cubicBezTo>
                                  <a:cubicBezTo>
                                    <a:pt x="480" y="208"/>
                                    <a:pt x="480" y="208"/>
                                    <a:pt x="480" y="208"/>
                                  </a:cubicBezTo>
                                  <a:cubicBezTo>
                                    <a:pt x="480" y="209"/>
                                    <a:pt x="480" y="209"/>
                                    <a:pt x="479" y="209"/>
                                  </a:cubicBezTo>
                                  <a:cubicBezTo>
                                    <a:pt x="480" y="209"/>
                                    <a:pt x="480" y="209"/>
                                    <a:pt x="480" y="209"/>
                                  </a:cubicBezTo>
                                  <a:cubicBezTo>
                                    <a:pt x="480" y="210"/>
                                    <a:pt x="480" y="210"/>
                                    <a:pt x="480" y="210"/>
                                  </a:cubicBezTo>
                                  <a:cubicBezTo>
                                    <a:pt x="480" y="211"/>
                                    <a:pt x="479" y="211"/>
                                    <a:pt x="479" y="210"/>
                                  </a:cubicBezTo>
                                  <a:cubicBezTo>
                                    <a:pt x="479" y="210"/>
                                    <a:pt x="478" y="210"/>
                                    <a:pt x="478" y="210"/>
                                  </a:cubicBezTo>
                                  <a:cubicBezTo>
                                    <a:pt x="478" y="211"/>
                                    <a:pt x="476" y="211"/>
                                    <a:pt x="478" y="212"/>
                                  </a:cubicBezTo>
                                  <a:cubicBezTo>
                                    <a:pt x="478" y="212"/>
                                    <a:pt x="478" y="213"/>
                                    <a:pt x="478" y="213"/>
                                  </a:cubicBezTo>
                                  <a:cubicBezTo>
                                    <a:pt x="478" y="214"/>
                                    <a:pt x="478" y="213"/>
                                    <a:pt x="477" y="213"/>
                                  </a:cubicBezTo>
                                  <a:cubicBezTo>
                                    <a:pt x="477" y="213"/>
                                    <a:pt x="476" y="213"/>
                                    <a:pt x="476" y="213"/>
                                  </a:cubicBezTo>
                                  <a:cubicBezTo>
                                    <a:pt x="475" y="214"/>
                                    <a:pt x="474" y="214"/>
                                    <a:pt x="474" y="213"/>
                                  </a:cubicBezTo>
                                  <a:cubicBezTo>
                                    <a:pt x="474" y="213"/>
                                    <a:pt x="475" y="212"/>
                                    <a:pt x="475" y="212"/>
                                  </a:cubicBezTo>
                                  <a:cubicBezTo>
                                    <a:pt x="475" y="211"/>
                                    <a:pt x="475" y="211"/>
                                    <a:pt x="474" y="210"/>
                                  </a:cubicBezTo>
                                  <a:cubicBezTo>
                                    <a:pt x="473" y="210"/>
                                    <a:pt x="473" y="211"/>
                                    <a:pt x="472" y="211"/>
                                  </a:cubicBezTo>
                                  <a:cubicBezTo>
                                    <a:pt x="472" y="212"/>
                                    <a:pt x="471" y="212"/>
                                    <a:pt x="471" y="213"/>
                                  </a:cubicBezTo>
                                  <a:cubicBezTo>
                                    <a:pt x="472" y="213"/>
                                    <a:pt x="473" y="213"/>
                                    <a:pt x="473" y="213"/>
                                  </a:cubicBezTo>
                                  <a:cubicBezTo>
                                    <a:pt x="473" y="215"/>
                                    <a:pt x="471" y="216"/>
                                    <a:pt x="469" y="216"/>
                                  </a:cubicBezTo>
                                  <a:cubicBezTo>
                                    <a:pt x="469" y="215"/>
                                    <a:pt x="470" y="215"/>
                                    <a:pt x="470" y="215"/>
                                  </a:cubicBezTo>
                                  <a:cubicBezTo>
                                    <a:pt x="470" y="214"/>
                                    <a:pt x="470" y="213"/>
                                    <a:pt x="469" y="212"/>
                                  </a:cubicBezTo>
                                  <a:cubicBezTo>
                                    <a:pt x="469" y="212"/>
                                    <a:pt x="469" y="212"/>
                                    <a:pt x="468" y="213"/>
                                  </a:cubicBezTo>
                                  <a:cubicBezTo>
                                    <a:pt x="468" y="215"/>
                                    <a:pt x="467" y="214"/>
                                    <a:pt x="466" y="214"/>
                                  </a:cubicBezTo>
                                  <a:cubicBezTo>
                                    <a:pt x="465" y="213"/>
                                    <a:pt x="466" y="212"/>
                                    <a:pt x="466" y="212"/>
                                  </a:cubicBezTo>
                                  <a:cubicBezTo>
                                    <a:pt x="467" y="210"/>
                                    <a:pt x="466" y="209"/>
                                    <a:pt x="465" y="209"/>
                                  </a:cubicBezTo>
                                  <a:cubicBezTo>
                                    <a:pt x="463" y="208"/>
                                    <a:pt x="462" y="209"/>
                                    <a:pt x="461" y="209"/>
                                  </a:cubicBezTo>
                                  <a:cubicBezTo>
                                    <a:pt x="460" y="210"/>
                                    <a:pt x="459" y="210"/>
                                    <a:pt x="459" y="209"/>
                                  </a:cubicBezTo>
                                  <a:cubicBezTo>
                                    <a:pt x="459" y="208"/>
                                    <a:pt x="458" y="208"/>
                                    <a:pt x="458" y="209"/>
                                  </a:cubicBezTo>
                                  <a:cubicBezTo>
                                    <a:pt x="457" y="209"/>
                                    <a:pt x="457" y="211"/>
                                    <a:pt x="455" y="209"/>
                                  </a:cubicBezTo>
                                  <a:cubicBezTo>
                                    <a:pt x="455" y="209"/>
                                    <a:pt x="452" y="209"/>
                                    <a:pt x="452" y="209"/>
                                  </a:cubicBezTo>
                                  <a:cubicBezTo>
                                    <a:pt x="452" y="210"/>
                                    <a:pt x="452" y="210"/>
                                    <a:pt x="452" y="210"/>
                                  </a:cubicBezTo>
                                  <a:cubicBezTo>
                                    <a:pt x="453" y="211"/>
                                    <a:pt x="451" y="211"/>
                                    <a:pt x="451" y="211"/>
                                  </a:cubicBezTo>
                                  <a:cubicBezTo>
                                    <a:pt x="450" y="211"/>
                                    <a:pt x="450" y="211"/>
                                    <a:pt x="449" y="211"/>
                                  </a:cubicBezTo>
                                  <a:cubicBezTo>
                                    <a:pt x="449" y="211"/>
                                    <a:pt x="449" y="210"/>
                                    <a:pt x="449" y="210"/>
                                  </a:cubicBezTo>
                                  <a:cubicBezTo>
                                    <a:pt x="448" y="209"/>
                                    <a:pt x="448" y="210"/>
                                    <a:pt x="448" y="211"/>
                                  </a:cubicBezTo>
                                  <a:cubicBezTo>
                                    <a:pt x="448" y="212"/>
                                    <a:pt x="447" y="212"/>
                                    <a:pt x="447" y="212"/>
                                  </a:cubicBezTo>
                                  <a:cubicBezTo>
                                    <a:pt x="445" y="212"/>
                                    <a:pt x="446" y="214"/>
                                    <a:pt x="445" y="215"/>
                                  </a:cubicBezTo>
                                  <a:cubicBezTo>
                                    <a:pt x="445" y="215"/>
                                    <a:pt x="446" y="215"/>
                                    <a:pt x="446" y="215"/>
                                  </a:cubicBezTo>
                                  <a:cubicBezTo>
                                    <a:pt x="446" y="215"/>
                                    <a:pt x="446" y="215"/>
                                    <a:pt x="446" y="214"/>
                                  </a:cubicBezTo>
                                  <a:cubicBezTo>
                                    <a:pt x="446" y="214"/>
                                    <a:pt x="447" y="213"/>
                                    <a:pt x="447" y="214"/>
                                  </a:cubicBezTo>
                                  <a:cubicBezTo>
                                    <a:pt x="448" y="216"/>
                                    <a:pt x="450" y="215"/>
                                    <a:pt x="452" y="215"/>
                                  </a:cubicBezTo>
                                  <a:cubicBezTo>
                                    <a:pt x="451" y="216"/>
                                    <a:pt x="451" y="216"/>
                                    <a:pt x="450" y="216"/>
                                  </a:cubicBezTo>
                                  <a:cubicBezTo>
                                    <a:pt x="447" y="218"/>
                                    <a:pt x="444" y="219"/>
                                    <a:pt x="441" y="219"/>
                                  </a:cubicBezTo>
                                  <a:cubicBezTo>
                                    <a:pt x="441" y="219"/>
                                    <a:pt x="440" y="219"/>
                                    <a:pt x="440" y="220"/>
                                  </a:cubicBezTo>
                                  <a:cubicBezTo>
                                    <a:pt x="440" y="221"/>
                                    <a:pt x="439" y="221"/>
                                    <a:pt x="439" y="220"/>
                                  </a:cubicBezTo>
                                  <a:cubicBezTo>
                                    <a:pt x="438" y="220"/>
                                    <a:pt x="437" y="220"/>
                                    <a:pt x="437" y="221"/>
                                  </a:cubicBezTo>
                                  <a:cubicBezTo>
                                    <a:pt x="437" y="223"/>
                                    <a:pt x="435" y="222"/>
                                    <a:pt x="434" y="223"/>
                                  </a:cubicBezTo>
                                  <a:cubicBezTo>
                                    <a:pt x="434" y="224"/>
                                    <a:pt x="434" y="222"/>
                                    <a:pt x="433" y="222"/>
                                  </a:cubicBezTo>
                                  <a:cubicBezTo>
                                    <a:pt x="433" y="222"/>
                                    <a:pt x="433" y="224"/>
                                    <a:pt x="431" y="222"/>
                                  </a:cubicBezTo>
                                  <a:cubicBezTo>
                                    <a:pt x="431" y="222"/>
                                    <a:pt x="431" y="222"/>
                                    <a:pt x="431" y="223"/>
                                  </a:cubicBezTo>
                                  <a:cubicBezTo>
                                    <a:pt x="430" y="223"/>
                                    <a:pt x="429" y="223"/>
                                    <a:pt x="428" y="223"/>
                                  </a:cubicBezTo>
                                  <a:cubicBezTo>
                                    <a:pt x="427" y="224"/>
                                    <a:pt x="425" y="224"/>
                                    <a:pt x="425" y="225"/>
                                  </a:cubicBezTo>
                                  <a:cubicBezTo>
                                    <a:pt x="425" y="226"/>
                                    <a:pt x="425" y="226"/>
                                    <a:pt x="425" y="226"/>
                                  </a:cubicBezTo>
                                  <a:cubicBezTo>
                                    <a:pt x="424" y="227"/>
                                    <a:pt x="423" y="226"/>
                                    <a:pt x="423" y="227"/>
                                  </a:cubicBezTo>
                                  <a:cubicBezTo>
                                    <a:pt x="423" y="228"/>
                                    <a:pt x="422" y="228"/>
                                    <a:pt x="422" y="227"/>
                                  </a:cubicBezTo>
                                  <a:cubicBezTo>
                                    <a:pt x="420" y="226"/>
                                    <a:pt x="420" y="228"/>
                                    <a:pt x="419" y="228"/>
                                  </a:cubicBezTo>
                                  <a:cubicBezTo>
                                    <a:pt x="418" y="229"/>
                                    <a:pt x="418" y="229"/>
                                    <a:pt x="418" y="230"/>
                                  </a:cubicBezTo>
                                  <a:cubicBezTo>
                                    <a:pt x="416" y="231"/>
                                    <a:pt x="414" y="233"/>
                                    <a:pt x="413" y="236"/>
                                  </a:cubicBezTo>
                                  <a:cubicBezTo>
                                    <a:pt x="413" y="236"/>
                                    <a:pt x="413" y="238"/>
                                    <a:pt x="412" y="237"/>
                                  </a:cubicBezTo>
                                  <a:cubicBezTo>
                                    <a:pt x="410" y="236"/>
                                    <a:pt x="408" y="237"/>
                                    <a:pt x="406" y="236"/>
                                  </a:cubicBezTo>
                                  <a:cubicBezTo>
                                    <a:pt x="406" y="235"/>
                                    <a:pt x="405" y="236"/>
                                    <a:pt x="405" y="237"/>
                                  </a:cubicBezTo>
                                  <a:cubicBezTo>
                                    <a:pt x="404" y="237"/>
                                    <a:pt x="405" y="237"/>
                                    <a:pt x="405" y="237"/>
                                  </a:cubicBezTo>
                                  <a:cubicBezTo>
                                    <a:pt x="406" y="238"/>
                                    <a:pt x="407" y="238"/>
                                    <a:pt x="409" y="238"/>
                                  </a:cubicBezTo>
                                  <a:cubicBezTo>
                                    <a:pt x="409" y="238"/>
                                    <a:pt x="410" y="239"/>
                                    <a:pt x="410" y="239"/>
                                  </a:cubicBezTo>
                                  <a:cubicBezTo>
                                    <a:pt x="410" y="240"/>
                                    <a:pt x="410" y="240"/>
                                    <a:pt x="409" y="241"/>
                                  </a:cubicBezTo>
                                  <a:cubicBezTo>
                                    <a:pt x="409" y="241"/>
                                    <a:pt x="408" y="241"/>
                                    <a:pt x="408" y="240"/>
                                  </a:cubicBezTo>
                                  <a:cubicBezTo>
                                    <a:pt x="408" y="240"/>
                                    <a:pt x="407" y="240"/>
                                    <a:pt x="407" y="240"/>
                                  </a:cubicBezTo>
                                  <a:cubicBezTo>
                                    <a:pt x="407" y="240"/>
                                    <a:pt x="407" y="240"/>
                                    <a:pt x="407" y="241"/>
                                  </a:cubicBezTo>
                                  <a:cubicBezTo>
                                    <a:pt x="408" y="242"/>
                                    <a:pt x="407" y="242"/>
                                    <a:pt x="406" y="243"/>
                                  </a:cubicBezTo>
                                  <a:cubicBezTo>
                                    <a:pt x="406" y="240"/>
                                    <a:pt x="406" y="240"/>
                                    <a:pt x="404" y="240"/>
                                  </a:cubicBezTo>
                                  <a:cubicBezTo>
                                    <a:pt x="403" y="240"/>
                                    <a:pt x="401" y="240"/>
                                    <a:pt x="402" y="242"/>
                                  </a:cubicBezTo>
                                  <a:cubicBezTo>
                                    <a:pt x="402" y="242"/>
                                    <a:pt x="402" y="243"/>
                                    <a:pt x="402" y="242"/>
                                  </a:cubicBezTo>
                                  <a:cubicBezTo>
                                    <a:pt x="401" y="242"/>
                                    <a:pt x="401" y="242"/>
                                    <a:pt x="400" y="242"/>
                                  </a:cubicBezTo>
                                  <a:cubicBezTo>
                                    <a:pt x="400" y="242"/>
                                    <a:pt x="400" y="243"/>
                                    <a:pt x="401" y="243"/>
                                  </a:cubicBezTo>
                                  <a:cubicBezTo>
                                    <a:pt x="402" y="244"/>
                                    <a:pt x="402" y="245"/>
                                    <a:pt x="402" y="246"/>
                                  </a:cubicBezTo>
                                  <a:cubicBezTo>
                                    <a:pt x="401" y="246"/>
                                    <a:pt x="400" y="247"/>
                                    <a:pt x="400" y="245"/>
                                  </a:cubicBezTo>
                                  <a:cubicBezTo>
                                    <a:pt x="400" y="245"/>
                                    <a:pt x="400" y="244"/>
                                    <a:pt x="399" y="244"/>
                                  </a:cubicBezTo>
                                  <a:cubicBezTo>
                                    <a:pt x="398" y="244"/>
                                    <a:pt x="399" y="245"/>
                                    <a:pt x="399" y="245"/>
                                  </a:cubicBezTo>
                                  <a:cubicBezTo>
                                    <a:pt x="399" y="246"/>
                                    <a:pt x="399" y="247"/>
                                    <a:pt x="398" y="246"/>
                                  </a:cubicBezTo>
                                  <a:cubicBezTo>
                                    <a:pt x="397" y="246"/>
                                    <a:pt x="397" y="247"/>
                                    <a:pt x="397" y="248"/>
                                  </a:cubicBezTo>
                                  <a:cubicBezTo>
                                    <a:pt x="397" y="248"/>
                                    <a:pt x="398" y="249"/>
                                    <a:pt x="398" y="249"/>
                                  </a:cubicBezTo>
                                  <a:cubicBezTo>
                                    <a:pt x="400" y="249"/>
                                    <a:pt x="401" y="251"/>
                                    <a:pt x="403" y="251"/>
                                  </a:cubicBezTo>
                                  <a:cubicBezTo>
                                    <a:pt x="403" y="252"/>
                                    <a:pt x="403" y="253"/>
                                    <a:pt x="403" y="254"/>
                                  </a:cubicBezTo>
                                  <a:cubicBezTo>
                                    <a:pt x="402" y="253"/>
                                    <a:pt x="401" y="253"/>
                                    <a:pt x="399" y="254"/>
                                  </a:cubicBezTo>
                                  <a:cubicBezTo>
                                    <a:pt x="399" y="255"/>
                                    <a:pt x="400" y="255"/>
                                    <a:pt x="400" y="255"/>
                                  </a:cubicBezTo>
                                  <a:cubicBezTo>
                                    <a:pt x="400" y="256"/>
                                    <a:pt x="400" y="255"/>
                                    <a:pt x="399" y="255"/>
                                  </a:cubicBezTo>
                                  <a:cubicBezTo>
                                    <a:pt x="399" y="255"/>
                                    <a:pt x="398" y="255"/>
                                    <a:pt x="398" y="255"/>
                                  </a:cubicBezTo>
                                  <a:cubicBezTo>
                                    <a:pt x="398" y="256"/>
                                    <a:pt x="398" y="256"/>
                                    <a:pt x="398" y="257"/>
                                  </a:cubicBezTo>
                                  <a:cubicBezTo>
                                    <a:pt x="398" y="258"/>
                                    <a:pt x="399" y="257"/>
                                    <a:pt x="399" y="257"/>
                                  </a:cubicBezTo>
                                  <a:cubicBezTo>
                                    <a:pt x="401" y="257"/>
                                    <a:pt x="402" y="258"/>
                                    <a:pt x="403" y="260"/>
                                  </a:cubicBezTo>
                                  <a:cubicBezTo>
                                    <a:pt x="404" y="260"/>
                                    <a:pt x="404" y="260"/>
                                    <a:pt x="404" y="261"/>
                                  </a:cubicBezTo>
                                  <a:cubicBezTo>
                                    <a:pt x="403" y="261"/>
                                    <a:pt x="404" y="261"/>
                                    <a:pt x="404" y="262"/>
                                  </a:cubicBezTo>
                                  <a:cubicBezTo>
                                    <a:pt x="405" y="262"/>
                                    <a:pt x="405" y="263"/>
                                    <a:pt x="406" y="263"/>
                                  </a:cubicBezTo>
                                  <a:cubicBezTo>
                                    <a:pt x="405" y="264"/>
                                    <a:pt x="404" y="263"/>
                                    <a:pt x="403" y="264"/>
                                  </a:cubicBezTo>
                                  <a:cubicBezTo>
                                    <a:pt x="404" y="265"/>
                                    <a:pt x="405" y="265"/>
                                    <a:pt x="406" y="266"/>
                                  </a:cubicBezTo>
                                  <a:cubicBezTo>
                                    <a:pt x="406" y="266"/>
                                    <a:pt x="406" y="267"/>
                                    <a:pt x="406" y="268"/>
                                  </a:cubicBezTo>
                                  <a:cubicBezTo>
                                    <a:pt x="406" y="268"/>
                                    <a:pt x="405" y="268"/>
                                    <a:pt x="405" y="268"/>
                                  </a:cubicBezTo>
                                  <a:cubicBezTo>
                                    <a:pt x="403" y="268"/>
                                    <a:pt x="401" y="267"/>
                                    <a:pt x="399" y="268"/>
                                  </a:cubicBezTo>
                                  <a:cubicBezTo>
                                    <a:pt x="398" y="269"/>
                                    <a:pt x="398" y="270"/>
                                    <a:pt x="396" y="269"/>
                                  </a:cubicBezTo>
                                  <a:cubicBezTo>
                                    <a:pt x="395" y="269"/>
                                    <a:pt x="395" y="270"/>
                                    <a:pt x="395" y="271"/>
                                  </a:cubicBezTo>
                                  <a:cubicBezTo>
                                    <a:pt x="395" y="272"/>
                                    <a:pt x="393" y="272"/>
                                    <a:pt x="392" y="272"/>
                                  </a:cubicBezTo>
                                  <a:cubicBezTo>
                                    <a:pt x="391" y="271"/>
                                    <a:pt x="389" y="271"/>
                                    <a:pt x="388" y="271"/>
                                  </a:cubicBezTo>
                                  <a:cubicBezTo>
                                    <a:pt x="387" y="272"/>
                                    <a:pt x="385" y="272"/>
                                    <a:pt x="383" y="273"/>
                                  </a:cubicBezTo>
                                  <a:cubicBezTo>
                                    <a:pt x="382" y="273"/>
                                    <a:pt x="381" y="274"/>
                                    <a:pt x="380" y="274"/>
                                  </a:cubicBezTo>
                                  <a:cubicBezTo>
                                    <a:pt x="378" y="274"/>
                                    <a:pt x="378" y="274"/>
                                    <a:pt x="378" y="274"/>
                                  </a:cubicBezTo>
                                  <a:cubicBezTo>
                                    <a:pt x="375" y="274"/>
                                    <a:pt x="373" y="273"/>
                                    <a:pt x="370" y="274"/>
                                  </a:cubicBezTo>
                                  <a:cubicBezTo>
                                    <a:pt x="368" y="274"/>
                                    <a:pt x="365" y="276"/>
                                    <a:pt x="362" y="275"/>
                                  </a:cubicBezTo>
                                  <a:cubicBezTo>
                                    <a:pt x="362" y="275"/>
                                    <a:pt x="361" y="275"/>
                                    <a:pt x="361" y="276"/>
                                  </a:cubicBezTo>
                                  <a:cubicBezTo>
                                    <a:pt x="361" y="276"/>
                                    <a:pt x="361" y="277"/>
                                    <a:pt x="362" y="277"/>
                                  </a:cubicBezTo>
                                  <a:cubicBezTo>
                                    <a:pt x="363" y="277"/>
                                    <a:pt x="363" y="278"/>
                                    <a:pt x="362" y="279"/>
                                  </a:cubicBezTo>
                                  <a:cubicBezTo>
                                    <a:pt x="362" y="279"/>
                                    <a:pt x="362" y="280"/>
                                    <a:pt x="361" y="280"/>
                                  </a:cubicBezTo>
                                  <a:cubicBezTo>
                                    <a:pt x="360" y="281"/>
                                    <a:pt x="360" y="282"/>
                                    <a:pt x="362" y="282"/>
                                  </a:cubicBezTo>
                                  <a:cubicBezTo>
                                    <a:pt x="362" y="283"/>
                                    <a:pt x="363" y="283"/>
                                    <a:pt x="362" y="284"/>
                                  </a:cubicBezTo>
                                  <a:cubicBezTo>
                                    <a:pt x="361" y="285"/>
                                    <a:pt x="362" y="286"/>
                                    <a:pt x="363" y="288"/>
                                  </a:cubicBezTo>
                                  <a:cubicBezTo>
                                    <a:pt x="364" y="289"/>
                                    <a:pt x="364" y="290"/>
                                    <a:pt x="363" y="292"/>
                                  </a:cubicBezTo>
                                  <a:cubicBezTo>
                                    <a:pt x="363" y="293"/>
                                    <a:pt x="363" y="295"/>
                                    <a:pt x="363" y="297"/>
                                  </a:cubicBezTo>
                                  <a:cubicBezTo>
                                    <a:pt x="363" y="297"/>
                                    <a:pt x="364" y="297"/>
                                    <a:pt x="363" y="298"/>
                                  </a:cubicBezTo>
                                  <a:cubicBezTo>
                                    <a:pt x="363" y="300"/>
                                    <a:pt x="364" y="301"/>
                                    <a:pt x="365" y="302"/>
                                  </a:cubicBezTo>
                                  <a:cubicBezTo>
                                    <a:pt x="365" y="303"/>
                                    <a:pt x="366" y="303"/>
                                    <a:pt x="368" y="303"/>
                                  </a:cubicBezTo>
                                  <a:cubicBezTo>
                                    <a:pt x="369" y="303"/>
                                    <a:pt x="371" y="305"/>
                                    <a:pt x="372" y="305"/>
                                  </a:cubicBezTo>
                                  <a:cubicBezTo>
                                    <a:pt x="373" y="304"/>
                                    <a:pt x="373" y="305"/>
                                    <a:pt x="373" y="305"/>
                                  </a:cubicBezTo>
                                  <a:cubicBezTo>
                                    <a:pt x="374" y="307"/>
                                    <a:pt x="374" y="308"/>
                                    <a:pt x="374" y="309"/>
                                  </a:cubicBezTo>
                                  <a:cubicBezTo>
                                    <a:pt x="375" y="311"/>
                                    <a:pt x="376" y="313"/>
                                    <a:pt x="378" y="313"/>
                                  </a:cubicBezTo>
                                  <a:cubicBezTo>
                                    <a:pt x="380" y="314"/>
                                    <a:pt x="381" y="315"/>
                                    <a:pt x="381" y="317"/>
                                  </a:cubicBezTo>
                                  <a:cubicBezTo>
                                    <a:pt x="381" y="317"/>
                                    <a:pt x="381" y="318"/>
                                    <a:pt x="382" y="318"/>
                                  </a:cubicBezTo>
                                  <a:cubicBezTo>
                                    <a:pt x="383" y="319"/>
                                    <a:pt x="383" y="321"/>
                                    <a:pt x="381" y="322"/>
                                  </a:cubicBezTo>
                                  <a:cubicBezTo>
                                    <a:pt x="381" y="323"/>
                                    <a:pt x="381" y="323"/>
                                    <a:pt x="381" y="323"/>
                                  </a:cubicBezTo>
                                  <a:cubicBezTo>
                                    <a:pt x="381" y="325"/>
                                    <a:pt x="381" y="326"/>
                                    <a:pt x="380" y="327"/>
                                  </a:cubicBezTo>
                                  <a:cubicBezTo>
                                    <a:pt x="379" y="327"/>
                                    <a:pt x="380" y="330"/>
                                    <a:pt x="380" y="331"/>
                                  </a:cubicBezTo>
                                  <a:cubicBezTo>
                                    <a:pt x="381" y="333"/>
                                    <a:pt x="382" y="335"/>
                                    <a:pt x="382" y="338"/>
                                  </a:cubicBezTo>
                                  <a:cubicBezTo>
                                    <a:pt x="382" y="339"/>
                                    <a:pt x="383" y="340"/>
                                    <a:pt x="383" y="342"/>
                                  </a:cubicBezTo>
                                  <a:cubicBezTo>
                                    <a:pt x="384" y="343"/>
                                    <a:pt x="384" y="343"/>
                                    <a:pt x="383" y="344"/>
                                  </a:cubicBezTo>
                                  <a:cubicBezTo>
                                    <a:pt x="383" y="345"/>
                                    <a:pt x="382" y="345"/>
                                    <a:pt x="382" y="344"/>
                                  </a:cubicBezTo>
                                  <a:cubicBezTo>
                                    <a:pt x="382" y="343"/>
                                    <a:pt x="382" y="342"/>
                                    <a:pt x="381" y="342"/>
                                  </a:cubicBezTo>
                                  <a:cubicBezTo>
                                    <a:pt x="381" y="342"/>
                                    <a:pt x="381" y="342"/>
                                    <a:pt x="381" y="342"/>
                                  </a:cubicBezTo>
                                  <a:cubicBezTo>
                                    <a:pt x="381" y="342"/>
                                    <a:pt x="380" y="342"/>
                                    <a:pt x="381" y="343"/>
                                  </a:cubicBezTo>
                                  <a:cubicBezTo>
                                    <a:pt x="381" y="343"/>
                                    <a:pt x="381" y="345"/>
                                    <a:pt x="382" y="346"/>
                                  </a:cubicBezTo>
                                  <a:cubicBezTo>
                                    <a:pt x="381" y="346"/>
                                    <a:pt x="380" y="346"/>
                                    <a:pt x="379" y="347"/>
                                  </a:cubicBezTo>
                                  <a:cubicBezTo>
                                    <a:pt x="379" y="347"/>
                                    <a:pt x="378" y="347"/>
                                    <a:pt x="378" y="347"/>
                                  </a:cubicBezTo>
                                  <a:cubicBezTo>
                                    <a:pt x="378" y="348"/>
                                    <a:pt x="379" y="349"/>
                                    <a:pt x="379" y="349"/>
                                  </a:cubicBezTo>
                                  <a:cubicBezTo>
                                    <a:pt x="379" y="349"/>
                                    <a:pt x="379" y="350"/>
                                    <a:pt x="379" y="350"/>
                                  </a:cubicBezTo>
                                  <a:cubicBezTo>
                                    <a:pt x="378" y="350"/>
                                    <a:pt x="378" y="349"/>
                                    <a:pt x="378" y="349"/>
                                  </a:cubicBezTo>
                                  <a:cubicBezTo>
                                    <a:pt x="377" y="349"/>
                                    <a:pt x="378" y="349"/>
                                    <a:pt x="378" y="350"/>
                                  </a:cubicBezTo>
                                  <a:cubicBezTo>
                                    <a:pt x="377" y="349"/>
                                    <a:pt x="376" y="349"/>
                                    <a:pt x="376" y="348"/>
                                  </a:cubicBezTo>
                                  <a:cubicBezTo>
                                    <a:pt x="376" y="347"/>
                                    <a:pt x="377" y="347"/>
                                    <a:pt x="377" y="346"/>
                                  </a:cubicBezTo>
                                  <a:cubicBezTo>
                                    <a:pt x="378" y="345"/>
                                    <a:pt x="379" y="343"/>
                                    <a:pt x="377" y="342"/>
                                  </a:cubicBezTo>
                                  <a:cubicBezTo>
                                    <a:pt x="377" y="342"/>
                                    <a:pt x="377" y="341"/>
                                    <a:pt x="377" y="341"/>
                                  </a:cubicBezTo>
                                  <a:cubicBezTo>
                                    <a:pt x="378" y="341"/>
                                    <a:pt x="378" y="340"/>
                                    <a:pt x="379" y="339"/>
                                  </a:cubicBezTo>
                                  <a:cubicBezTo>
                                    <a:pt x="379" y="338"/>
                                    <a:pt x="378" y="336"/>
                                    <a:pt x="379" y="335"/>
                                  </a:cubicBezTo>
                                  <a:cubicBezTo>
                                    <a:pt x="380" y="334"/>
                                    <a:pt x="379" y="333"/>
                                    <a:pt x="378" y="333"/>
                                  </a:cubicBezTo>
                                  <a:cubicBezTo>
                                    <a:pt x="378" y="333"/>
                                    <a:pt x="378" y="333"/>
                                    <a:pt x="378" y="334"/>
                                  </a:cubicBezTo>
                                  <a:cubicBezTo>
                                    <a:pt x="378" y="334"/>
                                    <a:pt x="377" y="335"/>
                                    <a:pt x="377" y="335"/>
                                  </a:cubicBezTo>
                                  <a:cubicBezTo>
                                    <a:pt x="377" y="335"/>
                                    <a:pt x="376" y="334"/>
                                    <a:pt x="376" y="334"/>
                                  </a:cubicBezTo>
                                  <a:cubicBezTo>
                                    <a:pt x="376" y="334"/>
                                    <a:pt x="376" y="333"/>
                                    <a:pt x="375" y="333"/>
                                  </a:cubicBezTo>
                                  <a:cubicBezTo>
                                    <a:pt x="375" y="334"/>
                                    <a:pt x="375" y="336"/>
                                    <a:pt x="376" y="337"/>
                                  </a:cubicBezTo>
                                  <a:cubicBezTo>
                                    <a:pt x="376" y="337"/>
                                    <a:pt x="376" y="337"/>
                                    <a:pt x="376" y="337"/>
                                  </a:cubicBezTo>
                                  <a:cubicBezTo>
                                    <a:pt x="373" y="338"/>
                                    <a:pt x="375" y="341"/>
                                    <a:pt x="373" y="341"/>
                                  </a:cubicBezTo>
                                  <a:cubicBezTo>
                                    <a:pt x="373" y="341"/>
                                    <a:pt x="373" y="342"/>
                                    <a:pt x="373" y="342"/>
                                  </a:cubicBezTo>
                                  <a:cubicBezTo>
                                    <a:pt x="373" y="342"/>
                                    <a:pt x="374" y="343"/>
                                    <a:pt x="373" y="343"/>
                                  </a:cubicBezTo>
                                  <a:cubicBezTo>
                                    <a:pt x="372" y="343"/>
                                    <a:pt x="372" y="342"/>
                                    <a:pt x="372" y="342"/>
                                  </a:cubicBezTo>
                                  <a:cubicBezTo>
                                    <a:pt x="372" y="341"/>
                                    <a:pt x="372" y="341"/>
                                    <a:pt x="373" y="340"/>
                                  </a:cubicBezTo>
                                  <a:cubicBezTo>
                                    <a:pt x="374" y="340"/>
                                    <a:pt x="373" y="339"/>
                                    <a:pt x="373" y="339"/>
                                  </a:cubicBezTo>
                                  <a:cubicBezTo>
                                    <a:pt x="373" y="339"/>
                                    <a:pt x="374" y="338"/>
                                    <a:pt x="374" y="337"/>
                                  </a:cubicBezTo>
                                  <a:cubicBezTo>
                                    <a:pt x="373" y="336"/>
                                    <a:pt x="373" y="335"/>
                                    <a:pt x="374" y="335"/>
                                  </a:cubicBezTo>
                                  <a:cubicBezTo>
                                    <a:pt x="375" y="334"/>
                                    <a:pt x="375" y="334"/>
                                    <a:pt x="374" y="333"/>
                                  </a:cubicBezTo>
                                  <a:cubicBezTo>
                                    <a:pt x="374" y="333"/>
                                    <a:pt x="374" y="333"/>
                                    <a:pt x="373" y="333"/>
                                  </a:cubicBezTo>
                                  <a:cubicBezTo>
                                    <a:pt x="373" y="333"/>
                                    <a:pt x="373" y="334"/>
                                    <a:pt x="373" y="334"/>
                                  </a:cubicBezTo>
                                  <a:cubicBezTo>
                                    <a:pt x="373" y="333"/>
                                    <a:pt x="373" y="333"/>
                                    <a:pt x="373" y="333"/>
                                  </a:cubicBezTo>
                                  <a:cubicBezTo>
                                    <a:pt x="374" y="332"/>
                                    <a:pt x="374" y="331"/>
                                    <a:pt x="373" y="330"/>
                                  </a:cubicBezTo>
                                  <a:cubicBezTo>
                                    <a:pt x="372" y="328"/>
                                    <a:pt x="373" y="327"/>
                                    <a:pt x="374" y="326"/>
                                  </a:cubicBezTo>
                                  <a:cubicBezTo>
                                    <a:pt x="375" y="325"/>
                                    <a:pt x="376" y="324"/>
                                    <a:pt x="377" y="324"/>
                                  </a:cubicBezTo>
                                  <a:cubicBezTo>
                                    <a:pt x="378" y="324"/>
                                    <a:pt x="379" y="323"/>
                                    <a:pt x="378" y="323"/>
                                  </a:cubicBezTo>
                                  <a:cubicBezTo>
                                    <a:pt x="377" y="321"/>
                                    <a:pt x="378" y="321"/>
                                    <a:pt x="379" y="320"/>
                                  </a:cubicBezTo>
                                  <a:cubicBezTo>
                                    <a:pt x="380" y="319"/>
                                    <a:pt x="380" y="317"/>
                                    <a:pt x="379" y="317"/>
                                  </a:cubicBezTo>
                                  <a:cubicBezTo>
                                    <a:pt x="378" y="316"/>
                                    <a:pt x="376" y="316"/>
                                    <a:pt x="374" y="317"/>
                                  </a:cubicBezTo>
                                  <a:cubicBezTo>
                                    <a:pt x="372" y="318"/>
                                    <a:pt x="370" y="318"/>
                                    <a:pt x="368" y="317"/>
                                  </a:cubicBezTo>
                                  <a:cubicBezTo>
                                    <a:pt x="368" y="317"/>
                                    <a:pt x="367" y="317"/>
                                    <a:pt x="367" y="316"/>
                                  </a:cubicBezTo>
                                  <a:cubicBezTo>
                                    <a:pt x="367" y="314"/>
                                    <a:pt x="365" y="313"/>
                                    <a:pt x="364" y="312"/>
                                  </a:cubicBezTo>
                                  <a:cubicBezTo>
                                    <a:pt x="364" y="311"/>
                                    <a:pt x="363" y="311"/>
                                    <a:pt x="363" y="310"/>
                                  </a:cubicBezTo>
                                  <a:cubicBezTo>
                                    <a:pt x="363" y="309"/>
                                    <a:pt x="363" y="309"/>
                                    <a:pt x="362" y="309"/>
                                  </a:cubicBezTo>
                                  <a:cubicBezTo>
                                    <a:pt x="360" y="308"/>
                                    <a:pt x="357" y="307"/>
                                    <a:pt x="356" y="305"/>
                                  </a:cubicBezTo>
                                  <a:cubicBezTo>
                                    <a:pt x="354" y="302"/>
                                    <a:pt x="351" y="303"/>
                                    <a:pt x="348" y="303"/>
                                  </a:cubicBezTo>
                                  <a:cubicBezTo>
                                    <a:pt x="347" y="303"/>
                                    <a:pt x="346" y="303"/>
                                    <a:pt x="344" y="304"/>
                                  </a:cubicBezTo>
                                  <a:cubicBezTo>
                                    <a:pt x="344" y="304"/>
                                    <a:pt x="343" y="305"/>
                                    <a:pt x="343" y="304"/>
                                  </a:cubicBezTo>
                                  <a:cubicBezTo>
                                    <a:pt x="343" y="303"/>
                                    <a:pt x="343" y="303"/>
                                    <a:pt x="344" y="303"/>
                                  </a:cubicBezTo>
                                  <a:cubicBezTo>
                                    <a:pt x="345" y="303"/>
                                    <a:pt x="345" y="302"/>
                                    <a:pt x="346" y="301"/>
                                  </a:cubicBezTo>
                                  <a:cubicBezTo>
                                    <a:pt x="346" y="301"/>
                                    <a:pt x="347" y="300"/>
                                    <a:pt x="346" y="300"/>
                                  </a:cubicBezTo>
                                  <a:cubicBezTo>
                                    <a:pt x="346" y="298"/>
                                    <a:pt x="342" y="297"/>
                                    <a:pt x="341" y="298"/>
                                  </a:cubicBezTo>
                                  <a:cubicBezTo>
                                    <a:pt x="339" y="300"/>
                                    <a:pt x="338" y="302"/>
                                    <a:pt x="337" y="303"/>
                                  </a:cubicBezTo>
                                  <a:cubicBezTo>
                                    <a:pt x="336" y="304"/>
                                    <a:pt x="337" y="305"/>
                                    <a:pt x="338" y="305"/>
                                  </a:cubicBezTo>
                                  <a:cubicBezTo>
                                    <a:pt x="340" y="305"/>
                                    <a:pt x="341" y="305"/>
                                    <a:pt x="343" y="305"/>
                                  </a:cubicBezTo>
                                  <a:cubicBezTo>
                                    <a:pt x="343" y="306"/>
                                    <a:pt x="342" y="307"/>
                                    <a:pt x="341" y="307"/>
                                  </a:cubicBezTo>
                                  <a:cubicBezTo>
                                    <a:pt x="340" y="308"/>
                                    <a:pt x="340" y="308"/>
                                    <a:pt x="340" y="309"/>
                                  </a:cubicBezTo>
                                  <a:cubicBezTo>
                                    <a:pt x="341" y="309"/>
                                    <a:pt x="341" y="310"/>
                                    <a:pt x="341" y="309"/>
                                  </a:cubicBezTo>
                                  <a:cubicBezTo>
                                    <a:pt x="343" y="308"/>
                                    <a:pt x="344" y="309"/>
                                    <a:pt x="345" y="310"/>
                                  </a:cubicBezTo>
                                  <a:cubicBezTo>
                                    <a:pt x="346" y="312"/>
                                    <a:pt x="346" y="313"/>
                                    <a:pt x="345" y="314"/>
                                  </a:cubicBezTo>
                                  <a:cubicBezTo>
                                    <a:pt x="344" y="315"/>
                                    <a:pt x="342" y="315"/>
                                    <a:pt x="341" y="314"/>
                                  </a:cubicBezTo>
                                  <a:cubicBezTo>
                                    <a:pt x="340" y="313"/>
                                    <a:pt x="338" y="312"/>
                                    <a:pt x="337" y="310"/>
                                  </a:cubicBezTo>
                                  <a:cubicBezTo>
                                    <a:pt x="337" y="310"/>
                                    <a:pt x="336" y="310"/>
                                    <a:pt x="336" y="310"/>
                                  </a:cubicBezTo>
                                  <a:cubicBezTo>
                                    <a:pt x="335" y="310"/>
                                    <a:pt x="334" y="310"/>
                                    <a:pt x="334" y="311"/>
                                  </a:cubicBezTo>
                                  <a:cubicBezTo>
                                    <a:pt x="332" y="312"/>
                                    <a:pt x="331" y="313"/>
                                    <a:pt x="331" y="314"/>
                                  </a:cubicBezTo>
                                  <a:cubicBezTo>
                                    <a:pt x="331" y="316"/>
                                    <a:pt x="332" y="318"/>
                                    <a:pt x="332" y="320"/>
                                  </a:cubicBezTo>
                                  <a:cubicBezTo>
                                    <a:pt x="332" y="320"/>
                                    <a:pt x="333" y="321"/>
                                    <a:pt x="333" y="321"/>
                                  </a:cubicBezTo>
                                  <a:cubicBezTo>
                                    <a:pt x="334" y="321"/>
                                    <a:pt x="335" y="322"/>
                                    <a:pt x="335" y="322"/>
                                  </a:cubicBezTo>
                                  <a:cubicBezTo>
                                    <a:pt x="337" y="324"/>
                                    <a:pt x="339" y="324"/>
                                    <a:pt x="340" y="326"/>
                                  </a:cubicBezTo>
                                  <a:cubicBezTo>
                                    <a:pt x="341" y="327"/>
                                    <a:pt x="341" y="326"/>
                                    <a:pt x="342" y="326"/>
                                  </a:cubicBezTo>
                                  <a:cubicBezTo>
                                    <a:pt x="343" y="325"/>
                                    <a:pt x="344" y="328"/>
                                    <a:pt x="346" y="327"/>
                                  </a:cubicBezTo>
                                  <a:cubicBezTo>
                                    <a:pt x="347" y="327"/>
                                    <a:pt x="346" y="328"/>
                                    <a:pt x="346" y="328"/>
                                  </a:cubicBezTo>
                                  <a:cubicBezTo>
                                    <a:pt x="346" y="331"/>
                                    <a:pt x="347" y="333"/>
                                    <a:pt x="349" y="334"/>
                                  </a:cubicBezTo>
                                  <a:cubicBezTo>
                                    <a:pt x="348" y="334"/>
                                    <a:pt x="347" y="334"/>
                                    <a:pt x="347" y="334"/>
                                  </a:cubicBezTo>
                                  <a:cubicBezTo>
                                    <a:pt x="346" y="333"/>
                                    <a:pt x="344" y="334"/>
                                    <a:pt x="344" y="332"/>
                                  </a:cubicBezTo>
                                  <a:cubicBezTo>
                                    <a:pt x="344" y="330"/>
                                    <a:pt x="343" y="329"/>
                                    <a:pt x="341" y="329"/>
                                  </a:cubicBezTo>
                                  <a:cubicBezTo>
                                    <a:pt x="338" y="330"/>
                                    <a:pt x="336" y="328"/>
                                    <a:pt x="333" y="328"/>
                                  </a:cubicBezTo>
                                  <a:cubicBezTo>
                                    <a:pt x="331" y="328"/>
                                    <a:pt x="329" y="328"/>
                                    <a:pt x="327" y="326"/>
                                  </a:cubicBezTo>
                                  <a:cubicBezTo>
                                    <a:pt x="326" y="325"/>
                                    <a:pt x="325" y="324"/>
                                    <a:pt x="326" y="323"/>
                                  </a:cubicBezTo>
                                  <a:cubicBezTo>
                                    <a:pt x="327" y="321"/>
                                    <a:pt x="327" y="319"/>
                                    <a:pt x="326" y="318"/>
                                  </a:cubicBezTo>
                                  <a:cubicBezTo>
                                    <a:pt x="326" y="317"/>
                                    <a:pt x="325" y="316"/>
                                    <a:pt x="326" y="314"/>
                                  </a:cubicBezTo>
                                  <a:cubicBezTo>
                                    <a:pt x="326" y="313"/>
                                    <a:pt x="327" y="312"/>
                                    <a:pt x="327" y="310"/>
                                  </a:cubicBezTo>
                                  <a:cubicBezTo>
                                    <a:pt x="327" y="309"/>
                                    <a:pt x="327" y="308"/>
                                    <a:pt x="328" y="306"/>
                                  </a:cubicBezTo>
                                  <a:cubicBezTo>
                                    <a:pt x="329" y="304"/>
                                    <a:pt x="327" y="302"/>
                                    <a:pt x="328" y="299"/>
                                  </a:cubicBezTo>
                                  <a:cubicBezTo>
                                    <a:pt x="328" y="299"/>
                                    <a:pt x="328" y="299"/>
                                    <a:pt x="328" y="298"/>
                                  </a:cubicBezTo>
                                  <a:cubicBezTo>
                                    <a:pt x="327" y="297"/>
                                    <a:pt x="326" y="296"/>
                                    <a:pt x="326" y="296"/>
                                  </a:cubicBezTo>
                                  <a:cubicBezTo>
                                    <a:pt x="327" y="294"/>
                                    <a:pt x="326" y="294"/>
                                    <a:pt x="325" y="293"/>
                                  </a:cubicBezTo>
                                  <a:cubicBezTo>
                                    <a:pt x="324" y="292"/>
                                    <a:pt x="324" y="290"/>
                                    <a:pt x="322" y="289"/>
                                  </a:cubicBezTo>
                                  <a:cubicBezTo>
                                    <a:pt x="322" y="289"/>
                                    <a:pt x="322" y="289"/>
                                    <a:pt x="322" y="288"/>
                                  </a:cubicBezTo>
                                  <a:cubicBezTo>
                                    <a:pt x="324" y="287"/>
                                    <a:pt x="322" y="287"/>
                                    <a:pt x="321" y="286"/>
                                  </a:cubicBezTo>
                                  <a:cubicBezTo>
                                    <a:pt x="320" y="286"/>
                                    <a:pt x="319" y="286"/>
                                    <a:pt x="319" y="287"/>
                                  </a:cubicBezTo>
                                  <a:cubicBezTo>
                                    <a:pt x="318" y="288"/>
                                    <a:pt x="318" y="290"/>
                                    <a:pt x="320" y="291"/>
                                  </a:cubicBezTo>
                                  <a:cubicBezTo>
                                    <a:pt x="323" y="293"/>
                                    <a:pt x="324" y="295"/>
                                    <a:pt x="324" y="298"/>
                                  </a:cubicBezTo>
                                  <a:cubicBezTo>
                                    <a:pt x="324" y="299"/>
                                    <a:pt x="324" y="299"/>
                                    <a:pt x="324" y="300"/>
                                  </a:cubicBezTo>
                                  <a:cubicBezTo>
                                    <a:pt x="325" y="303"/>
                                    <a:pt x="325" y="306"/>
                                    <a:pt x="323" y="308"/>
                                  </a:cubicBezTo>
                                  <a:cubicBezTo>
                                    <a:pt x="322" y="311"/>
                                    <a:pt x="319" y="312"/>
                                    <a:pt x="317" y="313"/>
                                  </a:cubicBezTo>
                                  <a:cubicBezTo>
                                    <a:pt x="316" y="314"/>
                                    <a:pt x="314" y="314"/>
                                    <a:pt x="314" y="316"/>
                                  </a:cubicBezTo>
                                  <a:cubicBezTo>
                                    <a:pt x="314" y="318"/>
                                    <a:pt x="314" y="319"/>
                                    <a:pt x="313" y="320"/>
                                  </a:cubicBezTo>
                                  <a:cubicBezTo>
                                    <a:pt x="312" y="321"/>
                                    <a:pt x="312" y="322"/>
                                    <a:pt x="311" y="323"/>
                                  </a:cubicBezTo>
                                  <a:cubicBezTo>
                                    <a:pt x="310" y="324"/>
                                    <a:pt x="311" y="325"/>
                                    <a:pt x="311" y="325"/>
                                  </a:cubicBezTo>
                                  <a:cubicBezTo>
                                    <a:pt x="314" y="326"/>
                                    <a:pt x="315" y="328"/>
                                    <a:pt x="315" y="330"/>
                                  </a:cubicBezTo>
                                  <a:cubicBezTo>
                                    <a:pt x="315" y="331"/>
                                    <a:pt x="316" y="332"/>
                                    <a:pt x="317" y="333"/>
                                  </a:cubicBezTo>
                                  <a:cubicBezTo>
                                    <a:pt x="316" y="335"/>
                                    <a:pt x="317" y="336"/>
                                    <a:pt x="318" y="338"/>
                                  </a:cubicBezTo>
                                  <a:cubicBezTo>
                                    <a:pt x="319" y="340"/>
                                    <a:pt x="320" y="341"/>
                                    <a:pt x="319" y="343"/>
                                  </a:cubicBezTo>
                                  <a:cubicBezTo>
                                    <a:pt x="318" y="345"/>
                                    <a:pt x="318" y="346"/>
                                    <a:pt x="317" y="347"/>
                                  </a:cubicBezTo>
                                  <a:cubicBezTo>
                                    <a:pt x="316" y="348"/>
                                    <a:pt x="315" y="349"/>
                                    <a:pt x="315" y="350"/>
                                  </a:cubicBezTo>
                                  <a:cubicBezTo>
                                    <a:pt x="316" y="352"/>
                                    <a:pt x="315" y="354"/>
                                    <a:pt x="315" y="357"/>
                                  </a:cubicBezTo>
                                  <a:cubicBezTo>
                                    <a:pt x="314" y="358"/>
                                    <a:pt x="314" y="359"/>
                                    <a:pt x="315" y="360"/>
                                  </a:cubicBezTo>
                                  <a:cubicBezTo>
                                    <a:pt x="317" y="363"/>
                                    <a:pt x="317" y="365"/>
                                    <a:pt x="316" y="367"/>
                                  </a:cubicBezTo>
                                  <a:cubicBezTo>
                                    <a:pt x="315" y="368"/>
                                    <a:pt x="316" y="369"/>
                                    <a:pt x="317" y="370"/>
                                  </a:cubicBezTo>
                                  <a:cubicBezTo>
                                    <a:pt x="317" y="371"/>
                                    <a:pt x="318" y="370"/>
                                    <a:pt x="318" y="370"/>
                                  </a:cubicBezTo>
                                  <a:cubicBezTo>
                                    <a:pt x="319" y="370"/>
                                    <a:pt x="321" y="369"/>
                                    <a:pt x="322" y="370"/>
                                  </a:cubicBezTo>
                                  <a:cubicBezTo>
                                    <a:pt x="323" y="371"/>
                                    <a:pt x="324" y="370"/>
                                    <a:pt x="325" y="369"/>
                                  </a:cubicBezTo>
                                  <a:cubicBezTo>
                                    <a:pt x="326" y="369"/>
                                    <a:pt x="326" y="368"/>
                                    <a:pt x="327" y="367"/>
                                  </a:cubicBezTo>
                                  <a:cubicBezTo>
                                    <a:pt x="331" y="367"/>
                                    <a:pt x="333" y="369"/>
                                    <a:pt x="336" y="370"/>
                                  </a:cubicBezTo>
                                  <a:cubicBezTo>
                                    <a:pt x="337" y="373"/>
                                    <a:pt x="339" y="373"/>
                                    <a:pt x="340" y="374"/>
                                  </a:cubicBezTo>
                                  <a:cubicBezTo>
                                    <a:pt x="342" y="375"/>
                                    <a:pt x="342" y="376"/>
                                    <a:pt x="342" y="378"/>
                                  </a:cubicBezTo>
                                  <a:cubicBezTo>
                                    <a:pt x="343" y="380"/>
                                    <a:pt x="344" y="382"/>
                                    <a:pt x="345" y="385"/>
                                  </a:cubicBezTo>
                                  <a:cubicBezTo>
                                    <a:pt x="345" y="386"/>
                                    <a:pt x="345" y="386"/>
                                    <a:pt x="344" y="386"/>
                                  </a:cubicBezTo>
                                  <a:cubicBezTo>
                                    <a:pt x="343" y="386"/>
                                    <a:pt x="342" y="387"/>
                                    <a:pt x="342" y="388"/>
                                  </a:cubicBezTo>
                                  <a:cubicBezTo>
                                    <a:pt x="341" y="390"/>
                                    <a:pt x="341" y="392"/>
                                    <a:pt x="341" y="394"/>
                                  </a:cubicBezTo>
                                  <a:cubicBezTo>
                                    <a:pt x="341" y="395"/>
                                    <a:pt x="341" y="396"/>
                                    <a:pt x="342" y="395"/>
                                  </a:cubicBezTo>
                                  <a:cubicBezTo>
                                    <a:pt x="343" y="395"/>
                                    <a:pt x="343" y="395"/>
                                    <a:pt x="343" y="396"/>
                                  </a:cubicBezTo>
                                  <a:cubicBezTo>
                                    <a:pt x="343" y="397"/>
                                    <a:pt x="345" y="397"/>
                                    <a:pt x="345" y="397"/>
                                  </a:cubicBezTo>
                                  <a:cubicBezTo>
                                    <a:pt x="345" y="398"/>
                                    <a:pt x="344" y="398"/>
                                    <a:pt x="344" y="399"/>
                                  </a:cubicBezTo>
                                  <a:cubicBezTo>
                                    <a:pt x="343" y="399"/>
                                    <a:pt x="343" y="400"/>
                                    <a:pt x="343" y="400"/>
                                  </a:cubicBezTo>
                                  <a:cubicBezTo>
                                    <a:pt x="342" y="400"/>
                                    <a:pt x="342" y="401"/>
                                    <a:pt x="342" y="401"/>
                                  </a:cubicBezTo>
                                  <a:cubicBezTo>
                                    <a:pt x="342" y="399"/>
                                    <a:pt x="342" y="398"/>
                                    <a:pt x="341" y="397"/>
                                  </a:cubicBezTo>
                                  <a:cubicBezTo>
                                    <a:pt x="340" y="396"/>
                                    <a:pt x="339" y="396"/>
                                    <a:pt x="339" y="395"/>
                                  </a:cubicBezTo>
                                  <a:cubicBezTo>
                                    <a:pt x="339" y="394"/>
                                    <a:pt x="338" y="394"/>
                                    <a:pt x="339" y="394"/>
                                  </a:cubicBezTo>
                                  <a:cubicBezTo>
                                    <a:pt x="340" y="393"/>
                                    <a:pt x="339" y="392"/>
                                    <a:pt x="339" y="392"/>
                                  </a:cubicBezTo>
                                  <a:cubicBezTo>
                                    <a:pt x="339" y="390"/>
                                    <a:pt x="339" y="389"/>
                                    <a:pt x="339" y="388"/>
                                  </a:cubicBezTo>
                                  <a:cubicBezTo>
                                    <a:pt x="340" y="387"/>
                                    <a:pt x="340" y="386"/>
                                    <a:pt x="339" y="386"/>
                                  </a:cubicBezTo>
                                  <a:cubicBezTo>
                                    <a:pt x="338" y="386"/>
                                    <a:pt x="339" y="385"/>
                                    <a:pt x="339" y="385"/>
                                  </a:cubicBezTo>
                                  <a:cubicBezTo>
                                    <a:pt x="339" y="383"/>
                                    <a:pt x="340" y="381"/>
                                    <a:pt x="339" y="380"/>
                                  </a:cubicBezTo>
                                  <a:cubicBezTo>
                                    <a:pt x="338" y="379"/>
                                    <a:pt x="337" y="378"/>
                                    <a:pt x="336" y="377"/>
                                  </a:cubicBezTo>
                                  <a:cubicBezTo>
                                    <a:pt x="335" y="377"/>
                                    <a:pt x="335" y="376"/>
                                    <a:pt x="335" y="375"/>
                                  </a:cubicBezTo>
                                  <a:cubicBezTo>
                                    <a:pt x="335" y="374"/>
                                    <a:pt x="334" y="372"/>
                                    <a:pt x="332" y="373"/>
                                  </a:cubicBezTo>
                                  <a:cubicBezTo>
                                    <a:pt x="331" y="373"/>
                                    <a:pt x="330" y="373"/>
                                    <a:pt x="330" y="373"/>
                                  </a:cubicBezTo>
                                  <a:cubicBezTo>
                                    <a:pt x="327" y="374"/>
                                    <a:pt x="325" y="375"/>
                                    <a:pt x="323" y="376"/>
                                  </a:cubicBezTo>
                                  <a:cubicBezTo>
                                    <a:pt x="321" y="377"/>
                                    <a:pt x="320" y="378"/>
                                    <a:pt x="320" y="380"/>
                                  </a:cubicBezTo>
                                  <a:cubicBezTo>
                                    <a:pt x="320" y="381"/>
                                    <a:pt x="320" y="382"/>
                                    <a:pt x="320" y="383"/>
                                  </a:cubicBezTo>
                                  <a:cubicBezTo>
                                    <a:pt x="319" y="383"/>
                                    <a:pt x="319" y="384"/>
                                    <a:pt x="320" y="384"/>
                                  </a:cubicBezTo>
                                  <a:cubicBezTo>
                                    <a:pt x="321" y="385"/>
                                    <a:pt x="322" y="387"/>
                                    <a:pt x="322" y="389"/>
                                  </a:cubicBezTo>
                                  <a:cubicBezTo>
                                    <a:pt x="323" y="392"/>
                                    <a:pt x="323" y="394"/>
                                    <a:pt x="322" y="397"/>
                                  </a:cubicBezTo>
                                  <a:cubicBezTo>
                                    <a:pt x="321" y="398"/>
                                    <a:pt x="320" y="399"/>
                                    <a:pt x="319" y="399"/>
                                  </a:cubicBezTo>
                                  <a:cubicBezTo>
                                    <a:pt x="318" y="401"/>
                                    <a:pt x="317" y="403"/>
                                    <a:pt x="317" y="405"/>
                                  </a:cubicBezTo>
                                  <a:cubicBezTo>
                                    <a:pt x="317" y="406"/>
                                    <a:pt x="317" y="408"/>
                                    <a:pt x="316" y="409"/>
                                  </a:cubicBezTo>
                                  <a:cubicBezTo>
                                    <a:pt x="314" y="410"/>
                                    <a:pt x="313" y="412"/>
                                    <a:pt x="311" y="413"/>
                                  </a:cubicBezTo>
                                  <a:cubicBezTo>
                                    <a:pt x="310" y="413"/>
                                    <a:pt x="311" y="413"/>
                                    <a:pt x="310" y="413"/>
                                  </a:cubicBezTo>
                                  <a:cubicBezTo>
                                    <a:pt x="310" y="414"/>
                                    <a:pt x="309" y="415"/>
                                    <a:pt x="308" y="415"/>
                                  </a:cubicBezTo>
                                  <a:cubicBezTo>
                                    <a:pt x="306" y="415"/>
                                    <a:pt x="306" y="416"/>
                                    <a:pt x="306" y="418"/>
                                  </a:cubicBezTo>
                                  <a:cubicBezTo>
                                    <a:pt x="306" y="418"/>
                                    <a:pt x="305" y="418"/>
                                    <a:pt x="305" y="418"/>
                                  </a:cubicBezTo>
                                  <a:cubicBezTo>
                                    <a:pt x="304" y="417"/>
                                    <a:pt x="302" y="415"/>
                                    <a:pt x="301" y="414"/>
                                  </a:cubicBezTo>
                                  <a:cubicBezTo>
                                    <a:pt x="300" y="413"/>
                                    <a:pt x="300" y="411"/>
                                    <a:pt x="300" y="410"/>
                                  </a:cubicBezTo>
                                  <a:cubicBezTo>
                                    <a:pt x="299" y="409"/>
                                    <a:pt x="300" y="409"/>
                                    <a:pt x="300" y="409"/>
                                  </a:cubicBezTo>
                                  <a:cubicBezTo>
                                    <a:pt x="301" y="409"/>
                                    <a:pt x="302" y="410"/>
                                    <a:pt x="302" y="409"/>
                                  </a:cubicBezTo>
                                  <a:cubicBezTo>
                                    <a:pt x="304" y="408"/>
                                    <a:pt x="304" y="406"/>
                                    <a:pt x="305" y="405"/>
                                  </a:cubicBezTo>
                                  <a:cubicBezTo>
                                    <a:pt x="305" y="404"/>
                                    <a:pt x="305" y="404"/>
                                    <a:pt x="304" y="404"/>
                                  </a:cubicBezTo>
                                  <a:cubicBezTo>
                                    <a:pt x="304" y="404"/>
                                    <a:pt x="304" y="403"/>
                                    <a:pt x="304" y="403"/>
                                  </a:cubicBezTo>
                                  <a:cubicBezTo>
                                    <a:pt x="304" y="402"/>
                                    <a:pt x="305" y="402"/>
                                    <a:pt x="305" y="402"/>
                                  </a:cubicBezTo>
                                  <a:cubicBezTo>
                                    <a:pt x="306" y="402"/>
                                    <a:pt x="307" y="403"/>
                                    <a:pt x="306" y="401"/>
                                  </a:cubicBezTo>
                                  <a:cubicBezTo>
                                    <a:pt x="306" y="401"/>
                                    <a:pt x="306" y="400"/>
                                    <a:pt x="307" y="400"/>
                                  </a:cubicBezTo>
                                  <a:cubicBezTo>
                                    <a:pt x="307" y="398"/>
                                    <a:pt x="309" y="397"/>
                                    <a:pt x="310" y="396"/>
                                  </a:cubicBezTo>
                                  <a:cubicBezTo>
                                    <a:pt x="311" y="395"/>
                                    <a:pt x="312" y="393"/>
                                    <a:pt x="311" y="391"/>
                                  </a:cubicBezTo>
                                  <a:cubicBezTo>
                                    <a:pt x="310" y="388"/>
                                    <a:pt x="310" y="386"/>
                                    <a:pt x="313" y="384"/>
                                  </a:cubicBezTo>
                                  <a:cubicBezTo>
                                    <a:pt x="314" y="384"/>
                                    <a:pt x="313" y="382"/>
                                    <a:pt x="315" y="381"/>
                                  </a:cubicBezTo>
                                  <a:cubicBezTo>
                                    <a:pt x="315" y="381"/>
                                    <a:pt x="314" y="381"/>
                                    <a:pt x="314" y="381"/>
                                  </a:cubicBezTo>
                                  <a:cubicBezTo>
                                    <a:pt x="313" y="379"/>
                                    <a:pt x="312" y="377"/>
                                    <a:pt x="310" y="376"/>
                                  </a:cubicBezTo>
                                  <a:cubicBezTo>
                                    <a:pt x="307" y="375"/>
                                    <a:pt x="306" y="370"/>
                                    <a:pt x="307" y="367"/>
                                  </a:cubicBezTo>
                                  <a:cubicBezTo>
                                    <a:pt x="307" y="367"/>
                                    <a:pt x="308" y="367"/>
                                    <a:pt x="308" y="366"/>
                                  </a:cubicBezTo>
                                  <a:cubicBezTo>
                                    <a:pt x="307" y="364"/>
                                    <a:pt x="308" y="362"/>
                                    <a:pt x="307" y="360"/>
                                  </a:cubicBezTo>
                                  <a:cubicBezTo>
                                    <a:pt x="307" y="360"/>
                                    <a:pt x="307" y="359"/>
                                    <a:pt x="307" y="359"/>
                                  </a:cubicBezTo>
                                  <a:cubicBezTo>
                                    <a:pt x="308" y="358"/>
                                    <a:pt x="308" y="357"/>
                                    <a:pt x="308" y="356"/>
                                  </a:cubicBezTo>
                                  <a:cubicBezTo>
                                    <a:pt x="308" y="354"/>
                                    <a:pt x="307" y="352"/>
                                    <a:pt x="307" y="350"/>
                                  </a:cubicBezTo>
                                  <a:cubicBezTo>
                                    <a:pt x="307" y="349"/>
                                    <a:pt x="307" y="349"/>
                                    <a:pt x="307" y="349"/>
                                  </a:cubicBezTo>
                                  <a:cubicBezTo>
                                    <a:pt x="305" y="348"/>
                                    <a:pt x="307" y="346"/>
                                    <a:pt x="308" y="345"/>
                                  </a:cubicBezTo>
                                  <a:cubicBezTo>
                                    <a:pt x="309" y="344"/>
                                    <a:pt x="309" y="343"/>
                                    <a:pt x="308" y="342"/>
                                  </a:cubicBezTo>
                                  <a:cubicBezTo>
                                    <a:pt x="308" y="341"/>
                                    <a:pt x="308" y="341"/>
                                    <a:pt x="308" y="340"/>
                                  </a:cubicBezTo>
                                  <a:cubicBezTo>
                                    <a:pt x="309" y="338"/>
                                    <a:pt x="309" y="335"/>
                                    <a:pt x="308" y="333"/>
                                  </a:cubicBezTo>
                                  <a:cubicBezTo>
                                    <a:pt x="308" y="333"/>
                                    <a:pt x="307" y="332"/>
                                    <a:pt x="307" y="332"/>
                                  </a:cubicBezTo>
                                  <a:cubicBezTo>
                                    <a:pt x="308" y="331"/>
                                    <a:pt x="308" y="330"/>
                                    <a:pt x="307" y="330"/>
                                  </a:cubicBezTo>
                                  <a:cubicBezTo>
                                    <a:pt x="305" y="328"/>
                                    <a:pt x="304" y="326"/>
                                    <a:pt x="303" y="324"/>
                                  </a:cubicBezTo>
                                  <a:cubicBezTo>
                                    <a:pt x="302" y="323"/>
                                    <a:pt x="302" y="321"/>
                                    <a:pt x="303" y="320"/>
                                  </a:cubicBezTo>
                                  <a:cubicBezTo>
                                    <a:pt x="305" y="319"/>
                                    <a:pt x="306" y="317"/>
                                    <a:pt x="305" y="315"/>
                                  </a:cubicBezTo>
                                  <a:cubicBezTo>
                                    <a:pt x="306" y="314"/>
                                    <a:pt x="306" y="314"/>
                                    <a:pt x="306" y="314"/>
                                  </a:cubicBezTo>
                                  <a:cubicBezTo>
                                    <a:pt x="307" y="313"/>
                                    <a:pt x="307" y="312"/>
                                    <a:pt x="307" y="311"/>
                                  </a:cubicBezTo>
                                  <a:cubicBezTo>
                                    <a:pt x="307" y="311"/>
                                    <a:pt x="307" y="310"/>
                                    <a:pt x="308" y="309"/>
                                  </a:cubicBezTo>
                                  <a:cubicBezTo>
                                    <a:pt x="309" y="308"/>
                                    <a:pt x="309" y="307"/>
                                    <a:pt x="309" y="305"/>
                                  </a:cubicBezTo>
                                  <a:cubicBezTo>
                                    <a:pt x="309" y="305"/>
                                    <a:pt x="309" y="304"/>
                                    <a:pt x="309" y="304"/>
                                  </a:cubicBezTo>
                                  <a:cubicBezTo>
                                    <a:pt x="309" y="301"/>
                                    <a:pt x="309" y="299"/>
                                    <a:pt x="309" y="296"/>
                                  </a:cubicBezTo>
                                  <a:cubicBezTo>
                                    <a:pt x="309" y="295"/>
                                    <a:pt x="308" y="295"/>
                                    <a:pt x="307" y="294"/>
                                  </a:cubicBezTo>
                                  <a:cubicBezTo>
                                    <a:pt x="304" y="292"/>
                                    <a:pt x="300" y="291"/>
                                    <a:pt x="296" y="291"/>
                                  </a:cubicBezTo>
                                  <a:cubicBezTo>
                                    <a:pt x="295" y="291"/>
                                    <a:pt x="295" y="291"/>
                                    <a:pt x="294" y="291"/>
                                  </a:cubicBezTo>
                                  <a:cubicBezTo>
                                    <a:pt x="292" y="292"/>
                                    <a:pt x="290" y="291"/>
                                    <a:pt x="289" y="292"/>
                                  </a:cubicBezTo>
                                  <a:cubicBezTo>
                                    <a:pt x="289" y="292"/>
                                    <a:pt x="288" y="292"/>
                                    <a:pt x="288" y="292"/>
                                  </a:cubicBezTo>
                                  <a:cubicBezTo>
                                    <a:pt x="288" y="291"/>
                                    <a:pt x="288" y="291"/>
                                    <a:pt x="288" y="291"/>
                                  </a:cubicBezTo>
                                  <a:cubicBezTo>
                                    <a:pt x="288" y="290"/>
                                    <a:pt x="289" y="290"/>
                                    <a:pt x="289" y="290"/>
                                  </a:cubicBezTo>
                                  <a:cubicBezTo>
                                    <a:pt x="287" y="289"/>
                                    <a:pt x="287" y="290"/>
                                    <a:pt x="286" y="291"/>
                                  </a:cubicBezTo>
                                  <a:cubicBezTo>
                                    <a:pt x="285" y="292"/>
                                    <a:pt x="285" y="293"/>
                                    <a:pt x="284" y="295"/>
                                  </a:cubicBezTo>
                                  <a:cubicBezTo>
                                    <a:pt x="282" y="297"/>
                                    <a:pt x="283" y="301"/>
                                    <a:pt x="282" y="304"/>
                                  </a:cubicBezTo>
                                  <a:cubicBezTo>
                                    <a:pt x="281" y="307"/>
                                    <a:pt x="281" y="309"/>
                                    <a:pt x="281" y="311"/>
                                  </a:cubicBezTo>
                                  <a:cubicBezTo>
                                    <a:pt x="281" y="312"/>
                                    <a:pt x="281" y="312"/>
                                    <a:pt x="281" y="313"/>
                                  </a:cubicBezTo>
                                  <a:cubicBezTo>
                                    <a:pt x="279" y="316"/>
                                    <a:pt x="279" y="318"/>
                                    <a:pt x="277" y="321"/>
                                  </a:cubicBezTo>
                                  <a:cubicBezTo>
                                    <a:pt x="275" y="322"/>
                                    <a:pt x="274" y="324"/>
                                    <a:pt x="272" y="325"/>
                                  </a:cubicBezTo>
                                  <a:cubicBezTo>
                                    <a:pt x="269" y="327"/>
                                    <a:pt x="269" y="329"/>
                                    <a:pt x="268" y="331"/>
                                  </a:cubicBezTo>
                                  <a:cubicBezTo>
                                    <a:pt x="267" y="332"/>
                                    <a:pt x="268" y="332"/>
                                    <a:pt x="269" y="332"/>
                                  </a:cubicBezTo>
                                  <a:cubicBezTo>
                                    <a:pt x="269" y="333"/>
                                    <a:pt x="268" y="334"/>
                                    <a:pt x="268" y="335"/>
                                  </a:cubicBezTo>
                                  <a:cubicBezTo>
                                    <a:pt x="268" y="336"/>
                                    <a:pt x="268" y="336"/>
                                    <a:pt x="268" y="337"/>
                                  </a:cubicBezTo>
                                  <a:cubicBezTo>
                                    <a:pt x="269" y="337"/>
                                    <a:pt x="269" y="337"/>
                                    <a:pt x="270" y="336"/>
                                  </a:cubicBezTo>
                                  <a:cubicBezTo>
                                    <a:pt x="271" y="335"/>
                                    <a:pt x="272" y="336"/>
                                    <a:pt x="272" y="338"/>
                                  </a:cubicBezTo>
                                  <a:cubicBezTo>
                                    <a:pt x="272" y="338"/>
                                    <a:pt x="272" y="339"/>
                                    <a:pt x="272" y="340"/>
                                  </a:cubicBezTo>
                                  <a:cubicBezTo>
                                    <a:pt x="271" y="341"/>
                                    <a:pt x="272" y="343"/>
                                    <a:pt x="271" y="345"/>
                                  </a:cubicBezTo>
                                  <a:cubicBezTo>
                                    <a:pt x="271" y="347"/>
                                    <a:pt x="271" y="349"/>
                                    <a:pt x="272" y="351"/>
                                  </a:cubicBezTo>
                                  <a:cubicBezTo>
                                    <a:pt x="272" y="352"/>
                                    <a:pt x="273" y="352"/>
                                    <a:pt x="272" y="353"/>
                                  </a:cubicBezTo>
                                  <a:cubicBezTo>
                                    <a:pt x="272" y="353"/>
                                    <a:pt x="271" y="354"/>
                                    <a:pt x="270" y="354"/>
                                  </a:cubicBezTo>
                                  <a:cubicBezTo>
                                    <a:pt x="269" y="353"/>
                                    <a:pt x="269" y="354"/>
                                    <a:pt x="269" y="354"/>
                                  </a:cubicBezTo>
                                  <a:cubicBezTo>
                                    <a:pt x="269" y="356"/>
                                    <a:pt x="269" y="358"/>
                                    <a:pt x="269" y="360"/>
                                  </a:cubicBezTo>
                                  <a:cubicBezTo>
                                    <a:pt x="270" y="360"/>
                                    <a:pt x="270" y="358"/>
                                    <a:pt x="271" y="359"/>
                                  </a:cubicBezTo>
                                  <a:cubicBezTo>
                                    <a:pt x="272" y="360"/>
                                    <a:pt x="273" y="360"/>
                                    <a:pt x="274" y="361"/>
                                  </a:cubicBezTo>
                                  <a:cubicBezTo>
                                    <a:pt x="275" y="362"/>
                                    <a:pt x="276" y="363"/>
                                    <a:pt x="277" y="363"/>
                                  </a:cubicBezTo>
                                  <a:cubicBezTo>
                                    <a:pt x="277" y="363"/>
                                    <a:pt x="277" y="363"/>
                                    <a:pt x="277" y="363"/>
                                  </a:cubicBezTo>
                                  <a:cubicBezTo>
                                    <a:pt x="277" y="366"/>
                                    <a:pt x="278" y="369"/>
                                    <a:pt x="279" y="372"/>
                                  </a:cubicBezTo>
                                  <a:cubicBezTo>
                                    <a:pt x="280" y="373"/>
                                    <a:pt x="281" y="374"/>
                                    <a:pt x="283" y="373"/>
                                  </a:cubicBezTo>
                                  <a:cubicBezTo>
                                    <a:pt x="284" y="373"/>
                                    <a:pt x="285" y="373"/>
                                    <a:pt x="286" y="373"/>
                                  </a:cubicBezTo>
                                  <a:cubicBezTo>
                                    <a:pt x="285" y="374"/>
                                    <a:pt x="284" y="374"/>
                                    <a:pt x="284" y="374"/>
                                  </a:cubicBezTo>
                                  <a:cubicBezTo>
                                    <a:pt x="284" y="376"/>
                                    <a:pt x="283" y="377"/>
                                    <a:pt x="283" y="378"/>
                                  </a:cubicBezTo>
                                  <a:cubicBezTo>
                                    <a:pt x="282" y="381"/>
                                    <a:pt x="280" y="383"/>
                                    <a:pt x="280" y="386"/>
                                  </a:cubicBezTo>
                                  <a:cubicBezTo>
                                    <a:pt x="280" y="386"/>
                                    <a:pt x="280" y="386"/>
                                    <a:pt x="280" y="386"/>
                                  </a:cubicBezTo>
                                  <a:cubicBezTo>
                                    <a:pt x="279" y="387"/>
                                    <a:pt x="279" y="387"/>
                                    <a:pt x="278" y="386"/>
                                  </a:cubicBezTo>
                                  <a:cubicBezTo>
                                    <a:pt x="277" y="386"/>
                                    <a:pt x="278" y="386"/>
                                    <a:pt x="278" y="385"/>
                                  </a:cubicBezTo>
                                  <a:cubicBezTo>
                                    <a:pt x="279" y="384"/>
                                    <a:pt x="278" y="384"/>
                                    <a:pt x="277" y="383"/>
                                  </a:cubicBezTo>
                                  <a:cubicBezTo>
                                    <a:pt x="277" y="383"/>
                                    <a:pt x="275" y="382"/>
                                    <a:pt x="275" y="382"/>
                                  </a:cubicBezTo>
                                  <a:cubicBezTo>
                                    <a:pt x="274" y="380"/>
                                    <a:pt x="272" y="378"/>
                                    <a:pt x="271" y="377"/>
                                  </a:cubicBezTo>
                                  <a:cubicBezTo>
                                    <a:pt x="270" y="377"/>
                                    <a:pt x="270" y="376"/>
                                    <a:pt x="271" y="375"/>
                                  </a:cubicBezTo>
                                  <a:cubicBezTo>
                                    <a:pt x="268" y="375"/>
                                    <a:pt x="266" y="374"/>
                                    <a:pt x="264" y="372"/>
                                  </a:cubicBezTo>
                                  <a:cubicBezTo>
                                    <a:pt x="262" y="370"/>
                                    <a:pt x="259" y="369"/>
                                    <a:pt x="256" y="367"/>
                                  </a:cubicBezTo>
                                  <a:cubicBezTo>
                                    <a:pt x="255" y="365"/>
                                    <a:pt x="253" y="363"/>
                                    <a:pt x="251" y="362"/>
                                  </a:cubicBezTo>
                                  <a:cubicBezTo>
                                    <a:pt x="249" y="361"/>
                                    <a:pt x="248" y="361"/>
                                    <a:pt x="246" y="360"/>
                                  </a:cubicBezTo>
                                  <a:cubicBezTo>
                                    <a:pt x="243" y="359"/>
                                    <a:pt x="241" y="358"/>
                                    <a:pt x="238" y="358"/>
                                  </a:cubicBezTo>
                                  <a:cubicBezTo>
                                    <a:pt x="235" y="358"/>
                                    <a:pt x="233" y="358"/>
                                    <a:pt x="231" y="356"/>
                                  </a:cubicBezTo>
                                  <a:cubicBezTo>
                                    <a:pt x="229" y="355"/>
                                    <a:pt x="228" y="355"/>
                                    <a:pt x="228" y="358"/>
                                  </a:cubicBezTo>
                                  <a:cubicBezTo>
                                    <a:pt x="228" y="359"/>
                                    <a:pt x="227" y="360"/>
                                    <a:pt x="226" y="359"/>
                                  </a:cubicBezTo>
                                  <a:cubicBezTo>
                                    <a:pt x="225" y="359"/>
                                    <a:pt x="224" y="360"/>
                                    <a:pt x="224" y="360"/>
                                  </a:cubicBezTo>
                                  <a:cubicBezTo>
                                    <a:pt x="224" y="361"/>
                                    <a:pt x="224" y="363"/>
                                    <a:pt x="225" y="364"/>
                                  </a:cubicBezTo>
                                  <a:cubicBezTo>
                                    <a:pt x="226" y="365"/>
                                    <a:pt x="226" y="366"/>
                                    <a:pt x="227" y="368"/>
                                  </a:cubicBezTo>
                                  <a:cubicBezTo>
                                    <a:pt x="227" y="368"/>
                                    <a:pt x="227" y="370"/>
                                    <a:pt x="228" y="370"/>
                                  </a:cubicBezTo>
                                  <a:cubicBezTo>
                                    <a:pt x="229" y="370"/>
                                    <a:pt x="229" y="370"/>
                                    <a:pt x="229" y="371"/>
                                  </a:cubicBezTo>
                                  <a:cubicBezTo>
                                    <a:pt x="229" y="374"/>
                                    <a:pt x="228" y="376"/>
                                    <a:pt x="226" y="377"/>
                                  </a:cubicBezTo>
                                  <a:cubicBezTo>
                                    <a:pt x="225" y="378"/>
                                    <a:pt x="224" y="379"/>
                                    <a:pt x="223" y="378"/>
                                  </a:cubicBezTo>
                                  <a:cubicBezTo>
                                    <a:pt x="221" y="377"/>
                                    <a:pt x="221" y="378"/>
                                    <a:pt x="221" y="379"/>
                                  </a:cubicBezTo>
                                  <a:cubicBezTo>
                                    <a:pt x="221" y="380"/>
                                    <a:pt x="222" y="380"/>
                                    <a:pt x="222" y="381"/>
                                  </a:cubicBezTo>
                                  <a:cubicBezTo>
                                    <a:pt x="222" y="382"/>
                                    <a:pt x="222" y="384"/>
                                    <a:pt x="220" y="384"/>
                                  </a:cubicBezTo>
                                  <a:cubicBezTo>
                                    <a:pt x="220" y="385"/>
                                    <a:pt x="217" y="383"/>
                                    <a:pt x="216" y="383"/>
                                  </a:cubicBezTo>
                                  <a:cubicBezTo>
                                    <a:pt x="216" y="382"/>
                                    <a:pt x="217" y="379"/>
                                    <a:pt x="218" y="378"/>
                                  </a:cubicBezTo>
                                  <a:cubicBezTo>
                                    <a:pt x="218" y="378"/>
                                    <a:pt x="218" y="378"/>
                                    <a:pt x="218" y="377"/>
                                  </a:cubicBezTo>
                                  <a:cubicBezTo>
                                    <a:pt x="217" y="376"/>
                                    <a:pt x="218" y="374"/>
                                    <a:pt x="215" y="374"/>
                                  </a:cubicBezTo>
                                  <a:cubicBezTo>
                                    <a:pt x="216" y="373"/>
                                    <a:pt x="217" y="373"/>
                                    <a:pt x="217" y="372"/>
                                  </a:cubicBezTo>
                                  <a:cubicBezTo>
                                    <a:pt x="216" y="372"/>
                                    <a:pt x="215" y="372"/>
                                    <a:pt x="214" y="373"/>
                                  </a:cubicBezTo>
                                  <a:cubicBezTo>
                                    <a:pt x="212" y="374"/>
                                    <a:pt x="210" y="374"/>
                                    <a:pt x="209" y="376"/>
                                  </a:cubicBezTo>
                                  <a:cubicBezTo>
                                    <a:pt x="209" y="376"/>
                                    <a:pt x="209" y="376"/>
                                    <a:pt x="209" y="376"/>
                                  </a:cubicBezTo>
                                  <a:cubicBezTo>
                                    <a:pt x="207" y="376"/>
                                    <a:pt x="206" y="377"/>
                                    <a:pt x="206" y="379"/>
                                  </a:cubicBezTo>
                                  <a:cubicBezTo>
                                    <a:pt x="205" y="381"/>
                                    <a:pt x="203" y="382"/>
                                    <a:pt x="201" y="380"/>
                                  </a:cubicBezTo>
                                  <a:cubicBezTo>
                                    <a:pt x="200" y="379"/>
                                    <a:pt x="199" y="379"/>
                                    <a:pt x="198" y="380"/>
                                  </a:cubicBezTo>
                                  <a:cubicBezTo>
                                    <a:pt x="198" y="380"/>
                                    <a:pt x="197" y="380"/>
                                    <a:pt x="197" y="380"/>
                                  </a:cubicBezTo>
                                  <a:cubicBezTo>
                                    <a:pt x="196" y="379"/>
                                    <a:pt x="195" y="379"/>
                                    <a:pt x="194" y="380"/>
                                  </a:cubicBezTo>
                                  <a:cubicBezTo>
                                    <a:pt x="193" y="380"/>
                                    <a:pt x="193" y="380"/>
                                    <a:pt x="193" y="380"/>
                                  </a:cubicBezTo>
                                  <a:cubicBezTo>
                                    <a:pt x="191" y="380"/>
                                    <a:pt x="190" y="381"/>
                                    <a:pt x="189" y="383"/>
                                  </a:cubicBezTo>
                                  <a:cubicBezTo>
                                    <a:pt x="188" y="383"/>
                                    <a:pt x="187" y="384"/>
                                    <a:pt x="188" y="386"/>
                                  </a:cubicBezTo>
                                  <a:cubicBezTo>
                                    <a:pt x="189" y="386"/>
                                    <a:pt x="188" y="387"/>
                                    <a:pt x="188" y="387"/>
                                  </a:cubicBezTo>
                                  <a:cubicBezTo>
                                    <a:pt x="187" y="388"/>
                                    <a:pt x="186" y="387"/>
                                    <a:pt x="186" y="386"/>
                                  </a:cubicBezTo>
                                  <a:cubicBezTo>
                                    <a:pt x="186" y="385"/>
                                    <a:pt x="185" y="386"/>
                                    <a:pt x="184" y="386"/>
                                  </a:cubicBezTo>
                                  <a:cubicBezTo>
                                    <a:pt x="184" y="386"/>
                                    <a:pt x="184" y="386"/>
                                    <a:pt x="184" y="387"/>
                                  </a:cubicBezTo>
                                  <a:cubicBezTo>
                                    <a:pt x="183" y="386"/>
                                    <a:pt x="182" y="387"/>
                                    <a:pt x="181" y="387"/>
                                  </a:cubicBezTo>
                                  <a:cubicBezTo>
                                    <a:pt x="180" y="385"/>
                                    <a:pt x="179" y="385"/>
                                    <a:pt x="178" y="386"/>
                                  </a:cubicBezTo>
                                  <a:cubicBezTo>
                                    <a:pt x="177" y="387"/>
                                    <a:pt x="176" y="387"/>
                                    <a:pt x="176" y="385"/>
                                  </a:cubicBezTo>
                                  <a:cubicBezTo>
                                    <a:pt x="177" y="385"/>
                                    <a:pt x="177" y="385"/>
                                    <a:pt x="177" y="385"/>
                                  </a:cubicBezTo>
                                  <a:cubicBezTo>
                                    <a:pt x="178" y="384"/>
                                    <a:pt x="179" y="383"/>
                                    <a:pt x="181" y="384"/>
                                  </a:cubicBezTo>
                                  <a:cubicBezTo>
                                    <a:pt x="181" y="385"/>
                                    <a:pt x="182" y="385"/>
                                    <a:pt x="182" y="384"/>
                                  </a:cubicBezTo>
                                  <a:cubicBezTo>
                                    <a:pt x="181" y="383"/>
                                    <a:pt x="182" y="381"/>
                                    <a:pt x="180" y="380"/>
                                  </a:cubicBezTo>
                                  <a:cubicBezTo>
                                    <a:pt x="180" y="380"/>
                                    <a:pt x="180" y="379"/>
                                    <a:pt x="180" y="379"/>
                                  </a:cubicBezTo>
                                  <a:cubicBezTo>
                                    <a:pt x="181" y="378"/>
                                    <a:pt x="180" y="377"/>
                                    <a:pt x="181" y="376"/>
                                  </a:cubicBezTo>
                                  <a:cubicBezTo>
                                    <a:pt x="181" y="375"/>
                                    <a:pt x="181" y="375"/>
                                    <a:pt x="180" y="375"/>
                                  </a:cubicBezTo>
                                  <a:cubicBezTo>
                                    <a:pt x="181" y="374"/>
                                    <a:pt x="178" y="375"/>
                                    <a:pt x="180" y="374"/>
                                  </a:cubicBezTo>
                                  <a:cubicBezTo>
                                    <a:pt x="181" y="373"/>
                                    <a:pt x="182" y="374"/>
                                    <a:pt x="184" y="373"/>
                                  </a:cubicBezTo>
                                  <a:cubicBezTo>
                                    <a:pt x="182" y="373"/>
                                    <a:pt x="180" y="372"/>
                                    <a:pt x="179" y="374"/>
                                  </a:cubicBezTo>
                                  <a:cubicBezTo>
                                    <a:pt x="178" y="374"/>
                                    <a:pt x="177" y="374"/>
                                    <a:pt x="177" y="375"/>
                                  </a:cubicBezTo>
                                  <a:cubicBezTo>
                                    <a:pt x="175" y="376"/>
                                    <a:pt x="173" y="377"/>
                                    <a:pt x="172" y="378"/>
                                  </a:cubicBezTo>
                                  <a:cubicBezTo>
                                    <a:pt x="171" y="379"/>
                                    <a:pt x="170" y="380"/>
                                    <a:pt x="172" y="380"/>
                                  </a:cubicBezTo>
                                  <a:cubicBezTo>
                                    <a:pt x="172" y="380"/>
                                    <a:pt x="172" y="381"/>
                                    <a:pt x="173" y="381"/>
                                  </a:cubicBezTo>
                                  <a:cubicBezTo>
                                    <a:pt x="173" y="382"/>
                                    <a:pt x="173" y="383"/>
                                    <a:pt x="172" y="384"/>
                                  </a:cubicBezTo>
                                  <a:cubicBezTo>
                                    <a:pt x="171" y="385"/>
                                    <a:pt x="170" y="385"/>
                                    <a:pt x="170" y="385"/>
                                  </a:cubicBezTo>
                                  <a:cubicBezTo>
                                    <a:pt x="169" y="384"/>
                                    <a:pt x="170" y="384"/>
                                    <a:pt x="170" y="383"/>
                                  </a:cubicBezTo>
                                  <a:cubicBezTo>
                                    <a:pt x="170" y="383"/>
                                    <a:pt x="169" y="380"/>
                                    <a:pt x="169" y="381"/>
                                  </a:cubicBezTo>
                                  <a:cubicBezTo>
                                    <a:pt x="168" y="381"/>
                                    <a:pt x="166" y="381"/>
                                    <a:pt x="165" y="382"/>
                                  </a:cubicBezTo>
                                  <a:cubicBezTo>
                                    <a:pt x="164" y="383"/>
                                    <a:pt x="163" y="384"/>
                                    <a:pt x="161" y="384"/>
                                  </a:cubicBezTo>
                                  <a:cubicBezTo>
                                    <a:pt x="160" y="384"/>
                                    <a:pt x="159" y="384"/>
                                    <a:pt x="159" y="385"/>
                                  </a:cubicBezTo>
                                  <a:cubicBezTo>
                                    <a:pt x="158" y="386"/>
                                    <a:pt x="157" y="387"/>
                                    <a:pt x="156" y="388"/>
                                  </a:cubicBezTo>
                                  <a:cubicBezTo>
                                    <a:pt x="156" y="388"/>
                                    <a:pt x="156" y="388"/>
                                    <a:pt x="156" y="388"/>
                                  </a:cubicBezTo>
                                  <a:cubicBezTo>
                                    <a:pt x="155" y="388"/>
                                    <a:pt x="154" y="390"/>
                                    <a:pt x="153" y="391"/>
                                  </a:cubicBezTo>
                                  <a:cubicBezTo>
                                    <a:pt x="153" y="391"/>
                                    <a:pt x="153" y="391"/>
                                    <a:pt x="153" y="390"/>
                                  </a:cubicBezTo>
                                  <a:cubicBezTo>
                                    <a:pt x="152" y="391"/>
                                    <a:pt x="151" y="393"/>
                                    <a:pt x="149" y="394"/>
                                  </a:cubicBezTo>
                                  <a:cubicBezTo>
                                    <a:pt x="148" y="394"/>
                                    <a:pt x="148" y="394"/>
                                    <a:pt x="147" y="394"/>
                                  </a:cubicBezTo>
                                  <a:cubicBezTo>
                                    <a:pt x="147" y="395"/>
                                    <a:pt x="146" y="395"/>
                                    <a:pt x="145" y="394"/>
                                  </a:cubicBezTo>
                                  <a:cubicBezTo>
                                    <a:pt x="145" y="394"/>
                                    <a:pt x="145" y="393"/>
                                    <a:pt x="144" y="393"/>
                                  </a:cubicBezTo>
                                  <a:cubicBezTo>
                                    <a:pt x="143" y="393"/>
                                    <a:pt x="143" y="393"/>
                                    <a:pt x="144" y="394"/>
                                  </a:cubicBezTo>
                                  <a:cubicBezTo>
                                    <a:pt x="144" y="394"/>
                                    <a:pt x="145" y="395"/>
                                    <a:pt x="145" y="395"/>
                                  </a:cubicBezTo>
                                  <a:cubicBezTo>
                                    <a:pt x="145" y="396"/>
                                    <a:pt x="145" y="397"/>
                                    <a:pt x="145" y="397"/>
                                  </a:cubicBezTo>
                                  <a:cubicBezTo>
                                    <a:pt x="146" y="397"/>
                                    <a:pt x="146" y="398"/>
                                    <a:pt x="146" y="398"/>
                                  </a:cubicBezTo>
                                  <a:cubicBezTo>
                                    <a:pt x="147" y="398"/>
                                    <a:pt x="147" y="399"/>
                                    <a:pt x="147" y="399"/>
                                  </a:cubicBezTo>
                                  <a:cubicBezTo>
                                    <a:pt x="146" y="398"/>
                                    <a:pt x="146" y="398"/>
                                    <a:pt x="145" y="398"/>
                                  </a:cubicBezTo>
                                  <a:cubicBezTo>
                                    <a:pt x="145" y="398"/>
                                    <a:pt x="145" y="398"/>
                                    <a:pt x="145" y="398"/>
                                  </a:cubicBezTo>
                                  <a:cubicBezTo>
                                    <a:pt x="145" y="398"/>
                                    <a:pt x="144" y="397"/>
                                    <a:pt x="144" y="397"/>
                                  </a:cubicBezTo>
                                  <a:cubicBezTo>
                                    <a:pt x="144" y="397"/>
                                    <a:pt x="143" y="398"/>
                                    <a:pt x="143" y="398"/>
                                  </a:cubicBezTo>
                                  <a:cubicBezTo>
                                    <a:pt x="142" y="398"/>
                                    <a:pt x="142" y="398"/>
                                    <a:pt x="142" y="398"/>
                                  </a:cubicBezTo>
                                  <a:cubicBezTo>
                                    <a:pt x="141" y="398"/>
                                    <a:pt x="141" y="399"/>
                                    <a:pt x="141" y="399"/>
                                  </a:cubicBezTo>
                                  <a:cubicBezTo>
                                    <a:pt x="140" y="399"/>
                                    <a:pt x="140" y="399"/>
                                    <a:pt x="140" y="398"/>
                                  </a:cubicBezTo>
                                  <a:cubicBezTo>
                                    <a:pt x="139" y="398"/>
                                    <a:pt x="138" y="399"/>
                                    <a:pt x="138" y="399"/>
                                  </a:cubicBezTo>
                                  <a:cubicBezTo>
                                    <a:pt x="138" y="400"/>
                                    <a:pt x="138" y="400"/>
                                    <a:pt x="139" y="401"/>
                                  </a:cubicBezTo>
                                  <a:cubicBezTo>
                                    <a:pt x="140" y="403"/>
                                    <a:pt x="138" y="403"/>
                                    <a:pt x="138" y="405"/>
                                  </a:cubicBezTo>
                                  <a:cubicBezTo>
                                    <a:pt x="138" y="405"/>
                                    <a:pt x="138" y="405"/>
                                    <a:pt x="138" y="406"/>
                                  </a:cubicBezTo>
                                  <a:cubicBezTo>
                                    <a:pt x="138" y="406"/>
                                    <a:pt x="138" y="406"/>
                                    <a:pt x="138" y="406"/>
                                  </a:cubicBezTo>
                                  <a:cubicBezTo>
                                    <a:pt x="138" y="407"/>
                                    <a:pt x="138" y="408"/>
                                    <a:pt x="138" y="408"/>
                                  </a:cubicBezTo>
                                  <a:cubicBezTo>
                                    <a:pt x="138" y="409"/>
                                    <a:pt x="138" y="410"/>
                                    <a:pt x="137" y="410"/>
                                  </a:cubicBezTo>
                                  <a:cubicBezTo>
                                    <a:pt x="137" y="411"/>
                                    <a:pt x="137" y="411"/>
                                    <a:pt x="137" y="412"/>
                                  </a:cubicBezTo>
                                  <a:cubicBezTo>
                                    <a:pt x="136" y="411"/>
                                    <a:pt x="136" y="411"/>
                                    <a:pt x="135" y="411"/>
                                  </a:cubicBezTo>
                                  <a:cubicBezTo>
                                    <a:pt x="134" y="412"/>
                                    <a:pt x="134" y="412"/>
                                    <a:pt x="133" y="412"/>
                                  </a:cubicBezTo>
                                  <a:cubicBezTo>
                                    <a:pt x="132" y="413"/>
                                    <a:pt x="131" y="413"/>
                                    <a:pt x="130" y="413"/>
                                  </a:cubicBezTo>
                                  <a:cubicBezTo>
                                    <a:pt x="130" y="413"/>
                                    <a:pt x="129" y="415"/>
                                    <a:pt x="129" y="414"/>
                                  </a:cubicBezTo>
                                  <a:cubicBezTo>
                                    <a:pt x="128" y="413"/>
                                    <a:pt x="130" y="413"/>
                                    <a:pt x="130" y="412"/>
                                  </a:cubicBezTo>
                                  <a:cubicBezTo>
                                    <a:pt x="130" y="412"/>
                                    <a:pt x="128" y="412"/>
                                    <a:pt x="128" y="412"/>
                                  </a:cubicBezTo>
                                  <a:cubicBezTo>
                                    <a:pt x="127" y="413"/>
                                    <a:pt x="126" y="413"/>
                                    <a:pt x="126" y="412"/>
                                  </a:cubicBezTo>
                                  <a:cubicBezTo>
                                    <a:pt x="125" y="412"/>
                                    <a:pt x="125" y="411"/>
                                    <a:pt x="125" y="410"/>
                                  </a:cubicBezTo>
                                  <a:cubicBezTo>
                                    <a:pt x="124" y="409"/>
                                    <a:pt x="124" y="408"/>
                                    <a:pt x="124" y="407"/>
                                  </a:cubicBezTo>
                                  <a:cubicBezTo>
                                    <a:pt x="123" y="406"/>
                                    <a:pt x="123" y="406"/>
                                    <a:pt x="122" y="406"/>
                                  </a:cubicBezTo>
                                  <a:cubicBezTo>
                                    <a:pt x="121" y="406"/>
                                    <a:pt x="121" y="405"/>
                                    <a:pt x="120" y="405"/>
                                  </a:cubicBezTo>
                                  <a:cubicBezTo>
                                    <a:pt x="119" y="404"/>
                                    <a:pt x="119" y="404"/>
                                    <a:pt x="119" y="403"/>
                                  </a:cubicBezTo>
                                  <a:cubicBezTo>
                                    <a:pt x="119" y="402"/>
                                    <a:pt x="119" y="401"/>
                                    <a:pt x="120" y="400"/>
                                  </a:cubicBezTo>
                                  <a:cubicBezTo>
                                    <a:pt x="120" y="400"/>
                                    <a:pt x="121" y="400"/>
                                    <a:pt x="121" y="399"/>
                                  </a:cubicBezTo>
                                  <a:cubicBezTo>
                                    <a:pt x="122" y="399"/>
                                    <a:pt x="121" y="398"/>
                                    <a:pt x="121" y="397"/>
                                  </a:cubicBezTo>
                                  <a:cubicBezTo>
                                    <a:pt x="122" y="397"/>
                                    <a:pt x="123" y="396"/>
                                    <a:pt x="124" y="396"/>
                                  </a:cubicBezTo>
                                  <a:cubicBezTo>
                                    <a:pt x="125" y="396"/>
                                    <a:pt x="126" y="396"/>
                                    <a:pt x="127" y="396"/>
                                  </a:cubicBezTo>
                                  <a:cubicBezTo>
                                    <a:pt x="127" y="396"/>
                                    <a:pt x="128" y="395"/>
                                    <a:pt x="129" y="395"/>
                                  </a:cubicBezTo>
                                  <a:cubicBezTo>
                                    <a:pt x="130" y="395"/>
                                    <a:pt x="130" y="396"/>
                                    <a:pt x="131" y="395"/>
                                  </a:cubicBezTo>
                                  <a:cubicBezTo>
                                    <a:pt x="131" y="395"/>
                                    <a:pt x="131" y="394"/>
                                    <a:pt x="131" y="394"/>
                                  </a:cubicBezTo>
                                  <a:cubicBezTo>
                                    <a:pt x="131" y="393"/>
                                    <a:pt x="130" y="393"/>
                                    <a:pt x="130" y="392"/>
                                  </a:cubicBezTo>
                                  <a:cubicBezTo>
                                    <a:pt x="130" y="391"/>
                                    <a:pt x="130" y="391"/>
                                    <a:pt x="130" y="391"/>
                                  </a:cubicBezTo>
                                  <a:cubicBezTo>
                                    <a:pt x="130" y="390"/>
                                    <a:pt x="129" y="391"/>
                                    <a:pt x="129" y="390"/>
                                  </a:cubicBezTo>
                                  <a:cubicBezTo>
                                    <a:pt x="129" y="390"/>
                                    <a:pt x="130" y="390"/>
                                    <a:pt x="130" y="389"/>
                                  </a:cubicBezTo>
                                  <a:cubicBezTo>
                                    <a:pt x="129" y="389"/>
                                    <a:pt x="129" y="389"/>
                                    <a:pt x="129" y="389"/>
                                  </a:cubicBezTo>
                                  <a:cubicBezTo>
                                    <a:pt x="129" y="388"/>
                                    <a:pt x="128" y="388"/>
                                    <a:pt x="128" y="388"/>
                                  </a:cubicBezTo>
                                  <a:cubicBezTo>
                                    <a:pt x="128" y="388"/>
                                    <a:pt x="127" y="387"/>
                                    <a:pt x="127" y="387"/>
                                  </a:cubicBezTo>
                                  <a:cubicBezTo>
                                    <a:pt x="127" y="387"/>
                                    <a:pt x="127" y="387"/>
                                    <a:pt x="126" y="386"/>
                                  </a:cubicBezTo>
                                  <a:cubicBezTo>
                                    <a:pt x="126" y="386"/>
                                    <a:pt x="126" y="386"/>
                                    <a:pt x="126" y="386"/>
                                  </a:cubicBezTo>
                                  <a:cubicBezTo>
                                    <a:pt x="126" y="385"/>
                                    <a:pt x="126" y="385"/>
                                    <a:pt x="126" y="385"/>
                                  </a:cubicBezTo>
                                  <a:cubicBezTo>
                                    <a:pt x="126" y="384"/>
                                    <a:pt x="126" y="384"/>
                                    <a:pt x="126" y="384"/>
                                  </a:cubicBezTo>
                                  <a:cubicBezTo>
                                    <a:pt x="126" y="383"/>
                                    <a:pt x="123" y="382"/>
                                    <a:pt x="122" y="382"/>
                                  </a:cubicBezTo>
                                  <a:cubicBezTo>
                                    <a:pt x="120" y="382"/>
                                    <a:pt x="118" y="382"/>
                                    <a:pt x="116" y="382"/>
                                  </a:cubicBezTo>
                                  <a:cubicBezTo>
                                    <a:pt x="114" y="382"/>
                                    <a:pt x="113" y="382"/>
                                    <a:pt x="111" y="381"/>
                                  </a:cubicBezTo>
                                  <a:cubicBezTo>
                                    <a:pt x="111" y="381"/>
                                    <a:pt x="111" y="381"/>
                                    <a:pt x="110" y="380"/>
                                  </a:cubicBezTo>
                                  <a:cubicBezTo>
                                    <a:pt x="110" y="380"/>
                                    <a:pt x="110" y="380"/>
                                    <a:pt x="110" y="380"/>
                                  </a:cubicBezTo>
                                  <a:cubicBezTo>
                                    <a:pt x="109" y="380"/>
                                    <a:pt x="109" y="379"/>
                                    <a:pt x="108" y="379"/>
                                  </a:cubicBezTo>
                                  <a:cubicBezTo>
                                    <a:pt x="107" y="380"/>
                                    <a:pt x="109" y="382"/>
                                    <a:pt x="110" y="382"/>
                                  </a:cubicBezTo>
                                  <a:cubicBezTo>
                                    <a:pt x="111" y="384"/>
                                    <a:pt x="113" y="385"/>
                                    <a:pt x="114" y="386"/>
                                  </a:cubicBezTo>
                                  <a:cubicBezTo>
                                    <a:pt x="114" y="387"/>
                                    <a:pt x="114" y="388"/>
                                    <a:pt x="114" y="389"/>
                                  </a:cubicBezTo>
                                  <a:cubicBezTo>
                                    <a:pt x="114" y="389"/>
                                    <a:pt x="114" y="390"/>
                                    <a:pt x="114" y="390"/>
                                  </a:cubicBezTo>
                                  <a:cubicBezTo>
                                    <a:pt x="114" y="390"/>
                                    <a:pt x="114" y="391"/>
                                    <a:pt x="114" y="391"/>
                                  </a:cubicBezTo>
                                  <a:cubicBezTo>
                                    <a:pt x="114" y="391"/>
                                    <a:pt x="115" y="391"/>
                                    <a:pt x="115" y="391"/>
                                  </a:cubicBezTo>
                                  <a:cubicBezTo>
                                    <a:pt x="115" y="392"/>
                                    <a:pt x="113" y="392"/>
                                    <a:pt x="114" y="393"/>
                                  </a:cubicBezTo>
                                  <a:cubicBezTo>
                                    <a:pt x="114" y="394"/>
                                    <a:pt x="115" y="393"/>
                                    <a:pt x="114" y="394"/>
                                  </a:cubicBezTo>
                                  <a:cubicBezTo>
                                    <a:pt x="113" y="394"/>
                                    <a:pt x="113" y="394"/>
                                    <a:pt x="113" y="395"/>
                                  </a:cubicBezTo>
                                  <a:cubicBezTo>
                                    <a:pt x="113" y="395"/>
                                    <a:pt x="114" y="395"/>
                                    <a:pt x="114" y="396"/>
                                  </a:cubicBezTo>
                                  <a:cubicBezTo>
                                    <a:pt x="114" y="396"/>
                                    <a:pt x="113" y="396"/>
                                    <a:pt x="113" y="396"/>
                                  </a:cubicBezTo>
                                  <a:cubicBezTo>
                                    <a:pt x="113" y="397"/>
                                    <a:pt x="113" y="397"/>
                                    <a:pt x="113" y="397"/>
                                  </a:cubicBezTo>
                                  <a:cubicBezTo>
                                    <a:pt x="113" y="397"/>
                                    <a:pt x="114" y="397"/>
                                    <a:pt x="114" y="398"/>
                                  </a:cubicBezTo>
                                  <a:cubicBezTo>
                                    <a:pt x="114" y="398"/>
                                    <a:pt x="113" y="398"/>
                                    <a:pt x="113" y="398"/>
                                  </a:cubicBezTo>
                                  <a:cubicBezTo>
                                    <a:pt x="112" y="399"/>
                                    <a:pt x="112" y="401"/>
                                    <a:pt x="112" y="401"/>
                                  </a:cubicBezTo>
                                  <a:cubicBezTo>
                                    <a:pt x="111" y="403"/>
                                    <a:pt x="111" y="404"/>
                                    <a:pt x="111" y="405"/>
                                  </a:cubicBezTo>
                                  <a:cubicBezTo>
                                    <a:pt x="111" y="406"/>
                                    <a:pt x="111" y="406"/>
                                    <a:pt x="111" y="407"/>
                                  </a:cubicBezTo>
                                  <a:cubicBezTo>
                                    <a:pt x="112" y="407"/>
                                    <a:pt x="112" y="407"/>
                                    <a:pt x="113" y="407"/>
                                  </a:cubicBezTo>
                                  <a:cubicBezTo>
                                    <a:pt x="114" y="406"/>
                                    <a:pt x="114" y="408"/>
                                    <a:pt x="115" y="408"/>
                                  </a:cubicBezTo>
                                  <a:cubicBezTo>
                                    <a:pt x="115" y="409"/>
                                    <a:pt x="115" y="409"/>
                                    <a:pt x="116" y="410"/>
                                  </a:cubicBezTo>
                                  <a:cubicBezTo>
                                    <a:pt x="116" y="410"/>
                                    <a:pt x="116" y="411"/>
                                    <a:pt x="116" y="412"/>
                                  </a:cubicBezTo>
                                  <a:cubicBezTo>
                                    <a:pt x="116" y="413"/>
                                    <a:pt x="115" y="413"/>
                                    <a:pt x="115" y="414"/>
                                  </a:cubicBezTo>
                                  <a:cubicBezTo>
                                    <a:pt x="115" y="414"/>
                                    <a:pt x="116" y="414"/>
                                    <a:pt x="116" y="415"/>
                                  </a:cubicBezTo>
                                  <a:cubicBezTo>
                                    <a:pt x="116" y="415"/>
                                    <a:pt x="116" y="415"/>
                                    <a:pt x="116" y="415"/>
                                  </a:cubicBezTo>
                                  <a:cubicBezTo>
                                    <a:pt x="116" y="416"/>
                                    <a:pt x="115" y="416"/>
                                    <a:pt x="115" y="417"/>
                                  </a:cubicBezTo>
                                  <a:cubicBezTo>
                                    <a:pt x="115" y="418"/>
                                    <a:pt x="115" y="418"/>
                                    <a:pt x="115" y="418"/>
                                  </a:cubicBezTo>
                                  <a:cubicBezTo>
                                    <a:pt x="114" y="419"/>
                                    <a:pt x="113" y="421"/>
                                    <a:pt x="113" y="422"/>
                                  </a:cubicBezTo>
                                  <a:cubicBezTo>
                                    <a:pt x="113" y="423"/>
                                    <a:pt x="114" y="424"/>
                                    <a:pt x="114" y="426"/>
                                  </a:cubicBezTo>
                                  <a:cubicBezTo>
                                    <a:pt x="114" y="426"/>
                                    <a:pt x="113" y="426"/>
                                    <a:pt x="113" y="426"/>
                                  </a:cubicBezTo>
                                  <a:cubicBezTo>
                                    <a:pt x="113" y="427"/>
                                    <a:pt x="114" y="427"/>
                                    <a:pt x="114" y="427"/>
                                  </a:cubicBezTo>
                                  <a:cubicBezTo>
                                    <a:pt x="114" y="428"/>
                                    <a:pt x="114" y="429"/>
                                    <a:pt x="114" y="429"/>
                                  </a:cubicBezTo>
                                  <a:cubicBezTo>
                                    <a:pt x="113" y="428"/>
                                    <a:pt x="113" y="426"/>
                                    <a:pt x="113" y="425"/>
                                  </a:cubicBezTo>
                                  <a:cubicBezTo>
                                    <a:pt x="112" y="425"/>
                                    <a:pt x="112" y="423"/>
                                    <a:pt x="111" y="424"/>
                                  </a:cubicBezTo>
                                  <a:cubicBezTo>
                                    <a:pt x="110" y="424"/>
                                    <a:pt x="109" y="425"/>
                                    <a:pt x="109" y="425"/>
                                  </a:cubicBezTo>
                                  <a:cubicBezTo>
                                    <a:pt x="109" y="426"/>
                                    <a:pt x="111" y="427"/>
                                    <a:pt x="110" y="427"/>
                                  </a:cubicBezTo>
                                  <a:cubicBezTo>
                                    <a:pt x="109" y="427"/>
                                    <a:pt x="109" y="426"/>
                                    <a:pt x="109" y="426"/>
                                  </a:cubicBezTo>
                                  <a:cubicBezTo>
                                    <a:pt x="108" y="426"/>
                                    <a:pt x="108" y="426"/>
                                    <a:pt x="108" y="425"/>
                                  </a:cubicBezTo>
                                  <a:cubicBezTo>
                                    <a:pt x="108" y="425"/>
                                    <a:pt x="109" y="424"/>
                                    <a:pt x="110" y="423"/>
                                  </a:cubicBezTo>
                                  <a:cubicBezTo>
                                    <a:pt x="110" y="423"/>
                                    <a:pt x="111" y="423"/>
                                    <a:pt x="110" y="422"/>
                                  </a:cubicBezTo>
                                  <a:cubicBezTo>
                                    <a:pt x="110" y="422"/>
                                    <a:pt x="110" y="421"/>
                                    <a:pt x="109" y="421"/>
                                  </a:cubicBezTo>
                                  <a:cubicBezTo>
                                    <a:pt x="109" y="421"/>
                                    <a:pt x="109" y="421"/>
                                    <a:pt x="108" y="421"/>
                                  </a:cubicBezTo>
                                  <a:cubicBezTo>
                                    <a:pt x="108" y="420"/>
                                    <a:pt x="108" y="420"/>
                                    <a:pt x="108" y="419"/>
                                  </a:cubicBezTo>
                                  <a:cubicBezTo>
                                    <a:pt x="107" y="419"/>
                                    <a:pt x="106" y="420"/>
                                    <a:pt x="105" y="420"/>
                                  </a:cubicBezTo>
                                  <a:cubicBezTo>
                                    <a:pt x="105" y="420"/>
                                    <a:pt x="104" y="420"/>
                                    <a:pt x="103" y="420"/>
                                  </a:cubicBezTo>
                                  <a:cubicBezTo>
                                    <a:pt x="103" y="420"/>
                                    <a:pt x="104" y="419"/>
                                    <a:pt x="104" y="419"/>
                                  </a:cubicBezTo>
                                  <a:cubicBezTo>
                                    <a:pt x="104" y="418"/>
                                    <a:pt x="103" y="418"/>
                                    <a:pt x="102" y="418"/>
                                  </a:cubicBezTo>
                                  <a:cubicBezTo>
                                    <a:pt x="101" y="418"/>
                                    <a:pt x="100" y="417"/>
                                    <a:pt x="100" y="419"/>
                                  </a:cubicBezTo>
                                  <a:cubicBezTo>
                                    <a:pt x="99" y="420"/>
                                    <a:pt x="99" y="421"/>
                                    <a:pt x="98" y="422"/>
                                  </a:cubicBezTo>
                                  <a:cubicBezTo>
                                    <a:pt x="97" y="423"/>
                                    <a:pt x="96" y="424"/>
                                    <a:pt x="95" y="425"/>
                                  </a:cubicBezTo>
                                  <a:cubicBezTo>
                                    <a:pt x="94" y="426"/>
                                    <a:pt x="93" y="426"/>
                                    <a:pt x="92" y="427"/>
                                  </a:cubicBezTo>
                                  <a:cubicBezTo>
                                    <a:pt x="91" y="427"/>
                                    <a:pt x="90" y="427"/>
                                    <a:pt x="90" y="428"/>
                                  </a:cubicBezTo>
                                  <a:cubicBezTo>
                                    <a:pt x="89" y="429"/>
                                    <a:pt x="89" y="430"/>
                                    <a:pt x="88" y="431"/>
                                  </a:cubicBezTo>
                                  <a:cubicBezTo>
                                    <a:pt x="87" y="432"/>
                                    <a:pt x="86" y="432"/>
                                    <a:pt x="85" y="433"/>
                                  </a:cubicBezTo>
                                  <a:cubicBezTo>
                                    <a:pt x="84" y="434"/>
                                    <a:pt x="84" y="434"/>
                                    <a:pt x="84" y="436"/>
                                  </a:cubicBezTo>
                                  <a:cubicBezTo>
                                    <a:pt x="84" y="437"/>
                                    <a:pt x="84" y="438"/>
                                    <a:pt x="85" y="439"/>
                                  </a:cubicBezTo>
                                  <a:cubicBezTo>
                                    <a:pt x="86" y="440"/>
                                    <a:pt x="86" y="441"/>
                                    <a:pt x="86" y="442"/>
                                  </a:cubicBezTo>
                                  <a:cubicBezTo>
                                    <a:pt x="87" y="442"/>
                                    <a:pt x="88" y="443"/>
                                    <a:pt x="88" y="444"/>
                                  </a:cubicBezTo>
                                  <a:cubicBezTo>
                                    <a:pt x="88" y="444"/>
                                    <a:pt x="88" y="445"/>
                                    <a:pt x="89" y="445"/>
                                  </a:cubicBezTo>
                                  <a:cubicBezTo>
                                    <a:pt x="89" y="446"/>
                                    <a:pt x="89" y="446"/>
                                    <a:pt x="89" y="447"/>
                                  </a:cubicBezTo>
                                  <a:cubicBezTo>
                                    <a:pt x="89" y="447"/>
                                    <a:pt x="89" y="447"/>
                                    <a:pt x="89" y="448"/>
                                  </a:cubicBezTo>
                                  <a:cubicBezTo>
                                    <a:pt x="89" y="448"/>
                                    <a:pt x="89" y="449"/>
                                    <a:pt x="89" y="449"/>
                                  </a:cubicBezTo>
                                  <a:cubicBezTo>
                                    <a:pt x="89" y="450"/>
                                    <a:pt x="88" y="450"/>
                                    <a:pt x="87" y="450"/>
                                  </a:cubicBezTo>
                                  <a:cubicBezTo>
                                    <a:pt x="86" y="450"/>
                                    <a:pt x="86" y="449"/>
                                    <a:pt x="85" y="449"/>
                                  </a:cubicBezTo>
                                  <a:cubicBezTo>
                                    <a:pt x="85" y="448"/>
                                    <a:pt x="85" y="448"/>
                                    <a:pt x="84" y="449"/>
                                  </a:cubicBezTo>
                                  <a:cubicBezTo>
                                    <a:pt x="84" y="449"/>
                                    <a:pt x="84" y="449"/>
                                    <a:pt x="85" y="449"/>
                                  </a:cubicBezTo>
                                  <a:cubicBezTo>
                                    <a:pt x="85" y="449"/>
                                    <a:pt x="85" y="449"/>
                                    <a:pt x="85" y="449"/>
                                  </a:cubicBezTo>
                                  <a:cubicBezTo>
                                    <a:pt x="85" y="450"/>
                                    <a:pt x="84" y="450"/>
                                    <a:pt x="84" y="450"/>
                                  </a:cubicBezTo>
                                  <a:cubicBezTo>
                                    <a:pt x="83" y="450"/>
                                    <a:pt x="82" y="449"/>
                                    <a:pt x="82" y="449"/>
                                  </a:cubicBezTo>
                                  <a:cubicBezTo>
                                    <a:pt x="81" y="449"/>
                                    <a:pt x="80" y="447"/>
                                    <a:pt x="79" y="447"/>
                                  </a:cubicBezTo>
                                  <a:cubicBezTo>
                                    <a:pt x="78" y="446"/>
                                    <a:pt x="77" y="447"/>
                                    <a:pt x="76" y="446"/>
                                  </a:cubicBezTo>
                                  <a:cubicBezTo>
                                    <a:pt x="76" y="446"/>
                                    <a:pt x="75" y="445"/>
                                    <a:pt x="75" y="446"/>
                                  </a:cubicBezTo>
                                  <a:cubicBezTo>
                                    <a:pt x="75" y="446"/>
                                    <a:pt x="75" y="447"/>
                                    <a:pt x="75" y="447"/>
                                  </a:cubicBezTo>
                                  <a:cubicBezTo>
                                    <a:pt x="75" y="447"/>
                                    <a:pt x="74" y="447"/>
                                    <a:pt x="74" y="447"/>
                                  </a:cubicBezTo>
                                  <a:cubicBezTo>
                                    <a:pt x="74" y="447"/>
                                    <a:pt x="74" y="447"/>
                                    <a:pt x="73" y="447"/>
                                  </a:cubicBezTo>
                                  <a:cubicBezTo>
                                    <a:pt x="73" y="448"/>
                                    <a:pt x="73" y="448"/>
                                    <a:pt x="73" y="448"/>
                                  </a:cubicBezTo>
                                  <a:cubicBezTo>
                                    <a:pt x="73" y="448"/>
                                    <a:pt x="73" y="447"/>
                                    <a:pt x="73" y="447"/>
                                  </a:cubicBezTo>
                                  <a:cubicBezTo>
                                    <a:pt x="73" y="446"/>
                                    <a:pt x="74" y="446"/>
                                    <a:pt x="74" y="446"/>
                                  </a:cubicBezTo>
                                  <a:cubicBezTo>
                                    <a:pt x="74" y="446"/>
                                    <a:pt x="75" y="446"/>
                                    <a:pt x="75" y="445"/>
                                  </a:cubicBezTo>
                                  <a:cubicBezTo>
                                    <a:pt x="75" y="445"/>
                                    <a:pt x="74" y="445"/>
                                    <a:pt x="73" y="445"/>
                                  </a:cubicBezTo>
                                  <a:cubicBezTo>
                                    <a:pt x="73" y="445"/>
                                    <a:pt x="72" y="445"/>
                                    <a:pt x="72" y="444"/>
                                  </a:cubicBezTo>
                                  <a:cubicBezTo>
                                    <a:pt x="71" y="444"/>
                                    <a:pt x="71" y="444"/>
                                    <a:pt x="71" y="443"/>
                                  </a:cubicBezTo>
                                  <a:cubicBezTo>
                                    <a:pt x="70" y="442"/>
                                    <a:pt x="69" y="441"/>
                                    <a:pt x="68" y="440"/>
                                  </a:cubicBezTo>
                                  <a:cubicBezTo>
                                    <a:pt x="67" y="440"/>
                                    <a:pt x="66" y="439"/>
                                    <a:pt x="65" y="440"/>
                                  </a:cubicBezTo>
                                  <a:cubicBezTo>
                                    <a:pt x="64" y="440"/>
                                    <a:pt x="65" y="441"/>
                                    <a:pt x="65" y="442"/>
                                  </a:cubicBezTo>
                                  <a:cubicBezTo>
                                    <a:pt x="64" y="442"/>
                                    <a:pt x="64" y="443"/>
                                    <a:pt x="64" y="443"/>
                                  </a:cubicBezTo>
                                  <a:cubicBezTo>
                                    <a:pt x="63" y="444"/>
                                    <a:pt x="63" y="444"/>
                                    <a:pt x="63" y="444"/>
                                  </a:cubicBezTo>
                                  <a:cubicBezTo>
                                    <a:pt x="62" y="444"/>
                                    <a:pt x="62" y="443"/>
                                    <a:pt x="62" y="444"/>
                                  </a:cubicBezTo>
                                  <a:cubicBezTo>
                                    <a:pt x="62" y="444"/>
                                    <a:pt x="62" y="444"/>
                                    <a:pt x="62" y="444"/>
                                  </a:cubicBezTo>
                                  <a:cubicBezTo>
                                    <a:pt x="62" y="445"/>
                                    <a:pt x="63" y="445"/>
                                    <a:pt x="63" y="445"/>
                                  </a:cubicBezTo>
                                  <a:cubicBezTo>
                                    <a:pt x="63" y="445"/>
                                    <a:pt x="62" y="446"/>
                                    <a:pt x="62" y="446"/>
                                  </a:cubicBezTo>
                                  <a:cubicBezTo>
                                    <a:pt x="62" y="446"/>
                                    <a:pt x="62" y="446"/>
                                    <a:pt x="62" y="447"/>
                                  </a:cubicBezTo>
                                  <a:cubicBezTo>
                                    <a:pt x="63" y="447"/>
                                    <a:pt x="63" y="447"/>
                                    <a:pt x="63" y="447"/>
                                  </a:cubicBezTo>
                                  <a:cubicBezTo>
                                    <a:pt x="64" y="447"/>
                                    <a:pt x="64" y="448"/>
                                    <a:pt x="64" y="448"/>
                                  </a:cubicBezTo>
                                  <a:cubicBezTo>
                                    <a:pt x="64" y="449"/>
                                    <a:pt x="65" y="450"/>
                                    <a:pt x="66" y="451"/>
                                  </a:cubicBezTo>
                                  <a:cubicBezTo>
                                    <a:pt x="66" y="452"/>
                                    <a:pt x="66" y="452"/>
                                    <a:pt x="67" y="453"/>
                                  </a:cubicBezTo>
                                  <a:cubicBezTo>
                                    <a:pt x="68" y="453"/>
                                    <a:pt x="69" y="453"/>
                                    <a:pt x="69" y="453"/>
                                  </a:cubicBezTo>
                                  <a:cubicBezTo>
                                    <a:pt x="69" y="453"/>
                                    <a:pt x="70" y="453"/>
                                    <a:pt x="70" y="453"/>
                                  </a:cubicBezTo>
                                  <a:cubicBezTo>
                                    <a:pt x="70" y="452"/>
                                    <a:pt x="70" y="452"/>
                                    <a:pt x="70" y="452"/>
                                  </a:cubicBezTo>
                                  <a:cubicBezTo>
                                    <a:pt x="71" y="452"/>
                                    <a:pt x="71" y="452"/>
                                    <a:pt x="71" y="452"/>
                                  </a:cubicBezTo>
                                  <a:cubicBezTo>
                                    <a:pt x="71" y="453"/>
                                    <a:pt x="72" y="453"/>
                                    <a:pt x="72" y="453"/>
                                  </a:cubicBezTo>
                                  <a:cubicBezTo>
                                    <a:pt x="72" y="453"/>
                                    <a:pt x="72" y="454"/>
                                    <a:pt x="72" y="454"/>
                                  </a:cubicBezTo>
                                  <a:cubicBezTo>
                                    <a:pt x="72" y="454"/>
                                    <a:pt x="72" y="454"/>
                                    <a:pt x="72" y="455"/>
                                  </a:cubicBezTo>
                                  <a:cubicBezTo>
                                    <a:pt x="72" y="455"/>
                                    <a:pt x="73" y="456"/>
                                    <a:pt x="73" y="457"/>
                                  </a:cubicBezTo>
                                  <a:cubicBezTo>
                                    <a:pt x="73" y="457"/>
                                    <a:pt x="73" y="458"/>
                                    <a:pt x="72" y="459"/>
                                  </a:cubicBezTo>
                                  <a:cubicBezTo>
                                    <a:pt x="72" y="460"/>
                                    <a:pt x="71" y="460"/>
                                    <a:pt x="70" y="460"/>
                                  </a:cubicBezTo>
                                  <a:cubicBezTo>
                                    <a:pt x="69" y="460"/>
                                    <a:pt x="70" y="461"/>
                                    <a:pt x="69" y="461"/>
                                  </a:cubicBezTo>
                                  <a:cubicBezTo>
                                    <a:pt x="68" y="462"/>
                                    <a:pt x="67" y="461"/>
                                    <a:pt x="67" y="461"/>
                                  </a:cubicBezTo>
                                  <a:cubicBezTo>
                                    <a:pt x="67" y="460"/>
                                    <a:pt x="66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4" y="460"/>
                                  </a:cubicBezTo>
                                  <a:cubicBezTo>
                                    <a:pt x="64" y="459"/>
                                    <a:pt x="64" y="460"/>
                                    <a:pt x="63" y="460"/>
                                  </a:cubicBezTo>
                                  <a:cubicBezTo>
                                    <a:pt x="63" y="459"/>
                                    <a:pt x="63" y="459"/>
                                    <a:pt x="62" y="459"/>
                                  </a:cubicBezTo>
                                  <a:cubicBezTo>
                                    <a:pt x="62" y="459"/>
                                    <a:pt x="60" y="458"/>
                                    <a:pt x="61" y="458"/>
                                  </a:cubicBezTo>
                                  <a:cubicBezTo>
                                    <a:pt x="61" y="457"/>
                                    <a:pt x="60" y="457"/>
                                    <a:pt x="60" y="457"/>
                                  </a:cubicBezTo>
                                  <a:cubicBezTo>
                                    <a:pt x="60" y="457"/>
                                    <a:pt x="60" y="457"/>
                                    <a:pt x="60" y="456"/>
                                  </a:cubicBezTo>
                                  <a:cubicBezTo>
                                    <a:pt x="60" y="456"/>
                                    <a:pt x="60" y="456"/>
                                    <a:pt x="60" y="456"/>
                                  </a:cubicBezTo>
                                  <a:cubicBezTo>
                                    <a:pt x="60" y="455"/>
                                    <a:pt x="60" y="455"/>
                                    <a:pt x="59" y="455"/>
                                  </a:cubicBezTo>
                                  <a:cubicBezTo>
                                    <a:pt x="59" y="455"/>
                                    <a:pt x="59" y="455"/>
                                    <a:pt x="59" y="455"/>
                                  </a:cubicBezTo>
                                  <a:cubicBezTo>
                                    <a:pt x="59" y="455"/>
                                    <a:pt x="59" y="455"/>
                                    <a:pt x="59" y="455"/>
                                  </a:cubicBezTo>
                                  <a:cubicBezTo>
                                    <a:pt x="59" y="456"/>
                                    <a:pt x="59" y="455"/>
                                    <a:pt x="58" y="455"/>
                                  </a:cubicBezTo>
                                  <a:cubicBezTo>
                                    <a:pt x="58" y="455"/>
                                    <a:pt x="58" y="454"/>
                                    <a:pt x="58" y="454"/>
                                  </a:cubicBezTo>
                                  <a:cubicBezTo>
                                    <a:pt x="58" y="453"/>
                                    <a:pt x="57" y="452"/>
                                    <a:pt x="56" y="452"/>
                                  </a:cubicBezTo>
                                  <a:cubicBezTo>
                                    <a:pt x="56" y="453"/>
                                    <a:pt x="56" y="453"/>
                                    <a:pt x="56" y="453"/>
                                  </a:cubicBezTo>
                                  <a:cubicBezTo>
                                    <a:pt x="56" y="453"/>
                                    <a:pt x="55" y="453"/>
                                    <a:pt x="55" y="453"/>
                                  </a:cubicBezTo>
                                  <a:cubicBezTo>
                                    <a:pt x="55" y="453"/>
                                    <a:pt x="55" y="454"/>
                                    <a:pt x="54" y="453"/>
                                  </a:cubicBezTo>
                                  <a:cubicBezTo>
                                    <a:pt x="54" y="453"/>
                                    <a:pt x="53" y="453"/>
                                    <a:pt x="53" y="452"/>
                                  </a:cubicBezTo>
                                  <a:cubicBezTo>
                                    <a:pt x="53" y="452"/>
                                    <a:pt x="53" y="452"/>
                                    <a:pt x="52" y="452"/>
                                  </a:cubicBezTo>
                                  <a:cubicBezTo>
                                    <a:pt x="52" y="452"/>
                                    <a:pt x="52" y="452"/>
                                    <a:pt x="52" y="451"/>
                                  </a:cubicBezTo>
                                  <a:cubicBezTo>
                                    <a:pt x="52" y="451"/>
                                    <a:pt x="52" y="451"/>
                                    <a:pt x="51" y="450"/>
                                  </a:cubicBezTo>
                                  <a:cubicBezTo>
                                    <a:pt x="51" y="450"/>
                                    <a:pt x="51" y="450"/>
                                    <a:pt x="51" y="450"/>
                                  </a:cubicBezTo>
                                  <a:cubicBezTo>
                                    <a:pt x="50" y="450"/>
                                    <a:pt x="51" y="450"/>
                                    <a:pt x="51" y="450"/>
                                  </a:cubicBezTo>
                                  <a:cubicBezTo>
                                    <a:pt x="51" y="449"/>
                                    <a:pt x="52" y="449"/>
                                    <a:pt x="51" y="448"/>
                                  </a:cubicBezTo>
                                  <a:cubicBezTo>
                                    <a:pt x="51" y="448"/>
                                    <a:pt x="51" y="448"/>
                                    <a:pt x="51" y="448"/>
                                  </a:cubicBezTo>
                                  <a:cubicBezTo>
                                    <a:pt x="51" y="448"/>
                                    <a:pt x="51" y="447"/>
                                    <a:pt x="51" y="447"/>
                                  </a:cubicBezTo>
                                  <a:cubicBezTo>
                                    <a:pt x="51" y="447"/>
                                    <a:pt x="50" y="447"/>
                                    <a:pt x="51" y="446"/>
                                  </a:cubicBezTo>
                                  <a:cubicBezTo>
                                    <a:pt x="51" y="446"/>
                                    <a:pt x="52" y="445"/>
                                    <a:pt x="51" y="445"/>
                                  </a:cubicBezTo>
                                  <a:cubicBezTo>
                                    <a:pt x="51" y="444"/>
                                    <a:pt x="51" y="444"/>
                                    <a:pt x="51" y="444"/>
                                  </a:cubicBezTo>
                                  <a:cubicBezTo>
                                    <a:pt x="51" y="444"/>
                                    <a:pt x="50" y="443"/>
                                    <a:pt x="50" y="443"/>
                                  </a:cubicBezTo>
                                  <a:cubicBezTo>
                                    <a:pt x="50" y="443"/>
                                    <a:pt x="51" y="443"/>
                                    <a:pt x="51" y="442"/>
                                  </a:cubicBezTo>
                                  <a:cubicBezTo>
                                    <a:pt x="51" y="442"/>
                                    <a:pt x="50" y="442"/>
                                    <a:pt x="50" y="442"/>
                                  </a:cubicBezTo>
                                  <a:cubicBezTo>
                                    <a:pt x="50" y="442"/>
                                    <a:pt x="50" y="441"/>
                                    <a:pt x="50" y="441"/>
                                  </a:cubicBezTo>
                                  <a:cubicBezTo>
                                    <a:pt x="50" y="441"/>
                                    <a:pt x="50" y="441"/>
                                    <a:pt x="50" y="441"/>
                                  </a:cubicBezTo>
                                  <a:cubicBezTo>
                                    <a:pt x="49" y="441"/>
                                    <a:pt x="50" y="440"/>
                                    <a:pt x="50" y="440"/>
                                  </a:cubicBezTo>
                                  <a:cubicBezTo>
                                    <a:pt x="50" y="439"/>
                                    <a:pt x="50" y="439"/>
                                    <a:pt x="49" y="439"/>
                                  </a:cubicBezTo>
                                  <a:cubicBezTo>
                                    <a:pt x="49" y="438"/>
                                    <a:pt x="49" y="438"/>
                                    <a:pt x="48" y="438"/>
                                  </a:cubicBezTo>
                                  <a:cubicBezTo>
                                    <a:pt x="48" y="437"/>
                                    <a:pt x="48" y="437"/>
                                    <a:pt x="48" y="437"/>
                                  </a:cubicBezTo>
                                  <a:cubicBezTo>
                                    <a:pt x="48" y="437"/>
                                    <a:pt x="47" y="437"/>
                                    <a:pt x="47" y="437"/>
                                  </a:cubicBezTo>
                                  <a:cubicBezTo>
                                    <a:pt x="48" y="436"/>
                                    <a:pt x="48" y="436"/>
                                    <a:pt x="49" y="436"/>
                                  </a:cubicBezTo>
                                  <a:cubicBezTo>
                                    <a:pt x="49" y="435"/>
                                    <a:pt x="49" y="436"/>
                                    <a:pt x="50" y="436"/>
                                  </a:cubicBezTo>
                                  <a:cubicBezTo>
                                    <a:pt x="50" y="435"/>
                                    <a:pt x="50" y="435"/>
                                    <a:pt x="50" y="435"/>
                                  </a:cubicBezTo>
                                  <a:cubicBezTo>
                                    <a:pt x="50" y="435"/>
                                    <a:pt x="50" y="434"/>
                                    <a:pt x="50" y="434"/>
                                  </a:cubicBezTo>
                                  <a:cubicBezTo>
                                    <a:pt x="51" y="434"/>
                                    <a:pt x="50" y="433"/>
                                    <a:pt x="50" y="433"/>
                                  </a:cubicBezTo>
                                  <a:cubicBezTo>
                                    <a:pt x="50" y="432"/>
                                    <a:pt x="50" y="432"/>
                                    <a:pt x="50" y="432"/>
                                  </a:cubicBezTo>
                                  <a:cubicBezTo>
                                    <a:pt x="50" y="432"/>
                                    <a:pt x="50" y="431"/>
                                    <a:pt x="50" y="432"/>
                                  </a:cubicBezTo>
                                  <a:cubicBezTo>
                                    <a:pt x="50" y="431"/>
                                    <a:pt x="50" y="431"/>
                                    <a:pt x="50" y="430"/>
                                  </a:cubicBezTo>
                                  <a:cubicBezTo>
                                    <a:pt x="50" y="429"/>
                                    <a:pt x="52" y="432"/>
                                    <a:pt x="52" y="431"/>
                                  </a:cubicBezTo>
                                  <a:cubicBezTo>
                                    <a:pt x="52" y="431"/>
                                    <a:pt x="51" y="431"/>
                                    <a:pt x="51" y="431"/>
                                  </a:cubicBezTo>
                                  <a:cubicBezTo>
                                    <a:pt x="51" y="430"/>
                                    <a:pt x="51" y="430"/>
                                    <a:pt x="51" y="430"/>
                                  </a:cubicBezTo>
                                  <a:cubicBezTo>
                                    <a:pt x="51" y="430"/>
                                    <a:pt x="51" y="429"/>
                                    <a:pt x="51" y="429"/>
                                  </a:cubicBezTo>
                                  <a:cubicBezTo>
                                    <a:pt x="51" y="429"/>
                                    <a:pt x="51" y="429"/>
                                    <a:pt x="51" y="428"/>
                                  </a:cubicBezTo>
                                  <a:cubicBezTo>
                                    <a:pt x="51" y="428"/>
                                    <a:pt x="50" y="428"/>
                                    <a:pt x="50" y="427"/>
                                  </a:cubicBezTo>
                                  <a:cubicBezTo>
                                    <a:pt x="50" y="427"/>
                                    <a:pt x="50" y="427"/>
                                    <a:pt x="50" y="427"/>
                                  </a:cubicBezTo>
                                  <a:cubicBezTo>
                                    <a:pt x="50" y="426"/>
                                    <a:pt x="50" y="426"/>
                                    <a:pt x="49" y="426"/>
                                  </a:cubicBezTo>
                                  <a:cubicBezTo>
                                    <a:pt x="49" y="425"/>
                                    <a:pt x="49" y="425"/>
                                    <a:pt x="48" y="424"/>
                                  </a:cubicBezTo>
                                  <a:cubicBezTo>
                                    <a:pt x="48" y="424"/>
                                    <a:pt x="47" y="424"/>
                                    <a:pt x="46" y="423"/>
                                  </a:cubicBezTo>
                                  <a:cubicBezTo>
                                    <a:pt x="46" y="423"/>
                                    <a:pt x="46" y="423"/>
                                    <a:pt x="46" y="423"/>
                                  </a:cubicBezTo>
                                  <a:cubicBezTo>
                                    <a:pt x="46" y="423"/>
                                    <a:pt x="45" y="423"/>
                                    <a:pt x="45" y="423"/>
                                  </a:cubicBezTo>
                                  <a:cubicBezTo>
                                    <a:pt x="45" y="423"/>
                                    <a:pt x="45" y="423"/>
                                    <a:pt x="45" y="423"/>
                                  </a:cubicBezTo>
                                  <a:cubicBezTo>
                                    <a:pt x="45" y="423"/>
                                    <a:pt x="45" y="423"/>
                                    <a:pt x="44" y="423"/>
                                  </a:cubicBezTo>
                                  <a:cubicBezTo>
                                    <a:pt x="44" y="422"/>
                                    <a:pt x="44" y="422"/>
                                    <a:pt x="44" y="422"/>
                                  </a:cubicBezTo>
                                  <a:cubicBezTo>
                                    <a:pt x="44" y="422"/>
                                    <a:pt x="43" y="422"/>
                                    <a:pt x="43" y="422"/>
                                  </a:cubicBezTo>
                                  <a:cubicBezTo>
                                    <a:pt x="42" y="421"/>
                                    <a:pt x="41" y="421"/>
                                    <a:pt x="41" y="421"/>
                                  </a:cubicBezTo>
                                  <a:cubicBezTo>
                                    <a:pt x="41" y="420"/>
                                    <a:pt x="42" y="421"/>
                                    <a:pt x="43" y="420"/>
                                  </a:cubicBezTo>
                                  <a:cubicBezTo>
                                    <a:pt x="43" y="420"/>
                                    <a:pt x="42" y="420"/>
                                    <a:pt x="42" y="420"/>
                                  </a:cubicBezTo>
                                  <a:cubicBezTo>
                                    <a:pt x="42" y="420"/>
                                    <a:pt x="43" y="420"/>
                                    <a:pt x="43" y="420"/>
                                  </a:cubicBezTo>
                                  <a:cubicBezTo>
                                    <a:pt x="43" y="419"/>
                                    <a:pt x="43" y="419"/>
                                    <a:pt x="43" y="419"/>
                                  </a:cubicBezTo>
                                  <a:cubicBezTo>
                                    <a:pt x="43" y="419"/>
                                    <a:pt x="43" y="418"/>
                                    <a:pt x="43" y="418"/>
                                  </a:cubicBezTo>
                                  <a:cubicBezTo>
                                    <a:pt x="43" y="418"/>
                                    <a:pt x="43" y="419"/>
                                    <a:pt x="42" y="419"/>
                                  </a:cubicBezTo>
                                  <a:cubicBezTo>
                                    <a:pt x="42" y="419"/>
                                    <a:pt x="41" y="419"/>
                                    <a:pt x="41" y="418"/>
                                  </a:cubicBezTo>
                                  <a:cubicBezTo>
                                    <a:pt x="41" y="418"/>
                                    <a:pt x="40" y="418"/>
                                    <a:pt x="40" y="418"/>
                                  </a:cubicBezTo>
                                  <a:cubicBezTo>
                                    <a:pt x="39" y="418"/>
                                    <a:pt x="39" y="418"/>
                                    <a:pt x="38" y="418"/>
                                  </a:cubicBezTo>
                                  <a:cubicBezTo>
                                    <a:pt x="39" y="417"/>
                                    <a:pt x="40" y="417"/>
                                    <a:pt x="40" y="417"/>
                                  </a:cubicBezTo>
                                  <a:cubicBezTo>
                                    <a:pt x="41" y="417"/>
                                    <a:pt x="42" y="418"/>
                                    <a:pt x="42" y="417"/>
                                  </a:cubicBezTo>
                                  <a:cubicBezTo>
                                    <a:pt x="42" y="417"/>
                                    <a:pt x="40" y="417"/>
                                    <a:pt x="40" y="417"/>
                                  </a:cubicBezTo>
                                  <a:cubicBezTo>
                                    <a:pt x="39" y="417"/>
                                    <a:pt x="38" y="418"/>
                                    <a:pt x="38" y="417"/>
                                  </a:cubicBezTo>
                                  <a:cubicBezTo>
                                    <a:pt x="38" y="417"/>
                                    <a:pt x="38" y="417"/>
                                    <a:pt x="39" y="417"/>
                                  </a:cubicBezTo>
                                  <a:cubicBezTo>
                                    <a:pt x="39" y="416"/>
                                    <a:pt x="39" y="416"/>
                                    <a:pt x="39" y="416"/>
                                  </a:cubicBezTo>
                                  <a:cubicBezTo>
                                    <a:pt x="40" y="415"/>
                                    <a:pt x="40" y="416"/>
                                    <a:pt x="41" y="416"/>
                                  </a:cubicBezTo>
                                  <a:cubicBezTo>
                                    <a:pt x="41" y="416"/>
                                    <a:pt x="40" y="415"/>
                                    <a:pt x="40" y="415"/>
                                  </a:cubicBezTo>
                                  <a:cubicBezTo>
                                    <a:pt x="39" y="415"/>
                                    <a:pt x="39" y="415"/>
                                    <a:pt x="38" y="415"/>
                                  </a:cubicBezTo>
                                  <a:cubicBezTo>
                                    <a:pt x="38" y="415"/>
                                    <a:pt x="38" y="415"/>
                                    <a:pt x="37" y="415"/>
                                  </a:cubicBezTo>
                                  <a:cubicBezTo>
                                    <a:pt x="37" y="414"/>
                                    <a:pt x="38" y="415"/>
                                    <a:pt x="38" y="414"/>
                                  </a:cubicBezTo>
                                  <a:cubicBezTo>
                                    <a:pt x="38" y="414"/>
                                    <a:pt x="38" y="414"/>
                                    <a:pt x="37" y="413"/>
                                  </a:cubicBezTo>
                                  <a:cubicBezTo>
                                    <a:pt x="36" y="413"/>
                                    <a:pt x="36" y="412"/>
                                    <a:pt x="34" y="412"/>
                                  </a:cubicBezTo>
                                  <a:cubicBezTo>
                                    <a:pt x="35" y="411"/>
                                    <a:pt x="35" y="411"/>
                                    <a:pt x="35" y="411"/>
                                  </a:cubicBezTo>
                                  <a:cubicBezTo>
                                    <a:pt x="35" y="411"/>
                                    <a:pt x="36" y="410"/>
                                    <a:pt x="35" y="409"/>
                                  </a:cubicBezTo>
                                  <a:cubicBezTo>
                                    <a:pt x="35" y="409"/>
                                    <a:pt x="34" y="409"/>
                                    <a:pt x="34" y="409"/>
                                  </a:cubicBezTo>
                                  <a:cubicBezTo>
                                    <a:pt x="34" y="409"/>
                                    <a:pt x="34" y="408"/>
                                    <a:pt x="34" y="408"/>
                                  </a:cubicBezTo>
                                  <a:cubicBezTo>
                                    <a:pt x="33" y="408"/>
                                    <a:pt x="33" y="408"/>
                                    <a:pt x="32" y="408"/>
                                  </a:cubicBezTo>
                                  <a:cubicBezTo>
                                    <a:pt x="32" y="408"/>
                                    <a:pt x="31" y="408"/>
                                    <a:pt x="31" y="407"/>
                                  </a:cubicBezTo>
                                  <a:cubicBezTo>
                                    <a:pt x="31" y="407"/>
                                    <a:pt x="32" y="407"/>
                                    <a:pt x="33" y="407"/>
                                  </a:cubicBezTo>
                                  <a:cubicBezTo>
                                    <a:pt x="34" y="407"/>
                                    <a:pt x="34" y="407"/>
                                    <a:pt x="35" y="407"/>
                                  </a:cubicBezTo>
                                  <a:cubicBezTo>
                                    <a:pt x="35" y="407"/>
                                    <a:pt x="36" y="408"/>
                                    <a:pt x="36" y="408"/>
                                  </a:cubicBezTo>
                                  <a:cubicBezTo>
                                    <a:pt x="37" y="408"/>
                                    <a:pt x="38" y="408"/>
                                    <a:pt x="38" y="408"/>
                                  </a:cubicBezTo>
                                  <a:cubicBezTo>
                                    <a:pt x="39" y="408"/>
                                    <a:pt x="37" y="409"/>
                                    <a:pt x="37" y="409"/>
                                  </a:cubicBezTo>
                                  <a:cubicBezTo>
                                    <a:pt x="37" y="411"/>
                                    <a:pt x="39" y="412"/>
                                    <a:pt x="40" y="412"/>
                                  </a:cubicBezTo>
                                  <a:cubicBezTo>
                                    <a:pt x="40" y="413"/>
                                    <a:pt x="42" y="415"/>
                                    <a:pt x="42" y="414"/>
                                  </a:cubicBezTo>
                                  <a:cubicBezTo>
                                    <a:pt x="43" y="414"/>
                                    <a:pt x="42" y="413"/>
                                    <a:pt x="43" y="413"/>
                                  </a:cubicBezTo>
                                  <a:cubicBezTo>
                                    <a:pt x="43" y="413"/>
                                    <a:pt x="44" y="414"/>
                                    <a:pt x="44" y="414"/>
                                  </a:cubicBezTo>
                                  <a:cubicBezTo>
                                    <a:pt x="44" y="414"/>
                                    <a:pt x="44" y="414"/>
                                    <a:pt x="44" y="415"/>
                                  </a:cubicBezTo>
                                  <a:cubicBezTo>
                                    <a:pt x="45" y="415"/>
                                    <a:pt x="45" y="415"/>
                                    <a:pt x="46" y="415"/>
                                  </a:cubicBezTo>
                                  <a:cubicBezTo>
                                    <a:pt x="46" y="415"/>
                                    <a:pt x="46" y="414"/>
                                    <a:pt x="46" y="414"/>
                                  </a:cubicBezTo>
                                  <a:cubicBezTo>
                                    <a:pt x="46" y="413"/>
                                    <a:pt x="46" y="414"/>
                                    <a:pt x="46" y="414"/>
                                  </a:cubicBezTo>
                                  <a:cubicBezTo>
                                    <a:pt x="46" y="415"/>
                                    <a:pt x="46" y="415"/>
                                    <a:pt x="47" y="415"/>
                                  </a:cubicBezTo>
                                  <a:cubicBezTo>
                                    <a:pt x="47" y="415"/>
                                    <a:pt x="48" y="415"/>
                                    <a:pt x="49" y="416"/>
                                  </a:cubicBezTo>
                                  <a:cubicBezTo>
                                    <a:pt x="49" y="416"/>
                                    <a:pt x="48" y="416"/>
                                    <a:pt x="48" y="416"/>
                                  </a:cubicBezTo>
                                  <a:cubicBezTo>
                                    <a:pt x="48" y="416"/>
                                    <a:pt x="48" y="417"/>
                                    <a:pt x="48" y="418"/>
                                  </a:cubicBezTo>
                                  <a:cubicBezTo>
                                    <a:pt x="49" y="418"/>
                                    <a:pt x="50" y="417"/>
                                    <a:pt x="50" y="417"/>
                                  </a:cubicBezTo>
                                  <a:cubicBezTo>
                                    <a:pt x="51" y="416"/>
                                    <a:pt x="52" y="417"/>
                                    <a:pt x="53" y="418"/>
                                  </a:cubicBezTo>
                                  <a:cubicBezTo>
                                    <a:pt x="54" y="419"/>
                                    <a:pt x="55" y="420"/>
                                    <a:pt x="56" y="420"/>
                                  </a:cubicBezTo>
                                  <a:cubicBezTo>
                                    <a:pt x="58" y="421"/>
                                    <a:pt x="60" y="422"/>
                                    <a:pt x="62" y="422"/>
                                  </a:cubicBezTo>
                                  <a:cubicBezTo>
                                    <a:pt x="64" y="422"/>
                                    <a:pt x="67" y="422"/>
                                    <a:pt x="68" y="423"/>
                                  </a:cubicBezTo>
                                  <a:cubicBezTo>
                                    <a:pt x="69" y="424"/>
                                    <a:pt x="70" y="425"/>
                                    <a:pt x="71" y="425"/>
                                  </a:cubicBezTo>
                                  <a:cubicBezTo>
                                    <a:pt x="72" y="425"/>
                                    <a:pt x="73" y="425"/>
                                    <a:pt x="74" y="426"/>
                                  </a:cubicBezTo>
                                  <a:cubicBezTo>
                                    <a:pt x="76" y="426"/>
                                    <a:pt x="77" y="425"/>
                                    <a:pt x="78" y="425"/>
                                  </a:cubicBezTo>
                                  <a:cubicBezTo>
                                    <a:pt x="79" y="425"/>
                                    <a:pt x="80" y="425"/>
                                    <a:pt x="81" y="424"/>
                                  </a:cubicBezTo>
                                  <a:cubicBezTo>
                                    <a:pt x="82" y="424"/>
                                    <a:pt x="82" y="424"/>
                                    <a:pt x="83" y="423"/>
                                  </a:cubicBezTo>
                                  <a:cubicBezTo>
                                    <a:pt x="84" y="423"/>
                                    <a:pt x="85" y="423"/>
                                    <a:pt x="86" y="422"/>
                                  </a:cubicBezTo>
                                  <a:cubicBezTo>
                                    <a:pt x="86" y="422"/>
                                    <a:pt x="87" y="421"/>
                                    <a:pt x="88" y="420"/>
                                  </a:cubicBezTo>
                                  <a:cubicBezTo>
                                    <a:pt x="88" y="420"/>
                                    <a:pt x="88" y="420"/>
                                    <a:pt x="89" y="420"/>
                                  </a:cubicBezTo>
                                  <a:cubicBezTo>
                                    <a:pt x="89" y="420"/>
                                    <a:pt x="89" y="419"/>
                                    <a:pt x="90" y="419"/>
                                  </a:cubicBezTo>
                                  <a:cubicBezTo>
                                    <a:pt x="90" y="419"/>
                                    <a:pt x="90" y="418"/>
                                    <a:pt x="90" y="418"/>
                                  </a:cubicBezTo>
                                  <a:cubicBezTo>
                                    <a:pt x="90" y="418"/>
                                    <a:pt x="90" y="418"/>
                                    <a:pt x="91" y="417"/>
                                  </a:cubicBezTo>
                                  <a:cubicBezTo>
                                    <a:pt x="91" y="417"/>
                                    <a:pt x="91" y="417"/>
                                    <a:pt x="91" y="416"/>
                                  </a:cubicBezTo>
                                  <a:cubicBezTo>
                                    <a:pt x="91" y="416"/>
                                    <a:pt x="92" y="416"/>
                                    <a:pt x="92" y="415"/>
                                  </a:cubicBezTo>
                                  <a:cubicBezTo>
                                    <a:pt x="93" y="414"/>
                                    <a:pt x="93" y="414"/>
                                    <a:pt x="94" y="413"/>
                                  </a:cubicBezTo>
                                  <a:cubicBezTo>
                                    <a:pt x="94" y="412"/>
                                    <a:pt x="94" y="411"/>
                                    <a:pt x="94" y="411"/>
                                  </a:cubicBezTo>
                                  <a:cubicBezTo>
                                    <a:pt x="94" y="410"/>
                                    <a:pt x="94" y="410"/>
                                    <a:pt x="94" y="410"/>
                                  </a:cubicBezTo>
                                  <a:cubicBezTo>
                                    <a:pt x="95" y="410"/>
                                    <a:pt x="95" y="408"/>
                                    <a:pt x="95" y="408"/>
                                  </a:cubicBezTo>
                                  <a:cubicBezTo>
                                    <a:pt x="95" y="407"/>
                                    <a:pt x="95" y="407"/>
                                    <a:pt x="95" y="407"/>
                                  </a:cubicBezTo>
                                  <a:cubicBezTo>
                                    <a:pt x="95" y="407"/>
                                    <a:pt x="95" y="407"/>
                                    <a:pt x="95" y="407"/>
                                  </a:cubicBezTo>
                                  <a:cubicBezTo>
                                    <a:pt x="95" y="406"/>
                                    <a:pt x="95" y="406"/>
                                    <a:pt x="95" y="406"/>
                                  </a:cubicBezTo>
                                  <a:cubicBezTo>
                                    <a:pt x="94" y="406"/>
                                    <a:pt x="94" y="406"/>
                                    <a:pt x="94" y="406"/>
                                  </a:cubicBezTo>
                                  <a:cubicBezTo>
                                    <a:pt x="92" y="406"/>
                                    <a:pt x="94" y="403"/>
                                    <a:pt x="93" y="402"/>
                                  </a:cubicBezTo>
                                  <a:cubicBezTo>
                                    <a:pt x="93" y="402"/>
                                    <a:pt x="93" y="402"/>
                                    <a:pt x="92" y="401"/>
                                  </a:cubicBezTo>
                                  <a:cubicBezTo>
                                    <a:pt x="92" y="401"/>
                                    <a:pt x="92" y="400"/>
                                    <a:pt x="92" y="400"/>
                                  </a:cubicBezTo>
                                  <a:cubicBezTo>
                                    <a:pt x="92" y="400"/>
                                    <a:pt x="93" y="400"/>
                                    <a:pt x="93" y="399"/>
                                  </a:cubicBezTo>
                                  <a:cubicBezTo>
                                    <a:pt x="93" y="399"/>
                                    <a:pt x="93" y="397"/>
                                    <a:pt x="92" y="397"/>
                                  </a:cubicBezTo>
                                  <a:cubicBezTo>
                                    <a:pt x="92" y="397"/>
                                    <a:pt x="92" y="397"/>
                                    <a:pt x="91" y="397"/>
                                  </a:cubicBezTo>
                                  <a:cubicBezTo>
                                    <a:pt x="90" y="397"/>
                                    <a:pt x="91" y="395"/>
                                    <a:pt x="90" y="395"/>
                                  </a:cubicBezTo>
                                  <a:cubicBezTo>
                                    <a:pt x="89" y="396"/>
                                    <a:pt x="90" y="396"/>
                                    <a:pt x="89" y="397"/>
                                  </a:cubicBezTo>
                                  <a:cubicBezTo>
                                    <a:pt x="89" y="397"/>
                                    <a:pt x="88" y="396"/>
                                    <a:pt x="88" y="396"/>
                                  </a:cubicBezTo>
                                  <a:cubicBezTo>
                                    <a:pt x="88" y="395"/>
                                    <a:pt x="89" y="395"/>
                                    <a:pt x="89" y="395"/>
                                  </a:cubicBezTo>
                                  <a:cubicBezTo>
                                    <a:pt x="89" y="394"/>
                                    <a:pt x="87" y="393"/>
                                    <a:pt x="87" y="393"/>
                                  </a:cubicBezTo>
                                  <a:cubicBezTo>
                                    <a:pt x="86" y="392"/>
                                    <a:pt x="86" y="392"/>
                                    <a:pt x="86" y="391"/>
                                  </a:cubicBezTo>
                                  <a:cubicBezTo>
                                    <a:pt x="85" y="391"/>
                                    <a:pt x="85" y="390"/>
                                    <a:pt x="85" y="389"/>
                                  </a:cubicBezTo>
                                  <a:cubicBezTo>
                                    <a:pt x="84" y="389"/>
                                    <a:pt x="84" y="389"/>
                                    <a:pt x="84" y="390"/>
                                  </a:cubicBezTo>
                                  <a:cubicBezTo>
                                    <a:pt x="84" y="390"/>
                                    <a:pt x="84" y="390"/>
                                    <a:pt x="85" y="390"/>
                                  </a:cubicBezTo>
                                  <a:cubicBezTo>
                                    <a:pt x="85" y="391"/>
                                    <a:pt x="85" y="391"/>
                                    <a:pt x="85" y="392"/>
                                  </a:cubicBezTo>
                                  <a:cubicBezTo>
                                    <a:pt x="84" y="391"/>
                                    <a:pt x="83" y="391"/>
                                    <a:pt x="82" y="390"/>
                                  </a:cubicBezTo>
                                  <a:cubicBezTo>
                                    <a:pt x="82" y="390"/>
                                    <a:pt x="81" y="389"/>
                                    <a:pt x="81" y="389"/>
                                  </a:cubicBezTo>
                                  <a:cubicBezTo>
                                    <a:pt x="80" y="389"/>
                                    <a:pt x="80" y="388"/>
                                    <a:pt x="79" y="388"/>
                                  </a:cubicBezTo>
                                  <a:cubicBezTo>
                                    <a:pt x="79" y="388"/>
                                    <a:pt x="79" y="388"/>
                                    <a:pt x="79" y="388"/>
                                  </a:cubicBezTo>
                                  <a:cubicBezTo>
                                    <a:pt x="79" y="387"/>
                                    <a:pt x="79" y="387"/>
                                    <a:pt x="79" y="387"/>
                                  </a:cubicBezTo>
                                  <a:cubicBezTo>
                                    <a:pt x="78" y="387"/>
                                    <a:pt x="78" y="387"/>
                                    <a:pt x="78" y="386"/>
                                  </a:cubicBezTo>
                                  <a:cubicBezTo>
                                    <a:pt x="78" y="386"/>
                                    <a:pt x="78" y="386"/>
                                    <a:pt x="77" y="386"/>
                                  </a:cubicBezTo>
                                  <a:cubicBezTo>
                                    <a:pt x="77" y="386"/>
                                    <a:pt x="77" y="385"/>
                                    <a:pt x="77" y="385"/>
                                  </a:cubicBezTo>
                                  <a:cubicBezTo>
                                    <a:pt x="77" y="385"/>
                                    <a:pt x="76" y="385"/>
                                    <a:pt x="76" y="386"/>
                                  </a:cubicBezTo>
                                  <a:cubicBezTo>
                                    <a:pt x="77" y="386"/>
                                    <a:pt x="77" y="386"/>
                                    <a:pt x="77" y="387"/>
                                  </a:cubicBezTo>
                                  <a:cubicBezTo>
                                    <a:pt x="77" y="387"/>
                                    <a:pt x="76" y="386"/>
                                    <a:pt x="76" y="386"/>
                                  </a:cubicBezTo>
                                  <a:cubicBezTo>
                                    <a:pt x="75" y="386"/>
                                    <a:pt x="75" y="386"/>
                                    <a:pt x="75" y="385"/>
                                  </a:cubicBezTo>
                                  <a:cubicBezTo>
                                    <a:pt x="75" y="385"/>
                                    <a:pt x="75" y="385"/>
                                    <a:pt x="74" y="384"/>
                                  </a:cubicBezTo>
                                  <a:cubicBezTo>
                                    <a:pt x="74" y="384"/>
                                    <a:pt x="74" y="384"/>
                                    <a:pt x="74" y="383"/>
                                  </a:cubicBezTo>
                                  <a:cubicBezTo>
                                    <a:pt x="73" y="383"/>
                                    <a:pt x="73" y="383"/>
                                    <a:pt x="73" y="383"/>
                                  </a:cubicBezTo>
                                  <a:cubicBezTo>
                                    <a:pt x="72" y="382"/>
                                    <a:pt x="72" y="382"/>
                                    <a:pt x="72" y="381"/>
                                  </a:cubicBezTo>
                                  <a:cubicBezTo>
                                    <a:pt x="71" y="381"/>
                                    <a:pt x="71" y="379"/>
                                    <a:pt x="70" y="379"/>
                                  </a:cubicBezTo>
                                  <a:cubicBezTo>
                                    <a:pt x="69" y="379"/>
                                    <a:pt x="68" y="378"/>
                                    <a:pt x="67" y="378"/>
                                  </a:cubicBezTo>
                                  <a:cubicBezTo>
                                    <a:pt x="67" y="377"/>
                                    <a:pt x="67" y="377"/>
                                    <a:pt x="67" y="377"/>
                                  </a:cubicBezTo>
                                  <a:cubicBezTo>
                                    <a:pt x="66" y="376"/>
                                    <a:pt x="66" y="376"/>
                                    <a:pt x="65" y="375"/>
                                  </a:cubicBezTo>
                                  <a:cubicBezTo>
                                    <a:pt x="65" y="375"/>
                                    <a:pt x="65" y="375"/>
                                    <a:pt x="64" y="375"/>
                                  </a:cubicBezTo>
                                  <a:cubicBezTo>
                                    <a:pt x="64" y="374"/>
                                    <a:pt x="64" y="374"/>
                                    <a:pt x="63" y="374"/>
                                  </a:cubicBezTo>
                                  <a:cubicBezTo>
                                    <a:pt x="62" y="373"/>
                                    <a:pt x="61" y="373"/>
                                    <a:pt x="61" y="372"/>
                                  </a:cubicBezTo>
                                  <a:cubicBezTo>
                                    <a:pt x="61" y="372"/>
                                    <a:pt x="61" y="372"/>
                                    <a:pt x="60" y="372"/>
                                  </a:cubicBezTo>
                                  <a:cubicBezTo>
                                    <a:pt x="60" y="371"/>
                                    <a:pt x="60" y="371"/>
                                    <a:pt x="59" y="371"/>
                                  </a:cubicBezTo>
                                  <a:cubicBezTo>
                                    <a:pt x="59" y="371"/>
                                    <a:pt x="59" y="370"/>
                                    <a:pt x="58" y="370"/>
                                  </a:cubicBezTo>
                                  <a:cubicBezTo>
                                    <a:pt x="57" y="370"/>
                                    <a:pt x="56" y="370"/>
                                    <a:pt x="55" y="369"/>
                                  </a:cubicBezTo>
                                  <a:cubicBezTo>
                                    <a:pt x="55" y="369"/>
                                    <a:pt x="54" y="368"/>
                                    <a:pt x="53" y="369"/>
                                  </a:cubicBezTo>
                                  <a:cubicBezTo>
                                    <a:pt x="53" y="369"/>
                                    <a:pt x="54" y="370"/>
                                    <a:pt x="53" y="370"/>
                                  </a:cubicBezTo>
                                  <a:cubicBezTo>
                                    <a:pt x="53" y="370"/>
                                    <a:pt x="53" y="370"/>
                                    <a:pt x="53" y="370"/>
                                  </a:cubicBezTo>
                                  <a:cubicBezTo>
                                    <a:pt x="52" y="370"/>
                                    <a:pt x="52" y="370"/>
                                    <a:pt x="52" y="370"/>
                                  </a:cubicBezTo>
                                  <a:cubicBezTo>
                                    <a:pt x="52" y="370"/>
                                    <a:pt x="52" y="370"/>
                                    <a:pt x="51" y="369"/>
                                  </a:cubicBezTo>
                                  <a:cubicBezTo>
                                    <a:pt x="51" y="369"/>
                                    <a:pt x="51" y="369"/>
                                    <a:pt x="51" y="369"/>
                                  </a:cubicBezTo>
                                  <a:cubicBezTo>
                                    <a:pt x="50" y="369"/>
                                    <a:pt x="50" y="369"/>
                                    <a:pt x="49" y="369"/>
                                  </a:cubicBezTo>
                                  <a:cubicBezTo>
                                    <a:pt x="49" y="368"/>
                                    <a:pt x="48" y="368"/>
                                    <a:pt x="48" y="368"/>
                                  </a:cubicBezTo>
                                  <a:cubicBezTo>
                                    <a:pt x="48" y="368"/>
                                    <a:pt x="48" y="368"/>
                                    <a:pt x="47" y="368"/>
                                  </a:cubicBezTo>
                                  <a:cubicBezTo>
                                    <a:pt x="47" y="368"/>
                                    <a:pt x="46" y="368"/>
                                    <a:pt x="45" y="368"/>
                                  </a:cubicBezTo>
                                  <a:cubicBezTo>
                                    <a:pt x="45" y="368"/>
                                    <a:pt x="45" y="367"/>
                                    <a:pt x="45" y="367"/>
                                  </a:cubicBezTo>
                                  <a:cubicBezTo>
                                    <a:pt x="44" y="367"/>
                                    <a:pt x="44" y="368"/>
                                    <a:pt x="44" y="368"/>
                                  </a:cubicBezTo>
                                  <a:cubicBezTo>
                                    <a:pt x="44" y="368"/>
                                    <a:pt x="44" y="368"/>
                                    <a:pt x="43" y="368"/>
                                  </a:cubicBezTo>
                                  <a:cubicBezTo>
                                    <a:pt x="43" y="367"/>
                                    <a:pt x="43" y="367"/>
                                    <a:pt x="43" y="367"/>
                                  </a:cubicBezTo>
                                  <a:cubicBezTo>
                                    <a:pt x="42" y="368"/>
                                    <a:pt x="43" y="369"/>
                                    <a:pt x="43" y="369"/>
                                  </a:cubicBezTo>
                                  <a:cubicBezTo>
                                    <a:pt x="43" y="370"/>
                                    <a:pt x="42" y="371"/>
                                    <a:pt x="42" y="371"/>
                                  </a:cubicBezTo>
                                  <a:cubicBezTo>
                                    <a:pt x="42" y="372"/>
                                    <a:pt x="41" y="372"/>
                                    <a:pt x="40" y="372"/>
                                  </a:cubicBezTo>
                                  <a:cubicBezTo>
                                    <a:pt x="40" y="373"/>
                                    <a:pt x="39" y="372"/>
                                    <a:pt x="39" y="373"/>
                                  </a:cubicBezTo>
                                  <a:cubicBezTo>
                                    <a:pt x="39" y="373"/>
                                    <a:pt x="39" y="375"/>
                                    <a:pt x="38" y="374"/>
                                  </a:cubicBezTo>
                                  <a:cubicBezTo>
                                    <a:pt x="38" y="373"/>
                                    <a:pt x="39" y="372"/>
                                    <a:pt x="40" y="371"/>
                                  </a:cubicBezTo>
                                  <a:cubicBezTo>
                                    <a:pt x="41" y="371"/>
                                    <a:pt x="41" y="371"/>
                                    <a:pt x="42" y="370"/>
                                  </a:cubicBezTo>
                                  <a:cubicBezTo>
                                    <a:pt x="42" y="370"/>
                                    <a:pt x="42" y="370"/>
                                    <a:pt x="41" y="370"/>
                                  </a:cubicBezTo>
                                  <a:cubicBezTo>
                                    <a:pt x="41" y="370"/>
                                    <a:pt x="41" y="370"/>
                                    <a:pt x="41" y="369"/>
                                  </a:cubicBezTo>
                                  <a:cubicBezTo>
                                    <a:pt x="41" y="369"/>
                                    <a:pt x="41" y="369"/>
                                    <a:pt x="41" y="369"/>
                                  </a:cubicBezTo>
                                  <a:cubicBezTo>
                                    <a:pt x="41" y="369"/>
                                    <a:pt x="42" y="368"/>
                                    <a:pt x="41" y="368"/>
                                  </a:cubicBezTo>
                                  <a:cubicBezTo>
                                    <a:pt x="40" y="368"/>
                                    <a:pt x="40" y="368"/>
                                    <a:pt x="41" y="368"/>
                                  </a:cubicBezTo>
                                  <a:cubicBezTo>
                                    <a:pt x="41" y="368"/>
                                    <a:pt x="42" y="367"/>
                                    <a:pt x="42" y="367"/>
                                  </a:cubicBezTo>
                                  <a:cubicBezTo>
                                    <a:pt x="42" y="367"/>
                                    <a:pt x="41" y="367"/>
                                    <a:pt x="41" y="367"/>
                                  </a:cubicBezTo>
                                  <a:cubicBezTo>
                                    <a:pt x="42" y="366"/>
                                    <a:pt x="42" y="366"/>
                                    <a:pt x="42" y="366"/>
                                  </a:cubicBezTo>
                                  <a:cubicBezTo>
                                    <a:pt x="42" y="365"/>
                                    <a:pt x="40" y="366"/>
                                    <a:pt x="40" y="366"/>
                                  </a:cubicBezTo>
                                  <a:cubicBezTo>
                                    <a:pt x="39" y="366"/>
                                    <a:pt x="39" y="366"/>
                                    <a:pt x="39" y="366"/>
                                  </a:cubicBezTo>
                                  <a:cubicBezTo>
                                    <a:pt x="38" y="367"/>
                                    <a:pt x="38" y="367"/>
                                    <a:pt x="38" y="367"/>
                                  </a:cubicBezTo>
                                  <a:cubicBezTo>
                                    <a:pt x="38" y="368"/>
                                    <a:pt x="38" y="368"/>
                                    <a:pt x="37" y="368"/>
                                  </a:cubicBezTo>
                                  <a:cubicBezTo>
                                    <a:pt x="37" y="368"/>
                                    <a:pt x="38" y="367"/>
                                    <a:pt x="38" y="367"/>
                                  </a:cubicBezTo>
                                  <a:cubicBezTo>
                                    <a:pt x="38" y="367"/>
                                    <a:pt x="39" y="365"/>
                                    <a:pt x="39" y="365"/>
                                  </a:cubicBezTo>
                                  <a:cubicBezTo>
                                    <a:pt x="39" y="364"/>
                                    <a:pt x="37" y="366"/>
                                    <a:pt x="37" y="366"/>
                                  </a:cubicBezTo>
                                  <a:cubicBezTo>
                                    <a:pt x="37" y="365"/>
                                    <a:pt x="38" y="365"/>
                                    <a:pt x="37" y="365"/>
                                  </a:cubicBezTo>
                                  <a:cubicBezTo>
                                    <a:pt x="37" y="364"/>
                                    <a:pt x="37" y="364"/>
                                    <a:pt x="36" y="364"/>
                                  </a:cubicBezTo>
                                  <a:cubicBezTo>
                                    <a:pt x="35" y="365"/>
                                    <a:pt x="34" y="365"/>
                                    <a:pt x="33" y="366"/>
                                  </a:cubicBezTo>
                                  <a:cubicBezTo>
                                    <a:pt x="33" y="365"/>
                                    <a:pt x="34" y="365"/>
                                    <a:pt x="35" y="365"/>
                                  </a:cubicBezTo>
                                  <a:cubicBezTo>
                                    <a:pt x="35" y="364"/>
                                    <a:pt x="35" y="364"/>
                                    <a:pt x="35" y="363"/>
                                  </a:cubicBezTo>
                                  <a:cubicBezTo>
                                    <a:pt x="35" y="363"/>
                                    <a:pt x="35" y="363"/>
                                    <a:pt x="34" y="363"/>
                                  </a:cubicBezTo>
                                  <a:cubicBezTo>
                                    <a:pt x="34" y="363"/>
                                    <a:pt x="34" y="363"/>
                                    <a:pt x="34" y="363"/>
                                  </a:cubicBezTo>
                                  <a:cubicBezTo>
                                    <a:pt x="33" y="362"/>
                                    <a:pt x="32" y="362"/>
                                    <a:pt x="32" y="363"/>
                                  </a:cubicBezTo>
                                  <a:cubicBezTo>
                                    <a:pt x="32" y="363"/>
                                    <a:pt x="32" y="362"/>
                                    <a:pt x="32" y="362"/>
                                  </a:cubicBezTo>
                                  <a:cubicBezTo>
                                    <a:pt x="32" y="361"/>
                                    <a:pt x="32" y="362"/>
                                    <a:pt x="32" y="361"/>
                                  </a:cubicBezTo>
                                  <a:cubicBezTo>
                                    <a:pt x="32" y="361"/>
                                    <a:pt x="32" y="361"/>
                                    <a:pt x="32" y="361"/>
                                  </a:cubicBezTo>
                                  <a:cubicBezTo>
                                    <a:pt x="32" y="360"/>
                                    <a:pt x="32" y="360"/>
                                    <a:pt x="32" y="360"/>
                                  </a:cubicBezTo>
                                  <a:cubicBezTo>
                                    <a:pt x="33" y="359"/>
                                    <a:pt x="33" y="360"/>
                                    <a:pt x="33" y="360"/>
                                  </a:cubicBezTo>
                                  <a:cubicBezTo>
                                    <a:pt x="33" y="361"/>
                                    <a:pt x="33" y="361"/>
                                    <a:pt x="34" y="361"/>
                                  </a:cubicBezTo>
                                  <a:cubicBezTo>
                                    <a:pt x="35" y="361"/>
                                    <a:pt x="36" y="362"/>
                                    <a:pt x="37" y="362"/>
                                  </a:cubicBezTo>
                                  <a:cubicBezTo>
                                    <a:pt x="37" y="362"/>
                                    <a:pt x="38" y="363"/>
                                    <a:pt x="39" y="362"/>
                                  </a:cubicBezTo>
                                  <a:cubicBezTo>
                                    <a:pt x="39" y="362"/>
                                    <a:pt x="39" y="361"/>
                                    <a:pt x="39" y="361"/>
                                  </a:cubicBezTo>
                                  <a:cubicBezTo>
                                    <a:pt x="39" y="360"/>
                                    <a:pt x="39" y="360"/>
                                    <a:pt x="38" y="359"/>
                                  </a:cubicBezTo>
                                  <a:cubicBezTo>
                                    <a:pt x="38" y="359"/>
                                    <a:pt x="38" y="359"/>
                                    <a:pt x="37" y="359"/>
                                  </a:cubicBezTo>
                                  <a:cubicBezTo>
                                    <a:pt x="37" y="359"/>
                                    <a:pt x="37" y="359"/>
                                    <a:pt x="36" y="359"/>
                                  </a:cubicBezTo>
                                  <a:cubicBezTo>
                                    <a:pt x="35" y="359"/>
                                    <a:pt x="35" y="358"/>
                                    <a:pt x="35" y="357"/>
                                  </a:cubicBezTo>
                                  <a:cubicBezTo>
                                    <a:pt x="34" y="357"/>
                                    <a:pt x="34" y="357"/>
                                    <a:pt x="33" y="357"/>
                                  </a:cubicBezTo>
                                  <a:cubicBezTo>
                                    <a:pt x="33" y="356"/>
                                    <a:pt x="31" y="354"/>
                                    <a:pt x="31" y="356"/>
                                  </a:cubicBezTo>
                                  <a:cubicBezTo>
                                    <a:pt x="31" y="356"/>
                                    <a:pt x="33" y="358"/>
                                    <a:pt x="32" y="359"/>
                                  </a:cubicBezTo>
                                  <a:cubicBezTo>
                                    <a:pt x="32" y="360"/>
                                    <a:pt x="31" y="357"/>
                                    <a:pt x="30" y="358"/>
                                  </a:cubicBezTo>
                                  <a:cubicBezTo>
                                    <a:pt x="29" y="359"/>
                                    <a:pt x="31" y="361"/>
                                    <a:pt x="30" y="361"/>
                                  </a:cubicBezTo>
                                  <a:cubicBezTo>
                                    <a:pt x="29" y="361"/>
                                    <a:pt x="29" y="360"/>
                                    <a:pt x="28" y="361"/>
                                  </a:cubicBezTo>
                                  <a:cubicBezTo>
                                    <a:pt x="28" y="361"/>
                                    <a:pt x="28" y="361"/>
                                    <a:pt x="28" y="361"/>
                                  </a:cubicBezTo>
                                  <a:cubicBezTo>
                                    <a:pt x="28" y="362"/>
                                    <a:pt x="27" y="362"/>
                                    <a:pt x="27" y="362"/>
                                  </a:cubicBezTo>
                                  <a:cubicBezTo>
                                    <a:pt x="27" y="361"/>
                                    <a:pt x="28" y="361"/>
                                    <a:pt x="28" y="360"/>
                                  </a:cubicBezTo>
                                  <a:cubicBezTo>
                                    <a:pt x="28" y="360"/>
                                    <a:pt x="27" y="359"/>
                                    <a:pt x="27" y="359"/>
                                  </a:cubicBezTo>
                                  <a:cubicBezTo>
                                    <a:pt x="26" y="359"/>
                                    <a:pt x="26" y="359"/>
                                    <a:pt x="25" y="359"/>
                                  </a:cubicBezTo>
                                  <a:cubicBezTo>
                                    <a:pt x="25" y="359"/>
                                    <a:pt x="24" y="358"/>
                                    <a:pt x="24" y="358"/>
                                  </a:cubicBezTo>
                                  <a:cubicBezTo>
                                    <a:pt x="24" y="359"/>
                                    <a:pt x="25" y="361"/>
                                    <a:pt x="25" y="362"/>
                                  </a:cubicBezTo>
                                  <a:cubicBezTo>
                                    <a:pt x="25" y="362"/>
                                    <a:pt x="25" y="363"/>
                                    <a:pt x="24" y="364"/>
                                  </a:cubicBezTo>
                                  <a:cubicBezTo>
                                    <a:pt x="24" y="364"/>
                                    <a:pt x="23" y="364"/>
                                    <a:pt x="22" y="364"/>
                                  </a:cubicBezTo>
                                  <a:cubicBezTo>
                                    <a:pt x="21" y="363"/>
                                    <a:pt x="22" y="363"/>
                                    <a:pt x="21" y="362"/>
                                  </a:cubicBezTo>
                                  <a:cubicBezTo>
                                    <a:pt x="21" y="362"/>
                                    <a:pt x="20" y="361"/>
                                    <a:pt x="20" y="361"/>
                                  </a:cubicBezTo>
                                  <a:cubicBezTo>
                                    <a:pt x="19" y="362"/>
                                    <a:pt x="20" y="362"/>
                                    <a:pt x="20" y="363"/>
                                  </a:cubicBezTo>
                                  <a:cubicBezTo>
                                    <a:pt x="20" y="363"/>
                                    <a:pt x="20" y="365"/>
                                    <a:pt x="19" y="365"/>
                                  </a:cubicBezTo>
                                  <a:cubicBezTo>
                                    <a:pt x="19" y="366"/>
                                    <a:pt x="18" y="367"/>
                                    <a:pt x="18" y="367"/>
                                  </a:cubicBezTo>
                                  <a:cubicBezTo>
                                    <a:pt x="18" y="367"/>
                                    <a:pt x="17" y="367"/>
                                    <a:pt x="17" y="367"/>
                                  </a:cubicBezTo>
                                  <a:cubicBezTo>
                                    <a:pt x="16" y="367"/>
                                    <a:pt x="16" y="368"/>
                                    <a:pt x="16" y="368"/>
                                  </a:cubicBezTo>
                                  <a:cubicBezTo>
                                    <a:pt x="15" y="369"/>
                                    <a:pt x="14" y="368"/>
                                    <a:pt x="14" y="369"/>
                                  </a:cubicBezTo>
                                  <a:cubicBezTo>
                                    <a:pt x="13" y="370"/>
                                    <a:pt x="13" y="371"/>
                                    <a:pt x="13" y="371"/>
                                  </a:cubicBezTo>
                                  <a:cubicBezTo>
                                    <a:pt x="13" y="372"/>
                                    <a:pt x="12" y="373"/>
                                    <a:pt x="11" y="373"/>
                                  </a:cubicBezTo>
                                  <a:cubicBezTo>
                                    <a:pt x="11" y="374"/>
                                    <a:pt x="10" y="374"/>
                                    <a:pt x="9" y="375"/>
                                  </a:cubicBezTo>
                                  <a:cubicBezTo>
                                    <a:pt x="9" y="375"/>
                                    <a:pt x="8" y="375"/>
                                    <a:pt x="8" y="376"/>
                                  </a:cubicBezTo>
                                  <a:cubicBezTo>
                                    <a:pt x="8" y="376"/>
                                    <a:pt x="10" y="376"/>
                                    <a:pt x="10" y="377"/>
                                  </a:cubicBezTo>
                                  <a:cubicBezTo>
                                    <a:pt x="11" y="378"/>
                                    <a:pt x="9" y="380"/>
                                    <a:pt x="9" y="381"/>
                                  </a:cubicBezTo>
                                  <a:cubicBezTo>
                                    <a:pt x="8" y="383"/>
                                    <a:pt x="8" y="384"/>
                                    <a:pt x="9" y="385"/>
                                  </a:cubicBezTo>
                                  <a:cubicBezTo>
                                    <a:pt x="9" y="387"/>
                                    <a:pt x="9" y="388"/>
                                    <a:pt x="10" y="389"/>
                                  </a:cubicBezTo>
                                  <a:cubicBezTo>
                                    <a:pt x="11" y="389"/>
                                    <a:pt x="12" y="390"/>
                                    <a:pt x="13" y="390"/>
                                  </a:cubicBezTo>
                                  <a:cubicBezTo>
                                    <a:pt x="15" y="391"/>
                                    <a:pt x="15" y="393"/>
                                    <a:pt x="16" y="394"/>
                                  </a:cubicBezTo>
                                  <a:cubicBezTo>
                                    <a:pt x="16" y="395"/>
                                    <a:pt x="16" y="395"/>
                                    <a:pt x="17" y="396"/>
                                  </a:cubicBezTo>
                                  <a:cubicBezTo>
                                    <a:pt x="17" y="396"/>
                                    <a:pt x="18" y="397"/>
                                    <a:pt x="18" y="397"/>
                                  </a:cubicBezTo>
                                  <a:cubicBezTo>
                                    <a:pt x="18" y="398"/>
                                    <a:pt x="18" y="401"/>
                                    <a:pt x="18" y="401"/>
                                  </a:cubicBezTo>
                                  <a:cubicBezTo>
                                    <a:pt x="17" y="402"/>
                                    <a:pt x="17" y="402"/>
                                    <a:pt x="17" y="403"/>
                                  </a:cubicBezTo>
                                  <a:cubicBezTo>
                                    <a:pt x="16" y="403"/>
                                    <a:pt x="16" y="404"/>
                                    <a:pt x="16" y="404"/>
                                  </a:cubicBezTo>
                                  <a:cubicBezTo>
                                    <a:pt x="14" y="406"/>
                                    <a:pt x="11" y="410"/>
                                    <a:pt x="12" y="412"/>
                                  </a:cubicBezTo>
                                  <a:cubicBezTo>
                                    <a:pt x="13" y="413"/>
                                    <a:pt x="13" y="414"/>
                                    <a:pt x="13" y="414"/>
                                  </a:cubicBezTo>
                                  <a:cubicBezTo>
                                    <a:pt x="14" y="415"/>
                                    <a:pt x="14" y="416"/>
                                    <a:pt x="14" y="416"/>
                                  </a:cubicBezTo>
                                  <a:cubicBezTo>
                                    <a:pt x="15" y="418"/>
                                    <a:pt x="15" y="418"/>
                                    <a:pt x="15" y="420"/>
                                  </a:cubicBezTo>
                                  <a:cubicBezTo>
                                    <a:pt x="15" y="421"/>
                                    <a:pt x="16" y="422"/>
                                    <a:pt x="17" y="423"/>
                                  </a:cubicBezTo>
                                  <a:cubicBezTo>
                                    <a:pt x="18" y="424"/>
                                    <a:pt x="18" y="426"/>
                                    <a:pt x="18" y="427"/>
                                  </a:cubicBezTo>
                                  <a:cubicBezTo>
                                    <a:pt x="19" y="428"/>
                                    <a:pt x="19" y="429"/>
                                    <a:pt x="19" y="431"/>
                                  </a:cubicBezTo>
                                  <a:cubicBezTo>
                                    <a:pt x="19" y="431"/>
                                    <a:pt x="19" y="432"/>
                                    <a:pt x="19" y="432"/>
                                  </a:cubicBezTo>
                                  <a:cubicBezTo>
                                    <a:pt x="19" y="432"/>
                                    <a:pt x="18" y="432"/>
                                    <a:pt x="18" y="432"/>
                                  </a:cubicBezTo>
                                  <a:cubicBezTo>
                                    <a:pt x="17" y="432"/>
                                    <a:pt x="16" y="432"/>
                                    <a:pt x="17" y="433"/>
                                  </a:cubicBezTo>
                                  <a:cubicBezTo>
                                    <a:pt x="17" y="433"/>
                                    <a:pt x="17" y="433"/>
                                    <a:pt x="17" y="434"/>
                                  </a:cubicBezTo>
                                  <a:cubicBezTo>
                                    <a:pt x="17" y="435"/>
                                    <a:pt x="17" y="435"/>
                                    <a:pt x="17" y="436"/>
                                  </a:cubicBezTo>
                                  <a:cubicBezTo>
                                    <a:pt x="17" y="437"/>
                                    <a:pt x="16" y="437"/>
                                    <a:pt x="16" y="438"/>
                                  </a:cubicBezTo>
                                  <a:cubicBezTo>
                                    <a:pt x="16" y="438"/>
                                    <a:pt x="16" y="439"/>
                                    <a:pt x="16" y="439"/>
                                  </a:cubicBezTo>
                                  <a:cubicBezTo>
                                    <a:pt x="16" y="439"/>
                                    <a:pt x="16" y="439"/>
                                    <a:pt x="17" y="439"/>
                                  </a:cubicBezTo>
                                  <a:cubicBezTo>
                                    <a:pt x="17" y="439"/>
                                    <a:pt x="17" y="439"/>
                                    <a:pt x="17" y="440"/>
                                  </a:cubicBezTo>
                                  <a:cubicBezTo>
                                    <a:pt x="17" y="440"/>
                                    <a:pt x="17" y="441"/>
                                    <a:pt x="17" y="441"/>
                                  </a:cubicBezTo>
                                  <a:cubicBezTo>
                                    <a:pt x="17" y="442"/>
                                    <a:pt x="16" y="441"/>
                                    <a:pt x="16" y="442"/>
                                  </a:cubicBezTo>
                                  <a:cubicBezTo>
                                    <a:pt x="15" y="443"/>
                                    <a:pt x="16" y="444"/>
                                    <a:pt x="16" y="445"/>
                                  </a:cubicBezTo>
                                  <a:cubicBezTo>
                                    <a:pt x="17" y="446"/>
                                    <a:pt x="17" y="446"/>
                                    <a:pt x="18" y="446"/>
                                  </a:cubicBezTo>
                                  <a:cubicBezTo>
                                    <a:pt x="18" y="446"/>
                                    <a:pt x="19" y="446"/>
                                    <a:pt x="19" y="446"/>
                                  </a:cubicBezTo>
                                  <a:cubicBezTo>
                                    <a:pt x="19" y="447"/>
                                    <a:pt x="19" y="447"/>
                                    <a:pt x="19" y="447"/>
                                  </a:cubicBezTo>
                                  <a:cubicBezTo>
                                    <a:pt x="19" y="448"/>
                                    <a:pt x="20" y="448"/>
                                    <a:pt x="20" y="448"/>
                                  </a:cubicBezTo>
                                  <a:cubicBezTo>
                                    <a:pt x="20" y="448"/>
                                    <a:pt x="19" y="449"/>
                                    <a:pt x="19" y="449"/>
                                  </a:cubicBezTo>
                                  <a:cubicBezTo>
                                    <a:pt x="18" y="450"/>
                                    <a:pt x="18" y="450"/>
                                    <a:pt x="18" y="451"/>
                                  </a:cubicBezTo>
                                  <a:cubicBezTo>
                                    <a:pt x="19" y="451"/>
                                    <a:pt x="19" y="451"/>
                                    <a:pt x="19" y="452"/>
                                  </a:cubicBezTo>
                                  <a:cubicBezTo>
                                    <a:pt x="19" y="452"/>
                                    <a:pt x="19" y="452"/>
                                    <a:pt x="19" y="453"/>
                                  </a:cubicBezTo>
                                  <a:cubicBezTo>
                                    <a:pt x="19" y="453"/>
                                    <a:pt x="20" y="453"/>
                                    <a:pt x="21" y="454"/>
                                  </a:cubicBezTo>
                                  <a:cubicBezTo>
                                    <a:pt x="21" y="454"/>
                                    <a:pt x="21" y="454"/>
                                    <a:pt x="21" y="455"/>
                                  </a:cubicBezTo>
                                  <a:cubicBezTo>
                                    <a:pt x="21" y="455"/>
                                    <a:pt x="22" y="455"/>
                                    <a:pt x="22" y="455"/>
                                  </a:cubicBezTo>
                                  <a:cubicBezTo>
                                    <a:pt x="22" y="455"/>
                                    <a:pt x="22" y="455"/>
                                    <a:pt x="22" y="456"/>
                                  </a:cubicBezTo>
                                  <a:cubicBezTo>
                                    <a:pt x="22" y="456"/>
                                    <a:pt x="22" y="456"/>
                                    <a:pt x="22" y="457"/>
                                  </a:cubicBezTo>
                                  <a:cubicBezTo>
                                    <a:pt x="23" y="458"/>
                                    <a:pt x="21" y="459"/>
                                    <a:pt x="20" y="461"/>
                                  </a:cubicBezTo>
                                  <a:cubicBezTo>
                                    <a:pt x="20" y="462"/>
                                    <a:pt x="20" y="461"/>
                                    <a:pt x="19" y="462"/>
                                  </a:cubicBezTo>
                                  <a:cubicBezTo>
                                    <a:pt x="18" y="462"/>
                                    <a:pt x="18" y="463"/>
                                    <a:pt x="19" y="463"/>
                                  </a:cubicBezTo>
                                  <a:cubicBezTo>
                                    <a:pt x="19" y="464"/>
                                    <a:pt x="20" y="464"/>
                                    <a:pt x="21" y="465"/>
                                  </a:cubicBezTo>
                                  <a:cubicBezTo>
                                    <a:pt x="21" y="466"/>
                                    <a:pt x="21" y="466"/>
                                    <a:pt x="22" y="467"/>
                                  </a:cubicBezTo>
                                  <a:cubicBezTo>
                                    <a:pt x="23" y="467"/>
                                    <a:pt x="24" y="467"/>
                                    <a:pt x="24" y="468"/>
                                  </a:cubicBezTo>
                                  <a:cubicBezTo>
                                    <a:pt x="25" y="468"/>
                                    <a:pt x="25" y="469"/>
                                    <a:pt x="25" y="469"/>
                                  </a:cubicBezTo>
                                  <a:cubicBezTo>
                                    <a:pt x="26" y="470"/>
                                    <a:pt x="27" y="470"/>
                                    <a:pt x="27" y="471"/>
                                  </a:cubicBezTo>
                                  <a:cubicBezTo>
                                    <a:pt x="27" y="472"/>
                                    <a:pt x="27" y="472"/>
                                    <a:pt x="28" y="473"/>
                                  </a:cubicBezTo>
                                  <a:cubicBezTo>
                                    <a:pt x="28" y="474"/>
                                    <a:pt x="29" y="475"/>
                                    <a:pt x="29" y="475"/>
                                  </a:cubicBezTo>
                                  <a:cubicBezTo>
                                    <a:pt x="29" y="476"/>
                                    <a:pt x="28" y="476"/>
                                    <a:pt x="28" y="476"/>
                                  </a:cubicBezTo>
                                  <a:cubicBezTo>
                                    <a:pt x="28" y="477"/>
                                    <a:pt x="28" y="477"/>
                                    <a:pt x="28" y="478"/>
                                  </a:cubicBezTo>
                                  <a:cubicBezTo>
                                    <a:pt x="28" y="479"/>
                                    <a:pt x="27" y="480"/>
                                    <a:pt x="27" y="480"/>
                                  </a:cubicBezTo>
                                  <a:cubicBezTo>
                                    <a:pt x="27" y="481"/>
                                    <a:pt x="26" y="482"/>
                                    <a:pt x="25" y="482"/>
                                  </a:cubicBezTo>
                                  <a:cubicBezTo>
                                    <a:pt x="25" y="483"/>
                                    <a:pt x="25" y="484"/>
                                    <a:pt x="24" y="484"/>
                                  </a:cubicBezTo>
                                  <a:cubicBezTo>
                                    <a:pt x="23" y="485"/>
                                    <a:pt x="23" y="485"/>
                                    <a:pt x="23" y="486"/>
                                  </a:cubicBezTo>
                                  <a:cubicBezTo>
                                    <a:pt x="22" y="487"/>
                                    <a:pt x="20" y="489"/>
                                    <a:pt x="19" y="490"/>
                                  </a:cubicBezTo>
                                  <a:cubicBezTo>
                                    <a:pt x="18" y="492"/>
                                    <a:pt x="17" y="493"/>
                                    <a:pt x="16" y="495"/>
                                  </a:cubicBezTo>
                                  <a:cubicBezTo>
                                    <a:pt x="16" y="495"/>
                                    <a:pt x="15" y="496"/>
                                    <a:pt x="15" y="496"/>
                                  </a:cubicBezTo>
                                  <a:cubicBezTo>
                                    <a:pt x="15" y="497"/>
                                    <a:pt x="15" y="497"/>
                                    <a:pt x="14" y="497"/>
                                  </a:cubicBezTo>
                                  <a:cubicBezTo>
                                    <a:pt x="14" y="497"/>
                                    <a:pt x="14" y="498"/>
                                    <a:pt x="14" y="498"/>
                                  </a:cubicBezTo>
                                  <a:cubicBezTo>
                                    <a:pt x="13" y="499"/>
                                    <a:pt x="11" y="500"/>
                                    <a:pt x="10" y="501"/>
                                  </a:cubicBezTo>
                                  <a:cubicBezTo>
                                    <a:pt x="10" y="502"/>
                                    <a:pt x="9" y="503"/>
                                    <a:pt x="9" y="503"/>
                                  </a:cubicBezTo>
                                  <a:cubicBezTo>
                                    <a:pt x="8" y="503"/>
                                    <a:pt x="8" y="504"/>
                                    <a:pt x="7" y="504"/>
                                  </a:cubicBezTo>
                                  <a:cubicBezTo>
                                    <a:pt x="7" y="505"/>
                                    <a:pt x="6" y="506"/>
                                    <a:pt x="5" y="507"/>
                                  </a:cubicBezTo>
                                  <a:cubicBezTo>
                                    <a:pt x="5" y="507"/>
                                    <a:pt x="4" y="508"/>
                                    <a:pt x="4" y="509"/>
                                  </a:cubicBezTo>
                                  <a:cubicBezTo>
                                    <a:pt x="5" y="509"/>
                                    <a:pt x="6" y="508"/>
                                    <a:pt x="7" y="508"/>
                                  </a:cubicBezTo>
                                  <a:cubicBezTo>
                                    <a:pt x="7" y="507"/>
                                    <a:pt x="8" y="507"/>
                                    <a:pt x="8" y="507"/>
                                  </a:cubicBezTo>
                                  <a:cubicBezTo>
                                    <a:pt x="9" y="506"/>
                                    <a:pt x="9" y="506"/>
                                    <a:pt x="10" y="506"/>
                                  </a:cubicBezTo>
                                  <a:cubicBezTo>
                                    <a:pt x="10" y="507"/>
                                    <a:pt x="9" y="507"/>
                                    <a:pt x="9" y="508"/>
                                  </a:cubicBezTo>
                                  <a:cubicBezTo>
                                    <a:pt x="9" y="508"/>
                                    <a:pt x="10" y="509"/>
                                    <a:pt x="10" y="509"/>
                                  </a:cubicBezTo>
                                  <a:cubicBezTo>
                                    <a:pt x="9" y="510"/>
                                    <a:pt x="8" y="508"/>
                                    <a:pt x="8" y="508"/>
                                  </a:cubicBezTo>
                                  <a:cubicBezTo>
                                    <a:pt x="7" y="508"/>
                                    <a:pt x="10" y="512"/>
                                    <a:pt x="10" y="511"/>
                                  </a:cubicBezTo>
                                  <a:cubicBezTo>
                                    <a:pt x="11" y="511"/>
                                    <a:pt x="11" y="513"/>
                                    <a:pt x="12" y="513"/>
                                  </a:cubicBezTo>
                                  <a:cubicBezTo>
                                    <a:pt x="12" y="514"/>
                                    <a:pt x="13" y="514"/>
                                    <a:pt x="14" y="514"/>
                                  </a:cubicBezTo>
                                  <a:cubicBezTo>
                                    <a:pt x="15" y="514"/>
                                    <a:pt x="16" y="513"/>
                                    <a:pt x="17" y="513"/>
                                  </a:cubicBezTo>
                                  <a:cubicBezTo>
                                    <a:pt x="18" y="514"/>
                                    <a:pt x="17" y="514"/>
                                    <a:pt x="18" y="515"/>
                                  </a:cubicBezTo>
                                  <a:cubicBezTo>
                                    <a:pt x="18" y="516"/>
                                    <a:pt x="19" y="515"/>
                                    <a:pt x="20" y="516"/>
                                  </a:cubicBezTo>
                                  <a:cubicBezTo>
                                    <a:pt x="20" y="516"/>
                                    <a:pt x="20" y="518"/>
                                    <a:pt x="19" y="518"/>
                                  </a:cubicBezTo>
                                  <a:cubicBezTo>
                                    <a:pt x="19" y="518"/>
                                    <a:pt x="18" y="517"/>
                                    <a:pt x="17" y="517"/>
                                  </a:cubicBezTo>
                                  <a:cubicBezTo>
                                    <a:pt x="16" y="516"/>
                                    <a:pt x="15" y="516"/>
                                    <a:pt x="14" y="516"/>
                                  </a:cubicBezTo>
                                  <a:cubicBezTo>
                                    <a:pt x="13" y="516"/>
                                    <a:pt x="13" y="516"/>
                                    <a:pt x="13" y="516"/>
                                  </a:cubicBezTo>
                                  <a:cubicBezTo>
                                    <a:pt x="12" y="516"/>
                                    <a:pt x="12" y="517"/>
                                    <a:pt x="11" y="517"/>
                                  </a:cubicBezTo>
                                  <a:cubicBezTo>
                                    <a:pt x="12" y="517"/>
                                    <a:pt x="12" y="517"/>
                                    <a:pt x="12" y="518"/>
                                  </a:cubicBezTo>
                                  <a:cubicBezTo>
                                    <a:pt x="12" y="518"/>
                                    <a:pt x="11" y="518"/>
                                    <a:pt x="11" y="518"/>
                                  </a:cubicBezTo>
                                  <a:cubicBezTo>
                                    <a:pt x="11" y="519"/>
                                    <a:pt x="10" y="519"/>
                                    <a:pt x="9" y="519"/>
                                  </a:cubicBezTo>
                                  <a:cubicBezTo>
                                    <a:pt x="9" y="518"/>
                                    <a:pt x="8" y="517"/>
                                    <a:pt x="8" y="518"/>
                                  </a:cubicBezTo>
                                  <a:cubicBezTo>
                                    <a:pt x="7" y="519"/>
                                    <a:pt x="8" y="520"/>
                                    <a:pt x="8" y="520"/>
                                  </a:cubicBezTo>
                                  <a:cubicBezTo>
                                    <a:pt x="7" y="521"/>
                                    <a:pt x="6" y="520"/>
                                    <a:pt x="6" y="520"/>
                                  </a:cubicBezTo>
                                  <a:cubicBezTo>
                                    <a:pt x="6" y="519"/>
                                    <a:pt x="6" y="518"/>
                                    <a:pt x="5" y="519"/>
                                  </a:cubicBezTo>
                                  <a:cubicBezTo>
                                    <a:pt x="5" y="519"/>
                                    <a:pt x="5" y="520"/>
                                    <a:pt x="5" y="521"/>
                                  </a:cubicBezTo>
                                  <a:cubicBezTo>
                                    <a:pt x="5" y="522"/>
                                    <a:pt x="5" y="522"/>
                                    <a:pt x="5" y="523"/>
                                  </a:cubicBezTo>
                                  <a:cubicBezTo>
                                    <a:pt x="6" y="523"/>
                                    <a:pt x="6" y="524"/>
                                    <a:pt x="6" y="525"/>
                                  </a:cubicBezTo>
                                  <a:cubicBezTo>
                                    <a:pt x="6" y="525"/>
                                    <a:pt x="5" y="525"/>
                                    <a:pt x="5" y="525"/>
                                  </a:cubicBezTo>
                                  <a:cubicBezTo>
                                    <a:pt x="5" y="525"/>
                                    <a:pt x="5" y="525"/>
                                    <a:pt x="5" y="525"/>
                                  </a:cubicBezTo>
                                  <a:cubicBezTo>
                                    <a:pt x="4" y="526"/>
                                    <a:pt x="4" y="527"/>
                                    <a:pt x="3" y="528"/>
                                  </a:cubicBezTo>
                                  <a:cubicBezTo>
                                    <a:pt x="3" y="528"/>
                                    <a:pt x="3" y="529"/>
                                    <a:pt x="2" y="530"/>
                                  </a:cubicBezTo>
                                  <a:cubicBezTo>
                                    <a:pt x="2" y="531"/>
                                    <a:pt x="1" y="531"/>
                                    <a:pt x="1" y="531"/>
                                  </a:cubicBezTo>
                                  <a:cubicBezTo>
                                    <a:pt x="1" y="532"/>
                                    <a:pt x="1" y="533"/>
                                    <a:pt x="1" y="533"/>
                                  </a:cubicBezTo>
                                  <a:cubicBezTo>
                                    <a:pt x="1" y="534"/>
                                    <a:pt x="1" y="535"/>
                                    <a:pt x="2" y="536"/>
                                  </a:cubicBezTo>
                                  <a:cubicBezTo>
                                    <a:pt x="2" y="537"/>
                                    <a:pt x="2" y="537"/>
                                    <a:pt x="2" y="538"/>
                                  </a:cubicBezTo>
                                  <a:cubicBezTo>
                                    <a:pt x="1" y="539"/>
                                    <a:pt x="2" y="540"/>
                                    <a:pt x="2" y="541"/>
                                  </a:cubicBezTo>
                                  <a:cubicBezTo>
                                    <a:pt x="2" y="541"/>
                                    <a:pt x="2" y="541"/>
                                    <a:pt x="3" y="542"/>
                                  </a:cubicBezTo>
                                  <a:cubicBezTo>
                                    <a:pt x="3" y="542"/>
                                    <a:pt x="3" y="543"/>
                                    <a:pt x="3" y="543"/>
                                  </a:cubicBezTo>
                                  <a:cubicBezTo>
                                    <a:pt x="3" y="543"/>
                                    <a:pt x="4" y="543"/>
                                    <a:pt x="3" y="544"/>
                                  </a:cubicBezTo>
                                  <a:cubicBezTo>
                                    <a:pt x="3" y="544"/>
                                    <a:pt x="3" y="544"/>
                                    <a:pt x="2" y="544"/>
                                  </a:cubicBezTo>
                                  <a:cubicBezTo>
                                    <a:pt x="2" y="545"/>
                                    <a:pt x="2" y="545"/>
                                    <a:pt x="2" y="545"/>
                                  </a:cubicBezTo>
                                  <a:cubicBezTo>
                                    <a:pt x="1" y="546"/>
                                    <a:pt x="1" y="546"/>
                                    <a:pt x="1" y="547"/>
                                  </a:cubicBezTo>
                                  <a:cubicBezTo>
                                    <a:pt x="0" y="547"/>
                                    <a:pt x="0" y="548"/>
                                    <a:pt x="0" y="548"/>
                                  </a:cubicBezTo>
                                  <a:cubicBezTo>
                                    <a:pt x="0" y="548"/>
                                    <a:pt x="1" y="548"/>
                                    <a:pt x="2" y="548"/>
                                  </a:cubicBezTo>
                                  <a:cubicBezTo>
                                    <a:pt x="2" y="549"/>
                                    <a:pt x="2" y="549"/>
                                    <a:pt x="2" y="549"/>
                                  </a:cubicBezTo>
                                  <a:cubicBezTo>
                                    <a:pt x="2" y="550"/>
                                    <a:pt x="4" y="550"/>
                                    <a:pt x="4" y="551"/>
                                  </a:cubicBezTo>
                                  <a:cubicBezTo>
                                    <a:pt x="4" y="552"/>
                                    <a:pt x="4" y="552"/>
                                    <a:pt x="4" y="553"/>
                                  </a:cubicBezTo>
                                  <a:cubicBezTo>
                                    <a:pt x="3" y="553"/>
                                    <a:pt x="3" y="553"/>
                                    <a:pt x="3" y="554"/>
                                  </a:cubicBezTo>
                                  <a:cubicBezTo>
                                    <a:pt x="3" y="554"/>
                                    <a:pt x="3" y="554"/>
                                    <a:pt x="3" y="555"/>
                                  </a:cubicBezTo>
                                  <a:cubicBezTo>
                                    <a:pt x="3" y="556"/>
                                    <a:pt x="3" y="556"/>
                                    <a:pt x="2" y="557"/>
                                  </a:cubicBezTo>
                                  <a:cubicBezTo>
                                    <a:pt x="3" y="557"/>
                                    <a:pt x="3" y="556"/>
                                    <a:pt x="4" y="556"/>
                                  </a:cubicBezTo>
                                  <a:cubicBezTo>
                                    <a:pt x="4" y="557"/>
                                    <a:pt x="4" y="557"/>
                                    <a:pt x="4" y="557"/>
                                  </a:cubicBezTo>
                                  <a:cubicBezTo>
                                    <a:pt x="4" y="558"/>
                                    <a:pt x="4" y="558"/>
                                    <a:pt x="5" y="558"/>
                                  </a:cubicBezTo>
                                  <a:cubicBezTo>
                                    <a:pt x="5" y="559"/>
                                    <a:pt x="5" y="559"/>
                                    <a:pt x="5" y="560"/>
                                  </a:cubicBezTo>
                                  <a:cubicBezTo>
                                    <a:pt x="5" y="560"/>
                                    <a:pt x="5" y="560"/>
                                    <a:pt x="5" y="560"/>
                                  </a:cubicBezTo>
                                  <a:cubicBezTo>
                                    <a:pt x="6" y="561"/>
                                    <a:pt x="6" y="562"/>
                                    <a:pt x="6" y="563"/>
                                  </a:cubicBezTo>
                                  <a:cubicBezTo>
                                    <a:pt x="6" y="564"/>
                                    <a:pt x="6" y="565"/>
                                    <a:pt x="6" y="565"/>
                                  </a:cubicBezTo>
                                  <a:cubicBezTo>
                                    <a:pt x="6" y="566"/>
                                    <a:pt x="6" y="567"/>
                                    <a:pt x="7" y="566"/>
                                  </a:cubicBezTo>
                                  <a:cubicBezTo>
                                    <a:pt x="8" y="566"/>
                                    <a:pt x="8" y="565"/>
                                    <a:pt x="9" y="566"/>
                                  </a:cubicBezTo>
                                  <a:cubicBezTo>
                                    <a:pt x="9" y="567"/>
                                    <a:pt x="9" y="568"/>
                                    <a:pt x="10" y="568"/>
                                  </a:cubicBezTo>
                                  <a:cubicBezTo>
                                    <a:pt x="11" y="567"/>
                                    <a:pt x="11" y="566"/>
                                    <a:pt x="13" y="567"/>
                                  </a:cubicBezTo>
                                  <a:cubicBezTo>
                                    <a:pt x="13" y="567"/>
                                    <a:pt x="14" y="567"/>
                                    <a:pt x="15" y="567"/>
                                  </a:cubicBezTo>
                                  <a:cubicBezTo>
                                    <a:pt x="15" y="568"/>
                                    <a:pt x="14" y="568"/>
                                    <a:pt x="14" y="569"/>
                                  </a:cubicBezTo>
                                  <a:cubicBezTo>
                                    <a:pt x="14" y="569"/>
                                    <a:pt x="14" y="570"/>
                                    <a:pt x="14" y="571"/>
                                  </a:cubicBezTo>
                                  <a:cubicBezTo>
                                    <a:pt x="15" y="570"/>
                                    <a:pt x="15" y="569"/>
                                    <a:pt x="17" y="570"/>
                                  </a:cubicBezTo>
                                  <a:cubicBezTo>
                                    <a:pt x="17" y="568"/>
                                    <a:pt x="20" y="569"/>
                                    <a:pt x="21" y="569"/>
                                  </a:cubicBezTo>
                                  <a:cubicBezTo>
                                    <a:pt x="22" y="569"/>
                                    <a:pt x="22" y="570"/>
                                    <a:pt x="22" y="571"/>
                                  </a:cubicBezTo>
                                  <a:cubicBezTo>
                                    <a:pt x="22" y="571"/>
                                    <a:pt x="22" y="571"/>
                                    <a:pt x="22" y="571"/>
                                  </a:cubicBezTo>
                                  <a:cubicBezTo>
                                    <a:pt x="23" y="571"/>
                                    <a:pt x="23" y="571"/>
                                    <a:pt x="23" y="571"/>
                                  </a:cubicBezTo>
                                  <a:cubicBezTo>
                                    <a:pt x="23" y="571"/>
                                    <a:pt x="23" y="572"/>
                                    <a:pt x="24" y="572"/>
                                  </a:cubicBezTo>
                                  <a:cubicBezTo>
                                    <a:pt x="24" y="572"/>
                                    <a:pt x="25" y="572"/>
                                    <a:pt x="25" y="573"/>
                                  </a:cubicBezTo>
                                  <a:cubicBezTo>
                                    <a:pt x="24" y="573"/>
                                    <a:pt x="24" y="573"/>
                                    <a:pt x="24" y="573"/>
                                  </a:cubicBezTo>
                                  <a:cubicBezTo>
                                    <a:pt x="24" y="574"/>
                                    <a:pt x="25" y="574"/>
                                    <a:pt x="25" y="574"/>
                                  </a:cubicBezTo>
                                  <a:cubicBezTo>
                                    <a:pt x="24" y="575"/>
                                    <a:pt x="24" y="575"/>
                                    <a:pt x="24" y="575"/>
                                  </a:cubicBezTo>
                                  <a:cubicBezTo>
                                    <a:pt x="24" y="576"/>
                                    <a:pt x="24" y="576"/>
                                    <a:pt x="24" y="576"/>
                                  </a:cubicBezTo>
                                  <a:cubicBezTo>
                                    <a:pt x="25" y="576"/>
                                    <a:pt x="25" y="577"/>
                                    <a:pt x="25" y="577"/>
                                  </a:cubicBezTo>
                                  <a:cubicBezTo>
                                    <a:pt x="25" y="578"/>
                                    <a:pt x="25" y="578"/>
                                    <a:pt x="25" y="578"/>
                                  </a:cubicBezTo>
                                  <a:cubicBezTo>
                                    <a:pt x="25" y="579"/>
                                    <a:pt x="25" y="579"/>
                                    <a:pt x="25" y="579"/>
                                  </a:cubicBezTo>
                                  <a:cubicBezTo>
                                    <a:pt x="24" y="579"/>
                                    <a:pt x="24" y="579"/>
                                    <a:pt x="24" y="580"/>
                                  </a:cubicBezTo>
                                  <a:cubicBezTo>
                                    <a:pt x="24" y="579"/>
                                    <a:pt x="23" y="581"/>
                                    <a:pt x="24" y="581"/>
                                  </a:cubicBezTo>
                                  <a:cubicBezTo>
                                    <a:pt x="24" y="582"/>
                                    <a:pt x="25" y="582"/>
                                    <a:pt x="25" y="582"/>
                                  </a:cubicBezTo>
                                  <a:cubicBezTo>
                                    <a:pt x="25" y="582"/>
                                    <a:pt x="25" y="583"/>
                                    <a:pt x="25" y="583"/>
                                  </a:cubicBezTo>
                                  <a:cubicBezTo>
                                    <a:pt x="26" y="583"/>
                                    <a:pt x="26" y="583"/>
                                    <a:pt x="26" y="584"/>
                                  </a:cubicBezTo>
                                  <a:cubicBezTo>
                                    <a:pt x="26" y="584"/>
                                    <a:pt x="26" y="585"/>
                                    <a:pt x="26" y="585"/>
                                  </a:cubicBezTo>
                                  <a:cubicBezTo>
                                    <a:pt x="26" y="585"/>
                                    <a:pt x="26" y="585"/>
                                    <a:pt x="27" y="585"/>
                                  </a:cubicBezTo>
                                  <a:cubicBezTo>
                                    <a:pt x="27" y="585"/>
                                    <a:pt x="27" y="586"/>
                                    <a:pt x="27" y="586"/>
                                  </a:cubicBezTo>
                                  <a:cubicBezTo>
                                    <a:pt x="27" y="586"/>
                                    <a:pt x="27" y="587"/>
                                    <a:pt x="27" y="587"/>
                                  </a:cubicBezTo>
                                  <a:cubicBezTo>
                                    <a:pt x="28" y="588"/>
                                    <a:pt x="29" y="589"/>
                                    <a:pt x="30" y="589"/>
                                  </a:cubicBezTo>
                                  <a:cubicBezTo>
                                    <a:pt x="31" y="590"/>
                                    <a:pt x="31" y="590"/>
                                    <a:pt x="31" y="591"/>
                                  </a:cubicBezTo>
                                  <a:cubicBezTo>
                                    <a:pt x="30" y="592"/>
                                    <a:pt x="31" y="593"/>
                                    <a:pt x="32" y="593"/>
                                  </a:cubicBezTo>
                                  <a:cubicBezTo>
                                    <a:pt x="33" y="593"/>
                                    <a:pt x="33" y="593"/>
                                    <a:pt x="34" y="593"/>
                                  </a:cubicBezTo>
                                  <a:cubicBezTo>
                                    <a:pt x="34" y="594"/>
                                    <a:pt x="35" y="594"/>
                                    <a:pt x="35" y="595"/>
                                  </a:cubicBezTo>
                                  <a:cubicBezTo>
                                    <a:pt x="35" y="595"/>
                                    <a:pt x="34" y="595"/>
                                    <a:pt x="34" y="595"/>
                                  </a:cubicBezTo>
                                  <a:cubicBezTo>
                                    <a:pt x="35" y="595"/>
                                    <a:pt x="35" y="595"/>
                                    <a:pt x="35" y="596"/>
                                  </a:cubicBezTo>
                                  <a:cubicBezTo>
                                    <a:pt x="35" y="596"/>
                                    <a:pt x="36" y="596"/>
                                    <a:pt x="36" y="596"/>
                                  </a:cubicBezTo>
                                  <a:cubicBezTo>
                                    <a:pt x="36" y="597"/>
                                    <a:pt x="37" y="597"/>
                                    <a:pt x="36" y="598"/>
                                  </a:cubicBezTo>
                                  <a:cubicBezTo>
                                    <a:pt x="36" y="598"/>
                                    <a:pt x="36" y="598"/>
                                    <a:pt x="36" y="598"/>
                                  </a:cubicBezTo>
                                  <a:cubicBezTo>
                                    <a:pt x="35" y="598"/>
                                    <a:pt x="35" y="598"/>
                                    <a:pt x="35" y="599"/>
                                  </a:cubicBezTo>
                                  <a:cubicBezTo>
                                    <a:pt x="35" y="599"/>
                                    <a:pt x="35" y="600"/>
                                    <a:pt x="34" y="600"/>
                                  </a:cubicBezTo>
                                  <a:cubicBezTo>
                                    <a:pt x="34" y="600"/>
                                    <a:pt x="33" y="601"/>
                                    <a:pt x="33" y="601"/>
                                  </a:cubicBezTo>
                                  <a:cubicBezTo>
                                    <a:pt x="33" y="601"/>
                                    <a:pt x="32" y="601"/>
                                    <a:pt x="31" y="601"/>
                                  </a:cubicBezTo>
                                  <a:cubicBezTo>
                                    <a:pt x="31" y="600"/>
                                    <a:pt x="30" y="600"/>
                                    <a:pt x="30" y="599"/>
                                  </a:cubicBezTo>
                                  <a:cubicBezTo>
                                    <a:pt x="29" y="599"/>
                                    <a:pt x="28" y="599"/>
                                    <a:pt x="28" y="600"/>
                                  </a:cubicBezTo>
                                  <a:cubicBezTo>
                                    <a:pt x="27" y="601"/>
                                    <a:pt x="27" y="601"/>
                                    <a:pt x="27" y="602"/>
                                  </a:cubicBezTo>
                                  <a:cubicBezTo>
                                    <a:pt x="27" y="603"/>
                                    <a:pt x="28" y="603"/>
                                    <a:pt x="28" y="603"/>
                                  </a:cubicBezTo>
                                  <a:cubicBezTo>
                                    <a:pt x="28" y="604"/>
                                    <a:pt x="29" y="604"/>
                                    <a:pt x="29" y="604"/>
                                  </a:cubicBezTo>
                                  <a:cubicBezTo>
                                    <a:pt x="29" y="605"/>
                                    <a:pt x="28" y="605"/>
                                    <a:pt x="28" y="605"/>
                                  </a:cubicBezTo>
                                  <a:cubicBezTo>
                                    <a:pt x="28" y="606"/>
                                    <a:pt x="29" y="606"/>
                                    <a:pt x="29" y="606"/>
                                  </a:cubicBezTo>
                                  <a:cubicBezTo>
                                    <a:pt x="29" y="607"/>
                                    <a:pt x="29" y="608"/>
                                    <a:pt x="29" y="609"/>
                                  </a:cubicBezTo>
                                  <a:cubicBezTo>
                                    <a:pt x="29" y="610"/>
                                    <a:pt x="30" y="611"/>
                                    <a:pt x="30" y="611"/>
                                  </a:cubicBezTo>
                                  <a:cubicBezTo>
                                    <a:pt x="30" y="611"/>
                                    <a:pt x="30" y="611"/>
                                    <a:pt x="30" y="612"/>
                                  </a:cubicBezTo>
                                  <a:cubicBezTo>
                                    <a:pt x="30" y="612"/>
                                    <a:pt x="30" y="612"/>
                                    <a:pt x="30" y="612"/>
                                  </a:cubicBezTo>
                                  <a:cubicBezTo>
                                    <a:pt x="31" y="612"/>
                                    <a:pt x="31" y="612"/>
                                    <a:pt x="32" y="612"/>
                                  </a:cubicBezTo>
                                  <a:cubicBezTo>
                                    <a:pt x="33" y="612"/>
                                    <a:pt x="34" y="612"/>
                                    <a:pt x="34" y="611"/>
                                  </a:cubicBezTo>
                                  <a:cubicBezTo>
                                    <a:pt x="34" y="610"/>
                                    <a:pt x="34" y="609"/>
                                    <a:pt x="36" y="609"/>
                                  </a:cubicBezTo>
                                  <a:cubicBezTo>
                                    <a:pt x="36" y="610"/>
                                    <a:pt x="37" y="610"/>
                                    <a:pt x="37" y="610"/>
                                  </a:cubicBezTo>
                                  <a:cubicBezTo>
                                    <a:pt x="38" y="610"/>
                                    <a:pt x="39" y="610"/>
                                    <a:pt x="39" y="609"/>
                                  </a:cubicBezTo>
                                  <a:cubicBezTo>
                                    <a:pt x="40" y="609"/>
                                    <a:pt x="42" y="608"/>
                                    <a:pt x="42" y="609"/>
                                  </a:cubicBezTo>
                                  <a:cubicBezTo>
                                    <a:pt x="43" y="609"/>
                                    <a:pt x="43" y="609"/>
                                    <a:pt x="43" y="609"/>
                                  </a:cubicBezTo>
                                  <a:cubicBezTo>
                                    <a:pt x="44" y="609"/>
                                    <a:pt x="45" y="610"/>
                                    <a:pt x="45" y="610"/>
                                  </a:cubicBezTo>
                                  <a:cubicBezTo>
                                    <a:pt x="45" y="611"/>
                                    <a:pt x="46" y="612"/>
                                    <a:pt x="46" y="613"/>
                                  </a:cubicBezTo>
                                  <a:cubicBezTo>
                                    <a:pt x="46" y="613"/>
                                    <a:pt x="46" y="613"/>
                                    <a:pt x="46" y="614"/>
                                  </a:cubicBezTo>
                                  <a:cubicBezTo>
                                    <a:pt x="47" y="614"/>
                                    <a:pt x="47" y="614"/>
                                    <a:pt x="47" y="614"/>
                                  </a:cubicBezTo>
                                  <a:cubicBezTo>
                                    <a:pt x="48" y="614"/>
                                    <a:pt x="48" y="615"/>
                                    <a:pt x="48" y="615"/>
                                  </a:cubicBezTo>
                                  <a:cubicBezTo>
                                    <a:pt x="48" y="616"/>
                                    <a:pt x="47" y="616"/>
                                    <a:pt x="47" y="616"/>
                                  </a:cubicBezTo>
                                  <a:cubicBezTo>
                                    <a:pt x="46" y="616"/>
                                    <a:pt x="45" y="616"/>
                                    <a:pt x="46" y="617"/>
                                  </a:cubicBezTo>
                                  <a:cubicBezTo>
                                    <a:pt x="46" y="617"/>
                                    <a:pt x="47" y="617"/>
                                    <a:pt x="47" y="618"/>
                                  </a:cubicBezTo>
                                  <a:cubicBezTo>
                                    <a:pt x="47" y="618"/>
                                    <a:pt x="47" y="619"/>
                                    <a:pt x="47" y="619"/>
                                  </a:cubicBezTo>
                                  <a:cubicBezTo>
                                    <a:pt x="47" y="620"/>
                                    <a:pt x="47" y="619"/>
                                    <a:pt x="47" y="620"/>
                                  </a:cubicBezTo>
                                  <a:cubicBezTo>
                                    <a:pt x="47" y="620"/>
                                    <a:pt x="47" y="621"/>
                                    <a:pt x="46" y="621"/>
                                  </a:cubicBezTo>
                                  <a:cubicBezTo>
                                    <a:pt x="47" y="621"/>
                                    <a:pt x="48" y="621"/>
                                    <a:pt x="49" y="621"/>
                                  </a:cubicBezTo>
                                  <a:cubicBezTo>
                                    <a:pt x="50" y="621"/>
                                    <a:pt x="50" y="622"/>
                                    <a:pt x="50" y="622"/>
                                  </a:cubicBezTo>
                                  <a:cubicBezTo>
                                    <a:pt x="50" y="622"/>
                                    <a:pt x="51" y="621"/>
                                    <a:pt x="51" y="621"/>
                                  </a:cubicBezTo>
                                  <a:cubicBezTo>
                                    <a:pt x="52" y="621"/>
                                    <a:pt x="52" y="621"/>
                                    <a:pt x="53" y="622"/>
                                  </a:cubicBezTo>
                                  <a:cubicBezTo>
                                    <a:pt x="53" y="623"/>
                                    <a:pt x="54" y="623"/>
                                    <a:pt x="54" y="623"/>
                                  </a:cubicBezTo>
                                  <a:cubicBezTo>
                                    <a:pt x="54" y="623"/>
                                    <a:pt x="54" y="624"/>
                                    <a:pt x="54" y="624"/>
                                  </a:cubicBezTo>
                                  <a:cubicBezTo>
                                    <a:pt x="54" y="624"/>
                                    <a:pt x="54" y="624"/>
                                    <a:pt x="54" y="625"/>
                                  </a:cubicBezTo>
                                  <a:cubicBezTo>
                                    <a:pt x="55" y="625"/>
                                    <a:pt x="54" y="625"/>
                                    <a:pt x="55" y="626"/>
                                  </a:cubicBezTo>
                                  <a:cubicBezTo>
                                    <a:pt x="55" y="626"/>
                                    <a:pt x="55" y="626"/>
                                    <a:pt x="55" y="627"/>
                                  </a:cubicBezTo>
                                  <a:cubicBezTo>
                                    <a:pt x="55" y="627"/>
                                    <a:pt x="54" y="628"/>
                                    <a:pt x="55" y="629"/>
                                  </a:cubicBezTo>
                                  <a:cubicBezTo>
                                    <a:pt x="55" y="629"/>
                                    <a:pt x="55" y="629"/>
                                    <a:pt x="56" y="629"/>
                                  </a:cubicBezTo>
                                  <a:cubicBezTo>
                                    <a:pt x="56" y="630"/>
                                    <a:pt x="56" y="630"/>
                                    <a:pt x="56" y="630"/>
                                  </a:cubicBezTo>
                                  <a:cubicBezTo>
                                    <a:pt x="56" y="630"/>
                                    <a:pt x="56" y="630"/>
                                    <a:pt x="56" y="630"/>
                                  </a:cubicBezTo>
                                  <a:cubicBezTo>
                                    <a:pt x="57" y="630"/>
                                    <a:pt x="58" y="630"/>
                                    <a:pt x="58" y="630"/>
                                  </a:cubicBezTo>
                                  <a:cubicBezTo>
                                    <a:pt x="59" y="630"/>
                                    <a:pt x="60" y="630"/>
                                    <a:pt x="60" y="631"/>
                                  </a:cubicBezTo>
                                  <a:cubicBezTo>
                                    <a:pt x="61" y="631"/>
                                    <a:pt x="63" y="631"/>
                                    <a:pt x="63" y="632"/>
                                  </a:cubicBezTo>
                                  <a:cubicBezTo>
                                    <a:pt x="63" y="632"/>
                                    <a:pt x="64" y="631"/>
                                    <a:pt x="64" y="631"/>
                                  </a:cubicBezTo>
                                  <a:cubicBezTo>
                                    <a:pt x="65" y="630"/>
                                    <a:pt x="65" y="631"/>
                                    <a:pt x="66" y="631"/>
                                  </a:cubicBezTo>
                                  <a:cubicBezTo>
                                    <a:pt x="67" y="630"/>
                                    <a:pt x="68" y="629"/>
                                    <a:pt x="69" y="630"/>
                                  </a:cubicBezTo>
                                  <a:cubicBezTo>
                                    <a:pt x="70" y="631"/>
                                    <a:pt x="70" y="633"/>
                                    <a:pt x="71" y="634"/>
                                  </a:cubicBezTo>
                                  <a:cubicBezTo>
                                    <a:pt x="71" y="634"/>
                                    <a:pt x="72" y="634"/>
                                    <a:pt x="72" y="635"/>
                                  </a:cubicBezTo>
                                  <a:cubicBezTo>
                                    <a:pt x="72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4"/>
                                    <a:pt x="73" y="633"/>
                                    <a:pt x="74" y="633"/>
                                  </a:cubicBezTo>
                                  <a:cubicBezTo>
                                    <a:pt x="74" y="633"/>
                                    <a:pt x="74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5"/>
                                    <a:pt x="76" y="635"/>
                                  </a:cubicBezTo>
                                  <a:cubicBezTo>
                                    <a:pt x="77" y="635"/>
                                    <a:pt x="77" y="635"/>
                                    <a:pt x="77" y="635"/>
                                  </a:cubicBezTo>
                                  <a:cubicBezTo>
                                    <a:pt x="78" y="636"/>
                                    <a:pt x="79" y="636"/>
                                    <a:pt x="79" y="636"/>
                                  </a:cubicBezTo>
                                  <a:cubicBezTo>
                                    <a:pt x="79" y="636"/>
                                    <a:pt x="79" y="636"/>
                                    <a:pt x="80" y="636"/>
                                  </a:cubicBezTo>
                                  <a:cubicBezTo>
                                    <a:pt x="81" y="636"/>
                                    <a:pt x="81" y="636"/>
                                    <a:pt x="81" y="637"/>
                                  </a:cubicBezTo>
                                  <a:cubicBezTo>
                                    <a:pt x="81" y="637"/>
                                    <a:pt x="82" y="637"/>
                                    <a:pt x="83" y="637"/>
                                  </a:cubicBezTo>
                                  <a:cubicBezTo>
                                    <a:pt x="83" y="637"/>
                                    <a:pt x="83" y="638"/>
                                    <a:pt x="83" y="638"/>
                                  </a:cubicBezTo>
                                  <a:cubicBezTo>
                                    <a:pt x="84" y="638"/>
                                    <a:pt x="84" y="639"/>
                                    <a:pt x="84" y="639"/>
                                  </a:cubicBezTo>
                                  <a:cubicBezTo>
                                    <a:pt x="85" y="639"/>
                                    <a:pt x="85" y="638"/>
                                    <a:pt x="85" y="638"/>
                                  </a:cubicBezTo>
                                  <a:cubicBezTo>
                                    <a:pt x="86" y="638"/>
                                    <a:pt x="86" y="638"/>
                                    <a:pt x="86" y="638"/>
                                  </a:cubicBezTo>
                                  <a:cubicBezTo>
                                    <a:pt x="87" y="639"/>
                                    <a:pt x="86" y="640"/>
                                    <a:pt x="86" y="640"/>
                                  </a:cubicBezTo>
                                  <a:cubicBezTo>
                                    <a:pt x="87" y="641"/>
                                    <a:pt x="87" y="641"/>
                                    <a:pt x="87" y="642"/>
                                  </a:cubicBezTo>
                                  <a:cubicBezTo>
                                    <a:pt x="86" y="642"/>
                                    <a:pt x="85" y="643"/>
                                    <a:pt x="85" y="644"/>
                                  </a:cubicBezTo>
                                  <a:cubicBezTo>
                                    <a:pt x="84" y="644"/>
                                    <a:pt x="83" y="644"/>
                                    <a:pt x="84" y="645"/>
                                  </a:cubicBezTo>
                                  <a:cubicBezTo>
                                    <a:pt x="84" y="646"/>
                                    <a:pt x="84" y="646"/>
                                    <a:pt x="85" y="646"/>
                                  </a:cubicBezTo>
                                  <a:cubicBezTo>
                                    <a:pt x="85" y="646"/>
                                    <a:pt x="86" y="646"/>
                                    <a:pt x="86" y="646"/>
                                  </a:cubicBezTo>
                                  <a:cubicBezTo>
                                    <a:pt x="86" y="647"/>
                                    <a:pt x="84" y="647"/>
                                    <a:pt x="84" y="647"/>
                                  </a:cubicBezTo>
                                  <a:cubicBezTo>
                                    <a:pt x="83" y="648"/>
                                    <a:pt x="84" y="649"/>
                                    <a:pt x="85" y="649"/>
                                  </a:cubicBezTo>
                                  <a:cubicBezTo>
                                    <a:pt x="85" y="650"/>
                                    <a:pt x="85" y="650"/>
                                    <a:pt x="85" y="650"/>
                                  </a:cubicBezTo>
                                  <a:cubicBezTo>
                                    <a:pt x="85" y="651"/>
                                    <a:pt x="85" y="651"/>
                                    <a:pt x="85" y="652"/>
                                  </a:cubicBezTo>
                                  <a:cubicBezTo>
                                    <a:pt x="85" y="652"/>
                                    <a:pt x="86" y="652"/>
                                    <a:pt x="86" y="652"/>
                                  </a:cubicBezTo>
                                  <a:cubicBezTo>
                                    <a:pt x="86" y="653"/>
                                    <a:pt x="85" y="653"/>
                                    <a:pt x="85" y="653"/>
                                  </a:cubicBezTo>
                                  <a:cubicBezTo>
                                    <a:pt x="85" y="653"/>
                                    <a:pt x="85" y="654"/>
                                    <a:pt x="85" y="654"/>
                                  </a:cubicBezTo>
                                  <a:cubicBezTo>
                                    <a:pt x="85" y="654"/>
                                    <a:pt x="84" y="654"/>
                                    <a:pt x="84" y="655"/>
                                  </a:cubicBezTo>
                                  <a:cubicBezTo>
                                    <a:pt x="84" y="655"/>
                                    <a:pt x="84" y="655"/>
                                    <a:pt x="84" y="655"/>
                                  </a:cubicBezTo>
                                  <a:cubicBezTo>
                                    <a:pt x="84" y="656"/>
                                    <a:pt x="84" y="656"/>
                                    <a:pt x="84" y="656"/>
                                  </a:cubicBezTo>
                                  <a:cubicBezTo>
                                    <a:pt x="83" y="657"/>
                                    <a:pt x="82" y="656"/>
                                    <a:pt x="81" y="656"/>
                                  </a:cubicBezTo>
                                  <a:cubicBezTo>
                                    <a:pt x="81" y="656"/>
                                    <a:pt x="80" y="656"/>
                                    <a:pt x="79" y="656"/>
                                  </a:cubicBezTo>
                                  <a:cubicBezTo>
                                    <a:pt x="78" y="656"/>
                                    <a:pt x="78" y="656"/>
                                    <a:pt x="78" y="657"/>
                                  </a:cubicBezTo>
                                  <a:cubicBezTo>
                                    <a:pt x="77" y="658"/>
                                    <a:pt x="78" y="658"/>
                                    <a:pt x="77" y="658"/>
                                  </a:cubicBezTo>
                                  <a:cubicBezTo>
                                    <a:pt x="76" y="659"/>
                                    <a:pt x="76" y="658"/>
                                    <a:pt x="75" y="659"/>
                                  </a:cubicBezTo>
                                  <a:cubicBezTo>
                                    <a:pt x="74" y="659"/>
                                    <a:pt x="74" y="659"/>
                                    <a:pt x="74" y="660"/>
                                  </a:cubicBezTo>
                                  <a:cubicBezTo>
                                    <a:pt x="74" y="660"/>
                                    <a:pt x="74" y="661"/>
                                    <a:pt x="74" y="662"/>
                                  </a:cubicBezTo>
                                  <a:cubicBezTo>
                                    <a:pt x="74" y="662"/>
                                    <a:pt x="74" y="662"/>
                                    <a:pt x="74" y="662"/>
                                  </a:cubicBezTo>
                                  <a:cubicBezTo>
                                    <a:pt x="74" y="662"/>
                                    <a:pt x="73" y="663"/>
                                    <a:pt x="74" y="664"/>
                                  </a:cubicBezTo>
                                  <a:cubicBezTo>
                                    <a:pt x="74" y="663"/>
                                    <a:pt x="76" y="663"/>
                                    <a:pt x="77" y="663"/>
                                  </a:cubicBezTo>
                                  <a:cubicBezTo>
                                    <a:pt x="77" y="663"/>
                                    <a:pt x="77" y="663"/>
                                    <a:pt x="78" y="663"/>
                                  </a:cubicBezTo>
                                  <a:cubicBezTo>
                                    <a:pt x="78" y="663"/>
                                    <a:pt x="78" y="662"/>
                                    <a:pt x="79" y="662"/>
                                  </a:cubicBezTo>
                                  <a:cubicBezTo>
                                    <a:pt x="80" y="662"/>
                                    <a:pt x="81" y="662"/>
                                    <a:pt x="81" y="664"/>
                                  </a:cubicBezTo>
                                  <a:cubicBezTo>
                                    <a:pt x="81" y="665"/>
                                    <a:pt x="80" y="665"/>
                                    <a:pt x="79" y="665"/>
                                  </a:cubicBezTo>
                                  <a:cubicBezTo>
                                    <a:pt x="79" y="665"/>
                                    <a:pt x="78" y="665"/>
                                    <a:pt x="78" y="666"/>
                                  </a:cubicBezTo>
                                  <a:cubicBezTo>
                                    <a:pt x="77" y="666"/>
                                    <a:pt x="75" y="666"/>
                                    <a:pt x="75" y="667"/>
                                  </a:cubicBezTo>
                                  <a:cubicBezTo>
                                    <a:pt x="75" y="667"/>
                                    <a:pt x="75" y="667"/>
                                    <a:pt x="75" y="667"/>
                                  </a:cubicBezTo>
                                  <a:cubicBezTo>
                                    <a:pt x="75" y="667"/>
                                    <a:pt x="75" y="667"/>
                                    <a:pt x="76" y="667"/>
                                  </a:cubicBezTo>
                                  <a:cubicBezTo>
                                    <a:pt x="76" y="668"/>
                                    <a:pt x="76" y="668"/>
                                    <a:pt x="76" y="668"/>
                                  </a:cubicBezTo>
                                  <a:cubicBezTo>
                                    <a:pt x="75" y="669"/>
                                    <a:pt x="74" y="667"/>
                                    <a:pt x="73" y="667"/>
                                  </a:cubicBezTo>
                                  <a:cubicBezTo>
                                    <a:pt x="73" y="667"/>
                                    <a:pt x="72" y="668"/>
                                    <a:pt x="71" y="668"/>
                                  </a:cubicBezTo>
                                  <a:cubicBezTo>
                                    <a:pt x="71" y="668"/>
                                    <a:pt x="71" y="668"/>
                                    <a:pt x="71" y="668"/>
                                  </a:cubicBezTo>
                                  <a:cubicBezTo>
                                    <a:pt x="71" y="669"/>
                                    <a:pt x="71" y="669"/>
                                    <a:pt x="71" y="669"/>
                                  </a:cubicBezTo>
                                  <a:cubicBezTo>
                                    <a:pt x="71" y="670"/>
                                    <a:pt x="72" y="671"/>
                                    <a:pt x="72" y="671"/>
                                  </a:cubicBezTo>
                                  <a:cubicBezTo>
                                    <a:pt x="73" y="671"/>
                                    <a:pt x="73" y="671"/>
                                    <a:pt x="73" y="671"/>
                                  </a:cubicBezTo>
                                  <a:cubicBezTo>
                                    <a:pt x="74" y="672"/>
                                    <a:pt x="74" y="672"/>
                                    <a:pt x="74" y="672"/>
                                  </a:cubicBezTo>
                                  <a:cubicBezTo>
                                    <a:pt x="75" y="673"/>
                                    <a:pt x="75" y="673"/>
                                    <a:pt x="76" y="673"/>
                                  </a:cubicBezTo>
                                  <a:cubicBezTo>
                                    <a:pt x="76" y="674"/>
                                    <a:pt x="74" y="674"/>
                                    <a:pt x="74" y="673"/>
                                  </a:cubicBezTo>
                                  <a:cubicBezTo>
                                    <a:pt x="73" y="673"/>
                                    <a:pt x="73" y="674"/>
                                    <a:pt x="73" y="674"/>
                                  </a:cubicBezTo>
                                  <a:cubicBezTo>
                                    <a:pt x="73" y="675"/>
                                    <a:pt x="73" y="675"/>
                                    <a:pt x="73" y="676"/>
                                  </a:cubicBezTo>
                                  <a:cubicBezTo>
                                    <a:pt x="72" y="675"/>
                                    <a:pt x="72" y="675"/>
                                    <a:pt x="72" y="674"/>
                                  </a:cubicBezTo>
                                  <a:cubicBezTo>
                                    <a:pt x="71" y="675"/>
                                    <a:pt x="72" y="676"/>
                                    <a:pt x="71" y="677"/>
                                  </a:cubicBezTo>
                                  <a:cubicBezTo>
                                    <a:pt x="71" y="678"/>
                                    <a:pt x="70" y="678"/>
                                    <a:pt x="70" y="678"/>
                                  </a:cubicBezTo>
                                  <a:cubicBezTo>
                                    <a:pt x="70" y="679"/>
                                    <a:pt x="70" y="679"/>
                                    <a:pt x="70" y="679"/>
                                  </a:cubicBezTo>
                                  <a:cubicBezTo>
                                    <a:pt x="71" y="681"/>
                                    <a:pt x="70" y="681"/>
                                    <a:pt x="69" y="681"/>
                                  </a:cubicBezTo>
                                  <a:cubicBezTo>
                                    <a:pt x="69" y="681"/>
                                    <a:pt x="67" y="681"/>
                                    <a:pt x="67" y="682"/>
                                  </a:cubicBezTo>
                                  <a:cubicBezTo>
                                    <a:pt x="67" y="682"/>
                                    <a:pt x="66" y="682"/>
                                    <a:pt x="66" y="681"/>
                                  </a:cubicBezTo>
                                  <a:cubicBezTo>
                                    <a:pt x="66" y="681"/>
                                    <a:pt x="66" y="681"/>
                                    <a:pt x="66" y="681"/>
                                  </a:cubicBezTo>
                                  <a:cubicBezTo>
                                    <a:pt x="65" y="680"/>
                                    <a:pt x="64" y="680"/>
                                    <a:pt x="64" y="681"/>
                                  </a:cubicBezTo>
                                  <a:cubicBezTo>
                                    <a:pt x="65" y="681"/>
                                    <a:pt x="65" y="681"/>
                                    <a:pt x="65" y="681"/>
                                  </a:cubicBezTo>
                                  <a:cubicBezTo>
                                    <a:pt x="65" y="682"/>
                                    <a:pt x="63" y="682"/>
                                    <a:pt x="63" y="682"/>
                                  </a:cubicBezTo>
                                  <a:cubicBezTo>
                                    <a:pt x="63" y="683"/>
                                    <a:pt x="64" y="683"/>
                                    <a:pt x="65" y="683"/>
                                  </a:cubicBezTo>
                                  <a:cubicBezTo>
                                    <a:pt x="66" y="684"/>
                                    <a:pt x="67" y="685"/>
                                    <a:pt x="68" y="686"/>
                                  </a:cubicBezTo>
                                  <a:cubicBezTo>
                                    <a:pt x="68" y="686"/>
                                    <a:pt x="68" y="687"/>
                                    <a:pt x="69" y="687"/>
                                  </a:cubicBezTo>
                                  <a:cubicBezTo>
                                    <a:pt x="69" y="687"/>
                                    <a:pt x="70" y="687"/>
                                    <a:pt x="71" y="687"/>
                                  </a:cubicBezTo>
                                  <a:cubicBezTo>
                                    <a:pt x="71" y="687"/>
                                    <a:pt x="71" y="687"/>
                                    <a:pt x="72" y="688"/>
                                  </a:cubicBezTo>
                                  <a:cubicBezTo>
                                    <a:pt x="72" y="688"/>
                                    <a:pt x="73" y="689"/>
                                    <a:pt x="73" y="689"/>
                                  </a:cubicBezTo>
                                  <a:cubicBezTo>
                                    <a:pt x="75" y="690"/>
                                    <a:pt x="76" y="690"/>
                                    <a:pt x="78" y="691"/>
                                  </a:cubicBezTo>
                                  <a:cubicBezTo>
                                    <a:pt x="79" y="692"/>
                                    <a:pt x="80" y="693"/>
                                    <a:pt x="81" y="695"/>
                                  </a:cubicBezTo>
                                  <a:cubicBezTo>
                                    <a:pt x="81" y="695"/>
                                    <a:pt x="82" y="696"/>
                                    <a:pt x="82" y="696"/>
                                  </a:cubicBezTo>
                                  <a:cubicBezTo>
                                    <a:pt x="83" y="696"/>
                                    <a:pt x="83" y="697"/>
                                    <a:pt x="84" y="697"/>
                                  </a:cubicBezTo>
                                  <a:cubicBezTo>
                                    <a:pt x="84" y="697"/>
                                    <a:pt x="84" y="698"/>
                                    <a:pt x="84" y="698"/>
                                  </a:cubicBezTo>
                                  <a:cubicBezTo>
                                    <a:pt x="85" y="699"/>
                                    <a:pt x="85" y="699"/>
                                    <a:pt x="85" y="699"/>
                                  </a:cubicBezTo>
                                  <a:cubicBezTo>
                                    <a:pt x="86" y="698"/>
                                    <a:pt x="87" y="697"/>
                                    <a:pt x="88" y="698"/>
                                  </a:cubicBezTo>
                                  <a:cubicBezTo>
                                    <a:pt x="88" y="698"/>
                                    <a:pt x="89" y="698"/>
                                    <a:pt x="89" y="698"/>
                                  </a:cubicBezTo>
                                  <a:cubicBezTo>
                                    <a:pt x="89" y="698"/>
                                    <a:pt x="90" y="698"/>
                                    <a:pt x="90" y="698"/>
                                  </a:cubicBezTo>
                                  <a:cubicBezTo>
                                    <a:pt x="91" y="698"/>
                                    <a:pt x="91" y="698"/>
                                    <a:pt x="92" y="699"/>
                                  </a:cubicBezTo>
                                  <a:cubicBezTo>
                                    <a:pt x="92" y="699"/>
                                    <a:pt x="92" y="699"/>
                                    <a:pt x="93" y="699"/>
                                  </a:cubicBezTo>
                                  <a:cubicBezTo>
                                    <a:pt x="93" y="699"/>
                                    <a:pt x="94" y="699"/>
                                    <a:pt x="94" y="699"/>
                                  </a:cubicBezTo>
                                  <a:cubicBezTo>
                                    <a:pt x="95" y="700"/>
                                    <a:pt x="95" y="700"/>
                                    <a:pt x="95" y="700"/>
                                  </a:cubicBezTo>
                                  <a:cubicBezTo>
                                    <a:pt x="96" y="701"/>
                                    <a:pt x="97" y="701"/>
                                    <a:pt x="98" y="701"/>
                                  </a:cubicBezTo>
                                  <a:cubicBezTo>
                                    <a:pt x="98" y="701"/>
                                    <a:pt x="99" y="701"/>
                                    <a:pt x="99" y="701"/>
                                  </a:cubicBezTo>
                                  <a:cubicBezTo>
                                    <a:pt x="100" y="701"/>
                                    <a:pt x="100" y="701"/>
                                    <a:pt x="101" y="701"/>
                                  </a:cubicBezTo>
                                  <a:cubicBezTo>
                                    <a:pt x="102" y="701"/>
                                    <a:pt x="103" y="702"/>
                                    <a:pt x="104" y="701"/>
                                  </a:cubicBezTo>
                                  <a:cubicBezTo>
                                    <a:pt x="104" y="701"/>
                                    <a:pt x="104" y="701"/>
                                    <a:pt x="105" y="701"/>
                                  </a:cubicBezTo>
                                  <a:cubicBezTo>
                                    <a:pt x="105" y="701"/>
                                    <a:pt x="106" y="702"/>
                                    <a:pt x="106" y="702"/>
                                  </a:cubicBezTo>
                                  <a:cubicBezTo>
                                    <a:pt x="106" y="702"/>
                                    <a:pt x="106" y="703"/>
                                    <a:pt x="107" y="703"/>
                                  </a:cubicBezTo>
                                  <a:cubicBezTo>
                                    <a:pt x="107" y="703"/>
                                    <a:pt x="108" y="704"/>
                                    <a:pt x="108" y="704"/>
                                  </a:cubicBezTo>
                                  <a:cubicBezTo>
                                    <a:pt x="109" y="704"/>
                                    <a:pt x="109" y="704"/>
                                    <a:pt x="110" y="704"/>
                                  </a:cubicBezTo>
                                  <a:cubicBezTo>
                                    <a:pt x="110" y="705"/>
                                    <a:pt x="110" y="705"/>
                                    <a:pt x="111" y="705"/>
                                  </a:cubicBezTo>
                                  <a:cubicBezTo>
                                    <a:pt x="111" y="705"/>
                                    <a:pt x="111" y="705"/>
                                    <a:pt x="111" y="706"/>
                                  </a:cubicBezTo>
                                  <a:cubicBezTo>
                                    <a:pt x="111" y="706"/>
                                    <a:pt x="111" y="706"/>
                                    <a:pt x="111" y="706"/>
                                  </a:cubicBezTo>
                                  <a:cubicBezTo>
                                    <a:pt x="111" y="707"/>
                                    <a:pt x="112" y="706"/>
                                    <a:pt x="112" y="707"/>
                                  </a:cubicBezTo>
                                  <a:cubicBezTo>
                                    <a:pt x="112" y="707"/>
                                    <a:pt x="113" y="706"/>
                                    <a:pt x="113" y="706"/>
                                  </a:cubicBezTo>
                                  <a:cubicBezTo>
                                    <a:pt x="113" y="706"/>
                                    <a:pt x="113" y="706"/>
                                    <a:pt x="113" y="706"/>
                                  </a:cubicBezTo>
                                  <a:cubicBezTo>
                                    <a:pt x="114" y="706"/>
                                    <a:pt x="115" y="706"/>
                                    <a:pt x="115" y="706"/>
                                  </a:cubicBezTo>
                                  <a:cubicBezTo>
                                    <a:pt x="116" y="705"/>
                                    <a:pt x="117" y="705"/>
                                    <a:pt x="118" y="706"/>
                                  </a:cubicBezTo>
                                  <a:cubicBezTo>
                                    <a:pt x="118" y="706"/>
                                    <a:pt x="118" y="705"/>
                                    <a:pt x="119" y="705"/>
                                  </a:cubicBezTo>
                                  <a:cubicBezTo>
                                    <a:pt x="119" y="705"/>
                                    <a:pt x="120" y="706"/>
                                    <a:pt x="120" y="706"/>
                                  </a:cubicBezTo>
                                  <a:cubicBezTo>
                                    <a:pt x="121" y="706"/>
                                    <a:pt x="121" y="706"/>
                                    <a:pt x="121" y="707"/>
                                  </a:cubicBezTo>
                                  <a:cubicBezTo>
                                    <a:pt x="122" y="707"/>
                                    <a:pt x="122" y="707"/>
                                    <a:pt x="123" y="707"/>
                                  </a:cubicBezTo>
                                  <a:cubicBezTo>
                                    <a:pt x="123" y="707"/>
                                    <a:pt x="124" y="707"/>
                                    <a:pt x="124" y="708"/>
                                  </a:cubicBezTo>
                                  <a:cubicBezTo>
                                    <a:pt x="124" y="708"/>
                                    <a:pt x="124" y="709"/>
                                    <a:pt x="124" y="709"/>
                                  </a:cubicBezTo>
                                  <a:cubicBezTo>
                                    <a:pt x="123" y="710"/>
                                    <a:pt x="124" y="711"/>
                                    <a:pt x="125" y="711"/>
                                  </a:cubicBezTo>
                                  <a:cubicBezTo>
                                    <a:pt x="126" y="711"/>
                                    <a:pt x="126" y="711"/>
                                    <a:pt x="126" y="712"/>
                                  </a:cubicBezTo>
                                  <a:cubicBezTo>
                                    <a:pt x="126" y="712"/>
                                    <a:pt x="127" y="712"/>
                                    <a:pt x="127" y="712"/>
                                  </a:cubicBezTo>
                                  <a:cubicBezTo>
                                    <a:pt x="127" y="712"/>
                                    <a:pt x="127" y="712"/>
                                    <a:pt x="128" y="712"/>
                                  </a:cubicBezTo>
                                  <a:cubicBezTo>
                                    <a:pt x="128" y="713"/>
                                    <a:pt x="129" y="712"/>
                                    <a:pt x="129" y="713"/>
                                  </a:cubicBezTo>
                                  <a:cubicBezTo>
                                    <a:pt x="130" y="713"/>
                                    <a:pt x="130" y="714"/>
                                    <a:pt x="130" y="714"/>
                                  </a:cubicBezTo>
                                  <a:cubicBezTo>
                                    <a:pt x="131" y="714"/>
                                    <a:pt x="131" y="713"/>
                                    <a:pt x="131" y="714"/>
                                  </a:cubicBezTo>
                                  <a:cubicBezTo>
                                    <a:pt x="132" y="714"/>
                                    <a:pt x="132" y="714"/>
                                    <a:pt x="132" y="714"/>
                                  </a:cubicBezTo>
                                  <a:cubicBezTo>
                                    <a:pt x="132" y="715"/>
                                    <a:pt x="132" y="715"/>
                                    <a:pt x="133" y="715"/>
                                  </a:cubicBezTo>
                                  <a:cubicBezTo>
                                    <a:pt x="133" y="715"/>
                                    <a:pt x="133" y="715"/>
                                    <a:pt x="133" y="716"/>
                                  </a:cubicBezTo>
                                  <a:cubicBezTo>
                                    <a:pt x="133" y="716"/>
                                    <a:pt x="133" y="716"/>
                                    <a:pt x="134" y="716"/>
                                  </a:cubicBezTo>
                                  <a:cubicBezTo>
                                    <a:pt x="134" y="717"/>
                                    <a:pt x="134" y="717"/>
                                    <a:pt x="135" y="718"/>
                                  </a:cubicBezTo>
                                  <a:cubicBezTo>
                                    <a:pt x="135" y="718"/>
                                    <a:pt x="136" y="719"/>
                                    <a:pt x="136" y="719"/>
                                  </a:cubicBezTo>
                                  <a:cubicBezTo>
                                    <a:pt x="137" y="719"/>
                                    <a:pt x="138" y="719"/>
                                    <a:pt x="138" y="719"/>
                                  </a:cubicBezTo>
                                  <a:cubicBezTo>
                                    <a:pt x="139" y="719"/>
                                    <a:pt x="139" y="718"/>
                                    <a:pt x="139" y="718"/>
                                  </a:cubicBezTo>
                                  <a:cubicBezTo>
                                    <a:pt x="139" y="717"/>
                                    <a:pt x="141" y="717"/>
                                    <a:pt x="141" y="716"/>
                                  </a:cubicBezTo>
                                  <a:cubicBezTo>
                                    <a:pt x="142" y="716"/>
                                    <a:pt x="143" y="714"/>
                                    <a:pt x="143" y="713"/>
                                  </a:cubicBezTo>
                                  <a:cubicBezTo>
                                    <a:pt x="142" y="711"/>
                                    <a:pt x="142" y="711"/>
                                    <a:pt x="142" y="711"/>
                                  </a:cubicBezTo>
                                  <a:cubicBezTo>
                                    <a:pt x="141" y="709"/>
                                    <a:pt x="139" y="707"/>
                                    <a:pt x="138" y="705"/>
                                  </a:cubicBezTo>
                                  <a:cubicBezTo>
                                    <a:pt x="138" y="704"/>
                                    <a:pt x="137" y="703"/>
                                    <a:pt x="137" y="703"/>
                                  </a:cubicBezTo>
                                  <a:cubicBezTo>
                                    <a:pt x="137" y="701"/>
                                    <a:pt x="137" y="700"/>
                                    <a:pt x="138" y="699"/>
                                  </a:cubicBezTo>
                                  <a:cubicBezTo>
                                    <a:pt x="138" y="698"/>
                                    <a:pt x="139" y="697"/>
                                    <a:pt x="138" y="696"/>
                                  </a:cubicBezTo>
                                  <a:cubicBezTo>
                                    <a:pt x="138" y="695"/>
                                    <a:pt x="138" y="695"/>
                                    <a:pt x="138" y="695"/>
                                  </a:cubicBezTo>
                                  <a:cubicBezTo>
                                    <a:pt x="138" y="695"/>
                                    <a:pt x="137" y="695"/>
                                    <a:pt x="137" y="696"/>
                                  </a:cubicBezTo>
                                  <a:cubicBezTo>
                                    <a:pt x="136" y="695"/>
                                    <a:pt x="136" y="693"/>
                                    <a:pt x="136" y="693"/>
                                  </a:cubicBezTo>
                                  <a:cubicBezTo>
                                    <a:pt x="135" y="692"/>
                                    <a:pt x="134" y="692"/>
                                    <a:pt x="133" y="691"/>
                                  </a:cubicBezTo>
                                  <a:cubicBezTo>
                                    <a:pt x="133" y="691"/>
                                    <a:pt x="132" y="690"/>
                                    <a:pt x="132" y="689"/>
                                  </a:cubicBezTo>
                                  <a:cubicBezTo>
                                    <a:pt x="132" y="688"/>
                                    <a:pt x="133" y="687"/>
                                    <a:pt x="134" y="687"/>
                                  </a:cubicBezTo>
                                  <a:cubicBezTo>
                                    <a:pt x="134" y="687"/>
                                    <a:pt x="134" y="687"/>
                                    <a:pt x="134" y="687"/>
                                  </a:cubicBezTo>
                                  <a:cubicBezTo>
                                    <a:pt x="135" y="687"/>
                                    <a:pt x="135" y="687"/>
                                    <a:pt x="135" y="686"/>
                                  </a:cubicBezTo>
                                  <a:cubicBezTo>
                                    <a:pt x="136" y="685"/>
                                    <a:pt x="136" y="683"/>
                                    <a:pt x="137" y="682"/>
                                  </a:cubicBezTo>
                                  <a:cubicBezTo>
                                    <a:pt x="137" y="681"/>
                                    <a:pt x="137" y="680"/>
                                    <a:pt x="138" y="680"/>
                                  </a:cubicBezTo>
                                  <a:cubicBezTo>
                                    <a:pt x="138" y="679"/>
                                    <a:pt x="139" y="679"/>
                                    <a:pt x="140" y="680"/>
                                  </a:cubicBezTo>
                                  <a:cubicBezTo>
                                    <a:pt x="140" y="680"/>
                                    <a:pt x="140" y="680"/>
                                    <a:pt x="140" y="680"/>
                                  </a:cubicBezTo>
                                  <a:cubicBezTo>
                                    <a:pt x="140" y="680"/>
                                    <a:pt x="141" y="680"/>
                                    <a:pt x="141" y="679"/>
                                  </a:cubicBezTo>
                                  <a:cubicBezTo>
                                    <a:pt x="141" y="679"/>
                                    <a:pt x="141" y="679"/>
                                    <a:pt x="141" y="678"/>
                                  </a:cubicBezTo>
                                  <a:cubicBezTo>
                                    <a:pt x="141" y="678"/>
                                    <a:pt x="142" y="678"/>
                                    <a:pt x="142" y="678"/>
                                  </a:cubicBezTo>
                                  <a:cubicBezTo>
                                    <a:pt x="143" y="678"/>
                                    <a:pt x="144" y="678"/>
                                    <a:pt x="145" y="678"/>
                                  </a:cubicBezTo>
                                  <a:cubicBezTo>
                                    <a:pt x="146" y="677"/>
                                    <a:pt x="146" y="677"/>
                                    <a:pt x="146" y="676"/>
                                  </a:cubicBezTo>
                                  <a:cubicBezTo>
                                    <a:pt x="146" y="676"/>
                                    <a:pt x="147" y="676"/>
                                    <a:pt x="147" y="676"/>
                                  </a:cubicBezTo>
                                  <a:cubicBezTo>
                                    <a:pt x="147" y="675"/>
                                    <a:pt x="147" y="674"/>
                                    <a:pt x="148" y="673"/>
                                  </a:cubicBezTo>
                                  <a:cubicBezTo>
                                    <a:pt x="148" y="674"/>
                                    <a:pt x="148" y="674"/>
                                    <a:pt x="148" y="674"/>
                                  </a:cubicBezTo>
                                  <a:cubicBezTo>
                                    <a:pt x="149" y="674"/>
                                    <a:pt x="149" y="674"/>
                                    <a:pt x="149" y="674"/>
                                  </a:cubicBezTo>
                                  <a:cubicBezTo>
                                    <a:pt x="149" y="674"/>
                                    <a:pt x="149" y="674"/>
                                    <a:pt x="149" y="673"/>
                                  </a:cubicBezTo>
                                  <a:cubicBezTo>
                                    <a:pt x="149" y="673"/>
                                    <a:pt x="149" y="672"/>
                                    <a:pt x="149" y="672"/>
                                  </a:cubicBezTo>
                                  <a:cubicBezTo>
                                    <a:pt x="146" y="669"/>
                                    <a:pt x="146" y="669"/>
                                    <a:pt x="146" y="669"/>
                                  </a:cubicBezTo>
                                  <a:cubicBezTo>
                                    <a:pt x="144" y="669"/>
                                    <a:pt x="144" y="669"/>
                                    <a:pt x="144" y="669"/>
                                  </a:cubicBezTo>
                                  <a:cubicBezTo>
                                    <a:pt x="144" y="668"/>
                                    <a:pt x="144" y="668"/>
                                    <a:pt x="144" y="668"/>
                                  </a:cubicBezTo>
                                  <a:cubicBezTo>
                                    <a:pt x="145" y="667"/>
                                    <a:pt x="145" y="667"/>
                                    <a:pt x="145" y="667"/>
                                  </a:cubicBezTo>
                                  <a:cubicBezTo>
                                    <a:pt x="146" y="668"/>
                                    <a:pt x="146" y="668"/>
                                    <a:pt x="146" y="668"/>
                                  </a:cubicBezTo>
                                  <a:cubicBezTo>
                                    <a:pt x="147" y="667"/>
                                    <a:pt x="147" y="667"/>
                                    <a:pt x="147" y="667"/>
                                  </a:cubicBezTo>
                                  <a:cubicBezTo>
                                    <a:pt x="142" y="658"/>
                                    <a:pt x="142" y="658"/>
                                    <a:pt x="142" y="658"/>
                                  </a:cubicBezTo>
                                  <a:cubicBezTo>
                                    <a:pt x="142" y="658"/>
                                    <a:pt x="140" y="657"/>
                                    <a:pt x="140" y="657"/>
                                  </a:cubicBezTo>
                                  <a:cubicBezTo>
                                    <a:pt x="139" y="657"/>
                                    <a:pt x="137" y="657"/>
                                    <a:pt x="137" y="657"/>
                                  </a:cubicBezTo>
                                  <a:cubicBezTo>
                                    <a:pt x="137" y="657"/>
                                    <a:pt x="136" y="658"/>
                                    <a:pt x="136" y="658"/>
                                  </a:cubicBezTo>
                                  <a:cubicBezTo>
                                    <a:pt x="136" y="658"/>
                                    <a:pt x="135" y="657"/>
                                    <a:pt x="135" y="657"/>
                                  </a:cubicBezTo>
                                  <a:cubicBezTo>
                                    <a:pt x="135" y="657"/>
                                    <a:pt x="134" y="656"/>
                                    <a:pt x="134" y="656"/>
                                  </a:cubicBezTo>
                                  <a:cubicBezTo>
                                    <a:pt x="134" y="656"/>
                                    <a:pt x="135" y="654"/>
                                    <a:pt x="135" y="654"/>
                                  </a:cubicBezTo>
                                  <a:cubicBezTo>
                                    <a:pt x="135" y="654"/>
                                    <a:pt x="135" y="652"/>
                                    <a:pt x="135" y="652"/>
                                  </a:cubicBezTo>
                                  <a:cubicBezTo>
                                    <a:pt x="135" y="651"/>
                                    <a:pt x="133" y="651"/>
                                    <a:pt x="133" y="651"/>
                                  </a:cubicBezTo>
                                  <a:cubicBezTo>
                                    <a:pt x="133" y="651"/>
                                    <a:pt x="130" y="650"/>
                                    <a:pt x="130" y="650"/>
                                  </a:cubicBezTo>
                                  <a:cubicBezTo>
                                    <a:pt x="130" y="650"/>
                                    <a:pt x="131" y="648"/>
                                    <a:pt x="131" y="648"/>
                                  </a:cubicBezTo>
                                  <a:cubicBezTo>
                                    <a:pt x="131" y="647"/>
                                    <a:pt x="131" y="647"/>
                                    <a:pt x="132" y="646"/>
                                  </a:cubicBezTo>
                                  <a:cubicBezTo>
                                    <a:pt x="132" y="646"/>
                                    <a:pt x="133" y="645"/>
                                    <a:pt x="133" y="644"/>
                                  </a:cubicBezTo>
                                  <a:cubicBezTo>
                                    <a:pt x="133" y="644"/>
                                    <a:pt x="134" y="643"/>
                                    <a:pt x="134" y="643"/>
                                  </a:cubicBezTo>
                                  <a:cubicBezTo>
                                    <a:pt x="133" y="642"/>
                                    <a:pt x="133" y="642"/>
                                    <a:pt x="133" y="642"/>
                                  </a:cubicBezTo>
                                  <a:cubicBezTo>
                                    <a:pt x="132" y="640"/>
                                    <a:pt x="132" y="640"/>
                                    <a:pt x="132" y="640"/>
                                  </a:cubicBezTo>
                                  <a:cubicBezTo>
                                    <a:pt x="132" y="640"/>
                                    <a:pt x="132" y="640"/>
                                    <a:pt x="132" y="640"/>
                                  </a:cubicBezTo>
                                  <a:cubicBezTo>
                                    <a:pt x="132" y="639"/>
                                    <a:pt x="133" y="635"/>
                                    <a:pt x="133" y="635"/>
                                  </a:cubicBezTo>
                                  <a:cubicBezTo>
                                    <a:pt x="135" y="635"/>
                                    <a:pt x="135" y="635"/>
                                    <a:pt x="135" y="635"/>
                                  </a:cubicBezTo>
                                  <a:cubicBezTo>
                                    <a:pt x="135" y="635"/>
                                    <a:pt x="136" y="633"/>
                                    <a:pt x="136" y="633"/>
                                  </a:cubicBezTo>
                                  <a:cubicBezTo>
                                    <a:pt x="136" y="633"/>
                                    <a:pt x="136" y="632"/>
                                    <a:pt x="136" y="632"/>
                                  </a:cubicBezTo>
                                  <a:cubicBezTo>
                                    <a:pt x="136" y="632"/>
                                    <a:pt x="136" y="630"/>
                                    <a:pt x="136" y="630"/>
                                  </a:cubicBezTo>
                                  <a:cubicBezTo>
                                    <a:pt x="138" y="629"/>
                                    <a:pt x="138" y="629"/>
                                    <a:pt x="138" y="629"/>
                                  </a:cubicBezTo>
                                  <a:cubicBezTo>
                                    <a:pt x="138" y="629"/>
                                    <a:pt x="140" y="632"/>
                                    <a:pt x="141" y="632"/>
                                  </a:cubicBezTo>
                                  <a:cubicBezTo>
                                    <a:pt x="141" y="633"/>
                                    <a:pt x="141" y="634"/>
                                    <a:pt x="141" y="634"/>
                                  </a:cubicBezTo>
                                  <a:cubicBezTo>
                                    <a:pt x="141" y="634"/>
                                    <a:pt x="142" y="635"/>
                                    <a:pt x="142" y="635"/>
                                  </a:cubicBezTo>
                                  <a:cubicBezTo>
                                    <a:pt x="142" y="636"/>
                                    <a:pt x="144" y="636"/>
                                    <a:pt x="144" y="636"/>
                                  </a:cubicBezTo>
                                  <a:cubicBezTo>
                                    <a:pt x="147" y="634"/>
                                    <a:pt x="147" y="634"/>
                                    <a:pt x="147" y="634"/>
                                  </a:cubicBezTo>
                                  <a:cubicBezTo>
                                    <a:pt x="145" y="632"/>
                                    <a:pt x="145" y="632"/>
                                    <a:pt x="145" y="632"/>
                                  </a:cubicBezTo>
                                  <a:cubicBezTo>
                                    <a:pt x="145" y="632"/>
                                    <a:pt x="145" y="630"/>
                                    <a:pt x="145" y="629"/>
                                  </a:cubicBezTo>
                                  <a:cubicBezTo>
                                    <a:pt x="145" y="629"/>
                                    <a:pt x="145" y="628"/>
                                    <a:pt x="145" y="628"/>
                                  </a:cubicBezTo>
                                  <a:cubicBezTo>
                                    <a:pt x="145" y="627"/>
                                    <a:pt x="145" y="627"/>
                                    <a:pt x="145" y="627"/>
                                  </a:cubicBezTo>
                                  <a:cubicBezTo>
                                    <a:pt x="147" y="627"/>
                                    <a:pt x="147" y="627"/>
                                    <a:pt x="147" y="627"/>
                                  </a:cubicBezTo>
                                  <a:cubicBezTo>
                                    <a:pt x="150" y="625"/>
                                    <a:pt x="150" y="625"/>
                                    <a:pt x="150" y="625"/>
                                  </a:cubicBezTo>
                                  <a:cubicBezTo>
                                    <a:pt x="150" y="622"/>
                                    <a:pt x="150" y="622"/>
                                    <a:pt x="150" y="622"/>
                                  </a:cubicBezTo>
                                  <a:cubicBezTo>
                                    <a:pt x="153" y="622"/>
                                    <a:pt x="153" y="622"/>
                                    <a:pt x="153" y="622"/>
                                  </a:cubicBezTo>
                                  <a:cubicBezTo>
                                    <a:pt x="156" y="619"/>
                                    <a:pt x="156" y="619"/>
                                    <a:pt x="156" y="619"/>
                                  </a:cubicBezTo>
                                  <a:cubicBezTo>
                                    <a:pt x="157" y="618"/>
                                    <a:pt x="157" y="618"/>
                                    <a:pt x="157" y="618"/>
                                  </a:cubicBezTo>
                                  <a:cubicBezTo>
                                    <a:pt x="158" y="617"/>
                                    <a:pt x="158" y="617"/>
                                    <a:pt x="158" y="617"/>
                                  </a:cubicBezTo>
                                  <a:cubicBezTo>
                                    <a:pt x="159" y="616"/>
                                    <a:pt x="159" y="616"/>
                                    <a:pt x="159" y="616"/>
                                  </a:cubicBezTo>
                                  <a:cubicBezTo>
                                    <a:pt x="160" y="615"/>
                                    <a:pt x="160" y="615"/>
                                    <a:pt x="160" y="615"/>
                                  </a:cubicBezTo>
                                  <a:cubicBezTo>
                                    <a:pt x="160" y="615"/>
                                    <a:pt x="162" y="616"/>
                                    <a:pt x="162" y="616"/>
                                  </a:cubicBezTo>
                                  <a:cubicBezTo>
                                    <a:pt x="162" y="616"/>
                                    <a:pt x="163" y="617"/>
                                    <a:pt x="163" y="617"/>
                                  </a:cubicBezTo>
                                  <a:cubicBezTo>
                                    <a:pt x="163" y="617"/>
                                    <a:pt x="163" y="618"/>
                                    <a:pt x="164" y="618"/>
                                  </a:cubicBezTo>
                                  <a:cubicBezTo>
                                    <a:pt x="164" y="618"/>
                                    <a:pt x="164" y="617"/>
                                    <a:pt x="164" y="617"/>
                                  </a:cubicBezTo>
                                  <a:cubicBezTo>
                                    <a:pt x="164" y="617"/>
                                    <a:pt x="166" y="618"/>
                                    <a:pt x="166" y="617"/>
                                  </a:cubicBezTo>
                                  <a:cubicBezTo>
                                    <a:pt x="166" y="617"/>
                                    <a:pt x="167" y="616"/>
                                    <a:pt x="167" y="616"/>
                                  </a:cubicBezTo>
                                  <a:cubicBezTo>
                                    <a:pt x="167" y="616"/>
                                    <a:pt x="168" y="616"/>
                                    <a:pt x="169" y="616"/>
                                  </a:cubicBezTo>
                                  <a:cubicBezTo>
                                    <a:pt x="169" y="616"/>
                                    <a:pt x="170" y="615"/>
                                    <a:pt x="170" y="615"/>
                                  </a:cubicBezTo>
                                  <a:cubicBezTo>
                                    <a:pt x="170" y="615"/>
                                    <a:pt x="171" y="618"/>
                                    <a:pt x="171" y="618"/>
                                  </a:cubicBezTo>
                                  <a:cubicBezTo>
                                    <a:pt x="172" y="619"/>
                                    <a:pt x="173" y="618"/>
                                    <a:pt x="173" y="618"/>
                                  </a:cubicBezTo>
                                  <a:cubicBezTo>
                                    <a:pt x="176" y="617"/>
                                    <a:pt x="176" y="617"/>
                                    <a:pt x="176" y="617"/>
                                  </a:cubicBezTo>
                                  <a:cubicBezTo>
                                    <a:pt x="176" y="617"/>
                                    <a:pt x="178" y="620"/>
                                    <a:pt x="178" y="620"/>
                                  </a:cubicBezTo>
                                  <a:cubicBezTo>
                                    <a:pt x="179" y="620"/>
                                    <a:pt x="180" y="621"/>
                                    <a:pt x="181" y="621"/>
                                  </a:cubicBezTo>
                                  <a:cubicBezTo>
                                    <a:pt x="181" y="621"/>
                                    <a:pt x="182" y="623"/>
                                    <a:pt x="182" y="623"/>
                                  </a:cubicBezTo>
                                  <a:cubicBezTo>
                                    <a:pt x="182" y="623"/>
                                    <a:pt x="184" y="624"/>
                                    <a:pt x="184" y="625"/>
                                  </a:cubicBezTo>
                                  <a:cubicBezTo>
                                    <a:pt x="184" y="625"/>
                                    <a:pt x="184" y="626"/>
                                    <a:pt x="184" y="626"/>
                                  </a:cubicBezTo>
                                  <a:cubicBezTo>
                                    <a:pt x="183" y="627"/>
                                    <a:pt x="184" y="628"/>
                                    <a:pt x="184" y="628"/>
                                  </a:cubicBezTo>
                                  <a:cubicBezTo>
                                    <a:pt x="185" y="629"/>
                                    <a:pt x="186" y="628"/>
                                    <a:pt x="186" y="628"/>
                                  </a:cubicBezTo>
                                  <a:cubicBezTo>
                                    <a:pt x="186" y="628"/>
                                    <a:pt x="186" y="627"/>
                                    <a:pt x="186" y="627"/>
                                  </a:cubicBezTo>
                                  <a:cubicBezTo>
                                    <a:pt x="186" y="626"/>
                                    <a:pt x="185" y="624"/>
                                    <a:pt x="185" y="624"/>
                                  </a:cubicBezTo>
                                  <a:cubicBezTo>
                                    <a:pt x="185" y="624"/>
                                    <a:pt x="185" y="624"/>
                                    <a:pt x="185" y="623"/>
                                  </a:cubicBezTo>
                                  <a:cubicBezTo>
                                    <a:pt x="185" y="622"/>
                                    <a:pt x="186" y="623"/>
                                    <a:pt x="186" y="623"/>
                                  </a:cubicBezTo>
                                  <a:cubicBezTo>
                                    <a:pt x="187" y="623"/>
                                    <a:pt x="188" y="624"/>
                                    <a:pt x="188" y="624"/>
                                  </a:cubicBezTo>
                                  <a:cubicBezTo>
                                    <a:pt x="189" y="624"/>
                                    <a:pt x="188" y="625"/>
                                    <a:pt x="188" y="625"/>
                                  </a:cubicBezTo>
                                  <a:cubicBezTo>
                                    <a:pt x="188" y="625"/>
                                    <a:pt x="192" y="628"/>
                                    <a:pt x="192" y="628"/>
                                  </a:cubicBezTo>
                                  <a:cubicBezTo>
                                    <a:pt x="193" y="628"/>
                                    <a:pt x="193" y="628"/>
                                    <a:pt x="193" y="628"/>
                                  </a:cubicBezTo>
                                  <a:cubicBezTo>
                                    <a:pt x="193" y="628"/>
                                    <a:pt x="195" y="626"/>
                                    <a:pt x="195" y="626"/>
                                  </a:cubicBezTo>
                                  <a:cubicBezTo>
                                    <a:pt x="195" y="626"/>
                                    <a:pt x="196" y="625"/>
                                    <a:pt x="196" y="624"/>
                                  </a:cubicBezTo>
                                  <a:cubicBezTo>
                                    <a:pt x="196" y="624"/>
                                    <a:pt x="197" y="625"/>
                                    <a:pt x="197" y="625"/>
                                  </a:cubicBezTo>
                                  <a:cubicBezTo>
                                    <a:pt x="197" y="625"/>
                                    <a:pt x="197" y="624"/>
                                    <a:pt x="197" y="624"/>
                                  </a:cubicBezTo>
                                  <a:cubicBezTo>
                                    <a:pt x="197" y="623"/>
                                    <a:pt x="198" y="623"/>
                                    <a:pt x="198" y="623"/>
                                  </a:cubicBezTo>
                                  <a:cubicBezTo>
                                    <a:pt x="198" y="623"/>
                                    <a:pt x="199" y="623"/>
                                    <a:pt x="199" y="623"/>
                                  </a:cubicBezTo>
                                  <a:cubicBezTo>
                                    <a:pt x="200" y="622"/>
                                    <a:pt x="200" y="622"/>
                                    <a:pt x="200" y="622"/>
                                  </a:cubicBezTo>
                                  <a:cubicBezTo>
                                    <a:pt x="200" y="622"/>
                                    <a:pt x="202" y="622"/>
                                    <a:pt x="202" y="622"/>
                                  </a:cubicBezTo>
                                  <a:cubicBezTo>
                                    <a:pt x="203" y="622"/>
                                    <a:pt x="204" y="624"/>
                                    <a:pt x="204" y="624"/>
                                  </a:cubicBezTo>
                                  <a:cubicBezTo>
                                    <a:pt x="204" y="624"/>
                                    <a:pt x="205" y="624"/>
                                    <a:pt x="206" y="624"/>
                                  </a:cubicBezTo>
                                  <a:cubicBezTo>
                                    <a:pt x="206" y="624"/>
                                    <a:pt x="206" y="624"/>
                                    <a:pt x="207" y="624"/>
                                  </a:cubicBezTo>
                                  <a:cubicBezTo>
                                    <a:pt x="207" y="623"/>
                                    <a:pt x="207" y="623"/>
                                    <a:pt x="207" y="622"/>
                                  </a:cubicBezTo>
                                  <a:cubicBezTo>
                                    <a:pt x="207" y="622"/>
                                    <a:pt x="208" y="622"/>
                                    <a:pt x="208" y="622"/>
                                  </a:cubicBezTo>
                                  <a:cubicBezTo>
                                    <a:pt x="208" y="622"/>
                                    <a:pt x="209" y="623"/>
                                    <a:pt x="209" y="622"/>
                                  </a:cubicBezTo>
                                  <a:cubicBezTo>
                                    <a:pt x="209" y="622"/>
                                    <a:pt x="211" y="622"/>
                                    <a:pt x="211" y="622"/>
                                  </a:cubicBezTo>
                                  <a:cubicBezTo>
                                    <a:pt x="211" y="623"/>
                                    <a:pt x="211" y="623"/>
                                    <a:pt x="211" y="623"/>
                                  </a:cubicBezTo>
                                  <a:cubicBezTo>
                                    <a:pt x="212" y="623"/>
                                    <a:pt x="212" y="623"/>
                                    <a:pt x="212" y="623"/>
                                  </a:cubicBezTo>
                                  <a:cubicBezTo>
                                    <a:pt x="212" y="623"/>
                                    <a:pt x="212" y="625"/>
                                    <a:pt x="212" y="625"/>
                                  </a:cubicBezTo>
                                  <a:cubicBezTo>
                                    <a:pt x="212" y="625"/>
                                    <a:pt x="214" y="627"/>
                                    <a:pt x="214" y="627"/>
                                  </a:cubicBezTo>
                                  <a:cubicBezTo>
                                    <a:pt x="219" y="627"/>
                                    <a:pt x="219" y="627"/>
                                    <a:pt x="219" y="627"/>
                                  </a:cubicBezTo>
                                  <a:cubicBezTo>
                                    <a:pt x="219" y="629"/>
                                    <a:pt x="219" y="629"/>
                                    <a:pt x="219" y="629"/>
                                  </a:cubicBezTo>
                                  <a:cubicBezTo>
                                    <a:pt x="220" y="629"/>
                                    <a:pt x="220" y="629"/>
                                    <a:pt x="220" y="629"/>
                                  </a:cubicBezTo>
                                  <a:cubicBezTo>
                                    <a:pt x="220" y="629"/>
                                    <a:pt x="222" y="626"/>
                                    <a:pt x="222" y="626"/>
                                  </a:cubicBezTo>
                                  <a:cubicBezTo>
                                    <a:pt x="222" y="626"/>
                                    <a:pt x="222" y="625"/>
                                    <a:pt x="222" y="625"/>
                                  </a:cubicBezTo>
                                  <a:cubicBezTo>
                                    <a:pt x="222" y="625"/>
                                    <a:pt x="224" y="627"/>
                                    <a:pt x="224" y="627"/>
                                  </a:cubicBezTo>
                                  <a:cubicBezTo>
                                    <a:pt x="228" y="627"/>
                                    <a:pt x="228" y="627"/>
                                    <a:pt x="228" y="627"/>
                                  </a:cubicBezTo>
                                  <a:cubicBezTo>
                                    <a:pt x="228" y="627"/>
                                    <a:pt x="229" y="626"/>
                                    <a:pt x="230" y="626"/>
                                  </a:cubicBezTo>
                                  <a:cubicBezTo>
                                    <a:pt x="230" y="626"/>
                                    <a:pt x="231" y="625"/>
                                    <a:pt x="231" y="625"/>
                                  </a:cubicBezTo>
                                  <a:cubicBezTo>
                                    <a:pt x="232" y="625"/>
                                    <a:pt x="232" y="624"/>
                                    <a:pt x="232" y="624"/>
                                  </a:cubicBezTo>
                                  <a:cubicBezTo>
                                    <a:pt x="232" y="621"/>
                                    <a:pt x="232" y="621"/>
                                    <a:pt x="232" y="621"/>
                                  </a:cubicBezTo>
                                  <a:cubicBezTo>
                                    <a:pt x="233" y="620"/>
                                    <a:pt x="233" y="620"/>
                                    <a:pt x="233" y="620"/>
                                  </a:cubicBezTo>
                                  <a:cubicBezTo>
                                    <a:pt x="232" y="619"/>
                                    <a:pt x="232" y="619"/>
                                    <a:pt x="232" y="619"/>
                                  </a:cubicBezTo>
                                  <a:cubicBezTo>
                                    <a:pt x="231" y="618"/>
                                    <a:pt x="231" y="618"/>
                                    <a:pt x="231" y="618"/>
                                  </a:cubicBezTo>
                                  <a:cubicBezTo>
                                    <a:pt x="229" y="618"/>
                                    <a:pt x="229" y="618"/>
                                    <a:pt x="229" y="618"/>
                                  </a:cubicBezTo>
                                  <a:cubicBezTo>
                                    <a:pt x="229" y="618"/>
                                    <a:pt x="228" y="618"/>
                                    <a:pt x="228" y="618"/>
                                  </a:cubicBezTo>
                                  <a:cubicBezTo>
                                    <a:pt x="228" y="618"/>
                                    <a:pt x="228" y="617"/>
                                    <a:pt x="228" y="617"/>
                                  </a:cubicBezTo>
                                  <a:cubicBezTo>
                                    <a:pt x="225" y="617"/>
                                    <a:pt x="225" y="617"/>
                                    <a:pt x="225" y="617"/>
                                  </a:cubicBezTo>
                                  <a:cubicBezTo>
                                    <a:pt x="225" y="614"/>
                                    <a:pt x="225" y="614"/>
                                    <a:pt x="225" y="614"/>
                                  </a:cubicBezTo>
                                  <a:cubicBezTo>
                                    <a:pt x="222" y="613"/>
                                    <a:pt x="222" y="613"/>
                                    <a:pt x="222" y="613"/>
                                  </a:cubicBezTo>
                                  <a:cubicBezTo>
                                    <a:pt x="227" y="610"/>
                                    <a:pt x="227" y="610"/>
                                    <a:pt x="227" y="610"/>
                                  </a:cubicBezTo>
                                  <a:cubicBezTo>
                                    <a:pt x="229" y="608"/>
                                    <a:pt x="229" y="608"/>
                                    <a:pt x="229" y="608"/>
                                  </a:cubicBezTo>
                                  <a:cubicBezTo>
                                    <a:pt x="227" y="606"/>
                                    <a:pt x="227" y="606"/>
                                    <a:pt x="227" y="606"/>
                                  </a:cubicBezTo>
                                  <a:cubicBezTo>
                                    <a:pt x="227" y="604"/>
                                    <a:pt x="227" y="604"/>
                                    <a:pt x="227" y="604"/>
                                  </a:cubicBezTo>
                                  <a:cubicBezTo>
                                    <a:pt x="229" y="602"/>
                                    <a:pt x="229" y="602"/>
                                    <a:pt x="229" y="602"/>
                                  </a:cubicBezTo>
                                  <a:cubicBezTo>
                                    <a:pt x="229" y="602"/>
                                    <a:pt x="231" y="601"/>
                                    <a:pt x="232" y="602"/>
                                  </a:cubicBezTo>
                                  <a:cubicBezTo>
                                    <a:pt x="232" y="602"/>
                                    <a:pt x="232" y="602"/>
                                    <a:pt x="233" y="602"/>
                                  </a:cubicBezTo>
                                  <a:cubicBezTo>
                                    <a:pt x="233" y="602"/>
                                    <a:pt x="234" y="602"/>
                                    <a:pt x="235" y="602"/>
                                  </a:cubicBezTo>
                                  <a:cubicBezTo>
                                    <a:pt x="235" y="602"/>
                                    <a:pt x="236" y="602"/>
                                    <a:pt x="236" y="602"/>
                                  </a:cubicBezTo>
                                  <a:cubicBezTo>
                                    <a:pt x="236" y="601"/>
                                    <a:pt x="236" y="601"/>
                                    <a:pt x="236" y="601"/>
                                  </a:cubicBezTo>
                                  <a:cubicBezTo>
                                    <a:pt x="236" y="600"/>
                                    <a:pt x="235" y="600"/>
                                    <a:pt x="235" y="600"/>
                                  </a:cubicBezTo>
                                  <a:cubicBezTo>
                                    <a:pt x="235" y="600"/>
                                    <a:pt x="235" y="600"/>
                                    <a:pt x="234" y="600"/>
                                  </a:cubicBezTo>
                                  <a:cubicBezTo>
                                    <a:pt x="234" y="600"/>
                                    <a:pt x="234" y="600"/>
                                    <a:pt x="234" y="599"/>
                                  </a:cubicBezTo>
                                  <a:cubicBezTo>
                                    <a:pt x="233" y="599"/>
                                    <a:pt x="232" y="598"/>
                                    <a:pt x="231" y="598"/>
                                  </a:cubicBezTo>
                                  <a:cubicBezTo>
                                    <a:pt x="230" y="598"/>
                                    <a:pt x="230" y="597"/>
                                    <a:pt x="230" y="597"/>
                                  </a:cubicBezTo>
                                  <a:cubicBezTo>
                                    <a:pt x="230" y="597"/>
                                    <a:pt x="230" y="597"/>
                                    <a:pt x="230" y="597"/>
                                  </a:cubicBezTo>
                                  <a:cubicBezTo>
                                    <a:pt x="231" y="596"/>
                                    <a:pt x="232" y="596"/>
                                    <a:pt x="233" y="596"/>
                                  </a:cubicBezTo>
                                  <a:cubicBezTo>
                                    <a:pt x="233" y="596"/>
                                    <a:pt x="232" y="595"/>
                                    <a:pt x="232" y="595"/>
                                  </a:cubicBezTo>
                                  <a:cubicBezTo>
                                    <a:pt x="232" y="595"/>
                                    <a:pt x="232" y="595"/>
                                    <a:pt x="232" y="595"/>
                                  </a:cubicBezTo>
                                  <a:cubicBezTo>
                                    <a:pt x="231" y="595"/>
                                    <a:pt x="230" y="594"/>
                                    <a:pt x="229" y="594"/>
                                  </a:cubicBezTo>
                                  <a:cubicBezTo>
                                    <a:pt x="228" y="594"/>
                                    <a:pt x="228" y="594"/>
                                    <a:pt x="228" y="594"/>
                                  </a:cubicBezTo>
                                  <a:cubicBezTo>
                                    <a:pt x="228" y="594"/>
                                    <a:pt x="228" y="594"/>
                                    <a:pt x="228" y="594"/>
                                  </a:cubicBezTo>
                                  <a:cubicBezTo>
                                    <a:pt x="229" y="593"/>
                                    <a:pt x="229" y="593"/>
                                    <a:pt x="229" y="593"/>
                                  </a:cubicBezTo>
                                  <a:cubicBezTo>
                                    <a:pt x="230" y="592"/>
                                    <a:pt x="229" y="592"/>
                                    <a:pt x="229" y="592"/>
                                  </a:cubicBezTo>
                                  <a:cubicBezTo>
                                    <a:pt x="229" y="592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9" y="591"/>
                                    <a:pt x="229" y="591"/>
                                  </a:cubicBezTo>
                                  <a:cubicBezTo>
                                    <a:pt x="230" y="591"/>
                                    <a:pt x="230" y="591"/>
                                    <a:pt x="230" y="590"/>
                                  </a:cubicBezTo>
                                  <a:cubicBezTo>
                                    <a:pt x="230" y="590"/>
                                    <a:pt x="230" y="590"/>
                                    <a:pt x="230" y="590"/>
                                  </a:cubicBezTo>
                                  <a:cubicBezTo>
                                    <a:pt x="230" y="590"/>
                                    <a:pt x="231" y="590"/>
                                    <a:pt x="232" y="590"/>
                                  </a:cubicBezTo>
                                  <a:cubicBezTo>
                                    <a:pt x="232" y="590"/>
                                    <a:pt x="233" y="590"/>
                                    <a:pt x="233" y="589"/>
                                  </a:cubicBezTo>
                                  <a:cubicBezTo>
                                    <a:pt x="233" y="589"/>
                                    <a:pt x="234" y="590"/>
                                    <a:pt x="235" y="590"/>
                                  </a:cubicBezTo>
                                  <a:cubicBezTo>
                                    <a:pt x="236" y="590"/>
                                    <a:pt x="235" y="590"/>
                                    <a:pt x="236" y="590"/>
                                  </a:cubicBezTo>
                                  <a:cubicBezTo>
                                    <a:pt x="236" y="589"/>
                                    <a:pt x="237" y="589"/>
                                    <a:pt x="237" y="589"/>
                                  </a:cubicBezTo>
                                  <a:cubicBezTo>
                                    <a:pt x="239" y="590"/>
                                    <a:pt x="239" y="590"/>
                                    <a:pt x="239" y="590"/>
                                  </a:cubicBezTo>
                                  <a:cubicBezTo>
                                    <a:pt x="239" y="590"/>
                                    <a:pt x="240" y="589"/>
                                    <a:pt x="240" y="589"/>
                                  </a:cubicBezTo>
                                  <a:cubicBezTo>
                                    <a:pt x="240" y="589"/>
                                    <a:pt x="242" y="589"/>
                                    <a:pt x="243" y="588"/>
                                  </a:cubicBezTo>
                                  <a:cubicBezTo>
                                    <a:pt x="243" y="588"/>
                                    <a:pt x="243" y="588"/>
                                    <a:pt x="244" y="587"/>
                                  </a:cubicBezTo>
                                  <a:cubicBezTo>
                                    <a:pt x="244" y="587"/>
                                    <a:pt x="244" y="587"/>
                                    <a:pt x="245" y="587"/>
                                  </a:cubicBezTo>
                                  <a:cubicBezTo>
                                    <a:pt x="245" y="587"/>
                                    <a:pt x="246" y="587"/>
                                    <a:pt x="247" y="587"/>
                                  </a:cubicBezTo>
                                  <a:cubicBezTo>
                                    <a:pt x="247" y="587"/>
                                    <a:pt x="248" y="587"/>
                                    <a:pt x="248" y="587"/>
                                  </a:cubicBezTo>
                                  <a:cubicBezTo>
                                    <a:pt x="248" y="587"/>
                                    <a:pt x="249" y="587"/>
                                    <a:pt x="249" y="587"/>
                                  </a:cubicBezTo>
                                  <a:cubicBezTo>
                                    <a:pt x="249" y="586"/>
                                    <a:pt x="251" y="586"/>
                                    <a:pt x="251" y="586"/>
                                  </a:cubicBezTo>
                                  <a:cubicBezTo>
                                    <a:pt x="252" y="586"/>
                                    <a:pt x="253" y="585"/>
                                    <a:pt x="253" y="585"/>
                                  </a:cubicBezTo>
                                  <a:cubicBezTo>
                                    <a:pt x="257" y="586"/>
                                    <a:pt x="257" y="586"/>
                                    <a:pt x="257" y="586"/>
                                  </a:cubicBezTo>
                                  <a:cubicBezTo>
                                    <a:pt x="257" y="586"/>
                                    <a:pt x="257" y="585"/>
                                    <a:pt x="257" y="584"/>
                                  </a:cubicBezTo>
                                  <a:cubicBezTo>
                                    <a:pt x="257" y="584"/>
                                    <a:pt x="257" y="583"/>
                                    <a:pt x="257" y="583"/>
                                  </a:cubicBezTo>
                                  <a:cubicBezTo>
                                    <a:pt x="257" y="583"/>
                                    <a:pt x="259" y="583"/>
                                    <a:pt x="260" y="583"/>
                                  </a:cubicBezTo>
                                  <a:cubicBezTo>
                                    <a:pt x="260" y="582"/>
                                    <a:pt x="261" y="583"/>
                                    <a:pt x="261" y="583"/>
                                  </a:cubicBezTo>
                                  <a:cubicBezTo>
                                    <a:pt x="261" y="583"/>
                                    <a:pt x="262" y="582"/>
                                    <a:pt x="262" y="582"/>
                                  </a:cubicBezTo>
                                  <a:cubicBezTo>
                                    <a:pt x="262" y="582"/>
                                    <a:pt x="264" y="582"/>
                                    <a:pt x="264" y="582"/>
                                  </a:cubicBezTo>
                                  <a:cubicBezTo>
                                    <a:pt x="264" y="582"/>
                                    <a:pt x="274" y="580"/>
                                    <a:pt x="274" y="580"/>
                                  </a:cubicBezTo>
                                  <a:cubicBezTo>
                                    <a:pt x="274" y="579"/>
                                    <a:pt x="277" y="578"/>
                                    <a:pt x="278" y="578"/>
                                  </a:cubicBezTo>
                                  <a:cubicBezTo>
                                    <a:pt x="278" y="578"/>
                                    <a:pt x="278" y="578"/>
                                    <a:pt x="278" y="577"/>
                                  </a:cubicBezTo>
                                  <a:cubicBezTo>
                                    <a:pt x="278" y="577"/>
                                    <a:pt x="278" y="577"/>
                                    <a:pt x="278" y="576"/>
                                  </a:cubicBezTo>
                                  <a:cubicBezTo>
                                    <a:pt x="277" y="576"/>
                                    <a:pt x="278" y="576"/>
                                    <a:pt x="278" y="576"/>
                                  </a:cubicBezTo>
                                  <a:cubicBezTo>
                                    <a:pt x="278" y="576"/>
                                    <a:pt x="280" y="575"/>
                                    <a:pt x="280" y="575"/>
                                  </a:cubicBezTo>
                                  <a:cubicBezTo>
                                    <a:pt x="281" y="575"/>
                                    <a:pt x="281" y="574"/>
                                    <a:pt x="281" y="574"/>
                                  </a:cubicBezTo>
                                  <a:cubicBezTo>
                                    <a:pt x="281" y="574"/>
                                    <a:pt x="283" y="574"/>
                                    <a:pt x="283" y="574"/>
                                  </a:cubicBezTo>
                                  <a:cubicBezTo>
                                    <a:pt x="283" y="574"/>
                                    <a:pt x="284" y="574"/>
                                    <a:pt x="284" y="574"/>
                                  </a:cubicBezTo>
                                  <a:cubicBezTo>
                                    <a:pt x="287" y="574"/>
                                    <a:pt x="287" y="574"/>
                                    <a:pt x="287" y="574"/>
                                  </a:cubicBezTo>
                                  <a:cubicBezTo>
                                    <a:pt x="287" y="574"/>
                                    <a:pt x="289" y="576"/>
                                    <a:pt x="290" y="576"/>
                                  </a:cubicBezTo>
                                  <a:cubicBezTo>
                                    <a:pt x="290" y="576"/>
                                    <a:pt x="291" y="576"/>
                                    <a:pt x="291" y="576"/>
                                  </a:cubicBezTo>
                                  <a:cubicBezTo>
                                    <a:pt x="291" y="576"/>
                                    <a:pt x="292" y="575"/>
                                    <a:pt x="292" y="575"/>
                                  </a:cubicBezTo>
                                  <a:cubicBezTo>
                                    <a:pt x="292" y="575"/>
                                    <a:pt x="293" y="575"/>
                                    <a:pt x="294" y="575"/>
                                  </a:cubicBezTo>
                                  <a:cubicBezTo>
                                    <a:pt x="295" y="575"/>
                                    <a:pt x="296" y="576"/>
                                    <a:pt x="296" y="576"/>
                                  </a:cubicBezTo>
                                  <a:cubicBezTo>
                                    <a:pt x="296" y="577"/>
                                    <a:pt x="296" y="578"/>
                                    <a:pt x="296" y="578"/>
                                  </a:cubicBezTo>
                                  <a:cubicBezTo>
                                    <a:pt x="296" y="578"/>
                                    <a:pt x="296" y="579"/>
                                    <a:pt x="296" y="579"/>
                                  </a:cubicBezTo>
                                  <a:cubicBezTo>
                                    <a:pt x="296" y="580"/>
                                    <a:pt x="296" y="581"/>
                                    <a:pt x="296" y="581"/>
                                  </a:cubicBezTo>
                                  <a:cubicBezTo>
                                    <a:pt x="296" y="581"/>
                                    <a:pt x="297" y="582"/>
                                    <a:pt x="298" y="582"/>
                                  </a:cubicBezTo>
                                  <a:cubicBezTo>
                                    <a:pt x="299" y="583"/>
                                    <a:pt x="298" y="584"/>
                                    <a:pt x="298" y="584"/>
                                  </a:cubicBezTo>
                                  <a:cubicBezTo>
                                    <a:pt x="298" y="584"/>
                                    <a:pt x="296" y="586"/>
                                    <a:pt x="296" y="586"/>
                                  </a:cubicBezTo>
                                  <a:cubicBezTo>
                                    <a:pt x="296" y="586"/>
                                    <a:pt x="296" y="587"/>
                                    <a:pt x="297" y="588"/>
                                  </a:cubicBezTo>
                                  <a:cubicBezTo>
                                    <a:pt x="298" y="588"/>
                                    <a:pt x="298" y="588"/>
                                    <a:pt x="298" y="588"/>
                                  </a:cubicBezTo>
                                  <a:cubicBezTo>
                                    <a:pt x="298" y="588"/>
                                    <a:pt x="300" y="588"/>
                                    <a:pt x="300" y="588"/>
                                  </a:cubicBezTo>
                                  <a:cubicBezTo>
                                    <a:pt x="300" y="589"/>
                                    <a:pt x="301" y="588"/>
                                    <a:pt x="302" y="588"/>
                                  </a:cubicBezTo>
                                  <a:cubicBezTo>
                                    <a:pt x="302" y="588"/>
                                    <a:pt x="303" y="588"/>
                                    <a:pt x="303" y="588"/>
                                  </a:cubicBezTo>
                                  <a:cubicBezTo>
                                    <a:pt x="304" y="587"/>
                                    <a:pt x="303" y="586"/>
                                    <a:pt x="303" y="586"/>
                                  </a:cubicBezTo>
                                  <a:cubicBezTo>
                                    <a:pt x="304" y="585"/>
                                    <a:pt x="304" y="586"/>
                                    <a:pt x="305" y="586"/>
                                  </a:cubicBezTo>
                                  <a:cubicBezTo>
                                    <a:pt x="306" y="587"/>
                                    <a:pt x="305" y="588"/>
                                    <a:pt x="305" y="588"/>
                                  </a:cubicBezTo>
                                  <a:cubicBezTo>
                                    <a:pt x="305" y="589"/>
                                    <a:pt x="305" y="590"/>
                                    <a:pt x="306" y="590"/>
                                  </a:cubicBezTo>
                                  <a:cubicBezTo>
                                    <a:pt x="306" y="590"/>
                                    <a:pt x="307" y="590"/>
                                    <a:pt x="307" y="589"/>
                                  </a:cubicBezTo>
                                  <a:cubicBezTo>
                                    <a:pt x="307" y="589"/>
                                    <a:pt x="307" y="589"/>
                                    <a:pt x="308" y="589"/>
                                  </a:cubicBezTo>
                                  <a:cubicBezTo>
                                    <a:pt x="308" y="588"/>
                                    <a:pt x="309" y="589"/>
                                    <a:pt x="309" y="589"/>
                                  </a:cubicBezTo>
                                  <a:cubicBezTo>
                                    <a:pt x="310" y="589"/>
                                    <a:pt x="310" y="589"/>
                                    <a:pt x="310" y="589"/>
                                  </a:cubicBezTo>
                                  <a:cubicBezTo>
                                    <a:pt x="312" y="590"/>
                                    <a:pt x="312" y="590"/>
                                    <a:pt x="312" y="590"/>
                                  </a:cubicBezTo>
                                  <a:cubicBezTo>
                                    <a:pt x="312" y="590"/>
                                    <a:pt x="313" y="590"/>
                                    <a:pt x="314" y="589"/>
                                  </a:cubicBezTo>
                                  <a:cubicBezTo>
                                    <a:pt x="315" y="588"/>
                                    <a:pt x="315" y="590"/>
                                    <a:pt x="315" y="590"/>
                                  </a:cubicBezTo>
                                  <a:cubicBezTo>
                                    <a:pt x="315" y="590"/>
                                    <a:pt x="315" y="591"/>
                                    <a:pt x="314" y="591"/>
                                  </a:cubicBezTo>
                                  <a:cubicBezTo>
                                    <a:pt x="313" y="592"/>
                                    <a:pt x="314" y="592"/>
                                    <a:pt x="313" y="592"/>
                                  </a:cubicBezTo>
                                  <a:cubicBezTo>
                                    <a:pt x="313" y="592"/>
                                    <a:pt x="312" y="592"/>
                                    <a:pt x="312" y="593"/>
                                  </a:cubicBezTo>
                                  <a:cubicBezTo>
                                    <a:pt x="312" y="593"/>
                                    <a:pt x="312" y="594"/>
                                    <a:pt x="312" y="595"/>
                                  </a:cubicBezTo>
                                  <a:cubicBezTo>
                                    <a:pt x="312" y="595"/>
                                    <a:pt x="314" y="596"/>
                                    <a:pt x="314" y="596"/>
                                  </a:cubicBezTo>
                                  <a:cubicBezTo>
                                    <a:pt x="314" y="595"/>
                                    <a:pt x="314" y="595"/>
                                    <a:pt x="314" y="595"/>
                                  </a:cubicBezTo>
                                  <a:cubicBezTo>
                                    <a:pt x="314" y="595"/>
                                    <a:pt x="315" y="594"/>
                                    <a:pt x="315" y="594"/>
                                  </a:cubicBezTo>
                                  <a:cubicBezTo>
                                    <a:pt x="315" y="593"/>
                                    <a:pt x="317" y="594"/>
                                    <a:pt x="317" y="594"/>
                                  </a:cubicBezTo>
                                  <a:cubicBezTo>
                                    <a:pt x="318" y="595"/>
                                    <a:pt x="319" y="596"/>
                                    <a:pt x="319" y="596"/>
                                  </a:cubicBezTo>
                                  <a:cubicBezTo>
                                    <a:pt x="320" y="596"/>
                                    <a:pt x="320" y="595"/>
                                    <a:pt x="320" y="594"/>
                                  </a:cubicBezTo>
                                  <a:cubicBezTo>
                                    <a:pt x="320" y="594"/>
                                    <a:pt x="320" y="594"/>
                                    <a:pt x="320" y="594"/>
                                  </a:cubicBezTo>
                                  <a:cubicBezTo>
                                    <a:pt x="321" y="593"/>
                                    <a:pt x="321" y="594"/>
                                    <a:pt x="322" y="593"/>
                                  </a:cubicBezTo>
                                  <a:cubicBezTo>
                                    <a:pt x="322" y="593"/>
                                    <a:pt x="322" y="592"/>
                                    <a:pt x="322" y="592"/>
                                  </a:cubicBezTo>
                                  <a:cubicBezTo>
                                    <a:pt x="322" y="592"/>
                                    <a:pt x="322" y="592"/>
                                    <a:pt x="323" y="592"/>
                                  </a:cubicBezTo>
                                  <a:cubicBezTo>
                                    <a:pt x="324" y="593"/>
                                    <a:pt x="324" y="592"/>
                                    <a:pt x="324" y="592"/>
                                  </a:cubicBezTo>
                                  <a:cubicBezTo>
                                    <a:pt x="324" y="592"/>
                                    <a:pt x="326" y="592"/>
                                    <a:pt x="326" y="591"/>
                                  </a:cubicBezTo>
                                  <a:cubicBezTo>
                                    <a:pt x="326" y="591"/>
                                    <a:pt x="326" y="590"/>
                                    <a:pt x="326" y="590"/>
                                  </a:cubicBezTo>
                                  <a:cubicBezTo>
                                    <a:pt x="327" y="588"/>
                                    <a:pt x="327" y="588"/>
                                    <a:pt x="327" y="588"/>
                                  </a:cubicBezTo>
                                  <a:cubicBezTo>
                                    <a:pt x="327" y="588"/>
                                    <a:pt x="327" y="588"/>
                                    <a:pt x="328" y="588"/>
                                  </a:cubicBezTo>
                                  <a:cubicBezTo>
                                    <a:pt x="329" y="588"/>
                                    <a:pt x="329" y="588"/>
                                    <a:pt x="330" y="588"/>
                                  </a:cubicBezTo>
                                  <a:cubicBezTo>
                                    <a:pt x="330" y="588"/>
                                    <a:pt x="332" y="587"/>
                                    <a:pt x="332" y="587"/>
                                  </a:cubicBezTo>
                                  <a:cubicBezTo>
                                    <a:pt x="332" y="587"/>
                                    <a:pt x="332" y="586"/>
                                    <a:pt x="332" y="586"/>
                                  </a:cubicBezTo>
                                  <a:cubicBezTo>
                                    <a:pt x="333" y="586"/>
                                    <a:pt x="334" y="586"/>
                                    <a:pt x="335" y="586"/>
                                  </a:cubicBezTo>
                                  <a:cubicBezTo>
                                    <a:pt x="335" y="586"/>
                                    <a:pt x="335" y="585"/>
                                    <a:pt x="335" y="585"/>
                                  </a:cubicBezTo>
                                  <a:cubicBezTo>
                                    <a:pt x="335" y="585"/>
                                    <a:pt x="336" y="585"/>
                                    <a:pt x="336" y="585"/>
                                  </a:cubicBezTo>
                                  <a:cubicBezTo>
                                    <a:pt x="336" y="585"/>
                                    <a:pt x="336" y="586"/>
                                    <a:pt x="336" y="586"/>
                                  </a:cubicBezTo>
                                  <a:cubicBezTo>
                                    <a:pt x="336" y="586"/>
                                    <a:pt x="336" y="587"/>
                                    <a:pt x="336" y="587"/>
                                  </a:cubicBezTo>
                                  <a:cubicBezTo>
                                    <a:pt x="336" y="587"/>
                                    <a:pt x="335" y="588"/>
                                    <a:pt x="335" y="588"/>
                                  </a:cubicBezTo>
                                  <a:cubicBezTo>
                                    <a:pt x="333" y="588"/>
                                    <a:pt x="333" y="588"/>
                                    <a:pt x="333" y="588"/>
                                  </a:cubicBezTo>
                                  <a:cubicBezTo>
                                    <a:pt x="333" y="589"/>
                                    <a:pt x="333" y="589"/>
                                    <a:pt x="333" y="589"/>
                                  </a:cubicBezTo>
                                  <a:cubicBezTo>
                                    <a:pt x="343" y="598"/>
                                    <a:pt x="343" y="598"/>
                                    <a:pt x="343" y="598"/>
                                  </a:cubicBezTo>
                                  <a:cubicBezTo>
                                    <a:pt x="358" y="626"/>
                                    <a:pt x="358" y="626"/>
                                    <a:pt x="358" y="626"/>
                                  </a:cubicBezTo>
                                  <a:cubicBezTo>
                                    <a:pt x="358" y="624"/>
                                    <a:pt x="358" y="624"/>
                                    <a:pt x="358" y="624"/>
                                  </a:cubicBezTo>
                                  <a:cubicBezTo>
                                    <a:pt x="360" y="624"/>
                                    <a:pt x="360" y="624"/>
                                    <a:pt x="360" y="624"/>
                                  </a:cubicBezTo>
                                  <a:cubicBezTo>
                                    <a:pt x="360" y="624"/>
                                    <a:pt x="361" y="623"/>
                                    <a:pt x="361" y="623"/>
                                  </a:cubicBezTo>
                                  <a:cubicBezTo>
                                    <a:pt x="361" y="622"/>
                                    <a:pt x="361" y="622"/>
                                    <a:pt x="360" y="622"/>
                                  </a:cubicBezTo>
                                  <a:cubicBezTo>
                                    <a:pt x="360" y="621"/>
                                    <a:pt x="361" y="621"/>
                                    <a:pt x="361" y="621"/>
                                  </a:cubicBezTo>
                                  <a:cubicBezTo>
                                    <a:pt x="361" y="621"/>
                                    <a:pt x="363" y="620"/>
                                    <a:pt x="363" y="620"/>
                                  </a:cubicBezTo>
                                  <a:cubicBezTo>
                                    <a:pt x="364" y="621"/>
                                    <a:pt x="365" y="621"/>
                                    <a:pt x="365" y="621"/>
                                  </a:cubicBezTo>
                                  <a:cubicBezTo>
                                    <a:pt x="365" y="621"/>
                                    <a:pt x="365" y="622"/>
                                    <a:pt x="365" y="623"/>
                                  </a:cubicBezTo>
                                  <a:cubicBezTo>
                                    <a:pt x="365" y="623"/>
                                    <a:pt x="365" y="623"/>
                                    <a:pt x="365" y="623"/>
                                  </a:cubicBezTo>
                                  <a:cubicBezTo>
                                    <a:pt x="365" y="624"/>
                                    <a:pt x="367" y="624"/>
                                    <a:pt x="367" y="624"/>
                                  </a:cubicBezTo>
                                  <a:cubicBezTo>
                                    <a:pt x="367" y="624"/>
                                    <a:pt x="367" y="624"/>
                                    <a:pt x="367" y="625"/>
                                  </a:cubicBezTo>
                                  <a:cubicBezTo>
                                    <a:pt x="367" y="625"/>
                                    <a:pt x="367" y="625"/>
                                    <a:pt x="368" y="626"/>
                                  </a:cubicBezTo>
                                  <a:cubicBezTo>
                                    <a:pt x="368" y="626"/>
                                    <a:pt x="369" y="625"/>
                                    <a:pt x="369" y="625"/>
                                  </a:cubicBezTo>
                                  <a:cubicBezTo>
                                    <a:pt x="369" y="625"/>
                                    <a:pt x="370" y="625"/>
                                    <a:pt x="371" y="625"/>
                                  </a:cubicBezTo>
                                  <a:cubicBezTo>
                                    <a:pt x="371" y="626"/>
                                    <a:pt x="372" y="626"/>
                                    <a:pt x="373" y="626"/>
                                  </a:cubicBezTo>
                                  <a:cubicBezTo>
                                    <a:pt x="373" y="626"/>
                                    <a:pt x="374" y="626"/>
                                    <a:pt x="374" y="626"/>
                                  </a:cubicBezTo>
                                  <a:cubicBezTo>
                                    <a:pt x="374" y="626"/>
                                    <a:pt x="375" y="626"/>
                                    <a:pt x="375" y="625"/>
                                  </a:cubicBezTo>
                                  <a:cubicBezTo>
                                    <a:pt x="375" y="625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5"/>
                                    <a:pt x="376" y="625"/>
                                  </a:cubicBezTo>
                                  <a:cubicBezTo>
                                    <a:pt x="376" y="625"/>
                                    <a:pt x="378" y="625"/>
                                    <a:pt x="378" y="624"/>
                                  </a:cubicBezTo>
                                  <a:cubicBezTo>
                                    <a:pt x="378" y="624"/>
                                    <a:pt x="378" y="623"/>
                                    <a:pt x="378" y="623"/>
                                  </a:cubicBezTo>
                                  <a:cubicBezTo>
                                    <a:pt x="380" y="623"/>
                                    <a:pt x="380" y="623"/>
                                    <a:pt x="380" y="623"/>
                                  </a:cubicBezTo>
                                  <a:cubicBezTo>
                                    <a:pt x="381" y="624"/>
                                    <a:pt x="381" y="624"/>
                                    <a:pt x="381" y="624"/>
                                  </a:cubicBezTo>
                                  <a:cubicBezTo>
                                    <a:pt x="381" y="624"/>
                                    <a:pt x="383" y="624"/>
                                    <a:pt x="383" y="625"/>
                                  </a:cubicBezTo>
                                  <a:cubicBezTo>
                                    <a:pt x="383" y="625"/>
                                    <a:pt x="384" y="626"/>
                                    <a:pt x="384" y="626"/>
                                  </a:cubicBezTo>
                                  <a:cubicBezTo>
                                    <a:pt x="384" y="627"/>
                                    <a:pt x="385" y="628"/>
                                    <a:pt x="385" y="628"/>
                                  </a:cubicBezTo>
                                  <a:cubicBezTo>
                                    <a:pt x="385" y="628"/>
                                    <a:pt x="386" y="630"/>
                                    <a:pt x="386" y="630"/>
                                  </a:cubicBezTo>
                                  <a:cubicBezTo>
                                    <a:pt x="386" y="630"/>
                                    <a:pt x="386" y="632"/>
                                    <a:pt x="386" y="632"/>
                                  </a:cubicBezTo>
                                  <a:cubicBezTo>
                                    <a:pt x="386" y="632"/>
                                    <a:pt x="388" y="631"/>
                                    <a:pt x="389" y="631"/>
                                  </a:cubicBezTo>
                                  <a:cubicBezTo>
                                    <a:pt x="389" y="631"/>
                                    <a:pt x="390" y="632"/>
                                    <a:pt x="390" y="632"/>
                                  </a:cubicBezTo>
                                  <a:cubicBezTo>
                                    <a:pt x="390" y="632"/>
                                    <a:pt x="392" y="633"/>
                                    <a:pt x="392" y="633"/>
                                  </a:cubicBezTo>
                                  <a:cubicBezTo>
                                    <a:pt x="392" y="633"/>
                                    <a:pt x="392" y="634"/>
                                    <a:pt x="392" y="635"/>
                                  </a:cubicBezTo>
                                  <a:cubicBezTo>
                                    <a:pt x="392" y="635"/>
                                    <a:pt x="392" y="636"/>
                                    <a:pt x="392" y="636"/>
                                  </a:cubicBezTo>
                                  <a:cubicBezTo>
                                    <a:pt x="392" y="636"/>
                                    <a:pt x="392" y="637"/>
                                    <a:pt x="393" y="637"/>
                                  </a:cubicBezTo>
                                  <a:cubicBezTo>
                                    <a:pt x="393" y="638"/>
                                    <a:pt x="394" y="638"/>
                                    <a:pt x="394" y="638"/>
                                  </a:cubicBezTo>
                                  <a:cubicBezTo>
                                    <a:pt x="394" y="638"/>
                                    <a:pt x="395" y="638"/>
                                    <a:pt x="396" y="638"/>
                                  </a:cubicBezTo>
                                  <a:cubicBezTo>
                                    <a:pt x="397" y="639"/>
                                    <a:pt x="397" y="639"/>
                                    <a:pt x="398" y="639"/>
                                  </a:cubicBezTo>
                                  <a:cubicBezTo>
                                    <a:pt x="399" y="639"/>
                                    <a:pt x="399" y="639"/>
                                    <a:pt x="400" y="639"/>
                                  </a:cubicBezTo>
                                  <a:cubicBezTo>
                                    <a:pt x="400" y="639"/>
                                    <a:pt x="400" y="638"/>
                                    <a:pt x="400" y="638"/>
                                  </a:cubicBezTo>
                                  <a:cubicBezTo>
                                    <a:pt x="401" y="637"/>
                                    <a:pt x="402" y="636"/>
                                    <a:pt x="402" y="636"/>
                                  </a:cubicBezTo>
                                  <a:cubicBezTo>
                                    <a:pt x="402" y="636"/>
                                    <a:pt x="403" y="636"/>
                                    <a:pt x="403" y="636"/>
                                  </a:cubicBezTo>
                                  <a:cubicBezTo>
                                    <a:pt x="403" y="636"/>
                                    <a:pt x="402" y="637"/>
                                    <a:pt x="402" y="638"/>
                                  </a:cubicBezTo>
                                  <a:cubicBezTo>
                                    <a:pt x="402" y="638"/>
                                    <a:pt x="403" y="638"/>
                                    <a:pt x="403" y="639"/>
                                  </a:cubicBezTo>
                                  <a:cubicBezTo>
                                    <a:pt x="403" y="639"/>
                                    <a:pt x="404" y="640"/>
                                    <a:pt x="404" y="640"/>
                                  </a:cubicBezTo>
                                  <a:cubicBezTo>
                                    <a:pt x="404" y="640"/>
                                    <a:pt x="405" y="641"/>
                                    <a:pt x="405" y="641"/>
                                  </a:cubicBezTo>
                                  <a:cubicBezTo>
                                    <a:pt x="405" y="641"/>
                                    <a:pt x="406" y="642"/>
                                    <a:pt x="406" y="642"/>
                                  </a:cubicBezTo>
                                  <a:cubicBezTo>
                                    <a:pt x="407" y="643"/>
                                    <a:pt x="407" y="643"/>
                                    <a:pt x="407" y="643"/>
                                  </a:cubicBezTo>
                                  <a:cubicBezTo>
                                    <a:pt x="410" y="643"/>
                                    <a:pt x="410" y="643"/>
                                    <a:pt x="410" y="643"/>
                                  </a:cubicBezTo>
                                  <a:cubicBezTo>
                                    <a:pt x="411" y="642"/>
                                    <a:pt x="411" y="642"/>
                                    <a:pt x="411" y="642"/>
                                  </a:cubicBezTo>
                                  <a:cubicBezTo>
                                    <a:pt x="412" y="642"/>
                                    <a:pt x="412" y="642"/>
                                    <a:pt x="412" y="642"/>
                                  </a:cubicBezTo>
                                  <a:cubicBezTo>
                                    <a:pt x="413" y="640"/>
                                    <a:pt x="413" y="640"/>
                                    <a:pt x="413" y="640"/>
                                  </a:cubicBezTo>
                                  <a:cubicBezTo>
                                    <a:pt x="413" y="640"/>
                                    <a:pt x="415" y="640"/>
                                    <a:pt x="415" y="640"/>
                                  </a:cubicBezTo>
                                  <a:cubicBezTo>
                                    <a:pt x="415" y="640"/>
                                    <a:pt x="417" y="640"/>
                                    <a:pt x="417" y="640"/>
                                  </a:cubicBezTo>
                                  <a:cubicBezTo>
                                    <a:pt x="418" y="639"/>
                                    <a:pt x="418" y="639"/>
                                    <a:pt x="418" y="639"/>
                                  </a:cubicBezTo>
                                  <a:cubicBezTo>
                                    <a:pt x="418" y="639"/>
                                    <a:pt x="418" y="639"/>
                                    <a:pt x="418" y="639"/>
                                  </a:cubicBezTo>
                                  <a:cubicBezTo>
                                    <a:pt x="419" y="639"/>
                                    <a:pt x="419" y="639"/>
                                    <a:pt x="419" y="639"/>
                                  </a:cubicBezTo>
                                  <a:cubicBezTo>
                                    <a:pt x="419" y="639"/>
                                    <a:pt x="420" y="638"/>
                                    <a:pt x="420" y="638"/>
                                  </a:cubicBezTo>
                                  <a:cubicBezTo>
                                    <a:pt x="420" y="638"/>
                                    <a:pt x="421" y="638"/>
                                    <a:pt x="421" y="638"/>
                                  </a:cubicBezTo>
                                  <a:cubicBezTo>
                                    <a:pt x="422" y="638"/>
                                    <a:pt x="422" y="638"/>
                                    <a:pt x="423" y="638"/>
                                  </a:cubicBezTo>
                                  <a:cubicBezTo>
                                    <a:pt x="423" y="638"/>
                                    <a:pt x="423" y="637"/>
                                    <a:pt x="423" y="637"/>
                                  </a:cubicBezTo>
                                  <a:cubicBezTo>
                                    <a:pt x="423" y="637"/>
                                    <a:pt x="423" y="636"/>
                                    <a:pt x="423" y="636"/>
                                  </a:cubicBezTo>
                                  <a:cubicBezTo>
                                    <a:pt x="422" y="636"/>
                                    <a:pt x="423" y="635"/>
                                    <a:pt x="423" y="635"/>
                                  </a:cubicBezTo>
                                  <a:cubicBezTo>
                                    <a:pt x="423" y="635"/>
                                    <a:pt x="423" y="635"/>
                                    <a:pt x="423" y="635"/>
                                  </a:cubicBezTo>
                                  <a:cubicBezTo>
                                    <a:pt x="423" y="635"/>
                                    <a:pt x="425" y="634"/>
                                    <a:pt x="425" y="634"/>
                                  </a:cubicBezTo>
                                  <a:cubicBezTo>
                                    <a:pt x="425" y="634"/>
                                    <a:pt x="427" y="633"/>
                                    <a:pt x="427" y="633"/>
                                  </a:cubicBezTo>
                                  <a:cubicBezTo>
                                    <a:pt x="427" y="632"/>
                                    <a:pt x="428" y="632"/>
                                    <a:pt x="428" y="632"/>
                                  </a:cubicBezTo>
                                  <a:cubicBezTo>
                                    <a:pt x="430" y="631"/>
                                    <a:pt x="430" y="631"/>
                                    <a:pt x="430" y="631"/>
                                  </a:cubicBezTo>
                                  <a:cubicBezTo>
                                    <a:pt x="430" y="631"/>
                                    <a:pt x="430" y="631"/>
                                    <a:pt x="430" y="631"/>
                                  </a:cubicBezTo>
                                  <a:cubicBezTo>
                                    <a:pt x="432" y="629"/>
                                    <a:pt x="432" y="629"/>
                                    <a:pt x="432" y="629"/>
                                  </a:cubicBezTo>
                                  <a:cubicBezTo>
                                    <a:pt x="435" y="629"/>
                                    <a:pt x="435" y="629"/>
                                    <a:pt x="435" y="629"/>
                                  </a:cubicBezTo>
                                  <a:cubicBezTo>
                                    <a:pt x="437" y="626"/>
                                    <a:pt x="437" y="626"/>
                                    <a:pt x="437" y="626"/>
                                  </a:cubicBezTo>
                                  <a:cubicBezTo>
                                    <a:pt x="440" y="626"/>
                                    <a:pt x="440" y="626"/>
                                    <a:pt x="440" y="626"/>
                                  </a:cubicBezTo>
                                  <a:cubicBezTo>
                                    <a:pt x="441" y="625"/>
                                    <a:pt x="441" y="625"/>
                                    <a:pt x="441" y="625"/>
                                  </a:cubicBezTo>
                                  <a:cubicBezTo>
                                    <a:pt x="442" y="626"/>
                                    <a:pt x="442" y="626"/>
                                    <a:pt x="442" y="626"/>
                                  </a:cubicBezTo>
                                  <a:cubicBezTo>
                                    <a:pt x="443" y="626"/>
                                    <a:pt x="443" y="626"/>
                                    <a:pt x="443" y="626"/>
                                  </a:cubicBezTo>
                                  <a:cubicBezTo>
                                    <a:pt x="444" y="625"/>
                                    <a:pt x="444" y="625"/>
                                    <a:pt x="444" y="625"/>
                                  </a:cubicBezTo>
                                  <a:cubicBezTo>
                                    <a:pt x="446" y="626"/>
                                    <a:pt x="446" y="626"/>
                                    <a:pt x="446" y="626"/>
                                  </a:cubicBezTo>
                                  <a:cubicBezTo>
                                    <a:pt x="446" y="628"/>
                                    <a:pt x="446" y="628"/>
                                    <a:pt x="446" y="628"/>
                                  </a:cubicBezTo>
                                  <a:cubicBezTo>
                                    <a:pt x="454" y="628"/>
                                    <a:pt x="454" y="628"/>
                                    <a:pt x="454" y="628"/>
                                  </a:cubicBezTo>
                                  <a:cubicBezTo>
                                    <a:pt x="454" y="628"/>
                                    <a:pt x="454" y="630"/>
                                    <a:pt x="454" y="630"/>
                                  </a:cubicBezTo>
                                  <a:cubicBezTo>
                                    <a:pt x="454" y="630"/>
                                    <a:pt x="455" y="632"/>
                                    <a:pt x="455" y="632"/>
                                  </a:cubicBezTo>
                                  <a:cubicBezTo>
                                    <a:pt x="455" y="632"/>
                                    <a:pt x="456" y="633"/>
                                    <a:pt x="456" y="633"/>
                                  </a:cubicBezTo>
                                  <a:cubicBezTo>
                                    <a:pt x="456" y="633"/>
                                    <a:pt x="458" y="633"/>
                                    <a:pt x="459" y="634"/>
                                  </a:cubicBezTo>
                                  <a:cubicBezTo>
                                    <a:pt x="459" y="634"/>
                                    <a:pt x="460" y="634"/>
                                    <a:pt x="460" y="634"/>
                                  </a:cubicBezTo>
                                  <a:cubicBezTo>
                                    <a:pt x="460" y="635"/>
                                    <a:pt x="462" y="635"/>
                                    <a:pt x="462" y="635"/>
                                  </a:cubicBezTo>
                                  <a:cubicBezTo>
                                    <a:pt x="465" y="633"/>
                                    <a:pt x="465" y="633"/>
                                    <a:pt x="465" y="633"/>
                                  </a:cubicBezTo>
                                  <a:cubicBezTo>
                                    <a:pt x="468" y="635"/>
                                    <a:pt x="468" y="635"/>
                                    <a:pt x="468" y="635"/>
                                  </a:cubicBezTo>
                                  <a:cubicBezTo>
                                    <a:pt x="473" y="635"/>
                                    <a:pt x="473" y="635"/>
                                    <a:pt x="473" y="635"/>
                                  </a:cubicBezTo>
                                  <a:cubicBezTo>
                                    <a:pt x="474" y="636"/>
                                    <a:pt x="474" y="636"/>
                                    <a:pt x="474" y="636"/>
                                  </a:cubicBezTo>
                                  <a:cubicBezTo>
                                    <a:pt x="476" y="636"/>
                                    <a:pt x="476" y="636"/>
                                    <a:pt x="476" y="636"/>
                                  </a:cubicBezTo>
                                  <a:cubicBezTo>
                                    <a:pt x="478" y="634"/>
                                    <a:pt x="478" y="634"/>
                                    <a:pt x="478" y="634"/>
                                  </a:cubicBezTo>
                                  <a:cubicBezTo>
                                    <a:pt x="478" y="635"/>
                                    <a:pt x="478" y="635"/>
                                    <a:pt x="478" y="635"/>
                                  </a:cubicBezTo>
                                  <a:cubicBezTo>
                                    <a:pt x="479" y="635"/>
                                    <a:pt x="479" y="635"/>
                                    <a:pt x="479" y="635"/>
                                  </a:cubicBezTo>
                                  <a:cubicBezTo>
                                    <a:pt x="480" y="633"/>
                                    <a:pt x="480" y="633"/>
                                    <a:pt x="480" y="633"/>
                                  </a:cubicBezTo>
                                  <a:cubicBezTo>
                                    <a:pt x="481" y="631"/>
                                    <a:pt x="481" y="631"/>
                                    <a:pt x="481" y="631"/>
                                  </a:cubicBezTo>
                                  <a:cubicBezTo>
                                    <a:pt x="481" y="629"/>
                                    <a:pt x="481" y="629"/>
                                    <a:pt x="481" y="629"/>
                                  </a:cubicBezTo>
                                  <a:cubicBezTo>
                                    <a:pt x="480" y="627"/>
                                    <a:pt x="480" y="627"/>
                                    <a:pt x="480" y="627"/>
                                  </a:cubicBezTo>
                                  <a:cubicBezTo>
                                    <a:pt x="480" y="625"/>
                                    <a:pt x="480" y="625"/>
                                    <a:pt x="480" y="625"/>
                                  </a:cubicBezTo>
                                  <a:cubicBezTo>
                                    <a:pt x="479" y="625"/>
                                    <a:pt x="479" y="625"/>
                                    <a:pt x="479" y="625"/>
                                  </a:cubicBezTo>
                                  <a:cubicBezTo>
                                    <a:pt x="479" y="625"/>
                                    <a:pt x="478" y="624"/>
                                    <a:pt x="478" y="623"/>
                                  </a:cubicBezTo>
                                  <a:cubicBezTo>
                                    <a:pt x="478" y="622"/>
                                    <a:pt x="478" y="622"/>
                                    <a:pt x="478" y="622"/>
                                  </a:cubicBezTo>
                                  <a:cubicBezTo>
                                    <a:pt x="479" y="621"/>
                                    <a:pt x="479" y="621"/>
                                    <a:pt x="479" y="620"/>
                                  </a:cubicBezTo>
                                  <a:cubicBezTo>
                                    <a:pt x="480" y="620"/>
                                    <a:pt x="479" y="620"/>
                                    <a:pt x="479" y="619"/>
                                  </a:cubicBezTo>
                                  <a:cubicBezTo>
                                    <a:pt x="479" y="619"/>
                                    <a:pt x="480" y="619"/>
                                    <a:pt x="480" y="619"/>
                                  </a:cubicBezTo>
                                  <a:cubicBezTo>
                                    <a:pt x="480" y="619"/>
                                    <a:pt x="481" y="618"/>
                                    <a:pt x="481" y="618"/>
                                  </a:cubicBezTo>
                                  <a:cubicBezTo>
                                    <a:pt x="481" y="617"/>
                                    <a:pt x="482" y="616"/>
                                    <a:pt x="482" y="615"/>
                                  </a:cubicBezTo>
                                  <a:cubicBezTo>
                                    <a:pt x="482" y="615"/>
                                    <a:pt x="482" y="615"/>
                                    <a:pt x="482" y="615"/>
                                  </a:cubicBezTo>
                                  <a:cubicBezTo>
                                    <a:pt x="484" y="614"/>
                                    <a:pt x="484" y="614"/>
                                    <a:pt x="484" y="614"/>
                                  </a:cubicBezTo>
                                  <a:cubicBezTo>
                                    <a:pt x="484" y="614"/>
                                    <a:pt x="485" y="613"/>
                                    <a:pt x="485" y="613"/>
                                  </a:cubicBezTo>
                                  <a:cubicBezTo>
                                    <a:pt x="485" y="613"/>
                                    <a:pt x="485" y="612"/>
                                    <a:pt x="485" y="611"/>
                                  </a:cubicBezTo>
                                  <a:cubicBezTo>
                                    <a:pt x="485" y="611"/>
                                    <a:pt x="485" y="610"/>
                                    <a:pt x="485" y="610"/>
                                  </a:cubicBezTo>
                                  <a:cubicBezTo>
                                    <a:pt x="489" y="613"/>
                                    <a:pt x="489" y="613"/>
                                    <a:pt x="489" y="613"/>
                                  </a:cubicBezTo>
                                  <a:cubicBezTo>
                                    <a:pt x="492" y="613"/>
                                    <a:pt x="492" y="613"/>
                                    <a:pt x="492" y="613"/>
                                  </a:cubicBezTo>
                                  <a:cubicBezTo>
                                    <a:pt x="492" y="615"/>
                                    <a:pt x="492" y="615"/>
                                    <a:pt x="492" y="615"/>
                                  </a:cubicBezTo>
                                  <a:cubicBezTo>
                                    <a:pt x="497" y="615"/>
                                    <a:pt x="497" y="615"/>
                                    <a:pt x="497" y="615"/>
                                  </a:cubicBezTo>
                                  <a:cubicBezTo>
                                    <a:pt x="500" y="618"/>
                                    <a:pt x="500" y="618"/>
                                    <a:pt x="500" y="618"/>
                                  </a:cubicBezTo>
                                  <a:cubicBezTo>
                                    <a:pt x="500" y="618"/>
                                    <a:pt x="502" y="618"/>
                                    <a:pt x="503" y="618"/>
                                  </a:cubicBezTo>
                                  <a:cubicBezTo>
                                    <a:pt x="503" y="618"/>
                                    <a:pt x="504" y="618"/>
                                    <a:pt x="504" y="618"/>
                                  </a:cubicBezTo>
                                  <a:cubicBezTo>
                                    <a:pt x="504" y="618"/>
                                    <a:pt x="506" y="619"/>
                                    <a:pt x="506" y="619"/>
                                  </a:cubicBezTo>
                                  <a:cubicBezTo>
                                    <a:pt x="507" y="619"/>
                                    <a:pt x="507" y="620"/>
                                    <a:pt x="508" y="620"/>
                                  </a:cubicBezTo>
                                  <a:cubicBezTo>
                                    <a:pt x="508" y="621"/>
                                    <a:pt x="508" y="622"/>
                                    <a:pt x="508" y="622"/>
                                  </a:cubicBezTo>
                                  <a:cubicBezTo>
                                    <a:pt x="508" y="622"/>
                                    <a:pt x="508" y="626"/>
                                    <a:pt x="508" y="626"/>
                                  </a:cubicBezTo>
                                  <a:cubicBezTo>
                                    <a:pt x="509" y="627"/>
                                    <a:pt x="509" y="627"/>
                                    <a:pt x="509" y="627"/>
                                  </a:cubicBezTo>
                                  <a:cubicBezTo>
                                    <a:pt x="509" y="627"/>
                                    <a:pt x="510" y="628"/>
                                    <a:pt x="510" y="628"/>
                                  </a:cubicBezTo>
                                  <a:cubicBezTo>
                                    <a:pt x="510" y="629"/>
                                    <a:pt x="512" y="630"/>
                                    <a:pt x="512" y="630"/>
                                  </a:cubicBezTo>
                                  <a:cubicBezTo>
                                    <a:pt x="513" y="631"/>
                                    <a:pt x="513" y="631"/>
                                    <a:pt x="513" y="631"/>
                                  </a:cubicBezTo>
                                  <a:cubicBezTo>
                                    <a:pt x="514" y="631"/>
                                    <a:pt x="514" y="631"/>
                                    <a:pt x="514" y="631"/>
                                  </a:cubicBezTo>
                                  <a:cubicBezTo>
                                    <a:pt x="515" y="632"/>
                                    <a:pt x="515" y="632"/>
                                    <a:pt x="515" y="632"/>
                                  </a:cubicBezTo>
                                  <a:cubicBezTo>
                                    <a:pt x="515" y="632"/>
                                    <a:pt x="520" y="632"/>
                                    <a:pt x="520" y="632"/>
                                  </a:cubicBezTo>
                                  <a:cubicBezTo>
                                    <a:pt x="520" y="632"/>
                                    <a:pt x="521" y="633"/>
                                    <a:pt x="521" y="633"/>
                                  </a:cubicBezTo>
                                  <a:cubicBezTo>
                                    <a:pt x="523" y="630"/>
                                    <a:pt x="523" y="630"/>
                                    <a:pt x="523" y="630"/>
                                  </a:cubicBezTo>
                                  <a:cubicBezTo>
                                    <a:pt x="524" y="630"/>
                                    <a:pt x="524" y="630"/>
                                    <a:pt x="524" y="630"/>
                                  </a:cubicBezTo>
                                  <a:cubicBezTo>
                                    <a:pt x="526" y="630"/>
                                    <a:pt x="526" y="630"/>
                                    <a:pt x="526" y="630"/>
                                  </a:cubicBezTo>
                                  <a:cubicBezTo>
                                    <a:pt x="527" y="629"/>
                                    <a:pt x="527" y="629"/>
                                    <a:pt x="527" y="629"/>
                                  </a:cubicBezTo>
                                  <a:cubicBezTo>
                                    <a:pt x="533" y="629"/>
                                    <a:pt x="533" y="629"/>
                                    <a:pt x="533" y="629"/>
                                  </a:cubicBezTo>
                                  <a:cubicBezTo>
                                    <a:pt x="535" y="631"/>
                                    <a:pt x="535" y="631"/>
                                    <a:pt x="535" y="631"/>
                                  </a:cubicBezTo>
                                  <a:cubicBezTo>
                                    <a:pt x="536" y="631"/>
                                    <a:pt x="536" y="631"/>
                                    <a:pt x="536" y="631"/>
                                  </a:cubicBezTo>
                                  <a:cubicBezTo>
                                    <a:pt x="536" y="630"/>
                                    <a:pt x="536" y="630"/>
                                    <a:pt x="536" y="630"/>
                                  </a:cubicBezTo>
                                  <a:cubicBezTo>
                                    <a:pt x="538" y="630"/>
                                    <a:pt x="538" y="630"/>
                                    <a:pt x="538" y="630"/>
                                  </a:cubicBezTo>
                                  <a:cubicBezTo>
                                    <a:pt x="538" y="630"/>
                                    <a:pt x="539" y="631"/>
                                    <a:pt x="540" y="631"/>
                                  </a:cubicBezTo>
                                  <a:cubicBezTo>
                                    <a:pt x="540" y="631"/>
                                    <a:pt x="541" y="632"/>
                                    <a:pt x="541" y="632"/>
                                  </a:cubicBezTo>
                                  <a:cubicBezTo>
                                    <a:pt x="541" y="633"/>
                                    <a:pt x="542" y="634"/>
                                    <a:pt x="542" y="634"/>
                                  </a:cubicBezTo>
                                  <a:cubicBezTo>
                                    <a:pt x="544" y="634"/>
                                    <a:pt x="544" y="634"/>
                                    <a:pt x="544" y="634"/>
                                  </a:cubicBezTo>
                                  <a:cubicBezTo>
                                    <a:pt x="547" y="635"/>
                                    <a:pt x="547" y="635"/>
                                    <a:pt x="547" y="635"/>
                                  </a:cubicBezTo>
                                  <a:cubicBezTo>
                                    <a:pt x="547" y="638"/>
                                    <a:pt x="547" y="638"/>
                                    <a:pt x="547" y="638"/>
                                  </a:cubicBezTo>
                                  <a:cubicBezTo>
                                    <a:pt x="548" y="638"/>
                                    <a:pt x="548" y="638"/>
                                    <a:pt x="548" y="638"/>
                                  </a:cubicBezTo>
                                  <a:cubicBezTo>
                                    <a:pt x="550" y="640"/>
                                    <a:pt x="550" y="640"/>
                                    <a:pt x="550" y="640"/>
                                  </a:cubicBezTo>
                                  <a:cubicBezTo>
                                    <a:pt x="550" y="641"/>
                                    <a:pt x="550" y="641"/>
                                    <a:pt x="550" y="641"/>
                                  </a:cubicBezTo>
                                  <a:cubicBezTo>
                                    <a:pt x="550" y="641"/>
                                    <a:pt x="555" y="641"/>
                                    <a:pt x="555" y="641"/>
                                  </a:cubicBezTo>
                                  <a:cubicBezTo>
                                    <a:pt x="556" y="641"/>
                                    <a:pt x="561" y="643"/>
                                    <a:pt x="561" y="643"/>
                                  </a:cubicBezTo>
                                  <a:cubicBezTo>
                                    <a:pt x="562" y="643"/>
                                    <a:pt x="562" y="643"/>
                                    <a:pt x="562" y="643"/>
                                  </a:cubicBezTo>
                                  <a:cubicBezTo>
                                    <a:pt x="564" y="642"/>
                                    <a:pt x="564" y="642"/>
                                    <a:pt x="564" y="642"/>
                                  </a:cubicBezTo>
                                  <a:cubicBezTo>
                                    <a:pt x="565" y="642"/>
                                    <a:pt x="565" y="642"/>
                                    <a:pt x="565" y="642"/>
                                  </a:cubicBezTo>
                                  <a:cubicBezTo>
                                    <a:pt x="567" y="643"/>
                                    <a:pt x="567" y="643"/>
                                    <a:pt x="567" y="643"/>
                                  </a:cubicBezTo>
                                  <a:cubicBezTo>
                                    <a:pt x="575" y="640"/>
                                    <a:pt x="575" y="640"/>
                                    <a:pt x="575" y="640"/>
                                  </a:cubicBezTo>
                                  <a:cubicBezTo>
                                    <a:pt x="581" y="638"/>
                                    <a:pt x="581" y="638"/>
                                    <a:pt x="581" y="638"/>
                                  </a:cubicBezTo>
                                  <a:cubicBezTo>
                                    <a:pt x="584" y="634"/>
                                    <a:pt x="584" y="634"/>
                                    <a:pt x="584" y="634"/>
                                  </a:cubicBezTo>
                                  <a:cubicBezTo>
                                    <a:pt x="589" y="631"/>
                                    <a:pt x="589" y="631"/>
                                    <a:pt x="589" y="631"/>
                                  </a:cubicBezTo>
                                  <a:cubicBezTo>
                                    <a:pt x="589" y="631"/>
                                    <a:pt x="590" y="631"/>
                                    <a:pt x="590" y="631"/>
                                  </a:cubicBezTo>
                                  <a:cubicBezTo>
                                    <a:pt x="590" y="631"/>
                                    <a:pt x="593" y="632"/>
                                    <a:pt x="593" y="632"/>
                                  </a:cubicBezTo>
                                  <a:cubicBezTo>
                                    <a:pt x="596" y="634"/>
                                    <a:pt x="596" y="634"/>
                                    <a:pt x="596" y="634"/>
                                  </a:cubicBezTo>
                                  <a:cubicBezTo>
                                    <a:pt x="598" y="635"/>
                                    <a:pt x="598" y="635"/>
                                    <a:pt x="598" y="635"/>
                                  </a:cubicBezTo>
                                  <a:cubicBezTo>
                                    <a:pt x="600" y="635"/>
                                    <a:pt x="600" y="635"/>
                                    <a:pt x="600" y="635"/>
                                  </a:cubicBezTo>
                                  <a:cubicBezTo>
                                    <a:pt x="603" y="633"/>
                                    <a:pt x="603" y="633"/>
                                    <a:pt x="603" y="633"/>
                                  </a:cubicBezTo>
                                  <a:cubicBezTo>
                                    <a:pt x="607" y="636"/>
                                    <a:pt x="607" y="636"/>
                                    <a:pt x="607" y="636"/>
                                  </a:cubicBezTo>
                                  <a:cubicBezTo>
                                    <a:pt x="608" y="637"/>
                                    <a:pt x="608" y="637"/>
                                    <a:pt x="608" y="637"/>
                                  </a:cubicBezTo>
                                  <a:cubicBezTo>
                                    <a:pt x="610" y="638"/>
                                    <a:pt x="610" y="638"/>
                                    <a:pt x="610" y="638"/>
                                  </a:cubicBezTo>
                                  <a:cubicBezTo>
                                    <a:pt x="612" y="639"/>
                                    <a:pt x="612" y="639"/>
                                    <a:pt x="612" y="639"/>
                                  </a:cubicBezTo>
                                  <a:cubicBezTo>
                                    <a:pt x="614" y="639"/>
                                    <a:pt x="614" y="639"/>
                                    <a:pt x="614" y="639"/>
                                  </a:cubicBezTo>
                                  <a:cubicBezTo>
                                    <a:pt x="619" y="635"/>
                                    <a:pt x="619" y="635"/>
                                    <a:pt x="619" y="635"/>
                                  </a:cubicBezTo>
                                  <a:cubicBezTo>
                                    <a:pt x="622" y="634"/>
                                    <a:pt x="622" y="634"/>
                                    <a:pt x="622" y="634"/>
                                  </a:cubicBezTo>
                                  <a:cubicBezTo>
                                    <a:pt x="622" y="634"/>
                                    <a:pt x="624" y="633"/>
                                    <a:pt x="624" y="633"/>
                                  </a:cubicBezTo>
                                  <a:cubicBezTo>
                                    <a:pt x="624" y="632"/>
                                    <a:pt x="624" y="631"/>
                                    <a:pt x="624" y="631"/>
                                  </a:cubicBezTo>
                                  <a:cubicBezTo>
                                    <a:pt x="624" y="631"/>
                                    <a:pt x="623" y="631"/>
                                    <a:pt x="623" y="630"/>
                                  </a:cubicBezTo>
                                  <a:cubicBezTo>
                                    <a:pt x="623" y="630"/>
                                    <a:pt x="623" y="630"/>
                                    <a:pt x="623" y="630"/>
                                  </a:cubicBezTo>
                                  <a:cubicBezTo>
                                    <a:pt x="624" y="629"/>
                                    <a:pt x="624" y="629"/>
                                    <a:pt x="624" y="629"/>
                                  </a:cubicBezTo>
                                  <a:cubicBezTo>
                                    <a:pt x="624" y="627"/>
                                    <a:pt x="624" y="627"/>
                                    <a:pt x="624" y="627"/>
                                  </a:cubicBezTo>
                                  <a:cubicBezTo>
                                    <a:pt x="625" y="626"/>
                                    <a:pt x="625" y="626"/>
                                    <a:pt x="625" y="626"/>
                                  </a:cubicBezTo>
                                  <a:cubicBezTo>
                                    <a:pt x="625" y="626"/>
                                    <a:pt x="627" y="622"/>
                                    <a:pt x="627" y="622"/>
                                  </a:cubicBezTo>
                                  <a:cubicBezTo>
                                    <a:pt x="627" y="622"/>
                                    <a:pt x="629" y="617"/>
                                    <a:pt x="629" y="617"/>
                                  </a:cubicBezTo>
                                  <a:cubicBezTo>
                                    <a:pt x="629" y="617"/>
                                    <a:pt x="630" y="615"/>
                                    <a:pt x="630" y="615"/>
                                  </a:cubicBezTo>
                                  <a:cubicBezTo>
                                    <a:pt x="634" y="612"/>
                                    <a:pt x="634" y="612"/>
                                    <a:pt x="634" y="612"/>
                                  </a:cubicBezTo>
                                  <a:cubicBezTo>
                                    <a:pt x="634" y="612"/>
                                    <a:pt x="634" y="612"/>
                                    <a:pt x="634" y="612"/>
                                  </a:cubicBezTo>
                                  <a:cubicBezTo>
                                    <a:pt x="634" y="611"/>
                                    <a:pt x="634" y="610"/>
                                    <a:pt x="633" y="610"/>
                                  </a:cubicBezTo>
                                  <a:cubicBezTo>
                                    <a:pt x="633" y="609"/>
                                    <a:pt x="633" y="609"/>
                                    <a:pt x="633" y="609"/>
                                  </a:cubicBezTo>
                                  <a:cubicBezTo>
                                    <a:pt x="633" y="608"/>
                                    <a:pt x="633" y="607"/>
                                    <a:pt x="633" y="607"/>
                                  </a:cubicBezTo>
                                  <a:cubicBezTo>
                                    <a:pt x="633" y="607"/>
                                    <a:pt x="634" y="607"/>
                                    <a:pt x="634" y="606"/>
                                  </a:cubicBezTo>
                                  <a:cubicBezTo>
                                    <a:pt x="634" y="606"/>
                                    <a:pt x="632" y="606"/>
                                    <a:pt x="632" y="606"/>
                                  </a:cubicBezTo>
                                  <a:cubicBezTo>
                                    <a:pt x="631" y="605"/>
                                    <a:pt x="630" y="605"/>
                                    <a:pt x="630" y="605"/>
                                  </a:cubicBezTo>
                                  <a:cubicBezTo>
                                    <a:pt x="630" y="605"/>
                                    <a:pt x="629" y="606"/>
                                    <a:pt x="629" y="606"/>
                                  </a:cubicBezTo>
                                  <a:cubicBezTo>
                                    <a:pt x="629" y="605"/>
                                    <a:pt x="629" y="605"/>
                                    <a:pt x="629" y="605"/>
                                  </a:cubicBezTo>
                                  <a:cubicBezTo>
                                    <a:pt x="629" y="605"/>
                                    <a:pt x="629" y="604"/>
                                    <a:pt x="629" y="603"/>
                                  </a:cubicBezTo>
                                  <a:cubicBezTo>
                                    <a:pt x="629" y="603"/>
                                    <a:pt x="631" y="602"/>
                                    <a:pt x="631" y="602"/>
                                  </a:cubicBezTo>
                                  <a:cubicBezTo>
                                    <a:pt x="632" y="601"/>
                                    <a:pt x="634" y="598"/>
                                    <a:pt x="634" y="598"/>
                                  </a:cubicBezTo>
                                  <a:cubicBezTo>
                                    <a:pt x="634" y="598"/>
                                    <a:pt x="635" y="598"/>
                                    <a:pt x="635" y="598"/>
                                  </a:cubicBezTo>
                                  <a:cubicBezTo>
                                    <a:pt x="635" y="598"/>
                                    <a:pt x="637" y="598"/>
                                    <a:pt x="638" y="598"/>
                                  </a:cubicBezTo>
                                  <a:cubicBezTo>
                                    <a:pt x="639" y="598"/>
                                    <a:pt x="639" y="597"/>
                                    <a:pt x="639" y="597"/>
                                  </a:cubicBezTo>
                                  <a:cubicBezTo>
                                    <a:pt x="639" y="597"/>
                                    <a:pt x="640" y="597"/>
                                    <a:pt x="641" y="597"/>
                                  </a:cubicBezTo>
                                  <a:cubicBezTo>
                                    <a:pt x="642" y="596"/>
                                    <a:pt x="642" y="596"/>
                                    <a:pt x="642" y="596"/>
                                  </a:cubicBezTo>
                                  <a:cubicBezTo>
                                    <a:pt x="643" y="596"/>
                                    <a:pt x="643" y="596"/>
                                    <a:pt x="644" y="596"/>
                                  </a:cubicBezTo>
                                  <a:cubicBezTo>
                                    <a:pt x="644" y="596"/>
                                    <a:pt x="644" y="596"/>
                                    <a:pt x="645" y="597"/>
                                  </a:cubicBezTo>
                                  <a:cubicBezTo>
                                    <a:pt x="646" y="597"/>
                                    <a:pt x="646" y="597"/>
                                    <a:pt x="646" y="596"/>
                                  </a:cubicBezTo>
                                  <a:cubicBezTo>
                                    <a:pt x="647" y="596"/>
                                    <a:pt x="647" y="596"/>
                                    <a:pt x="647" y="596"/>
                                  </a:cubicBezTo>
                                  <a:cubicBezTo>
                                    <a:pt x="647" y="596"/>
                                    <a:pt x="650" y="595"/>
                                    <a:pt x="650" y="595"/>
                                  </a:cubicBezTo>
                                  <a:cubicBezTo>
                                    <a:pt x="650" y="595"/>
                                    <a:pt x="652" y="595"/>
                                    <a:pt x="652" y="595"/>
                                  </a:cubicBezTo>
                                  <a:cubicBezTo>
                                    <a:pt x="653" y="595"/>
                                    <a:pt x="654" y="596"/>
                                    <a:pt x="655" y="596"/>
                                  </a:cubicBezTo>
                                  <a:cubicBezTo>
                                    <a:pt x="655" y="596"/>
                                    <a:pt x="657" y="598"/>
                                    <a:pt x="660" y="599"/>
                                  </a:cubicBezTo>
                                  <a:cubicBezTo>
                                    <a:pt x="661" y="600"/>
                                    <a:pt x="661" y="600"/>
                                    <a:pt x="661" y="600"/>
                                  </a:cubicBezTo>
                                  <a:cubicBezTo>
                                    <a:pt x="661" y="600"/>
                                    <a:pt x="661" y="600"/>
                                    <a:pt x="661" y="600"/>
                                  </a:cubicBezTo>
                                  <a:cubicBezTo>
                                    <a:pt x="662" y="600"/>
                                    <a:pt x="662" y="600"/>
                                    <a:pt x="663" y="599"/>
                                  </a:cubicBezTo>
                                  <a:cubicBezTo>
                                    <a:pt x="663" y="599"/>
                                    <a:pt x="663" y="599"/>
                                    <a:pt x="664" y="599"/>
                                  </a:cubicBezTo>
                                  <a:cubicBezTo>
                                    <a:pt x="665" y="599"/>
                                    <a:pt x="665" y="599"/>
                                    <a:pt x="666" y="600"/>
                                  </a:cubicBezTo>
                                  <a:cubicBezTo>
                                    <a:pt x="668" y="601"/>
                                    <a:pt x="667" y="601"/>
                                    <a:pt x="667" y="602"/>
                                  </a:cubicBezTo>
                                  <a:cubicBezTo>
                                    <a:pt x="668" y="603"/>
                                    <a:pt x="668" y="603"/>
                                    <a:pt x="669" y="604"/>
                                  </a:cubicBezTo>
                                  <a:cubicBezTo>
                                    <a:pt x="670" y="604"/>
                                    <a:pt x="669" y="605"/>
                                    <a:pt x="669" y="605"/>
                                  </a:cubicBezTo>
                                  <a:cubicBezTo>
                                    <a:pt x="669" y="606"/>
                                    <a:pt x="669" y="606"/>
                                    <a:pt x="669" y="606"/>
                                  </a:cubicBezTo>
                                  <a:cubicBezTo>
                                    <a:pt x="670" y="607"/>
                                    <a:pt x="671" y="608"/>
                                    <a:pt x="671" y="608"/>
                                  </a:cubicBezTo>
                                  <a:cubicBezTo>
                                    <a:pt x="672" y="609"/>
                                    <a:pt x="671" y="609"/>
                                    <a:pt x="671" y="610"/>
                                  </a:cubicBezTo>
                                  <a:cubicBezTo>
                                    <a:pt x="671" y="610"/>
                                    <a:pt x="672" y="610"/>
                                    <a:pt x="672" y="610"/>
                                  </a:cubicBezTo>
                                  <a:cubicBezTo>
                                    <a:pt x="673" y="611"/>
                                    <a:pt x="673" y="612"/>
                                    <a:pt x="673" y="612"/>
                                  </a:cubicBezTo>
                                  <a:cubicBezTo>
                                    <a:pt x="673" y="612"/>
                                    <a:pt x="673" y="613"/>
                                    <a:pt x="672" y="613"/>
                                  </a:cubicBezTo>
                                  <a:cubicBezTo>
                                    <a:pt x="672" y="614"/>
                                    <a:pt x="673" y="614"/>
                                    <a:pt x="673" y="614"/>
                                  </a:cubicBezTo>
                                  <a:cubicBezTo>
                                    <a:pt x="673" y="615"/>
                                    <a:pt x="674" y="615"/>
                                    <a:pt x="674" y="616"/>
                                  </a:cubicBezTo>
                                  <a:cubicBezTo>
                                    <a:pt x="674" y="617"/>
                                    <a:pt x="674" y="617"/>
                                    <a:pt x="674" y="617"/>
                                  </a:cubicBezTo>
                                  <a:cubicBezTo>
                                    <a:pt x="674" y="617"/>
                                    <a:pt x="674" y="618"/>
                                    <a:pt x="675" y="618"/>
                                  </a:cubicBezTo>
                                  <a:cubicBezTo>
                                    <a:pt x="675" y="619"/>
                                    <a:pt x="675" y="619"/>
                                    <a:pt x="675" y="620"/>
                                  </a:cubicBezTo>
                                  <a:cubicBezTo>
                                    <a:pt x="675" y="620"/>
                                    <a:pt x="675" y="621"/>
                                    <a:pt x="675" y="621"/>
                                  </a:cubicBezTo>
                                  <a:cubicBezTo>
                                    <a:pt x="675" y="622"/>
                                    <a:pt x="675" y="622"/>
                                    <a:pt x="676" y="622"/>
                                  </a:cubicBezTo>
                                  <a:cubicBezTo>
                                    <a:pt x="676" y="623"/>
                                    <a:pt x="676" y="623"/>
                                    <a:pt x="677" y="624"/>
                                  </a:cubicBezTo>
                                  <a:cubicBezTo>
                                    <a:pt x="678" y="625"/>
                                    <a:pt x="678" y="626"/>
                                    <a:pt x="678" y="626"/>
                                  </a:cubicBezTo>
                                  <a:cubicBezTo>
                                    <a:pt x="678" y="627"/>
                                    <a:pt x="678" y="628"/>
                                    <a:pt x="678" y="628"/>
                                  </a:cubicBezTo>
                                  <a:cubicBezTo>
                                    <a:pt x="678" y="629"/>
                                    <a:pt x="679" y="631"/>
                                    <a:pt x="679" y="631"/>
                                  </a:cubicBezTo>
                                  <a:cubicBezTo>
                                    <a:pt x="679" y="631"/>
                                    <a:pt x="680" y="632"/>
                                    <a:pt x="680" y="632"/>
                                  </a:cubicBezTo>
                                  <a:cubicBezTo>
                                    <a:pt x="680" y="632"/>
                                    <a:pt x="680" y="633"/>
                                    <a:pt x="680" y="633"/>
                                  </a:cubicBezTo>
                                  <a:cubicBezTo>
                                    <a:pt x="680" y="634"/>
                                    <a:pt x="680" y="634"/>
                                    <a:pt x="680" y="634"/>
                                  </a:cubicBezTo>
                                  <a:cubicBezTo>
                                    <a:pt x="680" y="635"/>
                                    <a:pt x="680" y="636"/>
                                    <a:pt x="680" y="636"/>
                                  </a:cubicBezTo>
                                  <a:cubicBezTo>
                                    <a:pt x="680" y="636"/>
                                    <a:pt x="680" y="637"/>
                                    <a:pt x="680" y="637"/>
                                  </a:cubicBezTo>
                                  <a:cubicBezTo>
                                    <a:pt x="681" y="637"/>
                                    <a:pt x="682" y="638"/>
                                    <a:pt x="682" y="638"/>
                                  </a:cubicBezTo>
                                  <a:cubicBezTo>
                                    <a:pt x="688" y="638"/>
                                    <a:pt x="688" y="638"/>
                                    <a:pt x="688" y="638"/>
                                  </a:cubicBezTo>
                                  <a:cubicBezTo>
                                    <a:pt x="688" y="639"/>
                                    <a:pt x="688" y="639"/>
                                    <a:pt x="688" y="639"/>
                                  </a:cubicBezTo>
                                  <a:cubicBezTo>
                                    <a:pt x="688" y="639"/>
                                    <a:pt x="689" y="640"/>
                                    <a:pt x="690" y="640"/>
                                  </a:cubicBezTo>
                                  <a:cubicBezTo>
                                    <a:pt x="690" y="641"/>
                                    <a:pt x="692" y="641"/>
                                    <a:pt x="692" y="641"/>
                                  </a:cubicBezTo>
                                  <a:cubicBezTo>
                                    <a:pt x="693" y="640"/>
                                    <a:pt x="693" y="640"/>
                                    <a:pt x="693" y="640"/>
                                  </a:cubicBezTo>
                                  <a:cubicBezTo>
                                    <a:pt x="693" y="640"/>
                                    <a:pt x="694" y="641"/>
                                    <a:pt x="694" y="641"/>
                                  </a:cubicBezTo>
                                  <a:cubicBezTo>
                                    <a:pt x="694" y="642"/>
                                    <a:pt x="698" y="646"/>
                                    <a:pt x="698" y="646"/>
                                  </a:cubicBezTo>
                                  <a:cubicBezTo>
                                    <a:pt x="698" y="646"/>
                                    <a:pt x="701" y="646"/>
                                    <a:pt x="701" y="646"/>
                                  </a:cubicBezTo>
                                  <a:cubicBezTo>
                                    <a:pt x="701" y="646"/>
                                    <a:pt x="700" y="648"/>
                                    <a:pt x="700" y="648"/>
                                  </a:cubicBezTo>
                                  <a:cubicBezTo>
                                    <a:pt x="700" y="649"/>
                                    <a:pt x="700" y="649"/>
                                    <a:pt x="700" y="649"/>
                                  </a:cubicBezTo>
                                  <a:cubicBezTo>
                                    <a:pt x="702" y="650"/>
                                    <a:pt x="702" y="650"/>
                                    <a:pt x="702" y="650"/>
                                  </a:cubicBezTo>
                                  <a:cubicBezTo>
                                    <a:pt x="702" y="652"/>
                                    <a:pt x="702" y="652"/>
                                    <a:pt x="702" y="652"/>
                                  </a:cubicBezTo>
                                  <a:cubicBezTo>
                                    <a:pt x="701" y="654"/>
                                    <a:pt x="701" y="654"/>
                                    <a:pt x="701" y="654"/>
                                  </a:cubicBezTo>
                                  <a:cubicBezTo>
                                    <a:pt x="703" y="658"/>
                                    <a:pt x="703" y="658"/>
                                    <a:pt x="703" y="658"/>
                                  </a:cubicBezTo>
                                  <a:cubicBezTo>
                                    <a:pt x="714" y="658"/>
                                    <a:pt x="714" y="658"/>
                                    <a:pt x="714" y="658"/>
                                  </a:cubicBezTo>
                                  <a:cubicBezTo>
                                    <a:pt x="714" y="656"/>
                                    <a:pt x="714" y="656"/>
                                    <a:pt x="714" y="656"/>
                                  </a:cubicBezTo>
                                  <a:cubicBezTo>
                                    <a:pt x="715" y="655"/>
                                    <a:pt x="715" y="655"/>
                                    <a:pt x="715" y="655"/>
                                  </a:cubicBezTo>
                                  <a:cubicBezTo>
                                    <a:pt x="717" y="654"/>
                                    <a:pt x="717" y="654"/>
                                    <a:pt x="717" y="654"/>
                                  </a:cubicBezTo>
                                  <a:cubicBezTo>
                                    <a:pt x="721" y="653"/>
                                    <a:pt x="721" y="653"/>
                                    <a:pt x="721" y="653"/>
                                  </a:cubicBezTo>
                                  <a:cubicBezTo>
                                    <a:pt x="722" y="653"/>
                                    <a:pt x="722" y="652"/>
                                    <a:pt x="723" y="652"/>
                                  </a:cubicBezTo>
                                  <a:cubicBezTo>
                                    <a:pt x="723" y="652"/>
                                    <a:pt x="723" y="651"/>
                                    <a:pt x="723" y="651"/>
                                  </a:cubicBezTo>
                                  <a:cubicBezTo>
                                    <a:pt x="724" y="651"/>
                                    <a:pt x="724" y="651"/>
                                    <a:pt x="724" y="651"/>
                                  </a:cubicBezTo>
                                  <a:cubicBezTo>
                                    <a:pt x="726" y="651"/>
                                    <a:pt x="727" y="651"/>
                                    <a:pt x="729" y="652"/>
                                  </a:cubicBezTo>
                                  <a:cubicBezTo>
                                    <a:pt x="728" y="653"/>
                                    <a:pt x="728" y="654"/>
                                    <a:pt x="728" y="655"/>
                                  </a:cubicBezTo>
                                  <a:cubicBezTo>
                                    <a:pt x="728" y="656"/>
                                    <a:pt x="729" y="657"/>
                                    <a:pt x="729" y="658"/>
                                  </a:cubicBezTo>
                                  <a:cubicBezTo>
                                    <a:pt x="729" y="658"/>
                                    <a:pt x="729" y="658"/>
                                    <a:pt x="729" y="658"/>
                                  </a:cubicBezTo>
                                  <a:cubicBezTo>
                                    <a:pt x="729" y="659"/>
                                    <a:pt x="729" y="659"/>
                                    <a:pt x="729" y="659"/>
                                  </a:cubicBezTo>
                                  <a:cubicBezTo>
                                    <a:pt x="728" y="660"/>
                                    <a:pt x="727" y="660"/>
                                    <a:pt x="726" y="661"/>
                                  </a:cubicBezTo>
                                  <a:cubicBezTo>
                                    <a:pt x="726" y="661"/>
                                    <a:pt x="725" y="661"/>
                                    <a:pt x="725" y="662"/>
                                  </a:cubicBezTo>
                                  <a:cubicBezTo>
                                    <a:pt x="725" y="662"/>
                                    <a:pt x="725" y="662"/>
                                    <a:pt x="725" y="662"/>
                                  </a:cubicBezTo>
                                  <a:cubicBezTo>
                                    <a:pt x="725" y="663"/>
                                    <a:pt x="725" y="665"/>
                                    <a:pt x="724" y="666"/>
                                  </a:cubicBezTo>
                                  <a:cubicBezTo>
                                    <a:pt x="724" y="667"/>
                                    <a:pt x="723" y="667"/>
                                    <a:pt x="723" y="668"/>
                                  </a:cubicBezTo>
                                  <a:cubicBezTo>
                                    <a:pt x="722" y="669"/>
                                    <a:pt x="722" y="670"/>
                                    <a:pt x="723" y="670"/>
                                  </a:cubicBezTo>
                                  <a:cubicBezTo>
                                    <a:pt x="723" y="671"/>
                                    <a:pt x="723" y="671"/>
                                    <a:pt x="723" y="671"/>
                                  </a:cubicBezTo>
                                  <a:cubicBezTo>
                                    <a:pt x="723" y="671"/>
                                    <a:pt x="723" y="672"/>
                                    <a:pt x="723" y="672"/>
                                  </a:cubicBezTo>
                                  <a:cubicBezTo>
                                    <a:pt x="722" y="673"/>
                                    <a:pt x="722" y="673"/>
                                    <a:pt x="722" y="673"/>
                                  </a:cubicBezTo>
                                  <a:cubicBezTo>
                                    <a:pt x="721" y="675"/>
                                    <a:pt x="721" y="676"/>
                                    <a:pt x="720" y="677"/>
                                  </a:cubicBezTo>
                                  <a:cubicBezTo>
                                    <a:pt x="720" y="678"/>
                                    <a:pt x="720" y="679"/>
                                    <a:pt x="719" y="679"/>
                                  </a:cubicBezTo>
                                  <a:cubicBezTo>
                                    <a:pt x="718" y="679"/>
                                    <a:pt x="718" y="680"/>
                                    <a:pt x="718" y="680"/>
                                  </a:cubicBezTo>
                                  <a:cubicBezTo>
                                    <a:pt x="718" y="681"/>
                                    <a:pt x="718" y="682"/>
                                    <a:pt x="718" y="682"/>
                                  </a:cubicBezTo>
                                  <a:cubicBezTo>
                                    <a:pt x="718" y="683"/>
                                    <a:pt x="718" y="683"/>
                                    <a:pt x="717" y="683"/>
                                  </a:cubicBezTo>
                                  <a:cubicBezTo>
                                    <a:pt x="717" y="684"/>
                                    <a:pt x="717" y="683"/>
                                    <a:pt x="716" y="683"/>
                                  </a:cubicBezTo>
                                  <a:cubicBezTo>
                                    <a:pt x="714" y="683"/>
                                    <a:pt x="711" y="682"/>
                                    <a:pt x="709" y="681"/>
                                  </a:cubicBezTo>
                                  <a:cubicBezTo>
                                    <a:pt x="708" y="682"/>
                                    <a:pt x="708" y="683"/>
                                    <a:pt x="708" y="684"/>
                                  </a:cubicBezTo>
                                  <a:cubicBezTo>
                                    <a:pt x="707" y="684"/>
                                    <a:pt x="707" y="684"/>
                                    <a:pt x="707" y="684"/>
                                  </a:cubicBezTo>
                                  <a:cubicBezTo>
                                    <a:pt x="706" y="684"/>
                                    <a:pt x="706" y="684"/>
                                    <a:pt x="706" y="684"/>
                                  </a:cubicBezTo>
                                  <a:cubicBezTo>
                                    <a:pt x="705" y="684"/>
                                    <a:pt x="704" y="685"/>
                                    <a:pt x="703" y="686"/>
                                  </a:cubicBezTo>
                                  <a:cubicBezTo>
                                    <a:pt x="703" y="686"/>
                                    <a:pt x="703" y="686"/>
                                    <a:pt x="703" y="686"/>
                                  </a:cubicBezTo>
                                  <a:cubicBezTo>
                                    <a:pt x="703" y="687"/>
                                    <a:pt x="703" y="687"/>
                                    <a:pt x="703" y="687"/>
                                  </a:cubicBezTo>
                                  <a:cubicBezTo>
                                    <a:pt x="704" y="689"/>
                                    <a:pt x="705" y="691"/>
                                    <a:pt x="705" y="692"/>
                                  </a:cubicBezTo>
                                  <a:cubicBezTo>
                                    <a:pt x="705" y="693"/>
                                    <a:pt x="705" y="693"/>
                                    <a:pt x="705" y="693"/>
                                  </a:cubicBezTo>
                                  <a:cubicBezTo>
                                    <a:pt x="705" y="694"/>
                                    <a:pt x="705" y="694"/>
                                    <a:pt x="705" y="695"/>
                                  </a:cubicBezTo>
                                  <a:cubicBezTo>
                                    <a:pt x="704" y="697"/>
                                    <a:pt x="706" y="699"/>
                                    <a:pt x="705" y="701"/>
                                  </a:cubicBezTo>
                                  <a:cubicBezTo>
                                    <a:pt x="704" y="701"/>
                                    <a:pt x="704" y="701"/>
                                    <a:pt x="704" y="702"/>
                                  </a:cubicBezTo>
                                  <a:cubicBezTo>
                                    <a:pt x="704" y="702"/>
                                    <a:pt x="704" y="702"/>
                                    <a:pt x="704" y="703"/>
                                  </a:cubicBezTo>
                                  <a:cubicBezTo>
                                    <a:pt x="704" y="703"/>
                                    <a:pt x="704" y="704"/>
                                    <a:pt x="703" y="704"/>
                                  </a:cubicBezTo>
                                  <a:cubicBezTo>
                                    <a:pt x="703" y="705"/>
                                    <a:pt x="702" y="705"/>
                                    <a:pt x="702" y="705"/>
                                  </a:cubicBezTo>
                                  <a:cubicBezTo>
                                    <a:pt x="701" y="705"/>
                                    <a:pt x="701" y="705"/>
                                    <a:pt x="700" y="705"/>
                                  </a:cubicBezTo>
                                  <a:cubicBezTo>
                                    <a:pt x="700" y="705"/>
                                    <a:pt x="700" y="706"/>
                                    <a:pt x="700" y="706"/>
                                  </a:cubicBezTo>
                                  <a:cubicBezTo>
                                    <a:pt x="700" y="706"/>
                                    <a:pt x="700" y="706"/>
                                    <a:pt x="700" y="707"/>
                                  </a:cubicBezTo>
                                  <a:cubicBezTo>
                                    <a:pt x="700" y="707"/>
                                    <a:pt x="701" y="707"/>
                                    <a:pt x="701" y="708"/>
                                  </a:cubicBezTo>
                                  <a:cubicBezTo>
                                    <a:pt x="701" y="708"/>
                                    <a:pt x="701" y="708"/>
                                    <a:pt x="701" y="708"/>
                                  </a:cubicBezTo>
                                  <a:cubicBezTo>
                                    <a:pt x="701" y="706"/>
                                    <a:pt x="702" y="705"/>
                                    <a:pt x="704" y="706"/>
                                  </a:cubicBezTo>
                                  <a:cubicBezTo>
                                    <a:pt x="705" y="706"/>
                                    <a:pt x="705" y="706"/>
                                    <a:pt x="705" y="705"/>
                                  </a:cubicBezTo>
                                  <a:cubicBezTo>
                                    <a:pt x="705" y="703"/>
                                    <a:pt x="707" y="701"/>
                                    <a:pt x="709" y="700"/>
                                  </a:cubicBezTo>
                                  <a:cubicBezTo>
                                    <a:pt x="709" y="700"/>
                                    <a:pt x="709" y="700"/>
                                    <a:pt x="710" y="700"/>
                                  </a:cubicBezTo>
                                  <a:cubicBezTo>
                                    <a:pt x="710" y="700"/>
                                    <a:pt x="710" y="700"/>
                                    <a:pt x="710" y="700"/>
                                  </a:cubicBezTo>
                                  <a:cubicBezTo>
                                    <a:pt x="710" y="701"/>
                                    <a:pt x="709" y="701"/>
                                    <a:pt x="709" y="701"/>
                                  </a:cubicBezTo>
                                  <a:cubicBezTo>
                                    <a:pt x="709" y="701"/>
                                    <a:pt x="709" y="701"/>
                                    <a:pt x="709" y="701"/>
                                  </a:cubicBezTo>
                                  <a:cubicBezTo>
                                    <a:pt x="710" y="702"/>
                                    <a:pt x="710" y="701"/>
                                    <a:pt x="710" y="701"/>
                                  </a:cubicBezTo>
                                  <a:cubicBezTo>
                                    <a:pt x="710" y="701"/>
                                    <a:pt x="711" y="700"/>
                                    <a:pt x="711" y="701"/>
                                  </a:cubicBezTo>
                                  <a:cubicBezTo>
                                    <a:pt x="712" y="701"/>
                                    <a:pt x="712" y="701"/>
                                    <a:pt x="712" y="701"/>
                                  </a:cubicBezTo>
                                  <a:cubicBezTo>
                                    <a:pt x="712" y="701"/>
                                    <a:pt x="712" y="702"/>
                                    <a:pt x="712" y="702"/>
                                  </a:cubicBezTo>
                                  <a:cubicBezTo>
                                    <a:pt x="712" y="702"/>
                                    <a:pt x="712" y="702"/>
                                    <a:pt x="712" y="702"/>
                                  </a:cubicBezTo>
                                  <a:cubicBezTo>
                                    <a:pt x="712" y="704"/>
                                    <a:pt x="713" y="704"/>
                                    <a:pt x="714" y="704"/>
                                  </a:cubicBezTo>
                                  <a:cubicBezTo>
                                    <a:pt x="715" y="704"/>
                                    <a:pt x="716" y="704"/>
                                    <a:pt x="716" y="705"/>
                                  </a:cubicBezTo>
                                  <a:cubicBezTo>
                                    <a:pt x="718" y="705"/>
                                    <a:pt x="719" y="705"/>
                                    <a:pt x="720" y="704"/>
                                  </a:cubicBezTo>
                                  <a:cubicBezTo>
                                    <a:pt x="722" y="704"/>
                                    <a:pt x="724" y="702"/>
                                    <a:pt x="726" y="701"/>
                                  </a:cubicBezTo>
                                  <a:cubicBezTo>
                                    <a:pt x="729" y="699"/>
                                    <a:pt x="732" y="697"/>
                                    <a:pt x="734" y="694"/>
                                  </a:cubicBezTo>
                                  <a:cubicBezTo>
                                    <a:pt x="734" y="692"/>
                                    <a:pt x="734" y="691"/>
                                    <a:pt x="735" y="690"/>
                                  </a:cubicBezTo>
                                  <a:cubicBezTo>
                                    <a:pt x="736" y="689"/>
                                    <a:pt x="737" y="689"/>
                                    <a:pt x="738" y="688"/>
                                  </a:cubicBezTo>
                                  <a:cubicBezTo>
                                    <a:pt x="740" y="684"/>
                                    <a:pt x="743" y="680"/>
                                    <a:pt x="747" y="677"/>
                                  </a:cubicBezTo>
                                  <a:cubicBezTo>
                                    <a:pt x="749" y="674"/>
                                    <a:pt x="750" y="671"/>
                                    <a:pt x="753" y="669"/>
                                  </a:cubicBezTo>
                                  <a:cubicBezTo>
                                    <a:pt x="753" y="669"/>
                                    <a:pt x="753" y="669"/>
                                    <a:pt x="753" y="668"/>
                                  </a:cubicBezTo>
                                  <a:cubicBezTo>
                                    <a:pt x="753" y="666"/>
                                    <a:pt x="754" y="664"/>
                                    <a:pt x="756" y="662"/>
                                  </a:cubicBezTo>
                                  <a:cubicBezTo>
                                    <a:pt x="757" y="661"/>
                                    <a:pt x="758" y="659"/>
                                    <a:pt x="758" y="657"/>
                                  </a:cubicBezTo>
                                  <a:cubicBezTo>
                                    <a:pt x="759" y="657"/>
                                    <a:pt x="759" y="656"/>
                                    <a:pt x="760" y="655"/>
                                  </a:cubicBezTo>
                                  <a:cubicBezTo>
                                    <a:pt x="761" y="654"/>
                                    <a:pt x="762" y="652"/>
                                    <a:pt x="764" y="650"/>
                                  </a:cubicBezTo>
                                  <a:cubicBezTo>
                                    <a:pt x="765" y="650"/>
                                    <a:pt x="765" y="649"/>
                                    <a:pt x="765" y="648"/>
                                  </a:cubicBezTo>
                                  <a:cubicBezTo>
                                    <a:pt x="765" y="646"/>
                                    <a:pt x="766" y="644"/>
                                    <a:pt x="766" y="642"/>
                                  </a:cubicBezTo>
                                  <a:cubicBezTo>
                                    <a:pt x="766" y="642"/>
                                    <a:pt x="766" y="642"/>
                                    <a:pt x="766" y="641"/>
                                  </a:cubicBezTo>
                                  <a:cubicBezTo>
                                    <a:pt x="766" y="641"/>
                                    <a:pt x="766" y="641"/>
                                    <a:pt x="766" y="641"/>
                                  </a:cubicBezTo>
                                  <a:cubicBezTo>
                                    <a:pt x="767" y="640"/>
                                    <a:pt x="767" y="639"/>
                                    <a:pt x="767" y="638"/>
                                  </a:cubicBezTo>
                                  <a:cubicBezTo>
                                    <a:pt x="767" y="638"/>
                                    <a:pt x="767" y="638"/>
                                    <a:pt x="767" y="637"/>
                                  </a:cubicBezTo>
                                  <a:cubicBezTo>
                                    <a:pt x="767" y="636"/>
                                    <a:pt x="767" y="636"/>
                                    <a:pt x="767" y="635"/>
                                  </a:cubicBezTo>
                                  <a:cubicBezTo>
                                    <a:pt x="767" y="635"/>
                                    <a:pt x="767" y="634"/>
                                    <a:pt x="767" y="634"/>
                                  </a:cubicBezTo>
                                  <a:cubicBezTo>
                                    <a:pt x="767" y="634"/>
                                    <a:pt x="768" y="634"/>
                                    <a:pt x="768" y="633"/>
                                  </a:cubicBezTo>
                                  <a:cubicBezTo>
                                    <a:pt x="768" y="633"/>
                                    <a:pt x="768" y="632"/>
                                    <a:pt x="767" y="632"/>
                                  </a:cubicBezTo>
                                  <a:cubicBezTo>
                                    <a:pt x="767" y="632"/>
                                    <a:pt x="767" y="631"/>
                                    <a:pt x="767" y="631"/>
                                  </a:cubicBezTo>
                                  <a:cubicBezTo>
                                    <a:pt x="767" y="630"/>
                                    <a:pt x="767" y="630"/>
                                    <a:pt x="767" y="630"/>
                                  </a:cubicBezTo>
                                  <a:cubicBezTo>
                                    <a:pt x="767" y="630"/>
                                    <a:pt x="767" y="629"/>
                                    <a:pt x="767" y="628"/>
                                  </a:cubicBezTo>
                                  <a:cubicBezTo>
                                    <a:pt x="767" y="627"/>
                                    <a:pt x="767" y="627"/>
                                    <a:pt x="767" y="627"/>
                                  </a:cubicBezTo>
                                  <a:cubicBezTo>
                                    <a:pt x="767" y="626"/>
                                    <a:pt x="767" y="625"/>
                                    <a:pt x="767" y="624"/>
                                  </a:cubicBezTo>
                                  <a:cubicBezTo>
                                    <a:pt x="768" y="624"/>
                                    <a:pt x="768" y="623"/>
                                    <a:pt x="768" y="622"/>
                                  </a:cubicBezTo>
                                  <a:cubicBezTo>
                                    <a:pt x="769" y="619"/>
                                    <a:pt x="769" y="617"/>
                                    <a:pt x="771" y="615"/>
                                  </a:cubicBezTo>
                                  <a:cubicBezTo>
                                    <a:pt x="773" y="614"/>
                                    <a:pt x="773" y="612"/>
                                    <a:pt x="773" y="611"/>
                                  </a:cubicBezTo>
                                  <a:cubicBezTo>
                                    <a:pt x="773" y="611"/>
                                    <a:pt x="773" y="611"/>
                                    <a:pt x="773" y="610"/>
                                  </a:cubicBezTo>
                                  <a:cubicBezTo>
                                    <a:pt x="773" y="610"/>
                                    <a:pt x="772" y="609"/>
                                    <a:pt x="772" y="609"/>
                                  </a:cubicBezTo>
                                  <a:cubicBezTo>
                                    <a:pt x="771" y="608"/>
                                    <a:pt x="771" y="608"/>
                                    <a:pt x="771" y="607"/>
                                  </a:cubicBezTo>
                                  <a:cubicBezTo>
                                    <a:pt x="771" y="607"/>
                                    <a:pt x="771" y="607"/>
                                    <a:pt x="771" y="607"/>
                                  </a:cubicBezTo>
                                  <a:cubicBezTo>
                                    <a:pt x="772" y="605"/>
                                    <a:pt x="772" y="605"/>
                                    <a:pt x="772" y="604"/>
                                  </a:cubicBezTo>
                                  <a:cubicBezTo>
                                    <a:pt x="772" y="603"/>
                                    <a:pt x="772" y="603"/>
                                    <a:pt x="770" y="602"/>
                                  </a:cubicBezTo>
                                  <a:cubicBezTo>
                                    <a:pt x="770" y="601"/>
                                    <a:pt x="769" y="601"/>
                                    <a:pt x="769" y="600"/>
                                  </a:cubicBezTo>
                                  <a:cubicBezTo>
                                    <a:pt x="770" y="600"/>
                                    <a:pt x="770" y="600"/>
                                    <a:pt x="771" y="601"/>
                                  </a:cubicBezTo>
                                  <a:cubicBezTo>
                                    <a:pt x="772" y="601"/>
                                    <a:pt x="773" y="600"/>
                                    <a:pt x="773" y="599"/>
                                  </a:cubicBezTo>
                                  <a:cubicBezTo>
                                    <a:pt x="773" y="599"/>
                                    <a:pt x="773" y="599"/>
                                    <a:pt x="773" y="599"/>
                                  </a:cubicBezTo>
                                  <a:cubicBezTo>
                                    <a:pt x="773" y="598"/>
                                    <a:pt x="773" y="598"/>
                                    <a:pt x="772" y="598"/>
                                  </a:cubicBezTo>
                                  <a:cubicBezTo>
                                    <a:pt x="770" y="596"/>
                                    <a:pt x="768" y="594"/>
                                    <a:pt x="767" y="593"/>
                                  </a:cubicBezTo>
                                  <a:cubicBezTo>
                                    <a:pt x="766" y="592"/>
                                    <a:pt x="766" y="592"/>
                                    <a:pt x="766" y="592"/>
                                  </a:cubicBezTo>
                                  <a:cubicBezTo>
                                    <a:pt x="766" y="592"/>
                                    <a:pt x="766" y="592"/>
                                    <a:pt x="766" y="591"/>
                                  </a:cubicBezTo>
                                  <a:cubicBezTo>
                                    <a:pt x="766" y="591"/>
                                    <a:pt x="766" y="591"/>
                                    <a:pt x="766" y="591"/>
                                  </a:cubicBezTo>
                                  <a:cubicBezTo>
                                    <a:pt x="766" y="590"/>
                                    <a:pt x="765" y="589"/>
                                    <a:pt x="764" y="588"/>
                                  </a:cubicBezTo>
                                  <a:cubicBezTo>
                                    <a:pt x="763" y="587"/>
                                    <a:pt x="761" y="586"/>
                                    <a:pt x="759" y="588"/>
                                  </a:cubicBezTo>
                                  <a:cubicBezTo>
                                    <a:pt x="758" y="588"/>
                                    <a:pt x="757" y="587"/>
                                    <a:pt x="755" y="586"/>
                                  </a:cubicBezTo>
                                  <a:cubicBezTo>
                                    <a:pt x="755" y="587"/>
                                    <a:pt x="755" y="588"/>
                                    <a:pt x="755" y="589"/>
                                  </a:cubicBezTo>
                                  <a:cubicBezTo>
                                    <a:pt x="755" y="590"/>
                                    <a:pt x="755" y="590"/>
                                    <a:pt x="755" y="591"/>
                                  </a:cubicBezTo>
                                  <a:cubicBezTo>
                                    <a:pt x="755" y="592"/>
                                    <a:pt x="754" y="592"/>
                                    <a:pt x="754" y="593"/>
                                  </a:cubicBezTo>
                                  <a:cubicBezTo>
                                    <a:pt x="754" y="593"/>
                                    <a:pt x="754" y="593"/>
                                    <a:pt x="754" y="593"/>
                                  </a:cubicBezTo>
                                  <a:cubicBezTo>
                                    <a:pt x="754" y="594"/>
                                    <a:pt x="754" y="595"/>
                                    <a:pt x="752" y="595"/>
                                  </a:cubicBezTo>
                                  <a:cubicBezTo>
                                    <a:pt x="752" y="595"/>
                                    <a:pt x="752" y="595"/>
                                    <a:pt x="752" y="594"/>
                                  </a:cubicBezTo>
                                  <a:cubicBezTo>
                                    <a:pt x="754" y="593"/>
                                    <a:pt x="754" y="591"/>
                                    <a:pt x="754" y="589"/>
                                  </a:cubicBezTo>
                                  <a:cubicBezTo>
                                    <a:pt x="754" y="589"/>
                                    <a:pt x="754" y="589"/>
                                    <a:pt x="754" y="590"/>
                                  </a:cubicBezTo>
                                  <a:cubicBezTo>
                                    <a:pt x="753" y="590"/>
                                    <a:pt x="753" y="590"/>
                                    <a:pt x="753" y="590"/>
                                  </a:cubicBezTo>
                                  <a:cubicBezTo>
                                    <a:pt x="753" y="591"/>
                                    <a:pt x="753" y="592"/>
                                    <a:pt x="752" y="592"/>
                                  </a:cubicBezTo>
                                  <a:cubicBezTo>
                                    <a:pt x="751" y="594"/>
                                    <a:pt x="748" y="595"/>
                                    <a:pt x="746" y="595"/>
                                  </a:cubicBezTo>
                                  <a:cubicBezTo>
                                    <a:pt x="745" y="595"/>
                                    <a:pt x="745" y="595"/>
                                    <a:pt x="745" y="594"/>
                                  </a:cubicBezTo>
                                  <a:cubicBezTo>
                                    <a:pt x="745" y="594"/>
                                    <a:pt x="745" y="594"/>
                                    <a:pt x="745" y="594"/>
                                  </a:cubicBezTo>
                                  <a:cubicBezTo>
                                    <a:pt x="745" y="594"/>
                                    <a:pt x="745" y="594"/>
                                    <a:pt x="746" y="593"/>
                                  </a:cubicBezTo>
                                  <a:cubicBezTo>
                                    <a:pt x="747" y="593"/>
                                    <a:pt x="748" y="592"/>
                                    <a:pt x="748" y="591"/>
                                  </a:cubicBezTo>
                                  <a:cubicBezTo>
                                    <a:pt x="748" y="591"/>
                                    <a:pt x="747" y="590"/>
                                    <a:pt x="746" y="589"/>
                                  </a:cubicBezTo>
                                  <a:cubicBezTo>
                                    <a:pt x="746" y="589"/>
                                    <a:pt x="746" y="589"/>
                                    <a:pt x="746" y="588"/>
                                  </a:cubicBezTo>
                                  <a:cubicBezTo>
                                    <a:pt x="746" y="588"/>
                                    <a:pt x="746" y="588"/>
                                    <a:pt x="747" y="588"/>
                                  </a:cubicBezTo>
                                  <a:cubicBezTo>
                                    <a:pt x="747" y="588"/>
                                    <a:pt x="748" y="587"/>
                                    <a:pt x="748" y="587"/>
                                  </a:cubicBezTo>
                                  <a:cubicBezTo>
                                    <a:pt x="748" y="587"/>
                                    <a:pt x="748" y="587"/>
                                    <a:pt x="748" y="587"/>
                                  </a:cubicBezTo>
                                  <a:cubicBezTo>
                                    <a:pt x="747" y="586"/>
                                    <a:pt x="747" y="586"/>
                                    <a:pt x="746" y="586"/>
                                  </a:cubicBezTo>
                                  <a:cubicBezTo>
                                    <a:pt x="745" y="587"/>
                                    <a:pt x="745" y="587"/>
                                    <a:pt x="745" y="588"/>
                                  </a:cubicBezTo>
                                  <a:cubicBezTo>
                                    <a:pt x="745" y="588"/>
                                    <a:pt x="745" y="589"/>
                                    <a:pt x="745" y="589"/>
                                  </a:cubicBezTo>
                                  <a:cubicBezTo>
                                    <a:pt x="745" y="589"/>
                                    <a:pt x="745" y="589"/>
                                    <a:pt x="745" y="590"/>
                                  </a:cubicBezTo>
                                  <a:cubicBezTo>
                                    <a:pt x="745" y="590"/>
                                    <a:pt x="745" y="591"/>
                                    <a:pt x="744" y="592"/>
                                  </a:cubicBezTo>
                                  <a:cubicBezTo>
                                    <a:pt x="743" y="592"/>
                                    <a:pt x="742" y="591"/>
                                    <a:pt x="742" y="592"/>
                                  </a:cubicBezTo>
                                  <a:cubicBezTo>
                                    <a:pt x="741" y="592"/>
                                    <a:pt x="741" y="591"/>
                                    <a:pt x="741" y="591"/>
                                  </a:cubicBezTo>
                                  <a:cubicBezTo>
                                    <a:pt x="741" y="591"/>
                                    <a:pt x="741" y="590"/>
                                    <a:pt x="742" y="590"/>
                                  </a:cubicBezTo>
                                  <a:cubicBezTo>
                                    <a:pt x="742" y="589"/>
                                    <a:pt x="742" y="588"/>
                                    <a:pt x="742" y="588"/>
                                  </a:cubicBezTo>
                                  <a:cubicBezTo>
                                    <a:pt x="742" y="587"/>
                                    <a:pt x="742" y="586"/>
                                    <a:pt x="742" y="585"/>
                                  </a:cubicBezTo>
                                  <a:cubicBezTo>
                                    <a:pt x="742" y="584"/>
                                    <a:pt x="742" y="584"/>
                                    <a:pt x="742" y="583"/>
                                  </a:cubicBezTo>
                                  <a:cubicBezTo>
                                    <a:pt x="742" y="583"/>
                                    <a:pt x="742" y="583"/>
                                    <a:pt x="742" y="583"/>
                                  </a:cubicBezTo>
                                  <a:cubicBezTo>
                                    <a:pt x="742" y="583"/>
                                    <a:pt x="742" y="582"/>
                                    <a:pt x="741" y="583"/>
                                  </a:cubicBezTo>
                                  <a:cubicBezTo>
                                    <a:pt x="739" y="583"/>
                                    <a:pt x="737" y="582"/>
                                    <a:pt x="735" y="583"/>
                                  </a:cubicBezTo>
                                  <a:cubicBezTo>
                                    <a:pt x="735" y="583"/>
                                    <a:pt x="735" y="583"/>
                                    <a:pt x="735" y="583"/>
                                  </a:cubicBezTo>
                                  <a:cubicBezTo>
                                    <a:pt x="734" y="582"/>
                                    <a:pt x="733" y="582"/>
                                    <a:pt x="733" y="582"/>
                                  </a:cubicBezTo>
                                  <a:cubicBezTo>
                                    <a:pt x="732" y="581"/>
                                    <a:pt x="731" y="581"/>
                                    <a:pt x="731" y="580"/>
                                  </a:cubicBezTo>
                                  <a:cubicBezTo>
                                    <a:pt x="731" y="579"/>
                                    <a:pt x="732" y="579"/>
                                    <a:pt x="733" y="578"/>
                                  </a:cubicBezTo>
                                  <a:cubicBezTo>
                                    <a:pt x="734" y="577"/>
                                    <a:pt x="735" y="577"/>
                                    <a:pt x="736" y="575"/>
                                  </a:cubicBezTo>
                                  <a:cubicBezTo>
                                    <a:pt x="737" y="574"/>
                                    <a:pt x="739" y="573"/>
                                    <a:pt x="739" y="572"/>
                                  </a:cubicBezTo>
                                  <a:cubicBezTo>
                                    <a:pt x="741" y="570"/>
                                    <a:pt x="744" y="568"/>
                                    <a:pt x="746" y="567"/>
                                  </a:cubicBezTo>
                                  <a:cubicBezTo>
                                    <a:pt x="747" y="566"/>
                                    <a:pt x="748" y="565"/>
                                    <a:pt x="748" y="563"/>
                                  </a:cubicBezTo>
                                  <a:cubicBezTo>
                                    <a:pt x="749" y="562"/>
                                    <a:pt x="751" y="561"/>
                                    <a:pt x="751" y="559"/>
                                  </a:cubicBezTo>
                                  <a:cubicBezTo>
                                    <a:pt x="752" y="559"/>
                                    <a:pt x="752" y="558"/>
                                    <a:pt x="752" y="557"/>
                                  </a:cubicBezTo>
                                  <a:cubicBezTo>
                                    <a:pt x="752" y="557"/>
                                    <a:pt x="752" y="557"/>
                                    <a:pt x="752" y="557"/>
                                  </a:cubicBezTo>
                                  <a:cubicBezTo>
                                    <a:pt x="754" y="557"/>
                                    <a:pt x="754" y="555"/>
                                    <a:pt x="754" y="554"/>
                                  </a:cubicBezTo>
                                  <a:cubicBezTo>
                                    <a:pt x="755" y="554"/>
                                    <a:pt x="756" y="554"/>
                                    <a:pt x="756" y="553"/>
                                  </a:cubicBezTo>
                                  <a:cubicBezTo>
                                    <a:pt x="756" y="551"/>
                                    <a:pt x="758" y="551"/>
                                    <a:pt x="759" y="550"/>
                                  </a:cubicBezTo>
                                  <a:cubicBezTo>
                                    <a:pt x="760" y="549"/>
                                    <a:pt x="761" y="549"/>
                                    <a:pt x="761" y="548"/>
                                  </a:cubicBezTo>
                                  <a:cubicBezTo>
                                    <a:pt x="762" y="548"/>
                                    <a:pt x="763" y="546"/>
                                    <a:pt x="764" y="545"/>
                                  </a:cubicBezTo>
                                  <a:cubicBezTo>
                                    <a:pt x="767" y="544"/>
                                    <a:pt x="767" y="543"/>
                                    <a:pt x="768" y="541"/>
                                  </a:cubicBezTo>
                                  <a:cubicBezTo>
                                    <a:pt x="768" y="538"/>
                                    <a:pt x="769" y="536"/>
                                    <a:pt x="772" y="535"/>
                                  </a:cubicBezTo>
                                  <a:cubicBezTo>
                                    <a:pt x="773" y="534"/>
                                    <a:pt x="774" y="534"/>
                                    <a:pt x="774" y="533"/>
                                  </a:cubicBezTo>
                                  <a:cubicBezTo>
                                    <a:pt x="775" y="532"/>
                                    <a:pt x="776" y="531"/>
                                    <a:pt x="776" y="529"/>
                                  </a:cubicBezTo>
                                  <a:cubicBezTo>
                                    <a:pt x="779" y="526"/>
                                    <a:pt x="782" y="524"/>
                                    <a:pt x="787" y="524"/>
                                  </a:cubicBezTo>
                                  <a:cubicBezTo>
                                    <a:pt x="787" y="524"/>
                                    <a:pt x="787" y="524"/>
                                    <a:pt x="787" y="524"/>
                                  </a:cubicBezTo>
                                  <a:cubicBezTo>
                                    <a:pt x="788" y="523"/>
                                    <a:pt x="789" y="523"/>
                                    <a:pt x="790" y="523"/>
                                  </a:cubicBezTo>
                                  <a:cubicBezTo>
                                    <a:pt x="793" y="523"/>
                                    <a:pt x="795" y="523"/>
                                    <a:pt x="797" y="523"/>
                                  </a:cubicBezTo>
                                  <a:cubicBezTo>
                                    <a:pt x="797" y="523"/>
                                    <a:pt x="798" y="523"/>
                                    <a:pt x="798" y="523"/>
                                  </a:cubicBezTo>
                                  <a:cubicBezTo>
                                    <a:pt x="799" y="523"/>
                                    <a:pt x="799" y="523"/>
                                    <a:pt x="799" y="523"/>
                                  </a:cubicBezTo>
                                  <a:cubicBezTo>
                                    <a:pt x="800" y="524"/>
                                    <a:pt x="802" y="523"/>
                                    <a:pt x="803" y="523"/>
                                  </a:cubicBezTo>
                                  <a:cubicBezTo>
                                    <a:pt x="803" y="523"/>
                                    <a:pt x="803" y="523"/>
                                    <a:pt x="803" y="523"/>
                                  </a:cubicBezTo>
                                  <a:cubicBezTo>
                                    <a:pt x="804" y="523"/>
                                    <a:pt x="804" y="524"/>
                                    <a:pt x="803" y="524"/>
                                  </a:cubicBezTo>
                                  <a:cubicBezTo>
                                    <a:pt x="803" y="525"/>
                                    <a:pt x="803" y="525"/>
                                    <a:pt x="804" y="526"/>
                                  </a:cubicBezTo>
                                  <a:cubicBezTo>
                                    <a:pt x="804" y="526"/>
                                    <a:pt x="804" y="526"/>
                                    <a:pt x="804" y="526"/>
                                  </a:cubicBezTo>
                                  <a:cubicBezTo>
                                    <a:pt x="804" y="526"/>
                                    <a:pt x="805" y="526"/>
                                    <a:pt x="805" y="526"/>
                                  </a:cubicBezTo>
                                  <a:cubicBezTo>
                                    <a:pt x="807" y="526"/>
                                    <a:pt x="806" y="524"/>
                                    <a:pt x="806" y="523"/>
                                  </a:cubicBezTo>
                                  <a:cubicBezTo>
                                    <a:pt x="807" y="523"/>
                                    <a:pt x="807" y="522"/>
                                    <a:pt x="808" y="522"/>
                                  </a:cubicBezTo>
                                  <a:cubicBezTo>
                                    <a:pt x="808" y="523"/>
                                    <a:pt x="809" y="523"/>
                                    <a:pt x="809" y="523"/>
                                  </a:cubicBezTo>
                                  <a:cubicBezTo>
                                    <a:pt x="809" y="523"/>
                                    <a:pt x="810" y="523"/>
                                    <a:pt x="810" y="523"/>
                                  </a:cubicBezTo>
                                  <a:cubicBezTo>
                                    <a:pt x="810" y="523"/>
                                    <a:pt x="810" y="523"/>
                                    <a:pt x="810" y="523"/>
                                  </a:cubicBezTo>
                                  <a:cubicBezTo>
                                    <a:pt x="811" y="524"/>
                                    <a:pt x="811" y="524"/>
                                    <a:pt x="812" y="524"/>
                                  </a:cubicBezTo>
                                  <a:cubicBezTo>
                                    <a:pt x="812" y="524"/>
                                    <a:pt x="812" y="524"/>
                                    <a:pt x="812" y="524"/>
                                  </a:cubicBezTo>
                                  <a:cubicBezTo>
                                    <a:pt x="815" y="525"/>
                                    <a:pt x="817" y="525"/>
                                    <a:pt x="818" y="523"/>
                                  </a:cubicBezTo>
                                  <a:cubicBezTo>
                                    <a:pt x="819" y="523"/>
                                    <a:pt x="819" y="523"/>
                                    <a:pt x="820" y="523"/>
                                  </a:cubicBezTo>
                                  <a:cubicBezTo>
                                    <a:pt x="820" y="523"/>
                                    <a:pt x="820" y="523"/>
                                    <a:pt x="820" y="524"/>
                                  </a:cubicBezTo>
                                  <a:cubicBezTo>
                                    <a:pt x="820" y="524"/>
                                    <a:pt x="821" y="524"/>
                                    <a:pt x="821" y="525"/>
                                  </a:cubicBezTo>
                                  <a:cubicBezTo>
                                    <a:pt x="821" y="525"/>
                                    <a:pt x="821" y="525"/>
                                    <a:pt x="821" y="525"/>
                                  </a:cubicBezTo>
                                  <a:cubicBezTo>
                                    <a:pt x="822" y="525"/>
                                    <a:pt x="823" y="525"/>
                                    <a:pt x="824" y="524"/>
                                  </a:cubicBezTo>
                                  <a:cubicBezTo>
                                    <a:pt x="824" y="524"/>
                                    <a:pt x="824" y="524"/>
                                    <a:pt x="824" y="524"/>
                                  </a:cubicBezTo>
                                  <a:cubicBezTo>
                                    <a:pt x="824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2"/>
                                    <a:pt x="823" y="522"/>
                                    <a:pt x="823" y="522"/>
                                  </a:cubicBezTo>
                                  <a:cubicBezTo>
                                    <a:pt x="823" y="522"/>
                                    <a:pt x="823" y="522"/>
                                    <a:pt x="823" y="522"/>
                                  </a:cubicBezTo>
                                  <a:cubicBezTo>
                                    <a:pt x="825" y="522"/>
                                    <a:pt x="825" y="522"/>
                                    <a:pt x="826" y="521"/>
                                  </a:cubicBezTo>
                                  <a:cubicBezTo>
                                    <a:pt x="826" y="521"/>
                                    <a:pt x="826" y="521"/>
                                    <a:pt x="826" y="521"/>
                                  </a:cubicBezTo>
                                  <a:cubicBezTo>
                                    <a:pt x="826" y="521"/>
                                    <a:pt x="826" y="521"/>
                                    <a:pt x="826" y="520"/>
                                  </a:cubicBezTo>
                                  <a:cubicBezTo>
                                    <a:pt x="826" y="519"/>
                                    <a:pt x="827" y="519"/>
                                    <a:pt x="827" y="519"/>
                                  </a:cubicBezTo>
                                  <a:cubicBezTo>
                                    <a:pt x="828" y="519"/>
                                    <a:pt x="830" y="518"/>
                                    <a:pt x="831" y="519"/>
                                  </a:cubicBezTo>
                                  <a:cubicBezTo>
                                    <a:pt x="832" y="520"/>
                                    <a:pt x="833" y="520"/>
                                    <a:pt x="834" y="520"/>
                                  </a:cubicBezTo>
                                  <a:cubicBezTo>
                                    <a:pt x="834" y="520"/>
                                    <a:pt x="834" y="520"/>
                                    <a:pt x="834" y="520"/>
                                  </a:cubicBezTo>
                                  <a:cubicBezTo>
                                    <a:pt x="834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2"/>
                                    <a:pt x="835" y="522"/>
                                    <a:pt x="835" y="522"/>
                                  </a:cubicBezTo>
                                  <a:cubicBezTo>
                                    <a:pt x="835" y="522"/>
                                    <a:pt x="835" y="522"/>
                                    <a:pt x="835" y="522"/>
                                  </a:cubicBezTo>
                                  <a:cubicBezTo>
                                    <a:pt x="836" y="522"/>
                                    <a:pt x="836" y="523"/>
                                    <a:pt x="837" y="522"/>
                                  </a:cubicBezTo>
                                  <a:cubicBezTo>
                                    <a:pt x="837" y="522"/>
                                    <a:pt x="837" y="522"/>
                                    <a:pt x="837" y="522"/>
                                  </a:cubicBezTo>
                                  <a:cubicBezTo>
                                    <a:pt x="837" y="522"/>
                                    <a:pt x="837" y="522"/>
                                    <a:pt x="838" y="522"/>
                                  </a:cubicBezTo>
                                  <a:cubicBezTo>
                                    <a:pt x="838" y="521"/>
                                    <a:pt x="839" y="521"/>
                                    <a:pt x="840" y="521"/>
                                  </a:cubicBezTo>
                                  <a:cubicBezTo>
                                    <a:pt x="840" y="521"/>
                                    <a:pt x="840" y="521"/>
                                    <a:pt x="841" y="521"/>
                                  </a:cubicBezTo>
                                  <a:cubicBezTo>
                                    <a:pt x="841" y="521"/>
                                    <a:pt x="841" y="521"/>
                                    <a:pt x="841" y="521"/>
                                  </a:cubicBezTo>
                                  <a:cubicBezTo>
                                    <a:pt x="842" y="522"/>
                                    <a:pt x="842" y="523"/>
                                    <a:pt x="843" y="524"/>
                                  </a:cubicBezTo>
                                  <a:cubicBezTo>
                                    <a:pt x="843" y="524"/>
                                    <a:pt x="843" y="524"/>
                                    <a:pt x="843" y="524"/>
                                  </a:cubicBezTo>
                                  <a:cubicBezTo>
                                    <a:pt x="844" y="525"/>
                                    <a:pt x="844" y="525"/>
                                    <a:pt x="844" y="525"/>
                                  </a:cubicBezTo>
                                  <a:cubicBezTo>
                                    <a:pt x="845" y="525"/>
                                    <a:pt x="845" y="525"/>
                                    <a:pt x="846" y="525"/>
                                  </a:cubicBezTo>
                                  <a:cubicBezTo>
                                    <a:pt x="845" y="527"/>
                                    <a:pt x="844" y="526"/>
                                    <a:pt x="843" y="526"/>
                                  </a:cubicBezTo>
                                  <a:cubicBezTo>
                                    <a:pt x="842" y="526"/>
                                    <a:pt x="840" y="527"/>
                                    <a:pt x="839" y="527"/>
                                  </a:cubicBezTo>
                                  <a:cubicBezTo>
                                    <a:pt x="840" y="528"/>
                                    <a:pt x="840" y="530"/>
                                    <a:pt x="841" y="530"/>
                                  </a:cubicBezTo>
                                  <a:cubicBezTo>
                                    <a:pt x="841" y="531"/>
                                    <a:pt x="842" y="531"/>
                                    <a:pt x="843" y="530"/>
                                  </a:cubicBezTo>
                                  <a:cubicBezTo>
                                    <a:pt x="843" y="530"/>
                                    <a:pt x="843" y="530"/>
                                    <a:pt x="843" y="530"/>
                                  </a:cubicBezTo>
                                  <a:cubicBezTo>
                                    <a:pt x="844" y="530"/>
                                    <a:pt x="845" y="530"/>
                                    <a:pt x="845" y="530"/>
                                  </a:cubicBezTo>
                                  <a:cubicBezTo>
                                    <a:pt x="845" y="529"/>
                                    <a:pt x="845" y="529"/>
                                    <a:pt x="845" y="529"/>
                                  </a:cubicBezTo>
                                  <a:cubicBezTo>
                                    <a:pt x="847" y="529"/>
                                    <a:pt x="848" y="529"/>
                                    <a:pt x="849" y="529"/>
                                  </a:cubicBezTo>
                                  <a:cubicBezTo>
                                    <a:pt x="850" y="530"/>
                                    <a:pt x="851" y="530"/>
                                    <a:pt x="851" y="529"/>
                                  </a:cubicBezTo>
                                  <a:cubicBezTo>
                                    <a:pt x="851" y="529"/>
                                    <a:pt x="851" y="528"/>
                                    <a:pt x="851" y="528"/>
                                  </a:cubicBezTo>
                                  <a:cubicBezTo>
                                    <a:pt x="852" y="527"/>
                                    <a:pt x="854" y="527"/>
                                    <a:pt x="855" y="525"/>
                                  </a:cubicBezTo>
                                  <a:cubicBezTo>
                                    <a:pt x="855" y="525"/>
                                    <a:pt x="856" y="525"/>
                                    <a:pt x="856" y="526"/>
                                  </a:cubicBezTo>
                                  <a:cubicBezTo>
                                    <a:pt x="857" y="526"/>
                                    <a:pt x="857" y="526"/>
                                    <a:pt x="858" y="527"/>
                                  </a:cubicBezTo>
                                  <a:cubicBezTo>
                                    <a:pt x="858" y="527"/>
                                    <a:pt x="858" y="527"/>
                                    <a:pt x="858" y="527"/>
                                  </a:cubicBezTo>
                                  <a:cubicBezTo>
                                    <a:pt x="859" y="528"/>
                                    <a:pt x="860" y="527"/>
                                    <a:pt x="861" y="526"/>
                                  </a:cubicBezTo>
                                  <a:cubicBezTo>
                                    <a:pt x="861" y="526"/>
                                    <a:pt x="861" y="526"/>
                                    <a:pt x="861" y="526"/>
                                  </a:cubicBezTo>
                                  <a:cubicBezTo>
                                    <a:pt x="861" y="526"/>
                                    <a:pt x="862" y="526"/>
                                    <a:pt x="862" y="526"/>
                                  </a:cubicBezTo>
                                  <a:cubicBezTo>
                                    <a:pt x="863" y="526"/>
                                    <a:pt x="864" y="526"/>
                                    <a:pt x="865" y="526"/>
                                  </a:cubicBezTo>
                                  <a:cubicBezTo>
                                    <a:pt x="866" y="526"/>
                                    <a:pt x="867" y="525"/>
                                    <a:pt x="866" y="523"/>
                                  </a:cubicBezTo>
                                  <a:cubicBezTo>
                                    <a:pt x="866" y="523"/>
                                    <a:pt x="866" y="523"/>
                                    <a:pt x="865" y="523"/>
                                  </a:cubicBezTo>
                                  <a:cubicBezTo>
                                    <a:pt x="865" y="522"/>
                                    <a:pt x="864" y="522"/>
                                    <a:pt x="864" y="522"/>
                                  </a:cubicBezTo>
                                  <a:cubicBezTo>
                                    <a:pt x="863" y="520"/>
                                    <a:pt x="861" y="521"/>
                                    <a:pt x="860" y="522"/>
                                  </a:cubicBezTo>
                                  <a:cubicBezTo>
                                    <a:pt x="860" y="521"/>
                                    <a:pt x="860" y="521"/>
                                    <a:pt x="860" y="521"/>
                                  </a:cubicBezTo>
                                  <a:cubicBezTo>
                                    <a:pt x="860" y="519"/>
                                    <a:pt x="859" y="517"/>
                                    <a:pt x="861" y="516"/>
                                  </a:cubicBezTo>
                                  <a:cubicBezTo>
                                    <a:pt x="862" y="516"/>
                                    <a:pt x="862" y="515"/>
                                    <a:pt x="862" y="515"/>
                                  </a:cubicBezTo>
                                  <a:cubicBezTo>
                                    <a:pt x="862" y="514"/>
                                    <a:pt x="862" y="514"/>
                                    <a:pt x="862" y="514"/>
                                  </a:cubicBezTo>
                                  <a:cubicBezTo>
                                    <a:pt x="862" y="514"/>
                                    <a:pt x="862" y="513"/>
                                    <a:pt x="862" y="513"/>
                                  </a:cubicBezTo>
                                  <a:cubicBezTo>
                                    <a:pt x="863" y="513"/>
                                    <a:pt x="863" y="513"/>
                                    <a:pt x="863" y="512"/>
                                  </a:cubicBezTo>
                                  <a:cubicBezTo>
                                    <a:pt x="864" y="510"/>
                                    <a:pt x="866" y="509"/>
                                    <a:pt x="868" y="508"/>
                                  </a:cubicBezTo>
                                  <a:cubicBezTo>
                                    <a:pt x="869" y="507"/>
                                    <a:pt x="870" y="505"/>
                                    <a:pt x="871" y="505"/>
                                  </a:cubicBezTo>
                                  <a:cubicBezTo>
                                    <a:pt x="872" y="504"/>
                                    <a:pt x="872" y="503"/>
                                    <a:pt x="872" y="501"/>
                                  </a:cubicBezTo>
                                  <a:cubicBezTo>
                                    <a:pt x="873" y="501"/>
                                    <a:pt x="873" y="500"/>
                                    <a:pt x="874" y="499"/>
                                  </a:cubicBezTo>
                                  <a:cubicBezTo>
                                    <a:pt x="874" y="499"/>
                                    <a:pt x="874" y="499"/>
                                    <a:pt x="874" y="499"/>
                                  </a:cubicBezTo>
                                  <a:cubicBezTo>
                                    <a:pt x="875" y="499"/>
                                    <a:pt x="875" y="499"/>
                                    <a:pt x="875" y="499"/>
                                  </a:cubicBezTo>
                                  <a:cubicBezTo>
                                    <a:pt x="875" y="499"/>
                                    <a:pt x="875" y="499"/>
                                    <a:pt x="875" y="499"/>
                                  </a:cubicBezTo>
                                  <a:cubicBezTo>
                                    <a:pt x="876" y="498"/>
                                    <a:pt x="877" y="498"/>
                                    <a:pt x="876" y="497"/>
                                  </a:cubicBezTo>
                                  <a:cubicBezTo>
                                    <a:pt x="876" y="495"/>
                                    <a:pt x="876" y="494"/>
                                    <a:pt x="878" y="493"/>
                                  </a:cubicBezTo>
                                  <a:cubicBezTo>
                                    <a:pt x="878" y="493"/>
                                    <a:pt x="878" y="493"/>
                                    <a:pt x="878" y="493"/>
                                  </a:cubicBezTo>
                                  <a:cubicBezTo>
                                    <a:pt x="878" y="493"/>
                                    <a:pt x="878" y="493"/>
                                    <a:pt x="878" y="493"/>
                                  </a:cubicBezTo>
                                  <a:cubicBezTo>
                                    <a:pt x="878" y="492"/>
                                    <a:pt x="878" y="492"/>
                                    <a:pt x="879" y="492"/>
                                  </a:cubicBezTo>
                                  <a:cubicBezTo>
                                    <a:pt x="879" y="492"/>
                                    <a:pt x="880" y="492"/>
                                    <a:pt x="880" y="492"/>
                                  </a:cubicBezTo>
                                  <a:cubicBezTo>
                                    <a:pt x="881" y="492"/>
                                    <a:pt x="881" y="492"/>
                                    <a:pt x="882" y="491"/>
                                  </a:cubicBezTo>
                                  <a:cubicBezTo>
                                    <a:pt x="882" y="491"/>
                                    <a:pt x="882" y="490"/>
                                    <a:pt x="882" y="490"/>
                                  </a:cubicBezTo>
                                  <a:cubicBezTo>
                                    <a:pt x="883" y="490"/>
                                    <a:pt x="883" y="490"/>
                                    <a:pt x="884" y="490"/>
                                  </a:cubicBezTo>
                                  <a:cubicBezTo>
                                    <a:pt x="884" y="490"/>
                                    <a:pt x="884" y="490"/>
                                    <a:pt x="884" y="490"/>
                                  </a:cubicBezTo>
                                  <a:cubicBezTo>
                                    <a:pt x="886" y="491"/>
                                    <a:pt x="886" y="490"/>
                                    <a:pt x="887" y="489"/>
                                  </a:cubicBezTo>
                                  <a:cubicBezTo>
                                    <a:pt x="888" y="490"/>
                                    <a:pt x="890" y="490"/>
                                    <a:pt x="891" y="490"/>
                                  </a:cubicBezTo>
                                  <a:cubicBezTo>
                                    <a:pt x="893" y="489"/>
                                    <a:pt x="894" y="489"/>
                                    <a:pt x="895" y="491"/>
                                  </a:cubicBezTo>
                                  <a:cubicBezTo>
                                    <a:pt x="895" y="491"/>
                                    <a:pt x="896" y="491"/>
                                    <a:pt x="896" y="492"/>
                                  </a:cubicBezTo>
                                  <a:cubicBezTo>
                                    <a:pt x="896" y="492"/>
                                    <a:pt x="896" y="492"/>
                                    <a:pt x="896" y="492"/>
                                  </a:cubicBezTo>
                                  <a:cubicBezTo>
                                    <a:pt x="897" y="492"/>
                                    <a:pt x="898" y="492"/>
                                    <a:pt x="899" y="491"/>
                                  </a:cubicBezTo>
                                  <a:cubicBezTo>
                                    <a:pt x="899" y="490"/>
                                    <a:pt x="899" y="490"/>
                                    <a:pt x="900" y="489"/>
                                  </a:cubicBezTo>
                                  <a:cubicBezTo>
                                    <a:pt x="900" y="489"/>
                                    <a:pt x="901" y="489"/>
                                    <a:pt x="901" y="490"/>
                                  </a:cubicBezTo>
                                  <a:cubicBezTo>
                                    <a:pt x="901" y="491"/>
                                    <a:pt x="901" y="492"/>
                                    <a:pt x="900" y="493"/>
                                  </a:cubicBezTo>
                                  <a:cubicBezTo>
                                    <a:pt x="899" y="495"/>
                                    <a:pt x="897" y="497"/>
                                    <a:pt x="898" y="499"/>
                                  </a:cubicBezTo>
                                  <a:cubicBezTo>
                                    <a:pt x="898" y="500"/>
                                    <a:pt x="898" y="500"/>
                                    <a:pt x="898" y="501"/>
                                  </a:cubicBezTo>
                                  <a:cubicBezTo>
                                    <a:pt x="898" y="501"/>
                                    <a:pt x="897" y="501"/>
                                    <a:pt x="898" y="502"/>
                                  </a:cubicBezTo>
                                  <a:cubicBezTo>
                                    <a:pt x="898" y="502"/>
                                    <a:pt x="899" y="502"/>
                                    <a:pt x="899" y="502"/>
                                  </a:cubicBezTo>
                                  <a:cubicBezTo>
                                    <a:pt x="900" y="502"/>
                                    <a:pt x="900" y="501"/>
                                    <a:pt x="900" y="501"/>
                                  </a:cubicBezTo>
                                  <a:cubicBezTo>
                                    <a:pt x="900" y="501"/>
                                    <a:pt x="900" y="501"/>
                                    <a:pt x="900" y="501"/>
                                  </a:cubicBezTo>
                                  <a:cubicBezTo>
                                    <a:pt x="900" y="501"/>
                                    <a:pt x="900" y="501"/>
                                    <a:pt x="900" y="501"/>
                                  </a:cubicBezTo>
                                  <a:cubicBezTo>
                                    <a:pt x="901" y="501"/>
                                    <a:pt x="901" y="501"/>
                                    <a:pt x="901" y="501"/>
                                  </a:cubicBezTo>
                                  <a:cubicBezTo>
                                    <a:pt x="902" y="501"/>
                                    <a:pt x="902" y="501"/>
                                    <a:pt x="902" y="501"/>
                                  </a:cubicBezTo>
                                  <a:cubicBezTo>
                                    <a:pt x="902" y="501"/>
                                    <a:pt x="901" y="502"/>
                                    <a:pt x="901" y="502"/>
                                  </a:cubicBezTo>
                                  <a:cubicBezTo>
                                    <a:pt x="901" y="502"/>
                                    <a:pt x="901" y="502"/>
                                    <a:pt x="901" y="502"/>
                                  </a:cubicBezTo>
                                  <a:cubicBezTo>
                                    <a:pt x="900" y="503"/>
                                    <a:pt x="899" y="505"/>
                                    <a:pt x="900" y="506"/>
                                  </a:cubicBezTo>
                                  <a:cubicBezTo>
                                    <a:pt x="900" y="506"/>
                                    <a:pt x="900" y="506"/>
                                    <a:pt x="900" y="506"/>
                                  </a:cubicBezTo>
                                  <a:cubicBezTo>
                                    <a:pt x="900" y="507"/>
                                    <a:pt x="900" y="507"/>
                                    <a:pt x="900" y="507"/>
                                  </a:cubicBezTo>
                                  <a:cubicBezTo>
                                    <a:pt x="900" y="507"/>
                                    <a:pt x="900" y="507"/>
                                    <a:pt x="901" y="506"/>
                                  </a:cubicBezTo>
                                  <a:cubicBezTo>
                                    <a:pt x="901" y="506"/>
                                    <a:pt x="901" y="506"/>
                                    <a:pt x="901" y="506"/>
                                  </a:cubicBezTo>
                                  <a:cubicBezTo>
                                    <a:pt x="902" y="506"/>
                                    <a:pt x="903" y="505"/>
                                    <a:pt x="903" y="505"/>
                                  </a:cubicBezTo>
                                  <a:cubicBezTo>
                                    <a:pt x="904" y="505"/>
                                    <a:pt x="905" y="505"/>
                                    <a:pt x="905" y="504"/>
                                  </a:cubicBezTo>
                                  <a:cubicBezTo>
                                    <a:pt x="905" y="504"/>
                                    <a:pt x="905" y="504"/>
                                    <a:pt x="905" y="504"/>
                                  </a:cubicBezTo>
                                  <a:cubicBezTo>
                                    <a:pt x="907" y="501"/>
                                    <a:pt x="909" y="498"/>
                                    <a:pt x="912" y="496"/>
                                  </a:cubicBezTo>
                                  <a:cubicBezTo>
                                    <a:pt x="913" y="496"/>
                                    <a:pt x="913" y="495"/>
                                    <a:pt x="913" y="495"/>
                                  </a:cubicBezTo>
                                  <a:cubicBezTo>
                                    <a:pt x="914" y="494"/>
                                    <a:pt x="914" y="492"/>
                                    <a:pt x="916" y="492"/>
                                  </a:cubicBezTo>
                                  <a:cubicBezTo>
                                    <a:pt x="916" y="492"/>
                                    <a:pt x="917" y="492"/>
                                    <a:pt x="917" y="492"/>
                                  </a:cubicBezTo>
                                  <a:cubicBezTo>
                                    <a:pt x="917" y="491"/>
                                    <a:pt x="918" y="491"/>
                                    <a:pt x="918" y="491"/>
                                  </a:cubicBezTo>
                                  <a:cubicBezTo>
                                    <a:pt x="918" y="491"/>
                                    <a:pt x="919" y="492"/>
                                    <a:pt x="919" y="493"/>
                                  </a:cubicBezTo>
                                  <a:cubicBezTo>
                                    <a:pt x="919" y="493"/>
                                    <a:pt x="919" y="493"/>
                                    <a:pt x="919" y="493"/>
                                  </a:cubicBezTo>
                                  <a:cubicBezTo>
                                    <a:pt x="919" y="493"/>
                                    <a:pt x="919" y="493"/>
                                    <a:pt x="920" y="493"/>
                                  </a:cubicBezTo>
                                  <a:cubicBezTo>
                                    <a:pt x="920" y="493"/>
                                    <a:pt x="921" y="492"/>
                                    <a:pt x="921" y="492"/>
                                  </a:cubicBezTo>
                                  <a:cubicBezTo>
                                    <a:pt x="921" y="491"/>
                                    <a:pt x="921" y="491"/>
                                    <a:pt x="921" y="491"/>
                                  </a:cubicBezTo>
                                  <a:cubicBezTo>
                                    <a:pt x="921" y="491"/>
                                    <a:pt x="921" y="491"/>
                                    <a:pt x="921" y="491"/>
                                  </a:cubicBezTo>
                                  <a:cubicBezTo>
                                    <a:pt x="920" y="491"/>
                                    <a:pt x="920" y="490"/>
                                    <a:pt x="920" y="490"/>
                                  </a:cubicBezTo>
                                  <a:cubicBezTo>
                                    <a:pt x="919" y="490"/>
                                    <a:pt x="919" y="489"/>
                                    <a:pt x="920" y="488"/>
                                  </a:cubicBezTo>
                                  <a:cubicBezTo>
                                    <a:pt x="920" y="487"/>
                                    <a:pt x="920" y="486"/>
                                    <a:pt x="920" y="486"/>
                                  </a:cubicBezTo>
                                  <a:cubicBezTo>
                                    <a:pt x="920" y="485"/>
                                    <a:pt x="920" y="484"/>
                                    <a:pt x="920" y="484"/>
                                  </a:cubicBezTo>
                                  <a:cubicBezTo>
                                    <a:pt x="921" y="483"/>
                                    <a:pt x="921" y="482"/>
                                    <a:pt x="921" y="481"/>
                                  </a:cubicBezTo>
                                  <a:cubicBezTo>
                                    <a:pt x="921" y="480"/>
                                    <a:pt x="922" y="479"/>
                                    <a:pt x="923" y="479"/>
                                  </a:cubicBezTo>
                                  <a:cubicBezTo>
                                    <a:pt x="924" y="479"/>
                                    <a:pt x="925" y="479"/>
                                    <a:pt x="926" y="479"/>
                                  </a:cubicBezTo>
                                  <a:cubicBezTo>
                                    <a:pt x="927" y="477"/>
                                    <a:pt x="929" y="477"/>
                                    <a:pt x="931" y="479"/>
                                  </a:cubicBezTo>
                                  <a:cubicBezTo>
                                    <a:pt x="931" y="479"/>
                                    <a:pt x="931" y="478"/>
                                    <a:pt x="931" y="478"/>
                                  </a:cubicBezTo>
                                  <a:cubicBezTo>
                                    <a:pt x="931" y="479"/>
                                    <a:pt x="931" y="479"/>
                                    <a:pt x="931" y="479"/>
                                  </a:cubicBezTo>
                                  <a:cubicBezTo>
                                    <a:pt x="932" y="479"/>
                                    <a:pt x="932" y="479"/>
                                    <a:pt x="932" y="479"/>
                                  </a:cubicBezTo>
                                  <a:cubicBezTo>
                                    <a:pt x="932" y="480"/>
                                    <a:pt x="933" y="480"/>
                                    <a:pt x="933" y="480"/>
                                  </a:cubicBezTo>
                                  <a:cubicBezTo>
                                    <a:pt x="933" y="480"/>
                                    <a:pt x="932" y="480"/>
                                    <a:pt x="931" y="480"/>
                                  </a:cubicBezTo>
                                  <a:cubicBezTo>
                                    <a:pt x="930" y="480"/>
                                    <a:pt x="928" y="481"/>
                                    <a:pt x="927" y="483"/>
                                  </a:cubicBezTo>
                                  <a:cubicBezTo>
                                    <a:pt x="927" y="483"/>
                                    <a:pt x="927" y="484"/>
                                    <a:pt x="927" y="485"/>
                                  </a:cubicBezTo>
                                  <a:cubicBezTo>
                                    <a:pt x="927" y="485"/>
                                    <a:pt x="927" y="486"/>
                                    <a:pt x="926" y="487"/>
                                  </a:cubicBezTo>
                                  <a:cubicBezTo>
                                    <a:pt x="926" y="487"/>
                                    <a:pt x="926" y="487"/>
                                    <a:pt x="926" y="487"/>
                                  </a:cubicBezTo>
                                  <a:cubicBezTo>
                                    <a:pt x="926" y="489"/>
                                    <a:pt x="926" y="490"/>
                                    <a:pt x="926" y="491"/>
                                  </a:cubicBezTo>
                                  <a:cubicBezTo>
                                    <a:pt x="925" y="492"/>
                                    <a:pt x="925" y="492"/>
                                    <a:pt x="925" y="492"/>
                                  </a:cubicBezTo>
                                  <a:cubicBezTo>
                                    <a:pt x="925" y="492"/>
                                    <a:pt x="925" y="493"/>
                                    <a:pt x="925" y="493"/>
                                  </a:cubicBezTo>
                                  <a:cubicBezTo>
                                    <a:pt x="925" y="493"/>
                                    <a:pt x="925" y="493"/>
                                    <a:pt x="925" y="493"/>
                                  </a:cubicBezTo>
                                  <a:cubicBezTo>
                                    <a:pt x="924" y="494"/>
                                    <a:pt x="924" y="494"/>
                                    <a:pt x="924" y="495"/>
                                  </a:cubicBezTo>
                                  <a:cubicBezTo>
                                    <a:pt x="925" y="496"/>
                                    <a:pt x="925" y="496"/>
                                    <a:pt x="926" y="497"/>
                                  </a:cubicBezTo>
                                  <a:cubicBezTo>
                                    <a:pt x="925" y="498"/>
                                    <a:pt x="925" y="499"/>
                                    <a:pt x="923" y="500"/>
                                  </a:cubicBezTo>
                                  <a:cubicBezTo>
                                    <a:pt x="923" y="501"/>
                                    <a:pt x="923" y="501"/>
                                    <a:pt x="923" y="502"/>
                                  </a:cubicBezTo>
                                  <a:cubicBezTo>
                                    <a:pt x="924" y="502"/>
                                    <a:pt x="924" y="502"/>
                                    <a:pt x="924" y="502"/>
                                  </a:cubicBezTo>
                                  <a:cubicBezTo>
                                    <a:pt x="923" y="503"/>
                                    <a:pt x="922" y="503"/>
                                    <a:pt x="921" y="504"/>
                                  </a:cubicBezTo>
                                  <a:cubicBezTo>
                                    <a:pt x="921" y="504"/>
                                    <a:pt x="921" y="504"/>
                                    <a:pt x="921" y="504"/>
                                  </a:cubicBezTo>
                                  <a:cubicBezTo>
                                    <a:pt x="919" y="505"/>
                                    <a:pt x="918" y="505"/>
                                    <a:pt x="917" y="506"/>
                                  </a:cubicBezTo>
                                  <a:cubicBezTo>
                                    <a:pt x="916" y="507"/>
                                    <a:pt x="915" y="507"/>
                                    <a:pt x="915" y="508"/>
                                  </a:cubicBezTo>
                                  <a:cubicBezTo>
                                    <a:pt x="915" y="508"/>
                                    <a:pt x="915" y="508"/>
                                    <a:pt x="915" y="508"/>
                                  </a:cubicBezTo>
                                  <a:cubicBezTo>
                                    <a:pt x="914" y="508"/>
                                    <a:pt x="913" y="508"/>
                                    <a:pt x="912" y="509"/>
                                  </a:cubicBezTo>
                                  <a:cubicBezTo>
                                    <a:pt x="912" y="509"/>
                                    <a:pt x="912" y="509"/>
                                    <a:pt x="912" y="509"/>
                                  </a:cubicBezTo>
                                  <a:cubicBezTo>
                                    <a:pt x="912" y="510"/>
                                    <a:pt x="912" y="511"/>
                                    <a:pt x="912" y="512"/>
                                  </a:cubicBezTo>
                                  <a:cubicBezTo>
                                    <a:pt x="912" y="512"/>
                                    <a:pt x="911" y="513"/>
                                    <a:pt x="910" y="513"/>
                                  </a:cubicBezTo>
                                  <a:cubicBezTo>
                                    <a:pt x="910" y="514"/>
                                    <a:pt x="909" y="514"/>
                                    <a:pt x="909" y="515"/>
                                  </a:cubicBezTo>
                                  <a:cubicBezTo>
                                    <a:pt x="908" y="516"/>
                                    <a:pt x="907" y="517"/>
                                    <a:pt x="906" y="518"/>
                                  </a:cubicBezTo>
                                  <a:cubicBezTo>
                                    <a:pt x="906" y="519"/>
                                    <a:pt x="905" y="520"/>
                                    <a:pt x="904" y="520"/>
                                  </a:cubicBezTo>
                                  <a:cubicBezTo>
                                    <a:pt x="903" y="521"/>
                                    <a:pt x="903" y="521"/>
                                    <a:pt x="902" y="521"/>
                                  </a:cubicBezTo>
                                  <a:cubicBezTo>
                                    <a:pt x="902" y="521"/>
                                    <a:pt x="902" y="521"/>
                                    <a:pt x="902" y="521"/>
                                  </a:cubicBezTo>
                                  <a:cubicBezTo>
                                    <a:pt x="902" y="522"/>
                                    <a:pt x="902" y="522"/>
                                    <a:pt x="902" y="522"/>
                                  </a:cubicBezTo>
                                  <a:cubicBezTo>
                                    <a:pt x="901" y="522"/>
                                    <a:pt x="901" y="523"/>
                                    <a:pt x="901" y="523"/>
                                  </a:cubicBezTo>
                                  <a:cubicBezTo>
                                    <a:pt x="901" y="523"/>
                                    <a:pt x="901" y="524"/>
                                    <a:pt x="900" y="524"/>
                                  </a:cubicBezTo>
                                  <a:cubicBezTo>
                                    <a:pt x="900" y="524"/>
                                    <a:pt x="900" y="524"/>
                                    <a:pt x="899" y="525"/>
                                  </a:cubicBezTo>
                                  <a:cubicBezTo>
                                    <a:pt x="899" y="525"/>
                                    <a:pt x="899" y="526"/>
                                    <a:pt x="898" y="526"/>
                                  </a:cubicBezTo>
                                  <a:cubicBezTo>
                                    <a:pt x="898" y="527"/>
                                    <a:pt x="898" y="527"/>
                                    <a:pt x="897" y="528"/>
                                  </a:cubicBezTo>
                                  <a:cubicBezTo>
                                    <a:pt x="897" y="528"/>
                                    <a:pt x="897" y="529"/>
                                    <a:pt x="897" y="530"/>
                                  </a:cubicBezTo>
                                  <a:cubicBezTo>
                                    <a:pt x="897" y="530"/>
                                    <a:pt x="897" y="531"/>
                                    <a:pt x="896" y="531"/>
                                  </a:cubicBezTo>
                                  <a:cubicBezTo>
                                    <a:pt x="896" y="531"/>
                                    <a:pt x="895" y="532"/>
                                    <a:pt x="895" y="533"/>
                                  </a:cubicBezTo>
                                  <a:cubicBezTo>
                                    <a:pt x="893" y="536"/>
                                    <a:pt x="890" y="538"/>
                                    <a:pt x="887" y="540"/>
                                  </a:cubicBezTo>
                                  <a:cubicBezTo>
                                    <a:pt x="887" y="541"/>
                                    <a:pt x="886" y="542"/>
                                    <a:pt x="885" y="542"/>
                                  </a:cubicBezTo>
                                  <a:cubicBezTo>
                                    <a:pt x="885" y="541"/>
                                    <a:pt x="884" y="541"/>
                                    <a:pt x="884" y="541"/>
                                  </a:cubicBezTo>
                                  <a:cubicBezTo>
                                    <a:pt x="883" y="541"/>
                                    <a:pt x="883" y="542"/>
                                    <a:pt x="882" y="543"/>
                                  </a:cubicBezTo>
                                  <a:cubicBezTo>
                                    <a:pt x="882" y="543"/>
                                    <a:pt x="882" y="543"/>
                                    <a:pt x="881" y="544"/>
                                  </a:cubicBezTo>
                                  <a:cubicBezTo>
                                    <a:pt x="881" y="544"/>
                                    <a:pt x="880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3"/>
                                    <a:pt x="878" y="544"/>
                                    <a:pt x="878" y="544"/>
                                  </a:cubicBezTo>
                                  <a:cubicBezTo>
                                    <a:pt x="877" y="544"/>
                                    <a:pt x="877" y="545"/>
                                    <a:pt x="878" y="545"/>
                                  </a:cubicBezTo>
                                  <a:cubicBezTo>
                                    <a:pt x="878" y="545"/>
                                    <a:pt x="878" y="545"/>
                                    <a:pt x="878" y="545"/>
                                  </a:cubicBezTo>
                                  <a:cubicBezTo>
                                    <a:pt x="878" y="546"/>
                                    <a:pt x="878" y="546"/>
                                    <a:pt x="879" y="547"/>
                                  </a:cubicBezTo>
                                  <a:cubicBezTo>
                                    <a:pt x="879" y="548"/>
                                    <a:pt x="879" y="548"/>
                                    <a:pt x="879" y="548"/>
                                  </a:cubicBezTo>
                                  <a:cubicBezTo>
                                    <a:pt x="879" y="549"/>
                                    <a:pt x="878" y="549"/>
                                    <a:pt x="878" y="549"/>
                                  </a:cubicBezTo>
                                  <a:cubicBezTo>
                                    <a:pt x="878" y="549"/>
                                    <a:pt x="878" y="549"/>
                                    <a:pt x="878" y="549"/>
                                  </a:cubicBezTo>
                                  <a:cubicBezTo>
                                    <a:pt x="878" y="549"/>
                                    <a:pt x="878" y="550"/>
                                    <a:pt x="878" y="550"/>
                                  </a:cubicBezTo>
                                  <a:cubicBezTo>
                                    <a:pt x="878" y="550"/>
                                    <a:pt x="878" y="550"/>
                                    <a:pt x="878" y="550"/>
                                  </a:cubicBezTo>
                                  <a:cubicBezTo>
                                    <a:pt x="878" y="550"/>
                                    <a:pt x="877" y="551"/>
                                    <a:pt x="877" y="551"/>
                                  </a:cubicBezTo>
                                  <a:cubicBezTo>
                                    <a:pt x="877" y="552"/>
                                    <a:pt x="877" y="552"/>
                                    <a:pt x="876" y="553"/>
                                  </a:cubicBezTo>
                                  <a:cubicBezTo>
                                    <a:pt x="875" y="554"/>
                                    <a:pt x="874" y="555"/>
                                    <a:pt x="872" y="557"/>
                                  </a:cubicBezTo>
                                  <a:cubicBezTo>
                                    <a:pt x="872" y="557"/>
                                    <a:pt x="872" y="557"/>
                                    <a:pt x="872" y="557"/>
                                  </a:cubicBezTo>
                                  <a:cubicBezTo>
                                    <a:pt x="872" y="558"/>
                                    <a:pt x="872" y="558"/>
                                    <a:pt x="871" y="559"/>
                                  </a:cubicBezTo>
                                  <a:cubicBezTo>
                                    <a:pt x="871" y="559"/>
                                    <a:pt x="871" y="559"/>
                                    <a:pt x="871" y="559"/>
                                  </a:cubicBezTo>
                                  <a:cubicBezTo>
                                    <a:pt x="871" y="560"/>
                                    <a:pt x="871" y="560"/>
                                    <a:pt x="871" y="560"/>
                                  </a:cubicBezTo>
                                  <a:cubicBezTo>
                                    <a:pt x="871" y="560"/>
                                    <a:pt x="871" y="561"/>
                                    <a:pt x="871" y="561"/>
                                  </a:cubicBezTo>
                                  <a:cubicBezTo>
                                    <a:pt x="871" y="562"/>
                                    <a:pt x="870" y="562"/>
                                    <a:pt x="870" y="563"/>
                                  </a:cubicBezTo>
                                  <a:cubicBezTo>
                                    <a:pt x="870" y="564"/>
                                    <a:pt x="870" y="565"/>
                                    <a:pt x="870" y="565"/>
                                  </a:cubicBezTo>
                                  <a:cubicBezTo>
                                    <a:pt x="870" y="566"/>
                                    <a:pt x="869" y="567"/>
                                    <a:pt x="869" y="568"/>
                                  </a:cubicBezTo>
                                  <a:cubicBezTo>
                                    <a:pt x="869" y="568"/>
                                    <a:pt x="869" y="568"/>
                                    <a:pt x="869" y="568"/>
                                  </a:cubicBezTo>
                                  <a:cubicBezTo>
                                    <a:pt x="869" y="572"/>
                                    <a:pt x="869" y="576"/>
                                    <a:pt x="869" y="580"/>
                                  </a:cubicBezTo>
                                  <a:cubicBezTo>
                                    <a:pt x="869" y="581"/>
                                    <a:pt x="869" y="581"/>
                                    <a:pt x="869" y="581"/>
                                  </a:cubicBezTo>
                                  <a:cubicBezTo>
                                    <a:pt x="869" y="581"/>
                                    <a:pt x="869" y="581"/>
                                    <a:pt x="869" y="581"/>
                                  </a:cubicBezTo>
                                  <a:cubicBezTo>
                                    <a:pt x="870" y="581"/>
                                    <a:pt x="870" y="582"/>
                                    <a:pt x="870" y="582"/>
                                  </a:cubicBezTo>
                                  <a:cubicBezTo>
                                    <a:pt x="870" y="583"/>
                                    <a:pt x="870" y="583"/>
                                    <a:pt x="870" y="583"/>
                                  </a:cubicBezTo>
                                  <a:cubicBezTo>
                                    <a:pt x="870" y="585"/>
                                    <a:pt x="870" y="586"/>
                                    <a:pt x="871" y="587"/>
                                  </a:cubicBezTo>
                                  <a:cubicBezTo>
                                    <a:pt x="871" y="587"/>
                                    <a:pt x="871" y="587"/>
                                    <a:pt x="871" y="588"/>
                                  </a:cubicBezTo>
                                  <a:cubicBezTo>
                                    <a:pt x="871" y="589"/>
                                    <a:pt x="871" y="589"/>
                                    <a:pt x="871" y="590"/>
                                  </a:cubicBezTo>
                                  <a:cubicBezTo>
                                    <a:pt x="871" y="590"/>
                                    <a:pt x="871" y="590"/>
                                    <a:pt x="871" y="590"/>
                                  </a:cubicBezTo>
                                  <a:cubicBezTo>
                                    <a:pt x="871" y="592"/>
                                    <a:pt x="871" y="593"/>
                                    <a:pt x="871" y="594"/>
                                  </a:cubicBezTo>
                                  <a:cubicBezTo>
                                    <a:pt x="872" y="594"/>
                                    <a:pt x="872" y="594"/>
                                    <a:pt x="872" y="594"/>
                                  </a:cubicBezTo>
                                  <a:cubicBezTo>
                                    <a:pt x="872" y="595"/>
                                    <a:pt x="872" y="595"/>
                                    <a:pt x="872" y="595"/>
                                  </a:cubicBezTo>
                                  <a:cubicBezTo>
                                    <a:pt x="872" y="596"/>
                                    <a:pt x="872" y="597"/>
                                    <a:pt x="872" y="598"/>
                                  </a:cubicBezTo>
                                  <a:cubicBezTo>
                                    <a:pt x="872" y="599"/>
                                    <a:pt x="872" y="599"/>
                                    <a:pt x="872" y="599"/>
                                  </a:cubicBezTo>
                                  <a:cubicBezTo>
                                    <a:pt x="872" y="599"/>
                                    <a:pt x="872" y="600"/>
                                    <a:pt x="873" y="600"/>
                                  </a:cubicBezTo>
                                  <a:cubicBezTo>
                                    <a:pt x="873" y="601"/>
                                    <a:pt x="872" y="602"/>
                                    <a:pt x="873" y="603"/>
                                  </a:cubicBezTo>
                                  <a:cubicBezTo>
                                    <a:pt x="873" y="603"/>
                                    <a:pt x="873" y="603"/>
                                    <a:pt x="873" y="604"/>
                                  </a:cubicBezTo>
                                  <a:cubicBezTo>
                                    <a:pt x="874" y="605"/>
                                    <a:pt x="874" y="606"/>
                                    <a:pt x="874" y="607"/>
                                  </a:cubicBezTo>
                                  <a:cubicBezTo>
                                    <a:pt x="874" y="608"/>
                                    <a:pt x="874" y="609"/>
                                    <a:pt x="875" y="610"/>
                                  </a:cubicBezTo>
                                  <a:cubicBezTo>
                                    <a:pt x="875" y="611"/>
                                    <a:pt x="875" y="611"/>
                                    <a:pt x="875" y="611"/>
                                  </a:cubicBezTo>
                                  <a:cubicBezTo>
                                    <a:pt x="875" y="612"/>
                                    <a:pt x="875" y="613"/>
                                    <a:pt x="875" y="614"/>
                                  </a:cubicBezTo>
                                  <a:cubicBezTo>
                                    <a:pt x="875" y="616"/>
                                    <a:pt x="875" y="618"/>
                                    <a:pt x="875" y="619"/>
                                  </a:cubicBezTo>
                                  <a:cubicBezTo>
                                    <a:pt x="876" y="620"/>
                                    <a:pt x="876" y="620"/>
                                    <a:pt x="876" y="621"/>
                                  </a:cubicBezTo>
                                  <a:cubicBezTo>
                                    <a:pt x="877" y="622"/>
                                    <a:pt x="877" y="623"/>
                                    <a:pt x="877" y="623"/>
                                  </a:cubicBezTo>
                                  <a:cubicBezTo>
                                    <a:pt x="877" y="623"/>
                                    <a:pt x="877" y="623"/>
                                    <a:pt x="877" y="623"/>
                                  </a:cubicBezTo>
                                  <a:cubicBezTo>
                                    <a:pt x="878" y="623"/>
                                    <a:pt x="878" y="622"/>
                                    <a:pt x="878" y="622"/>
                                  </a:cubicBezTo>
                                  <a:cubicBezTo>
                                    <a:pt x="879" y="622"/>
                                    <a:pt x="879" y="622"/>
                                    <a:pt x="879" y="622"/>
                                  </a:cubicBezTo>
                                  <a:cubicBezTo>
                                    <a:pt x="879" y="621"/>
                                    <a:pt x="880" y="621"/>
                                    <a:pt x="880" y="621"/>
                                  </a:cubicBezTo>
                                  <a:cubicBezTo>
                                    <a:pt x="881" y="620"/>
                                    <a:pt x="882" y="619"/>
                                    <a:pt x="883" y="618"/>
                                  </a:cubicBezTo>
                                  <a:cubicBezTo>
                                    <a:pt x="885" y="616"/>
                                    <a:pt x="887" y="614"/>
                                    <a:pt x="887" y="611"/>
                                  </a:cubicBezTo>
                                  <a:cubicBezTo>
                                    <a:pt x="887" y="611"/>
                                    <a:pt x="887" y="611"/>
                                    <a:pt x="887" y="611"/>
                                  </a:cubicBezTo>
                                  <a:cubicBezTo>
                                    <a:pt x="889" y="610"/>
                                    <a:pt x="889" y="609"/>
                                    <a:pt x="889" y="608"/>
                                  </a:cubicBezTo>
                                  <a:cubicBezTo>
                                    <a:pt x="889" y="608"/>
                                    <a:pt x="889" y="607"/>
                                    <a:pt x="889" y="607"/>
                                  </a:cubicBezTo>
                                  <a:cubicBezTo>
                                    <a:pt x="889" y="607"/>
                                    <a:pt x="889" y="607"/>
                                    <a:pt x="889" y="606"/>
                                  </a:cubicBezTo>
                                  <a:cubicBezTo>
                                    <a:pt x="889" y="606"/>
                                    <a:pt x="889" y="605"/>
                                    <a:pt x="889" y="605"/>
                                  </a:cubicBezTo>
                                  <a:cubicBezTo>
                                    <a:pt x="889" y="604"/>
                                    <a:pt x="890" y="604"/>
                                    <a:pt x="890" y="603"/>
                                  </a:cubicBezTo>
                                  <a:cubicBezTo>
                                    <a:pt x="890" y="603"/>
                                    <a:pt x="889" y="602"/>
                                    <a:pt x="889" y="602"/>
                                  </a:cubicBezTo>
                                  <a:cubicBezTo>
                                    <a:pt x="888" y="602"/>
                                    <a:pt x="888" y="602"/>
                                    <a:pt x="888" y="601"/>
                                  </a:cubicBezTo>
                                  <a:cubicBezTo>
                                    <a:pt x="888" y="601"/>
                                    <a:pt x="888" y="601"/>
                                    <a:pt x="889" y="601"/>
                                  </a:cubicBezTo>
                                  <a:cubicBezTo>
                                    <a:pt x="889" y="600"/>
                                    <a:pt x="889" y="600"/>
                                    <a:pt x="889" y="601"/>
                                  </a:cubicBezTo>
                                  <a:cubicBezTo>
                                    <a:pt x="891" y="602"/>
                                    <a:pt x="892" y="601"/>
                                    <a:pt x="893" y="600"/>
                                  </a:cubicBezTo>
                                  <a:cubicBezTo>
                                    <a:pt x="894" y="599"/>
                                    <a:pt x="895" y="599"/>
                                    <a:pt x="896" y="598"/>
                                  </a:cubicBezTo>
                                  <a:cubicBezTo>
                                    <a:pt x="897" y="598"/>
                                    <a:pt x="898" y="599"/>
                                    <a:pt x="899" y="600"/>
                                  </a:cubicBezTo>
                                  <a:cubicBezTo>
                                    <a:pt x="899" y="600"/>
                                    <a:pt x="899" y="599"/>
                                    <a:pt x="899" y="599"/>
                                  </a:cubicBezTo>
                                  <a:cubicBezTo>
                                    <a:pt x="899" y="599"/>
                                    <a:pt x="899" y="599"/>
                                    <a:pt x="899" y="598"/>
                                  </a:cubicBezTo>
                                  <a:cubicBezTo>
                                    <a:pt x="898" y="598"/>
                                    <a:pt x="898" y="597"/>
                                    <a:pt x="898" y="596"/>
                                  </a:cubicBezTo>
                                  <a:cubicBezTo>
                                    <a:pt x="898" y="596"/>
                                    <a:pt x="898" y="595"/>
                                    <a:pt x="898" y="595"/>
                                  </a:cubicBezTo>
                                  <a:cubicBezTo>
                                    <a:pt x="898" y="595"/>
                                    <a:pt x="898" y="595"/>
                                    <a:pt x="898" y="594"/>
                                  </a:cubicBezTo>
                                  <a:cubicBezTo>
                                    <a:pt x="898" y="594"/>
                                    <a:pt x="898" y="594"/>
                                    <a:pt x="898" y="593"/>
                                  </a:cubicBezTo>
                                  <a:cubicBezTo>
                                    <a:pt x="898" y="593"/>
                                    <a:pt x="898" y="593"/>
                                    <a:pt x="898" y="593"/>
                                  </a:cubicBezTo>
                                  <a:cubicBezTo>
                                    <a:pt x="898" y="593"/>
                                    <a:pt x="898" y="592"/>
                                    <a:pt x="898" y="592"/>
                                  </a:cubicBezTo>
                                  <a:cubicBezTo>
                                    <a:pt x="898" y="592"/>
                                    <a:pt x="898" y="591"/>
                                    <a:pt x="898" y="591"/>
                                  </a:cubicBezTo>
                                  <a:cubicBezTo>
                                    <a:pt x="899" y="589"/>
                                    <a:pt x="900" y="587"/>
                                    <a:pt x="901" y="586"/>
                                  </a:cubicBezTo>
                                  <a:cubicBezTo>
                                    <a:pt x="902" y="585"/>
                                    <a:pt x="904" y="584"/>
                                    <a:pt x="905" y="583"/>
                                  </a:cubicBezTo>
                                  <a:cubicBezTo>
                                    <a:pt x="906" y="583"/>
                                    <a:pt x="906" y="583"/>
                                    <a:pt x="907" y="583"/>
                                  </a:cubicBezTo>
                                  <a:cubicBezTo>
                                    <a:pt x="909" y="584"/>
                                    <a:pt x="910" y="584"/>
                                    <a:pt x="911" y="582"/>
                                  </a:cubicBezTo>
                                  <a:cubicBezTo>
                                    <a:pt x="913" y="581"/>
                                    <a:pt x="913" y="581"/>
                                    <a:pt x="913" y="580"/>
                                  </a:cubicBezTo>
                                  <a:cubicBezTo>
                                    <a:pt x="913" y="580"/>
                                    <a:pt x="913" y="579"/>
                                    <a:pt x="912" y="578"/>
                                  </a:cubicBezTo>
                                  <a:cubicBezTo>
                                    <a:pt x="912" y="578"/>
                                    <a:pt x="912" y="578"/>
                                    <a:pt x="912" y="578"/>
                                  </a:cubicBezTo>
                                  <a:cubicBezTo>
                                    <a:pt x="912" y="577"/>
                                    <a:pt x="911" y="576"/>
                                    <a:pt x="911" y="575"/>
                                  </a:cubicBezTo>
                                  <a:cubicBezTo>
                                    <a:pt x="911" y="574"/>
                                    <a:pt x="911" y="574"/>
                                    <a:pt x="911" y="573"/>
                                  </a:cubicBezTo>
                                  <a:cubicBezTo>
                                    <a:pt x="911" y="572"/>
                                    <a:pt x="911" y="571"/>
                                    <a:pt x="911" y="570"/>
                                  </a:cubicBezTo>
                                  <a:cubicBezTo>
                                    <a:pt x="912" y="569"/>
                                    <a:pt x="913" y="568"/>
                                    <a:pt x="913" y="566"/>
                                  </a:cubicBezTo>
                                  <a:cubicBezTo>
                                    <a:pt x="912" y="565"/>
                                    <a:pt x="913" y="565"/>
                                    <a:pt x="914" y="564"/>
                                  </a:cubicBezTo>
                                  <a:cubicBezTo>
                                    <a:pt x="915" y="564"/>
                                    <a:pt x="916" y="564"/>
                                    <a:pt x="916" y="563"/>
                                  </a:cubicBezTo>
                                  <a:cubicBezTo>
                                    <a:pt x="915" y="560"/>
                                    <a:pt x="918" y="561"/>
                                    <a:pt x="919" y="560"/>
                                  </a:cubicBezTo>
                                  <a:cubicBezTo>
                                    <a:pt x="918" y="561"/>
                                    <a:pt x="918" y="562"/>
                                    <a:pt x="918" y="562"/>
                                  </a:cubicBezTo>
                                  <a:cubicBezTo>
                                    <a:pt x="917" y="563"/>
                                    <a:pt x="917" y="563"/>
                                    <a:pt x="917" y="564"/>
                                  </a:cubicBezTo>
                                  <a:cubicBezTo>
                                    <a:pt x="918" y="565"/>
                                    <a:pt x="918" y="565"/>
                                    <a:pt x="919" y="566"/>
                                  </a:cubicBezTo>
                                  <a:cubicBezTo>
                                    <a:pt x="919" y="566"/>
                                    <a:pt x="920" y="566"/>
                                    <a:pt x="921" y="564"/>
                                  </a:cubicBezTo>
                                  <a:cubicBezTo>
                                    <a:pt x="922" y="564"/>
                                    <a:pt x="922" y="563"/>
                                    <a:pt x="922" y="563"/>
                                  </a:cubicBezTo>
                                  <a:cubicBezTo>
                                    <a:pt x="921" y="561"/>
                                    <a:pt x="921" y="560"/>
                                    <a:pt x="921" y="558"/>
                                  </a:cubicBezTo>
                                  <a:cubicBezTo>
                                    <a:pt x="921" y="558"/>
                                    <a:pt x="921" y="557"/>
                                    <a:pt x="921" y="557"/>
                                  </a:cubicBezTo>
                                  <a:cubicBezTo>
                                    <a:pt x="920" y="557"/>
                                    <a:pt x="920" y="557"/>
                                    <a:pt x="919" y="557"/>
                                  </a:cubicBezTo>
                                  <a:cubicBezTo>
                                    <a:pt x="919" y="557"/>
                                    <a:pt x="919" y="557"/>
                                    <a:pt x="919" y="557"/>
                                  </a:cubicBezTo>
                                  <a:cubicBezTo>
                                    <a:pt x="918" y="557"/>
                                    <a:pt x="918" y="556"/>
                                    <a:pt x="918" y="556"/>
                                  </a:cubicBezTo>
                                  <a:cubicBezTo>
                                    <a:pt x="918" y="554"/>
                                    <a:pt x="918" y="553"/>
                                    <a:pt x="918" y="551"/>
                                  </a:cubicBezTo>
                                  <a:cubicBezTo>
                                    <a:pt x="917" y="550"/>
                                    <a:pt x="918" y="549"/>
                                    <a:pt x="919" y="548"/>
                                  </a:cubicBezTo>
                                  <a:cubicBezTo>
                                    <a:pt x="920" y="547"/>
                                    <a:pt x="921" y="546"/>
                                    <a:pt x="921" y="545"/>
                                  </a:cubicBezTo>
                                  <a:cubicBezTo>
                                    <a:pt x="921" y="544"/>
                                    <a:pt x="921" y="544"/>
                                    <a:pt x="921" y="544"/>
                                  </a:cubicBezTo>
                                  <a:cubicBezTo>
                                    <a:pt x="920" y="544"/>
                                    <a:pt x="920" y="544"/>
                                    <a:pt x="920" y="544"/>
                                  </a:cubicBezTo>
                                  <a:cubicBezTo>
                                    <a:pt x="920" y="543"/>
                                    <a:pt x="919" y="543"/>
                                    <a:pt x="919" y="543"/>
                                  </a:cubicBezTo>
                                  <a:cubicBezTo>
                                    <a:pt x="918" y="543"/>
                                    <a:pt x="918" y="543"/>
                                    <a:pt x="918" y="542"/>
                                  </a:cubicBezTo>
                                  <a:cubicBezTo>
                                    <a:pt x="917" y="542"/>
                                    <a:pt x="917" y="542"/>
                                    <a:pt x="917" y="542"/>
                                  </a:cubicBezTo>
                                  <a:cubicBezTo>
                                    <a:pt x="917" y="542"/>
                                    <a:pt x="917" y="542"/>
                                    <a:pt x="917" y="542"/>
                                  </a:cubicBezTo>
                                  <a:cubicBezTo>
                                    <a:pt x="916" y="542"/>
                                    <a:pt x="916" y="543"/>
                                    <a:pt x="916" y="543"/>
                                  </a:cubicBezTo>
                                  <a:cubicBezTo>
                                    <a:pt x="916" y="544"/>
                                    <a:pt x="915" y="544"/>
                                    <a:pt x="915" y="544"/>
                                  </a:cubicBezTo>
                                  <a:cubicBezTo>
                                    <a:pt x="915" y="544"/>
                                    <a:pt x="915" y="544"/>
                                    <a:pt x="914" y="544"/>
                                  </a:cubicBezTo>
                                  <a:cubicBezTo>
                                    <a:pt x="914" y="543"/>
                                    <a:pt x="914" y="543"/>
                                    <a:pt x="914" y="544"/>
                                  </a:cubicBezTo>
                                  <a:cubicBezTo>
                                    <a:pt x="913" y="544"/>
                                    <a:pt x="913" y="544"/>
                                    <a:pt x="913" y="544"/>
                                  </a:cubicBezTo>
                                  <a:cubicBezTo>
                                    <a:pt x="913" y="544"/>
                                    <a:pt x="913" y="544"/>
                                    <a:pt x="913" y="544"/>
                                  </a:cubicBezTo>
                                  <a:cubicBezTo>
                                    <a:pt x="913" y="543"/>
                                    <a:pt x="913" y="543"/>
                                    <a:pt x="913" y="543"/>
                                  </a:cubicBezTo>
                                  <a:cubicBezTo>
                                    <a:pt x="913" y="539"/>
                                    <a:pt x="913" y="539"/>
                                    <a:pt x="913" y="539"/>
                                  </a:cubicBezTo>
                                  <a:cubicBezTo>
                                    <a:pt x="913" y="538"/>
                                    <a:pt x="913" y="538"/>
                                    <a:pt x="913" y="538"/>
                                  </a:cubicBezTo>
                                  <a:cubicBezTo>
                                    <a:pt x="914" y="537"/>
                                    <a:pt x="913" y="537"/>
                                    <a:pt x="914" y="536"/>
                                  </a:cubicBezTo>
                                  <a:cubicBezTo>
                                    <a:pt x="914" y="535"/>
                                    <a:pt x="915" y="534"/>
                                    <a:pt x="915" y="533"/>
                                  </a:cubicBezTo>
                                  <a:cubicBezTo>
                                    <a:pt x="915" y="533"/>
                                    <a:pt x="915" y="532"/>
                                    <a:pt x="915" y="532"/>
                                  </a:cubicBezTo>
                                  <a:cubicBezTo>
                                    <a:pt x="917" y="531"/>
                                    <a:pt x="919" y="530"/>
                                    <a:pt x="919" y="527"/>
                                  </a:cubicBezTo>
                                  <a:cubicBezTo>
                                    <a:pt x="919" y="527"/>
                                    <a:pt x="920" y="527"/>
                                    <a:pt x="920" y="527"/>
                                  </a:cubicBezTo>
                                  <a:cubicBezTo>
                                    <a:pt x="920" y="527"/>
                                    <a:pt x="921" y="527"/>
                                    <a:pt x="921" y="527"/>
                                  </a:cubicBezTo>
                                  <a:cubicBezTo>
                                    <a:pt x="921" y="527"/>
                                    <a:pt x="921" y="526"/>
                                    <a:pt x="921" y="526"/>
                                  </a:cubicBezTo>
                                  <a:cubicBezTo>
                                    <a:pt x="919" y="525"/>
                                    <a:pt x="920" y="525"/>
                                    <a:pt x="921" y="525"/>
                                  </a:cubicBezTo>
                                  <a:cubicBezTo>
                                    <a:pt x="922" y="524"/>
                                    <a:pt x="922" y="523"/>
                                    <a:pt x="921" y="523"/>
                                  </a:cubicBezTo>
                                  <a:cubicBezTo>
                                    <a:pt x="921" y="523"/>
                                    <a:pt x="921" y="523"/>
                                    <a:pt x="921" y="523"/>
                                  </a:cubicBezTo>
                                  <a:cubicBezTo>
                                    <a:pt x="921" y="523"/>
                                    <a:pt x="921" y="522"/>
                                    <a:pt x="921" y="522"/>
                                  </a:cubicBezTo>
                                  <a:cubicBezTo>
                                    <a:pt x="920" y="521"/>
                                    <a:pt x="921" y="521"/>
                                    <a:pt x="922" y="520"/>
                                  </a:cubicBezTo>
                                  <a:cubicBezTo>
                                    <a:pt x="923" y="519"/>
                                    <a:pt x="922" y="518"/>
                                    <a:pt x="922" y="517"/>
                                  </a:cubicBezTo>
                                  <a:cubicBezTo>
                                    <a:pt x="923" y="517"/>
                                    <a:pt x="923" y="516"/>
                                    <a:pt x="923" y="516"/>
                                  </a:cubicBezTo>
                                  <a:cubicBezTo>
                                    <a:pt x="924" y="516"/>
                                    <a:pt x="925" y="517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5" y="514"/>
                                    <a:pt x="925" y="515"/>
                                    <a:pt x="925" y="515"/>
                                  </a:cubicBezTo>
                                  <a:cubicBezTo>
                                    <a:pt x="926" y="515"/>
                                    <a:pt x="927" y="515"/>
                                    <a:pt x="928" y="515"/>
                                  </a:cubicBezTo>
                                  <a:cubicBezTo>
                                    <a:pt x="928" y="515"/>
                                    <a:pt x="928" y="514"/>
                                    <a:pt x="928" y="514"/>
                                  </a:cubicBezTo>
                                  <a:cubicBezTo>
                                    <a:pt x="928" y="514"/>
                                    <a:pt x="928" y="514"/>
                                    <a:pt x="928" y="514"/>
                                  </a:cubicBezTo>
                                  <a:cubicBezTo>
                                    <a:pt x="929" y="514"/>
                                    <a:pt x="930" y="514"/>
                                    <a:pt x="930" y="515"/>
                                  </a:cubicBezTo>
                                  <a:cubicBezTo>
                                    <a:pt x="931" y="515"/>
                                    <a:pt x="931" y="516"/>
                                    <a:pt x="931" y="516"/>
                                  </a:cubicBezTo>
                                  <a:cubicBezTo>
                                    <a:pt x="931" y="516"/>
                                    <a:pt x="931" y="516"/>
                                    <a:pt x="931" y="516"/>
                                  </a:cubicBezTo>
                                  <a:cubicBezTo>
                                    <a:pt x="932" y="518"/>
                                    <a:pt x="933" y="517"/>
                                    <a:pt x="933" y="516"/>
                                  </a:cubicBezTo>
                                  <a:cubicBezTo>
                                    <a:pt x="934" y="515"/>
                                    <a:pt x="934" y="515"/>
                                    <a:pt x="933" y="514"/>
                                  </a:cubicBezTo>
                                  <a:cubicBezTo>
                                    <a:pt x="935" y="513"/>
                                    <a:pt x="936" y="512"/>
                                    <a:pt x="937" y="511"/>
                                  </a:cubicBezTo>
                                  <a:cubicBezTo>
                                    <a:pt x="938" y="511"/>
                                    <a:pt x="938" y="511"/>
                                    <a:pt x="938" y="511"/>
                                  </a:cubicBezTo>
                                  <a:cubicBezTo>
                                    <a:pt x="939" y="509"/>
                                    <a:pt x="940" y="509"/>
                                    <a:pt x="941" y="509"/>
                                  </a:cubicBezTo>
                                  <a:cubicBezTo>
                                    <a:pt x="941" y="509"/>
                                    <a:pt x="941" y="509"/>
                                    <a:pt x="941" y="509"/>
                                  </a:cubicBezTo>
                                  <a:cubicBezTo>
                                    <a:pt x="941" y="512"/>
                                    <a:pt x="941" y="512"/>
                                    <a:pt x="941" y="512"/>
                                  </a:cubicBezTo>
                                  <a:cubicBezTo>
                                    <a:pt x="941" y="513"/>
                                    <a:pt x="941" y="513"/>
                                    <a:pt x="941" y="513"/>
                                  </a:cubicBezTo>
                                  <a:cubicBezTo>
                                    <a:pt x="940" y="515"/>
                                    <a:pt x="940" y="516"/>
                                    <a:pt x="941" y="517"/>
                                  </a:cubicBezTo>
                                  <a:cubicBezTo>
                                    <a:pt x="943" y="517"/>
                                    <a:pt x="943" y="515"/>
                                    <a:pt x="945" y="513"/>
                                  </a:cubicBezTo>
                                  <a:cubicBezTo>
                                    <a:pt x="946" y="512"/>
                                    <a:pt x="946" y="510"/>
                                    <a:pt x="948" y="510"/>
                                  </a:cubicBezTo>
                                  <a:cubicBezTo>
                                    <a:pt x="949" y="510"/>
                                    <a:pt x="950" y="509"/>
                                    <a:pt x="951" y="508"/>
                                  </a:cubicBezTo>
                                  <a:cubicBezTo>
                                    <a:pt x="952" y="508"/>
                                    <a:pt x="953" y="508"/>
                                    <a:pt x="954" y="507"/>
                                  </a:cubicBezTo>
                                  <a:cubicBezTo>
                                    <a:pt x="956" y="506"/>
                                    <a:pt x="958" y="507"/>
                                    <a:pt x="960" y="507"/>
                                  </a:cubicBezTo>
                                  <a:cubicBezTo>
                                    <a:pt x="961" y="507"/>
                                    <a:pt x="962" y="507"/>
                                    <a:pt x="962" y="507"/>
                                  </a:cubicBezTo>
                                  <a:cubicBezTo>
                                    <a:pt x="963" y="508"/>
                                    <a:pt x="963" y="508"/>
                                    <a:pt x="963" y="509"/>
                                  </a:cubicBezTo>
                                  <a:cubicBezTo>
                                    <a:pt x="963" y="509"/>
                                    <a:pt x="963" y="509"/>
                                    <a:pt x="963" y="509"/>
                                  </a:cubicBezTo>
                                  <a:cubicBezTo>
                                    <a:pt x="964" y="509"/>
                                    <a:pt x="964" y="509"/>
                                    <a:pt x="964" y="509"/>
                                  </a:cubicBezTo>
                                  <a:cubicBezTo>
                                    <a:pt x="965" y="510"/>
                                    <a:pt x="965" y="511"/>
                                    <a:pt x="966" y="512"/>
                                  </a:cubicBezTo>
                                  <a:cubicBezTo>
                                    <a:pt x="966" y="512"/>
                                    <a:pt x="966" y="512"/>
                                    <a:pt x="966" y="512"/>
                                  </a:cubicBezTo>
                                  <a:cubicBezTo>
                                    <a:pt x="966" y="512"/>
                                    <a:pt x="966" y="512"/>
                                    <a:pt x="966" y="512"/>
                                  </a:cubicBezTo>
                                  <a:cubicBezTo>
                                    <a:pt x="966" y="513"/>
                                    <a:pt x="966" y="514"/>
                                    <a:pt x="967" y="514"/>
                                  </a:cubicBezTo>
                                  <a:cubicBezTo>
                                    <a:pt x="967" y="515"/>
                                    <a:pt x="967" y="515"/>
                                    <a:pt x="967" y="515"/>
                                  </a:cubicBezTo>
                                  <a:cubicBezTo>
                                    <a:pt x="968" y="515"/>
                                    <a:pt x="969" y="516"/>
                                    <a:pt x="969" y="515"/>
                                  </a:cubicBezTo>
                                  <a:cubicBezTo>
                                    <a:pt x="970" y="515"/>
                                    <a:pt x="970" y="514"/>
                                    <a:pt x="970" y="514"/>
                                  </a:cubicBezTo>
                                  <a:cubicBezTo>
                                    <a:pt x="970" y="512"/>
                                    <a:pt x="971" y="511"/>
                                    <a:pt x="972" y="509"/>
                                  </a:cubicBezTo>
                                  <a:cubicBezTo>
                                    <a:pt x="972" y="509"/>
                                    <a:pt x="973" y="509"/>
                                    <a:pt x="973" y="508"/>
                                  </a:cubicBezTo>
                                  <a:cubicBezTo>
                                    <a:pt x="974" y="507"/>
                                    <a:pt x="975" y="507"/>
                                    <a:pt x="976" y="506"/>
                                  </a:cubicBezTo>
                                  <a:cubicBezTo>
                                    <a:pt x="977" y="505"/>
                                    <a:pt x="978" y="504"/>
                                    <a:pt x="979" y="504"/>
                                  </a:cubicBezTo>
                                  <a:cubicBezTo>
                                    <a:pt x="981" y="503"/>
                                    <a:pt x="981" y="502"/>
                                    <a:pt x="981" y="501"/>
                                  </a:cubicBezTo>
                                  <a:cubicBezTo>
                                    <a:pt x="981" y="500"/>
                                    <a:pt x="981" y="500"/>
                                    <a:pt x="981" y="500"/>
                                  </a:cubicBezTo>
                                  <a:cubicBezTo>
                                    <a:pt x="983" y="501"/>
                                    <a:pt x="983" y="501"/>
                                    <a:pt x="983" y="498"/>
                                  </a:cubicBezTo>
                                  <a:cubicBezTo>
                                    <a:pt x="983" y="498"/>
                                    <a:pt x="983" y="499"/>
                                    <a:pt x="983" y="499"/>
                                  </a:cubicBezTo>
                                  <a:cubicBezTo>
                                    <a:pt x="984" y="499"/>
                                    <a:pt x="985" y="498"/>
                                    <a:pt x="986" y="498"/>
                                  </a:cubicBezTo>
                                  <a:cubicBezTo>
                                    <a:pt x="986" y="497"/>
                                    <a:pt x="987" y="497"/>
                                    <a:pt x="986" y="496"/>
                                  </a:cubicBezTo>
                                  <a:cubicBezTo>
                                    <a:pt x="986" y="496"/>
                                    <a:pt x="986" y="496"/>
                                    <a:pt x="986" y="496"/>
                                  </a:cubicBezTo>
                                  <a:cubicBezTo>
                                    <a:pt x="985" y="496"/>
                                    <a:pt x="985" y="496"/>
                                    <a:pt x="986" y="495"/>
                                  </a:cubicBezTo>
                                  <a:cubicBezTo>
                                    <a:pt x="986" y="495"/>
                                    <a:pt x="986" y="495"/>
                                    <a:pt x="986" y="495"/>
                                  </a:cubicBezTo>
                                  <a:cubicBezTo>
                                    <a:pt x="986" y="495"/>
                                    <a:pt x="986" y="495"/>
                                    <a:pt x="986" y="495"/>
                                  </a:cubicBezTo>
                                  <a:cubicBezTo>
                                    <a:pt x="987" y="495"/>
                                    <a:pt x="987" y="495"/>
                                    <a:pt x="987" y="495"/>
                                  </a:cubicBezTo>
                                  <a:cubicBezTo>
                                    <a:pt x="987" y="496"/>
                                    <a:pt x="988" y="496"/>
                                    <a:pt x="989" y="495"/>
                                  </a:cubicBezTo>
                                  <a:cubicBezTo>
                                    <a:pt x="989" y="494"/>
                                    <a:pt x="991" y="493"/>
                                    <a:pt x="991" y="492"/>
                                  </a:cubicBezTo>
                                  <a:cubicBezTo>
                                    <a:pt x="991" y="491"/>
                                    <a:pt x="991" y="491"/>
                                    <a:pt x="992" y="492"/>
                                  </a:cubicBezTo>
                                  <a:cubicBezTo>
                                    <a:pt x="993" y="492"/>
                                    <a:pt x="994" y="492"/>
                                    <a:pt x="993" y="491"/>
                                  </a:cubicBezTo>
                                  <a:cubicBezTo>
                                    <a:pt x="993" y="489"/>
                                    <a:pt x="994" y="489"/>
                                    <a:pt x="995" y="489"/>
                                  </a:cubicBezTo>
                                  <a:cubicBezTo>
                                    <a:pt x="997" y="490"/>
                                    <a:pt x="998" y="489"/>
                                    <a:pt x="999" y="488"/>
                                  </a:cubicBezTo>
                                  <a:cubicBezTo>
                                    <a:pt x="1001" y="487"/>
                                    <a:pt x="1003" y="485"/>
                                    <a:pt x="1005" y="485"/>
                                  </a:cubicBezTo>
                                  <a:cubicBezTo>
                                    <a:pt x="1007" y="484"/>
                                    <a:pt x="1009" y="482"/>
                                    <a:pt x="1011" y="481"/>
                                  </a:cubicBezTo>
                                  <a:cubicBezTo>
                                    <a:pt x="1012" y="480"/>
                                    <a:pt x="1012" y="480"/>
                                    <a:pt x="1011" y="480"/>
                                  </a:cubicBezTo>
                                  <a:cubicBezTo>
                                    <a:pt x="1012" y="479"/>
                                    <a:pt x="1012" y="479"/>
                                    <a:pt x="1012" y="479"/>
                                  </a:cubicBezTo>
                                  <a:cubicBezTo>
                                    <a:pt x="1012" y="479"/>
                                    <a:pt x="1013" y="480"/>
                                    <a:pt x="1013" y="480"/>
                                  </a:cubicBezTo>
                                  <a:cubicBezTo>
                                    <a:pt x="1013" y="480"/>
                                    <a:pt x="1013" y="480"/>
                                    <a:pt x="1014" y="480"/>
                                  </a:cubicBezTo>
                                  <a:cubicBezTo>
                                    <a:pt x="1014" y="479"/>
                                    <a:pt x="1015" y="479"/>
                                    <a:pt x="1016" y="479"/>
                                  </a:cubicBezTo>
                                  <a:cubicBezTo>
                                    <a:pt x="1016" y="479"/>
                                    <a:pt x="1016" y="479"/>
                                    <a:pt x="1016" y="479"/>
                                  </a:cubicBezTo>
                                  <a:cubicBezTo>
                                    <a:pt x="1016" y="479"/>
                                    <a:pt x="1016" y="479"/>
                                    <a:pt x="1016" y="479"/>
                                  </a:cubicBezTo>
                                  <a:cubicBezTo>
                                    <a:pt x="1015" y="479"/>
                                    <a:pt x="1015" y="479"/>
                                    <a:pt x="1014" y="478"/>
                                  </a:cubicBezTo>
                                  <a:cubicBezTo>
                                    <a:pt x="1014" y="478"/>
                                    <a:pt x="1014" y="477"/>
                                    <a:pt x="1014" y="476"/>
                                  </a:cubicBezTo>
                                  <a:cubicBezTo>
                                    <a:pt x="1014" y="476"/>
                                    <a:pt x="1014" y="475"/>
                                    <a:pt x="1014" y="475"/>
                                  </a:cubicBezTo>
                                  <a:cubicBezTo>
                                    <a:pt x="1014" y="475"/>
                                    <a:pt x="1015" y="475"/>
                                    <a:pt x="1015" y="475"/>
                                  </a:cubicBezTo>
                                  <a:cubicBezTo>
                                    <a:pt x="1015" y="475"/>
                                    <a:pt x="1015" y="476"/>
                                    <a:pt x="1015" y="476"/>
                                  </a:cubicBezTo>
                                  <a:cubicBezTo>
                                    <a:pt x="1015" y="476"/>
                                    <a:pt x="1015" y="476"/>
                                    <a:pt x="1015" y="476"/>
                                  </a:cubicBezTo>
                                  <a:cubicBezTo>
                                    <a:pt x="1016" y="477"/>
                                    <a:pt x="1016" y="477"/>
                                    <a:pt x="1017" y="477"/>
                                  </a:cubicBezTo>
                                  <a:cubicBezTo>
                                    <a:pt x="1017" y="477"/>
                                    <a:pt x="1017" y="478"/>
                                    <a:pt x="1017" y="478"/>
                                  </a:cubicBezTo>
                                  <a:cubicBezTo>
                                    <a:pt x="1017" y="478"/>
                                    <a:pt x="1017" y="478"/>
                                    <a:pt x="1017" y="479"/>
                                  </a:cubicBezTo>
                                  <a:cubicBezTo>
                                    <a:pt x="1017" y="479"/>
                                    <a:pt x="1017" y="479"/>
                                    <a:pt x="1017" y="479"/>
                                  </a:cubicBezTo>
                                  <a:cubicBezTo>
                                    <a:pt x="1021" y="479"/>
                                    <a:pt x="1023" y="480"/>
                                    <a:pt x="1026" y="481"/>
                                  </a:cubicBezTo>
                                  <a:cubicBezTo>
                                    <a:pt x="1027" y="482"/>
                                    <a:pt x="1027" y="483"/>
                                    <a:pt x="1028" y="482"/>
                                  </a:cubicBezTo>
                                  <a:cubicBezTo>
                                    <a:pt x="1029" y="482"/>
                                    <a:pt x="1028" y="481"/>
                                    <a:pt x="1028" y="480"/>
                                  </a:cubicBezTo>
                                  <a:cubicBezTo>
                                    <a:pt x="1028" y="480"/>
                                    <a:pt x="1028" y="480"/>
                                    <a:pt x="1028" y="479"/>
                                  </a:cubicBezTo>
                                  <a:cubicBezTo>
                                    <a:pt x="1028" y="479"/>
                                    <a:pt x="1028" y="479"/>
                                    <a:pt x="1028" y="479"/>
                                  </a:cubicBezTo>
                                  <a:cubicBezTo>
                                    <a:pt x="1028" y="480"/>
                                    <a:pt x="1029" y="480"/>
                                    <a:pt x="1029" y="480"/>
                                  </a:cubicBezTo>
                                  <a:cubicBezTo>
                                    <a:pt x="1029" y="480"/>
                                    <a:pt x="1030" y="480"/>
                                    <a:pt x="1030" y="479"/>
                                  </a:cubicBezTo>
                                  <a:cubicBezTo>
                                    <a:pt x="1032" y="477"/>
                                    <a:pt x="1032" y="476"/>
                                    <a:pt x="1030" y="474"/>
                                  </a:cubicBezTo>
                                  <a:cubicBezTo>
                                    <a:pt x="1030" y="474"/>
                                    <a:pt x="1030" y="474"/>
                                    <a:pt x="1030" y="474"/>
                                  </a:cubicBezTo>
                                  <a:cubicBezTo>
                                    <a:pt x="1030" y="474"/>
                                    <a:pt x="1030" y="473"/>
                                    <a:pt x="1030" y="473"/>
                                  </a:cubicBezTo>
                                  <a:cubicBezTo>
                                    <a:pt x="1030" y="473"/>
                                    <a:pt x="1030" y="473"/>
                                    <a:pt x="1030" y="473"/>
                                  </a:cubicBezTo>
                                  <a:cubicBezTo>
                                    <a:pt x="1030" y="473"/>
                                    <a:pt x="1030" y="473"/>
                                    <a:pt x="1029" y="473"/>
                                  </a:cubicBezTo>
                                  <a:cubicBezTo>
                                    <a:pt x="1029" y="473"/>
                                    <a:pt x="1028" y="473"/>
                                    <a:pt x="1028" y="472"/>
                                  </a:cubicBezTo>
                                  <a:cubicBezTo>
                                    <a:pt x="1028" y="472"/>
                                    <a:pt x="1029" y="472"/>
                                    <a:pt x="1029" y="472"/>
                                  </a:cubicBezTo>
                                  <a:cubicBezTo>
                                    <a:pt x="1030" y="472"/>
                                    <a:pt x="1030" y="471"/>
                                    <a:pt x="1030" y="470"/>
                                  </a:cubicBezTo>
                                  <a:cubicBezTo>
                                    <a:pt x="1029" y="469"/>
                                    <a:pt x="1028" y="469"/>
                                    <a:pt x="1027" y="468"/>
                                  </a:cubicBezTo>
                                  <a:cubicBezTo>
                                    <a:pt x="1027" y="466"/>
                                    <a:pt x="1025" y="466"/>
                                    <a:pt x="1025" y="464"/>
                                  </a:cubicBezTo>
                                  <a:cubicBezTo>
                                    <a:pt x="1025" y="464"/>
                                    <a:pt x="1025" y="464"/>
                                    <a:pt x="1024" y="464"/>
                                  </a:cubicBezTo>
                                  <a:cubicBezTo>
                                    <a:pt x="1024" y="464"/>
                                    <a:pt x="1023" y="464"/>
                                    <a:pt x="1023" y="464"/>
                                  </a:cubicBezTo>
                                  <a:cubicBezTo>
                                    <a:pt x="1023" y="462"/>
                                    <a:pt x="1024" y="463"/>
                                    <a:pt x="1025" y="463"/>
                                  </a:cubicBezTo>
                                  <a:cubicBezTo>
                                    <a:pt x="1026" y="463"/>
                                    <a:pt x="1026" y="462"/>
                                    <a:pt x="1026" y="462"/>
                                  </a:cubicBezTo>
                                  <a:cubicBezTo>
                                    <a:pt x="1025" y="460"/>
                                    <a:pt x="1026" y="457"/>
                                    <a:pt x="1023" y="458"/>
                                  </a:cubicBezTo>
                                  <a:cubicBezTo>
                                    <a:pt x="1023" y="458"/>
                                    <a:pt x="1023" y="457"/>
                                    <a:pt x="1023" y="457"/>
                                  </a:cubicBezTo>
                                  <a:cubicBezTo>
                                    <a:pt x="1023" y="457"/>
                                    <a:pt x="1025" y="457"/>
                                    <a:pt x="1024" y="455"/>
                                  </a:cubicBezTo>
                                  <a:cubicBezTo>
                                    <a:pt x="1024" y="455"/>
                                    <a:pt x="1024" y="454"/>
                                    <a:pt x="1023" y="453"/>
                                  </a:cubicBezTo>
                                  <a:cubicBezTo>
                                    <a:pt x="1023" y="453"/>
                                    <a:pt x="1023" y="453"/>
                                    <a:pt x="1023" y="452"/>
                                  </a:cubicBezTo>
                                  <a:cubicBezTo>
                                    <a:pt x="1022" y="454"/>
                                    <a:pt x="1020" y="454"/>
                                    <a:pt x="1019" y="453"/>
                                  </a:cubicBezTo>
                                  <a:cubicBezTo>
                                    <a:pt x="1017" y="451"/>
                                    <a:pt x="1016" y="450"/>
                                    <a:pt x="1017" y="447"/>
                                  </a:cubicBezTo>
                                  <a:cubicBezTo>
                                    <a:pt x="1017" y="447"/>
                                    <a:pt x="1017" y="446"/>
                                    <a:pt x="1017" y="446"/>
                                  </a:cubicBezTo>
                                  <a:cubicBezTo>
                                    <a:pt x="1016" y="445"/>
                                    <a:pt x="1016" y="446"/>
                                    <a:pt x="1015" y="447"/>
                                  </a:cubicBezTo>
                                  <a:cubicBezTo>
                                    <a:pt x="1014" y="447"/>
                                    <a:pt x="1013" y="447"/>
                                    <a:pt x="1013" y="448"/>
                                  </a:cubicBezTo>
                                  <a:cubicBezTo>
                                    <a:pt x="1013" y="448"/>
                                    <a:pt x="1013" y="448"/>
                                    <a:pt x="1013" y="448"/>
                                  </a:cubicBezTo>
                                  <a:cubicBezTo>
                                    <a:pt x="1011" y="448"/>
                                    <a:pt x="1009" y="446"/>
                                    <a:pt x="1009" y="444"/>
                                  </a:cubicBezTo>
                                  <a:cubicBezTo>
                                    <a:pt x="1009" y="444"/>
                                    <a:pt x="1009" y="444"/>
                                    <a:pt x="1010" y="444"/>
                                  </a:cubicBezTo>
                                  <a:cubicBezTo>
                                    <a:pt x="1010" y="444"/>
                                    <a:pt x="1010" y="445"/>
                                    <a:pt x="1012" y="444"/>
                                  </a:cubicBezTo>
                                  <a:cubicBezTo>
                                    <a:pt x="1012" y="444"/>
                                    <a:pt x="1013" y="444"/>
                                    <a:pt x="1014" y="445"/>
                                  </a:cubicBezTo>
                                  <a:cubicBezTo>
                                    <a:pt x="1014" y="445"/>
                                    <a:pt x="1015" y="445"/>
                                    <a:pt x="1015" y="444"/>
                                  </a:cubicBezTo>
                                  <a:cubicBezTo>
                                    <a:pt x="1015" y="442"/>
                                    <a:pt x="1016" y="443"/>
                                    <a:pt x="1017" y="443"/>
                                  </a:cubicBezTo>
                                  <a:cubicBezTo>
                                    <a:pt x="1017" y="444"/>
                                    <a:pt x="1016" y="445"/>
                                    <a:pt x="1018" y="445"/>
                                  </a:cubicBezTo>
                                  <a:cubicBezTo>
                                    <a:pt x="1018" y="445"/>
                                    <a:pt x="1018" y="447"/>
                                    <a:pt x="1019" y="447"/>
                                  </a:cubicBezTo>
                                  <a:cubicBezTo>
                                    <a:pt x="1021" y="447"/>
                                    <a:pt x="1023" y="447"/>
                                    <a:pt x="1025" y="447"/>
                                  </a:cubicBezTo>
                                  <a:cubicBezTo>
                                    <a:pt x="1026" y="447"/>
                                    <a:pt x="1026" y="447"/>
                                    <a:pt x="1027" y="447"/>
                                  </a:cubicBezTo>
                                  <a:cubicBezTo>
                                    <a:pt x="1028" y="446"/>
                                    <a:pt x="1028" y="445"/>
                                    <a:pt x="1030" y="445"/>
                                  </a:cubicBezTo>
                                  <a:cubicBezTo>
                                    <a:pt x="1031" y="445"/>
                                    <a:pt x="1032" y="444"/>
                                    <a:pt x="1032" y="443"/>
                                  </a:cubicBezTo>
                                  <a:cubicBezTo>
                                    <a:pt x="1033" y="441"/>
                                    <a:pt x="1035" y="440"/>
                                    <a:pt x="1036" y="439"/>
                                  </a:cubicBezTo>
                                  <a:cubicBezTo>
                                    <a:pt x="1037" y="438"/>
                                    <a:pt x="1038" y="437"/>
                                    <a:pt x="1038" y="435"/>
                                  </a:cubicBezTo>
                                  <a:cubicBezTo>
                                    <a:pt x="1037" y="435"/>
                                    <a:pt x="1037" y="434"/>
                                    <a:pt x="1038" y="434"/>
                                  </a:cubicBezTo>
                                  <a:cubicBezTo>
                                    <a:pt x="1039" y="434"/>
                                    <a:pt x="1039" y="431"/>
                                    <a:pt x="1038" y="431"/>
                                  </a:cubicBezTo>
                                  <a:cubicBezTo>
                                    <a:pt x="1036" y="429"/>
                                    <a:pt x="1035" y="425"/>
                                    <a:pt x="1037" y="422"/>
                                  </a:cubicBezTo>
                                  <a:cubicBezTo>
                                    <a:pt x="1037" y="423"/>
                                    <a:pt x="1037" y="423"/>
                                    <a:pt x="1038" y="423"/>
                                  </a:cubicBezTo>
                                  <a:cubicBezTo>
                                    <a:pt x="1039" y="423"/>
                                    <a:pt x="1039" y="422"/>
                                    <a:pt x="1039" y="421"/>
                                  </a:cubicBezTo>
                                  <a:cubicBezTo>
                                    <a:pt x="1039" y="421"/>
                                    <a:pt x="1039" y="421"/>
                                    <a:pt x="1040" y="420"/>
                                  </a:cubicBezTo>
                                  <a:cubicBezTo>
                                    <a:pt x="1040" y="420"/>
                                    <a:pt x="1040" y="421"/>
                                    <a:pt x="1040" y="421"/>
                                  </a:cubicBezTo>
                                  <a:cubicBezTo>
                                    <a:pt x="1041" y="422"/>
                                    <a:pt x="1041" y="422"/>
                                    <a:pt x="1042" y="422"/>
                                  </a:cubicBezTo>
                                  <a:cubicBezTo>
                                    <a:pt x="1043" y="422"/>
                                    <a:pt x="1043" y="421"/>
                                    <a:pt x="1043" y="420"/>
                                  </a:cubicBezTo>
                                  <a:cubicBezTo>
                                    <a:pt x="1043" y="419"/>
                                    <a:pt x="1044" y="419"/>
                                    <a:pt x="1045" y="419"/>
                                  </a:cubicBezTo>
                                  <a:cubicBezTo>
                                    <a:pt x="1045" y="419"/>
                                    <a:pt x="1045" y="419"/>
                                    <a:pt x="1045" y="419"/>
                                  </a:cubicBezTo>
                                  <a:cubicBezTo>
                                    <a:pt x="1045" y="420"/>
                                    <a:pt x="1045" y="420"/>
                                    <a:pt x="1045" y="420"/>
                                  </a:cubicBezTo>
                                  <a:cubicBezTo>
                                    <a:pt x="1045" y="421"/>
                                    <a:pt x="1045" y="423"/>
                                    <a:pt x="1043" y="424"/>
                                  </a:cubicBezTo>
                                  <a:cubicBezTo>
                                    <a:pt x="1042" y="425"/>
                                    <a:pt x="1042" y="428"/>
                                    <a:pt x="1044" y="429"/>
                                  </a:cubicBezTo>
                                  <a:cubicBezTo>
                                    <a:pt x="1045" y="430"/>
                                    <a:pt x="1045" y="431"/>
                                    <a:pt x="1044" y="432"/>
                                  </a:cubicBezTo>
                                  <a:cubicBezTo>
                                    <a:pt x="1044" y="434"/>
                                    <a:pt x="1045" y="434"/>
                                    <a:pt x="1046" y="434"/>
                                  </a:cubicBezTo>
                                  <a:cubicBezTo>
                                    <a:pt x="1049" y="434"/>
                                    <a:pt x="1052" y="434"/>
                                    <a:pt x="1054" y="431"/>
                                  </a:cubicBezTo>
                                  <a:cubicBezTo>
                                    <a:pt x="1054" y="431"/>
                                    <a:pt x="1054" y="431"/>
                                    <a:pt x="1055" y="431"/>
                                  </a:cubicBezTo>
                                  <a:cubicBezTo>
                                    <a:pt x="1055" y="431"/>
                                    <a:pt x="1055" y="431"/>
                                    <a:pt x="1055" y="431"/>
                                  </a:cubicBezTo>
                                  <a:cubicBezTo>
                                    <a:pt x="1056" y="433"/>
                                    <a:pt x="1059" y="433"/>
                                    <a:pt x="1061" y="434"/>
                                  </a:cubicBezTo>
                                  <a:cubicBezTo>
                                    <a:pt x="1061" y="434"/>
                                    <a:pt x="1062" y="435"/>
                                    <a:pt x="1062" y="435"/>
                                  </a:cubicBezTo>
                                  <a:cubicBezTo>
                                    <a:pt x="1062" y="437"/>
                                    <a:pt x="1063" y="438"/>
                                    <a:pt x="1063" y="440"/>
                                  </a:cubicBezTo>
                                  <a:cubicBezTo>
                                    <a:pt x="1063" y="440"/>
                                    <a:pt x="1063" y="440"/>
                                    <a:pt x="1063" y="441"/>
                                  </a:cubicBezTo>
                                  <a:cubicBezTo>
                                    <a:pt x="1062" y="442"/>
                                    <a:pt x="1063" y="442"/>
                                    <a:pt x="1064" y="443"/>
                                  </a:cubicBezTo>
                                  <a:cubicBezTo>
                                    <a:pt x="1064" y="443"/>
                                    <a:pt x="1065" y="443"/>
                                    <a:pt x="1065" y="444"/>
                                  </a:cubicBezTo>
                                  <a:cubicBezTo>
                                    <a:pt x="1067" y="445"/>
                                    <a:pt x="1067" y="445"/>
                                    <a:pt x="1069" y="444"/>
                                  </a:cubicBezTo>
                                  <a:cubicBezTo>
                                    <a:pt x="1069" y="444"/>
                                    <a:pt x="1070" y="443"/>
                                    <a:pt x="1070" y="443"/>
                                  </a:cubicBezTo>
                                  <a:cubicBezTo>
                                    <a:pt x="1071" y="444"/>
                                    <a:pt x="1071" y="444"/>
                                    <a:pt x="1071" y="445"/>
                                  </a:cubicBezTo>
                                  <a:cubicBezTo>
                                    <a:pt x="1070" y="446"/>
                                    <a:pt x="1071" y="446"/>
                                    <a:pt x="1071" y="447"/>
                                  </a:cubicBezTo>
                                  <a:cubicBezTo>
                                    <a:pt x="1072" y="447"/>
                                    <a:pt x="1074" y="448"/>
                                    <a:pt x="1074" y="449"/>
                                  </a:cubicBezTo>
                                  <a:cubicBezTo>
                                    <a:pt x="1075" y="449"/>
                                    <a:pt x="1075" y="450"/>
                                    <a:pt x="1075" y="450"/>
                                  </a:cubicBezTo>
                                  <a:cubicBezTo>
                                    <a:pt x="1076" y="451"/>
                                    <a:pt x="1077" y="452"/>
                                    <a:pt x="1078" y="452"/>
                                  </a:cubicBezTo>
                                  <a:cubicBezTo>
                                    <a:pt x="1079" y="451"/>
                                    <a:pt x="1079" y="451"/>
                                    <a:pt x="1079" y="452"/>
                                  </a:cubicBezTo>
                                  <a:cubicBezTo>
                                    <a:pt x="1080" y="453"/>
                                    <a:pt x="1081" y="453"/>
                                    <a:pt x="1082" y="453"/>
                                  </a:cubicBezTo>
                                  <a:cubicBezTo>
                                    <a:pt x="1083" y="452"/>
                                    <a:pt x="1083" y="451"/>
                                    <a:pt x="1082" y="450"/>
                                  </a:cubicBezTo>
                                  <a:cubicBezTo>
                                    <a:pt x="1082" y="450"/>
                                    <a:pt x="1081" y="450"/>
                                    <a:pt x="1082" y="450"/>
                                  </a:cubicBezTo>
                                  <a:cubicBezTo>
                                    <a:pt x="1082" y="449"/>
                                    <a:pt x="1082" y="449"/>
                                    <a:pt x="1083" y="450"/>
                                  </a:cubicBezTo>
                                  <a:cubicBezTo>
                                    <a:pt x="1083" y="450"/>
                                    <a:pt x="1083" y="450"/>
                                    <a:pt x="1083" y="451"/>
                                  </a:cubicBezTo>
                                  <a:cubicBezTo>
                                    <a:pt x="1084" y="452"/>
                                    <a:pt x="1085" y="451"/>
                                    <a:pt x="1085" y="451"/>
                                  </a:cubicBezTo>
                                  <a:cubicBezTo>
                                    <a:pt x="1086" y="451"/>
                                    <a:pt x="1086" y="451"/>
                                    <a:pt x="1086" y="451"/>
                                  </a:cubicBezTo>
                                  <a:cubicBezTo>
                                    <a:pt x="1086" y="450"/>
                                    <a:pt x="1086" y="449"/>
                                    <a:pt x="1086" y="449"/>
                                  </a:cubicBezTo>
                                  <a:cubicBezTo>
                                    <a:pt x="1084" y="449"/>
                                    <a:pt x="1083" y="447"/>
                                    <a:pt x="1081" y="447"/>
                                  </a:cubicBezTo>
                                  <a:cubicBezTo>
                                    <a:pt x="1085" y="446"/>
                                    <a:pt x="1082" y="445"/>
                                    <a:pt x="1082" y="444"/>
                                  </a:cubicBezTo>
                                  <a:cubicBezTo>
                                    <a:pt x="1084" y="444"/>
                                    <a:pt x="1084" y="444"/>
                                    <a:pt x="1086" y="442"/>
                                  </a:cubicBezTo>
                                  <a:cubicBezTo>
                                    <a:pt x="1087" y="441"/>
                                    <a:pt x="1087" y="440"/>
                                    <a:pt x="1086" y="438"/>
                                  </a:cubicBezTo>
                                  <a:cubicBezTo>
                                    <a:pt x="1086" y="438"/>
                                    <a:pt x="1085" y="438"/>
                                    <a:pt x="1084" y="438"/>
                                  </a:cubicBezTo>
                                  <a:cubicBezTo>
                                    <a:pt x="1085" y="438"/>
                                    <a:pt x="1085" y="438"/>
                                    <a:pt x="1086" y="438"/>
                                  </a:cubicBezTo>
                                  <a:cubicBezTo>
                                    <a:pt x="1087" y="438"/>
                                    <a:pt x="1088" y="436"/>
                                    <a:pt x="1087" y="435"/>
                                  </a:cubicBezTo>
                                  <a:cubicBezTo>
                                    <a:pt x="1086" y="434"/>
                                    <a:pt x="1086" y="433"/>
                                    <a:pt x="1086" y="432"/>
                                  </a:cubicBezTo>
                                  <a:cubicBezTo>
                                    <a:pt x="1085" y="432"/>
                                    <a:pt x="1085" y="432"/>
                                    <a:pt x="1085" y="432"/>
                                  </a:cubicBezTo>
                                  <a:cubicBezTo>
                                    <a:pt x="1085" y="432"/>
                                    <a:pt x="1084" y="432"/>
                                    <a:pt x="1084" y="431"/>
                                  </a:cubicBezTo>
                                  <a:cubicBezTo>
                                    <a:pt x="1084" y="430"/>
                                    <a:pt x="1085" y="431"/>
                                    <a:pt x="1085" y="431"/>
                                  </a:cubicBezTo>
                                  <a:cubicBezTo>
                                    <a:pt x="1086" y="430"/>
                                    <a:pt x="1086" y="431"/>
                                    <a:pt x="1087" y="432"/>
                                  </a:cubicBezTo>
                                  <a:cubicBezTo>
                                    <a:pt x="1087" y="433"/>
                                    <a:pt x="1087" y="433"/>
                                    <a:pt x="1088" y="433"/>
                                  </a:cubicBezTo>
                                  <a:cubicBezTo>
                                    <a:pt x="1090" y="433"/>
                                    <a:pt x="1092" y="432"/>
                                    <a:pt x="1094" y="433"/>
                                  </a:cubicBezTo>
                                  <a:cubicBezTo>
                                    <a:pt x="1094" y="434"/>
                                    <a:pt x="1095" y="434"/>
                                    <a:pt x="1095" y="433"/>
                                  </a:cubicBezTo>
                                  <a:cubicBezTo>
                                    <a:pt x="1095" y="433"/>
                                    <a:pt x="1095" y="432"/>
                                    <a:pt x="1095" y="432"/>
                                  </a:cubicBezTo>
                                  <a:cubicBezTo>
                                    <a:pt x="1094" y="431"/>
                                    <a:pt x="1094" y="431"/>
                                    <a:pt x="1094" y="431"/>
                                  </a:cubicBezTo>
                                  <a:cubicBezTo>
                                    <a:pt x="1093" y="430"/>
                                    <a:pt x="1093" y="430"/>
                                    <a:pt x="1093" y="429"/>
                                  </a:cubicBezTo>
                                  <a:cubicBezTo>
                                    <a:pt x="1094" y="430"/>
                                    <a:pt x="1095" y="431"/>
                                    <a:pt x="1096" y="431"/>
                                  </a:cubicBezTo>
                                  <a:cubicBezTo>
                                    <a:pt x="1098" y="432"/>
                                    <a:pt x="1098" y="432"/>
                                    <a:pt x="1098" y="430"/>
                                  </a:cubicBezTo>
                                  <a:cubicBezTo>
                                    <a:pt x="1098" y="427"/>
                                    <a:pt x="1100" y="425"/>
                                    <a:pt x="1103" y="425"/>
                                  </a:cubicBezTo>
                                  <a:cubicBezTo>
                                    <a:pt x="1104" y="425"/>
                                    <a:pt x="1104" y="424"/>
                                    <a:pt x="1104" y="424"/>
                                  </a:cubicBezTo>
                                  <a:cubicBezTo>
                                    <a:pt x="1104" y="423"/>
                                    <a:pt x="1104" y="423"/>
                                    <a:pt x="1103" y="423"/>
                                  </a:cubicBezTo>
                                  <a:close/>
                                  <a:moveTo>
                                    <a:pt x="823" y="679"/>
                                  </a:moveTo>
                                  <a:cubicBezTo>
                                    <a:pt x="822" y="679"/>
                                    <a:pt x="822" y="679"/>
                                    <a:pt x="821" y="680"/>
                                  </a:cubicBezTo>
                                  <a:cubicBezTo>
                                    <a:pt x="821" y="680"/>
                                    <a:pt x="820" y="682"/>
                                    <a:pt x="818" y="681"/>
                                  </a:cubicBezTo>
                                  <a:cubicBezTo>
                                    <a:pt x="818" y="681"/>
                                    <a:pt x="818" y="681"/>
                                    <a:pt x="817" y="680"/>
                                  </a:cubicBezTo>
                                  <a:cubicBezTo>
                                    <a:pt x="817" y="681"/>
                                    <a:pt x="817" y="682"/>
                                    <a:pt x="816" y="682"/>
                                  </a:cubicBezTo>
                                  <a:cubicBezTo>
                                    <a:pt x="815" y="683"/>
                                    <a:pt x="815" y="683"/>
                                    <a:pt x="814" y="684"/>
                                  </a:cubicBezTo>
                                  <a:cubicBezTo>
                                    <a:pt x="813" y="685"/>
                                    <a:pt x="812" y="686"/>
                                    <a:pt x="811" y="688"/>
                                  </a:cubicBezTo>
                                  <a:cubicBezTo>
                                    <a:pt x="811" y="688"/>
                                    <a:pt x="810" y="688"/>
                                    <a:pt x="810" y="688"/>
                                  </a:cubicBezTo>
                                  <a:cubicBezTo>
                                    <a:pt x="810" y="689"/>
                                    <a:pt x="810" y="689"/>
                                    <a:pt x="811" y="689"/>
                                  </a:cubicBezTo>
                                  <a:cubicBezTo>
                                    <a:pt x="811" y="689"/>
                                    <a:pt x="811" y="688"/>
                                    <a:pt x="812" y="688"/>
                                  </a:cubicBezTo>
                                  <a:cubicBezTo>
                                    <a:pt x="812" y="688"/>
                                    <a:pt x="812" y="688"/>
                                    <a:pt x="812" y="688"/>
                                  </a:cubicBezTo>
                                  <a:cubicBezTo>
                                    <a:pt x="813" y="687"/>
                                    <a:pt x="815" y="686"/>
                                    <a:pt x="815" y="684"/>
                                  </a:cubicBezTo>
                                  <a:cubicBezTo>
                                    <a:pt x="818" y="684"/>
                                    <a:pt x="820" y="682"/>
                                    <a:pt x="822" y="681"/>
                                  </a:cubicBezTo>
                                  <a:cubicBezTo>
                                    <a:pt x="823" y="680"/>
                                    <a:pt x="823" y="680"/>
                                    <a:pt x="823" y="680"/>
                                  </a:cubicBezTo>
                                  <a:cubicBezTo>
                                    <a:pt x="823" y="680"/>
                                    <a:pt x="823" y="680"/>
                                    <a:pt x="823" y="680"/>
                                  </a:cubicBezTo>
                                  <a:cubicBezTo>
                                    <a:pt x="823" y="679"/>
                                    <a:pt x="823" y="679"/>
                                    <a:pt x="823" y="679"/>
                                  </a:cubicBezTo>
                                  <a:close/>
                                  <a:moveTo>
                                    <a:pt x="834" y="672"/>
                                  </a:moveTo>
                                  <a:cubicBezTo>
                                    <a:pt x="834" y="672"/>
                                    <a:pt x="834" y="672"/>
                                    <a:pt x="834" y="672"/>
                                  </a:cubicBezTo>
                                  <a:cubicBezTo>
                                    <a:pt x="834" y="672"/>
                                    <a:pt x="833" y="672"/>
                                    <a:pt x="833" y="672"/>
                                  </a:cubicBezTo>
                                  <a:cubicBezTo>
                                    <a:pt x="832" y="673"/>
                                    <a:pt x="832" y="673"/>
                                    <a:pt x="831" y="674"/>
                                  </a:cubicBezTo>
                                  <a:cubicBezTo>
                                    <a:pt x="831" y="674"/>
                                    <a:pt x="831" y="674"/>
                                    <a:pt x="830" y="675"/>
                                  </a:cubicBezTo>
                                  <a:cubicBezTo>
                                    <a:pt x="830" y="675"/>
                                    <a:pt x="829" y="676"/>
                                    <a:pt x="828" y="677"/>
                                  </a:cubicBezTo>
                                  <a:cubicBezTo>
                                    <a:pt x="828" y="677"/>
                                    <a:pt x="828" y="677"/>
                                    <a:pt x="828" y="678"/>
                                  </a:cubicBezTo>
                                  <a:cubicBezTo>
                                    <a:pt x="830" y="678"/>
                                    <a:pt x="831" y="676"/>
                                    <a:pt x="832" y="675"/>
                                  </a:cubicBezTo>
                                  <a:cubicBezTo>
                                    <a:pt x="833" y="674"/>
                                    <a:pt x="833" y="674"/>
                                    <a:pt x="834" y="673"/>
                                  </a:cubicBezTo>
                                  <a:cubicBezTo>
                                    <a:pt x="834" y="673"/>
                                    <a:pt x="835" y="673"/>
                                    <a:pt x="835" y="672"/>
                                  </a:cubicBezTo>
                                  <a:cubicBezTo>
                                    <a:pt x="835" y="672"/>
                                    <a:pt x="835" y="672"/>
                                    <a:pt x="834" y="672"/>
                                  </a:cubicBezTo>
                                  <a:close/>
                                  <a:moveTo>
                                    <a:pt x="864" y="638"/>
                                  </a:move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3" y="638"/>
                                    <a:pt x="863" y="639"/>
                                    <a:pt x="863" y="640"/>
                                  </a:cubicBezTo>
                                  <a:cubicBezTo>
                                    <a:pt x="863" y="640"/>
                                    <a:pt x="863" y="640"/>
                                    <a:pt x="863" y="640"/>
                                  </a:cubicBezTo>
                                  <a:cubicBezTo>
                                    <a:pt x="863" y="640"/>
                                    <a:pt x="863" y="640"/>
                                    <a:pt x="863" y="640"/>
                                  </a:cubicBezTo>
                                  <a:cubicBezTo>
                                    <a:pt x="863" y="641"/>
                                    <a:pt x="863" y="641"/>
                                    <a:pt x="863" y="641"/>
                                  </a:cubicBezTo>
                                  <a:cubicBezTo>
                                    <a:pt x="863" y="641"/>
                                    <a:pt x="863" y="641"/>
                                    <a:pt x="864" y="641"/>
                                  </a:cubicBezTo>
                                  <a:cubicBezTo>
                                    <a:pt x="864" y="641"/>
                                    <a:pt x="864" y="641"/>
                                    <a:pt x="864" y="641"/>
                                  </a:cubicBezTo>
                                  <a:cubicBezTo>
                                    <a:pt x="864" y="640"/>
                                    <a:pt x="864" y="640"/>
                                    <a:pt x="864" y="640"/>
                                  </a:cubicBezTo>
                                  <a:cubicBezTo>
                                    <a:pt x="864" y="639"/>
                                    <a:pt x="864" y="639"/>
                                    <a:pt x="864" y="639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lose/>
                                  <a:moveTo>
                                    <a:pt x="805" y="689"/>
                                  </a:moveTo>
                                  <a:cubicBezTo>
                                    <a:pt x="804" y="688"/>
                                    <a:pt x="804" y="689"/>
                                    <a:pt x="804" y="690"/>
                                  </a:cubicBezTo>
                                  <a:cubicBezTo>
                                    <a:pt x="804" y="690"/>
                                    <a:pt x="804" y="690"/>
                                    <a:pt x="804" y="690"/>
                                  </a:cubicBezTo>
                                  <a:cubicBezTo>
                                    <a:pt x="803" y="691"/>
                                    <a:pt x="802" y="692"/>
                                    <a:pt x="802" y="694"/>
                                  </a:cubicBezTo>
                                  <a:cubicBezTo>
                                    <a:pt x="801" y="694"/>
                                    <a:pt x="801" y="694"/>
                                    <a:pt x="801" y="694"/>
                                  </a:cubicBezTo>
                                  <a:cubicBezTo>
                                    <a:pt x="800" y="695"/>
                                    <a:pt x="800" y="695"/>
                                    <a:pt x="800" y="695"/>
                                  </a:cubicBezTo>
                                  <a:cubicBezTo>
                                    <a:pt x="800" y="695"/>
                                    <a:pt x="800" y="695"/>
                                    <a:pt x="800" y="695"/>
                                  </a:cubicBezTo>
                                  <a:cubicBezTo>
                                    <a:pt x="800" y="696"/>
                                    <a:pt x="801" y="696"/>
                                    <a:pt x="801" y="696"/>
                                  </a:cubicBezTo>
                                  <a:cubicBezTo>
                                    <a:pt x="801" y="696"/>
                                    <a:pt x="802" y="695"/>
                                    <a:pt x="802" y="695"/>
                                  </a:cubicBezTo>
                                  <a:cubicBezTo>
                                    <a:pt x="802" y="695"/>
                                    <a:pt x="802" y="695"/>
                                    <a:pt x="801" y="695"/>
                                  </a:cubicBezTo>
                                  <a:cubicBezTo>
                                    <a:pt x="801" y="695"/>
                                    <a:pt x="801" y="695"/>
                                    <a:pt x="801" y="695"/>
                                  </a:cubicBezTo>
                                  <a:cubicBezTo>
                                    <a:pt x="802" y="694"/>
                                    <a:pt x="802" y="694"/>
                                    <a:pt x="803" y="694"/>
                                  </a:cubicBezTo>
                                  <a:cubicBezTo>
                                    <a:pt x="803" y="693"/>
                                    <a:pt x="804" y="691"/>
                                    <a:pt x="806" y="691"/>
                                  </a:cubicBezTo>
                                  <a:cubicBezTo>
                                    <a:pt x="806" y="690"/>
                                    <a:pt x="807" y="690"/>
                                    <a:pt x="807" y="690"/>
                                  </a:cubicBezTo>
                                  <a:cubicBezTo>
                                    <a:pt x="807" y="690"/>
                                    <a:pt x="807" y="689"/>
                                    <a:pt x="807" y="689"/>
                                  </a:cubicBezTo>
                                  <a:cubicBezTo>
                                    <a:pt x="807" y="689"/>
                                    <a:pt x="806" y="689"/>
                                    <a:pt x="805" y="689"/>
                                  </a:cubicBezTo>
                                  <a:close/>
                                  <a:moveTo>
                                    <a:pt x="874" y="627"/>
                                  </a:moveTo>
                                  <a:cubicBezTo>
                                    <a:pt x="875" y="627"/>
                                    <a:pt x="875" y="626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4" y="625"/>
                                    <a:pt x="874" y="625"/>
                                    <a:pt x="873" y="626"/>
                                  </a:cubicBezTo>
                                  <a:cubicBezTo>
                                    <a:pt x="873" y="626"/>
                                    <a:pt x="873" y="627"/>
                                    <a:pt x="874" y="627"/>
                                  </a:cubicBezTo>
                                  <a:close/>
                                  <a:moveTo>
                                    <a:pt x="809" y="695"/>
                                  </a:moveTo>
                                  <a:cubicBezTo>
                                    <a:pt x="809" y="695"/>
                                    <a:pt x="809" y="695"/>
                                    <a:pt x="809" y="695"/>
                                  </a:cubicBezTo>
                                  <a:cubicBezTo>
                                    <a:pt x="809" y="695"/>
                                    <a:pt x="810" y="695"/>
                                    <a:pt x="810" y="695"/>
                                  </a:cubicBezTo>
                                  <a:cubicBezTo>
                                    <a:pt x="810" y="695"/>
                                    <a:pt x="810" y="695"/>
                                    <a:pt x="810" y="695"/>
                                  </a:cubicBezTo>
                                  <a:cubicBezTo>
                                    <a:pt x="810" y="694"/>
                                    <a:pt x="809" y="694"/>
                                    <a:pt x="809" y="695"/>
                                  </a:cubicBezTo>
                                  <a:close/>
                                  <a:moveTo>
                                    <a:pt x="867" y="632"/>
                                  </a:moveTo>
                                  <a:cubicBezTo>
                                    <a:pt x="867" y="632"/>
                                    <a:pt x="867" y="632"/>
                                    <a:pt x="867" y="632"/>
                                  </a:cubicBezTo>
                                  <a:cubicBezTo>
                                    <a:pt x="867" y="632"/>
                                    <a:pt x="867" y="632"/>
                                    <a:pt x="867" y="633"/>
                                  </a:cubicBezTo>
                                  <a:cubicBezTo>
                                    <a:pt x="867" y="633"/>
                                    <a:pt x="867" y="633"/>
                                    <a:pt x="867" y="633"/>
                                  </a:cubicBezTo>
                                  <a:cubicBezTo>
                                    <a:pt x="868" y="633"/>
                                    <a:pt x="868" y="633"/>
                                    <a:pt x="868" y="633"/>
                                  </a:cubicBezTo>
                                  <a:cubicBezTo>
                                    <a:pt x="869" y="632"/>
                                    <a:pt x="869" y="632"/>
                                    <a:pt x="870" y="632"/>
                                  </a:cubicBezTo>
                                  <a:cubicBezTo>
                                    <a:pt x="871" y="631"/>
                                    <a:pt x="872" y="630"/>
                                    <a:pt x="872" y="629"/>
                                  </a:cubicBezTo>
                                  <a:cubicBezTo>
                                    <a:pt x="873" y="629"/>
                                    <a:pt x="873" y="628"/>
                                    <a:pt x="873" y="628"/>
                                  </a:cubicBezTo>
                                  <a:cubicBezTo>
                                    <a:pt x="873" y="627"/>
                                    <a:pt x="873" y="626"/>
                                    <a:pt x="873" y="626"/>
                                  </a:cubicBezTo>
                                  <a:cubicBezTo>
                                    <a:pt x="873" y="626"/>
                                    <a:pt x="873" y="626"/>
                                    <a:pt x="872" y="626"/>
                                  </a:cubicBezTo>
                                  <a:cubicBezTo>
                                    <a:pt x="872" y="626"/>
                                    <a:pt x="872" y="626"/>
                                    <a:pt x="872" y="626"/>
                                  </a:cubicBezTo>
                                  <a:cubicBezTo>
                                    <a:pt x="871" y="625"/>
                                    <a:pt x="871" y="626"/>
                                    <a:pt x="871" y="627"/>
                                  </a:cubicBezTo>
                                  <a:cubicBezTo>
                                    <a:pt x="870" y="629"/>
                                    <a:pt x="870" y="630"/>
                                    <a:pt x="868" y="630"/>
                                  </a:cubicBezTo>
                                  <a:cubicBezTo>
                                    <a:pt x="867" y="630"/>
                                    <a:pt x="867" y="631"/>
                                    <a:pt x="867" y="632"/>
                                  </a:cubicBezTo>
                                  <a:close/>
                                  <a:moveTo>
                                    <a:pt x="860" y="645"/>
                                  </a:moveTo>
                                  <a:cubicBezTo>
                                    <a:pt x="859" y="645"/>
                                    <a:pt x="859" y="646"/>
                                    <a:pt x="859" y="646"/>
                                  </a:cubicBezTo>
                                  <a:cubicBezTo>
                                    <a:pt x="859" y="646"/>
                                    <a:pt x="860" y="646"/>
                                    <a:pt x="860" y="645"/>
                                  </a:cubicBezTo>
                                  <a:close/>
                                  <a:moveTo>
                                    <a:pt x="869" y="624"/>
                                  </a:move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5"/>
                                    <a:pt x="869" y="625"/>
                                    <a:pt x="869" y="625"/>
                                  </a:cubicBezTo>
                                  <a:cubicBezTo>
                                    <a:pt x="869" y="625"/>
                                    <a:pt x="869" y="625"/>
                                    <a:pt x="869" y="624"/>
                                  </a:cubicBezTo>
                                  <a:close/>
                                  <a:moveTo>
                                    <a:pt x="846" y="664"/>
                                  </a:moveTo>
                                  <a:cubicBezTo>
                                    <a:pt x="845" y="664"/>
                                    <a:pt x="845" y="664"/>
                                    <a:pt x="845" y="664"/>
                                  </a:cubicBezTo>
                                  <a:cubicBezTo>
                                    <a:pt x="845" y="664"/>
                                    <a:pt x="845" y="664"/>
                                    <a:pt x="845" y="664"/>
                                  </a:cubicBezTo>
                                  <a:cubicBezTo>
                                    <a:pt x="845" y="664"/>
                                    <a:pt x="845" y="665"/>
                                    <a:pt x="844" y="665"/>
                                  </a:cubicBezTo>
                                  <a:cubicBezTo>
                                    <a:pt x="844" y="665"/>
                                    <a:pt x="843" y="665"/>
                                    <a:pt x="843" y="666"/>
                                  </a:cubicBezTo>
                                  <a:cubicBezTo>
                                    <a:pt x="843" y="666"/>
                                    <a:pt x="843" y="666"/>
                                    <a:pt x="843" y="666"/>
                                  </a:cubicBezTo>
                                  <a:cubicBezTo>
                                    <a:pt x="843" y="666"/>
                                    <a:pt x="843" y="666"/>
                                    <a:pt x="843" y="666"/>
                                  </a:cubicBezTo>
                                  <a:cubicBezTo>
                                    <a:pt x="843" y="666"/>
                                    <a:pt x="843" y="667"/>
                                    <a:pt x="843" y="667"/>
                                  </a:cubicBezTo>
                                  <a:cubicBezTo>
                                    <a:pt x="843" y="666"/>
                                    <a:pt x="843" y="666"/>
                                    <a:pt x="844" y="666"/>
                                  </a:cubicBezTo>
                                  <a:cubicBezTo>
                                    <a:pt x="844" y="666"/>
                                    <a:pt x="844" y="666"/>
                                    <a:pt x="845" y="665"/>
                                  </a:cubicBezTo>
                                  <a:cubicBezTo>
                                    <a:pt x="845" y="665"/>
                                    <a:pt x="845" y="665"/>
                                    <a:pt x="845" y="665"/>
                                  </a:cubicBezTo>
                                  <a:cubicBezTo>
                                    <a:pt x="845" y="665"/>
                                    <a:pt x="846" y="664"/>
                                    <a:pt x="846" y="664"/>
                                  </a:cubicBezTo>
                                  <a:cubicBezTo>
                                    <a:pt x="846" y="664"/>
                                    <a:pt x="846" y="664"/>
                                    <a:pt x="846" y="664"/>
                                  </a:cubicBezTo>
                                  <a:cubicBezTo>
                                    <a:pt x="846" y="664"/>
                                    <a:pt x="846" y="664"/>
                                    <a:pt x="846" y="664"/>
                                  </a:cubicBezTo>
                                  <a:close/>
                                  <a:moveTo>
                                    <a:pt x="775" y="608"/>
                                  </a:moveTo>
                                  <a:cubicBezTo>
                                    <a:pt x="775" y="609"/>
                                    <a:pt x="774" y="610"/>
                                    <a:pt x="775" y="611"/>
                                  </a:cubicBezTo>
                                  <a:cubicBezTo>
                                    <a:pt x="775" y="613"/>
                                    <a:pt x="775" y="615"/>
                                    <a:pt x="777" y="616"/>
                                  </a:cubicBezTo>
                                  <a:cubicBezTo>
                                    <a:pt x="778" y="618"/>
                                    <a:pt x="778" y="619"/>
                                    <a:pt x="779" y="621"/>
                                  </a:cubicBezTo>
                                  <a:cubicBezTo>
                                    <a:pt x="779" y="621"/>
                                    <a:pt x="779" y="621"/>
                                    <a:pt x="779" y="622"/>
                                  </a:cubicBezTo>
                                  <a:cubicBezTo>
                                    <a:pt x="779" y="622"/>
                                    <a:pt x="779" y="623"/>
                                    <a:pt x="779" y="623"/>
                                  </a:cubicBezTo>
                                  <a:cubicBezTo>
                                    <a:pt x="778" y="624"/>
                                    <a:pt x="778" y="625"/>
                                    <a:pt x="778" y="626"/>
                                  </a:cubicBezTo>
                                  <a:cubicBezTo>
                                    <a:pt x="778" y="626"/>
                                    <a:pt x="778" y="626"/>
                                    <a:pt x="778" y="627"/>
                                  </a:cubicBezTo>
                                  <a:cubicBezTo>
                                    <a:pt x="778" y="629"/>
                                    <a:pt x="778" y="631"/>
                                    <a:pt x="778" y="632"/>
                                  </a:cubicBezTo>
                                  <a:cubicBezTo>
                                    <a:pt x="778" y="636"/>
                                    <a:pt x="778" y="639"/>
                                    <a:pt x="778" y="642"/>
                                  </a:cubicBezTo>
                                  <a:cubicBezTo>
                                    <a:pt x="778" y="643"/>
                                    <a:pt x="778" y="643"/>
                                    <a:pt x="777" y="644"/>
                                  </a:cubicBezTo>
                                  <a:cubicBezTo>
                                    <a:pt x="777" y="645"/>
                                    <a:pt x="777" y="646"/>
                                    <a:pt x="777" y="647"/>
                                  </a:cubicBezTo>
                                  <a:cubicBezTo>
                                    <a:pt x="777" y="648"/>
                                    <a:pt x="777" y="649"/>
                                    <a:pt x="777" y="649"/>
                                  </a:cubicBezTo>
                                  <a:cubicBezTo>
                                    <a:pt x="778" y="650"/>
                                    <a:pt x="778" y="651"/>
                                    <a:pt x="778" y="652"/>
                                  </a:cubicBezTo>
                                  <a:cubicBezTo>
                                    <a:pt x="778" y="653"/>
                                    <a:pt x="778" y="654"/>
                                    <a:pt x="778" y="655"/>
                                  </a:cubicBezTo>
                                  <a:cubicBezTo>
                                    <a:pt x="777" y="657"/>
                                    <a:pt x="777" y="658"/>
                                    <a:pt x="777" y="659"/>
                                  </a:cubicBezTo>
                                  <a:cubicBezTo>
                                    <a:pt x="777" y="660"/>
                                    <a:pt x="777" y="661"/>
                                    <a:pt x="778" y="662"/>
                                  </a:cubicBezTo>
                                  <a:cubicBezTo>
                                    <a:pt x="778" y="662"/>
                                    <a:pt x="778" y="663"/>
                                    <a:pt x="778" y="663"/>
                                  </a:cubicBezTo>
                                  <a:cubicBezTo>
                                    <a:pt x="778" y="663"/>
                                    <a:pt x="778" y="664"/>
                                    <a:pt x="777" y="664"/>
                                  </a:cubicBezTo>
                                  <a:cubicBezTo>
                                    <a:pt x="777" y="666"/>
                                    <a:pt x="776" y="667"/>
                                    <a:pt x="776" y="668"/>
                                  </a:cubicBezTo>
                                  <a:cubicBezTo>
                                    <a:pt x="776" y="669"/>
                                    <a:pt x="776" y="669"/>
                                    <a:pt x="776" y="669"/>
                                  </a:cubicBezTo>
                                  <a:cubicBezTo>
                                    <a:pt x="776" y="670"/>
                                    <a:pt x="776" y="671"/>
                                    <a:pt x="776" y="672"/>
                                  </a:cubicBezTo>
                                  <a:cubicBezTo>
                                    <a:pt x="776" y="672"/>
                                    <a:pt x="776" y="672"/>
                                    <a:pt x="776" y="672"/>
                                  </a:cubicBezTo>
                                  <a:cubicBezTo>
                                    <a:pt x="776" y="672"/>
                                    <a:pt x="776" y="673"/>
                                    <a:pt x="776" y="673"/>
                                  </a:cubicBezTo>
                                  <a:cubicBezTo>
                                    <a:pt x="776" y="673"/>
                                    <a:pt x="777" y="674"/>
                                    <a:pt x="777" y="674"/>
                                  </a:cubicBezTo>
                                  <a:cubicBezTo>
                                    <a:pt x="778" y="674"/>
                                    <a:pt x="779" y="673"/>
                                    <a:pt x="779" y="672"/>
                                  </a:cubicBezTo>
                                  <a:cubicBezTo>
                                    <a:pt x="779" y="671"/>
                                    <a:pt x="780" y="670"/>
                                    <a:pt x="780" y="668"/>
                                  </a:cubicBezTo>
                                  <a:cubicBezTo>
                                    <a:pt x="780" y="667"/>
                                    <a:pt x="781" y="667"/>
                                    <a:pt x="782" y="667"/>
                                  </a:cubicBezTo>
                                  <a:cubicBezTo>
                                    <a:pt x="782" y="668"/>
                                    <a:pt x="783" y="668"/>
                                    <a:pt x="784" y="668"/>
                                  </a:cubicBezTo>
                                  <a:cubicBezTo>
                                    <a:pt x="785" y="668"/>
                                    <a:pt x="786" y="669"/>
                                    <a:pt x="786" y="669"/>
                                  </a:cubicBezTo>
                                  <a:cubicBezTo>
                                    <a:pt x="787" y="670"/>
                                    <a:pt x="787" y="672"/>
                                    <a:pt x="787" y="673"/>
                                  </a:cubicBezTo>
                                  <a:cubicBezTo>
                                    <a:pt x="788" y="672"/>
                                    <a:pt x="788" y="671"/>
                                    <a:pt x="788" y="670"/>
                                  </a:cubicBezTo>
                                  <a:cubicBezTo>
                                    <a:pt x="788" y="669"/>
                                    <a:pt x="787" y="668"/>
                                    <a:pt x="787" y="667"/>
                                  </a:cubicBezTo>
                                  <a:cubicBezTo>
                                    <a:pt x="787" y="666"/>
                                    <a:pt x="786" y="666"/>
                                    <a:pt x="786" y="666"/>
                                  </a:cubicBezTo>
                                  <a:cubicBezTo>
                                    <a:pt x="786" y="666"/>
                                    <a:pt x="786" y="667"/>
                                    <a:pt x="785" y="667"/>
                                  </a:cubicBezTo>
                                  <a:cubicBezTo>
                                    <a:pt x="785" y="667"/>
                                    <a:pt x="785" y="667"/>
                                    <a:pt x="785" y="666"/>
                                  </a:cubicBezTo>
                                  <a:cubicBezTo>
                                    <a:pt x="785" y="666"/>
                                    <a:pt x="785" y="666"/>
                                    <a:pt x="785" y="666"/>
                                  </a:cubicBezTo>
                                  <a:cubicBezTo>
                                    <a:pt x="785" y="666"/>
                                    <a:pt x="785" y="666"/>
                                    <a:pt x="785" y="666"/>
                                  </a:cubicBezTo>
                                  <a:cubicBezTo>
                                    <a:pt x="784" y="664"/>
                                    <a:pt x="784" y="662"/>
                                    <a:pt x="783" y="661"/>
                                  </a:cubicBezTo>
                                  <a:cubicBezTo>
                                    <a:pt x="781" y="659"/>
                                    <a:pt x="781" y="657"/>
                                    <a:pt x="781" y="655"/>
                                  </a:cubicBezTo>
                                  <a:cubicBezTo>
                                    <a:pt x="781" y="655"/>
                                    <a:pt x="781" y="655"/>
                                    <a:pt x="781" y="654"/>
                                  </a:cubicBezTo>
                                  <a:cubicBezTo>
                                    <a:pt x="781" y="653"/>
                                    <a:pt x="781" y="652"/>
                                    <a:pt x="782" y="651"/>
                                  </a:cubicBezTo>
                                  <a:cubicBezTo>
                                    <a:pt x="782" y="649"/>
                                    <a:pt x="783" y="648"/>
                                    <a:pt x="783" y="646"/>
                                  </a:cubicBezTo>
                                  <a:cubicBezTo>
                                    <a:pt x="783" y="646"/>
                                    <a:pt x="784" y="645"/>
                                    <a:pt x="784" y="645"/>
                                  </a:cubicBezTo>
                                  <a:cubicBezTo>
                                    <a:pt x="784" y="643"/>
                                    <a:pt x="784" y="642"/>
                                    <a:pt x="786" y="641"/>
                                  </a:cubicBezTo>
                                  <a:cubicBezTo>
                                    <a:pt x="787" y="641"/>
                                    <a:pt x="787" y="641"/>
                                    <a:pt x="787" y="641"/>
                                  </a:cubicBezTo>
                                  <a:cubicBezTo>
                                    <a:pt x="787" y="641"/>
                                    <a:pt x="786" y="640"/>
                                    <a:pt x="786" y="640"/>
                                  </a:cubicBezTo>
                                  <a:cubicBezTo>
                                    <a:pt x="786" y="640"/>
                                    <a:pt x="786" y="640"/>
                                    <a:pt x="786" y="640"/>
                                  </a:cubicBezTo>
                                  <a:cubicBezTo>
                                    <a:pt x="787" y="640"/>
                                    <a:pt x="787" y="640"/>
                                    <a:pt x="787" y="640"/>
                                  </a:cubicBezTo>
                                  <a:cubicBezTo>
                                    <a:pt x="788" y="641"/>
                                    <a:pt x="790" y="641"/>
                                    <a:pt x="791" y="642"/>
                                  </a:cubicBezTo>
                                  <a:cubicBezTo>
                                    <a:pt x="792" y="642"/>
                                    <a:pt x="792" y="643"/>
                                    <a:pt x="793" y="643"/>
                                  </a:cubicBezTo>
                                  <a:cubicBezTo>
                                    <a:pt x="793" y="643"/>
                                    <a:pt x="793" y="643"/>
                                    <a:pt x="793" y="643"/>
                                  </a:cubicBezTo>
                                  <a:cubicBezTo>
                                    <a:pt x="793" y="641"/>
                                    <a:pt x="792" y="640"/>
                                    <a:pt x="792" y="639"/>
                                  </a:cubicBezTo>
                                  <a:cubicBezTo>
                                    <a:pt x="792" y="637"/>
                                    <a:pt x="791" y="635"/>
                                    <a:pt x="791" y="634"/>
                                  </a:cubicBezTo>
                                  <a:cubicBezTo>
                                    <a:pt x="789" y="630"/>
                                    <a:pt x="789" y="626"/>
                                    <a:pt x="788" y="622"/>
                                  </a:cubicBezTo>
                                  <a:cubicBezTo>
                                    <a:pt x="788" y="622"/>
                                    <a:pt x="788" y="622"/>
                                    <a:pt x="788" y="621"/>
                                  </a:cubicBezTo>
                                  <a:cubicBezTo>
                                    <a:pt x="788" y="621"/>
                                    <a:pt x="788" y="620"/>
                                    <a:pt x="788" y="620"/>
                                  </a:cubicBezTo>
                                  <a:cubicBezTo>
                                    <a:pt x="788" y="619"/>
                                    <a:pt x="787" y="618"/>
                                    <a:pt x="786" y="617"/>
                                  </a:cubicBezTo>
                                  <a:cubicBezTo>
                                    <a:pt x="786" y="617"/>
                                    <a:pt x="786" y="617"/>
                                    <a:pt x="786" y="617"/>
                                  </a:cubicBezTo>
                                  <a:cubicBezTo>
                                    <a:pt x="786" y="617"/>
                                    <a:pt x="786" y="617"/>
                                    <a:pt x="786" y="617"/>
                                  </a:cubicBezTo>
                                  <a:cubicBezTo>
                                    <a:pt x="786" y="617"/>
                                    <a:pt x="786" y="616"/>
                                    <a:pt x="786" y="616"/>
                                  </a:cubicBezTo>
                                  <a:cubicBezTo>
                                    <a:pt x="786" y="614"/>
                                    <a:pt x="785" y="613"/>
                                    <a:pt x="785" y="612"/>
                                  </a:cubicBezTo>
                                  <a:cubicBezTo>
                                    <a:pt x="785" y="612"/>
                                    <a:pt x="785" y="612"/>
                                    <a:pt x="785" y="611"/>
                                  </a:cubicBezTo>
                                  <a:cubicBezTo>
                                    <a:pt x="785" y="611"/>
                                    <a:pt x="785" y="610"/>
                                    <a:pt x="785" y="610"/>
                                  </a:cubicBezTo>
                                  <a:cubicBezTo>
                                    <a:pt x="785" y="609"/>
                                    <a:pt x="785" y="609"/>
                                    <a:pt x="785" y="608"/>
                                  </a:cubicBezTo>
                                  <a:cubicBezTo>
                                    <a:pt x="786" y="607"/>
                                    <a:pt x="786" y="606"/>
                                    <a:pt x="786" y="605"/>
                                  </a:cubicBezTo>
                                  <a:cubicBezTo>
                                    <a:pt x="786" y="604"/>
                                    <a:pt x="786" y="603"/>
                                    <a:pt x="785" y="602"/>
                                  </a:cubicBezTo>
                                  <a:cubicBezTo>
                                    <a:pt x="785" y="601"/>
                                    <a:pt x="784" y="600"/>
                                    <a:pt x="784" y="598"/>
                                  </a:cubicBezTo>
                                  <a:cubicBezTo>
                                    <a:pt x="784" y="598"/>
                                    <a:pt x="784" y="598"/>
                                    <a:pt x="784" y="598"/>
                                  </a:cubicBezTo>
                                  <a:cubicBezTo>
                                    <a:pt x="785" y="597"/>
                                    <a:pt x="785" y="597"/>
                                    <a:pt x="785" y="596"/>
                                  </a:cubicBezTo>
                                  <a:cubicBezTo>
                                    <a:pt x="785" y="596"/>
                                    <a:pt x="785" y="596"/>
                                    <a:pt x="785" y="595"/>
                                  </a:cubicBezTo>
                                  <a:cubicBezTo>
                                    <a:pt x="784" y="594"/>
                                    <a:pt x="783" y="592"/>
                                    <a:pt x="783" y="591"/>
                                  </a:cubicBezTo>
                                  <a:cubicBezTo>
                                    <a:pt x="783" y="590"/>
                                    <a:pt x="784" y="589"/>
                                    <a:pt x="784" y="589"/>
                                  </a:cubicBezTo>
                                  <a:cubicBezTo>
                                    <a:pt x="784" y="589"/>
                                    <a:pt x="784" y="589"/>
                                    <a:pt x="784" y="588"/>
                                  </a:cubicBezTo>
                                  <a:cubicBezTo>
                                    <a:pt x="784" y="588"/>
                                    <a:pt x="784" y="588"/>
                                    <a:pt x="783" y="587"/>
                                  </a:cubicBezTo>
                                  <a:cubicBezTo>
                                    <a:pt x="783" y="587"/>
                                    <a:pt x="783" y="586"/>
                                    <a:pt x="782" y="585"/>
                                  </a:cubicBezTo>
                                  <a:cubicBezTo>
                                    <a:pt x="782" y="586"/>
                                    <a:pt x="781" y="586"/>
                                    <a:pt x="781" y="586"/>
                                  </a:cubicBezTo>
                                  <a:cubicBezTo>
                                    <a:pt x="780" y="587"/>
                                    <a:pt x="780" y="587"/>
                                    <a:pt x="780" y="587"/>
                                  </a:cubicBezTo>
                                  <a:cubicBezTo>
                                    <a:pt x="780" y="588"/>
                                    <a:pt x="780" y="588"/>
                                    <a:pt x="780" y="589"/>
                                  </a:cubicBezTo>
                                  <a:cubicBezTo>
                                    <a:pt x="781" y="589"/>
                                    <a:pt x="781" y="589"/>
                                    <a:pt x="781" y="590"/>
                                  </a:cubicBezTo>
                                  <a:cubicBezTo>
                                    <a:pt x="782" y="590"/>
                                    <a:pt x="782" y="591"/>
                                    <a:pt x="782" y="592"/>
                                  </a:cubicBezTo>
                                  <a:cubicBezTo>
                                    <a:pt x="782" y="593"/>
                                    <a:pt x="782" y="594"/>
                                    <a:pt x="781" y="594"/>
                                  </a:cubicBezTo>
                                  <a:cubicBezTo>
                                    <a:pt x="781" y="594"/>
                                    <a:pt x="781" y="594"/>
                                    <a:pt x="781" y="594"/>
                                  </a:cubicBezTo>
                                  <a:cubicBezTo>
                                    <a:pt x="781" y="595"/>
                                    <a:pt x="781" y="595"/>
                                    <a:pt x="782" y="595"/>
                                  </a:cubicBezTo>
                                  <a:cubicBezTo>
                                    <a:pt x="781" y="595"/>
                                    <a:pt x="781" y="595"/>
                                    <a:pt x="781" y="595"/>
                                  </a:cubicBezTo>
                                  <a:cubicBezTo>
                                    <a:pt x="781" y="596"/>
                                    <a:pt x="781" y="596"/>
                                    <a:pt x="780" y="597"/>
                                  </a:cubicBezTo>
                                  <a:cubicBezTo>
                                    <a:pt x="780" y="597"/>
                                    <a:pt x="779" y="597"/>
                                    <a:pt x="779" y="596"/>
                                  </a:cubicBezTo>
                                  <a:cubicBezTo>
                                    <a:pt x="779" y="595"/>
                                    <a:pt x="778" y="595"/>
                                    <a:pt x="777" y="596"/>
                                  </a:cubicBezTo>
                                  <a:cubicBezTo>
                                    <a:pt x="776" y="596"/>
                                    <a:pt x="776" y="597"/>
                                    <a:pt x="776" y="598"/>
                                  </a:cubicBezTo>
                                  <a:cubicBezTo>
                                    <a:pt x="776" y="598"/>
                                    <a:pt x="776" y="598"/>
                                    <a:pt x="776" y="599"/>
                                  </a:cubicBezTo>
                                  <a:cubicBezTo>
                                    <a:pt x="776" y="600"/>
                                    <a:pt x="776" y="600"/>
                                    <a:pt x="776" y="601"/>
                                  </a:cubicBezTo>
                                  <a:cubicBezTo>
                                    <a:pt x="776" y="602"/>
                                    <a:pt x="776" y="603"/>
                                    <a:pt x="776" y="603"/>
                                  </a:cubicBezTo>
                                  <a:cubicBezTo>
                                    <a:pt x="776" y="605"/>
                                    <a:pt x="775" y="607"/>
                                    <a:pt x="775" y="608"/>
                                  </a:cubicBezTo>
                                  <a:close/>
                                  <a:moveTo>
                                    <a:pt x="795" y="646"/>
                                  </a:move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4" y="645"/>
                                    <a:pt x="794" y="645"/>
                                    <a:pt x="794" y="645"/>
                                  </a:cubicBezTo>
                                  <a:cubicBezTo>
                                    <a:pt x="794" y="645"/>
                                    <a:pt x="794" y="645"/>
                                    <a:pt x="794" y="645"/>
                                  </a:cubicBezTo>
                                  <a:cubicBezTo>
                                    <a:pt x="794" y="645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lose/>
                                  <a:moveTo>
                                    <a:pt x="751" y="577"/>
                                  </a:moveTo>
                                  <a:cubicBezTo>
                                    <a:pt x="750" y="577"/>
                                    <a:pt x="749" y="576"/>
                                    <a:pt x="749" y="576"/>
                                  </a:cubicBezTo>
                                  <a:cubicBezTo>
                                    <a:pt x="748" y="576"/>
                                    <a:pt x="747" y="576"/>
                                    <a:pt x="747" y="577"/>
                                  </a:cubicBezTo>
                                  <a:cubicBezTo>
                                    <a:pt x="746" y="578"/>
                                    <a:pt x="745" y="579"/>
                                    <a:pt x="745" y="580"/>
                                  </a:cubicBezTo>
                                  <a:cubicBezTo>
                                    <a:pt x="745" y="580"/>
                                    <a:pt x="745" y="580"/>
                                    <a:pt x="745" y="581"/>
                                  </a:cubicBezTo>
                                  <a:cubicBezTo>
                                    <a:pt x="745" y="581"/>
                                    <a:pt x="745" y="581"/>
                                    <a:pt x="745" y="581"/>
                                  </a:cubicBezTo>
                                  <a:cubicBezTo>
                                    <a:pt x="745" y="581"/>
                                    <a:pt x="745" y="581"/>
                                    <a:pt x="745" y="581"/>
                                  </a:cubicBezTo>
                                  <a:cubicBezTo>
                                    <a:pt x="746" y="581"/>
                                    <a:pt x="746" y="580"/>
                                    <a:pt x="747" y="580"/>
                                  </a:cubicBezTo>
                                  <a:cubicBezTo>
                                    <a:pt x="747" y="581"/>
                                    <a:pt x="747" y="581"/>
                                    <a:pt x="747" y="581"/>
                                  </a:cubicBezTo>
                                  <a:cubicBezTo>
                                    <a:pt x="747" y="581"/>
                                    <a:pt x="747" y="581"/>
                                    <a:pt x="748" y="582"/>
                                  </a:cubicBezTo>
                                  <a:cubicBezTo>
                                    <a:pt x="748" y="582"/>
                                    <a:pt x="748" y="582"/>
                                    <a:pt x="749" y="581"/>
                                  </a:cubicBezTo>
                                  <a:cubicBezTo>
                                    <a:pt x="750" y="581"/>
                                    <a:pt x="750" y="579"/>
                                    <a:pt x="752" y="578"/>
                                  </a:cubicBezTo>
                                  <a:cubicBezTo>
                                    <a:pt x="752" y="578"/>
                                    <a:pt x="752" y="578"/>
                                    <a:pt x="752" y="578"/>
                                  </a:cubicBezTo>
                                  <a:cubicBezTo>
                                    <a:pt x="752" y="578"/>
                                    <a:pt x="752" y="578"/>
                                    <a:pt x="751" y="578"/>
                                  </a:cubicBezTo>
                                  <a:cubicBezTo>
                                    <a:pt x="751" y="578"/>
                                    <a:pt x="751" y="578"/>
                                    <a:pt x="751" y="578"/>
                                  </a:cubicBezTo>
                                  <a:cubicBezTo>
                                    <a:pt x="751" y="577"/>
                                    <a:pt x="751" y="577"/>
                                    <a:pt x="751" y="577"/>
                                  </a:cubicBezTo>
                                  <a:close/>
                                  <a:moveTo>
                                    <a:pt x="744" y="577"/>
                                  </a:moveTo>
                                  <a:cubicBezTo>
                                    <a:pt x="743" y="577"/>
                                    <a:pt x="742" y="578"/>
                                    <a:pt x="741" y="579"/>
                                  </a:cubicBezTo>
                                  <a:cubicBezTo>
                                    <a:pt x="741" y="579"/>
                                    <a:pt x="741" y="579"/>
                                    <a:pt x="742" y="579"/>
                                  </a:cubicBezTo>
                                  <a:cubicBezTo>
                                    <a:pt x="742" y="579"/>
                                    <a:pt x="742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4" y="579"/>
                                    <a:pt x="744" y="578"/>
                                    <a:pt x="744" y="578"/>
                                  </a:cubicBezTo>
                                  <a:cubicBezTo>
                                    <a:pt x="744" y="578"/>
                                    <a:pt x="744" y="578"/>
                                    <a:pt x="744" y="577"/>
                                  </a:cubicBezTo>
                                  <a:cubicBezTo>
                                    <a:pt x="745" y="577"/>
                                    <a:pt x="744" y="577"/>
                                    <a:pt x="744" y="577"/>
                                  </a:cubicBezTo>
                                  <a:cubicBezTo>
                                    <a:pt x="744" y="577"/>
                                    <a:pt x="744" y="577"/>
                                    <a:pt x="744" y="57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8" name="Freeform 840">
                              <a:extLst>
                                <a:ext uri="{FF2B5EF4-FFF2-40B4-BE49-F238E27FC236}">
                                  <a16:creationId xmlns:a16="http://schemas.microsoft.com/office/drawing/2014/main" id="{FE1B0217-335C-48C8-AB53-A44AE82522C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667750" y="4279900"/>
                              <a:ext cx="295275" cy="495300"/>
                            </a:xfrm>
                            <a:custGeom>
                              <a:avLst/>
                              <a:gdLst>
                                <a:gd name="T0" fmla="*/ 25 w 71"/>
                                <a:gd name="T1" fmla="*/ 115 h 119"/>
                                <a:gd name="T2" fmla="*/ 23 w 71"/>
                                <a:gd name="T3" fmla="*/ 115 h 119"/>
                                <a:gd name="T4" fmla="*/ 22 w 71"/>
                                <a:gd name="T5" fmla="*/ 116 h 119"/>
                                <a:gd name="T6" fmla="*/ 23 w 71"/>
                                <a:gd name="T7" fmla="*/ 115 h 119"/>
                                <a:gd name="T8" fmla="*/ 25 w 71"/>
                                <a:gd name="T9" fmla="*/ 115 h 119"/>
                                <a:gd name="T10" fmla="*/ 25 w 71"/>
                                <a:gd name="T11" fmla="*/ 115 h 119"/>
                                <a:gd name="T12" fmla="*/ 25 w 71"/>
                                <a:gd name="T13" fmla="*/ 114 h 119"/>
                                <a:gd name="T14" fmla="*/ 26 w 71"/>
                                <a:gd name="T15" fmla="*/ 115 h 119"/>
                                <a:gd name="T16" fmla="*/ 20 w 71"/>
                                <a:gd name="T17" fmla="*/ 119 h 119"/>
                                <a:gd name="T18" fmla="*/ 23 w 71"/>
                                <a:gd name="T19" fmla="*/ 115 h 119"/>
                                <a:gd name="T20" fmla="*/ 22 w 71"/>
                                <a:gd name="T21" fmla="*/ 117 h 119"/>
                                <a:gd name="T22" fmla="*/ 23 w 71"/>
                                <a:gd name="T23" fmla="*/ 117 h 119"/>
                                <a:gd name="T24" fmla="*/ 26 w 71"/>
                                <a:gd name="T25" fmla="*/ 113 h 119"/>
                                <a:gd name="T26" fmla="*/ 28 w 71"/>
                                <a:gd name="T27" fmla="*/ 115 h 119"/>
                                <a:gd name="T28" fmla="*/ 25 w 71"/>
                                <a:gd name="T29" fmla="*/ 114 h 119"/>
                                <a:gd name="T30" fmla="*/ 25 w 71"/>
                                <a:gd name="T31" fmla="*/ 116 h 119"/>
                                <a:gd name="T32" fmla="*/ 31 w 71"/>
                                <a:gd name="T33" fmla="*/ 111 h 119"/>
                                <a:gd name="T34" fmla="*/ 36 w 71"/>
                                <a:gd name="T35" fmla="*/ 107 h 119"/>
                                <a:gd name="T36" fmla="*/ 55 w 71"/>
                                <a:gd name="T37" fmla="*/ 68 h 119"/>
                                <a:gd name="T38" fmla="*/ 49 w 71"/>
                                <a:gd name="T39" fmla="*/ 84 h 119"/>
                                <a:gd name="T40" fmla="*/ 35 w 71"/>
                                <a:gd name="T41" fmla="*/ 58 h 119"/>
                                <a:gd name="T42" fmla="*/ 36 w 71"/>
                                <a:gd name="T43" fmla="*/ 59 h 119"/>
                                <a:gd name="T44" fmla="*/ 35 w 71"/>
                                <a:gd name="T45" fmla="*/ 62 h 119"/>
                                <a:gd name="T46" fmla="*/ 36 w 71"/>
                                <a:gd name="T47" fmla="*/ 62 h 119"/>
                                <a:gd name="T48" fmla="*/ 37 w 71"/>
                                <a:gd name="T49" fmla="*/ 59 h 119"/>
                                <a:gd name="T50" fmla="*/ 37 w 71"/>
                                <a:gd name="T51" fmla="*/ 59 h 119"/>
                                <a:gd name="T52" fmla="*/ 39 w 71"/>
                                <a:gd name="T53" fmla="*/ 52 h 119"/>
                                <a:gd name="T54" fmla="*/ 25 w 71"/>
                                <a:gd name="T55" fmla="*/ 51 h 119"/>
                                <a:gd name="T56" fmla="*/ 18 w 71"/>
                                <a:gd name="T57" fmla="*/ 36 h 119"/>
                                <a:gd name="T58" fmla="*/ 22 w 71"/>
                                <a:gd name="T59" fmla="*/ 20 h 119"/>
                                <a:gd name="T60" fmla="*/ 36 w 71"/>
                                <a:gd name="T61" fmla="*/ 25 h 119"/>
                                <a:gd name="T62" fmla="*/ 33 w 71"/>
                                <a:gd name="T63" fmla="*/ 47 h 119"/>
                                <a:gd name="T64" fmla="*/ 48 w 71"/>
                                <a:gd name="T65" fmla="*/ 50 h 119"/>
                                <a:gd name="T66" fmla="*/ 36 w 71"/>
                                <a:gd name="T67" fmla="*/ 48 h 119"/>
                                <a:gd name="T68" fmla="*/ 18 w 71"/>
                                <a:gd name="T69" fmla="*/ 72 h 119"/>
                                <a:gd name="T70" fmla="*/ 7 w 71"/>
                                <a:gd name="T71" fmla="*/ 86 h 119"/>
                                <a:gd name="T72" fmla="*/ 23 w 71"/>
                                <a:gd name="T73" fmla="*/ 66 h 119"/>
                                <a:gd name="T74" fmla="*/ 22 w 71"/>
                                <a:gd name="T75" fmla="*/ 66 h 119"/>
                                <a:gd name="T76" fmla="*/ 1 w 71"/>
                                <a:gd name="T77" fmla="*/ 96 h 119"/>
                                <a:gd name="T78" fmla="*/ 29 w 71"/>
                                <a:gd name="T79" fmla="*/ 62 h 119"/>
                                <a:gd name="T80" fmla="*/ 57 w 71"/>
                                <a:gd name="T81" fmla="*/ 66 h 119"/>
                                <a:gd name="T82" fmla="*/ 62 w 71"/>
                                <a:gd name="T83" fmla="*/ 66 h 119"/>
                                <a:gd name="T84" fmla="*/ 46 w 71"/>
                                <a:gd name="T85" fmla="*/ 77 h 119"/>
                                <a:gd name="T86" fmla="*/ 47 w 71"/>
                                <a:gd name="T87" fmla="*/ 58 h 119"/>
                                <a:gd name="T88" fmla="*/ 43 w 71"/>
                                <a:gd name="T89" fmla="*/ 56 h 119"/>
                                <a:gd name="T90" fmla="*/ 64 w 71"/>
                                <a:gd name="T91" fmla="*/ 70 h 119"/>
                                <a:gd name="T92" fmla="*/ 68 w 71"/>
                                <a:gd name="T93" fmla="*/ 102 h 119"/>
                                <a:gd name="T94" fmla="*/ 60 w 71"/>
                                <a:gd name="T95" fmla="*/ 108 h 119"/>
                                <a:gd name="T96" fmla="*/ 45 w 71"/>
                                <a:gd name="T97" fmla="*/ 95 h 119"/>
                                <a:gd name="T98" fmla="*/ 38 w 71"/>
                                <a:gd name="T99" fmla="*/ 96 h 119"/>
                                <a:gd name="T100" fmla="*/ 51 w 71"/>
                                <a:gd name="T101" fmla="*/ 92 h 119"/>
                                <a:gd name="T102" fmla="*/ 64 w 71"/>
                                <a:gd name="T103" fmla="*/ 80 h 119"/>
                                <a:gd name="T104" fmla="*/ 65 w 71"/>
                                <a:gd name="T105" fmla="*/ 98 h 119"/>
                                <a:gd name="T106" fmla="*/ 47 w 71"/>
                                <a:gd name="T107" fmla="*/ 77 h 119"/>
                                <a:gd name="T108" fmla="*/ 52 w 71"/>
                                <a:gd name="T109" fmla="*/ 50 h 119"/>
                                <a:gd name="T110" fmla="*/ 32 w 71"/>
                                <a:gd name="T111" fmla="*/ 13 h 119"/>
                                <a:gd name="T112" fmla="*/ 55 w 71"/>
                                <a:gd name="T113" fmla="*/ 77 h 119"/>
                                <a:gd name="T114" fmla="*/ 33 w 71"/>
                                <a:gd name="T115" fmla="*/ 1 h 119"/>
                                <a:gd name="T116" fmla="*/ 33 w 71"/>
                                <a:gd name="T117" fmla="*/ 6 h 119"/>
                                <a:gd name="T118" fmla="*/ 35 w 71"/>
                                <a:gd name="T119" fmla="*/ 4 h 119"/>
                                <a:gd name="T120" fmla="*/ 34 w 71"/>
                                <a:gd name="T121" fmla="*/ 1 h 119"/>
                                <a:gd name="T122" fmla="*/ 36 w 71"/>
                                <a:gd name="T123" fmla="*/ 65 h 119"/>
                                <a:gd name="T124" fmla="*/ 32 w 71"/>
                                <a:gd name="T125" fmla="*/ 64 h 1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71" h="119">
                                  <a:moveTo>
                                    <a:pt x="39" y="101"/>
                                  </a:moveTo>
                                  <a:cubicBezTo>
                                    <a:pt x="39" y="101"/>
                                    <a:pt x="39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lose/>
                                  <a:moveTo>
                                    <a:pt x="25" y="113"/>
                                  </a:move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4" y="115"/>
                                    <a:pt x="24" y="115"/>
                                  </a:cubicBezTo>
                                  <a:cubicBezTo>
                                    <a:pt x="25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5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4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2" y="116"/>
                                  </a:move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5" y="114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3"/>
                                  </a:move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4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3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2" y="116"/>
                                  </a:move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0" y="117"/>
                                  </a:move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7"/>
                                    <a:pt x="20" y="117"/>
                                  </a:cubicBezTo>
                                  <a:close/>
                                  <a:moveTo>
                                    <a:pt x="20" y="118"/>
                                  </a:move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lose/>
                                  <a:moveTo>
                                    <a:pt x="23" y="118"/>
                                  </a:move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19" y="117"/>
                                  </a:move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20" y="118"/>
                                  </a:move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20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9"/>
                                    <a:pt x="20" y="119"/>
                                  </a:cubicBezTo>
                                  <a:cubicBezTo>
                                    <a:pt x="19" y="119"/>
                                    <a:pt x="19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lose/>
                                  <a:moveTo>
                                    <a:pt x="22" y="117"/>
                                  </a:moveTo>
                                  <a:cubicBezTo>
                                    <a:pt x="22" y="117"/>
                                    <a:pt x="22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4" y="117"/>
                                  </a:cubicBezTo>
                                  <a:cubicBezTo>
                                    <a:pt x="24" y="117"/>
                                    <a:pt x="24" y="117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4" y="115"/>
                                  </a:move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3"/>
                                  </a:move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3"/>
                                  </a:move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5"/>
                                  </a:cubicBezTo>
                                  <a:cubicBezTo>
                                    <a:pt x="26" y="114"/>
                                    <a:pt x="26" y="114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8" y="114"/>
                                  </a:move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lose/>
                                  <a:moveTo>
                                    <a:pt x="28" y="115"/>
                                  </a:move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7" y="113"/>
                                  </a:move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lose/>
                                  <a:moveTo>
                                    <a:pt x="27" y="114"/>
                                  </a:move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lose/>
                                  <a:moveTo>
                                    <a:pt x="27" y="113"/>
                                  </a:move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8" y="113"/>
                                    <a:pt x="28" y="113"/>
                                  </a:cubicBezTo>
                                  <a:cubicBezTo>
                                    <a:pt x="28" y="113"/>
                                    <a:pt x="28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6" y="116"/>
                                    <a:pt x="26" y="116"/>
                                    <a:pt x="26" y="116"/>
                                  </a:cubicBezTo>
                                  <a:cubicBezTo>
                                    <a:pt x="26" y="116"/>
                                    <a:pt x="26" y="116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65" y="78"/>
                                  </a:move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6" y="78"/>
                                  </a:cubicBezTo>
                                  <a:cubicBezTo>
                                    <a:pt x="65" y="78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6" y="78"/>
                                  </a:cubicBezTo>
                                  <a:cubicBezTo>
                                    <a:pt x="66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7"/>
                                    <a:pt x="66" y="77"/>
                                  </a:cubicBezTo>
                                  <a:cubicBezTo>
                                    <a:pt x="66" y="77"/>
                                    <a:pt x="66" y="77"/>
                                    <a:pt x="66" y="77"/>
                                  </a:cubicBezTo>
                                  <a:cubicBezTo>
                                    <a:pt x="66" y="77"/>
                                    <a:pt x="66" y="77"/>
                                    <a:pt x="66" y="77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7"/>
                                    <a:pt x="65" y="77"/>
                                    <a:pt x="66" y="77"/>
                                  </a:cubicBezTo>
                                  <a:cubicBezTo>
                                    <a:pt x="66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8"/>
                                  </a:cubicBezTo>
                                  <a:close/>
                                  <a:moveTo>
                                    <a:pt x="63" y="78"/>
                                  </a:move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lose/>
                                  <a:moveTo>
                                    <a:pt x="64" y="79"/>
                                  </a:moveTo>
                                  <a:cubicBezTo>
                                    <a:pt x="64" y="79"/>
                                    <a:pt x="64" y="79"/>
                                    <a:pt x="64" y="79"/>
                                  </a:cubicBezTo>
                                  <a:cubicBezTo>
                                    <a:pt x="64" y="78"/>
                                    <a:pt x="64" y="78"/>
                                    <a:pt x="64" y="78"/>
                                  </a:cubicBezTo>
                                  <a:cubicBezTo>
                                    <a:pt x="64" y="78"/>
                                    <a:pt x="63" y="78"/>
                                    <a:pt x="64" y="79"/>
                                  </a:cubicBezTo>
                                  <a:cubicBezTo>
                                    <a:pt x="64" y="79"/>
                                    <a:pt x="64" y="79"/>
                                    <a:pt x="64" y="79"/>
                                  </a:cubicBezTo>
                                  <a:close/>
                                  <a:moveTo>
                                    <a:pt x="63" y="79"/>
                                  </a:move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lose/>
                                  <a:moveTo>
                                    <a:pt x="65" y="80"/>
                                  </a:moveTo>
                                  <a:cubicBezTo>
                                    <a:pt x="66" y="80"/>
                                    <a:pt x="66" y="80"/>
                                    <a:pt x="66" y="80"/>
                                  </a:cubicBezTo>
                                  <a:cubicBezTo>
                                    <a:pt x="66" y="79"/>
                                    <a:pt x="65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lose/>
                                  <a:moveTo>
                                    <a:pt x="32" y="110"/>
                                  </a:move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lose/>
                                  <a:moveTo>
                                    <a:pt x="31" y="111"/>
                                  </a:move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lose/>
                                  <a:moveTo>
                                    <a:pt x="36" y="108"/>
                                  </a:moveTo>
                                  <a:cubicBezTo>
                                    <a:pt x="36" y="108"/>
                                    <a:pt x="36" y="108"/>
                                    <a:pt x="36" y="108"/>
                                  </a:cubicBezTo>
                                  <a:cubicBezTo>
                                    <a:pt x="36" y="108"/>
                                    <a:pt x="36" y="108"/>
                                    <a:pt x="36" y="108"/>
                                  </a:cubicBezTo>
                                  <a:close/>
                                  <a:moveTo>
                                    <a:pt x="33" y="108"/>
                                  </a:moveTo>
                                  <a:cubicBezTo>
                                    <a:pt x="33" y="109"/>
                                    <a:pt x="33" y="108"/>
                                    <a:pt x="32" y="109"/>
                                  </a:cubicBezTo>
                                  <a:cubicBezTo>
                                    <a:pt x="32" y="109"/>
                                    <a:pt x="32" y="108"/>
                                    <a:pt x="32" y="108"/>
                                  </a:cubicBezTo>
                                  <a:cubicBezTo>
                                    <a:pt x="32" y="108"/>
                                    <a:pt x="31" y="108"/>
                                    <a:pt x="31" y="108"/>
                                  </a:cubicBezTo>
                                  <a:cubicBezTo>
                                    <a:pt x="31" y="108"/>
                                    <a:pt x="30" y="108"/>
                                    <a:pt x="30" y="108"/>
                                  </a:cubicBezTo>
                                  <a:cubicBezTo>
                                    <a:pt x="30" y="108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10"/>
                                    <a:pt x="30" y="109"/>
                                    <a:pt x="31" y="109"/>
                                  </a:cubicBezTo>
                                  <a:cubicBezTo>
                                    <a:pt x="31" y="109"/>
                                    <a:pt x="31" y="109"/>
                                    <a:pt x="31" y="109"/>
                                  </a:cubicBezTo>
                                  <a:cubicBezTo>
                                    <a:pt x="31" y="109"/>
                                    <a:pt x="31" y="109"/>
                                    <a:pt x="31" y="109"/>
                                  </a:cubicBezTo>
                                  <a:cubicBezTo>
                                    <a:pt x="32" y="109"/>
                                    <a:pt x="32" y="109"/>
                                    <a:pt x="32" y="109"/>
                                  </a:cubicBezTo>
                                  <a:cubicBezTo>
                                    <a:pt x="32" y="109"/>
                                    <a:pt x="32" y="109"/>
                                    <a:pt x="32" y="109"/>
                                  </a:cubicBezTo>
                                  <a:cubicBezTo>
                                    <a:pt x="32" y="109"/>
                                    <a:pt x="32" y="109"/>
                                    <a:pt x="33" y="109"/>
                                  </a:cubicBezTo>
                                  <a:cubicBezTo>
                                    <a:pt x="33" y="110"/>
                                    <a:pt x="33" y="109"/>
                                    <a:pt x="33" y="109"/>
                                  </a:cubicBezTo>
                                  <a:cubicBezTo>
                                    <a:pt x="33" y="109"/>
                                    <a:pt x="33" y="109"/>
                                    <a:pt x="33" y="109"/>
                                  </a:cubicBezTo>
                                  <a:cubicBezTo>
                                    <a:pt x="33" y="109"/>
                                    <a:pt x="33" y="109"/>
                                    <a:pt x="33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8"/>
                                  </a:cubicBezTo>
                                  <a:cubicBezTo>
                                    <a:pt x="34" y="108"/>
                                    <a:pt x="33" y="108"/>
                                    <a:pt x="33" y="108"/>
                                  </a:cubicBezTo>
                                  <a:close/>
                                  <a:moveTo>
                                    <a:pt x="35" y="108"/>
                                  </a:move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4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lose/>
                                  <a:moveTo>
                                    <a:pt x="34" y="108"/>
                                  </a:move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lose/>
                                  <a:moveTo>
                                    <a:pt x="35" y="109"/>
                                  </a:move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lose/>
                                  <a:moveTo>
                                    <a:pt x="27" y="108"/>
                                  </a:moveTo>
                                  <a:cubicBezTo>
                                    <a:pt x="27" y="108"/>
                                    <a:pt x="27" y="108"/>
                                    <a:pt x="26" y="108"/>
                                  </a:cubicBezTo>
                                  <a:cubicBezTo>
                                    <a:pt x="26" y="108"/>
                                    <a:pt x="26" y="108"/>
                                    <a:pt x="26" y="108"/>
                                  </a:cubicBezTo>
                                  <a:cubicBezTo>
                                    <a:pt x="26" y="108"/>
                                    <a:pt x="26" y="108"/>
                                    <a:pt x="26" y="108"/>
                                  </a:cubicBezTo>
                                  <a:cubicBezTo>
                                    <a:pt x="26" y="108"/>
                                    <a:pt x="27" y="108"/>
                                    <a:pt x="27" y="108"/>
                                  </a:cubicBezTo>
                                  <a:close/>
                                  <a:moveTo>
                                    <a:pt x="27" y="106"/>
                                  </a:move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7"/>
                                    <a:pt x="27" y="107"/>
                                    <a:pt x="27" y="107"/>
                                  </a:cubicBezTo>
                                  <a:cubicBezTo>
                                    <a:pt x="27" y="107"/>
                                    <a:pt x="27" y="107"/>
                                    <a:pt x="27" y="107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lose/>
                                  <a:moveTo>
                                    <a:pt x="28" y="107"/>
                                  </a:move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lose/>
                                  <a:moveTo>
                                    <a:pt x="37" y="107"/>
                                  </a:moveTo>
                                  <a:cubicBezTo>
                                    <a:pt x="37" y="107"/>
                                    <a:pt x="37" y="107"/>
                                    <a:pt x="36" y="107"/>
                                  </a:cubicBezTo>
                                  <a:cubicBezTo>
                                    <a:pt x="36" y="107"/>
                                    <a:pt x="36" y="107"/>
                                    <a:pt x="36" y="107"/>
                                  </a:cubicBezTo>
                                  <a:cubicBezTo>
                                    <a:pt x="36" y="107"/>
                                    <a:pt x="37" y="107"/>
                                    <a:pt x="37" y="107"/>
                                  </a:cubicBezTo>
                                  <a:close/>
                                  <a:moveTo>
                                    <a:pt x="28" y="106"/>
                                  </a:move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lose/>
                                  <a:moveTo>
                                    <a:pt x="30" y="110"/>
                                  </a:move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0"/>
                                    <a:pt x="30" y="110"/>
                                  </a:cubicBezTo>
                                  <a:close/>
                                  <a:moveTo>
                                    <a:pt x="30" y="111"/>
                                  </a:move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29" y="111"/>
                                    <a:pt x="29" y="111"/>
                                  </a:cubicBezTo>
                                  <a:cubicBezTo>
                                    <a:pt x="29" y="111"/>
                                    <a:pt x="29" y="111"/>
                                    <a:pt x="29" y="111"/>
                                  </a:cubicBezTo>
                                  <a:cubicBezTo>
                                    <a:pt x="29" y="111"/>
                                    <a:pt x="30" y="111"/>
                                    <a:pt x="30" y="111"/>
                                  </a:cubicBezTo>
                                  <a:close/>
                                  <a:moveTo>
                                    <a:pt x="29" y="112"/>
                                  </a:move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1"/>
                                    <a:pt x="30" y="112"/>
                                    <a:pt x="29" y="112"/>
                                  </a:cubicBezTo>
                                  <a:close/>
                                  <a:moveTo>
                                    <a:pt x="36" y="108"/>
                                  </a:moveTo>
                                  <a:cubicBezTo>
                                    <a:pt x="37" y="108"/>
                                    <a:pt x="37" y="108"/>
                                    <a:pt x="37" y="108"/>
                                  </a:cubicBezTo>
                                  <a:cubicBezTo>
                                    <a:pt x="37" y="108"/>
                                    <a:pt x="37" y="108"/>
                                    <a:pt x="36" y="108"/>
                                  </a:cubicBezTo>
                                  <a:close/>
                                  <a:moveTo>
                                    <a:pt x="60" y="78"/>
                                  </a:moveTo>
                                  <a:cubicBezTo>
                                    <a:pt x="60" y="78"/>
                                    <a:pt x="60" y="78"/>
                                    <a:pt x="61" y="78"/>
                                  </a:cubicBezTo>
                                  <a:cubicBezTo>
                                    <a:pt x="60" y="78"/>
                                    <a:pt x="60" y="77"/>
                                    <a:pt x="60" y="77"/>
                                  </a:cubicBezTo>
                                  <a:cubicBezTo>
                                    <a:pt x="60" y="77"/>
                                    <a:pt x="60" y="76"/>
                                    <a:pt x="59" y="76"/>
                                  </a:cubicBezTo>
                                  <a:cubicBezTo>
                                    <a:pt x="59" y="76"/>
                                    <a:pt x="59" y="76"/>
                                    <a:pt x="59" y="75"/>
                                  </a:cubicBezTo>
                                  <a:cubicBezTo>
                                    <a:pt x="59" y="75"/>
                                    <a:pt x="59" y="75"/>
                                    <a:pt x="59" y="75"/>
                                  </a:cubicBezTo>
                                  <a:cubicBezTo>
                                    <a:pt x="60" y="75"/>
                                    <a:pt x="60" y="75"/>
                                    <a:pt x="60" y="75"/>
                                  </a:cubicBezTo>
                                  <a:cubicBezTo>
                                    <a:pt x="60" y="75"/>
                                    <a:pt x="60" y="74"/>
                                    <a:pt x="60" y="74"/>
                                  </a:cubicBezTo>
                                  <a:cubicBezTo>
                                    <a:pt x="60" y="74"/>
                                    <a:pt x="59" y="74"/>
                                    <a:pt x="59" y="74"/>
                                  </a:cubicBezTo>
                                  <a:cubicBezTo>
                                    <a:pt x="60" y="74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2"/>
                                    <a:pt x="59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1"/>
                                    <a:pt x="58" y="71"/>
                                    <a:pt x="58" y="71"/>
                                  </a:cubicBezTo>
                                  <a:cubicBezTo>
                                    <a:pt x="58" y="70"/>
                                    <a:pt x="58" y="70"/>
                                    <a:pt x="58" y="69"/>
                                  </a:cubicBezTo>
                                  <a:cubicBezTo>
                                    <a:pt x="58" y="69"/>
                                    <a:pt x="58" y="68"/>
                                    <a:pt x="57" y="68"/>
                                  </a:cubicBezTo>
                                  <a:cubicBezTo>
                                    <a:pt x="57" y="68"/>
                                    <a:pt x="57" y="68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5" y="67"/>
                                    <a:pt x="55" y="67"/>
                                    <a:pt x="55" y="68"/>
                                  </a:cubicBezTo>
                                  <a:cubicBezTo>
                                    <a:pt x="55" y="68"/>
                                    <a:pt x="55" y="68"/>
                                    <a:pt x="54" y="68"/>
                                  </a:cubicBezTo>
                                  <a:cubicBezTo>
                                    <a:pt x="54" y="68"/>
                                    <a:pt x="54" y="68"/>
                                    <a:pt x="54" y="68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3" y="67"/>
                                    <a:pt x="53" y="67"/>
                                    <a:pt x="53" y="67"/>
                                  </a:cubicBezTo>
                                  <a:cubicBezTo>
                                    <a:pt x="53" y="67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2" y="66"/>
                                    <a:pt x="52" y="66"/>
                                    <a:pt x="52" y="67"/>
                                  </a:cubicBezTo>
                                  <a:cubicBezTo>
                                    <a:pt x="52" y="67"/>
                                    <a:pt x="53" y="67"/>
                                    <a:pt x="53" y="67"/>
                                  </a:cubicBezTo>
                                  <a:cubicBezTo>
                                    <a:pt x="53" y="67"/>
                                    <a:pt x="53" y="67"/>
                                    <a:pt x="53" y="68"/>
                                  </a:cubicBezTo>
                                  <a:cubicBezTo>
                                    <a:pt x="53" y="68"/>
                                    <a:pt x="53" y="68"/>
                                    <a:pt x="53" y="68"/>
                                  </a:cubicBezTo>
                                  <a:cubicBezTo>
                                    <a:pt x="53" y="68"/>
                                    <a:pt x="53" y="68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70"/>
                                  </a:cubicBezTo>
                                  <a:cubicBezTo>
                                    <a:pt x="53" y="70"/>
                                    <a:pt x="53" y="70"/>
                                    <a:pt x="53" y="70"/>
                                  </a:cubicBezTo>
                                  <a:cubicBezTo>
                                    <a:pt x="53" y="70"/>
                                    <a:pt x="53" y="70"/>
                                    <a:pt x="53" y="70"/>
                                  </a:cubicBezTo>
                                  <a:cubicBezTo>
                                    <a:pt x="53" y="70"/>
                                    <a:pt x="53" y="71"/>
                                    <a:pt x="53" y="71"/>
                                  </a:cubicBezTo>
                                  <a:cubicBezTo>
                                    <a:pt x="53" y="71"/>
                                    <a:pt x="54" y="71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4" y="71"/>
                                  </a:cubicBezTo>
                                  <a:cubicBezTo>
                                    <a:pt x="55" y="70"/>
                                    <a:pt x="55" y="70"/>
                                    <a:pt x="54" y="70"/>
                                  </a:cubicBezTo>
                                  <a:cubicBezTo>
                                    <a:pt x="55" y="70"/>
                                    <a:pt x="55" y="70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2"/>
                                    <a:pt x="56" y="72"/>
                                  </a:cubicBezTo>
                                  <a:cubicBezTo>
                                    <a:pt x="56" y="72"/>
                                    <a:pt x="57" y="72"/>
                                    <a:pt x="56" y="73"/>
                                  </a:cubicBezTo>
                                  <a:cubicBezTo>
                                    <a:pt x="56" y="73"/>
                                    <a:pt x="56" y="73"/>
                                    <a:pt x="56" y="73"/>
                                  </a:cubicBezTo>
                                  <a:cubicBezTo>
                                    <a:pt x="56" y="74"/>
                                    <a:pt x="56" y="74"/>
                                    <a:pt x="56" y="75"/>
                                  </a:cubicBezTo>
                                  <a:cubicBezTo>
                                    <a:pt x="56" y="75"/>
                                    <a:pt x="56" y="75"/>
                                    <a:pt x="56" y="76"/>
                                  </a:cubicBezTo>
                                  <a:cubicBezTo>
                                    <a:pt x="56" y="76"/>
                                    <a:pt x="56" y="76"/>
                                    <a:pt x="56" y="76"/>
                                  </a:cubicBezTo>
                                  <a:cubicBezTo>
                                    <a:pt x="56" y="76"/>
                                    <a:pt x="57" y="76"/>
                                    <a:pt x="57" y="76"/>
                                  </a:cubicBezTo>
                                  <a:cubicBezTo>
                                    <a:pt x="57" y="76"/>
                                    <a:pt x="58" y="77"/>
                                    <a:pt x="58" y="77"/>
                                  </a:cubicBezTo>
                                  <a:cubicBezTo>
                                    <a:pt x="58" y="77"/>
                                    <a:pt x="58" y="77"/>
                                    <a:pt x="58" y="77"/>
                                  </a:cubicBezTo>
                                  <a:cubicBezTo>
                                    <a:pt x="58" y="77"/>
                                    <a:pt x="58" y="77"/>
                                    <a:pt x="58" y="77"/>
                                  </a:cubicBezTo>
                                  <a:cubicBezTo>
                                    <a:pt x="59" y="77"/>
                                    <a:pt x="58" y="77"/>
                                    <a:pt x="58" y="76"/>
                                  </a:cubicBezTo>
                                  <a:cubicBezTo>
                                    <a:pt x="58" y="76"/>
                                    <a:pt x="58" y="75"/>
                                    <a:pt x="58" y="75"/>
                                  </a:cubicBezTo>
                                  <a:cubicBezTo>
                                    <a:pt x="58" y="75"/>
                                    <a:pt x="58" y="74"/>
                                    <a:pt x="58" y="74"/>
                                  </a:cubicBezTo>
                                  <a:cubicBezTo>
                                    <a:pt x="58" y="75"/>
                                    <a:pt x="59" y="75"/>
                                    <a:pt x="59" y="76"/>
                                  </a:cubicBezTo>
                                  <a:cubicBezTo>
                                    <a:pt x="59" y="76"/>
                                    <a:pt x="59" y="77"/>
                                    <a:pt x="60" y="77"/>
                                  </a:cubicBezTo>
                                  <a:cubicBezTo>
                                    <a:pt x="59" y="78"/>
                                    <a:pt x="60" y="78"/>
                                    <a:pt x="60" y="78"/>
                                  </a:cubicBezTo>
                                  <a:close/>
                                  <a:moveTo>
                                    <a:pt x="49" y="83"/>
                                  </a:moveTo>
                                  <a:cubicBezTo>
                                    <a:pt x="49" y="83"/>
                                    <a:pt x="49" y="83"/>
                                    <a:pt x="49" y="83"/>
                                  </a:cubicBezTo>
                                  <a:cubicBezTo>
                                    <a:pt x="49" y="83"/>
                                    <a:pt x="49" y="83"/>
                                    <a:pt x="49" y="83"/>
                                  </a:cubicBezTo>
                                  <a:cubicBezTo>
                                    <a:pt x="49" y="83"/>
                                    <a:pt x="48" y="83"/>
                                    <a:pt x="48" y="83"/>
                                  </a:cubicBezTo>
                                  <a:cubicBezTo>
                                    <a:pt x="48" y="83"/>
                                    <a:pt x="48" y="83"/>
                                    <a:pt x="48" y="84"/>
                                  </a:cubicBezTo>
                                  <a:cubicBezTo>
                                    <a:pt x="48" y="84"/>
                                    <a:pt x="47" y="84"/>
                                    <a:pt x="47" y="84"/>
                                  </a:cubicBezTo>
                                  <a:cubicBezTo>
                                    <a:pt x="47" y="85"/>
                                    <a:pt x="48" y="85"/>
                                    <a:pt x="48" y="84"/>
                                  </a:cubicBezTo>
                                  <a:cubicBezTo>
                                    <a:pt x="48" y="85"/>
                                    <a:pt x="48" y="85"/>
                                    <a:pt x="48" y="85"/>
                                  </a:cubicBezTo>
                                  <a:cubicBezTo>
                                    <a:pt x="48" y="85"/>
                                    <a:pt x="48" y="85"/>
                                    <a:pt x="48" y="85"/>
                                  </a:cubicBezTo>
                                  <a:cubicBezTo>
                                    <a:pt x="48" y="85"/>
                                    <a:pt x="48" y="85"/>
                                    <a:pt x="49" y="85"/>
                                  </a:cubicBezTo>
                                  <a:cubicBezTo>
                                    <a:pt x="49" y="85"/>
                                    <a:pt x="49" y="85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5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3"/>
                                  </a:cubicBezTo>
                                  <a:close/>
                                  <a:moveTo>
                                    <a:pt x="63" y="111"/>
                                  </a:move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ubicBezTo>
                                    <a:pt x="63" y="111"/>
                                    <a:pt x="64" y="111"/>
                                    <a:pt x="63" y="111"/>
                                  </a:cubicBez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lose/>
                                  <a:moveTo>
                                    <a:pt x="64" y="110"/>
                                  </a:moveTo>
                                  <a:cubicBezTo>
                                    <a:pt x="64" y="111"/>
                                    <a:pt x="64" y="111"/>
                                    <a:pt x="64" y="111"/>
                                  </a:cubicBezTo>
                                  <a:cubicBezTo>
                                    <a:pt x="64" y="111"/>
                                    <a:pt x="64" y="110"/>
                                    <a:pt x="64" y="110"/>
                                  </a:cubicBezTo>
                                  <a:cubicBezTo>
                                    <a:pt x="64" y="110"/>
                                    <a:pt x="64" y="110"/>
                                    <a:pt x="64" y="110"/>
                                  </a:cubicBezTo>
                                  <a:close/>
                                  <a:moveTo>
                                    <a:pt x="51" y="62"/>
                                  </a:moveTo>
                                  <a:cubicBezTo>
                                    <a:pt x="51" y="62"/>
                                    <a:pt x="51" y="62"/>
                                    <a:pt x="51" y="62"/>
                                  </a:cubicBezTo>
                                  <a:cubicBezTo>
                                    <a:pt x="51" y="63"/>
                                    <a:pt x="52" y="62"/>
                                    <a:pt x="52" y="62"/>
                                  </a:cubicBezTo>
                                  <a:cubicBezTo>
                                    <a:pt x="52" y="62"/>
                                    <a:pt x="51" y="62"/>
                                    <a:pt x="51" y="62"/>
                                  </a:cubicBezTo>
                                  <a:close/>
                                  <a:moveTo>
                                    <a:pt x="57" y="65"/>
                                  </a:moveTo>
                                  <a:cubicBezTo>
                                    <a:pt x="57" y="65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7" y="65"/>
                                  </a:cubicBezTo>
                                  <a:close/>
                                  <a:moveTo>
                                    <a:pt x="52" y="63"/>
                                  </a:moveTo>
                                  <a:cubicBezTo>
                                    <a:pt x="52" y="63"/>
                                    <a:pt x="52" y="63"/>
                                    <a:pt x="52" y="63"/>
                                  </a:cubicBezTo>
                                  <a:cubicBezTo>
                                    <a:pt x="52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2" y="63"/>
                                    <a:pt x="52" y="63"/>
                                  </a:cubicBezTo>
                                  <a:close/>
                                  <a:moveTo>
                                    <a:pt x="56" y="66"/>
                                  </a:move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lose/>
                                  <a:moveTo>
                                    <a:pt x="53" y="63"/>
                                  </a:move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lose/>
                                  <a:moveTo>
                                    <a:pt x="55" y="65"/>
                                  </a:move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5" y="65"/>
                                  </a:cubicBezTo>
                                  <a:close/>
                                  <a:moveTo>
                                    <a:pt x="35" y="58"/>
                                  </a:move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lose/>
                                  <a:moveTo>
                                    <a:pt x="35" y="57"/>
                                  </a:move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6"/>
                                    <a:pt x="36" y="57"/>
                                    <a:pt x="36" y="56"/>
                                  </a:cubicBezTo>
                                  <a:cubicBezTo>
                                    <a:pt x="36" y="56"/>
                                    <a:pt x="36" y="56"/>
                                    <a:pt x="36" y="56"/>
                                  </a:cubicBezTo>
                                  <a:cubicBezTo>
                                    <a:pt x="36" y="57"/>
                                    <a:pt x="36" y="57"/>
                                    <a:pt x="35" y="57"/>
                                  </a:cubicBezTo>
                                  <a:cubicBezTo>
                                    <a:pt x="35" y="57"/>
                                    <a:pt x="35" y="56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lose/>
                                  <a:moveTo>
                                    <a:pt x="35" y="63"/>
                                  </a:move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lose/>
                                  <a:moveTo>
                                    <a:pt x="36" y="59"/>
                                  </a:move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40" y="60"/>
                                  </a:moveTo>
                                  <a:cubicBezTo>
                                    <a:pt x="40" y="60"/>
                                    <a:pt x="40" y="60"/>
                                    <a:pt x="40" y="60"/>
                                  </a:cubicBezTo>
                                  <a:cubicBezTo>
                                    <a:pt x="40" y="60"/>
                                    <a:pt x="39" y="60"/>
                                    <a:pt x="39" y="60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9" y="61"/>
                                    <a:pt x="39" y="61"/>
                                    <a:pt x="39" y="61"/>
                                  </a:cubicBezTo>
                                  <a:cubicBezTo>
                                    <a:pt x="39" y="61"/>
                                    <a:pt x="40" y="61"/>
                                    <a:pt x="40" y="61"/>
                                  </a:cubicBezTo>
                                  <a:cubicBezTo>
                                    <a:pt x="40" y="61"/>
                                    <a:pt x="40" y="61"/>
                                    <a:pt x="40" y="61"/>
                                  </a:cubicBezTo>
                                  <a:cubicBezTo>
                                    <a:pt x="40" y="61"/>
                                    <a:pt x="40" y="60"/>
                                    <a:pt x="40" y="60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33" y="57"/>
                                  </a:move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59"/>
                                    <a:pt x="38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51" y="55"/>
                                  </a:moveTo>
                                  <a:cubicBezTo>
                                    <a:pt x="51" y="55"/>
                                    <a:pt x="51" y="56"/>
                                    <a:pt x="51" y="56"/>
                                  </a:cubicBezTo>
                                  <a:cubicBezTo>
                                    <a:pt x="51" y="56"/>
                                    <a:pt x="51" y="57"/>
                                    <a:pt x="51" y="57"/>
                                  </a:cubicBezTo>
                                  <a:cubicBezTo>
                                    <a:pt x="51" y="58"/>
                                    <a:pt x="51" y="58"/>
                                    <a:pt x="50" y="59"/>
                                  </a:cubicBezTo>
                                  <a:cubicBezTo>
                                    <a:pt x="50" y="59"/>
                                    <a:pt x="50" y="59"/>
                                    <a:pt x="50" y="59"/>
                                  </a:cubicBezTo>
                                  <a:cubicBezTo>
                                    <a:pt x="49" y="59"/>
                                    <a:pt x="49" y="58"/>
                                    <a:pt x="49" y="58"/>
                                  </a:cubicBezTo>
                                  <a:cubicBezTo>
                                    <a:pt x="49" y="58"/>
                                    <a:pt x="49" y="58"/>
                                    <a:pt x="49" y="58"/>
                                  </a:cubicBezTo>
                                  <a:cubicBezTo>
                                    <a:pt x="49" y="58"/>
                                    <a:pt x="49" y="58"/>
                                    <a:pt x="49" y="57"/>
                                  </a:cubicBezTo>
                                  <a:cubicBezTo>
                                    <a:pt x="48" y="57"/>
                                    <a:pt x="49" y="57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9" y="57"/>
                                    <a:pt x="49" y="56"/>
                                    <a:pt x="49" y="57"/>
                                  </a:cubicBezTo>
                                  <a:cubicBezTo>
                                    <a:pt x="49" y="57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50" y="56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49" y="56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48" y="56"/>
                                  </a:cubicBezTo>
                                  <a:cubicBezTo>
                                    <a:pt x="48" y="56"/>
                                    <a:pt x="48" y="56"/>
                                    <a:pt x="48" y="56"/>
                                  </a:cubicBezTo>
                                  <a:cubicBezTo>
                                    <a:pt x="48" y="56"/>
                                    <a:pt x="48" y="56"/>
                                    <a:pt x="48" y="56"/>
                                  </a:cubicBezTo>
                                  <a:cubicBezTo>
                                    <a:pt x="48" y="57"/>
                                    <a:pt x="48" y="56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7" y="57"/>
                                    <a:pt x="47" y="56"/>
                                    <a:pt x="47" y="56"/>
                                  </a:cubicBezTo>
                                  <a:cubicBezTo>
                                    <a:pt x="47" y="56"/>
                                    <a:pt x="47" y="56"/>
                                    <a:pt x="47" y="56"/>
                                  </a:cubicBezTo>
                                  <a:cubicBezTo>
                                    <a:pt x="47" y="56"/>
                                    <a:pt x="47" y="56"/>
                                    <a:pt x="47" y="56"/>
                                  </a:cubicBezTo>
                                  <a:cubicBezTo>
                                    <a:pt x="46" y="56"/>
                                    <a:pt x="46" y="56"/>
                                    <a:pt x="46" y="56"/>
                                  </a:cubicBezTo>
                                  <a:cubicBezTo>
                                    <a:pt x="46" y="56"/>
                                    <a:pt x="46" y="56"/>
                                    <a:pt x="46" y="56"/>
                                  </a:cubicBezTo>
                                  <a:cubicBezTo>
                                    <a:pt x="45" y="55"/>
                                    <a:pt x="45" y="55"/>
                                    <a:pt x="45" y="56"/>
                                  </a:cubicBezTo>
                                  <a:cubicBezTo>
                                    <a:pt x="45" y="56"/>
                                    <a:pt x="44" y="56"/>
                                    <a:pt x="44" y="55"/>
                                  </a:cubicBezTo>
                                  <a:cubicBezTo>
                                    <a:pt x="44" y="55"/>
                                    <a:pt x="44" y="55"/>
                                    <a:pt x="44" y="55"/>
                                  </a:cubicBezTo>
                                  <a:cubicBezTo>
                                    <a:pt x="44" y="55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3"/>
                                    <a:pt x="44" y="53"/>
                                  </a:cubicBezTo>
                                  <a:cubicBezTo>
                                    <a:pt x="44" y="53"/>
                                    <a:pt x="43" y="52"/>
                                    <a:pt x="43" y="52"/>
                                  </a:cubicBezTo>
                                  <a:cubicBezTo>
                                    <a:pt x="43" y="52"/>
                                    <a:pt x="42" y="52"/>
                                    <a:pt x="42" y="52"/>
                                  </a:cubicBezTo>
                                  <a:cubicBezTo>
                                    <a:pt x="41" y="52"/>
                                    <a:pt x="41" y="52"/>
                                    <a:pt x="41" y="51"/>
                                  </a:cubicBezTo>
                                  <a:cubicBezTo>
                                    <a:pt x="41" y="51"/>
                                    <a:pt x="41" y="51"/>
                                    <a:pt x="41" y="51"/>
                                  </a:cubicBezTo>
                                  <a:cubicBezTo>
                                    <a:pt x="41" y="51"/>
                                    <a:pt x="41" y="51"/>
                                    <a:pt x="41" y="50"/>
                                  </a:cubicBezTo>
                                  <a:cubicBezTo>
                                    <a:pt x="40" y="50"/>
                                    <a:pt x="40" y="50"/>
                                    <a:pt x="40" y="50"/>
                                  </a:cubicBezTo>
                                  <a:cubicBezTo>
                                    <a:pt x="40" y="50"/>
                                    <a:pt x="39" y="50"/>
                                    <a:pt x="39" y="50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8" y="49"/>
                                    <a:pt x="38" y="49"/>
                                    <a:pt x="38" y="49"/>
                                  </a:cubicBezTo>
                                  <a:cubicBezTo>
                                    <a:pt x="38" y="49"/>
                                    <a:pt x="38" y="50"/>
                                    <a:pt x="38" y="50"/>
                                  </a:cubicBezTo>
                                  <a:cubicBezTo>
                                    <a:pt x="39" y="50"/>
                                    <a:pt x="39" y="50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9" y="51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3"/>
                                    <a:pt x="39" y="53"/>
                                  </a:cubicBezTo>
                                  <a:cubicBezTo>
                                    <a:pt x="40" y="53"/>
                                    <a:pt x="40" y="53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9" y="54"/>
                                    <a:pt x="39" y="53"/>
                                  </a:cubicBezTo>
                                  <a:cubicBezTo>
                                    <a:pt x="39" y="53"/>
                                    <a:pt x="39" y="53"/>
                                    <a:pt x="39" y="53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3"/>
                                    <a:pt x="38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7" y="52"/>
                                    <a:pt x="37" y="52"/>
                                    <a:pt x="37" y="52"/>
                                  </a:cubicBezTo>
                                  <a:cubicBezTo>
                                    <a:pt x="37" y="52"/>
                                    <a:pt x="36" y="52"/>
                                    <a:pt x="36" y="51"/>
                                  </a:cubicBezTo>
                                  <a:cubicBezTo>
                                    <a:pt x="36" y="51"/>
                                    <a:pt x="36" y="51"/>
                                    <a:pt x="36" y="51"/>
                                  </a:cubicBezTo>
                                  <a:cubicBezTo>
                                    <a:pt x="36" y="51"/>
                                    <a:pt x="36" y="51"/>
                                    <a:pt x="36" y="51"/>
                                  </a:cubicBezTo>
                                  <a:cubicBezTo>
                                    <a:pt x="36" y="50"/>
                                    <a:pt x="35" y="50"/>
                                    <a:pt x="35" y="50"/>
                                  </a:cubicBezTo>
                                  <a:cubicBezTo>
                                    <a:pt x="35" y="50"/>
                                    <a:pt x="35" y="50"/>
                                    <a:pt x="34" y="50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3" y="50"/>
                                    <a:pt x="33" y="49"/>
                                    <a:pt x="33" y="49"/>
                                  </a:cubicBezTo>
                                  <a:cubicBezTo>
                                    <a:pt x="33" y="49"/>
                                    <a:pt x="33" y="49"/>
                                    <a:pt x="33" y="49"/>
                                  </a:cubicBezTo>
                                  <a:cubicBezTo>
                                    <a:pt x="33" y="49"/>
                                    <a:pt x="33" y="49"/>
                                    <a:pt x="32" y="49"/>
                                  </a:cubicBezTo>
                                  <a:cubicBezTo>
                                    <a:pt x="32" y="50"/>
                                    <a:pt x="32" y="50"/>
                                    <a:pt x="32" y="50"/>
                                  </a:cubicBezTo>
                                  <a:cubicBezTo>
                                    <a:pt x="32" y="50"/>
                                    <a:pt x="31" y="50"/>
                                    <a:pt x="31" y="50"/>
                                  </a:cubicBezTo>
                                  <a:cubicBezTo>
                                    <a:pt x="31" y="50"/>
                                    <a:pt x="31" y="50"/>
                                    <a:pt x="31" y="50"/>
                                  </a:cubicBezTo>
                                  <a:cubicBezTo>
                                    <a:pt x="31" y="50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7" y="51"/>
                                    <a:pt x="27" y="51"/>
                                    <a:pt x="27" y="51"/>
                                  </a:cubicBezTo>
                                  <a:cubicBezTo>
                                    <a:pt x="27" y="51"/>
                                    <a:pt x="27" y="52"/>
                                    <a:pt x="27" y="51"/>
                                  </a:cubicBezTo>
                                  <a:cubicBezTo>
                                    <a:pt x="26" y="51"/>
                                    <a:pt x="26" y="51"/>
                                    <a:pt x="27" y="51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6" y="50"/>
                                    <a:pt x="26" y="50"/>
                                    <a:pt x="25" y="50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50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49"/>
                                    <a:pt x="25" y="49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5" y="48"/>
                                    <a:pt x="25" y="48"/>
                                  </a:cubicBezTo>
                                  <a:cubicBezTo>
                                    <a:pt x="25" y="47"/>
                                    <a:pt x="25" y="47"/>
                                    <a:pt x="25" y="47"/>
                                  </a:cubicBezTo>
                                  <a:cubicBezTo>
                                    <a:pt x="25" y="47"/>
                                    <a:pt x="25" y="47"/>
                                    <a:pt x="25" y="47"/>
                                  </a:cubicBezTo>
                                  <a:cubicBezTo>
                                    <a:pt x="25" y="47"/>
                                    <a:pt x="26" y="47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4"/>
                                  </a:cubicBezTo>
                                  <a:cubicBezTo>
                                    <a:pt x="26" y="44"/>
                                    <a:pt x="26" y="44"/>
                                    <a:pt x="26" y="44"/>
                                  </a:cubicBezTo>
                                  <a:cubicBezTo>
                                    <a:pt x="26" y="44"/>
                                    <a:pt x="26" y="44"/>
                                    <a:pt x="26" y="44"/>
                                  </a:cubicBezTo>
                                  <a:cubicBezTo>
                                    <a:pt x="26" y="44"/>
                                    <a:pt x="26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4" y="44"/>
                                    <a:pt x="24" y="43"/>
                                  </a:cubicBezTo>
                                  <a:cubicBezTo>
                                    <a:pt x="24" y="43"/>
                                    <a:pt x="24" y="43"/>
                                    <a:pt x="24" y="43"/>
                                  </a:cubicBezTo>
                                  <a:cubicBezTo>
                                    <a:pt x="24" y="43"/>
                                    <a:pt x="24" y="43"/>
                                    <a:pt x="24" y="43"/>
                                  </a:cubicBezTo>
                                  <a:cubicBezTo>
                                    <a:pt x="24" y="44"/>
                                    <a:pt x="24" y="44"/>
                                    <a:pt x="24" y="44"/>
                                  </a:cubicBezTo>
                                  <a:cubicBezTo>
                                    <a:pt x="24" y="45"/>
                                    <a:pt x="24" y="45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2" y="45"/>
                                    <a:pt x="22" y="45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3"/>
                                  </a:cubicBezTo>
                                  <a:cubicBezTo>
                                    <a:pt x="22" y="43"/>
                                    <a:pt x="22" y="43"/>
                                    <a:pt x="21" y="43"/>
                                  </a:cubicBezTo>
                                  <a:cubicBezTo>
                                    <a:pt x="21" y="43"/>
                                    <a:pt x="21" y="43"/>
                                    <a:pt x="21" y="43"/>
                                  </a:cubicBezTo>
                                  <a:cubicBezTo>
                                    <a:pt x="21" y="43"/>
                                    <a:pt x="21" y="44"/>
                                    <a:pt x="21" y="44"/>
                                  </a:cubicBezTo>
                                  <a:cubicBezTo>
                                    <a:pt x="21" y="44"/>
                                    <a:pt x="21" y="44"/>
                                    <a:pt x="21" y="44"/>
                                  </a:cubicBezTo>
                                  <a:cubicBezTo>
                                    <a:pt x="21" y="44"/>
                                    <a:pt x="20" y="44"/>
                                    <a:pt x="20" y="43"/>
                                  </a:cubicBezTo>
                                  <a:cubicBezTo>
                                    <a:pt x="20" y="43"/>
                                    <a:pt x="20" y="43"/>
                                    <a:pt x="20" y="43"/>
                                  </a:cubicBezTo>
                                  <a:cubicBezTo>
                                    <a:pt x="20" y="43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1"/>
                                  </a:cubicBezTo>
                                  <a:cubicBezTo>
                                    <a:pt x="20" y="41"/>
                                    <a:pt x="20" y="41"/>
                                    <a:pt x="20" y="40"/>
                                  </a:cubicBezTo>
                                  <a:cubicBezTo>
                                    <a:pt x="20" y="40"/>
                                    <a:pt x="20" y="40"/>
                                    <a:pt x="20" y="40"/>
                                  </a:cubicBezTo>
                                  <a:cubicBezTo>
                                    <a:pt x="19" y="40"/>
                                    <a:pt x="19" y="40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9" y="38"/>
                                    <a:pt x="19" y="38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8" y="37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4"/>
                                    <a:pt x="18" y="34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1" y="30"/>
                                    <a:pt x="22" y="30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1" y="29"/>
                                    <a:pt x="21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7"/>
                                  </a:cubicBezTo>
                                  <a:cubicBezTo>
                                    <a:pt x="22" y="27"/>
                                    <a:pt x="22" y="27"/>
                                    <a:pt x="22" y="27"/>
                                  </a:cubicBezTo>
                                  <a:cubicBezTo>
                                    <a:pt x="22" y="27"/>
                                    <a:pt x="22" y="27"/>
                                    <a:pt x="22" y="27"/>
                                  </a:cubicBezTo>
                                  <a:cubicBezTo>
                                    <a:pt x="22" y="26"/>
                                    <a:pt x="22" y="26"/>
                                    <a:pt x="22" y="26"/>
                                  </a:cubicBezTo>
                                  <a:cubicBezTo>
                                    <a:pt x="22" y="26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3"/>
                                    <a:pt x="21" y="23"/>
                                  </a:cubicBezTo>
                                  <a:cubicBezTo>
                                    <a:pt x="21" y="23"/>
                                    <a:pt x="21" y="23"/>
                                    <a:pt x="21" y="23"/>
                                  </a:cubicBezTo>
                                  <a:cubicBezTo>
                                    <a:pt x="21" y="22"/>
                                    <a:pt x="22" y="22"/>
                                    <a:pt x="22" y="22"/>
                                  </a:cubicBezTo>
                                  <a:cubicBezTo>
                                    <a:pt x="22" y="22"/>
                                    <a:pt x="22" y="22"/>
                                    <a:pt x="22" y="22"/>
                                  </a:cubicBezTo>
                                  <a:cubicBezTo>
                                    <a:pt x="22" y="22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19"/>
                                    <a:pt x="22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2" y="18"/>
                                    <a:pt x="23" y="18"/>
                                    <a:pt x="23" y="18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5"/>
                                    <a:pt x="25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8" y="16"/>
                                    <a:pt x="28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30" y="17"/>
                                    <a:pt x="30" y="17"/>
                                    <a:pt x="30" y="17"/>
                                  </a:cubicBezTo>
                                  <a:cubicBezTo>
                                    <a:pt x="30" y="17"/>
                                    <a:pt x="30" y="17"/>
                                    <a:pt x="30" y="17"/>
                                  </a:cubicBezTo>
                                  <a:cubicBezTo>
                                    <a:pt x="31" y="17"/>
                                    <a:pt x="32" y="17"/>
                                    <a:pt x="32" y="17"/>
                                  </a:cubicBezTo>
                                  <a:cubicBezTo>
                                    <a:pt x="32" y="17"/>
                                    <a:pt x="32" y="17"/>
                                    <a:pt x="32" y="17"/>
                                  </a:cubicBezTo>
                                  <a:cubicBezTo>
                                    <a:pt x="32" y="17"/>
                                    <a:pt x="33" y="17"/>
                                    <a:pt x="33" y="17"/>
                                  </a:cubicBezTo>
                                  <a:cubicBezTo>
                                    <a:pt x="33" y="17"/>
                                    <a:pt x="33" y="17"/>
                                    <a:pt x="33" y="17"/>
                                  </a:cubicBezTo>
                                  <a:cubicBezTo>
                                    <a:pt x="33" y="17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6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5" y="16"/>
                                    <a:pt x="35" y="16"/>
                                    <a:pt x="35" y="16"/>
                                  </a:cubicBezTo>
                                  <a:cubicBezTo>
                                    <a:pt x="35" y="17"/>
                                    <a:pt x="35" y="17"/>
                                    <a:pt x="35" y="17"/>
                                  </a:cubicBezTo>
                                  <a:cubicBezTo>
                                    <a:pt x="35" y="18"/>
                                    <a:pt x="35" y="18"/>
                                    <a:pt x="34" y="18"/>
                                  </a:cubicBezTo>
                                  <a:cubicBezTo>
                                    <a:pt x="34" y="18"/>
                                    <a:pt x="34" y="19"/>
                                    <a:pt x="34" y="19"/>
                                  </a:cubicBezTo>
                                  <a:cubicBezTo>
                                    <a:pt x="34" y="19"/>
                                    <a:pt x="34" y="20"/>
                                    <a:pt x="34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2"/>
                                    <a:pt x="34" y="22"/>
                                  </a:cubicBezTo>
                                  <a:cubicBezTo>
                                    <a:pt x="34" y="22"/>
                                    <a:pt x="34" y="22"/>
                                    <a:pt x="34" y="23"/>
                                  </a:cubicBezTo>
                                  <a:cubicBezTo>
                                    <a:pt x="35" y="23"/>
                                    <a:pt x="35" y="23"/>
                                    <a:pt x="35" y="24"/>
                                  </a:cubicBezTo>
                                  <a:cubicBezTo>
                                    <a:pt x="35" y="24"/>
                                    <a:pt x="35" y="24"/>
                                    <a:pt x="36" y="24"/>
                                  </a:cubicBezTo>
                                  <a:cubicBezTo>
                                    <a:pt x="36" y="24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6" y="24"/>
                                    <a:pt x="36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6"/>
                                    <a:pt x="37" y="26"/>
                                    <a:pt x="37" y="25"/>
                                  </a:cubicBezTo>
                                  <a:cubicBezTo>
                                    <a:pt x="37" y="25"/>
                                    <a:pt x="37" y="26"/>
                                    <a:pt x="37" y="26"/>
                                  </a:cubicBezTo>
                                  <a:cubicBezTo>
                                    <a:pt x="37" y="26"/>
                                    <a:pt x="37" y="26"/>
                                    <a:pt x="37" y="26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7"/>
                                    <a:pt x="37" y="28"/>
                                    <a:pt x="37" y="28"/>
                                  </a:cubicBezTo>
                                  <a:cubicBezTo>
                                    <a:pt x="36" y="28"/>
                                    <a:pt x="37" y="28"/>
                                    <a:pt x="36" y="28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6" y="29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6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4" y="33"/>
                                    <a:pt x="34" y="33"/>
                                    <a:pt x="34" y="34"/>
                                  </a:cubicBezTo>
                                  <a:cubicBezTo>
                                    <a:pt x="34" y="34"/>
                                    <a:pt x="34" y="34"/>
                                    <a:pt x="34" y="34"/>
                                  </a:cubicBezTo>
                                  <a:cubicBezTo>
                                    <a:pt x="34" y="34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2"/>
                                  </a:cubicBezTo>
                                  <a:cubicBezTo>
                                    <a:pt x="35" y="32"/>
                                    <a:pt x="35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2" y="33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1" y="34"/>
                                  </a:cubicBezTo>
                                  <a:cubicBezTo>
                                    <a:pt x="31" y="34"/>
                                    <a:pt x="31" y="34"/>
                                    <a:pt x="31" y="34"/>
                                  </a:cubicBezTo>
                                  <a:cubicBezTo>
                                    <a:pt x="31" y="34"/>
                                    <a:pt x="31" y="35"/>
                                    <a:pt x="31" y="35"/>
                                  </a:cubicBezTo>
                                  <a:cubicBezTo>
                                    <a:pt x="30" y="35"/>
                                    <a:pt x="31" y="35"/>
                                    <a:pt x="31" y="36"/>
                                  </a:cubicBezTo>
                                  <a:cubicBezTo>
                                    <a:pt x="31" y="36"/>
                                    <a:pt x="31" y="36"/>
                                    <a:pt x="31" y="36"/>
                                  </a:cubicBezTo>
                                  <a:cubicBezTo>
                                    <a:pt x="31" y="36"/>
                                    <a:pt x="32" y="36"/>
                                    <a:pt x="31" y="36"/>
                                  </a:cubicBezTo>
                                  <a:cubicBezTo>
                                    <a:pt x="31" y="37"/>
                                    <a:pt x="31" y="37"/>
                                    <a:pt x="31" y="37"/>
                                  </a:cubicBezTo>
                                  <a:cubicBezTo>
                                    <a:pt x="31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9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1" y="42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1" y="43"/>
                                    <a:pt x="31" y="43"/>
                                  </a:cubicBezTo>
                                  <a:cubicBezTo>
                                    <a:pt x="32" y="43"/>
                                    <a:pt x="32" y="43"/>
                                    <a:pt x="32" y="43"/>
                                  </a:cubicBezTo>
                                  <a:cubicBezTo>
                                    <a:pt x="32" y="43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5"/>
                                    <a:pt x="32" y="45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2" y="46"/>
                                    <a:pt x="32" y="46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8"/>
                                    <a:pt x="33" y="48"/>
                                    <a:pt x="33" y="48"/>
                                  </a:cubicBezTo>
                                  <a:cubicBezTo>
                                    <a:pt x="33" y="48"/>
                                    <a:pt x="34" y="49"/>
                                    <a:pt x="34" y="49"/>
                                  </a:cubicBezTo>
                                  <a:cubicBezTo>
                                    <a:pt x="35" y="49"/>
                                    <a:pt x="35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7" y="49"/>
                                  </a:cubicBezTo>
                                  <a:cubicBezTo>
                                    <a:pt x="37" y="49"/>
                                    <a:pt x="37" y="49"/>
                                    <a:pt x="37" y="49"/>
                                  </a:cubicBezTo>
                                  <a:cubicBezTo>
                                    <a:pt x="37" y="49"/>
                                    <a:pt x="37" y="48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7" y="47"/>
                                    <a:pt x="36" y="47"/>
                                    <a:pt x="36" y="47"/>
                                  </a:cubicBezTo>
                                  <a:cubicBezTo>
                                    <a:pt x="37" y="47"/>
                                    <a:pt x="36" y="48"/>
                                    <a:pt x="37" y="48"/>
                                  </a:cubicBezTo>
                                  <a:cubicBezTo>
                                    <a:pt x="37" y="48"/>
                                    <a:pt x="37" y="48"/>
                                    <a:pt x="37" y="48"/>
                                  </a:cubicBezTo>
                                  <a:cubicBezTo>
                                    <a:pt x="37" y="48"/>
                                    <a:pt x="37" y="48"/>
                                    <a:pt x="37" y="48"/>
                                  </a:cubicBezTo>
                                  <a:cubicBezTo>
                                    <a:pt x="37" y="47"/>
                                    <a:pt x="37" y="47"/>
                                    <a:pt x="37" y="47"/>
                                  </a:cubicBezTo>
                                  <a:cubicBezTo>
                                    <a:pt x="37" y="47"/>
                                    <a:pt x="37" y="47"/>
                                    <a:pt x="37" y="46"/>
                                  </a:cubicBezTo>
                                  <a:cubicBezTo>
                                    <a:pt x="38" y="46"/>
                                    <a:pt x="38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7"/>
                                    <a:pt x="41" y="46"/>
                                    <a:pt x="41" y="47"/>
                                  </a:cubicBezTo>
                                  <a:cubicBezTo>
                                    <a:pt x="41" y="47"/>
                                    <a:pt x="41" y="47"/>
                                    <a:pt x="42" y="47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3" y="49"/>
                                    <a:pt x="43" y="49"/>
                                    <a:pt x="43" y="49"/>
                                  </a:cubicBezTo>
                                  <a:cubicBezTo>
                                    <a:pt x="43" y="49"/>
                                    <a:pt x="43" y="49"/>
                                    <a:pt x="42" y="49"/>
                                  </a:cubicBezTo>
                                  <a:cubicBezTo>
                                    <a:pt x="42" y="49"/>
                                    <a:pt x="42" y="50"/>
                                    <a:pt x="42" y="50"/>
                                  </a:cubicBezTo>
                                  <a:cubicBezTo>
                                    <a:pt x="42" y="50"/>
                                    <a:pt x="42" y="50"/>
                                    <a:pt x="43" y="50"/>
                                  </a:cubicBezTo>
                                  <a:cubicBezTo>
                                    <a:pt x="43" y="50"/>
                                    <a:pt x="43" y="50"/>
                                    <a:pt x="43" y="50"/>
                                  </a:cubicBezTo>
                                  <a:cubicBezTo>
                                    <a:pt x="43" y="50"/>
                                    <a:pt x="43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8"/>
                                  </a:cubicBezTo>
                                  <a:cubicBezTo>
                                    <a:pt x="43" y="48"/>
                                    <a:pt x="43" y="48"/>
                                    <a:pt x="43" y="48"/>
                                  </a:cubicBezTo>
                                  <a:cubicBezTo>
                                    <a:pt x="43" y="48"/>
                                    <a:pt x="44" y="48"/>
                                    <a:pt x="44" y="48"/>
                                  </a:cubicBezTo>
                                  <a:cubicBezTo>
                                    <a:pt x="44" y="48"/>
                                    <a:pt x="44" y="48"/>
                                    <a:pt x="44" y="48"/>
                                  </a:cubicBezTo>
                                  <a:cubicBezTo>
                                    <a:pt x="44" y="48"/>
                                    <a:pt x="44" y="48"/>
                                    <a:pt x="45" y="48"/>
                                  </a:cubicBezTo>
                                  <a:cubicBezTo>
                                    <a:pt x="45" y="48"/>
                                    <a:pt x="45" y="48"/>
                                    <a:pt x="45" y="48"/>
                                  </a:cubicBezTo>
                                  <a:cubicBezTo>
                                    <a:pt x="45" y="48"/>
                                    <a:pt x="45" y="48"/>
                                    <a:pt x="45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8"/>
                                    <a:pt x="46" y="49"/>
                                    <a:pt x="46" y="49"/>
                                  </a:cubicBezTo>
                                  <a:cubicBezTo>
                                    <a:pt x="46" y="49"/>
                                    <a:pt x="47" y="49"/>
                                    <a:pt x="47" y="49"/>
                                  </a:cubicBezTo>
                                  <a:cubicBezTo>
                                    <a:pt x="47" y="49"/>
                                    <a:pt x="47" y="49"/>
                                    <a:pt x="47" y="49"/>
                                  </a:cubicBezTo>
                                  <a:cubicBezTo>
                                    <a:pt x="47" y="49"/>
                                    <a:pt x="47" y="49"/>
                                    <a:pt x="48" y="49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48" y="49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8" y="50"/>
                                    <a:pt x="47" y="50"/>
                                  </a:cubicBezTo>
                                  <a:cubicBezTo>
                                    <a:pt x="47" y="50"/>
                                    <a:pt x="47" y="50"/>
                                    <a:pt x="46" y="50"/>
                                  </a:cubicBezTo>
                                  <a:cubicBezTo>
                                    <a:pt x="46" y="51"/>
                                    <a:pt x="46" y="51"/>
                                    <a:pt x="46" y="51"/>
                                  </a:cubicBezTo>
                                  <a:cubicBezTo>
                                    <a:pt x="46" y="51"/>
                                    <a:pt x="46" y="51"/>
                                    <a:pt x="46" y="52"/>
                                  </a:cubicBezTo>
                                  <a:cubicBezTo>
                                    <a:pt x="46" y="52"/>
                                    <a:pt x="46" y="52"/>
                                    <a:pt x="47" y="52"/>
                                  </a:cubicBezTo>
                                  <a:cubicBezTo>
                                    <a:pt x="47" y="52"/>
                                    <a:pt x="47" y="52"/>
                                    <a:pt x="47" y="52"/>
                                  </a:cubicBezTo>
                                  <a:cubicBezTo>
                                    <a:pt x="47" y="52"/>
                                    <a:pt x="47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9" y="53"/>
                                    <a:pt x="49" y="53"/>
                                  </a:cubicBezTo>
                                  <a:cubicBezTo>
                                    <a:pt x="49" y="53"/>
                                    <a:pt x="49" y="53"/>
                                    <a:pt x="49" y="54"/>
                                  </a:cubicBezTo>
                                  <a:cubicBezTo>
                                    <a:pt x="49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4"/>
                                    <a:pt x="49" y="54"/>
                                    <a:pt x="49" y="54"/>
                                  </a:cubicBezTo>
                                  <a:cubicBezTo>
                                    <a:pt x="49" y="55"/>
                                    <a:pt x="49" y="55"/>
                                    <a:pt x="49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lose/>
                                  <a:moveTo>
                                    <a:pt x="27" y="40"/>
                                  </a:move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lose/>
                                  <a:moveTo>
                                    <a:pt x="40" y="49"/>
                                  </a:moveTo>
                                  <a:cubicBezTo>
                                    <a:pt x="40" y="49"/>
                                    <a:pt x="40" y="48"/>
                                    <a:pt x="40" y="48"/>
                                  </a:cubicBezTo>
                                  <a:cubicBezTo>
                                    <a:pt x="40" y="48"/>
                                    <a:pt x="40" y="49"/>
                                    <a:pt x="40" y="49"/>
                                  </a:cubicBezTo>
                                  <a:close/>
                                  <a:moveTo>
                                    <a:pt x="39" y="52"/>
                                  </a:move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lose/>
                                  <a:moveTo>
                                    <a:pt x="36" y="43"/>
                                  </a:move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2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3"/>
                                  </a:cubicBezTo>
                                  <a:cubicBezTo>
                                    <a:pt x="35" y="43"/>
                                    <a:pt x="35" y="43"/>
                                    <a:pt x="35" y="43"/>
                                  </a:cubicBezTo>
                                  <a:cubicBezTo>
                                    <a:pt x="35" y="43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lose/>
                                  <a:moveTo>
                                    <a:pt x="34" y="42"/>
                                  </a:moveTo>
                                  <a:cubicBezTo>
                                    <a:pt x="34" y="43"/>
                                    <a:pt x="34" y="43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lose/>
                                  <a:moveTo>
                                    <a:pt x="35" y="48"/>
                                  </a:moveTo>
                                  <a:cubicBezTo>
                                    <a:pt x="35" y="48"/>
                                    <a:pt x="35" y="48"/>
                                    <a:pt x="35" y="48"/>
                                  </a:cubicBezTo>
                                  <a:cubicBezTo>
                                    <a:pt x="35" y="48"/>
                                    <a:pt x="35" y="48"/>
                                    <a:pt x="35" y="49"/>
                                  </a:cubicBezTo>
                                  <a:cubicBezTo>
                                    <a:pt x="35" y="49"/>
                                    <a:pt x="36" y="49"/>
                                    <a:pt x="36" y="49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5" y="48"/>
                                    <a:pt x="35" y="48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8"/>
                                    <a:pt x="34" y="48"/>
                                    <a:pt x="35" y="48"/>
                                  </a:cubicBezTo>
                                  <a:close/>
                                  <a:moveTo>
                                    <a:pt x="37" y="43"/>
                                  </a:moveTo>
                                  <a:cubicBezTo>
                                    <a:pt x="37" y="43"/>
                                    <a:pt x="37" y="43"/>
                                    <a:pt x="37" y="43"/>
                                  </a:cubicBezTo>
                                  <a:cubicBezTo>
                                    <a:pt x="37" y="44"/>
                                    <a:pt x="36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3"/>
                                    <a:pt x="37" y="43"/>
                                    <a:pt x="37" y="43"/>
                                  </a:cubicBezTo>
                                  <a:close/>
                                  <a:moveTo>
                                    <a:pt x="33" y="47"/>
                                  </a:move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lose/>
                                  <a:moveTo>
                                    <a:pt x="33" y="42"/>
                                  </a:moveTo>
                                  <a:cubicBezTo>
                                    <a:pt x="33" y="43"/>
                                    <a:pt x="33" y="43"/>
                                    <a:pt x="34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5" y="43"/>
                                    <a:pt x="35" y="43"/>
                                    <a:pt x="34" y="43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4" y="41"/>
                                    <a:pt x="35" y="41"/>
                                  </a:cubicBezTo>
                                  <a:cubicBezTo>
                                    <a:pt x="34" y="41"/>
                                    <a:pt x="34" y="41"/>
                                    <a:pt x="33" y="41"/>
                                  </a:cubicBezTo>
                                  <a:cubicBezTo>
                                    <a:pt x="33" y="41"/>
                                    <a:pt x="33" y="41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lose/>
                                  <a:moveTo>
                                    <a:pt x="19" y="32"/>
                                  </a:move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lose/>
                                  <a:moveTo>
                                    <a:pt x="19" y="32"/>
                                  </a:move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20" y="33"/>
                                    <a:pt x="19" y="33"/>
                                    <a:pt x="19" y="33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lose/>
                                  <a:moveTo>
                                    <a:pt x="19" y="75"/>
                                  </a:moveTo>
                                  <a:cubicBezTo>
                                    <a:pt x="19" y="75"/>
                                    <a:pt x="19" y="75"/>
                                    <a:pt x="19" y="75"/>
                                  </a:cubicBezTo>
                                  <a:cubicBezTo>
                                    <a:pt x="19" y="74"/>
                                    <a:pt x="19" y="75"/>
                                    <a:pt x="18" y="75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18" y="74"/>
                                    <a:pt x="18" y="74"/>
                                    <a:pt x="18" y="73"/>
                                  </a:cubicBezTo>
                                  <a:cubicBezTo>
                                    <a:pt x="18" y="73"/>
                                    <a:pt x="18" y="74"/>
                                    <a:pt x="18" y="73"/>
                                  </a:cubicBezTo>
                                  <a:cubicBezTo>
                                    <a:pt x="17" y="73"/>
                                    <a:pt x="18" y="73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1"/>
                                    <a:pt x="18" y="72"/>
                                  </a:cubicBezTo>
                                  <a:cubicBezTo>
                                    <a:pt x="18" y="72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0"/>
                                    <a:pt x="18" y="70"/>
                                  </a:cubicBezTo>
                                  <a:cubicBezTo>
                                    <a:pt x="18" y="70"/>
                                    <a:pt x="17" y="70"/>
                                    <a:pt x="17" y="69"/>
                                  </a:cubicBezTo>
                                  <a:cubicBezTo>
                                    <a:pt x="18" y="69"/>
                                    <a:pt x="17" y="69"/>
                                    <a:pt x="17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7" y="70"/>
                                    <a:pt x="17" y="70"/>
                                    <a:pt x="17" y="70"/>
                                  </a:cubicBezTo>
                                  <a:cubicBezTo>
                                    <a:pt x="17" y="70"/>
                                    <a:pt x="17" y="70"/>
                                    <a:pt x="17" y="70"/>
                                  </a:cubicBez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7" y="73"/>
                                    <a:pt x="17" y="73"/>
                                  </a:cubicBezTo>
                                  <a:cubicBezTo>
                                    <a:pt x="17" y="73"/>
                                    <a:pt x="17" y="73"/>
                                    <a:pt x="17" y="73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6" y="74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5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4"/>
                                    <a:pt x="16" y="74"/>
                                    <a:pt x="16" y="74"/>
                                  </a:cubicBezTo>
                                  <a:cubicBezTo>
                                    <a:pt x="16" y="74"/>
                                    <a:pt x="17" y="74"/>
                                    <a:pt x="16" y="74"/>
                                  </a:cubicBezTo>
                                  <a:cubicBezTo>
                                    <a:pt x="16" y="75"/>
                                    <a:pt x="16" y="75"/>
                                    <a:pt x="16" y="76"/>
                                  </a:cubicBezTo>
                                  <a:cubicBezTo>
                                    <a:pt x="16" y="76"/>
                                    <a:pt x="15" y="76"/>
                                    <a:pt x="15" y="77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5" y="77"/>
                                    <a:pt x="15" y="76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ubicBezTo>
                                    <a:pt x="15" y="77"/>
                                    <a:pt x="15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3" y="78"/>
                                    <a:pt x="13" y="78"/>
                                    <a:pt x="13" y="78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80"/>
                                  </a:cubicBezTo>
                                  <a:cubicBezTo>
                                    <a:pt x="13" y="80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2" y="79"/>
                                    <a:pt x="12" y="79"/>
                                    <a:pt x="12" y="79"/>
                                  </a:cubicBezTo>
                                  <a:cubicBezTo>
                                    <a:pt x="12" y="80"/>
                                    <a:pt x="12" y="80"/>
                                    <a:pt x="12" y="81"/>
                                  </a:cubicBezTo>
                                  <a:cubicBezTo>
                                    <a:pt x="11" y="81"/>
                                    <a:pt x="11" y="81"/>
                                    <a:pt x="11" y="81"/>
                                  </a:cubicBezTo>
                                  <a:cubicBezTo>
                                    <a:pt x="11" y="82"/>
                                    <a:pt x="10" y="82"/>
                                    <a:pt x="10" y="82"/>
                                  </a:cubicBezTo>
                                  <a:cubicBezTo>
                                    <a:pt x="10" y="83"/>
                                    <a:pt x="10" y="83"/>
                                    <a:pt x="9" y="83"/>
                                  </a:cubicBezTo>
                                  <a:cubicBezTo>
                                    <a:pt x="9" y="84"/>
                                    <a:pt x="9" y="84"/>
                                    <a:pt x="8" y="85"/>
                                  </a:cubicBezTo>
                                  <a:cubicBezTo>
                                    <a:pt x="8" y="85"/>
                                    <a:pt x="8" y="85"/>
                                    <a:pt x="7" y="86"/>
                                  </a:cubicBezTo>
                                  <a:cubicBezTo>
                                    <a:pt x="7" y="86"/>
                                    <a:pt x="7" y="86"/>
                                    <a:pt x="7" y="86"/>
                                  </a:cubicBezTo>
                                  <a:cubicBezTo>
                                    <a:pt x="7" y="86"/>
                                    <a:pt x="7" y="86"/>
                                    <a:pt x="7" y="86"/>
                                  </a:cubicBezTo>
                                  <a:cubicBezTo>
                                    <a:pt x="7" y="86"/>
                                    <a:pt x="6" y="86"/>
                                    <a:pt x="6" y="86"/>
                                  </a:cubicBezTo>
                                  <a:cubicBezTo>
                                    <a:pt x="6" y="86"/>
                                    <a:pt x="6" y="86"/>
                                    <a:pt x="6" y="86"/>
                                  </a:cubicBezTo>
                                  <a:cubicBezTo>
                                    <a:pt x="6" y="86"/>
                                    <a:pt x="6" y="87"/>
                                    <a:pt x="5" y="87"/>
                                  </a:cubicBezTo>
                                  <a:cubicBezTo>
                                    <a:pt x="5" y="87"/>
                                    <a:pt x="5" y="87"/>
                                    <a:pt x="5" y="87"/>
                                  </a:cubicBezTo>
                                  <a:cubicBezTo>
                                    <a:pt x="5" y="87"/>
                                    <a:pt x="5" y="88"/>
                                    <a:pt x="4" y="88"/>
                                  </a:cubicBezTo>
                                  <a:cubicBezTo>
                                    <a:pt x="4" y="88"/>
                                    <a:pt x="4" y="88"/>
                                    <a:pt x="4" y="88"/>
                                  </a:cubicBezTo>
                                  <a:cubicBezTo>
                                    <a:pt x="4" y="88"/>
                                    <a:pt x="4" y="89"/>
                                    <a:pt x="4" y="89"/>
                                  </a:cubicBezTo>
                                  <a:cubicBezTo>
                                    <a:pt x="3" y="89"/>
                                    <a:pt x="3" y="89"/>
                                    <a:pt x="3" y="89"/>
                                  </a:cubicBezTo>
                                  <a:cubicBezTo>
                                    <a:pt x="3" y="90"/>
                                    <a:pt x="3" y="89"/>
                                    <a:pt x="3" y="90"/>
                                  </a:cubicBezTo>
                                  <a:cubicBezTo>
                                    <a:pt x="3" y="90"/>
                                    <a:pt x="3" y="90"/>
                                    <a:pt x="2" y="90"/>
                                  </a:cubicBezTo>
                                  <a:cubicBezTo>
                                    <a:pt x="2" y="90"/>
                                    <a:pt x="2" y="91"/>
                                    <a:pt x="2" y="91"/>
                                  </a:cubicBezTo>
                                  <a:cubicBezTo>
                                    <a:pt x="2" y="91"/>
                                    <a:pt x="2" y="92"/>
                                    <a:pt x="2" y="92"/>
                                  </a:cubicBezTo>
                                  <a:cubicBezTo>
                                    <a:pt x="2" y="92"/>
                                    <a:pt x="2" y="93"/>
                                    <a:pt x="2" y="93"/>
                                  </a:cubicBezTo>
                                  <a:cubicBezTo>
                                    <a:pt x="2" y="92"/>
                                    <a:pt x="2" y="92"/>
                                    <a:pt x="2" y="92"/>
                                  </a:cubicBezTo>
                                  <a:cubicBezTo>
                                    <a:pt x="2" y="92"/>
                                    <a:pt x="3" y="92"/>
                                    <a:pt x="3" y="92"/>
                                  </a:cubicBezTo>
                                  <a:cubicBezTo>
                                    <a:pt x="3" y="91"/>
                                    <a:pt x="3" y="91"/>
                                    <a:pt x="4" y="91"/>
                                  </a:cubicBezTo>
                                  <a:cubicBezTo>
                                    <a:pt x="4" y="91"/>
                                    <a:pt x="4" y="91"/>
                                    <a:pt x="4" y="91"/>
                                  </a:cubicBezTo>
                                  <a:cubicBezTo>
                                    <a:pt x="4" y="91"/>
                                    <a:pt x="4" y="91"/>
                                    <a:pt x="4" y="91"/>
                                  </a:cubicBezTo>
                                  <a:cubicBezTo>
                                    <a:pt x="4" y="90"/>
                                    <a:pt x="4" y="90"/>
                                    <a:pt x="5" y="90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6" y="90"/>
                                    <a:pt x="6" y="89"/>
                                    <a:pt x="6" y="89"/>
                                  </a:cubicBezTo>
                                  <a:cubicBezTo>
                                    <a:pt x="7" y="89"/>
                                    <a:pt x="8" y="88"/>
                                    <a:pt x="8" y="88"/>
                                  </a:cubicBezTo>
                                  <a:cubicBezTo>
                                    <a:pt x="8" y="88"/>
                                    <a:pt x="8" y="88"/>
                                    <a:pt x="8" y="87"/>
                                  </a:cubicBezTo>
                                  <a:cubicBezTo>
                                    <a:pt x="8" y="87"/>
                                    <a:pt x="8" y="87"/>
                                    <a:pt x="8" y="87"/>
                                  </a:cubicBezTo>
                                  <a:cubicBezTo>
                                    <a:pt x="8" y="86"/>
                                    <a:pt x="9" y="86"/>
                                    <a:pt x="9" y="86"/>
                                  </a:cubicBezTo>
                                  <a:cubicBezTo>
                                    <a:pt x="10" y="86"/>
                                    <a:pt x="10" y="85"/>
                                    <a:pt x="11" y="85"/>
                                  </a:cubicBezTo>
                                  <a:cubicBezTo>
                                    <a:pt x="11" y="85"/>
                                    <a:pt x="11" y="84"/>
                                    <a:pt x="12" y="84"/>
                                  </a:cubicBezTo>
                                  <a:cubicBezTo>
                                    <a:pt x="12" y="84"/>
                                    <a:pt x="12" y="83"/>
                                    <a:pt x="12" y="83"/>
                                  </a:cubicBezTo>
                                  <a:cubicBezTo>
                                    <a:pt x="12" y="83"/>
                                    <a:pt x="12" y="83"/>
                                    <a:pt x="12" y="82"/>
                                  </a:cubicBezTo>
                                  <a:cubicBezTo>
                                    <a:pt x="13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1"/>
                                    <a:pt x="12" y="81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3" y="82"/>
                                    <a:pt x="13" y="82"/>
                                    <a:pt x="13" y="81"/>
                                  </a:cubicBezTo>
                                  <a:cubicBezTo>
                                    <a:pt x="13" y="81"/>
                                    <a:pt x="13" y="81"/>
                                    <a:pt x="13" y="81"/>
                                  </a:cubicBezTo>
                                  <a:cubicBezTo>
                                    <a:pt x="12" y="81"/>
                                    <a:pt x="12" y="81"/>
                                    <a:pt x="12" y="81"/>
                                  </a:cubicBezTo>
                                  <a:cubicBezTo>
                                    <a:pt x="12" y="81"/>
                                    <a:pt x="12" y="81"/>
                                    <a:pt x="12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4" y="80"/>
                                    <a:pt x="15" y="80"/>
                                    <a:pt x="15" y="80"/>
                                  </a:cubicBezTo>
                                  <a:cubicBezTo>
                                    <a:pt x="16" y="80"/>
                                    <a:pt x="16" y="79"/>
                                    <a:pt x="16" y="79"/>
                                  </a:cubicBezTo>
                                  <a:cubicBezTo>
                                    <a:pt x="16" y="79"/>
                                    <a:pt x="16" y="78"/>
                                    <a:pt x="16" y="78"/>
                                  </a:cubicBezTo>
                                  <a:cubicBezTo>
                                    <a:pt x="16" y="78"/>
                                    <a:pt x="16" y="78"/>
                                    <a:pt x="17" y="77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7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6"/>
                                    <a:pt x="19" y="76"/>
                                    <a:pt x="19" y="76"/>
                                  </a:cubicBezTo>
                                  <a:cubicBezTo>
                                    <a:pt x="19" y="76"/>
                                    <a:pt x="20" y="76"/>
                                    <a:pt x="19" y="75"/>
                                  </a:cubicBezTo>
                                  <a:close/>
                                  <a:moveTo>
                                    <a:pt x="23" y="65"/>
                                  </a:moveTo>
                                  <a:cubicBezTo>
                                    <a:pt x="23" y="65"/>
                                    <a:pt x="23" y="65"/>
                                    <a:pt x="22" y="65"/>
                                  </a:cubicBezTo>
                                  <a:cubicBezTo>
                                    <a:pt x="22" y="65"/>
                                    <a:pt x="23" y="65"/>
                                    <a:pt x="23" y="66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lose/>
                                  <a:moveTo>
                                    <a:pt x="3" y="93"/>
                                  </a:move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4"/>
                                    <a:pt x="2" y="94"/>
                                    <a:pt x="2" y="94"/>
                                  </a:cubicBezTo>
                                  <a:cubicBezTo>
                                    <a:pt x="3" y="94"/>
                                    <a:pt x="3" y="94"/>
                                    <a:pt x="3" y="94"/>
                                  </a:cubicBezTo>
                                  <a:cubicBezTo>
                                    <a:pt x="3" y="93"/>
                                    <a:pt x="3" y="93"/>
                                    <a:pt x="3" y="93"/>
                                  </a:cubicBezTo>
                                  <a:cubicBezTo>
                                    <a:pt x="3" y="93"/>
                                    <a:pt x="3" y="93"/>
                                    <a:pt x="3" y="93"/>
                                  </a:cubicBezTo>
                                  <a:close/>
                                  <a:moveTo>
                                    <a:pt x="2" y="93"/>
                                  </a:move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lose/>
                                  <a:moveTo>
                                    <a:pt x="17" y="71"/>
                                  </a:move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0"/>
                                    <a:pt x="16" y="70"/>
                                    <a:pt x="16" y="70"/>
                                  </a:cubicBezTo>
                                  <a:cubicBezTo>
                                    <a:pt x="16" y="70"/>
                                    <a:pt x="16" y="70"/>
                                    <a:pt x="16" y="71"/>
                                  </a:cubicBezTo>
                                  <a:cubicBezTo>
                                    <a:pt x="16" y="71"/>
                                    <a:pt x="16" y="71"/>
                                    <a:pt x="17" y="71"/>
                                  </a:cubicBezTo>
                                  <a:close/>
                                  <a:moveTo>
                                    <a:pt x="23" y="64"/>
                                  </a:move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ubicBezTo>
                                    <a:pt x="23" y="63"/>
                                    <a:pt x="23" y="63"/>
                                    <a:pt x="23" y="63"/>
                                  </a:cubicBezTo>
                                  <a:cubicBezTo>
                                    <a:pt x="22" y="63"/>
                                    <a:pt x="22" y="63"/>
                                    <a:pt x="22" y="63"/>
                                  </a:cubicBezTo>
                                  <a:cubicBezTo>
                                    <a:pt x="22" y="64"/>
                                    <a:pt x="22" y="64"/>
                                    <a:pt x="22" y="63"/>
                                  </a:cubicBezTo>
                                  <a:cubicBezTo>
                                    <a:pt x="22" y="63"/>
                                    <a:pt x="22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2"/>
                                    <a:pt x="21" y="62"/>
                                    <a:pt x="20" y="62"/>
                                  </a:cubicBez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4"/>
                                    <a:pt x="20" y="64"/>
                                    <a:pt x="20" y="64"/>
                                  </a:cubicBezTo>
                                  <a:cubicBezTo>
                                    <a:pt x="21" y="64"/>
                                    <a:pt x="21" y="64"/>
                                    <a:pt x="21" y="64"/>
                                  </a:cubicBezTo>
                                  <a:cubicBezTo>
                                    <a:pt x="21" y="65"/>
                                    <a:pt x="21" y="64"/>
                                    <a:pt x="21" y="64"/>
                                  </a:cubicBezTo>
                                  <a:cubicBezTo>
                                    <a:pt x="21" y="64"/>
                                    <a:pt x="21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2" y="64"/>
                                    <a:pt x="22" y="65"/>
                                    <a:pt x="22" y="65"/>
                                  </a:cubicBezTo>
                                  <a:cubicBezTo>
                                    <a:pt x="23" y="65"/>
                                    <a:pt x="23" y="64"/>
                                    <a:pt x="23" y="64"/>
                                  </a:cubicBezTo>
                                  <a:cubicBezTo>
                                    <a:pt x="23" y="65"/>
                                    <a:pt x="23" y="64"/>
                                    <a:pt x="23" y="64"/>
                                  </a:cubicBez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lose/>
                                  <a:moveTo>
                                    <a:pt x="29" y="73"/>
                                  </a:move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ubicBezTo>
                                    <a:pt x="29" y="73"/>
                                    <a:pt x="29" y="72"/>
                                    <a:pt x="29" y="72"/>
                                  </a:cubicBez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lose/>
                                  <a:moveTo>
                                    <a:pt x="28" y="70"/>
                                  </a:moveTo>
                                  <a:cubicBezTo>
                                    <a:pt x="28" y="70"/>
                                    <a:pt x="28" y="70"/>
                                    <a:pt x="28" y="71"/>
                                  </a:cubicBezTo>
                                  <a:cubicBezTo>
                                    <a:pt x="28" y="71"/>
                                    <a:pt x="28" y="71"/>
                                    <a:pt x="28" y="70"/>
                                  </a:cubicBezTo>
                                  <a:close/>
                                  <a:moveTo>
                                    <a:pt x="22" y="65"/>
                                  </a:move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lose/>
                                  <a:moveTo>
                                    <a:pt x="22" y="66"/>
                                  </a:move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lose/>
                                  <a:moveTo>
                                    <a:pt x="21" y="75"/>
                                  </a:move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0" y="75"/>
                                    <a:pt x="20" y="75"/>
                                    <a:pt x="20" y="75"/>
                                  </a:cubicBezTo>
                                  <a:cubicBezTo>
                                    <a:pt x="20" y="75"/>
                                    <a:pt x="20" y="75"/>
                                    <a:pt x="20" y="75"/>
                                  </a:cubicBezTo>
                                  <a:cubicBezTo>
                                    <a:pt x="20" y="75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1" y="76"/>
                                    <a:pt x="21" y="76"/>
                                    <a:pt x="21" y="75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lose/>
                                  <a:moveTo>
                                    <a:pt x="21" y="65"/>
                                  </a:moveTo>
                                  <a:cubicBezTo>
                                    <a:pt x="21" y="65"/>
                                    <a:pt x="21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0" y="66"/>
                                    <a:pt x="20" y="66"/>
                                    <a:pt x="20" y="66"/>
                                  </a:cubicBezTo>
                                  <a:cubicBezTo>
                                    <a:pt x="20" y="66"/>
                                    <a:pt x="20" y="66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0" y="67"/>
                                    <a:pt x="20" y="67"/>
                                    <a:pt x="21" y="67"/>
                                  </a:cubicBezTo>
                                  <a:cubicBezTo>
                                    <a:pt x="21" y="67"/>
                                    <a:pt x="21" y="67"/>
                                    <a:pt x="21" y="67"/>
                                  </a:cubicBezTo>
                                  <a:cubicBezTo>
                                    <a:pt x="21" y="67"/>
                                    <a:pt x="21" y="67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5"/>
                                  </a:cubicBezTo>
                                  <a:cubicBezTo>
                                    <a:pt x="21" y="65"/>
                                    <a:pt x="21" y="65"/>
                                    <a:pt x="21" y="65"/>
                                  </a:cubicBezTo>
                                  <a:close/>
                                  <a:moveTo>
                                    <a:pt x="15" y="76"/>
                                  </a:moveTo>
                                  <a:cubicBezTo>
                                    <a:pt x="15" y="76"/>
                                    <a:pt x="15" y="76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lose/>
                                  <a:moveTo>
                                    <a:pt x="1" y="94"/>
                                  </a:moveTo>
                                  <a:cubicBezTo>
                                    <a:pt x="2" y="94"/>
                                    <a:pt x="2" y="94"/>
                                    <a:pt x="2" y="94"/>
                                  </a:cubicBezTo>
                                  <a:cubicBezTo>
                                    <a:pt x="2" y="94"/>
                                    <a:pt x="2" y="94"/>
                                    <a:pt x="1" y="94"/>
                                  </a:cubicBezTo>
                                  <a:close/>
                                  <a:moveTo>
                                    <a:pt x="1" y="93"/>
                                  </a:moveTo>
                                  <a:cubicBezTo>
                                    <a:pt x="1" y="93"/>
                                    <a:pt x="1" y="93"/>
                                    <a:pt x="1" y="93"/>
                                  </a:cubicBezTo>
                                  <a:cubicBezTo>
                                    <a:pt x="1" y="93"/>
                                    <a:pt x="1" y="94"/>
                                    <a:pt x="1" y="94"/>
                                  </a:cubicBezTo>
                                  <a:cubicBezTo>
                                    <a:pt x="1" y="94"/>
                                    <a:pt x="1" y="93"/>
                                    <a:pt x="1" y="93"/>
                                  </a:cubicBezTo>
                                  <a:cubicBezTo>
                                    <a:pt x="1" y="93"/>
                                    <a:pt x="1" y="93"/>
                                    <a:pt x="1" y="93"/>
                                  </a:cubicBezTo>
                                  <a:close/>
                                  <a:moveTo>
                                    <a:pt x="19" y="69"/>
                                  </a:moveTo>
                                  <a:cubicBezTo>
                                    <a:pt x="19" y="69"/>
                                    <a:pt x="20" y="69"/>
                                    <a:pt x="20" y="69"/>
                                  </a:cubicBezTo>
                                  <a:cubicBezTo>
                                    <a:pt x="20" y="69"/>
                                    <a:pt x="20" y="69"/>
                                    <a:pt x="20" y="68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0" y="69"/>
                                    <a:pt x="19" y="69"/>
                                    <a:pt x="19" y="69"/>
                                  </a:cubicBezTo>
                                  <a:cubicBezTo>
                                    <a:pt x="19" y="69"/>
                                    <a:pt x="19" y="69"/>
                                    <a:pt x="19" y="69"/>
                                  </a:cubicBezTo>
                                  <a:close/>
                                  <a:moveTo>
                                    <a:pt x="1" y="94"/>
                                  </a:moveTo>
                                  <a:cubicBezTo>
                                    <a:pt x="1" y="94"/>
                                    <a:pt x="1" y="94"/>
                                    <a:pt x="1" y="94"/>
                                  </a:cubicBezTo>
                                  <a:cubicBezTo>
                                    <a:pt x="0" y="94"/>
                                    <a:pt x="0" y="94"/>
                                    <a:pt x="0" y="95"/>
                                  </a:cubicBezTo>
                                  <a:cubicBezTo>
                                    <a:pt x="0" y="95"/>
                                    <a:pt x="0" y="95"/>
                                    <a:pt x="0" y="95"/>
                                  </a:cubicBezTo>
                                  <a:cubicBezTo>
                                    <a:pt x="0" y="95"/>
                                    <a:pt x="0" y="95"/>
                                    <a:pt x="0" y="96"/>
                                  </a:cubicBezTo>
                                  <a:cubicBezTo>
                                    <a:pt x="0" y="96"/>
                                    <a:pt x="0" y="96"/>
                                    <a:pt x="0" y="96"/>
                                  </a:cubicBezTo>
                                  <a:cubicBezTo>
                                    <a:pt x="0" y="96"/>
                                    <a:pt x="0" y="96"/>
                                    <a:pt x="0" y="96"/>
                                  </a:cubicBezTo>
                                  <a:cubicBezTo>
                                    <a:pt x="1" y="96"/>
                                    <a:pt x="0" y="97"/>
                                    <a:pt x="1" y="97"/>
                                  </a:cubicBezTo>
                                  <a:cubicBezTo>
                                    <a:pt x="1" y="96"/>
                                    <a:pt x="1" y="96"/>
                                    <a:pt x="1" y="96"/>
                                  </a:cubicBezTo>
                                  <a:cubicBezTo>
                                    <a:pt x="1" y="96"/>
                                    <a:pt x="1" y="96"/>
                                    <a:pt x="1" y="96"/>
                                  </a:cubicBezTo>
                                  <a:cubicBezTo>
                                    <a:pt x="1" y="95"/>
                                    <a:pt x="1" y="95"/>
                                    <a:pt x="1" y="95"/>
                                  </a:cubicBezTo>
                                  <a:cubicBezTo>
                                    <a:pt x="1" y="95"/>
                                    <a:pt x="1" y="94"/>
                                    <a:pt x="1" y="94"/>
                                  </a:cubicBezTo>
                                  <a:close/>
                                  <a:moveTo>
                                    <a:pt x="18" y="71"/>
                                  </a:move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9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lose/>
                                  <a:moveTo>
                                    <a:pt x="19" y="70"/>
                                  </a:move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lose/>
                                  <a:moveTo>
                                    <a:pt x="31" y="61"/>
                                  </a:move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ubicBezTo>
                                    <a:pt x="32" y="60"/>
                                    <a:pt x="32" y="60"/>
                                    <a:pt x="32" y="60"/>
                                  </a:cubicBezTo>
                                  <a:cubicBezTo>
                                    <a:pt x="32" y="60"/>
                                    <a:pt x="32" y="59"/>
                                    <a:pt x="32" y="59"/>
                                  </a:cubicBezTo>
                                  <a:cubicBezTo>
                                    <a:pt x="32" y="59"/>
                                    <a:pt x="32" y="59"/>
                                    <a:pt x="32" y="59"/>
                                  </a:cubicBezTo>
                                  <a:cubicBezTo>
                                    <a:pt x="32" y="59"/>
                                    <a:pt x="32" y="59"/>
                                    <a:pt x="31" y="58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1" y="57"/>
                                    <a:pt x="31" y="56"/>
                                  </a:cubicBezTo>
                                  <a:cubicBezTo>
                                    <a:pt x="31" y="56"/>
                                    <a:pt x="31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0" y="55"/>
                                    <a:pt x="30" y="54"/>
                                  </a:cubicBezTo>
                                  <a:cubicBezTo>
                                    <a:pt x="30" y="54"/>
                                    <a:pt x="29" y="54"/>
                                    <a:pt x="29" y="54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9" y="53"/>
                                    <a:pt x="29" y="53"/>
                                    <a:pt x="29" y="54"/>
                                  </a:cubicBezTo>
                                  <a:cubicBezTo>
                                    <a:pt x="29" y="54"/>
                                    <a:pt x="28" y="53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3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6" y="53"/>
                                    <a:pt x="26" y="53"/>
                                    <a:pt x="26" y="53"/>
                                  </a:cubicBezTo>
                                  <a:cubicBezTo>
                                    <a:pt x="26" y="53"/>
                                    <a:pt x="26" y="53"/>
                                    <a:pt x="26" y="53"/>
                                  </a:cubicBezTo>
                                  <a:cubicBezTo>
                                    <a:pt x="26" y="53"/>
                                    <a:pt x="25" y="53"/>
                                    <a:pt x="25" y="53"/>
                                  </a:cubicBezTo>
                                  <a:cubicBezTo>
                                    <a:pt x="25" y="53"/>
                                    <a:pt x="25" y="53"/>
                                    <a:pt x="25" y="53"/>
                                  </a:cubicBezTo>
                                  <a:cubicBezTo>
                                    <a:pt x="24" y="53"/>
                                    <a:pt x="24" y="53"/>
                                    <a:pt x="24" y="53"/>
                                  </a:cubicBezTo>
                                  <a:cubicBezTo>
                                    <a:pt x="24" y="53"/>
                                    <a:pt x="24" y="53"/>
                                    <a:pt x="24" y="53"/>
                                  </a:cubicBezTo>
                                  <a:cubicBezTo>
                                    <a:pt x="23" y="53"/>
                                    <a:pt x="23" y="53"/>
                                    <a:pt x="23" y="53"/>
                                  </a:cubicBezTo>
                                  <a:cubicBezTo>
                                    <a:pt x="23" y="53"/>
                                    <a:pt x="23" y="53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4" y="54"/>
                                  </a:cubicBezTo>
                                  <a:cubicBezTo>
                                    <a:pt x="24" y="54"/>
                                    <a:pt x="24" y="54"/>
                                    <a:pt x="24" y="54"/>
                                  </a:cubicBezTo>
                                  <a:cubicBezTo>
                                    <a:pt x="24" y="54"/>
                                    <a:pt x="24" y="55"/>
                                    <a:pt x="24" y="55"/>
                                  </a:cubicBezTo>
                                  <a:cubicBezTo>
                                    <a:pt x="24" y="55"/>
                                    <a:pt x="24" y="55"/>
                                    <a:pt x="25" y="55"/>
                                  </a:cubicBezTo>
                                  <a:cubicBezTo>
                                    <a:pt x="25" y="55"/>
                                    <a:pt x="25" y="55"/>
                                    <a:pt x="25" y="55"/>
                                  </a:cubicBezTo>
                                  <a:cubicBezTo>
                                    <a:pt x="25" y="56"/>
                                    <a:pt x="26" y="56"/>
                                    <a:pt x="26" y="57"/>
                                  </a:cubicBezTo>
                                  <a:cubicBezTo>
                                    <a:pt x="26" y="57"/>
                                    <a:pt x="26" y="57"/>
                                    <a:pt x="26" y="58"/>
                                  </a:cubicBezTo>
                                  <a:cubicBezTo>
                                    <a:pt x="26" y="58"/>
                                    <a:pt x="26" y="58"/>
                                    <a:pt x="26" y="59"/>
                                  </a:cubicBezTo>
                                  <a:cubicBezTo>
                                    <a:pt x="26" y="59"/>
                                    <a:pt x="27" y="59"/>
                                    <a:pt x="27" y="59"/>
                                  </a:cubicBezTo>
                                  <a:cubicBezTo>
                                    <a:pt x="27" y="59"/>
                                    <a:pt x="27" y="59"/>
                                    <a:pt x="27" y="59"/>
                                  </a:cubicBezTo>
                                  <a:cubicBezTo>
                                    <a:pt x="27" y="60"/>
                                    <a:pt x="27" y="60"/>
                                    <a:pt x="27" y="60"/>
                                  </a:cubicBezTo>
                                  <a:cubicBezTo>
                                    <a:pt x="27" y="61"/>
                                    <a:pt x="28" y="61"/>
                                    <a:pt x="28" y="61"/>
                                  </a:cubicBezTo>
                                  <a:cubicBezTo>
                                    <a:pt x="28" y="61"/>
                                    <a:pt x="28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1" y="62"/>
                                    <a:pt x="30" y="62"/>
                                    <a:pt x="31" y="62"/>
                                  </a:cubicBezTo>
                                  <a:cubicBezTo>
                                    <a:pt x="31" y="62"/>
                                    <a:pt x="31" y="62"/>
                                    <a:pt x="31" y="62"/>
                                  </a:cubicBezTo>
                                  <a:cubicBezTo>
                                    <a:pt x="31" y="61"/>
                                    <a:pt x="31" y="61"/>
                                    <a:pt x="31" y="61"/>
                                  </a:cubicBezTo>
                                  <a:cubicBezTo>
                                    <a:pt x="31" y="61"/>
                                    <a:pt x="31" y="61"/>
                                    <a:pt x="31" y="61"/>
                                  </a:cubicBezTo>
                                  <a:close/>
                                  <a:moveTo>
                                    <a:pt x="29" y="63"/>
                                  </a:moveTo>
                                  <a:cubicBezTo>
                                    <a:pt x="29" y="63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8" y="62"/>
                                  </a:cubicBezTo>
                                  <a:cubicBezTo>
                                    <a:pt x="28" y="62"/>
                                    <a:pt x="28" y="62"/>
                                    <a:pt x="28" y="62"/>
                                  </a:cubicBezTo>
                                  <a:cubicBezTo>
                                    <a:pt x="28" y="63"/>
                                    <a:pt x="29" y="63"/>
                                    <a:pt x="29" y="63"/>
                                  </a:cubicBezTo>
                                  <a:close/>
                                  <a:moveTo>
                                    <a:pt x="23" y="51"/>
                                  </a:moveTo>
                                  <a:cubicBezTo>
                                    <a:pt x="23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0"/>
                                    <a:pt x="21" y="50"/>
                                    <a:pt x="20" y="50"/>
                                  </a:cubicBezTo>
                                  <a:cubicBezTo>
                                    <a:pt x="20" y="50"/>
                                    <a:pt x="20" y="51"/>
                                    <a:pt x="20" y="51"/>
                                  </a:cubicBezTo>
                                  <a:cubicBezTo>
                                    <a:pt x="20" y="51"/>
                                    <a:pt x="21" y="51"/>
                                    <a:pt x="21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2"/>
                                    <a:pt x="22" y="52"/>
                                    <a:pt x="22" y="52"/>
                                  </a:cubicBezTo>
                                  <a:cubicBezTo>
                                    <a:pt x="22" y="52"/>
                                    <a:pt x="22" y="52"/>
                                    <a:pt x="22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2" y="52"/>
                                  </a:cubicBezTo>
                                  <a:cubicBezTo>
                                    <a:pt x="22" y="52"/>
                                    <a:pt x="22" y="52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3" y="51"/>
                                    <a:pt x="23" y="51"/>
                                  </a:cubicBezTo>
                                  <a:close/>
                                  <a:moveTo>
                                    <a:pt x="63" y="69"/>
                                  </a:move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8"/>
                                  </a:cubicBezTo>
                                  <a:cubicBezTo>
                                    <a:pt x="62" y="69"/>
                                    <a:pt x="62" y="69"/>
                                    <a:pt x="62" y="69"/>
                                  </a:cubicBezTo>
                                  <a:cubicBezTo>
                                    <a:pt x="62" y="69"/>
                                    <a:pt x="62" y="69"/>
                                    <a:pt x="62" y="69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9"/>
                                    <a:pt x="61" y="69"/>
                                    <a:pt x="61" y="69"/>
                                  </a:cubicBezTo>
                                  <a:cubicBezTo>
                                    <a:pt x="61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59" y="69"/>
                                  </a:cubicBezTo>
                                  <a:cubicBezTo>
                                    <a:pt x="59" y="69"/>
                                    <a:pt x="59" y="68"/>
                                    <a:pt x="59" y="68"/>
                                  </a:cubicBezTo>
                                  <a:cubicBezTo>
                                    <a:pt x="59" y="68"/>
                                    <a:pt x="59" y="68"/>
                                    <a:pt x="58" y="68"/>
                                  </a:cubicBezTo>
                                  <a:cubicBezTo>
                                    <a:pt x="58" y="68"/>
                                    <a:pt x="58" y="68"/>
                                    <a:pt x="58" y="68"/>
                                  </a:cubicBezTo>
                                  <a:cubicBezTo>
                                    <a:pt x="58" y="68"/>
                                    <a:pt x="58" y="68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8" y="65"/>
                                  </a:cubicBezTo>
                                  <a:cubicBezTo>
                                    <a:pt x="58" y="65"/>
                                    <a:pt x="58" y="64"/>
                                    <a:pt x="58" y="64"/>
                                  </a:cubicBezTo>
                                  <a:cubicBezTo>
                                    <a:pt x="58" y="64"/>
                                    <a:pt x="58" y="64"/>
                                    <a:pt x="58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6" y="64"/>
                                    <a:pt x="56" y="64"/>
                                    <a:pt x="56" y="64"/>
                                  </a:cubicBezTo>
                                  <a:cubicBezTo>
                                    <a:pt x="56" y="64"/>
                                    <a:pt x="56" y="64"/>
                                    <a:pt x="56" y="64"/>
                                  </a:cubicBezTo>
                                  <a:cubicBezTo>
                                    <a:pt x="56" y="63"/>
                                    <a:pt x="55" y="63"/>
                                    <a:pt x="55" y="63"/>
                                  </a:cubicBezTo>
                                  <a:cubicBezTo>
                                    <a:pt x="55" y="63"/>
                                    <a:pt x="55" y="62"/>
                                    <a:pt x="55" y="62"/>
                                  </a:cubicBezTo>
                                  <a:cubicBezTo>
                                    <a:pt x="55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3" y="62"/>
                                    <a:pt x="53" y="62"/>
                                  </a:cubicBezTo>
                                  <a:cubicBezTo>
                                    <a:pt x="53" y="62"/>
                                    <a:pt x="53" y="62"/>
                                    <a:pt x="53" y="62"/>
                                  </a:cubicBezTo>
                                  <a:cubicBezTo>
                                    <a:pt x="53" y="62"/>
                                    <a:pt x="53" y="61"/>
                                    <a:pt x="53" y="61"/>
                                  </a:cubicBezTo>
                                  <a:cubicBezTo>
                                    <a:pt x="52" y="61"/>
                                    <a:pt x="52" y="61"/>
                                    <a:pt x="52" y="60"/>
                                  </a:cubicBezTo>
                                  <a:cubicBezTo>
                                    <a:pt x="52" y="60"/>
                                    <a:pt x="52" y="60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8"/>
                                  </a:cubicBezTo>
                                  <a:cubicBezTo>
                                    <a:pt x="52" y="58"/>
                                    <a:pt x="52" y="59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9"/>
                                  </a:cubicBezTo>
                                  <a:cubicBezTo>
                                    <a:pt x="53" y="59"/>
                                    <a:pt x="53" y="58"/>
                                    <a:pt x="53" y="59"/>
                                  </a:cubicBezTo>
                                  <a:cubicBezTo>
                                    <a:pt x="53" y="59"/>
                                    <a:pt x="53" y="59"/>
                                    <a:pt x="53" y="59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4" y="58"/>
                                    <a:pt x="54" y="58"/>
                                    <a:pt x="53" y="59"/>
                                  </a:cubicBezTo>
                                  <a:cubicBezTo>
                                    <a:pt x="54" y="59"/>
                                    <a:pt x="54" y="59"/>
                                    <a:pt x="54" y="59"/>
                                  </a:cubicBezTo>
                                  <a:cubicBezTo>
                                    <a:pt x="54" y="58"/>
                                    <a:pt x="54" y="58"/>
                                    <a:pt x="55" y="59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5" y="59"/>
                                    <a:pt x="56" y="59"/>
                                    <a:pt x="56" y="58"/>
                                  </a:cubicBezTo>
                                  <a:cubicBezTo>
                                    <a:pt x="56" y="58"/>
                                    <a:pt x="56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9" y="58"/>
                                    <a:pt x="58" y="58"/>
                                    <a:pt x="58" y="58"/>
                                  </a:cubicBezTo>
                                  <a:cubicBezTo>
                                    <a:pt x="59" y="58"/>
                                    <a:pt x="59" y="59"/>
                                    <a:pt x="59" y="59"/>
                                  </a:cubicBezTo>
                                  <a:cubicBezTo>
                                    <a:pt x="59" y="59"/>
                                    <a:pt x="59" y="59"/>
                                    <a:pt x="59" y="59"/>
                                  </a:cubicBezTo>
                                  <a:cubicBezTo>
                                    <a:pt x="59" y="60"/>
                                    <a:pt x="59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1" y="60"/>
                                    <a:pt x="61" y="61"/>
                                  </a:cubicBezTo>
                                  <a:cubicBezTo>
                                    <a:pt x="61" y="61"/>
                                    <a:pt x="61" y="61"/>
                                    <a:pt x="61" y="61"/>
                                  </a:cubicBezTo>
                                  <a:cubicBezTo>
                                    <a:pt x="60" y="61"/>
                                    <a:pt x="60" y="61"/>
                                    <a:pt x="61" y="61"/>
                                  </a:cubicBezTo>
                                  <a:cubicBezTo>
                                    <a:pt x="61" y="61"/>
                                    <a:pt x="61" y="61"/>
                                    <a:pt x="61" y="62"/>
                                  </a:cubicBezTo>
                                  <a:cubicBezTo>
                                    <a:pt x="61" y="62"/>
                                    <a:pt x="61" y="62"/>
                                    <a:pt x="61" y="62"/>
                                  </a:cubicBezTo>
                                  <a:cubicBezTo>
                                    <a:pt x="60" y="62"/>
                                    <a:pt x="60" y="63"/>
                                    <a:pt x="61" y="63"/>
                                  </a:cubicBezTo>
                                  <a:cubicBezTo>
                                    <a:pt x="61" y="64"/>
                                    <a:pt x="61" y="64"/>
                                    <a:pt x="61" y="64"/>
                                  </a:cubicBezTo>
                                  <a:cubicBezTo>
                                    <a:pt x="61" y="65"/>
                                    <a:pt x="61" y="65"/>
                                    <a:pt x="61" y="65"/>
                                  </a:cubicBezTo>
                                  <a:cubicBezTo>
                                    <a:pt x="61" y="65"/>
                                    <a:pt x="61" y="65"/>
                                    <a:pt x="61" y="65"/>
                                  </a:cubicBezTo>
                                  <a:cubicBezTo>
                                    <a:pt x="61" y="65"/>
                                    <a:pt x="61" y="66"/>
                                    <a:pt x="61" y="66"/>
                                  </a:cubicBezTo>
                                  <a:cubicBezTo>
                                    <a:pt x="61" y="66"/>
                                    <a:pt x="61" y="66"/>
                                    <a:pt x="62" y="66"/>
                                  </a:cubicBezTo>
                                  <a:cubicBezTo>
                                    <a:pt x="62" y="66"/>
                                    <a:pt x="62" y="66"/>
                                    <a:pt x="62" y="66"/>
                                  </a:cubicBezTo>
                                  <a:cubicBezTo>
                                    <a:pt x="62" y="66"/>
                                    <a:pt x="62" y="66"/>
                                    <a:pt x="62" y="66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3" y="68"/>
                                    <a:pt x="63" y="68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lose/>
                                  <a:moveTo>
                                    <a:pt x="52" y="58"/>
                                  </a:moveTo>
                                  <a:cubicBezTo>
                                    <a:pt x="52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2" y="58"/>
                                    <a:pt x="52" y="58"/>
                                  </a:cubicBezTo>
                                  <a:close/>
                                  <a:moveTo>
                                    <a:pt x="52" y="58"/>
                                  </a:move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2" y="58"/>
                                  </a:cubicBezTo>
                                  <a:close/>
                                  <a:moveTo>
                                    <a:pt x="57" y="58"/>
                                  </a:moveTo>
                                  <a:cubicBezTo>
                                    <a:pt x="57" y="58"/>
                                    <a:pt x="57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7"/>
                                  </a:cubicBezTo>
                                  <a:cubicBezTo>
                                    <a:pt x="58" y="57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8"/>
                                    <a:pt x="57" y="58"/>
                                  </a:cubicBezTo>
                                  <a:close/>
                                  <a:moveTo>
                                    <a:pt x="52" y="59"/>
                                  </a:moveTo>
                                  <a:cubicBezTo>
                                    <a:pt x="52" y="60"/>
                                    <a:pt x="52" y="60"/>
                                    <a:pt x="52" y="60"/>
                                  </a:cubicBezTo>
                                  <a:cubicBezTo>
                                    <a:pt x="52" y="60"/>
                                    <a:pt x="52" y="60"/>
                                    <a:pt x="52" y="59"/>
                                  </a:cubicBezTo>
                                  <a:close/>
                                  <a:moveTo>
                                    <a:pt x="51" y="59"/>
                                  </a:moveTo>
                                  <a:cubicBezTo>
                                    <a:pt x="51" y="59"/>
                                    <a:pt x="51" y="59"/>
                                    <a:pt x="51" y="59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59"/>
                                    <a:pt x="51" y="59"/>
                                  </a:cubicBezTo>
                                  <a:close/>
                                  <a:moveTo>
                                    <a:pt x="40" y="82"/>
                                  </a:moveTo>
                                  <a:cubicBezTo>
                                    <a:pt x="41" y="82"/>
                                    <a:pt x="41" y="83"/>
                                    <a:pt x="41" y="83"/>
                                  </a:cubicBezTo>
                                  <a:cubicBezTo>
                                    <a:pt x="41" y="83"/>
                                    <a:pt x="42" y="83"/>
                                    <a:pt x="42" y="83"/>
                                  </a:cubicBezTo>
                                  <a:cubicBezTo>
                                    <a:pt x="43" y="83"/>
                                    <a:pt x="43" y="83"/>
                                    <a:pt x="43" y="84"/>
                                  </a:cubicBezTo>
                                  <a:cubicBezTo>
                                    <a:pt x="43" y="84"/>
                                    <a:pt x="43" y="84"/>
                                    <a:pt x="43" y="84"/>
                                  </a:cubicBezTo>
                                  <a:cubicBezTo>
                                    <a:pt x="43" y="85"/>
                                    <a:pt x="43" y="85"/>
                                    <a:pt x="44" y="85"/>
                                  </a:cubicBezTo>
                                  <a:cubicBezTo>
                                    <a:pt x="44" y="85"/>
                                    <a:pt x="44" y="85"/>
                                    <a:pt x="45" y="85"/>
                                  </a:cubicBezTo>
                                  <a:cubicBezTo>
                                    <a:pt x="45" y="85"/>
                                    <a:pt x="45" y="85"/>
                                    <a:pt x="45" y="85"/>
                                  </a:cubicBezTo>
                                  <a:cubicBezTo>
                                    <a:pt x="46" y="85"/>
                                    <a:pt x="46" y="84"/>
                                    <a:pt x="46" y="83"/>
                                  </a:cubicBezTo>
                                  <a:cubicBezTo>
                                    <a:pt x="46" y="83"/>
                                    <a:pt x="46" y="83"/>
                                    <a:pt x="46" y="83"/>
                                  </a:cubicBezTo>
                                  <a:cubicBezTo>
                                    <a:pt x="46" y="83"/>
                                    <a:pt x="46" y="82"/>
                                    <a:pt x="45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0"/>
                                    <a:pt x="45" y="80"/>
                                    <a:pt x="45" y="80"/>
                                  </a:cubicBezTo>
                                  <a:cubicBezTo>
                                    <a:pt x="45" y="80"/>
                                    <a:pt x="45" y="79"/>
                                    <a:pt x="45" y="79"/>
                                  </a:cubicBezTo>
                                  <a:cubicBezTo>
                                    <a:pt x="45" y="79"/>
                                    <a:pt x="45" y="79"/>
                                    <a:pt x="45" y="78"/>
                                  </a:cubicBezTo>
                                  <a:cubicBezTo>
                                    <a:pt x="45" y="78"/>
                                    <a:pt x="45" y="78"/>
                                    <a:pt x="45" y="78"/>
                                  </a:cubicBez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6" y="77"/>
                                    <a:pt x="46" y="77"/>
                                    <a:pt x="46" y="77"/>
                                  </a:cubicBezTo>
                                  <a:cubicBezTo>
                                    <a:pt x="46" y="77"/>
                                    <a:pt x="46" y="76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2"/>
                                    <a:pt x="47" y="72"/>
                                  </a:cubicBezTo>
                                  <a:cubicBezTo>
                                    <a:pt x="48" y="72"/>
                                    <a:pt x="48" y="72"/>
                                    <a:pt x="47" y="72"/>
                                  </a:cubicBezTo>
                                  <a:cubicBezTo>
                                    <a:pt x="47" y="72"/>
                                    <a:pt x="47" y="71"/>
                                    <a:pt x="47" y="71"/>
                                  </a:cubicBezTo>
                                  <a:cubicBezTo>
                                    <a:pt x="47" y="71"/>
                                    <a:pt x="47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5" y="71"/>
                                    <a:pt x="45" y="71"/>
                                    <a:pt x="45" y="71"/>
                                  </a:cubicBezTo>
                                  <a:cubicBezTo>
                                    <a:pt x="45" y="71"/>
                                    <a:pt x="45" y="71"/>
                                    <a:pt x="45" y="71"/>
                                  </a:cubicBezTo>
                                  <a:cubicBezTo>
                                    <a:pt x="45" y="71"/>
                                    <a:pt x="45" y="71"/>
                                    <a:pt x="44" y="71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3" y="71"/>
                                    <a:pt x="43" y="71"/>
                                    <a:pt x="43" y="72"/>
                                  </a:cubicBezTo>
                                  <a:cubicBezTo>
                                    <a:pt x="43" y="72"/>
                                    <a:pt x="43" y="72"/>
                                    <a:pt x="43" y="72"/>
                                  </a:cubicBezTo>
                                  <a:cubicBezTo>
                                    <a:pt x="43" y="73"/>
                                    <a:pt x="43" y="73"/>
                                    <a:pt x="43" y="74"/>
                                  </a:cubicBezTo>
                                  <a:cubicBezTo>
                                    <a:pt x="42" y="74"/>
                                    <a:pt x="42" y="74"/>
                                    <a:pt x="42" y="74"/>
                                  </a:cubicBezTo>
                                  <a:cubicBezTo>
                                    <a:pt x="42" y="74"/>
                                    <a:pt x="42" y="74"/>
                                    <a:pt x="42" y="74"/>
                                  </a:cubicBezTo>
                                  <a:cubicBezTo>
                                    <a:pt x="42" y="74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6"/>
                                    <a:pt x="42" y="76"/>
                                    <a:pt x="42" y="76"/>
                                  </a:cubicBezTo>
                                  <a:cubicBezTo>
                                    <a:pt x="42" y="76"/>
                                    <a:pt x="42" y="76"/>
                                    <a:pt x="42" y="76"/>
                                  </a:cubicBezTo>
                                  <a:cubicBezTo>
                                    <a:pt x="42" y="77"/>
                                    <a:pt x="42" y="77"/>
                                    <a:pt x="42" y="77"/>
                                  </a:cubicBezTo>
                                  <a:cubicBezTo>
                                    <a:pt x="42" y="77"/>
                                    <a:pt x="43" y="77"/>
                                    <a:pt x="42" y="78"/>
                                  </a:cubicBezTo>
                                  <a:cubicBezTo>
                                    <a:pt x="42" y="78"/>
                                    <a:pt x="42" y="78"/>
                                    <a:pt x="42" y="78"/>
                                  </a:cubicBezTo>
                                  <a:cubicBezTo>
                                    <a:pt x="41" y="78"/>
                                    <a:pt x="41" y="78"/>
                                    <a:pt x="41" y="78"/>
                                  </a:cubicBezTo>
                                  <a:cubicBezTo>
                                    <a:pt x="41" y="78"/>
                                    <a:pt x="40" y="78"/>
                                    <a:pt x="40" y="78"/>
                                  </a:cubicBezTo>
                                  <a:cubicBezTo>
                                    <a:pt x="40" y="78"/>
                                    <a:pt x="40" y="78"/>
                                    <a:pt x="40" y="78"/>
                                  </a:cubicBezTo>
                                  <a:cubicBezTo>
                                    <a:pt x="39" y="78"/>
                                    <a:pt x="39" y="78"/>
                                    <a:pt x="40" y="79"/>
                                  </a:cubicBezTo>
                                  <a:cubicBezTo>
                                    <a:pt x="40" y="79"/>
                                    <a:pt x="39" y="79"/>
                                    <a:pt x="39" y="79"/>
                                  </a:cubicBezTo>
                                  <a:cubicBezTo>
                                    <a:pt x="39" y="80"/>
                                    <a:pt x="39" y="80"/>
                                    <a:pt x="39" y="80"/>
                                  </a:cubicBezTo>
                                  <a:cubicBezTo>
                                    <a:pt x="39" y="80"/>
                                    <a:pt x="39" y="80"/>
                                    <a:pt x="39" y="81"/>
                                  </a:cubicBezTo>
                                  <a:cubicBezTo>
                                    <a:pt x="39" y="81"/>
                                    <a:pt x="39" y="81"/>
                                    <a:pt x="40" y="81"/>
                                  </a:cubicBezTo>
                                  <a:cubicBezTo>
                                    <a:pt x="40" y="81"/>
                                    <a:pt x="40" y="81"/>
                                    <a:pt x="40" y="81"/>
                                  </a:cubicBezTo>
                                  <a:cubicBezTo>
                                    <a:pt x="40" y="82"/>
                                    <a:pt x="40" y="82"/>
                                    <a:pt x="40" y="82"/>
                                  </a:cubicBezTo>
                                  <a:close/>
                                  <a:moveTo>
                                    <a:pt x="47" y="59"/>
                                  </a:moveTo>
                                  <a:cubicBezTo>
                                    <a:pt x="47" y="59"/>
                                    <a:pt x="47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59"/>
                                    <a:pt x="48" y="59"/>
                                    <a:pt x="48" y="59"/>
                                  </a:cubicBezTo>
                                  <a:cubicBezTo>
                                    <a:pt x="48" y="58"/>
                                    <a:pt x="48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9"/>
                                    <a:pt x="47" y="59"/>
                                  </a:cubicBezTo>
                                  <a:cubicBezTo>
                                    <a:pt x="47" y="59"/>
                                    <a:pt x="47" y="59"/>
                                    <a:pt x="47" y="59"/>
                                  </a:cubicBezTo>
                                  <a:close/>
                                  <a:moveTo>
                                    <a:pt x="46" y="59"/>
                                  </a:move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ubicBezTo>
                                    <a:pt x="45" y="59"/>
                                    <a:pt x="45" y="59"/>
                                    <a:pt x="45" y="60"/>
                                  </a:cubicBezTo>
                                  <a:cubicBezTo>
                                    <a:pt x="45" y="60"/>
                                    <a:pt x="45" y="60"/>
                                    <a:pt x="45" y="60"/>
                                  </a:cubicBezTo>
                                  <a:cubicBezTo>
                                    <a:pt x="45" y="59"/>
                                    <a:pt x="45" y="59"/>
                                    <a:pt x="45" y="59"/>
                                  </a:cubicBezTo>
                                  <a:cubicBezTo>
                                    <a:pt x="45" y="59"/>
                                    <a:pt x="45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60"/>
                                  </a:cubicBezTo>
                                  <a:cubicBezTo>
                                    <a:pt x="45" y="60"/>
                                    <a:pt x="45" y="60"/>
                                    <a:pt x="45" y="60"/>
                                  </a:cubicBezTo>
                                  <a:cubicBezTo>
                                    <a:pt x="45" y="61"/>
                                    <a:pt x="44" y="61"/>
                                    <a:pt x="44" y="61"/>
                                  </a:cubicBezTo>
                                  <a:cubicBezTo>
                                    <a:pt x="44" y="61"/>
                                    <a:pt x="44" y="61"/>
                                    <a:pt x="44" y="62"/>
                                  </a:cubicBezTo>
                                  <a:cubicBezTo>
                                    <a:pt x="44" y="62"/>
                                    <a:pt x="45" y="61"/>
                                    <a:pt x="45" y="61"/>
                                  </a:cubicBezTo>
                                  <a:cubicBezTo>
                                    <a:pt x="45" y="62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4" y="62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4"/>
                                    <a:pt x="44" y="64"/>
                                  </a:cubicBezTo>
                                  <a:cubicBezTo>
                                    <a:pt x="44" y="64"/>
                                    <a:pt x="44" y="64"/>
                                    <a:pt x="44" y="64"/>
                                  </a:cubicBezTo>
                                  <a:cubicBezTo>
                                    <a:pt x="44" y="64"/>
                                    <a:pt x="44" y="64"/>
                                    <a:pt x="44" y="64"/>
                                  </a:cubicBezTo>
                                  <a:cubicBezTo>
                                    <a:pt x="45" y="63"/>
                                    <a:pt x="45" y="63"/>
                                    <a:pt x="46" y="62"/>
                                  </a:cubicBezTo>
                                  <a:cubicBezTo>
                                    <a:pt x="46" y="62"/>
                                    <a:pt x="46" y="62"/>
                                    <a:pt x="46" y="61"/>
                                  </a:cubicBezTo>
                                  <a:cubicBezTo>
                                    <a:pt x="46" y="61"/>
                                    <a:pt x="47" y="62"/>
                                    <a:pt x="47" y="62"/>
                                  </a:cubicBezTo>
                                  <a:cubicBezTo>
                                    <a:pt x="47" y="62"/>
                                    <a:pt x="47" y="62"/>
                                    <a:pt x="47" y="62"/>
                                  </a:cubicBezTo>
                                  <a:cubicBezTo>
                                    <a:pt x="48" y="63"/>
                                    <a:pt x="48" y="63"/>
                                    <a:pt x="48" y="63"/>
                                  </a:cubicBezTo>
                                  <a:cubicBezTo>
                                    <a:pt x="48" y="63"/>
                                    <a:pt x="48" y="63"/>
                                    <a:pt x="48" y="63"/>
                                  </a:cubicBezTo>
                                  <a:cubicBezTo>
                                    <a:pt x="49" y="63"/>
                                    <a:pt x="49" y="64"/>
                                    <a:pt x="49" y="64"/>
                                  </a:cubicBezTo>
                                  <a:cubicBezTo>
                                    <a:pt x="49" y="64"/>
                                    <a:pt x="49" y="64"/>
                                    <a:pt x="50" y="64"/>
                                  </a:cubicBezTo>
                                  <a:cubicBezTo>
                                    <a:pt x="50" y="64"/>
                                    <a:pt x="50" y="64"/>
                                    <a:pt x="50" y="65"/>
                                  </a:cubicBezTo>
                                  <a:cubicBezTo>
                                    <a:pt x="50" y="65"/>
                                    <a:pt x="51" y="65"/>
                                    <a:pt x="51" y="65"/>
                                  </a:cubicBezTo>
                                  <a:cubicBezTo>
                                    <a:pt x="51" y="65"/>
                                    <a:pt x="51" y="65"/>
                                    <a:pt x="51" y="65"/>
                                  </a:cubicBezTo>
                                  <a:cubicBezTo>
                                    <a:pt x="51" y="64"/>
                                    <a:pt x="51" y="64"/>
                                    <a:pt x="50" y="64"/>
                                  </a:cubicBezTo>
                                  <a:cubicBezTo>
                                    <a:pt x="50" y="64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2"/>
                                    <a:pt x="49" y="62"/>
                                    <a:pt x="49" y="61"/>
                                  </a:cubicBezTo>
                                  <a:cubicBezTo>
                                    <a:pt x="49" y="61"/>
                                    <a:pt x="49" y="61"/>
                                    <a:pt x="49" y="61"/>
                                  </a:cubicBezTo>
                                  <a:cubicBezTo>
                                    <a:pt x="48" y="61"/>
                                    <a:pt x="48" y="61"/>
                                    <a:pt x="48" y="61"/>
                                  </a:cubicBezTo>
                                  <a:cubicBezTo>
                                    <a:pt x="48" y="61"/>
                                    <a:pt x="47" y="60"/>
                                    <a:pt x="47" y="60"/>
                                  </a:cubicBezTo>
                                  <a:cubicBezTo>
                                    <a:pt x="47" y="60"/>
                                    <a:pt x="47" y="60"/>
                                    <a:pt x="46" y="60"/>
                                  </a:cubicBezTo>
                                  <a:cubicBezTo>
                                    <a:pt x="46" y="60"/>
                                    <a:pt x="46" y="60"/>
                                    <a:pt x="46" y="60"/>
                                  </a:cubicBez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lose/>
                                  <a:moveTo>
                                    <a:pt x="45" y="57"/>
                                  </a:moveTo>
                                  <a:cubicBezTo>
                                    <a:pt x="44" y="57"/>
                                    <a:pt x="44" y="57"/>
                                    <a:pt x="44" y="57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3" y="56"/>
                                    <a:pt x="43" y="56"/>
                                    <a:pt x="43" y="55"/>
                                  </a:cubicBezTo>
                                  <a:cubicBezTo>
                                    <a:pt x="43" y="55"/>
                                    <a:pt x="42" y="55"/>
                                    <a:pt x="42" y="55"/>
                                  </a:cubicBezTo>
                                  <a:cubicBezTo>
                                    <a:pt x="42" y="55"/>
                                    <a:pt x="42" y="55"/>
                                    <a:pt x="42" y="55"/>
                                  </a:cubicBezTo>
                                  <a:cubicBezTo>
                                    <a:pt x="42" y="55"/>
                                    <a:pt x="42" y="56"/>
                                    <a:pt x="42" y="56"/>
                                  </a:cubicBezTo>
                                  <a:cubicBezTo>
                                    <a:pt x="43" y="56"/>
                                    <a:pt x="43" y="56"/>
                                    <a:pt x="43" y="56"/>
                                  </a:cubicBezTo>
                                  <a:cubicBezTo>
                                    <a:pt x="44" y="57"/>
                                    <a:pt x="44" y="57"/>
                                    <a:pt x="45" y="57"/>
                                  </a:cubicBezTo>
                                  <a:cubicBezTo>
                                    <a:pt x="45" y="57"/>
                                    <a:pt x="45" y="58"/>
                                    <a:pt x="45" y="58"/>
                                  </a:cubicBezTo>
                                  <a:cubicBezTo>
                                    <a:pt x="45" y="58"/>
                                    <a:pt x="45" y="58"/>
                                    <a:pt x="45" y="58"/>
                                  </a:cubicBezTo>
                                  <a:cubicBezTo>
                                    <a:pt x="45" y="58"/>
                                    <a:pt x="45" y="58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lose/>
                                  <a:moveTo>
                                    <a:pt x="34" y="54"/>
                                  </a:moveTo>
                                  <a:cubicBezTo>
                                    <a:pt x="35" y="54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4"/>
                                    <a:pt x="35" y="54"/>
                                  </a:cubicBezTo>
                                  <a:cubicBezTo>
                                    <a:pt x="35" y="54"/>
                                    <a:pt x="36" y="54"/>
                                    <a:pt x="36" y="54"/>
                                  </a:cubicBezTo>
                                  <a:cubicBezTo>
                                    <a:pt x="36" y="54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6" y="53"/>
                                    <a:pt x="35" y="53"/>
                                  </a:cubicBezTo>
                                  <a:cubicBezTo>
                                    <a:pt x="35" y="53"/>
                                    <a:pt x="35" y="53"/>
                                    <a:pt x="35" y="53"/>
                                  </a:cubicBezTo>
                                  <a:cubicBezTo>
                                    <a:pt x="35" y="52"/>
                                    <a:pt x="35" y="52"/>
                                    <a:pt x="35" y="52"/>
                                  </a:cubicBezTo>
                                  <a:cubicBezTo>
                                    <a:pt x="34" y="52"/>
                                    <a:pt x="34" y="52"/>
                                    <a:pt x="34" y="52"/>
                                  </a:cubicBezTo>
                                  <a:cubicBezTo>
                                    <a:pt x="34" y="52"/>
                                    <a:pt x="34" y="52"/>
                                    <a:pt x="34" y="53"/>
                                  </a:cubicBezTo>
                                  <a:cubicBezTo>
                                    <a:pt x="34" y="53"/>
                                    <a:pt x="34" y="53"/>
                                    <a:pt x="33" y="53"/>
                                  </a:cubicBezTo>
                                  <a:cubicBezTo>
                                    <a:pt x="33" y="53"/>
                                    <a:pt x="34" y="53"/>
                                    <a:pt x="33" y="53"/>
                                  </a:cubicBezTo>
                                  <a:cubicBezTo>
                                    <a:pt x="34" y="54"/>
                                    <a:pt x="34" y="54"/>
                                    <a:pt x="34" y="54"/>
                                  </a:cubicBezTo>
                                  <a:close/>
                                  <a:moveTo>
                                    <a:pt x="52" y="98"/>
                                  </a:moveTo>
                                  <a:cubicBezTo>
                                    <a:pt x="52" y="98"/>
                                    <a:pt x="53" y="98"/>
                                    <a:pt x="53" y="97"/>
                                  </a:cubicBezTo>
                                  <a:cubicBezTo>
                                    <a:pt x="52" y="97"/>
                                    <a:pt x="52" y="97"/>
                                    <a:pt x="52" y="98"/>
                                  </a:cubicBezTo>
                                  <a:close/>
                                  <a:moveTo>
                                    <a:pt x="44" y="68"/>
                                  </a:moveTo>
                                  <a:cubicBezTo>
                                    <a:pt x="44" y="68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8"/>
                                    <a:pt x="44" y="68"/>
                                  </a:cubicBezTo>
                                  <a:close/>
                                  <a:moveTo>
                                    <a:pt x="44" y="67"/>
                                  </a:moveTo>
                                  <a:cubicBezTo>
                                    <a:pt x="45" y="67"/>
                                    <a:pt x="44" y="67"/>
                                    <a:pt x="45" y="67"/>
                                  </a:cubicBezTo>
                                  <a:cubicBezTo>
                                    <a:pt x="45" y="67"/>
                                    <a:pt x="45" y="67"/>
                                    <a:pt x="45" y="67"/>
                                  </a:cubicBezTo>
                                  <a:cubicBezTo>
                                    <a:pt x="45" y="67"/>
                                    <a:pt x="44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lose/>
                                  <a:moveTo>
                                    <a:pt x="40" y="75"/>
                                  </a:moveTo>
                                  <a:cubicBezTo>
                                    <a:pt x="40" y="76"/>
                                    <a:pt x="40" y="76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1" y="75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1" y="75"/>
                                    <a:pt x="41" y="74"/>
                                    <a:pt x="41" y="74"/>
                                  </a:cubicBezTo>
                                  <a:cubicBezTo>
                                    <a:pt x="41" y="74"/>
                                    <a:pt x="41" y="74"/>
                                    <a:pt x="41" y="74"/>
                                  </a:cubicBezTo>
                                  <a:cubicBezTo>
                                    <a:pt x="41" y="74"/>
                                    <a:pt x="42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0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4"/>
                                    <a:pt x="40" y="74"/>
                                    <a:pt x="40" y="74"/>
                                  </a:cubicBezTo>
                                  <a:cubicBezTo>
                                    <a:pt x="40" y="74"/>
                                    <a:pt x="40" y="74"/>
                                    <a:pt x="40" y="74"/>
                                  </a:cubicBezTo>
                                  <a:cubicBezTo>
                                    <a:pt x="40" y="74"/>
                                    <a:pt x="40" y="74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lose/>
                                  <a:moveTo>
                                    <a:pt x="64" y="70"/>
                                  </a:moveTo>
                                  <a:cubicBezTo>
                                    <a:pt x="64" y="69"/>
                                    <a:pt x="64" y="69"/>
                                    <a:pt x="64" y="69"/>
                                  </a:cubicBezTo>
                                  <a:cubicBezTo>
                                    <a:pt x="64" y="69"/>
                                    <a:pt x="64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70"/>
                                    <a:pt x="64" y="70"/>
                                  </a:cubicBezTo>
                                  <a:close/>
                                  <a:moveTo>
                                    <a:pt x="64" y="71"/>
                                  </a:moveTo>
                                  <a:cubicBezTo>
                                    <a:pt x="64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2"/>
                                    <a:pt x="63" y="72"/>
                                    <a:pt x="64" y="72"/>
                                  </a:cubicBezTo>
                                  <a:cubicBezTo>
                                    <a:pt x="64" y="72"/>
                                    <a:pt x="64" y="72"/>
                                    <a:pt x="64" y="72"/>
                                  </a:cubicBezTo>
                                  <a:cubicBezTo>
                                    <a:pt x="64" y="72"/>
                                    <a:pt x="64" y="71"/>
                                    <a:pt x="64" y="71"/>
                                  </a:cubicBezTo>
                                  <a:close/>
                                  <a:moveTo>
                                    <a:pt x="62" y="78"/>
                                  </a:move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lose/>
                                  <a:moveTo>
                                    <a:pt x="63" y="78"/>
                                  </a:moveTo>
                                  <a:cubicBezTo>
                                    <a:pt x="64" y="78"/>
                                    <a:pt x="63" y="78"/>
                                    <a:pt x="63" y="78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5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2" y="74"/>
                                    <a:pt x="63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6"/>
                                    <a:pt x="62" y="76"/>
                                    <a:pt x="62" y="76"/>
                                  </a:cubicBezTo>
                                  <a:cubicBezTo>
                                    <a:pt x="62" y="76"/>
                                    <a:pt x="62" y="77"/>
                                    <a:pt x="62" y="76"/>
                                  </a:cubicBezTo>
                                  <a:cubicBezTo>
                                    <a:pt x="62" y="77"/>
                                    <a:pt x="62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lose/>
                                  <a:moveTo>
                                    <a:pt x="71" y="97"/>
                                  </a:moveTo>
                                  <a:cubicBezTo>
                                    <a:pt x="71" y="97"/>
                                    <a:pt x="71" y="97"/>
                                    <a:pt x="71" y="97"/>
                                  </a:cubicBezTo>
                                  <a:cubicBezTo>
                                    <a:pt x="71" y="98"/>
                                    <a:pt x="70" y="98"/>
                                    <a:pt x="70" y="99"/>
                                  </a:cubicBezTo>
                                  <a:cubicBezTo>
                                    <a:pt x="70" y="99"/>
                                    <a:pt x="70" y="99"/>
                                    <a:pt x="70" y="99"/>
                                  </a:cubicBezTo>
                                  <a:cubicBezTo>
                                    <a:pt x="70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100"/>
                                    <a:pt x="70" y="100"/>
                                  </a:cubicBezTo>
                                  <a:cubicBezTo>
                                    <a:pt x="70" y="100"/>
                                    <a:pt x="70" y="100"/>
                                    <a:pt x="70" y="100"/>
                                  </a:cubicBezTo>
                                  <a:cubicBezTo>
                                    <a:pt x="70" y="100"/>
                                    <a:pt x="69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8" y="99"/>
                                    <a:pt x="68" y="99"/>
                                  </a:cubicBezTo>
                                  <a:cubicBezTo>
                                    <a:pt x="68" y="100"/>
                                    <a:pt x="68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101"/>
                                    <a:pt x="69" y="101"/>
                                  </a:cubicBezTo>
                                  <a:cubicBezTo>
                                    <a:pt x="69" y="102"/>
                                    <a:pt x="69" y="102"/>
                                    <a:pt x="69" y="103"/>
                                  </a:cubicBezTo>
                                  <a:cubicBezTo>
                                    <a:pt x="69" y="103"/>
                                    <a:pt x="69" y="104"/>
                                    <a:pt x="69" y="104"/>
                                  </a:cubicBezTo>
                                  <a:cubicBezTo>
                                    <a:pt x="69" y="104"/>
                                    <a:pt x="69" y="104"/>
                                    <a:pt x="69" y="104"/>
                                  </a:cubicBezTo>
                                  <a:cubicBezTo>
                                    <a:pt x="69" y="104"/>
                                    <a:pt x="68" y="103"/>
                                    <a:pt x="68" y="103"/>
                                  </a:cubicBezTo>
                                  <a:cubicBezTo>
                                    <a:pt x="68" y="103"/>
                                    <a:pt x="68" y="103"/>
                                    <a:pt x="68" y="103"/>
                                  </a:cubicBezTo>
                                  <a:cubicBezTo>
                                    <a:pt x="68" y="103"/>
                                    <a:pt x="68" y="102"/>
                                    <a:pt x="68" y="102"/>
                                  </a:cubicBezTo>
                                  <a:cubicBezTo>
                                    <a:pt x="68" y="102"/>
                                    <a:pt x="68" y="102"/>
                                    <a:pt x="68" y="102"/>
                                  </a:cubicBezTo>
                                  <a:cubicBezTo>
                                    <a:pt x="68" y="102"/>
                                    <a:pt x="68" y="102"/>
                                    <a:pt x="68" y="102"/>
                                  </a:cubicBezTo>
                                  <a:cubicBezTo>
                                    <a:pt x="68" y="101"/>
                                    <a:pt x="68" y="101"/>
                                    <a:pt x="68" y="101"/>
                                  </a:cubicBezTo>
                                  <a:cubicBezTo>
                                    <a:pt x="68" y="101"/>
                                    <a:pt x="68" y="101"/>
                                    <a:pt x="68" y="101"/>
                                  </a:cubicBezTo>
                                  <a:cubicBezTo>
                                    <a:pt x="68" y="100"/>
                                    <a:pt x="68" y="100"/>
                                    <a:pt x="68" y="100"/>
                                  </a:cubicBezTo>
                                  <a:cubicBezTo>
                                    <a:pt x="67" y="100"/>
                                    <a:pt x="67" y="100"/>
                                    <a:pt x="67" y="100"/>
                                  </a:cubicBezTo>
                                  <a:cubicBezTo>
                                    <a:pt x="67" y="99"/>
                                    <a:pt x="67" y="99"/>
                                    <a:pt x="67" y="99"/>
                                  </a:cubicBezTo>
                                  <a:cubicBezTo>
                                    <a:pt x="67" y="99"/>
                                    <a:pt x="67" y="99"/>
                                    <a:pt x="67" y="98"/>
                                  </a:cubicBezTo>
                                  <a:cubicBezTo>
                                    <a:pt x="67" y="98"/>
                                    <a:pt x="67" y="98"/>
                                    <a:pt x="66" y="98"/>
                                  </a:cubicBezTo>
                                  <a:cubicBezTo>
                                    <a:pt x="66" y="98"/>
                                    <a:pt x="66" y="98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4" y="97"/>
                                    <a:pt x="64" y="97"/>
                                  </a:cubicBezTo>
                                  <a:cubicBezTo>
                                    <a:pt x="64" y="98"/>
                                    <a:pt x="64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4" y="98"/>
                                  </a:cubicBezTo>
                                  <a:cubicBezTo>
                                    <a:pt x="64" y="99"/>
                                    <a:pt x="64" y="99"/>
                                    <a:pt x="64" y="99"/>
                                  </a:cubicBezTo>
                                  <a:cubicBezTo>
                                    <a:pt x="63" y="99"/>
                                    <a:pt x="63" y="99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1"/>
                                    <a:pt x="63" y="101"/>
                                    <a:pt x="63" y="101"/>
                                  </a:cubicBezTo>
                                  <a:cubicBezTo>
                                    <a:pt x="63" y="101"/>
                                    <a:pt x="63" y="101"/>
                                    <a:pt x="63" y="101"/>
                                  </a:cubicBezTo>
                                  <a:cubicBezTo>
                                    <a:pt x="63" y="101"/>
                                    <a:pt x="63" y="101"/>
                                    <a:pt x="63" y="102"/>
                                  </a:cubicBezTo>
                                  <a:cubicBezTo>
                                    <a:pt x="63" y="102"/>
                                    <a:pt x="63" y="102"/>
                                    <a:pt x="63" y="102"/>
                                  </a:cubicBezTo>
                                  <a:cubicBezTo>
                                    <a:pt x="63" y="102"/>
                                    <a:pt x="63" y="102"/>
                                    <a:pt x="63" y="102"/>
                                  </a:cubicBezTo>
                                  <a:cubicBezTo>
                                    <a:pt x="63" y="102"/>
                                    <a:pt x="64" y="102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5"/>
                                    <a:pt x="65" y="105"/>
                                  </a:cubicBezTo>
                                  <a:cubicBezTo>
                                    <a:pt x="65" y="105"/>
                                    <a:pt x="65" y="106"/>
                                    <a:pt x="65" y="107"/>
                                  </a:cubicBezTo>
                                  <a:cubicBezTo>
                                    <a:pt x="65" y="107"/>
                                    <a:pt x="65" y="107"/>
                                    <a:pt x="65" y="107"/>
                                  </a:cubicBezTo>
                                  <a:cubicBezTo>
                                    <a:pt x="65" y="107"/>
                                    <a:pt x="64" y="108"/>
                                    <a:pt x="64" y="108"/>
                                  </a:cubicBezTo>
                                  <a:cubicBezTo>
                                    <a:pt x="64" y="108"/>
                                    <a:pt x="64" y="108"/>
                                    <a:pt x="64" y="108"/>
                                  </a:cubicBezTo>
                                  <a:cubicBezTo>
                                    <a:pt x="64" y="108"/>
                                    <a:pt x="64" y="109"/>
                                    <a:pt x="63" y="109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2" y="110"/>
                                    <a:pt x="62" y="109"/>
                                  </a:cubicBezTo>
                                  <a:cubicBezTo>
                                    <a:pt x="63" y="109"/>
                                    <a:pt x="62" y="109"/>
                                    <a:pt x="62" y="109"/>
                                  </a:cubicBezTo>
                                  <a:cubicBezTo>
                                    <a:pt x="62" y="109"/>
                                    <a:pt x="62" y="109"/>
                                    <a:pt x="62" y="108"/>
                                  </a:cubicBezTo>
                                  <a:cubicBezTo>
                                    <a:pt x="61" y="108"/>
                                    <a:pt x="62" y="108"/>
                                    <a:pt x="62" y="108"/>
                                  </a:cubicBezTo>
                                  <a:cubicBezTo>
                                    <a:pt x="62" y="108"/>
                                    <a:pt x="62" y="108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1" y="107"/>
                                    <a:pt x="61" y="107"/>
                                    <a:pt x="61" y="107"/>
                                  </a:cubicBezTo>
                                  <a:cubicBezTo>
                                    <a:pt x="61" y="107"/>
                                    <a:pt x="61" y="108"/>
                                    <a:pt x="61" y="108"/>
                                  </a:cubicBezTo>
                                  <a:cubicBezTo>
                                    <a:pt x="60" y="108"/>
                                    <a:pt x="60" y="108"/>
                                    <a:pt x="60" y="108"/>
                                  </a:cubicBezTo>
                                  <a:cubicBezTo>
                                    <a:pt x="59" y="108"/>
                                    <a:pt x="59" y="108"/>
                                    <a:pt x="58" y="107"/>
                                  </a:cubicBezTo>
                                  <a:cubicBezTo>
                                    <a:pt x="58" y="107"/>
                                    <a:pt x="58" y="107"/>
                                    <a:pt x="58" y="107"/>
                                  </a:cubicBezTo>
                                  <a:cubicBezTo>
                                    <a:pt x="58" y="107"/>
                                    <a:pt x="57" y="107"/>
                                    <a:pt x="57" y="107"/>
                                  </a:cubicBezTo>
                                  <a:cubicBezTo>
                                    <a:pt x="57" y="107"/>
                                    <a:pt x="56" y="107"/>
                                    <a:pt x="56" y="106"/>
                                  </a:cubicBezTo>
                                  <a:cubicBezTo>
                                    <a:pt x="56" y="106"/>
                                    <a:pt x="56" y="106"/>
                                    <a:pt x="56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4" y="106"/>
                                    <a:pt x="54" y="106"/>
                                    <a:pt x="54" y="106"/>
                                  </a:cubicBezTo>
                                  <a:cubicBezTo>
                                    <a:pt x="54" y="106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3" y="105"/>
                                    <a:pt x="53" y="104"/>
                                    <a:pt x="53" y="103"/>
                                  </a:cubicBezTo>
                                  <a:cubicBezTo>
                                    <a:pt x="53" y="103"/>
                                    <a:pt x="53" y="103"/>
                                    <a:pt x="53" y="103"/>
                                  </a:cubicBezTo>
                                  <a:cubicBezTo>
                                    <a:pt x="53" y="103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2" y="102"/>
                                  </a:cubicBezTo>
                                  <a:cubicBezTo>
                                    <a:pt x="52" y="102"/>
                                    <a:pt x="52" y="101"/>
                                    <a:pt x="52" y="101"/>
                                  </a:cubicBezTo>
                                  <a:cubicBezTo>
                                    <a:pt x="52" y="100"/>
                                    <a:pt x="52" y="100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4" y="98"/>
                                    <a:pt x="54" y="98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3" y="96"/>
                                    <a:pt x="53" y="96"/>
                                  </a:cubicBezTo>
                                  <a:cubicBezTo>
                                    <a:pt x="52" y="95"/>
                                    <a:pt x="52" y="95"/>
                                    <a:pt x="52" y="95"/>
                                  </a:cubicBezTo>
                                  <a:cubicBezTo>
                                    <a:pt x="51" y="95"/>
                                    <a:pt x="51" y="95"/>
                                    <a:pt x="51" y="95"/>
                                  </a:cubicBezTo>
                                  <a:cubicBezTo>
                                    <a:pt x="51" y="95"/>
                                    <a:pt x="51" y="95"/>
                                    <a:pt x="51" y="95"/>
                                  </a:cubicBezTo>
                                  <a:cubicBezTo>
                                    <a:pt x="50" y="95"/>
                                    <a:pt x="50" y="95"/>
                                    <a:pt x="50" y="94"/>
                                  </a:cubicBezTo>
                                  <a:cubicBezTo>
                                    <a:pt x="50" y="94"/>
                                    <a:pt x="50" y="94"/>
                                    <a:pt x="49" y="94"/>
                                  </a:cubicBezTo>
                                  <a:cubicBezTo>
                                    <a:pt x="49" y="94"/>
                                    <a:pt x="49" y="94"/>
                                    <a:pt x="49" y="94"/>
                                  </a:cubicBezTo>
                                  <a:cubicBezTo>
                                    <a:pt x="49" y="94"/>
                                    <a:pt x="49" y="94"/>
                                    <a:pt x="49" y="94"/>
                                  </a:cubicBezTo>
                                  <a:cubicBezTo>
                                    <a:pt x="49" y="94"/>
                                    <a:pt x="48" y="94"/>
                                    <a:pt x="48" y="94"/>
                                  </a:cubicBezTo>
                                  <a:cubicBezTo>
                                    <a:pt x="48" y="94"/>
                                    <a:pt x="48" y="94"/>
                                    <a:pt x="48" y="95"/>
                                  </a:cubicBezTo>
                                  <a:cubicBezTo>
                                    <a:pt x="48" y="95"/>
                                    <a:pt x="48" y="95"/>
                                    <a:pt x="48" y="95"/>
                                  </a:cubicBezTo>
                                  <a:cubicBezTo>
                                    <a:pt x="48" y="95"/>
                                    <a:pt x="48" y="95"/>
                                    <a:pt x="48" y="95"/>
                                  </a:cubicBezTo>
                                  <a:cubicBezTo>
                                    <a:pt x="48" y="96"/>
                                    <a:pt x="48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8" y="96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8"/>
                                    <a:pt x="48" y="98"/>
                                    <a:pt x="48" y="97"/>
                                  </a:cubicBezTo>
                                  <a:cubicBezTo>
                                    <a:pt x="48" y="97"/>
                                    <a:pt x="47" y="97"/>
                                    <a:pt x="47" y="97"/>
                                  </a:cubicBezTo>
                                  <a:cubicBezTo>
                                    <a:pt x="47" y="97"/>
                                    <a:pt x="47" y="97"/>
                                    <a:pt x="47" y="97"/>
                                  </a:cubicBezTo>
                                  <a:cubicBezTo>
                                    <a:pt x="47" y="97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6" y="96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5" y="95"/>
                                    <a:pt x="45" y="95"/>
                                  </a:cubicBezTo>
                                  <a:cubicBezTo>
                                    <a:pt x="45" y="95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8"/>
                                  </a:cubicBezTo>
                                  <a:cubicBezTo>
                                    <a:pt x="45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6"/>
                                    <a:pt x="43" y="96"/>
                                    <a:pt x="43" y="96"/>
                                  </a:cubicBezTo>
                                  <a:cubicBezTo>
                                    <a:pt x="43" y="96"/>
                                    <a:pt x="43" y="96"/>
                                    <a:pt x="43" y="96"/>
                                  </a:cubicBezTo>
                                  <a:cubicBezTo>
                                    <a:pt x="43" y="96"/>
                                    <a:pt x="43" y="95"/>
                                    <a:pt x="43" y="95"/>
                                  </a:cubicBezTo>
                                  <a:cubicBezTo>
                                    <a:pt x="43" y="95"/>
                                    <a:pt x="43" y="95"/>
                                    <a:pt x="43" y="95"/>
                                  </a:cubicBezTo>
                                  <a:cubicBezTo>
                                    <a:pt x="43" y="95"/>
                                    <a:pt x="43" y="95"/>
                                    <a:pt x="43" y="95"/>
                                  </a:cubicBezTo>
                                  <a:cubicBezTo>
                                    <a:pt x="42" y="95"/>
                                    <a:pt x="42" y="95"/>
                                    <a:pt x="42" y="95"/>
                                  </a:cubicBezTo>
                                  <a:cubicBezTo>
                                    <a:pt x="42" y="95"/>
                                    <a:pt x="42" y="95"/>
                                    <a:pt x="41" y="95"/>
                                  </a:cubicBezTo>
                                  <a:cubicBezTo>
                                    <a:pt x="41" y="95"/>
                                    <a:pt x="41" y="96"/>
                                    <a:pt x="41" y="96"/>
                                  </a:cubicBezTo>
                                  <a:cubicBezTo>
                                    <a:pt x="41" y="96"/>
                                    <a:pt x="41" y="96"/>
                                    <a:pt x="41" y="96"/>
                                  </a:cubicBezTo>
                                  <a:cubicBezTo>
                                    <a:pt x="40" y="97"/>
                                    <a:pt x="41" y="96"/>
                                    <a:pt x="41" y="97"/>
                                  </a:cubicBezTo>
                                  <a:cubicBezTo>
                                    <a:pt x="41" y="97"/>
                                    <a:pt x="41" y="97"/>
                                    <a:pt x="40" y="97"/>
                                  </a:cubicBezTo>
                                  <a:cubicBezTo>
                                    <a:pt x="40" y="97"/>
                                    <a:pt x="40" y="97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39" y="98"/>
                                    <a:pt x="40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2"/>
                                  </a:cubicBezTo>
                                  <a:cubicBezTo>
                                    <a:pt x="39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99"/>
                                    <a:pt x="37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7" y="98"/>
                                    <a:pt x="38" y="98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5"/>
                                    <a:pt x="38" y="95"/>
                                    <a:pt x="38" y="95"/>
                                  </a:cubicBezTo>
                                  <a:cubicBezTo>
                                    <a:pt x="39" y="94"/>
                                    <a:pt x="39" y="94"/>
                                    <a:pt x="39" y="94"/>
                                  </a:cubicBezTo>
                                  <a:cubicBezTo>
                                    <a:pt x="39" y="93"/>
                                    <a:pt x="39" y="93"/>
                                    <a:pt x="40" y="93"/>
                                  </a:cubicBezTo>
                                  <a:cubicBezTo>
                                    <a:pt x="40" y="93"/>
                                    <a:pt x="40" y="93"/>
                                    <a:pt x="40" y="93"/>
                                  </a:cubicBezTo>
                                  <a:cubicBezTo>
                                    <a:pt x="41" y="93"/>
                                    <a:pt x="41" y="93"/>
                                    <a:pt x="41" y="93"/>
                                  </a:cubicBezTo>
                                  <a:cubicBezTo>
                                    <a:pt x="41" y="93"/>
                                    <a:pt x="41" y="93"/>
                                    <a:pt x="41" y="93"/>
                                  </a:cubicBezTo>
                                  <a:cubicBezTo>
                                    <a:pt x="41" y="93"/>
                                    <a:pt x="41" y="93"/>
                                    <a:pt x="42" y="92"/>
                                  </a:cubicBezTo>
                                  <a:cubicBezTo>
                                    <a:pt x="42" y="92"/>
                                    <a:pt x="42" y="92"/>
                                    <a:pt x="42" y="92"/>
                                  </a:cubicBezTo>
                                  <a:cubicBezTo>
                                    <a:pt x="42" y="92"/>
                                    <a:pt x="42" y="92"/>
                                    <a:pt x="42" y="92"/>
                                  </a:cubicBezTo>
                                  <a:cubicBezTo>
                                    <a:pt x="42" y="92"/>
                                    <a:pt x="43" y="92"/>
                                    <a:pt x="43" y="92"/>
                                  </a:cubicBezTo>
                                  <a:cubicBezTo>
                                    <a:pt x="43" y="92"/>
                                    <a:pt x="43" y="92"/>
                                    <a:pt x="43" y="92"/>
                                  </a:cubicBezTo>
                                  <a:cubicBezTo>
                                    <a:pt x="44" y="92"/>
                                    <a:pt x="44" y="92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0"/>
                                    <a:pt x="44" y="90"/>
                                    <a:pt x="44" y="90"/>
                                  </a:cubicBezTo>
                                  <a:cubicBezTo>
                                    <a:pt x="44" y="90"/>
                                    <a:pt x="44" y="90"/>
                                    <a:pt x="44" y="90"/>
                                  </a:cubicBezTo>
                                  <a:cubicBezTo>
                                    <a:pt x="44" y="89"/>
                                    <a:pt x="45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7" y="89"/>
                                    <a:pt x="46" y="89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7"/>
                                    <a:pt x="47" y="88"/>
                                    <a:pt x="47" y="88"/>
                                  </a:cubicBezTo>
                                  <a:cubicBezTo>
                                    <a:pt x="48" y="88"/>
                                    <a:pt x="48" y="88"/>
                                    <a:pt x="48" y="88"/>
                                  </a:cubicBezTo>
                                  <a:cubicBezTo>
                                    <a:pt x="48" y="88"/>
                                    <a:pt x="48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50" y="88"/>
                                    <a:pt x="50" y="89"/>
                                    <a:pt x="50" y="89"/>
                                  </a:cubicBezTo>
                                  <a:cubicBezTo>
                                    <a:pt x="50" y="89"/>
                                    <a:pt x="50" y="89"/>
                                    <a:pt x="50" y="89"/>
                                  </a:cubicBezTo>
                                  <a:cubicBezTo>
                                    <a:pt x="50" y="89"/>
                                    <a:pt x="51" y="89"/>
                                    <a:pt x="51" y="90"/>
                                  </a:cubicBezTo>
                                  <a:cubicBezTo>
                                    <a:pt x="51" y="90"/>
                                    <a:pt x="51" y="90"/>
                                    <a:pt x="51" y="90"/>
                                  </a:cubicBezTo>
                                  <a:cubicBezTo>
                                    <a:pt x="51" y="90"/>
                                    <a:pt x="51" y="90"/>
                                    <a:pt x="51" y="91"/>
                                  </a:cubicBezTo>
                                  <a:cubicBezTo>
                                    <a:pt x="51" y="91"/>
                                    <a:pt x="51" y="91"/>
                                    <a:pt x="51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2" y="92"/>
                                  </a:cubicBezTo>
                                  <a:cubicBezTo>
                                    <a:pt x="52" y="92"/>
                                    <a:pt x="52" y="92"/>
                                    <a:pt x="52" y="91"/>
                                  </a:cubicBezTo>
                                  <a:cubicBezTo>
                                    <a:pt x="52" y="91"/>
                                    <a:pt x="52" y="91"/>
                                    <a:pt x="52" y="91"/>
                                  </a:cubicBezTo>
                                  <a:cubicBezTo>
                                    <a:pt x="52" y="91"/>
                                    <a:pt x="52" y="91"/>
                                    <a:pt x="53" y="91"/>
                                  </a:cubicBezTo>
                                  <a:cubicBezTo>
                                    <a:pt x="53" y="91"/>
                                    <a:pt x="53" y="91"/>
                                    <a:pt x="53" y="91"/>
                                  </a:cubicBezTo>
                                  <a:cubicBezTo>
                                    <a:pt x="53" y="91"/>
                                    <a:pt x="53" y="91"/>
                                    <a:pt x="53" y="91"/>
                                  </a:cubicBezTo>
                                  <a:cubicBezTo>
                                    <a:pt x="53" y="91"/>
                                    <a:pt x="54" y="91"/>
                                    <a:pt x="54" y="90"/>
                                  </a:cubicBezTo>
                                  <a:cubicBezTo>
                                    <a:pt x="54" y="90"/>
                                    <a:pt x="53" y="90"/>
                                    <a:pt x="53" y="90"/>
                                  </a:cubicBezTo>
                                  <a:cubicBezTo>
                                    <a:pt x="53" y="90"/>
                                    <a:pt x="53" y="90"/>
                                    <a:pt x="54" y="90"/>
                                  </a:cubicBezTo>
                                  <a:cubicBezTo>
                                    <a:pt x="54" y="90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3" y="89"/>
                                    <a:pt x="53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5" y="87"/>
                                    <a:pt x="55" y="88"/>
                                    <a:pt x="55" y="88"/>
                                  </a:cubicBezTo>
                                  <a:cubicBezTo>
                                    <a:pt x="55" y="88"/>
                                    <a:pt x="55" y="88"/>
                                    <a:pt x="55" y="88"/>
                                  </a:cubicBezTo>
                                  <a:cubicBezTo>
                                    <a:pt x="55" y="88"/>
                                    <a:pt x="55" y="88"/>
                                    <a:pt x="56" y="88"/>
                                  </a:cubicBezTo>
                                  <a:cubicBezTo>
                                    <a:pt x="56" y="88"/>
                                    <a:pt x="56" y="88"/>
                                    <a:pt x="56" y="88"/>
                                  </a:cubicBezTo>
                                  <a:cubicBezTo>
                                    <a:pt x="56" y="88"/>
                                    <a:pt x="56" y="88"/>
                                    <a:pt x="56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8"/>
                                    <a:pt x="57" y="88"/>
                                    <a:pt x="57" y="88"/>
                                  </a:cubicBezTo>
                                  <a:cubicBezTo>
                                    <a:pt x="57" y="88"/>
                                    <a:pt x="57" y="88"/>
                                    <a:pt x="57" y="87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7" y="85"/>
                                    <a:pt x="57" y="85"/>
                                    <a:pt x="57" y="85"/>
                                  </a:cubicBezTo>
                                  <a:cubicBezTo>
                                    <a:pt x="57" y="85"/>
                                    <a:pt x="57" y="85"/>
                                    <a:pt x="57" y="85"/>
                                  </a:cubicBezTo>
                                  <a:cubicBezTo>
                                    <a:pt x="58" y="85"/>
                                    <a:pt x="58" y="85"/>
                                    <a:pt x="58" y="85"/>
                                  </a:cubicBezTo>
                                  <a:cubicBezTo>
                                    <a:pt x="58" y="85"/>
                                    <a:pt x="59" y="85"/>
                                    <a:pt x="59" y="86"/>
                                  </a:cubicBezTo>
                                  <a:cubicBezTo>
                                    <a:pt x="59" y="86"/>
                                    <a:pt x="60" y="86"/>
                                    <a:pt x="60" y="86"/>
                                  </a:cubicBezTo>
                                  <a:cubicBezTo>
                                    <a:pt x="60" y="86"/>
                                    <a:pt x="60" y="85"/>
                                    <a:pt x="60" y="85"/>
                                  </a:cubicBezTo>
                                  <a:cubicBezTo>
                                    <a:pt x="60" y="85"/>
                                    <a:pt x="60" y="85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4"/>
                                    <a:pt x="61" y="84"/>
                                    <a:pt x="61" y="85"/>
                                  </a:cubicBezTo>
                                  <a:cubicBezTo>
                                    <a:pt x="61" y="85"/>
                                    <a:pt x="62" y="85"/>
                                    <a:pt x="62" y="85"/>
                                  </a:cubicBezTo>
                                  <a:cubicBezTo>
                                    <a:pt x="62" y="84"/>
                                    <a:pt x="63" y="84"/>
                                    <a:pt x="63" y="84"/>
                                  </a:cubicBezTo>
                                  <a:cubicBezTo>
                                    <a:pt x="63" y="84"/>
                                    <a:pt x="63" y="84"/>
                                    <a:pt x="63" y="83"/>
                                  </a:cubicBezTo>
                                  <a:cubicBezTo>
                                    <a:pt x="62" y="83"/>
                                    <a:pt x="62" y="82"/>
                                    <a:pt x="62" y="82"/>
                                  </a:cubicBezTo>
                                  <a:cubicBezTo>
                                    <a:pt x="62" y="82"/>
                                    <a:pt x="62" y="82"/>
                                    <a:pt x="62" y="82"/>
                                  </a:cubicBezTo>
                                  <a:cubicBezTo>
                                    <a:pt x="62" y="81"/>
                                    <a:pt x="62" y="80"/>
                                    <a:pt x="61" y="80"/>
                                  </a:cubicBezTo>
                                  <a:cubicBezTo>
                                    <a:pt x="61" y="80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79"/>
                                    <a:pt x="62" y="79"/>
                                  </a:cubicBezTo>
                                  <a:cubicBezTo>
                                    <a:pt x="62" y="79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9"/>
                                  </a:cubicBezTo>
                                  <a:cubicBezTo>
                                    <a:pt x="62" y="79"/>
                                    <a:pt x="62" y="79"/>
                                    <a:pt x="62" y="79"/>
                                  </a:cubicBezTo>
                                  <a:cubicBezTo>
                                    <a:pt x="62" y="79"/>
                                    <a:pt x="62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80"/>
                                    <a:pt x="63" y="80"/>
                                    <a:pt x="63" y="80"/>
                                  </a:cubicBezTo>
                                  <a:cubicBezTo>
                                    <a:pt x="63" y="80"/>
                                    <a:pt x="64" y="80"/>
                                    <a:pt x="64" y="80"/>
                                  </a:cubicBezTo>
                                  <a:cubicBezTo>
                                    <a:pt x="64" y="80"/>
                                    <a:pt x="64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1"/>
                                  </a:cubicBezTo>
                                  <a:cubicBezTo>
                                    <a:pt x="65" y="81"/>
                                    <a:pt x="65" y="81"/>
                                    <a:pt x="65" y="81"/>
                                  </a:cubicBezTo>
                                  <a:cubicBezTo>
                                    <a:pt x="65" y="81"/>
                                    <a:pt x="66" y="81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8" y="83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9" y="85"/>
                                    <a:pt x="68" y="85"/>
                                  </a:cubicBezTo>
                                  <a:cubicBezTo>
                                    <a:pt x="68" y="85"/>
                                    <a:pt x="68" y="85"/>
                                    <a:pt x="68" y="85"/>
                                  </a:cubicBezTo>
                                  <a:cubicBezTo>
                                    <a:pt x="69" y="85"/>
                                    <a:pt x="69" y="85"/>
                                    <a:pt x="68" y="85"/>
                                  </a:cubicBezTo>
                                  <a:cubicBezTo>
                                    <a:pt x="68" y="86"/>
                                    <a:pt x="68" y="86"/>
                                    <a:pt x="67" y="87"/>
                                  </a:cubicBezTo>
                                  <a:cubicBezTo>
                                    <a:pt x="67" y="87"/>
                                    <a:pt x="67" y="87"/>
                                    <a:pt x="67" y="87"/>
                                  </a:cubicBezTo>
                                  <a:cubicBezTo>
                                    <a:pt x="67" y="87"/>
                                    <a:pt x="67" y="87"/>
                                    <a:pt x="67" y="88"/>
                                  </a:cubicBezTo>
                                  <a:cubicBezTo>
                                    <a:pt x="68" y="87"/>
                                    <a:pt x="68" y="87"/>
                                    <a:pt x="69" y="87"/>
                                  </a:cubicBezTo>
                                  <a:cubicBezTo>
                                    <a:pt x="69" y="87"/>
                                    <a:pt x="69" y="87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9"/>
                                    <a:pt x="69" y="89"/>
                                    <a:pt x="69" y="89"/>
                                  </a:cubicBezTo>
                                  <a:cubicBezTo>
                                    <a:pt x="69" y="89"/>
                                    <a:pt x="69" y="89"/>
                                    <a:pt x="69" y="89"/>
                                  </a:cubicBezTo>
                                  <a:cubicBezTo>
                                    <a:pt x="69" y="90"/>
                                    <a:pt x="69" y="90"/>
                                    <a:pt x="69" y="90"/>
                                  </a:cubicBezTo>
                                  <a:cubicBezTo>
                                    <a:pt x="69" y="90"/>
                                    <a:pt x="69" y="90"/>
                                    <a:pt x="69" y="90"/>
                                  </a:cubicBezTo>
                                  <a:cubicBezTo>
                                    <a:pt x="69" y="90"/>
                                    <a:pt x="69" y="89"/>
                                    <a:pt x="70" y="90"/>
                                  </a:cubicBezTo>
                                  <a:cubicBezTo>
                                    <a:pt x="70" y="90"/>
                                    <a:pt x="70" y="91"/>
                                    <a:pt x="70" y="91"/>
                                  </a:cubicBezTo>
                                  <a:cubicBezTo>
                                    <a:pt x="70" y="91"/>
                                    <a:pt x="70" y="91"/>
                                    <a:pt x="69" y="91"/>
                                  </a:cubicBezTo>
                                  <a:cubicBezTo>
                                    <a:pt x="70" y="92"/>
                                    <a:pt x="70" y="92"/>
                                    <a:pt x="69" y="92"/>
                                  </a:cubicBezTo>
                                  <a:cubicBezTo>
                                    <a:pt x="69" y="92"/>
                                    <a:pt x="69" y="92"/>
                                    <a:pt x="69" y="92"/>
                                  </a:cubicBezTo>
                                  <a:cubicBezTo>
                                    <a:pt x="69" y="92"/>
                                    <a:pt x="69" y="92"/>
                                    <a:pt x="70" y="93"/>
                                  </a:cubicBezTo>
                                  <a:cubicBezTo>
                                    <a:pt x="70" y="93"/>
                                    <a:pt x="70" y="93"/>
                                    <a:pt x="70" y="93"/>
                                  </a:cubicBezTo>
                                  <a:cubicBezTo>
                                    <a:pt x="70" y="93"/>
                                    <a:pt x="70" y="93"/>
                                    <a:pt x="70" y="93"/>
                                  </a:cubicBezTo>
                                  <a:cubicBezTo>
                                    <a:pt x="70" y="93"/>
                                    <a:pt x="71" y="93"/>
                                    <a:pt x="71" y="93"/>
                                  </a:cubicBezTo>
                                  <a:cubicBezTo>
                                    <a:pt x="71" y="93"/>
                                    <a:pt x="71" y="94"/>
                                    <a:pt x="71" y="94"/>
                                  </a:cubicBezTo>
                                  <a:cubicBezTo>
                                    <a:pt x="71" y="94"/>
                                    <a:pt x="71" y="94"/>
                                    <a:pt x="71" y="95"/>
                                  </a:cubicBezTo>
                                  <a:cubicBezTo>
                                    <a:pt x="71" y="95"/>
                                    <a:pt x="71" y="95"/>
                                    <a:pt x="71" y="95"/>
                                  </a:cubicBezTo>
                                  <a:cubicBezTo>
                                    <a:pt x="71" y="95"/>
                                    <a:pt x="71" y="95"/>
                                    <a:pt x="71" y="95"/>
                                  </a:cubicBezTo>
                                  <a:cubicBezTo>
                                    <a:pt x="71" y="95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7"/>
                                  </a:cubicBezTo>
                                  <a:close/>
                                  <a:moveTo>
                                    <a:pt x="61" y="85"/>
                                  </a:moveTo>
                                  <a:cubicBezTo>
                                    <a:pt x="61" y="85"/>
                                    <a:pt x="61" y="85"/>
                                    <a:pt x="60" y="85"/>
                                  </a:cubicBezTo>
                                  <a:cubicBezTo>
                                    <a:pt x="61" y="85"/>
                                    <a:pt x="61" y="85"/>
                                    <a:pt x="61" y="85"/>
                                  </a:cubicBezTo>
                                  <a:close/>
                                  <a:moveTo>
                                    <a:pt x="65" y="98"/>
                                  </a:move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6" y="100"/>
                                    <a:pt x="66" y="100"/>
                                    <a:pt x="66" y="99"/>
                                  </a:cubicBezTo>
                                  <a:cubicBezTo>
                                    <a:pt x="66" y="99"/>
                                    <a:pt x="65" y="99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6" y="98"/>
                                    <a:pt x="66" y="98"/>
                                    <a:pt x="65" y="98"/>
                                  </a:cubicBezTo>
                                  <a:close/>
                                  <a:moveTo>
                                    <a:pt x="65" y="100"/>
                                  </a:move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99"/>
                                    <a:pt x="65" y="99"/>
                                    <a:pt x="65" y="100"/>
                                  </a:cubicBezTo>
                                  <a:close/>
                                  <a:moveTo>
                                    <a:pt x="46" y="82"/>
                                  </a:moveTo>
                                  <a:cubicBezTo>
                                    <a:pt x="47" y="82"/>
                                    <a:pt x="47" y="82"/>
                                    <a:pt x="47" y="81"/>
                                  </a:cubicBezTo>
                                  <a:cubicBezTo>
                                    <a:pt x="47" y="80"/>
                                    <a:pt x="47" y="80"/>
                                    <a:pt x="48" y="79"/>
                                  </a:cubicBezTo>
                                  <a:cubicBezTo>
                                    <a:pt x="48" y="79"/>
                                    <a:pt x="48" y="78"/>
                                    <a:pt x="48" y="78"/>
                                  </a:cubicBezTo>
                                  <a:cubicBezTo>
                                    <a:pt x="48" y="78"/>
                                    <a:pt x="48" y="77"/>
                                    <a:pt x="48" y="77"/>
                                  </a:cubicBezTo>
                                  <a:cubicBezTo>
                                    <a:pt x="49" y="77"/>
                                    <a:pt x="49" y="77"/>
                                    <a:pt x="49" y="77"/>
                                  </a:cubicBezTo>
                                  <a:cubicBezTo>
                                    <a:pt x="49" y="77"/>
                                    <a:pt x="49" y="76"/>
                                    <a:pt x="49" y="76"/>
                                  </a:cubicBezTo>
                                  <a:cubicBezTo>
                                    <a:pt x="50" y="76"/>
                                    <a:pt x="50" y="76"/>
                                    <a:pt x="50" y="76"/>
                                  </a:cubicBezTo>
                                  <a:cubicBezTo>
                                    <a:pt x="50" y="76"/>
                                    <a:pt x="50" y="76"/>
                                    <a:pt x="50" y="76"/>
                                  </a:cubicBezTo>
                                  <a:cubicBezTo>
                                    <a:pt x="50" y="76"/>
                                    <a:pt x="50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4"/>
                                    <a:pt x="51" y="74"/>
                                    <a:pt x="51" y="74"/>
                                  </a:cubicBezTo>
                                  <a:cubicBezTo>
                                    <a:pt x="51" y="73"/>
                                    <a:pt x="51" y="73"/>
                                    <a:pt x="51" y="73"/>
                                  </a:cubicBezTo>
                                  <a:cubicBezTo>
                                    <a:pt x="51" y="73"/>
                                    <a:pt x="51" y="72"/>
                                    <a:pt x="51" y="72"/>
                                  </a:cubicBezTo>
                                  <a:cubicBezTo>
                                    <a:pt x="51" y="72"/>
                                    <a:pt x="51" y="71"/>
                                    <a:pt x="51" y="71"/>
                                  </a:cubicBezTo>
                                  <a:cubicBezTo>
                                    <a:pt x="51" y="71"/>
                                    <a:pt x="51" y="71"/>
                                    <a:pt x="51" y="70"/>
                                  </a:cubicBezTo>
                                  <a:cubicBezTo>
                                    <a:pt x="51" y="70"/>
                                    <a:pt x="51" y="70"/>
                                    <a:pt x="50" y="70"/>
                                  </a:cubicBezTo>
                                  <a:cubicBezTo>
                                    <a:pt x="50" y="70"/>
                                    <a:pt x="50" y="70"/>
                                    <a:pt x="50" y="70"/>
                                  </a:cubicBezTo>
                                  <a:cubicBezTo>
                                    <a:pt x="51" y="69"/>
                                    <a:pt x="51" y="69"/>
                                    <a:pt x="51" y="69"/>
                                  </a:cubicBezTo>
                                  <a:cubicBezTo>
                                    <a:pt x="51" y="69"/>
                                    <a:pt x="51" y="68"/>
                                    <a:pt x="51" y="68"/>
                                  </a:cubicBezTo>
                                  <a:cubicBezTo>
                                    <a:pt x="51" y="68"/>
                                    <a:pt x="51" y="68"/>
                                    <a:pt x="51" y="68"/>
                                  </a:cubicBezTo>
                                  <a:cubicBezTo>
                                    <a:pt x="50" y="68"/>
                                    <a:pt x="50" y="68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70"/>
                                  </a:cubicBezTo>
                                  <a:cubicBezTo>
                                    <a:pt x="50" y="70"/>
                                    <a:pt x="50" y="70"/>
                                    <a:pt x="50" y="70"/>
                                  </a:cubicBezTo>
                                  <a:cubicBezTo>
                                    <a:pt x="50" y="70"/>
                                    <a:pt x="50" y="71"/>
                                    <a:pt x="50" y="71"/>
                                  </a:cubicBezTo>
                                  <a:cubicBezTo>
                                    <a:pt x="49" y="71"/>
                                    <a:pt x="49" y="71"/>
                                    <a:pt x="50" y="71"/>
                                  </a:cubicBezTo>
                                  <a:cubicBezTo>
                                    <a:pt x="49" y="72"/>
                                    <a:pt x="49" y="72"/>
                                    <a:pt x="49" y="73"/>
                                  </a:cubicBezTo>
                                  <a:cubicBezTo>
                                    <a:pt x="49" y="73"/>
                                    <a:pt x="49" y="73"/>
                                    <a:pt x="48" y="73"/>
                                  </a:cubicBezTo>
                                  <a:cubicBezTo>
                                    <a:pt x="48" y="73"/>
                                    <a:pt x="48" y="73"/>
                                    <a:pt x="49" y="73"/>
                                  </a:cubicBezTo>
                                  <a:cubicBezTo>
                                    <a:pt x="49" y="74"/>
                                    <a:pt x="49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5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8" y="76"/>
                                    <a:pt x="48" y="76"/>
                                  </a:cubicBezTo>
                                  <a:cubicBezTo>
                                    <a:pt x="47" y="76"/>
                                    <a:pt x="47" y="76"/>
                                    <a:pt x="47" y="76"/>
                                  </a:cubicBezTo>
                                  <a:cubicBezTo>
                                    <a:pt x="47" y="76"/>
                                    <a:pt x="47" y="77"/>
                                    <a:pt x="47" y="77"/>
                                  </a:cubicBezTo>
                                  <a:cubicBezTo>
                                    <a:pt x="47" y="77"/>
                                    <a:pt x="47" y="77"/>
                                    <a:pt x="47" y="77"/>
                                  </a:cubicBezTo>
                                  <a:cubicBezTo>
                                    <a:pt x="47" y="77"/>
                                    <a:pt x="47" y="78"/>
                                    <a:pt x="47" y="78"/>
                                  </a:cubicBez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7" y="79"/>
                                    <a:pt x="47" y="79"/>
                                    <a:pt x="46" y="79"/>
                                  </a:cubicBezTo>
                                  <a:cubicBezTo>
                                    <a:pt x="46" y="79"/>
                                    <a:pt x="46" y="79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6" y="81"/>
                                    <a:pt x="46" y="81"/>
                                    <a:pt x="46" y="81"/>
                                  </a:cubicBezTo>
                                  <a:cubicBezTo>
                                    <a:pt x="46" y="81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lose/>
                                  <a:moveTo>
                                    <a:pt x="53" y="73"/>
                                  </a:move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4" y="73"/>
                                    <a:pt x="54" y="73"/>
                                  </a:cubicBezTo>
                                  <a:cubicBezTo>
                                    <a:pt x="54" y="73"/>
                                    <a:pt x="54" y="73"/>
                                    <a:pt x="54" y="73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3"/>
                                    <a:pt x="54" y="73"/>
                                    <a:pt x="53" y="72"/>
                                  </a:cubicBezTo>
                                  <a:cubicBezTo>
                                    <a:pt x="53" y="72"/>
                                    <a:pt x="53" y="72"/>
                                    <a:pt x="53" y="72"/>
                                  </a:cubicBezTo>
                                  <a:cubicBezTo>
                                    <a:pt x="53" y="72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lose/>
                                  <a:moveTo>
                                    <a:pt x="51" y="76"/>
                                  </a:move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lose/>
                                  <a:moveTo>
                                    <a:pt x="55" y="72"/>
                                  </a:move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5" y="72"/>
                                    <a:pt x="55" y="72"/>
                                    <a:pt x="55" y="72"/>
                                  </a:cubicBezTo>
                                  <a:cubicBezTo>
                                    <a:pt x="55" y="72"/>
                                    <a:pt x="55" y="71"/>
                                    <a:pt x="55" y="72"/>
                                  </a:cubicBezTo>
                                  <a:close/>
                                  <a:moveTo>
                                    <a:pt x="48" y="68"/>
                                  </a:moveTo>
                                  <a:cubicBezTo>
                                    <a:pt x="48" y="69"/>
                                    <a:pt x="48" y="69"/>
                                    <a:pt x="48" y="69"/>
                                  </a:cubicBezTo>
                                  <a:cubicBezTo>
                                    <a:pt x="48" y="69"/>
                                    <a:pt x="48" y="69"/>
                                    <a:pt x="49" y="69"/>
                                  </a:cubicBezTo>
                                  <a:cubicBezTo>
                                    <a:pt x="49" y="69"/>
                                    <a:pt x="49" y="69"/>
                                    <a:pt x="49" y="69"/>
                                  </a:cubicBezTo>
                                  <a:cubicBezTo>
                                    <a:pt x="49" y="69"/>
                                    <a:pt x="49" y="69"/>
                                    <a:pt x="49" y="69"/>
                                  </a:cubicBezTo>
                                  <a:cubicBezTo>
                                    <a:pt x="49" y="68"/>
                                    <a:pt x="48" y="68"/>
                                    <a:pt x="48" y="68"/>
                                  </a:cubicBezTo>
                                  <a:close/>
                                  <a:moveTo>
                                    <a:pt x="50" y="68"/>
                                  </a:move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lose/>
                                  <a:moveTo>
                                    <a:pt x="51" y="48"/>
                                  </a:moveTo>
                                  <a:cubicBezTo>
                                    <a:pt x="52" y="48"/>
                                    <a:pt x="52" y="48"/>
                                    <a:pt x="52" y="48"/>
                                  </a:cubicBezTo>
                                  <a:cubicBezTo>
                                    <a:pt x="52" y="48"/>
                                    <a:pt x="52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lose/>
                                  <a:moveTo>
                                    <a:pt x="50" y="51"/>
                                  </a:moveTo>
                                  <a:cubicBezTo>
                                    <a:pt x="50" y="51"/>
                                    <a:pt x="50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2" y="51"/>
                                    <a:pt x="52" y="51"/>
                                    <a:pt x="52" y="51"/>
                                  </a:cubicBezTo>
                                  <a:cubicBezTo>
                                    <a:pt x="52" y="51"/>
                                    <a:pt x="52" y="51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8"/>
                                    <a:pt x="52" y="48"/>
                                    <a:pt x="52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7"/>
                                    <a:pt x="51" y="47"/>
                                    <a:pt x="51" y="47"/>
                                  </a:cubicBezTo>
                                  <a:cubicBezTo>
                                    <a:pt x="50" y="47"/>
                                    <a:pt x="50" y="48"/>
                                    <a:pt x="50" y="48"/>
                                  </a:cubicBezTo>
                                  <a:cubicBezTo>
                                    <a:pt x="50" y="49"/>
                                    <a:pt x="50" y="49"/>
                                    <a:pt x="50" y="50"/>
                                  </a:cubicBezTo>
                                  <a:cubicBezTo>
                                    <a:pt x="50" y="50"/>
                                    <a:pt x="50" y="50"/>
                                    <a:pt x="50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1"/>
                                    <a:pt x="50" y="51"/>
                                    <a:pt x="50" y="51"/>
                                  </a:cubicBezTo>
                                  <a:close/>
                                  <a:moveTo>
                                    <a:pt x="56" y="84"/>
                                  </a:moveTo>
                                  <a:cubicBezTo>
                                    <a:pt x="56" y="84"/>
                                    <a:pt x="57" y="84"/>
                                    <a:pt x="57" y="84"/>
                                  </a:cubicBezTo>
                                  <a:cubicBezTo>
                                    <a:pt x="57" y="84"/>
                                    <a:pt x="57" y="84"/>
                                    <a:pt x="57" y="84"/>
                                  </a:cubicBezTo>
                                  <a:cubicBezTo>
                                    <a:pt x="57" y="84"/>
                                    <a:pt x="57" y="83"/>
                                    <a:pt x="57" y="83"/>
                                  </a:cubicBezTo>
                                  <a:cubicBezTo>
                                    <a:pt x="57" y="83"/>
                                    <a:pt x="56" y="83"/>
                                    <a:pt x="56" y="83"/>
                                  </a:cubicBezTo>
                                  <a:cubicBezTo>
                                    <a:pt x="56" y="83"/>
                                    <a:pt x="56" y="83"/>
                                    <a:pt x="56" y="83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lose/>
                                  <a:moveTo>
                                    <a:pt x="48" y="49"/>
                                  </a:moveTo>
                                  <a:cubicBezTo>
                                    <a:pt x="48" y="49"/>
                                    <a:pt x="48" y="48"/>
                                    <a:pt x="48" y="48"/>
                                  </a:cubicBezTo>
                                  <a:cubicBezTo>
                                    <a:pt x="48" y="48"/>
                                    <a:pt x="48" y="48"/>
                                    <a:pt x="48" y="48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lose/>
                                  <a:moveTo>
                                    <a:pt x="46" y="49"/>
                                  </a:moveTo>
                                  <a:cubicBezTo>
                                    <a:pt x="47" y="49"/>
                                    <a:pt x="47" y="49"/>
                                    <a:pt x="47" y="48"/>
                                  </a:cubicBezTo>
                                  <a:cubicBezTo>
                                    <a:pt x="47" y="48"/>
                                    <a:pt x="46" y="48"/>
                                    <a:pt x="46" y="49"/>
                                  </a:cubicBezTo>
                                  <a:cubicBezTo>
                                    <a:pt x="46" y="49"/>
                                    <a:pt x="46" y="49"/>
                                    <a:pt x="46" y="49"/>
                                  </a:cubicBezTo>
                                  <a:close/>
                                  <a:moveTo>
                                    <a:pt x="41" y="45"/>
                                  </a:move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lose/>
                                  <a:moveTo>
                                    <a:pt x="41" y="45"/>
                                  </a:move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lose/>
                                  <a:moveTo>
                                    <a:pt x="28" y="13"/>
                                  </a:moveTo>
                                  <a:cubicBezTo>
                                    <a:pt x="28" y="13"/>
                                    <a:pt x="28" y="13"/>
                                    <a:pt x="29" y="13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lose/>
                                  <a:moveTo>
                                    <a:pt x="32" y="13"/>
                                  </a:move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2"/>
                                    <a:pt x="33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1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2" y="13"/>
                                  </a:cubicBezTo>
                                  <a:close/>
                                  <a:moveTo>
                                    <a:pt x="28" y="10"/>
                                  </a:moveTo>
                                  <a:cubicBezTo>
                                    <a:pt x="28" y="10"/>
                                    <a:pt x="28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9"/>
                                  </a:cubicBezTo>
                                  <a:cubicBezTo>
                                    <a:pt x="29" y="9"/>
                                    <a:pt x="29" y="9"/>
                                    <a:pt x="29" y="9"/>
                                  </a:cubicBezTo>
                                  <a:cubicBezTo>
                                    <a:pt x="29" y="9"/>
                                    <a:pt x="29" y="9"/>
                                    <a:pt x="28" y="9"/>
                                  </a:cubicBezTo>
                                  <a:cubicBezTo>
                                    <a:pt x="28" y="9"/>
                                    <a:pt x="28" y="10"/>
                                    <a:pt x="28" y="10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lose/>
                                  <a:moveTo>
                                    <a:pt x="27" y="12"/>
                                  </a:moveTo>
                                  <a:cubicBezTo>
                                    <a:pt x="27" y="12"/>
                                    <a:pt x="27" y="12"/>
                                    <a:pt x="27" y="11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lose/>
                                  <a:moveTo>
                                    <a:pt x="50" y="80"/>
                                  </a:moveTo>
                                  <a:cubicBezTo>
                                    <a:pt x="50" y="80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1" y="81"/>
                                    <a:pt x="51" y="81"/>
                                  </a:cubicBezTo>
                                  <a:cubicBezTo>
                                    <a:pt x="51" y="81"/>
                                    <a:pt x="51" y="81"/>
                                    <a:pt x="51" y="81"/>
                                  </a:cubicBezTo>
                                  <a:cubicBezTo>
                                    <a:pt x="51" y="81"/>
                                    <a:pt x="52" y="81"/>
                                    <a:pt x="52" y="81"/>
                                  </a:cubicBezTo>
                                  <a:cubicBezTo>
                                    <a:pt x="52" y="81"/>
                                    <a:pt x="53" y="81"/>
                                    <a:pt x="54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4" y="80"/>
                                    <a:pt x="55" y="80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80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6" y="79"/>
                                    <a:pt x="56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8"/>
                                  </a:cubicBezTo>
                                  <a:cubicBezTo>
                                    <a:pt x="55" y="78"/>
                                    <a:pt x="55" y="78"/>
                                    <a:pt x="55" y="78"/>
                                  </a:cubicBezTo>
                                  <a:cubicBezTo>
                                    <a:pt x="55" y="78"/>
                                    <a:pt x="55" y="78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4" y="77"/>
                                  </a:cubicBezTo>
                                  <a:cubicBezTo>
                                    <a:pt x="54" y="77"/>
                                    <a:pt x="54" y="77"/>
                                    <a:pt x="54" y="77"/>
                                  </a:cubicBezTo>
                                  <a:cubicBezTo>
                                    <a:pt x="54" y="77"/>
                                    <a:pt x="54" y="76"/>
                                    <a:pt x="53" y="77"/>
                                  </a:cubicBezTo>
                                  <a:cubicBezTo>
                                    <a:pt x="53" y="76"/>
                                    <a:pt x="52" y="76"/>
                                    <a:pt x="52" y="77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1" y="77"/>
                                    <a:pt x="51" y="77"/>
                                    <a:pt x="51" y="77"/>
                                  </a:cubicBezTo>
                                  <a:cubicBezTo>
                                    <a:pt x="51" y="77"/>
                                    <a:pt x="51" y="77"/>
                                    <a:pt x="51" y="77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0" y="78"/>
                                    <a:pt x="50" y="79"/>
                                    <a:pt x="49" y="79"/>
                                  </a:cubicBezTo>
                                  <a:cubicBezTo>
                                    <a:pt x="49" y="79"/>
                                    <a:pt x="49" y="80"/>
                                    <a:pt x="49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lose/>
                                  <a:moveTo>
                                    <a:pt x="49" y="81"/>
                                  </a:move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0"/>
                                  </a:cubicBezTo>
                                  <a:cubicBezTo>
                                    <a:pt x="50" y="81"/>
                                    <a:pt x="49" y="81"/>
                                    <a:pt x="49" y="81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lose/>
                                  <a:moveTo>
                                    <a:pt x="55" y="77"/>
                                  </a:move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ubicBezTo>
                                    <a:pt x="55" y="76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lose/>
                                  <a:moveTo>
                                    <a:pt x="53" y="76"/>
                                  </a:moveTo>
                                  <a:cubicBezTo>
                                    <a:pt x="53" y="76"/>
                                    <a:pt x="53" y="76"/>
                                    <a:pt x="53" y="76"/>
                                  </a:cubicBezTo>
                                  <a:cubicBezTo>
                                    <a:pt x="53" y="76"/>
                                    <a:pt x="53" y="76"/>
                                    <a:pt x="53" y="76"/>
                                  </a:cubicBezTo>
                                  <a:cubicBezTo>
                                    <a:pt x="53" y="76"/>
                                    <a:pt x="53" y="76"/>
                                    <a:pt x="52" y="76"/>
                                  </a:cubicBezTo>
                                  <a:cubicBezTo>
                                    <a:pt x="52" y="76"/>
                                    <a:pt x="52" y="76"/>
                                    <a:pt x="52" y="76"/>
                                  </a:cubicBezTo>
                                  <a:cubicBezTo>
                                    <a:pt x="52" y="76"/>
                                    <a:pt x="52" y="76"/>
                                    <a:pt x="53" y="76"/>
                                  </a:cubicBezTo>
                                  <a:close/>
                                  <a:moveTo>
                                    <a:pt x="53" y="65"/>
                                  </a:moveTo>
                                  <a:cubicBezTo>
                                    <a:pt x="53" y="65"/>
                                    <a:pt x="53" y="65"/>
                                    <a:pt x="53" y="65"/>
                                  </a:cubicBezTo>
                                  <a:cubicBezTo>
                                    <a:pt x="53" y="65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4" y="66"/>
                                    <a:pt x="54" y="66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5" y="67"/>
                                    <a:pt x="55" y="66"/>
                                  </a:cubicBezTo>
                                  <a:cubicBezTo>
                                    <a:pt x="55" y="66"/>
                                    <a:pt x="55" y="66"/>
                                    <a:pt x="55" y="66"/>
                                  </a:cubicBezTo>
                                  <a:cubicBezTo>
                                    <a:pt x="55" y="66"/>
                                    <a:pt x="55" y="66"/>
                                    <a:pt x="54" y="66"/>
                                  </a:cubicBezTo>
                                  <a:cubicBezTo>
                                    <a:pt x="54" y="66"/>
                                    <a:pt x="54" y="66"/>
                                    <a:pt x="54" y="65"/>
                                  </a:cubicBezTo>
                                  <a:cubicBezTo>
                                    <a:pt x="54" y="65"/>
                                    <a:pt x="53" y="65"/>
                                    <a:pt x="53" y="65"/>
                                  </a:cubicBezTo>
                                  <a:close/>
                                  <a:moveTo>
                                    <a:pt x="52" y="64"/>
                                  </a:moveTo>
                                  <a:cubicBezTo>
                                    <a:pt x="52" y="64"/>
                                    <a:pt x="52" y="64"/>
                                    <a:pt x="52" y="64"/>
                                  </a:cubicBezTo>
                                  <a:cubicBezTo>
                                    <a:pt x="52" y="64"/>
                                    <a:pt x="52" y="64"/>
                                    <a:pt x="52" y="64"/>
                                  </a:cubicBezTo>
                                  <a:cubicBezTo>
                                    <a:pt x="53" y="64"/>
                                    <a:pt x="53" y="64"/>
                                    <a:pt x="53" y="64"/>
                                  </a:cubicBezTo>
                                  <a:cubicBezTo>
                                    <a:pt x="53" y="64"/>
                                    <a:pt x="53" y="64"/>
                                    <a:pt x="52" y="64"/>
                                  </a:cubicBezTo>
                                  <a:close/>
                                  <a:moveTo>
                                    <a:pt x="28" y="53"/>
                                  </a:moveTo>
                                  <a:cubicBezTo>
                                    <a:pt x="28" y="53"/>
                                    <a:pt x="28" y="53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lose/>
                                  <a:moveTo>
                                    <a:pt x="27" y="52"/>
                                  </a:move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6" y="52"/>
                                    <a:pt x="26" y="52"/>
                                  </a:cubicBezTo>
                                  <a:cubicBezTo>
                                    <a:pt x="26" y="52"/>
                                    <a:pt x="26" y="52"/>
                                    <a:pt x="26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lose/>
                                  <a:moveTo>
                                    <a:pt x="32" y="1"/>
                                  </a:move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lose/>
                                  <a:moveTo>
                                    <a:pt x="33" y="6"/>
                                  </a:move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5"/>
                                    <a:pt x="33" y="5"/>
                                    <a:pt x="33" y="5"/>
                                  </a:cubicBezTo>
                                  <a:cubicBezTo>
                                    <a:pt x="33" y="5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lose/>
                                  <a:moveTo>
                                    <a:pt x="34" y="5"/>
                                  </a:move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5" y="4"/>
                                    <a:pt x="34" y="4"/>
                                  </a:cubicBezTo>
                                  <a:cubicBezTo>
                                    <a:pt x="34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lose/>
                                  <a:moveTo>
                                    <a:pt x="33" y="6"/>
                                  </a:move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2" y="6"/>
                                    <a:pt x="33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3" y="6"/>
                                  </a:cubicBezTo>
                                  <a:close/>
                                  <a:moveTo>
                                    <a:pt x="34" y="1"/>
                                  </a:move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lose/>
                                  <a:moveTo>
                                    <a:pt x="35" y="103"/>
                                  </a:moveTo>
                                  <a:cubicBezTo>
                                    <a:pt x="35" y="103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3"/>
                                  </a:cubicBezTo>
                                  <a:close/>
                                  <a:moveTo>
                                    <a:pt x="40" y="103"/>
                                  </a:moveTo>
                                  <a:cubicBezTo>
                                    <a:pt x="40" y="103"/>
                                    <a:pt x="39" y="103"/>
                                    <a:pt x="39" y="103"/>
                                  </a:cubicBezTo>
                                  <a:cubicBezTo>
                                    <a:pt x="39" y="103"/>
                                    <a:pt x="39" y="103"/>
                                    <a:pt x="39" y="103"/>
                                  </a:cubicBezTo>
                                  <a:cubicBezTo>
                                    <a:pt x="38" y="103"/>
                                    <a:pt x="38" y="103"/>
                                    <a:pt x="38" y="103"/>
                                  </a:cubicBezTo>
                                  <a:cubicBezTo>
                                    <a:pt x="37" y="103"/>
                                    <a:pt x="37" y="103"/>
                                    <a:pt x="37" y="103"/>
                                  </a:cubicBezTo>
                                  <a:cubicBezTo>
                                    <a:pt x="37" y="103"/>
                                    <a:pt x="37" y="103"/>
                                    <a:pt x="37" y="103"/>
                                  </a:cubicBezTo>
                                  <a:cubicBezTo>
                                    <a:pt x="36" y="103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7" y="104"/>
                                    <a:pt x="37" y="104"/>
                                    <a:pt x="37" y="104"/>
                                  </a:cubicBezTo>
                                  <a:cubicBezTo>
                                    <a:pt x="37" y="105"/>
                                    <a:pt x="37" y="105"/>
                                    <a:pt x="38" y="105"/>
                                  </a:cubicBezTo>
                                  <a:cubicBezTo>
                                    <a:pt x="38" y="105"/>
                                    <a:pt x="39" y="105"/>
                                    <a:pt x="39" y="105"/>
                                  </a:cubicBezTo>
                                  <a:cubicBezTo>
                                    <a:pt x="39" y="105"/>
                                    <a:pt x="39" y="105"/>
                                    <a:pt x="39" y="104"/>
                                  </a:cubicBezTo>
                                  <a:cubicBezTo>
                                    <a:pt x="39" y="104"/>
                                    <a:pt x="39" y="104"/>
                                    <a:pt x="40" y="104"/>
                                  </a:cubicBezTo>
                                  <a:cubicBezTo>
                                    <a:pt x="40" y="104"/>
                                    <a:pt x="40" y="104"/>
                                    <a:pt x="40" y="104"/>
                                  </a:cubicBezTo>
                                  <a:cubicBezTo>
                                    <a:pt x="40" y="103"/>
                                    <a:pt x="40" y="103"/>
                                    <a:pt x="40" y="103"/>
                                  </a:cubicBezTo>
                                  <a:close/>
                                  <a:moveTo>
                                    <a:pt x="31" y="65"/>
                                  </a:moveTo>
                                  <a:cubicBezTo>
                                    <a:pt x="31" y="65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1" y="65"/>
                                  </a:cubicBezTo>
                                  <a:close/>
                                  <a:moveTo>
                                    <a:pt x="36" y="75"/>
                                  </a:moveTo>
                                  <a:cubicBezTo>
                                    <a:pt x="36" y="74"/>
                                    <a:pt x="36" y="74"/>
                                    <a:pt x="36" y="74"/>
                                  </a:cubicBezTo>
                                  <a:cubicBezTo>
                                    <a:pt x="36" y="74"/>
                                    <a:pt x="36" y="74"/>
                                    <a:pt x="36" y="73"/>
                                  </a:cubicBezTo>
                                  <a:cubicBezTo>
                                    <a:pt x="36" y="73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6" y="73"/>
                                    <a:pt x="36" y="73"/>
                                  </a:cubicBezTo>
                                  <a:cubicBezTo>
                                    <a:pt x="35" y="72"/>
                                    <a:pt x="36" y="72"/>
                                    <a:pt x="36" y="72"/>
                                  </a:cubicBezTo>
                                  <a:cubicBezTo>
                                    <a:pt x="36" y="72"/>
                                    <a:pt x="36" y="72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0"/>
                                  </a:cubicBezTo>
                                  <a:cubicBezTo>
                                    <a:pt x="36" y="70"/>
                                    <a:pt x="36" y="70"/>
                                    <a:pt x="36" y="70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69"/>
                                    <a:pt x="36" y="69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6"/>
                                  </a:cubicBezTo>
                                  <a:cubicBezTo>
                                    <a:pt x="35" y="66"/>
                                    <a:pt x="35" y="65"/>
                                    <a:pt x="35" y="66"/>
                                  </a:cubicBezTo>
                                  <a:cubicBezTo>
                                    <a:pt x="35" y="66"/>
                                    <a:pt x="35" y="66"/>
                                    <a:pt x="35" y="66"/>
                                  </a:cubicBezTo>
                                  <a:cubicBezTo>
                                    <a:pt x="35" y="66"/>
                                    <a:pt x="34" y="66"/>
                                    <a:pt x="35" y="65"/>
                                  </a:cubicBezTo>
                                  <a:cubicBezTo>
                                    <a:pt x="34" y="65"/>
                                    <a:pt x="35" y="65"/>
                                    <a:pt x="35" y="65"/>
                                  </a:cubicBezTo>
                                  <a:cubicBezTo>
                                    <a:pt x="34" y="65"/>
                                    <a:pt x="34" y="64"/>
                                    <a:pt x="34" y="64"/>
                                  </a:cubicBezTo>
                                  <a:cubicBezTo>
                                    <a:pt x="34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6" y="64"/>
                                  </a:cubicBezTo>
                                  <a:cubicBezTo>
                                    <a:pt x="36" y="64"/>
                                    <a:pt x="36" y="64"/>
                                    <a:pt x="36" y="64"/>
                                  </a:cubicBezTo>
                                  <a:cubicBezTo>
                                    <a:pt x="36" y="64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7" y="65"/>
                                    <a:pt x="37" y="65"/>
                                  </a:cubicBezTo>
                                  <a:cubicBezTo>
                                    <a:pt x="37" y="65"/>
                                    <a:pt x="37" y="65"/>
                                    <a:pt x="37" y="65"/>
                                  </a:cubicBezTo>
                                  <a:cubicBezTo>
                                    <a:pt x="37" y="65"/>
                                    <a:pt x="37" y="65"/>
                                    <a:pt x="38" y="65"/>
                                  </a:cubicBezTo>
                                  <a:cubicBezTo>
                                    <a:pt x="38" y="65"/>
                                    <a:pt x="38" y="65"/>
                                    <a:pt x="38" y="65"/>
                                  </a:cubicBezTo>
                                  <a:cubicBezTo>
                                    <a:pt x="38" y="65"/>
                                    <a:pt x="38" y="66"/>
                                    <a:pt x="38" y="66"/>
                                  </a:cubicBezTo>
                                  <a:cubicBezTo>
                                    <a:pt x="38" y="66"/>
                                    <a:pt x="38" y="66"/>
                                    <a:pt x="38" y="66"/>
                                  </a:cubicBezTo>
                                  <a:cubicBezTo>
                                    <a:pt x="39" y="66"/>
                                    <a:pt x="39" y="66"/>
                                    <a:pt x="39" y="66"/>
                                  </a:cubicBezTo>
                                  <a:cubicBezTo>
                                    <a:pt x="39" y="66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1" y="67"/>
                                    <a:pt x="41" y="67"/>
                                  </a:cubicBezTo>
                                  <a:cubicBezTo>
                                    <a:pt x="41" y="67"/>
                                    <a:pt x="41" y="66"/>
                                    <a:pt x="41" y="66"/>
                                  </a:cubicBezTo>
                                  <a:cubicBezTo>
                                    <a:pt x="41" y="66"/>
                                    <a:pt x="41" y="66"/>
                                    <a:pt x="41" y="66"/>
                                  </a:cubicBezTo>
                                  <a:cubicBezTo>
                                    <a:pt x="41" y="66"/>
                                    <a:pt x="42" y="66"/>
                                    <a:pt x="42" y="66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3" y="67"/>
                                    <a:pt x="43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6"/>
                                    <a:pt x="44" y="66"/>
                                    <a:pt x="44" y="66"/>
                                  </a:cubicBezTo>
                                  <a:cubicBezTo>
                                    <a:pt x="44" y="67"/>
                                    <a:pt x="44" y="67"/>
                                    <a:pt x="44" y="68"/>
                                  </a:cubicBezTo>
                                  <a:cubicBezTo>
                                    <a:pt x="44" y="68"/>
                                    <a:pt x="44" y="68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70"/>
                                    <a:pt x="44" y="69"/>
                                    <a:pt x="44" y="70"/>
                                  </a:cubicBezTo>
                                  <a:cubicBezTo>
                                    <a:pt x="44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4" y="70"/>
                                    <a:pt x="43" y="71"/>
                                  </a:cubicBezTo>
                                  <a:cubicBezTo>
                                    <a:pt x="43" y="71"/>
                                    <a:pt x="43" y="71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2"/>
                                    <a:pt x="42" y="72"/>
                                  </a:cubicBezTo>
                                  <a:cubicBezTo>
                                    <a:pt x="42" y="73"/>
                                    <a:pt x="41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39" y="73"/>
                                  </a:cubicBezTo>
                                  <a:cubicBezTo>
                                    <a:pt x="39" y="73"/>
                                    <a:pt x="39" y="74"/>
                                    <a:pt x="38" y="74"/>
                                  </a:cubicBezTo>
                                  <a:cubicBezTo>
                                    <a:pt x="38" y="74"/>
                                    <a:pt x="38" y="74"/>
                                    <a:pt x="38" y="74"/>
                                  </a:cubicBezTo>
                                  <a:cubicBezTo>
                                    <a:pt x="37" y="74"/>
                                    <a:pt x="37" y="74"/>
                                    <a:pt x="37" y="74"/>
                                  </a:cubicBezTo>
                                  <a:cubicBezTo>
                                    <a:pt x="37" y="75"/>
                                    <a:pt x="37" y="75"/>
                                    <a:pt x="36" y="75"/>
                                  </a:cubicBezTo>
                                  <a:cubicBezTo>
                                    <a:pt x="36" y="75"/>
                                    <a:pt x="36" y="75"/>
                                    <a:pt x="36" y="75"/>
                                  </a:cubicBezTo>
                                  <a:cubicBezTo>
                                    <a:pt x="36" y="76"/>
                                    <a:pt x="36" y="76"/>
                                    <a:pt x="35" y="75"/>
                                  </a:cubicBezTo>
                                  <a:cubicBezTo>
                                    <a:pt x="35" y="75"/>
                                    <a:pt x="35" y="75"/>
                                    <a:pt x="35" y="75"/>
                                  </a:cubicBezTo>
                                  <a:cubicBezTo>
                                    <a:pt x="35" y="75"/>
                                    <a:pt x="35" y="75"/>
                                    <a:pt x="36" y="75"/>
                                  </a:cubicBezTo>
                                  <a:close/>
                                  <a:moveTo>
                                    <a:pt x="32" y="65"/>
                                  </a:moveTo>
                                  <a:cubicBezTo>
                                    <a:pt x="32" y="64"/>
                                    <a:pt x="32" y="64"/>
                                    <a:pt x="32" y="64"/>
                                  </a:cubicBezTo>
                                  <a:cubicBezTo>
                                    <a:pt x="32" y="64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2" y="65"/>
                                  </a:cubicBezTo>
                                  <a:close/>
                                  <a:moveTo>
                                    <a:pt x="31" y="63"/>
                                  </a:moveTo>
                                  <a:cubicBezTo>
                                    <a:pt x="31" y="63"/>
                                    <a:pt x="31" y="63"/>
                                    <a:pt x="31" y="63"/>
                                  </a:cubicBezTo>
                                  <a:cubicBezTo>
                                    <a:pt x="31" y="63"/>
                                    <a:pt x="31" y="63"/>
                                    <a:pt x="31" y="63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3"/>
                                    <a:pt x="31" y="63"/>
                                  </a:cubicBezTo>
                                  <a:close/>
                                  <a:moveTo>
                                    <a:pt x="30" y="65"/>
                                  </a:moveTo>
                                  <a:cubicBezTo>
                                    <a:pt x="30" y="65"/>
                                    <a:pt x="30" y="65"/>
                                    <a:pt x="31" y="65"/>
                                  </a:cubicBezTo>
                                  <a:cubicBezTo>
                                    <a:pt x="31" y="65"/>
                                    <a:pt x="31" y="65"/>
                                    <a:pt x="30" y="65"/>
                                  </a:cubicBezTo>
                                  <a:close/>
                                  <a:moveTo>
                                    <a:pt x="51" y="54"/>
                                  </a:move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0" y="54"/>
                                    <a:pt x="50" y="54"/>
                                  </a:cubicBezTo>
                                  <a:cubicBezTo>
                                    <a:pt x="50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lose/>
                                  <a:moveTo>
                                    <a:pt x="49" y="53"/>
                                  </a:moveTo>
                                  <a:cubicBezTo>
                                    <a:pt x="49" y="53"/>
                                    <a:pt x="49" y="53"/>
                                    <a:pt x="49" y="54"/>
                                  </a:cubicBezTo>
                                  <a:cubicBezTo>
                                    <a:pt x="49" y="54"/>
                                    <a:pt x="50" y="54"/>
                                    <a:pt x="50" y="53"/>
                                  </a:cubicBezTo>
                                  <a:cubicBezTo>
                                    <a:pt x="50" y="53"/>
                                    <a:pt x="49" y="53"/>
                                    <a:pt x="49" y="53"/>
                                  </a:cubicBezTo>
                                  <a:cubicBezTo>
                                    <a:pt x="49" y="53"/>
                                    <a:pt x="49" y="53"/>
                                    <a:pt x="49" y="5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9" name="Freeform 842">
                              <a:extLst>
                                <a:ext uri="{FF2B5EF4-FFF2-40B4-BE49-F238E27FC236}">
                                  <a16:creationId xmlns:a16="http://schemas.microsoft.com/office/drawing/2014/main" id="{283DDBD6-F9BE-97C7-63A0-A11C25C438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094538" y="3767138"/>
                              <a:ext cx="407987" cy="428625"/>
                            </a:xfrm>
                            <a:custGeom>
                              <a:avLst/>
                              <a:gdLst>
                                <a:gd name="T0" fmla="*/ 95 w 98"/>
                                <a:gd name="T1" fmla="*/ 40 h 103"/>
                                <a:gd name="T2" fmla="*/ 92 w 98"/>
                                <a:gd name="T3" fmla="*/ 43 h 103"/>
                                <a:gd name="T4" fmla="*/ 93 w 98"/>
                                <a:gd name="T5" fmla="*/ 46 h 103"/>
                                <a:gd name="T6" fmla="*/ 93 w 98"/>
                                <a:gd name="T7" fmla="*/ 48 h 103"/>
                                <a:gd name="T8" fmla="*/ 85 w 98"/>
                                <a:gd name="T9" fmla="*/ 56 h 103"/>
                                <a:gd name="T10" fmla="*/ 77 w 98"/>
                                <a:gd name="T11" fmla="*/ 66 h 103"/>
                                <a:gd name="T12" fmla="*/ 70 w 98"/>
                                <a:gd name="T13" fmla="*/ 73 h 103"/>
                                <a:gd name="T14" fmla="*/ 66 w 98"/>
                                <a:gd name="T15" fmla="*/ 71 h 103"/>
                                <a:gd name="T16" fmla="*/ 58 w 98"/>
                                <a:gd name="T17" fmla="*/ 79 h 103"/>
                                <a:gd name="T18" fmla="*/ 63 w 98"/>
                                <a:gd name="T19" fmla="*/ 83 h 103"/>
                                <a:gd name="T20" fmla="*/ 63 w 98"/>
                                <a:gd name="T21" fmla="*/ 86 h 103"/>
                                <a:gd name="T22" fmla="*/ 63 w 98"/>
                                <a:gd name="T23" fmla="*/ 89 h 103"/>
                                <a:gd name="T24" fmla="*/ 66 w 98"/>
                                <a:gd name="T25" fmla="*/ 92 h 103"/>
                                <a:gd name="T26" fmla="*/ 69 w 98"/>
                                <a:gd name="T27" fmla="*/ 99 h 103"/>
                                <a:gd name="T28" fmla="*/ 66 w 98"/>
                                <a:gd name="T29" fmla="*/ 100 h 103"/>
                                <a:gd name="T30" fmla="*/ 62 w 98"/>
                                <a:gd name="T31" fmla="*/ 100 h 103"/>
                                <a:gd name="T32" fmla="*/ 60 w 98"/>
                                <a:gd name="T33" fmla="*/ 100 h 103"/>
                                <a:gd name="T34" fmla="*/ 53 w 98"/>
                                <a:gd name="T35" fmla="*/ 102 h 103"/>
                                <a:gd name="T36" fmla="*/ 50 w 98"/>
                                <a:gd name="T37" fmla="*/ 102 h 103"/>
                                <a:gd name="T38" fmla="*/ 46 w 98"/>
                                <a:gd name="T39" fmla="*/ 102 h 103"/>
                                <a:gd name="T40" fmla="*/ 41 w 98"/>
                                <a:gd name="T41" fmla="*/ 95 h 103"/>
                                <a:gd name="T42" fmla="*/ 35 w 98"/>
                                <a:gd name="T43" fmla="*/ 90 h 103"/>
                                <a:gd name="T44" fmla="*/ 26 w 98"/>
                                <a:gd name="T45" fmla="*/ 92 h 103"/>
                                <a:gd name="T46" fmla="*/ 17 w 98"/>
                                <a:gd name="T47" fmla="*/ 92 h 103"/>
                                <a:gd name="T48" fmla="*/ 5 w 98"/>
                                <a:gd name="T49" fmla="*/ 92 h 103"/>
                                <a:gd name="T50" fmla="*/ 7 w 98"/>
                                <a:gd name="T51" fmla="*/ 88 h 103"/>
                                <a:gd name="T52" fmla="*/ 9 w 98"/>
                                <a:gd name="T53" fmla="*/ 83 h 103"/>
                                <a:gd name="T54" fmla="*/ 16 w 98"/>
                                <a:gd name="T55" fmla="*/ 80 h 103"/>
                                <a:gd name="T56" fmla="*/ 13 w 98"/>
                                <a:gd name="T57" fmla="*/ 77 h 103"/>
                                <a:gd name="T58" fmla="*/ 9 w 98"/>
                                <a:gd name="T59" fmla="*/ 68 h 103"/>
                                <a:gd name="T60" fmla="*/ 4 w 98"/>
                                <a:gd name="T61" fmla="*/ 62 h 103"/>
                                <a:gd name="T62" fmla="*/ 14 w 98"/>
                                <a:gd name="T63" fmla="*/ 60 h 103"/>
                                <a:gd name="T64" fmla="*/ 28 w 98"/>
                                <a:gd name="T65" fmla="*/ 60 h 103"/>
                                <a:gd name="T66" fmla="*/ 36 w 98"/>
                                <a:gd name="T67" fmla="*/ 56 h 103"/>
                                <a:gd name="T68" fmla="*/ 37 w 98"/>
                                <a:gd name="T69" fmla="*/ 49 h 103"/>
                                <a:gd name="T70" fmla="*/ 46 w 98"/>
                                <a:gd name="T71" fmla="*/ 46 h 103"/>
                                <a:gd name="T72" fmla="*/ 47 w 98"/>
                                <a:gd name="T73" fmla="*/ 44 h 103"/>
                                <a:gd name="T74" fmla="*/ 51 w 98"/>
                                <a:gd name="T75" fmla="*/ 43 h 103"/>
                                <a:gd name="T76" fmla="*/ 57 w 98"/>
                                <a:gd name="T77" fmla="*/ 41 h 103"/>
                                <a:gd name="T78" fmla="*/ 57 w 98"/>
                                <a:gd name="T79" fmla="*/ 36 h 103"/>
                                <a:gd name="T80" fmla="*/ 62 w 98"/>
                                <a:gd name="T81" fmla="*/ 31 h 103"/>
                                <a:gd name="T82" fmla="*/ 63 w 98"/>
                                <a:gd name="T83" fmla="*/ 27 h 103"/>
                                <a:gd name="T84" fmla="*/ 64 w 98"/>
                                <a:gd name="T85" fmla="*/ 24 h 103"/>
                                <a:gd name="T86" fmla="*/ 67 w 98"/>
                                <a:gd name="T87" fmla="*/ 24 h 103"/>
                                <a:gd name="T88" fmla="*/ 68 w 98"/>
                                <a:gd name="T89" fmla="*/ 21 h 103"/>
                                <a:gd name="T90" fmla="*/ 72 w 98"/>
                                <a:gd name="T91" fmla="*/ 15 h 103"/>
                                <a:gd name="T92" fmla="*/ 72 w 98"/>
                                <a:gd name="T93" fmla="*/ 11 h 103"/>
                                <a:gd name="T94" fmla="*/ 72 w 98"/>
                                <a:gd name="T95" fmla="*/ 4 h 103"/>
                                <a:gd name="T96" fmla="*/ 78 w 98"/>
                                <a:gd name="T97" fmla="*/ 1 h 103"/>
                                <a:gd name="T98" fmla="*/ 87 w 98"/>
                                <a:gd name="T99" fmla="*/ 0 h 103"/>
                                <a:gd name="T100" fmla="*/ 83 w 98"/>
                                <a:gd name="T101" fmla="*/ 2 h 103"/>
                                <a:gd name="T102" fmla="*/ 79 w 98"/>
                                <a:gd name="T103" fmla="*/ 5 h 103"/>
                                <a:gd name="T104" fmla="*/ 83 w 98"/>
                                <a:gd name="T105" fmla="*/ 9 h 103"/>
                                <a:gd name="T106" fmla="*/ 85 w 98"/>
                                <a:gd name="T107" fmla="*/ 11 h 103"/>
                                <a:gd name="T108" fmla="*/ 88 w 98"/>
                                <a:gd name="T109" fmla="*/ 14 h 103"/>
                                <a:gd name="T110" fmla="*/ 87 w 98"/>
                                <a:gd name="T111" fmla="*/ 18 h 103"/>
                                <a:gd name="T112" fmla="*/ 85 w 98"/>
                                <a:gd name="T113" fmla="*/ 22 h 103"/>
                                <a:gd name="T114" fmla="*/ 86 w 98"/>
                                <a:gd name="T115" fmla="*/ 28 h 103"/>
                                <a:gd name="T116" fmla="*/ 89 w 98"/>
                                <a:gd name="T117" fmla="*/ 33 h 103"/>
                                <a:gd name="T118" fmla="*/ 94 w 98"/>
                                <a:gd name="T119" fmla="*/ 34 h 103"/>
                                <a:gd name="T120" fmla="*/ 97 w 98"/>
                                <a:gd name="T121" fmla="*/ 37 h 10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98" h="103">
                                  <a:moveTo>
                                    <a:pt x="98" y="38"/>
                                  </a:moveTo>
                                  <a:cubicBezTo>
                                    <a:pt x="97" y="40"/>
                                    <a:pt x="97" y="40"/>
                                    <a:pt x="97" y="40"/>
                                  </a:cubicBezTo>
                                  <a:cubicBezTo>
                                    <a:pt x="95" y="40"/>
                                    <a:pt x="95" y="40"/>
                                    <a:pt x="95" y="40"/>
                                  </a:cubicBezTo>
                                  <a:cubicBezTo>
                                    <a:pt x="95" y="40"/>
                                    <a:pt x="92" y="42"/>
                                    <a:pt x="92" y="42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3" y="44"/>
                                    <a:pt x="93" y="44"/>
                                    <a:pt x="93" y="44"/>
                                  </a:cubicBezTo>
                                  <a:cubicBezTo>
                                    <a:pt x="93" y="44"/>
                                    <a:pt x="93" y="46"/>
                                    <a:pt x="93" y="46"/>
                                  </a:cubicBezTo>
                                  <a:cubicBezTo>
                                    <a:pt x="93" y="46"/>
                                    <a:pt x="93" y="46"/>
                                    <a:pt x="93" y="46"/>
                                  </a:cubicBezTo>
                                  <a:cubicBezTo>
                                    <a:pt x="92" y="47"/>
                                    <a:pt x="92" y="47"/>
                                    <a:pt x="92" y="47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88" y="52"/>
                                    <a:pt x="88" y="52"/>
                                    <a:pt x="88" y="52"/>
                                  </a:cubicBezTo>
                                  <a:cubicBezTo>
                                    <a:pt x="88" y="55"/>
                                    <a:pt x="88" y="55"/>
                                    <a:pt x="88" y="55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5" y="56"/>
                                    <a:pt x="84" y="58"/>
                                    <a:pt x="84" y="59"/>
                                  </a:cubicBezTo>
                                  <a:cubicBezTo>
                                    <a:pt x="83" y="59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78" y="66"/>
                                    <a:pt x="77" y="66"/>
                                  </a:cubicBezTo>
                                  <a:cubicBezTo>
                                    <a:pt x="77" y="67"/>
                                    <a:pt x="76" y="68"/>
                                    <a:pt x="76" y="68"/>
                                  </a:cubicBezTo>
                                  <a:cubicBezTo>
                                    <a:pt x="76" y="69"/>
                                    <a:pt x="75" y="72"/>
                                    <a:pt x="75" y="72"/>
                                  </a:cubicBezTo>
                                  <a:cubicBezTo>
                                    <a:pt x="75" y="72"/>
                                    <a:pt x="71" y="73"/>
                                    <a:pt x="70" y="73"/>
                                  </a:cubicBezTo>
                                  <a:cubicBezTo>
                                    <a:pt x="70" y="73"/>
                                    <a:pt x="69" y="73"/>
                                    <a:pt x="69" y="73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6" y="71"/>
                                    <a:pt x="66" y="71"/>
                                    <a:pt x="66" y="71"/>
                                  </a:cubicBezTo>
                                  <a:cubicBezTo>
                                    <a:pt x="64" y="71"/>
                                    <a:pt x="64" y="71"/>
                                    <a:pt x="64" y="71"/>
                                  </a:cubicBezTo>
                                  <a:cubicBezTo>
                                    <a:pt x="64" y="71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58" y="79"/>
                                    <a:pt x="58" y="79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8" y="81"/>
                                    <a:pt x="60" y="82"/>
                                    <a:pt x="60" y="82"/>
                                  </a:cubicBezTo>
                                  <a:cubicBezTo>
                                    <a:pt x="60" y="82"/>
                                    <a:pt x="63" y="83"/>
                                    <a:pt x="63" y="83"/>
                                  </a:cubicBezTo>
                                  <a:cubicBezTo>
                                    <a:pt x="63" y="83"/>
                                    <a:pt x="63" y="84"/>
                                    <a:pt x="63" y="85"/>
                                  </a:cubicBezTo>
                                  <a:cubicBezTo>
                                    <a:pt x="63" y="86"/>
                                    <a:pt x="63" y="86"/>
                                    <a:pt x="63" y="86"/>
                                  </a:cubicBezTo>
                                  <a:cubicBezTo>
                                    <a:pt x="63" y="86"/>
                                    <a:pt x="63" y="86"/>
                                    <a:pt x="63" y="86"/>
                                  </a:cubicBezTo>
                                  <a:cubicBezTo>
                                    <a:pt x="63" y="87"/>
                                    <a:pt x="62" y="87"/>
                                    <a:pt x="62" y="88"/>
                                  </a:cubicBezTo>
                                  <a:cubicBezTo>
                                    <a:pt x="62" y="88"/>
                                    <a:pt x="62" y="88"/>
                                    <a:pt x="62" y="88"/>
                                  </a:cubicBezTo>
                                  <a:cubicBezTo>
                                    <a:pt x="62" y="88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4" y="89"/>
                                    <a:pt x="64" y="89"/>
                                  </a:cubicBezTo>
                                  <a:cubicBezTo>
                                    <a:pt x="66" y="89"/>
                                    <a:pt x="66" y="89"/>
                                    <a:pt x="66" y="89"/>
                                  </a:cubicBezTo>
                                  <a:cubicBezTo>
                                    <a:pt x="66" y="92"/>
                                    <a:pt x="66" y="92"/>
                                    <a:pt x="66" y="92"/>
                                  </a:cubicBezTo>
                                  <a:cubicBezTo>
                                    <a:pt x="69" y="97"/>
                                    <a:pt x="69" y="97"/>
                                    <a:pt x="69" y="97"/>
                                  </a:cubicBezTo>
                                  <a:cubicBezTo>
                                    <a:pt x="69" y="97"/>
                                    <a:pt x="69" y="98"/>
                                    <a:pt x="69" y="98"/>
                                  </a:cubicBezTo>
                                  <a:cubicBezTo>
                                    <a:pt x="68" y="98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7" y="100"/>
                                    <a:pt x="67" y="100"/>
                                  </a:cubicBezTo>
                                  <a:cubicBezTo>
                                    <a:pt x="67" y="100"/>
                                    <a:pt x="66" y="100"/>
                                    <a:pt x="66" y="100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99"/>
                                    <a:pt x="64" y="99"/>
                                    <a:pt x="64" y="99"/>
                                  </a:cubicBezTo>
                                  <a:cubicBezTo>
                                    <a:pt x="64" y="99"/>
                                    <a:pt x="63" y="100"/>
                                    <a:pt x="62" y="100"/>
                                  </a:cubicBezTo>
                                  <a:cubicBezTo>
                                    <a:pt x="62" y="100"/>
                                    <a:pt x="62" y="100"/>
                                    <a:pt x="62" y="100"/>
                                  </a:cubicBezTo>
                                  <a:cubicBezTo>
                                    <a:pt x="60" y="100"/>
                                    <a:pt x="60" y="100"/>
                                    <a:pt x="60" y="100"/>
                                  </a:cubicBezTo>
                                  <a:cubicBezTo>
                                    <a:pt x="60" y="100"/>
                                    <a:pt x="60" y="100"/>
                                    <a:pt x="60" y="100"/>
                                  </a:cubicBezTo>
                                  <a:cubicBezTo>
                                    <a:pt x="54" y="100"/>
                                    <a:pt x="54" y="100"/>
                                    <a:pt x="54" y="100"/>
                                  </a:cubicBezTo>
                                  <a:cubicBezTo>
                                    <a:pt x="54" y="100"/>
                                    <a:pt x="53" y="100"/>
                                    <a:pt x="53" y="100"/>
                                  </a:cubicBezTo>
                                  <a:cubicBezTo>
                                    <a:pt x="53" y="100"/>
                                    <a:pt x="53" y="102"/>
                                    <a:pt x="53" y="102"/>
                                  </a:cubicBezTo>
                                  <a:cubicBezTo>
                                    <a:pt x="51" y="102"/>
                                    <a:pt x="51" y="102"/>
                                    <a:pt x="51" y="102"/>
                                  </a:cubicBezTo>
                                  <a:cubicBezTo>
                                    <a:pt x="51" y="102"/>
                                    <a:pt x="51" y="102"/>
                                    <a:pt x="51" y="102"/>
                                  </a:cubicBezTo>
                                  <a:cubicBezTo>
                                    <a:pt x="51" y="102"/>
                                    <a:pt x="50" y="102"/>
                                    <a:pt x="50" y="102"/>
                                  </a:cubicBezTo>
                                  <a:cubicBezTo>
                                    <a:pt x="50" y="102"/>
                                    <a:pt x="50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3"/>
                                    <a:pt x="49" y="102"/>
                                  </a:cubicBezTo>
                                  <a:cubicBezTo>
                                    <a:pt x="48" y="102"/>
                                    <a:pt x="47" y="102"/>
                                    <a:pt x="46" y="102"/>
                                  </a:cubicBezTo>
                                  <a:cubicBezTo>
                                    <a:pt x="45" y="102"/>
                                    <a:pt x="45" y="101"/>
                                    <a:pt x="44" y="100"/>
                                  </a:cubicBezTo>
                                  <a:cubicBezTo>
                                    <a:pt x="44" y="99"/>
                                    <a:pt x="44" y="99"/>
                                    <a:pt x="44" y="98"/>
                                  </a:cubicBezTo>
                                  <a:cubicBezTo>
                                    <a:pt x="44" y="96"/>
                                    <a:pt x="43" y="95"/>
                                    <a:pt x="41" y="95"/>
                                  </a:cubicBezTo>
                                  <a:cubicBezTo>
                                    <a:pt x="40" y="95"/>
                                    <a:pt x="39" y="95"/>
                                    <a:pt x="40" y="93"/>
                                  </a:cubicBezTo>
                                  <a:cubicBezTo>
                                    <a:pt x="40" y="91"/>
                                    <a:pt x="39" y="90"/>
                                    <a:pt x="37" y="90"/>
                                  </a:cubicBezTo>
                                  <a:cubicBezTo>
                                    <a:pt x="37" y="90"/>
                                    <a:pt x="36" y="90"/>
                                    <a:pt x="35" y="90"/>
                                  </a:cubicBezTo>
                                  <a:cubicBezTo>
                                    <a:pt x="34" y="91"/>
                                    <a:pt x="32" y="91"/>
                                    <a:pt x="31" y="91"/>
                                  </a:cubicBezTo>
                                  <a:cubicBezTo>
                                    <a:pt x="30" y="91"/>
                                    <a:pt x="29" y="92"/>
                                    <a:pt x="28" y="91"/>
                                  </a:cubicBezTo>
                                  <a:cubicBezTo>
                                    <a:pt x="27" y="92"/>
                                    <a:pt x="27" y="91"/>
                                    <a:pt x="26" y="92"/>
                                  </a:cubicBezTo>
                                  <a:cubicBezTo>
                                    <a:pt x="24" y="93"/>
                                    <a:pt x="23" y="91"/>
                                    <a:pt x="22" y="90"/>
                                  </a:cubicBezTo>
                                  <a:cubicBezTo>
                                    <a:pt x="21" y="91"/>
                                    <a:pt x="19" y="91"/>
                                    <a:pt x="18" y="91"/>
                                  </a:cubicBezTo>
                                  <a:cubicBezTo>
                                    <a:pt x="18" y="91"/>
                                    <a:pt x="18" y="92"/>
                                    <a:pt x="17" y="92"/>
                                  </a:cubicBezTo>
                                  <a:cubicBezTo>
                                    <a:pt x="16" y="92"/>
                                    <a:pt x="15" y="92"/>
                                    <a:pt x="14" y="92"/>
                                  </a:cubicBezTo>
                                  <a:cubicBezTo>
                                    <a:pt x="12" y="91"/>
                                    <a:pt x="10" y="92"/>
                                    <a:pt x="8" y="93"/>
                                  </a:cubicBezTo>
                                  <a:cubicBezTo>
                                    <a:pt x="7" y="93"/>
                                    <a:pt x="6" y="92"/>
                                    <a:pt x="5" y="92"/>
                                  </a:cubicBezTo>
                                  <a:cubicBezTo>
                                    <a:pt x="5" y="92"/>
                                    <a:pt x="5" y="92"/>
                                    <a:pt x="5" y="92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7" y="88"/>
                                    <a:pt x="7" y="88"/>
                                    <a:pt x="7" y="88"/>
                                  </a:cubicBezTo>
                                  <a:cubicBezTo>
                                    <a:pt x="7" y="85"/>
                                    <a:pt x="7" y="85"/>
                                    <a:pt x="7" y="85"/>
                                  </a:cubicBezTo>
                                  <a:cubicBezTo>
                                    <a:pt x="9" y="85"/>
                                    <a:pt x="9" y="85"/>
                                    <a:pt x="9" y="85"/>
                                  </a:cubicBezTo>
                                  <a:cubicBezTo>
                                    <a:pt x="9" y="83"/>
                                    <a:pt x="9" y="83"/>
                                    <a:pt x="9" y="83"/>
                                  </a:cubicBezTo>
                                  <a:cubicBezTo>
                                    <a:pt x="13" y="83"/>
                                    <a:pt x="13" y="83"/>
                                    <a:pt x="13" y="83"/>
                                  </a:cubicBezTo>
                                  <a:cubicBezTo>
                                    <a:pt x="15" y="82"/>
                                    <a:pt x="15" y="82"/>
                                    <a:pt x="15" y="82"/>
                                  </a:cubicBezTo>
                                  <a:cubicBezTo>
                                    <a:pt x="16" y="80"/>
                                    <a:pt x="16" y="80"/>
                                    <a:pt x="16" y="80"/>
                                  </a:cubicBezTo>
                                  <a:cubicBezTo>
                                    <a:pt x="16" y="79"/>
                                    <a:pt x="16" y="79"/>
                                    <a:pt x="16" y="79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3" y="77"/>
                                    <a:pt x="13" y="77"/>
                                    <a:pt x="13" y="77"/>
                                  </a:cubicBezTo>
                                  <a:cubicBezTo>
                                    <a:pt x="13" y="70"/>
                                    <a:pt x="13" y="70"/>
                                    <a:pt x="13" y="70"/>
                                  </a:cubicBezTo>
                                  <a:cubicBezTo>
                                    <a:pt x="11" y="70"/>
                                    <a:pt x="11" y="70"/>
                                    <a:pt x="11" y="70"/>
                                  </a:cubicBezTo>
                                  <a:cubicBezTo>
                                    <a:pt x="9" y="68"/>
                                    <a:pt x="9" y="68"/>
                                    <a:pt x="9" y="68"/>
                                  </a:cubicBezTo>
                                  <a:cubicBezTo>
                                    <a:pt x="7" y="67"/>
                                    <a:pt x="7" y="67"/>
                                    <a:pt x="7" y="67"/>
                                  </a:cubicBezTo>
                                  <a:cubicBezTo>
                                    <a:pt x="4" y="64"/>
                                    <a:pt x="4" y="64"/>
                                    <a:pt x="4" y="64"/>
                                  </a:cubicBezTo>
                                  <a:cubicBezTo>
                                    <a:pt x="4" y="62"/>
                                    <a:pt x="4" y="62"/>
                                    <a:pt x="4" y="62"/>
                                  </a:cubicBezTo>
                                  <a:cubicBezTo>
                                    <a:pt x="0" y="57"/>
                                    <a:pt x="0" y="57"/>
                                    <a:pt x="0" y="57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24" y="59"/>
                                    <a:pt x="24" y="59"/>
                                    <a:pt x="24" y="59"/>
                                  </a:cubicBezTo>
                                  <a:cubicBezTo>
                                    <a:pt x="24" y="59"/>
                                    <a:pt x="28" y="60"/>
                                    <a:pt x="28" y="60"/>
                                  </a:cubicBezTo>
                                  <a:cubicBezTo>
                                    <a:pt x="28" y="60"/>
                                    <a:pt x="30" y="59"/>
                                    <a:pt x="31" y="59"/>
                                  </a:cubicBezTo>
                                  <a:cubicBezTo>
                                    <a:pt x="31" y="59"/>
                                    <a:pt x="37" y="57"/>
                                    <a:pt x="37" y="57"/>
                                  </a:cubicBezTo>
                                  <a:cubicBezTo>
                                    <a:pt x="37" y="57"/>
                                    <a:pt x="37" y="56"/>
                                    <a:pt x="36" y="56"/>
                                  </a:cubicBezTo>
                                  <a:cubicBezTo>
                                    <a:pt x="36" y="55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7" y="50"/>
                                    <a:pt x="37" y="50"/>
                                  </a:cubicBezTo>
                                  <a:cubicBezTo>
                                    <a:pt x="37" y="50"/>
                                    <a:pt x="37" y="49"/>
                                    <a:pt x="37" y="49"/>
                                  </a:cubicBezTo>
                                  <a:cubicBezTo>
                                    <a:pt x="41" y="46"/>
                                    <a:pt x="41" y="46"/>
                                    <a:pt x="41" y="46"/>
                                  </a:cubicBezTo>
                                  <a:cubicBezTo>
                                    <a:pt x="41" y="46"/>
                                    <a:pt x="42" y="47"/>
                                    <a:pt x="43" y="47"/>
                                  </a:cubicBezTo>
                                  <a:cubicBezTo>
                                    <a:pt x="43" y="47"/>
                                    <a:pt x="46" y="46"/>
                                    <a:pt x="46" y="46"/>
                                  </a:cubicBezTo>
                                  <a:cubicBezTo>
                                    <a:pt x="47" y="46"/>
                                    <a:pt x="47" y="46"/>
                                    <a:pt x="47" y="46"/>
                                  </a:cubicBezTo>
                                  <a:cubicBezTo>
                                    <a:pt x="45" y="44"/>
                                    <a:pt x="45" y="44"/>
                                    <a:pt x="45" y="44"/>
                                  </a:cubicBezTo>
                                  <a:cubicBezTo>
                                    <a:pt x="47" y="44"/>
                                    <a:pt x="47" y="44"/>
                                    <a:pt x="47" y="44"/>
                                  </a:cubicBezTo>
                                  <a:cubicBezTo>
                                    <a:pt x="49" y="42"/>
                                    <a:pt x="49" y="42"/>
                                    <a:pt x="49" y="42"/>
                                  </a:cubicBezTo>
                                  <a:cubicBezTo>
                                    <a:pt x="49" y="42"/>
                                    <a:pt x="50" y="42"/>
                                    <a:pt x="51" y="42"/>
                                  </a:cubicBezTo>
                                  <a:cubicBezTo>
                                    <a:pt x="51" y="42"/>
                                    <a:pt x="51" y="43"/>
                                    <a:pt x="51" y="43"/>
                                  </a:cubicBezTo>
                                  <a:cubicBezTo>
                                    <a:pt x="53" y="42"/>
                                    <a:pt x="53" y="42"/>
                                    <a:pt x="53" y="42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7" y="41"/>
                                    <a:pt x="57" y="41"/>
                                    <a:pt x="57" y="41"/>
                                  </a:cubicBezTo>
                                  <a:cubicBezTo>
                                    <a:pt x="57" y="39"/>
                                    <a:pt x="57" y="39"/>
                                    <a:pt x="57" y="39"/>
                                  </a:cubicBezTo>
                                  <a:cubicBezTo>
                                    <a:pt x="57" y="39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6"/>
                                    <a:pt x="57" y="36"/>
                                  </a:cubicBezTo>
                                  <a:cubicBezTo>
                                    <a:pt x="58" y="35"/>
                                    <a:pt x="58" y="35"/>
                                    <a:pt x="58" y="35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4" y="30"/>
                                    <a:pt x="64" y="30"/>
                                    <a:pt x="64" y="30"/>
                                  </a:cubicBezTo>
                                  <a:cubicBezTo>
                                    <a:pt x="64" y="30"/>
                                    <a:pt x="64" y="29"/>
                                    <a:pt x="64" y="28"/>
                                  </a:cubicBezTo>
                                  <a:cubicBezTo>
                                    <a:pt x="64" y="28"/>
                                    <a:pt x="63" y="27"/>
                                    <a:pt x="63" y="27"/>
                                  </a:cubicBezTo>
                                  <a:cubicBezTo>
                                    <a:pt x="61" y="25"/>
                                    <a:pt x="61" y="25"/>
                                    <a:pt x="61" y="25"/>
                                  </a:cubicBezTo>
                                  <a:cubicBezTo>
                                    <a:pt x="61" y="24"/>
                                    <a:pt x="61" y="24"/>
                                    <a:pt x="61" y="24"/>
                                  </a:cubicBezTo>
                                  <a:cubicBezTo>
                                    <a:pt x="64" y="24"/>
                                    <a:pt x="64" y="24"/>
                                    <a:pt x="64" y="24"/>
                                  </a:cubicBezTo>
                                  <a:cubicBezTo>
                                    <a:pt x="64" y="25"/>
                                    <a:pt x="64" y="25"/>
                                    <a:pt x="64" y="25"/>
                                  </a:cubicBezTo>
                                  <a:cubicBezTo>
                                    <a:pt x="66" y="25"/>
                                    <a:pt x="66" y="25"/>
                                    <a:pt x="66" y="25"/>
                                  </a:cubicBezTo>
                                  <a:cubicBezTo>
                                    <a:pt x="67" y="24"/>
                                    <a:pt x="67" y="24"/>
                                    <a:pt x="67" y="24"/>
                                  </a:cubicBezTo>
                                  <a:cubicBezTo>
                                    <a:pt x="69" y="24"/>
                                    <a:pt x="69" y="24"/>
                                    <a:pt x="69" y="24"/>
                                  </a:cubicBezTo>
                                  <a:cubicBezTo>
                                    <a:pt x="70" y="22"/>
                                    <a:pt x="70" y="22"/>
                                    <a:pt x="70" y="22"/>
                                  </a:cubicBezTo>
                                  <a:cubicBezTo>
                                    <a:pt x="68" y="21"/>
                                    <a:pt x="68" y="21"/>
                                    <a:pt x="68" y="21"/>
                                  </a:cubicBezTo>
                                  <a:cubicBezTo>
                                    <a:pt x="68" y="20"/>
                                    <a:pt x="68" y="20"/>
                                    <a:pt x="68" y="20"/>
                                  </a:cubicBezTo>
                                  <a:cubicBezTo>
                                    <a:pt x="68" y="20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2" y="16"/>
                                    <a:pt x="72" y="15"/>
                                  </a:cubicBezTo>
                                  <a:cubicBezTo>
                                    <a:pt x="72" y="15"/>
                                    <a:pt x="72" y="14"/>
                                    <a:pt x="72" y="13"/>
                                  </a:cubicBezTo>
                                  <a:cubicBezTo>
                                    <a:pt x="72" y="13"/>
                                    <a:pt x="72" y="12"/>
                                    <a:pt x="72" y="12"/>
                                  </a:cubicBezTo>
                                  <a:cubicBezTo>
                                    <a:pt x="72" y="12"/>
                                    <a:pt x="72" y="11"/>
                                    <a:pt x="72" y="11"/>
                                  </a:cubicBezTo>
                                  <a:cubicBezTo>
                                    <a:pt x="71" y="8"/>
                                    <a:pt x="71" y="8"/>
                                    <a:pt x="71" y="8"/>
                                  </a:cubicBezTo>
                                  <a:cubicBezTo>
                                    <a:pt x="70" y="7"/>
                                    <a:pt x="70" y="7"/>
                                    <a:pt x="70" y="7"/>
                                  </a:cubicBezTo>
                                  <a:cubicBezTo>
                                    <a:pt x="72" y="4"/>
                                    <a:pt x="72" y="4"/>
                                    <a:pt x="72" y="4"/>
                                  </a:cubicBezTo>
                                  <a:cubicBezTo>
                                    <a:pt x="74" y="4"/>
                                    <a:pt x="74" y="4"/>
                                    <a:pt x="74" y="4"/>
                                  </a:cubicBezTo>
                                  <a:cubicBezTo>
                                    <a:pt x="74" y="4"/>
                                    <a:pt x="74" y="3"/>
                                    <a:pt x="74" y="3"/>
                                  </a:cubicBezTo>
                                  <a:cubicBezTo>
                                    <a:pt x="74" y="3"/>
                                    <a:pt x="78" y="1"/>
                                    <a:pt x="78" y="1"/>
                                  </a:cubicBezTo>
                                  <a:cubicBezTo>
                                    <a:pt x="79" y="0"/>
                                    <a:pt x="79" y="0"/>
                                    <a:pt x="79" y="0"/>
                                  </a:cubicBezTo>
                                  <a:cubicBezTo>
                                    <a:pt x="85" y="0"/>
                                    <a:pt x="85" y="0"/>
                                    <a:pt x="85" y="0"/>
                                  </a:cubicBezTo>
                                  <a:cubicBezTo>
                                    <a:pt x="87" y="0"/>
                                    <a:pt x="87" y="0"/>
                                    <a:pt x="87" y="0"/>
                                  </a:cubicBezTo>
                                  <a:cubicBezTo>
                                    <a:pt x="88" y="0"/>
                                    <a:pt x="88" y="0"/>
                                    <a:pt x="88" y="0"/>
                                  </a:cubicBezTo>
                                  <a:cubicBezTo>
                                    <a:pt x="87" y="1"/>
                                    <a:pt x="87" y="1"/>
                                    <a:pt x="87" y="1"/>
                                  </a:cubicBezTo>
                                  <a:cubicBezTo>
                                    <a:pt x="83" y="2"/>
                                    <a:pt x="83" y="2"/>
                                    <a:pt x="83" y="2"/>
                                  </a:cubicBezTo>
                                  <a:cubicBezTo>
                                    <a:pt x="83" y="2"/>
                                    <a:pt x="82" y="3"/>
                                    <a:pt x="82" y="4"/>
                                  </a:cubicBezTo>
                                  <a:cubicBezTo>
                                    <a:pt x="82" y="4"/>
                                    <a:pt x="81" y="5"/>
                                    <a:pt x="80" y="5"/>
                                  </a:cubicBezTo>
                                  <a:cubicBezTo>
                                    <a:pt x="80" y="5"/>
                                    <a:pt x="79" y="5"/>
                                    <a:pt x="79" y="5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80" y="8"/>
                                    <a:pt x="80" y="8"/>
                                    <a:pt x="80" y="8"/>
                                  </a:cubicBezTo>
                                  <a:cubicBezTo>
                                    <a:pt x="80" y="8"/>
                                    <a:pt x="83" y="9"/>
                                    <a:pt x="83" y="9"/>
                                  </a:cubicBezTo>
                                  <a:cubicBezTo>
                                    <a:pt x="83" y="9"/>
                                    <a:pt x="84" y="10"/>
                                    <a:pt x="84" y="11"/>
                                  </a:cubicBezTo>
                                  <a:cubicBezTo>
                                    <a:pt x="84" y="11"/>
                                    <a:pt x="84" y="11"/>
                                    <a:pt x="84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7" y="12"/>
                                    <a:pt x="87" y="12"/>
                                  </a:cubicBezTo>
                                  <a:cubicBezTo>
                                    <a:pt x="87" y="12"/>
                                    <a:pt x="88" y="14"/>
                                    <a:pt x="88" y="14"/>
                                  </a:cubicBezTo>
                                  <a:cubicBezTo>
                                    <a:pt x="88" y="14"/>
                                    <a:pt x="88" y="14"/>
                                    <a:pt x="88" y="14"/>
                                  </a:cubicBezTo>
                                  <a:cubicBezTo>
                                    <a:pt x="88" y="14"/>
                                    <a:pt x="90" y="16"/>
                                    <a:pt x="90" y="16"/>
                                  </a:cubicBezTo>
                                  <a:cubicBezTo>
                                    <a:pt x="92" y="18"/>
                                    <a:pt x="92" y="18"/>
                                    <a:pt x="92" y="18"/>
                                  </a:cubicBezTo>
                                  <a:cubicBezTo>
                                    <a:pt x="87" y="18"/>
                                    <a:pt x="87" y="18"/>
                                    <a:pt x="87" y="18"/>
                                  </a:cubicBezTo>
                                  <a:cubicBezTo>
                                    <a:pt x="87" y="18"/>
                                    <a:pt x="86" y="19"/>
                                    <a:pt x="86" y="19"/>
                                  </a:cubicBezTo>
                                  <a:cubicBezTo>
                                    <a:pt x="86" y="20"/>
                                    <a:pt x="85" y="22"/>
                                    <a:pt x="85" y="22"/>
                                  </a:cubicBezTo>
                                  <a:cubicBezTo>
                                    <a:pt x="85" y="22"/>
                                    <a:pt x="85" y="22"/>
                                    <a:pt x="85" y="22"/>
                                  </a:cubicBezTo>
                                  <a:cubicBezTo>
                                    <a:pt x="85" y="22"/>
                                    <a:pt x="85" y="24"/>
                                    <a:pt x="85" y="24"/>
                                  </a:cubicBezTo>
                                  <a:cubicBezTo>
                                    <a:pt x="86" y="25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8"/>
                                    <a:pt x="86" y="28"/>
                                  </a:cubicBezTo>
                                  <a:cubicBezTo>
                                    <a:pt x="86" y="29"/>
                                    <a:pt x="86" y="30"/>
                                    <a:pt x="86" y="30"/>
                                  </a:cubicBezTo>
                                  <a:cubicBezTo>
                                    <a:pt x="86" y="31"/>
                                    <a:pt x="87" y="32"/>
                                    <a:pt x="87" y="32"/>
                                  </a:cubicBezTo>
                                  <a:cubicBezTo>
                                    <a:pt x="87" y="32"/>
                                    <a:pt x="88" y="33"/>
                                    <a:pt x="89" y="33"/>
                                  </a:cubicBezTo>
                                  <a:cubicBezTo>
                                    <a:pt x="89" y="33"/>
                                    <a:pt x="91" y="34"/>
                                    <a:pt x="91" y="34"/>
                                  </a:cubicBezTo>
                                  <a:cubicBezTo>
                                    <a:pt x="91" y="34"/>
                                    <a:pt x="92" y="34"/>
                                    <a:pt x="92" y="34"/>
                                  </a:cubicBezTo>
                                  <a:cubicBezTo>
                                    <a:pt x="93" y="34"/>
                                    <a:pt x="94" y="34"/>
                                    <a:pt x="94" y="34"/>
                                  </a:cubicBezTo>
                                  <a:cubicBezTo>
                                    <a:pt x="94" y="37"/>
                                    <a:pt x="94" y="37"/>
                                    <a:pt x="94" y="37"/>
                                  </a:cubicBezTo>
                                  <a:cubicBezTo>
                                    <a:pt x="95" y="37"/>
                                    <a:pt x="95" y="37"/>
                                    <a:pt x="95" y="37"/>
                                  </a:cubicBezTo>
                                  <a:cubicBezTo>
                                    <a:pt x="97" y="37"/>
                                    <a:pt x="97" y="37"/>
                                    <a:pt x="97" y="37"/>
                                  </a:cubicBezTo>
                                  <a:lnTo>
                                    <a:pt x="98" y="3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0" name="Freeform 844">
                              <a:extLst>
                                <a:ext uri="{FF2B5EF4-FFF2-40B4-BE49-F238E27FC236}">
                                  <a16:creationId xmlns:a16="http://schemas.microsoft.com/office/drawing/2014/main" id="{3AFD347D-9F37-C76B-EC76-26BDD936EB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885238" y="3541713"/>
                              <a:ext cx="177800" cy="196850"/>
                            </a:xfrm>
                            <a:custGeom>
                              <a:avLst/>
                              <a:gdLst>
                                <a:gd name="T0" fmla="*/ 39 w 43"/>
                                <a:gd name="T1" fmla="*/ 1 h 47"/>
                                <a:gd name="T2" fmla="*/ 38 w 43"/>
                                <a:gd name="T3" fmla="*/ 0 h 47"/>
                                <a:gd name="T4" fmla="*/ 37 w 43"/>
                                <a:gd name="T5" fmla="*/ 2 h 47"/>
                                <a:gd name="T6" fmla="*/ 35 w 43"/>
                                <a:gd name="T7" fmla="*/ 6 h 47"/>
                                <a:gd name="T8" fmla="*/ 34 w 43"/>
                                <a:gd name="T9" fmla="*/ 5 h 47"/>
                                <a:gd name="T10" fmla="*/ 32 w 43"/>
                                <a:gd name="T11" fmla="*/ 8 h 47"/>
                                <a:gd name="T12" fmla="*/ 25 w 43"/>
                                <a:gd name="T13" fmla="*/ 9 h 47"/>
                                <a:gd name="T14" fmla="*/ 27 w 43"/>
                                <a:gd name="T15" fmla="*/ 12 h 47"/>
                                <a:gd name="T16" fmla="*/ 26 w 43"/>
                                <a:gd name="T17" fmla="*/ 14 h 47"/>
                                <a:gd name="T18" fmla="*/ 24 w 43"/>
                                <a:gd name="T19" fmla="*/ 14 h 47"/>
                                <a:gd name="T20" fmla="*/ 17 w 43"/>
                                <a:gd name="T21" fmla="*/ 11 h 47"/>
                                <a:gd name="T22" fmla="*/ 15 w 43"/>
                                <a:gd name="T23" fmla="*/ 13 h 47"/>
                                <a:gd name="T24" fmla="*/ 13 w 43"/>
                                <a:gd name="T25" fmla="*/ 16 h 47"/>
                                <a:gd name="T26" fmla="*/ 10 w 43"/>
                                <a:gd name="T27" fmla="*/ 19 h 47"/>
                                <a:gd name="T28" fmla="*/ 6 w 43"/>
                                <a:gd name="T29" fmla="*/ 22 h 47"/>
                                <a:gd name="T30" fmla="*/ 1 w 43"/>
                                <a:gd name="T31" fmla="*/ 26 h 47"/>
                                <a:gd name="T32" fmla="*/ 1 w 43"/>
                                <a:gd name="T33" fmla="*/ 29 h 47"/>
                                <a:gd name="T34" fmla="*/ 6 w 43"/>
                                <a:gd name="T35" fmla="*/ 31 h 47"/>
                                <a:gd name="T36" fmla="*/ 7 w 43"/>
                                <a:gd name="T37" fmla="*/ 33 h 47"/>
                                <a:gd name="T38" fmla="*/ 6 w 43"/>
                                <a:gd name="T39" fmla="*/ 35 h 47"/>
                                <a:gd name="T40" fmla="*/ 4 w 43"/>
                                <a:gd name="T41" fmla="*/ 41 h 47"/>
                                <a:gd name="T42" fmla="*/ 3 w 43"/>
                                <a:gd name="T43" fmla="*/ 42 h 47"/>
                                <a:gd name="T44" fmla="*/ 3 w 43"/>
                                <a:gd name="T45" fmla="*/ 43 h 47"/>
                                <a:gd name="T46" fmla="*/ 4 w 43"/>
                                <a:gd name="T47" fmla="*/ 44 h 47"/>
                                <a:gd name="T48" fmla="*/ 5 w 43"/>
                                <a:gd name="T49" fmla="*/ 45 h 47"/>
                                <a:gd name="T50" fmla="*/ 8 w 43"/>
                                <a:gd name="T51" fmla="*/ 46 h 47"/>
                                <a:gd name="T52" fmla="*/ 13 w 43"/>
                                <a:gd name="T53" fmla="*/ 46 h 47"/>
                                <a:gd name="T54" fmla="*/ 13 w 43"/>
                                <a:gd name="T55" fmla="*/ 47 h 47"/>
                                <a:gd name="T56" fmla="*/ 15 w 43"/>
                                <a:gd name="T57" fmla="*/ 46 h 47"/>
                                <a:gd name="T58" fmla="*/ 19 w 43"/>
                                <a:gd name="T59" fmla="*/ 42 h 47"/>
                                <a:gd name="T60" fmla="*/ 25 w 43"/>
                                <a:gd name="T61" fmla="*/ 42 h 47"/>
                                <a:gd name="T62" fmla="*/ 26 w 43"/>
                                <a:gd name="T63" fmla="*/ 41 h 47"/>
                                <a:gd name="T64" fmla="*/ 26 w 43"/>
                                <a:gd name="T65" fmla="*/ 38 h 47"/>
                                <a:gd name="T66" fmla="*/ 21 w 43"/>
                                <a:gd name="T67" fmla="*/ 34 h 47"/>
                                <a:gd name="T68" fmla="*/ 21 w 43"/>
                                <a:gd name="T69" fmla="*/ 30 h 47"/>
                                <a:gd name="T70" fmla="*/ 27 w 43"/>
                                <a:gd name="T71" fmla="*/ 26 h 47"/>
                                <a:gd name="T72" fmla="*/ 29 w 43"/>
                                <a:gd name="T73" fmla="*/ 24 h 47"/>
                                <a:gd name="T74" fmla="*/ 35 w 43"/>
                                <a:gd name="T75" fmla="*/ 19 h 47"/>
                                <a:gd name="T76" fmla="*/ 36 w 43"/>
                                <a:gd name="T77" fmla="*/ 15 h 47"/>
                                <a:gd name="T78" fmla="*/ 36 w 43"/>
                                <a:gd name="T79" fmla="*/ 13 h 47"/>
                                <a:gd name="T80" fmla="*/ 41 w 43"/>
                                <a:gd name="T81" fmla="*/ 5 h 47"/>
                                <a:gd name="T82" fmla="*/ 42 w 43"/>
                                <a:gd name="T83" fmla="*/ 6 h 47"/>
                                <a:gd name="T84" fmla="*/ 42 w 43"/>
                                <a:gd name="T85" fmla="*/ 5 h 47"/>
                                <a:gd name="T86" fmla="*/ 42 w 43"/>
                                <a:gd name="T87" fmla="*/ 4 h 4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43" h="47">
                                  <a:moveTo>
                                    <a:pt x="41" y="3"/>
                                  </a:move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9" y="0"/>
                                    <a:pt x="39" y="0"/>
                                    <a:pt x="39" y="0"/>
                                  </a:cubicBezTo>
                                  <a:cubicBezTo>
                                    <a:pt x="38" y="0"/>
                                    <a:pt x="38" y="0"/>
                                    <a:pt x="38" y="0"/>
                                  </a:cubicBezTo>
                                  <a:cubicBezTo>
                                    <a:pt x="38" y="0"/>
                                    <a:pt x="38" y="1"/>
                                    <a:pt x="38" y="1"/>
                                  </a:cubicBezTo>
                                  <a:cubicBezTo>
                                    <a:pt x="38" y="1"/>
                                    <a:pt x="37" y="2"/>
                                    <a:pt x="37" y="2"/>
                                  </a:cubicBezTo>
                                  <a:cubicBezTo>
                                    <a:pt x="37" y="2"/>
                                    <a:pt x="36" y="5"/>
                                    <a:pt x="36" y="5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35" y="6"/>
                                    <a:pt x="35" y="5"/>
                                    <a:pt x="35" y="5"/>
                                  </a:cubicBezTo>
                                  <a:cubicBezTo>
                                    <a:pt x="35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3" y="8"/>
                                    <a:pt x="32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1" y="8"/>
                                    <a:pt x="30" y="9"/>
                                    <a:pt x="30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11"/>
                                    <a:pt x="25" y="11"/>
                                  </a:cubicBezTo>
                                  <a:cubicBezTo>
                                    <a:pt x="25" y="11"/>
                                    <a:pt x="26" y="12"/>
                                    <a:pt x="27" y="12"/>
                                  </a:cubicBezTo>
                                  <a:cubicBezTo>
                                    <a:pt x="27" y="12"/>
                                    <a:pt x="27" y="13"/>
                                    <a:pt x="27" y="13"/>
                                  </a:cubicBezTo>
                                  <a:cubicBezTo>
                                    <a:pt x="27" y="13"/>
                                    <a:pt x="26" y="14"/>
                                    <a:pt x="26" y="14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4" y="14"/>
                                    <a:pt x="24" y="14"/>
                                    <a:pt x="24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5"/>
                                    <a:pt x="15" y="15"/>
                                  </a:cubicBezTo>
                                  <a:cubicBezTo>
                                    <a:pt x="15" y="15"/>
                                    <a:pt x="13" y="15"/>
                                    <a:pt x="13" y="16"/>
                                  </a:cubicBezTo>
                                  <a:cubicBezTo>
                                    <a:pt x="13" y="16"/>
                                    <a:pt x="11" y="19"/>
                                    <a:pt x="11" y="19"/>
                                  </a:cubicBezTo>
                                  <a:cubicBezTo>
                                    <a:pt x="10" y="19"/>
                                    <a:pt x="10" y="19"/>
                                    <a:pt x="10" y="19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3" y="24"/>
                                    <a:pt x="3" y="25"/>
                                  </a:cubicBezTo>
                                  <a:cubicBezTo>
                                    <a:pt x="2" y="25"/>
                                    <a:pt x="1" y="26"/>
                                    <a:pt x="1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8"/>
                                    <a:pt x="1" y="29"/>
                                  </a:cubicBezTo>
                                  <a:cubicBezTo>
                                    <a:pt x="2" y="29"/>
                                    <a:pt x="2" y="30"/>
                                    <a:pt x="3" y="30"/>
                                  </a:cubicBezTo>
                                  <a:cubicBezTo>
                                    <a:pt x="4" y="30"/>
                                    <a:pt x="5" y="30"/>
                                    <a:pt x="6" y="31"/>
                                  </a:cubicBezTo>
                                  <a:cubicBezTo>
                                    <a:pt x="6" y="31"/>
                                    <a:pt x="7" y="32"/>
                                    <a:pt x="7" y="32"/>
                                  </a:cubicBezTo>
                                  <a:cubicBezTo>
                                    <a:pt x="7" y="32"/>
                                    <a:pt x="7" y="32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6" y="34"/>
                                    <a:pt x="6" y="34"/>
                                    <a:pt x="6" y="35"/>
                                  </a:cubicBezTo>
                                  <a:cubicBezTo>
                                    <a:pt x="5" y="36"/>
                                    <a:pt x="5" y="37"/>
                                    <a:pt x="6" y="38"/>
                                  </a:cubicBezTo>
                                  <a:cubicBezTo>
                                    <a:pt x="5" y="39"/>
                                    <a:pt x="4" y="40"/>
                                    <a:pt x="4" y="41"/>
                                  </a:cubicBezTo>
                                  <a:cubicBezTo>
                                    <a:pt x="3" y="41"/>
                                    <a:pt x="3" y="42"/>
                                    <a:pt x="3" y="42"/>
                                  </a:cubicBezTo>
                                  <a:cubicBezTo>
                                    <a:pt x="3" y="42"/>
                                    <a:pt x="3" y="42"/>
                                    <a:pt x="3" y="42"/>
                                  </a:cubicBezTo>
                                  <a:cubicBezTo>
                                    <a:pt x="3" y="42"/>
                                    <a:pt x="3" y="43"/>
                                    <a:pt x="3" y="43"/>
                                  </a:cubicBezTo>
                                  <a:cubicBezTo>
                                    <a:pt x="3" y="43"/>
                                    <a:pt x="3" y="43"/>
                                    <a:pt x="3" y="43"/>
                                  </a:cubicBezTo>
                                  <a:cubicBezTo>
                                    <a:pt x="3" y="43"/>
                                    <a:pt x="3" y="43"/>
                                    <a:pt x="3" y="43"/>
                                  </a:cubicBezTo>
                                  <a:cubicBezTo>
                                    <a:pt x="4" y="43"/>
                                    <a:pt x="5" y="43"/>
                                    <a:pt x="4" y="44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4" y="45"/>
                                    <a:pt x="5" y="45"/>
                                    <a:pt x="5" y="45"/>
                                  </a:cubicBezTo>
                                  <a:cubicBezTo>
                                    <a:pt x="6" y="45"/>
                                    <a:pt x="6" y="46"/>
                                    <a:pt x="7" y="46"/>
                                  </a:cubicBezTo>
                                  <a:cubicBezTo>
                                    <a:pt x="8" y="46"/>
                                    <a:pt x="8" y="46"/>
                                    <a:pt x="8" y="46"/>
                                  </a:cubicBezTo>
                                  <a:cubicBezTo>
                                    <a:pt x="9" y="47"/>
                                    <a:pt x="11" y="47"/>
                                    <a:pt x="12" y="46"/>
                                  </a:cubicBezTo>
                                  <a:cubicBezTo>
                                    <a:pt x="12" y="46"/>
                                    <a:pt x="13" y="46"/>
                                    <a:pt x="13" y="46"/>
                                  </a:cubicBezTo>
                                  <a:cubicBezTo>
                                    <a:pt x="13" y="46"/>
                                    <a:pt x="13" y="46"/>
                                    <a:pt x="13" y="46"/>
                                  </a:cubicBezTo>
                                  <a:cubicBezTo>
                                    <a:pt x="13" y="46"/>
                                    <a:pt x="13" y="47"/>
                                    <a:pt x="13" y="47"/>
                                  </a:cubicBezTo>
                                  <a:cubicBezTo>
                                    <a:pt x="14" y="47"/>
                                    <a:pt x="14" y="47"/>
                                    <a:pt x="14" y="47"/>
                                  </a:cubicBezTo>
                                  <a:cubicBezTo>
                                    <a:pt x="15" y="47"/>
                                    <a:pt x="15" y="46"/>
                                    <a:pt x="15" y="46"/>
                                  </a:cubicBezTo>
                                  <a:cubicBezTo>
                                    <a:pt x="16" y="45"/>
                                    <a:pt x="17" y="44"/>
                                    <a:pt x="18" y="43"/>
                                  </a:cubicBezTo>
                                  <a:cubicBezTo>
                                    <a:pt x="18" y="43"/>
                                    <a:pt x="18" y="42"/>
                                    <a:pt x="19" y="42"/>
                                  </a:cubicBezTo>
                                  <a:cubicBezTo>
                                    <a:pt x="19" y="42"/>
                                    <a:pt x="20" y="42"/>
                                    <a:pt x="20" y="42"/>
                                  </a:cubicBezTo>
                                  <a:cubicBezTo>
                                    <a:pt x="22" y="42"/>
                                    <a:pt x="23" y="42"/>
                                    <a:pt x="25" y="42"/>
                                  </a:cubicBezTo>
                                  <a:cubicBezTo>
                                    <a:pt x="25" y="42"/>
                                    <a:pt x="25" y="42"/>
                                    <a:pt x="26" y="42"/>
                                  </a:cubicBezTo>
                                  <a:cubicBezTo>
                                    <a:pt x="26" y="42"/>
                                    <a:pt x="26" y="41"/>
                                    <a:pt x="26" y="41"/>
                                  </a:cubicBezTo>
                                  <a:cubicBezTo>
                                    <a:pt x="27" y="41"/>
                                    <a:pt x="27" y="40"/>
                                    <a:pt x="27" y="40"/>
                                  </a:cubicBezTo>
                                  <a:cubicBezTo>
                                    <a:pt x="27" y="39"/>
                                    <a:pt x="26" y="38"/>
                                    <a:pt x="26" y="38"/>
                                  </a:cubicBezTo>
                                  <a:cubicBezTo>
                                    <a:pt x="25" y="37"/>
                                    <a:pt x="25" y="37"/>
                                    <a:pt x="24" y="37"/>
                                  </a:cubicBezTo>
                                  <a:cubicBezTo>
                                    <a:pt x="23" y="36"/>
                                    <a:pt x="22" y="35"/>
                                    <a:pt x="21" y="34"/>
                                  </a:cubicBezTo>
                                  <a:cubicBezTo>
                                    <a:pt x="21" y="34"/>
                                    <a:pt x="21" y="33"/>
                                    <a:pt x="20" y="33"/>
                                  </a:cubicBezTo>
                                  <a:cubicBezTo>
                                    <a:pt x="21" y="32"/>
                                    <a:pt x="21" y="31"/>
                                    <a:pt x="21" y="30"/>
                                  </a:cubicBezTo>
                                  <a:cubicBezTo>
                                    <a:pt x="21" y="29"/>
                                    <a:pt x="21" y="28"/>
                                    <a:pt x="22" y="28"/>
                                  </a:cubicBezTo>
                                  <a:cubicBezTo>
                                    <a:pt x="24" y="28"/>
                                    <a:pt x="25" y="26"/>
                                    <a:pt x="27" y="26"/>
                                  </a:cubicBezTo>
                                  <a:cubicBezTo>
                                    <a:pt x="27" y="26"/>
                                    <a:pt x="28" y="26"/>
                                    <a:pt x="28" y="25"/>
                                  </a:cubicBezTo>
                                  <a:cubicBezTo>
                                    <a:pt x="28" y="25"/>
                                    <a:pt x="28" y="25"/>
                                    <a:pt x="29" y="24"/>
                                  </a:cubicBezTo>
                                  <a:cubicBezTo>
                                    <a:pt x="30" y="23"/>
                                    <a:pt x="32" y="22"/>
                                    <a:pt x="33" y="20"/>
                                  </a:cubicBezTo>
                                  <a:cubicBezTo>
                                    <a:pt x="34" y="20"/>
                                    <a:pt x="34" y="20"/>
                                    <a:pt x="35" y="19"/>
                                  </a:cubicBezTo>
                                  <a:cubicBezTo>
                                    <a:pt x="36" y="19"/>
                                    <a:pt x="36" y="19"/>
                                    <a:pt x="36" y="18"/>
                                  </a:cubicBezTo>
                                  <a:cubicBezTo>
                                    <a:pt x="36" y="17"/>
                                    <a:pt x="36" y="16"/>
                                    <a:pt x="36" y="15"/>
                                  </a:cubicBezTo>
                                  <a:cubicBezTo>
                                    <a:pt x="36" y="15"/>
                                    <a:pt x="36" y="15"/>
                                    <a:pt x="36" y="14"/>
                                  </a:cubicBezTo>
                                  <a:cubicBezTo>
                                    <a:pt x="36" y="14"/>
                                    <a:pt x="36" y="14"/>
                                    <a:pt x="36" y="13"/>
                                  </a:cubicBezTo>
                                  <a:cubicBezTo>
                                    <a:pt x="36" y="12"/>
                                    <a:pt x="36" y="11"/>
                                    <a:pt x="37" y="11"/>
                                  </a:cubicBezTo>
                                  <a:cubicBezTo>
                                    <a:pt x="38" y="9"/>
                                    <a:pt x="40" y="7"/>
                                    <a:pt x="41" y="5"/>
                                  </a:cubicBezTo>
                                  <a:cubicBezTo>
                                    <a:pt x="42" y="5"/>
                                    <a:pt x="42" y="5"/>
                                    <a:pt x="42" y="6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6"/>
                                    <a:pt x="43" y="6"/>
                                    <a:pt x="43" y="6"/>
                                  </a:cubicBezTo>
                                  <a:cubicBezTo>
                                    <a:pt x="43" y="6"/>
                                    <a:pt x="42" y="5"/>
                                    <a:pt x="42" y="5"/>
                                  </a:cubicBezTo>
                                  <a:cubicBezTo>
                                    <a:pt x="43" y="5"/>
                                    <a:pt x="43" y="5"/>
                                    <a:pt x="43" y="5"/>
                                  </a:cubicBezTo>
                                  <a:cubicBezTo>
                                    <a:pt x="42" y="4"/>
                                    <a:pt x="42" y="4"/>
                                    <a:pt x="42" y="4"/>
                                  </a:cubicBezTo>
                                  <a:lnTo>
                                    <a:pt x="41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1" name="Freeform 845">
                              <a:extLst>
                                <a:ext uri="{FF2B5EF4-FFF2-40B4-BE49-F238E27FC236}">
                                  <a16:creationId xmlns:a16="http://schemas.microsoft.com/office/drawing/2014/main" id="{1707379D-FBF8-C016-F538-73F0C9553D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635875" y="3987800"/>
                              <a:ext cx="228600" cy="130175"/>
                            </a:xfrm>
                            <a:custGeom>
                              <a:avLst/>
                              <a:gdLst>
                                <a:gd name="T0" fmla="*/ 2 w 55"/>
                                <a:gd name="T1" fmla="*/ 9 h 31"/>
                                <a:gd name="T2" fmla="*/ 0 w 55"/>
                                <a:gd name="T3" fmla="*/ 12 h 31"/>
                                <a:gd name="T4" fmla="*/ 10 w 55"/>
                                <a:gd name="T5" fmla="*/ 18 h 31"/>
                                <a:gd name="T6" fmla="*/ 13 w 55"/>
                                <a:gd name="T7" fmla="*/ 19 h 31"/>
                                <a:gd name="T8" fmla="*/ 16 w 55"/>
                                <a:gd name="T9" fmla="*/ 21 h 31"/>
                                <a:gd name="T10" fmla="*/ 18 w 55"/>
                                <a:gd name="T11" fmla="*/ 22 h 31"/>
                                <a:gd name="T12" fmla="*/ 22 w 55"/>
                                <a:gd name="T13" fmla="*/ 24 h 31"/>
                                <a:gd name="T14" fmla="*/ 25 w 55"/>
                                <a:gd name="T15" fmla="*/ 24 h 31"/>
                                <a:gd name="T16" fmla="*/ 27 w 55"/>
                                <a:gd name="T17" fmla="*/ 22 h 31"/>
                                <a:gd name="T18" fmla="*/ 31 w 55"/>
                                <a:gd name="T19" fmla="*/ 24 h 31"/>
                                <a:gd name="T20" fmla="*/ 34 w 55"/>
                                <a:gd name="T21" fmla="*/ 28 h 31"/>
                                <a:gd name="T22" fmla="*/ 37 w 55"/>
                                <a:gd name="T23" fmla="*/ 27 h 31"/>
                                <a:gd name="T24" fmla="*/ 39 w 55"/>
                                <a:gd name="T25" fmla="*/ 29 h 31"/>
                                <a:gd name="T26" fmla="*/ 43 w 55"/>
                                <a:gd name="T27" fmla="*/ 29 h 31"/>
                                <a:gd name="T28" fmla="*/ 46 w 55"/>
                                <a:gd name="T29" fmla="*/ 31 h 31"/>
                                <a:gd name="T30" fmla="*/ 48 w 55"/>
                                <a:gd name="T31" fmla="*/ 31 h 31"/>
                                <a:gd name="T32" fmla="*/ 50 w 55"/>
                                <a:gd name="T33" fmla="*/ 31 h 31"/>
                                <a:gd name="T34" fmla="*/ 52 w 55"/>
                                <a:gd name="T35" fmla="*/ 31 h 31"/>
                                <a:gd name="T36" fmla="*/ 54 w 55"/>
                                <a:gd name="T37" fmla="*/ 31 h 31"/>
                                <a:gd name="T38" fmla="*/ 54 w 55"/>
                                <a:gd name="T39" fmla="*/ 26 h 31"/>
                                <a:gd name="T40" fmla="*/ 55 w 55"/>
                                <a:gd name="T41" fmla="*/ 21 h 31"/>
                                <a:gd name="T42" fmla="*/ 53 w 55"/>
                                <a:gd name="T43" fmla="*/ 19 h 31"/>
                                <a:gd name="T44" fmla="*/ 48 w 55"/>
                                <a:gd name="T45" fmla="*/ 20 h 31"/>
                                <a:gd name="T46" fmla="*/ 43 w 55"/>
                                <a:gd name="T47" fmla="*/ 18 h 31"/>
                                <a:gd name="T48" fmla="*/ 41 w 55"/>
                                <a:gd name="T49" fmla="*/ 18 h 31"/>
                                <a:gd name="T50" fmla="*/ 39 w 55"/>
                                <a:gd name="T51" fmla="*/ 17 h 31"/>
                                <a:gd name="T52" fmla="*/ 34 w 55"/>
                                <a:gd name="T53" fmla="*/ 16 h 31"/>
                                <a:gd name="T54" fmla="*/ 33 w 55"/>
                                <a:gd name="T55" fmla="*/ 14 h 31"/>
                                <a:gd name="T56" fmla="*/ 28 w 55"/>
                                <a:gd name="T57" fmla="*/ 12 h 31"/>
                                <a:gd name="T58" fmla="*/ 28 w 55"/>
                                <a:gd name="T59" fmla="*/ 9 h 31"/>
                                <a:gd name="T60" fmla="*/ 26 w 55"/>
                                <a:gd name="T61" fmla="*/ 9 h 31"/>
                                <a:gd name="T62" fmla="*/ 23 w 55"/>
                                <a:gd name="T63" fmla="*/ 9 h 31"/>
                                <a:gd name="T64" fmla="*/ 21 w 55"/>
                                <a:gd name="T65" fmla="*/ 6 h 31"/>
                                <a:gd name="T66" fmla="*/ 18 w 55"/>
                                <a:gd name="T67" fmla="*/ 5 h 31"/>
                                <a:gd name="T68" fmla="*/ 15 w 55"/>
                                <a:gd name="T69" fmla="*/ 3 h 31"/>
                                <a:gd name="T70" fmla="*/ 14 w 55"/>
                                <a:gd name="T71" fmla="*/ 1 h 31"/>
                                <a:gd name="T72" fmla="*/ 12 w 55"/>
                                <a:gd name="T73" fmla="*/ 0 h 31"/>
                                <a:gd name="T74" fmla="*/ 9 w 55"/>
                                <a:gd name="T75" fmla="*/ 2 h 31"/>
                                <a:gd name="T76" fmla="*/ 7 w 55"/>
                                <a:gd name="T77" fmla="*/ 3 h 31"/>
                                <a:gd name="T78" fmla="*/ 3 w 55"/>
                                <a:gd name="T79" fmla="*/ 4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55" h="31">
                                  <a:moveTo>
                                    <a:pt x="2" y="5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10" y="18"/>
                                    <a:pt x="10" y="18"/>
                                    <a:pt x="10" y="18"/>
                                  </a:cubicBezTo>
                                  <a:cubicBezTo>
                                    <a:pt x="12" y="19"/>
                                    <a:pt x="12" y="19"/>
                                    <a:pt x="12" y="19"/>
                                  </a:cubicBezTo>
                                  <a:cubicBezTo>
                                    <a:pt x="13" y="19"/>
                                    <a:pt x="13" y="19"/>
                                    <a:pt x="13" y="19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8" y="21"/>
                                    <a:pt x="18" y="21"/>
                                    <a:pt x="18" y="21"/>
                                  </a:cubicBezTo>
                                  <a:cubicBezTo>
                                    <a:pt x="18" y="22"/>
                                    <a:pt x="18" y="22"/>
                                    <a:pt x="18" y="22"/>
                                  </a:cubicBezTo>
                                  <a:cubicBezTo>
                                    <a:pt x="21" y="23"/>
                                    <a:pt x="21" y="23"/>
                                    <a:pt x="21" y="23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3" y="23"/>
                                    <a:pt x="23" y="23"/>
                                    <a:pt x="23" y="23"/>
                                  </a:cubicBezTo>
                                  <a:cubicBezTo>
                                    <a:pt x="23" y="23"/>
                                    <a:pt x="25" y="24"/>
                                    <a:pt x="25" y="24"/>
                                  </a:cubicBezTo>
                                  <a:cubicBezTo>
                                    <a:pt x="25" y="24"/>
                                    <a:pt x="26" y="23"/>
                                    <a:pt x="26" y="23"/>
                                  </a:cubicBezTo>
                                  <a:cubicBezTo>
                                    <a:pt x="27" y="22"/>
                                    <a:pt x="27" y="22"/>
                                    <a:pt x="27" y="22"/>
                                  </a:cubicBezTo>
                                  <a:cubicBezTo>
                                    <a:pt x="27" y="22"/>
                                    <a:pt x="29" y="23"/>
                                    <a:pt x="29" y="23"/>
                                  </a:cubicBezTo>
                                  <a:cubicBezTo>
                                    <a:pt x="29" y="23"/>
                                    <a:pt x="31" y="24"/>
                                    <a:pt x="31" y="24"/>
                                  </a:cubicBezTo>
                                  <a:cubicBezTo>
                                    <a:pt x="31" y="26"/>
                                    <a:pt x="31" y="26"/>
                                    <a:pt x="31" y="26"/>
                                  </a:cubicBezTo>
                                  <a:cubicBezTo>
                                    <a:pt x="34" y="28"/>
                                    <a:pt x="34" y="28"/>
                                    <a:pt x="34" y="28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7"/>
                                    <a:pt x="38" y="28"/>
                                    <a:pt x="38" y="28"/>
                                  </a:cubicBezTo>
                                  <a:cubicBezTo>
                                    <a:pt x="38" y="28"/>
                                    <a:pt x="39" y="29"/>
                                    <a:pt x="39" y="29"/>
                                  </a:cubicBezTo>
                                  <a:cubicBezTo>
                                    <a:pt x="40" y="29"/>
                                    <a:pt x="40" y="29"/>
                                    <a:pt x="40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6" y="31"/>
                                    <a:pt x="46" y="31"/>
                                    <a:pt x="46" y="31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9" y="31"/>
                                    <a:pt x="49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1" y="30"/>
                                    <a:pt x="51" y="31"/>
                                  </a:cubicBezTo>
                                  <a:cubicBezTo>
                                    <a:pt x="52" y="31"/>
                                    <a:pt x="52" y="31"/>
                                    <a:pt x="52" y="31"/>
                                  </a:cubicBezTo>
                                  <a:cubicBezTo>
                                    <a:pt x="52" y="31"/>
                                    <a:pt x="52" y="30"/>
                                    <a:pt x="53" y="30"/>
                                  </a:cubicBezTo>
                                  <a:cubicBezTo>
                                    <a:pt x="53" y="30"/>
                                    <a:pt x="54" y="31"/>
                                    <a:pt x="54" y="31"/>
                                  </a:cubicBezTo>
                                  <a:cubicBezTo>
                                    <a:pt x="55" y="29"/>
                                    <a:pt x="55" y="29"/>
                                    <a:pt x="55" y="29"/>
                                  </a:cubicBezTo>
                                  <a:cubicBezTo>
                                    <a:pt x="55" y="29"/>
                                    <a:pt x="54" y="26"/>
                                    <a:pt x="54" y="26"/>
                                  </a:cubicBezTo>
                                  <a:cubicBezTo>
                                    <a:pt x="54" y="25"/>
                                    <a:pt x="54" y="22"/>
                                    <a:pt x="54" y="22"/>
                                  </a:cubicBezTo>
                                  <a:cubicBezTo>
                                    <a:pt x="54" y="22"/>
                                    <a:pt x="55" y="21"/>
                                    <a:pt x="55" y="21"/>
                                  </a:cubicBezTo>
                                  <a:cubicBezTo>
                                    <a:pt x="55" y="21"/>
                                    <a:pt x="55" y="19"/>
                                    <a:pt x="55" y="19"/>
                                  </a:cubicBezTo>
                                  <a:cubicBezTo>
                                    <a:pt x="53" y="19"/>
                                    <a:pt x="53" y="19"/>
                                    <a:pt x="53" y="19"/>
                                  </a:cubicBezTo>
                                  <a:cubicBezTo>
                                    <a:pt x="53" y="19"/>
                                    <a:pt x="52" y="20"/>
                                    <a:pt x="51" y="20"/>
                                  </a:cubicBezTo>
                                  <a:cubicBezTo>
                                    <a:pt x="50" y="20"/>
                                    <a:pt x="48" y="20"/>
                                    <a:pt x="48" y="20"/>
                                  </a:cubicBezTo>
                                  <a:cubicBezTo>
                                    <a:pt x="48" y="20"/>
                                    <a:pt x="45" y="18"/>
                                    <a:pt x="45" y="18"/>
                                  </a:cubicBezTo>
                                  <a:cubicBezTo>
                                    <a:pt x="45" y="18"/>
                                    <a:pt x="43" y="18"/>
                                    <a:pt x="43" y="18"/>
                                  </a:cubicBezTo>
                                  <a:cubicBezTo>
                                    <a:pt x="43" y="18"/>
                                    <a:pt x="43" y="19"/>
                                    <a:pt x="42" y="19"/>
                                  </a:cubicBezTo>
                                  <a:cubicBezTo>
                                    <a:pt x="41" y="19"/>
                                    <a:pt x="41" y="18"/>
                                    <a:pt x="41" y="18"/>
                                  </a:cubicBezTo>
                                  <a:cubicBezTo>
                                    <a:pt x="40" y="18"/>
                                    <a:pt x="40" y="18"/>
                                    <a:pt x="40" y="18"/>
                                  </a:cubicBezTo>
                                  <a:cubicBezTo>
                                    <a:pt x="40" y="18"/>
                                    <a:pt x="39" y="17"/>
                                    <a:pt x="39" y="17"/>
                                  </a:cubicBezTo>
                                  <a:cubicBezTo>
                                    <a:pt x="38" y="16"/>
                                    <a:pt x="38" y="16"/>
                                    <a:pt x="37" y="16"/>
                                  </a:cubicBezTo>
                                  <a:cubicBezTo>
                                    <a:pt x="37" y="16"/>
                                    <a:pt x="35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5"/>
                                  </a:cubicBezTo>
                                  <a:cubicBezTo>
                                    <a:pt x="33" y="15"/>
                                    <a:pt x="34" y="14"/>
                                    <a:pt x="33" y="14"/>
                                  </a:cubicBezTo>
                                  <a:cubicBezTo>
                                    <a:pt x="33" y="14"/>
                                    <a:pt x="32" y="14"/>
                                    <a:pt x="31" y="14"/>
                                  </a:cubicBezTo>
                                  <a:cubicBezTo>
                                    <a:pt x="30" y="14"/>
                                    <a:pt x="28" y="12"/>
                                    <a:pt x="28" y="12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3" y="9"/>
                                    <a:pt x="23" y="9"/>
                                  </a:cubicBezTo>
                                  <a:cubicBezTo>
                                    <a:pt x="23" y="8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1" y="6"/>
                                  </a:cubicBezTo>
                                  <a:cubicBezTo>
                                    <a:pt x="21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8" y="6"/>
                                    <a:pt x="18" y="5"/>
                                  </a:cubicBezTo>
                                  <a:cubicBezTo>
                                    <a:pt x="18" y="5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3" y="1"/>
                                    <a:pt x="13" y="0"/>
                                  </a:cubicBezTo>
                                  <a:cubicBezTo>
                                    <a:pt x="13" y="0"/>
                                    <a:pt x="12" y="0"/>
                                    <a:pt x="12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lnTo>
                                    <a:pt x="2" y="5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BFBFBF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2" name="Freeform 846">
                              <a:extLst>
                                <a:ext uri="{FF2B5EF4-FFF2-40B4-BE49-F238E27FC236}">
                                  <a16:creationId xmlns:a16="http://schemas.microsoft.com/office/drawing/2014/main" id="{9B169A3C-5A11-5F2C-3856-4066618AF91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972425" y="4054475"/>
                              <a:ext cx="250825" cy="550863"/>
                            </a:xfrm>
                            <a:custGeom>
                              <a:avLst/>
                              <a:gdLst>
                                <a:gd name="T0" fmla="*/ 57 w 60"/>
                                <a:gd name="T1" fmla="*/ 54 h 132"/>
                                <a:gd name="T2" fmla="*/ 54 w 60"/>
                                <a:gd name="T3" fmla="*/ 59 h 132"/>
                                <a:gd name="T4" fmla="*/ 49 w 60"/>
                                <a:gd name="T5" fmla="*/ 62 h 132"/>
                                <a:gd name="T6" fmla="*/ 42 w 60"/>
                                <a:gd name="T7" fmla="*/ 66 h 132"/>
                                <a:gd name="T8" fmla="*/ 40 w 60"/>
                                <a:gd name="T9" fmla="*/ 73 h 132"/>
                                <a:gd name="T10" fmla="*/ 42 w 60"/>
                                <a:gd name="T11" fmla="*/ 81 h 132"/>
                                <a:gd name="T12" fmla="*/ 48 w 60"/>
                                <a:gd name="T13" fmla="*/ 89 h 132"/>
                                <a:gd name="T14" fmla="*/ 46 w 60"/>
                                <a:gd name="T15" fmla="*/ 96 h 132"/>
                                <a:gd name="T16" fmla="*/ 52 w 60"/>
                                <a:gd name="T17" fmla="*/ 109 h 132"/>
                                <a:gd name="T18" fmla="*/ 54 w 60"/>
                                <a:gd name="T19" fmla="*/ 120 h 132"/>
                                <a:gd name="T20" fmla="*/ 50 w 60"/>
                                <a:gd name="T21" fmla="*/ 129 h 132"/>
                                <a:gd name="T22" fmla="*/ 48 w 60"/>
                                <a:gd name="T23" fmla="*/ 129 h 132"/>
                                <a:gd name="T24" fmla="*/ 49 w 60"/>
                                <a:gd name="T25" fmla="*/ 124 h 132"/>
                                <a:gd name="T26" fmla="*/ 49 w 60"/>
                                <a:gd name="T27" fmla="*/ 119 h 132"/>
                                <a:gd name="T28" fmla="*/ 48 w 60"/>
                                <a:gd name="T29" fmla="*/ 114 h 132"/>
                                <a:gd name="T30" fmla="*/ 46 w 60"/>
                                <a:gd name="T31" fmla="*/ 108 h 132"/>
                                <a:gd name="T32" fmla="*/ 44 w 60"/>
                                <a:gd name="T33" fmla="*/ 106 h 132"/>
                                <a:gd name="T34" fmla="*/ 42 w 60"/>
                                <a:gd name="T35" fmla="*/ 100 h 132"/>
                                <a:gd name="T36" fmla="*/ 41 w 60"/>
                                <a:gd name="T37" fmla="*/ 92 h 132"/>
                                <a:gd name="T38" fmla="*/ 40 w 60"/>
                                <a:gd name="T39" fmla="*/ 89 h 132"/>
                                <a:gd name="T40" fmla="*/ 37 w 60"/>
                                <a:gd name="T41" fmla="*/ 88 h 132"/>
                                <a:gd name="T42" fmla="*/ 33 w 60"/>
                                <a:gd name="T43" fmla="*/ 81 h 132"/>
                                <a:gd name="T44" fmla="*/ 33 w 60"/>
                                <a:gd name="T45" fmla="*/ 87 h 132"/>
                                <a:gd name="T46" fmla="*/ 30 w 60"/>
                                <a:gd name="T47" fmla="*/ 86 h 132"/>
                                <a:gd name="T48" fmla="*/ 28 w 60"/>
                                <a:gd name="T49" fmla="*/ 89 h 132"/>
                                <a:gd name="T50" fmla="*/ 23 w 60"/>
                                <a:gd name="T51" fmla="*/ 92 h 132"/>
                                <a:gd name="T52" fmla="*/ 20 w 60"/>
                                <a:gd name="T53" fmla="*/ 92 h 132"/>
                                <a:gd name="T54" fmla="*/ 18 w 60"/>
                                <a:gd name="T55" fmla="*/ 92 h 132"/>
                                <a:gd name="T56" fmla="*/ 19 w 60"/>
                                <a:gd name="T57" fmla="*/ 88 h 132"/>
                                <a:gd name="T58" fmla="*/ 17 w 60"/>
                                <a:gd name="T59" fmla="*/ 92 h 132"/>
                                <a:gd name="T60" fmla="*/ 17 w 60"/>
                                <a:gd name="T61" fmla="*/ 88 h 132"/>
                                <a:gd name="T62" fmla="*/ 18 w 60"/>
                                <a:gd name="T63" fmla="*/ 82 h 132"/>
                                <a:gd name="T64" fmla="*/ 17 w 60"/>
                                <a:gd name="T65" fmla="*/ 77 h 132"/>
                                <a:gd name="T66" fmla="*/ 15 w 60"/>
                                <a:gd name="T67" fmla="*/ 73 h 132"/>
                                <a:gd name="T68" fmla="*/ 12 w 60"/>
                                <a:gd name="T69" fmla="*/ 70 h 132"/>
                                <a:gd name="T70" fmla="*/ 9 w 60"/>
                                <a:gd name="T71" fmla="*/ 70 h 132"/>
                                <a:gd name="T72" fmla="*/ 9 w 60"/>
                                <a:gd name="T73" fmla="*/ 69 h 132"/>
                                <a:gd name="T74" fmla="*/ 11 w 60"/>
                                <a:gd name="T75" fmla="*/ 67 h 132"/>
                                <a:gd name="T76" fmla="*/ 9 w 60"/>
                                <a:gd name="T77" fmla="*/ 64 h 132"/>
                                <a:gd name="T78" fmla="*/ 6 w 60"/>
                                <a:gd name="T79" fmla="*/ 62 h 132"/>
                                <a:gd name="T80" fmla="*/ 5 w 60"/>
                                <a:gd name="T81" fmla="*/ 61 h 132"/>
                                <a:gd name="T82" fmla="*/ 1 w 60"/>
                                <a:gd name="T83" fmla="*/ 60 h 132"/>
                                <a:gd name="T84" fmla="*/ 0 w 60"/>
                                <a:gd name="T85" fmla="*/ 55 h 132"/>
                                <a:gd name="T86" fmla="*/ 4 w 60"/>
                                <a:gd name="T87" fmla="*/ 49 h 132"/>
                                <a:gd name="T88" fmla="*/ 18 w 60"/>
                                <a:gd name="T89" fmla="*/ 30 h 132"/>
                                <a:gd name="T90" fmla="*/ 19 w 60"/>
                                <a:gd name="T91" fmla="*/ 21 h 132"/>
                                <a:gd name="T92" fmla="*/ 22 w 60"/>
                                <a:gd name="T93" fmla="*/ 11 h 132"/>
                                <a:gd name="T94" fmla="*/ 27 w 60"/>
                                <a:gd name="T95" fmla="*/ 6 h 132"/>
                                <a:gd name="T96" fmla="*/ 34 w 60"/>
                                <a:gd name="T97" fmla="*/ 5 h 132"/>
                                <a:gd name="T98" fmla="*/ 34 w 60"/>
                                <a:gd name="T99" fmla="*/ 0 h 132"/>
                                <a:gd name="T100" fmla="*/ 40 w 60"/>
                                <a:gd name="T101" fmla="*/ 1 h 132"/>
                                <a:gd name="T102" fmla="*/ 45 w 60"/>
                                <a:gd name="T103" fmla="*/ 11 h 132"/>
                                <a:gd name="T104" fmla="*/ 39 w 60"/>
                                <a:gd name="T105" fmla="*/ 25 h 132"/>
                                <a:gd name="T106" fmla="*/ 39 w 60"/>
                                <a:gd name="T107" fmla="*/ 31 h 132"/>
                                <a:gd name="T108" fmla="*/ 45 w 60"/>
                                <a:gd name="T109" fmla="*/ 35 h 132"/>
                                <a:gd name="T110" fmla="*/ 50 w 60"/>
                                <a:gd name="T111" fmla="*/ 40 h 132"/>
                                <a:gd name="T112" fmla="*/ 50 w 60"/>
                                <a:gd name="T113" fmla="*/ 46 h 132"/>
                                <a:gd name="T114" fmla="*/ 52 w 60"/>
                                <a:gd name="T115" fmla="*/ 51 h 132"/>
                                <a:gd name="T116" fmla="*/ 60 w 60"/>
                                <a:gd name="T117" fmla="*/ 52 h 132"/>
                                <a:gd name="T118" fmla="*/ 10 w 60"/>
                                <a:gd name="T119" fmla="*/ 72 h 13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60" h="132">
                                  <a:moveTo>
                                    <a:pt x="60" y="52"/>
                                  </a:moveTo>
                                  <a:cubicBezTo>
                                    <a:pt x="60" y="52"/>
                                    <a:pt x="59" y="53"/>
                                    <a:pt x="59" y="53"/>
                                  </a:cubicBezTo>
                                  <a:cubicBezTo>
                                    <a:pt x="59" y="53"/>
                                    <a:pt x="58" y="54"/>
                                    <a:pt x="57" y="54"/>
                                  </a:cubicBezTo>
                                  <a:cubicBezTo>
                                    <a:pt x="57" y="54"/>
                                    <a:pt x="57" y="54"/>
                                    <a:pt x="57" y="54"/>
                                  </a:cubicBezTo>
                                  <a:cubicBezTo>
                                    <a:pt x="56" y="54"/>
                                    <a:pt x="56" y="55"/>
                                    <a:pt x="56" y="55"/>
                                  </a:cubicBezTo>
                                  <a:cubicBezTo>
                                    <a:pt x="55" y="56"/>
                                    <a:pt x="56" y="56"/>
                                    <a:pt x="56" y="57"/>
                                  </a:cubicBezTo>
                                  <a:cubicBezTo>
                                    <a:pt x="56" y="58"/>
                                    <a:pt x="56" y="57"/>
                                    <a:pt x="55" y="57"/>
                                  </a:cubicBezTo>
                                  <a:cubicBezTo>
                                    <a:pt x="54" y="58"/>
                                    <a:pt x="54" y="58"/>
                                    <a:pt x="54" y="59"/>
                                  </a:cubicBezTo>
                                  <a:cubicBezTo>
                                    <a:pt x="54" y="59"/>
                                    <a:pt x="53" y="59"/>
                                    <a:pt x="52" y="59"/>
                                  </a:cubicBezTo>
                                  <a:cubicBezTo>
                                    <a:pt x="51" y="59"/>
                                    <a:pt x="50" y="60"/>
                                    <a:pt x="50" y="60"/>
                                  </a:cubicBezTo>
                                  <a:cubicBezTo>
                                    <a:pt x="50" y="61"/>
                                    <a:pt x="50" y="61"/>
                                    <a:pt x="50" y="62"/>
                                  </a:cubicBezTo>
                                  <a:cubicBezTo>
                                    <a:pt x="50" y="62"/>
                                    <a:pt x="49" y="62"/>
                                    <a:pt x="49" y="62"/>
                                  </a:cubicBezTo>
                                  <a:cubicBezTo>
                                    <a:pt x="48" y="62"/>
                                    <a:pt x="48" y="62"/>
                                    <a:pt x="47" y="63"/>
                                  </a:cubicBezTo>
                                  <a:cubicBezTo>
                                    <a:pt x="47" y="63"/>
                                    <a:pt x="47" y="65"/>
                                    <a:pt x="46" y="65"/>
                                  </a:cubicBezTo>
                                  <a:cubicBezTo>
                                    <a:pt x="46" y="65"/>
                                    <a:pt x="45" y="66"/>
                                    <a:pt x="44" y="66"/>
                                  </a:cubicBezTo>
                                  <a:cubicBezTo>
                                    <a:pt x="44" y="66"/>
                                    <a:pt x="43" y="66"/>
                                    <a:pt x="42" y="66"/>
                                  </a:cubicBezTo>
                                  <a:cubicBezTo>
                                    <a:pt x="42" y="66"/>
                                    <a:pt x="41" y="66"/>
                                    <a:pt x="40" y="67"/>
                                  </a:cubicBezTo>
                                  <a:cubicBezTo>
                                    <a:pt x="40" y="67"/>
                                    <a:pt x="40" y="69"/>
                                    <a:pt x="40" y="70"/>
                                  </a:cubicBezTo>
                                  <a:cubicBezTo>
                                    <a:pt x="40" y="70"/>
                                    <a:pt x="39" y="71"/>
                                    <a:pt x="39" y="71"/>
                                  </a:cubicBezTo>
                                  <a:cubicBezTo>
                                    <a:pt x="39" y="72"/>
                                    <a:pt x="40" y="73"/>
                                    <a:pt x="40" y="73"/>
                                  </a:cubicBezTo>
                                  <a:cubicBezTo>
                                    <a:pt x="39" y="74"/>
                                    <a:pt x="38" y="74"/>
                                    <a:pt x="37" y="75"/>
                                  </a:cubicBezTo>
                                  <a:cubicBezTo>
                                    <a:pt x="36" y="76"/>
                                    <a:pt x="37" y="76"/>
                                    <a:pt x="38" y="76"/>
                                  </a:cubicBezTo>
                                  <a:cubicBezTo>
                                    <a:pt x="38" y="76"/>
                                    <a:pt x="39" y="76"/>
                                    <a:pt x="40" y="78"/>
                                  </a:cubicBezTo>
                                  <a:cubicBezTo>
                                    <a:pt x="41" y="81"/>
                                    <a:pt x="42" y="80"/>
                                    <a:pt x="42" y="81"/>
                                  </a:cubicBezTo>
                                  <a:cubicBezTo>
                                    <a:pt x="42" y="81"/>
                                    <a:pt x="43" y="83"/>
                                    <a:pt x="44" y="84"/>
                                  </a:cubicBezTo>
                                  <a:cubicBezTo>
                                    <a:pt x="44" y="85"/>
                                    <a:pt x="46" y="86"/>
                                    <a:pt x="46" y="86"/>
                                  </a:cubicBezTo>
                                  <a:cubicBezTo>
                                    <a:pt x="46" y="86"/>
                                    <a:pt x="46" y="87"/>
                                    <a:pt x="46" y="88"/>
                                  </a:cubicBezTo>
                                  <a:cubicBezTo>
                                    <a:pt x="47" y="88"/>
                                    <a:pt x="48" y="89"/>
                                    <a:pt x="48" y="89"/>
                                  </a:cubicBezTo>
                                  <a:cubicBezTo>
                                    <a:pt x="48" y="90"/>
                                    <a:pt x="47" y="90"/>
                                    <a:pt x="46" y="91"/>
                                  </a:cubicBezTo>
                                  <a:cubicBezTo>
                                    <a:pt x="46" y="91"/>
                                    <a:pt x="46" y="92"/>
                                    <a:pt x="46" y="92"/>
                                  </a:cubicBezTo>
                                  <a:cubicBezTo>
                                    <a:pt x="46" y="93"/>
                                    <a:pt x="46" y="93"/>
                                    <a:pt x="46" y="94"/>
                                  </a:cubicBezTo>
                                  <a:cubicBezTo>
                                    <a:pt x="46" y="95"/>
                                    <a:pt x="46" y="95"/>
                                    <a:pt x="46" y="96"/>
                                  </a:cubicBezTo>
                                  <a:cubicBezTo>
                                    <a:pt x="45" y="96"/>
                                    <a:pt x="45" y="97"/>
                                    <a:pt x="45" y="98"/>
                                  </a:cubicBezTo>
                                  <a:cubicBezTo>
                                    <a:pt x="45" y="98"/>
                                    <a:pt x="46" y="100"/>
                                    <a:pt x="47" y="101"/>
                                  </a:cubicBezTo>
                                  <a:cubicBezTo>
                                    <a:pt x="48" y="102"/>
                                    <a:pt x="50" y="103"/>
                                    <a:pt x="51" y="105"/>
                                  </a:cubicBezTo>
                                  <a:cubicBezTo>
                                    <a:pt x="52" y="106"/>
                                    <a:pt x="52" y="107"/>
                                    <a:pt x="52" y="109"/>
                                  </a:cubicBezTo>
                                  <a:cubicBezTo>
                                    <a:pt x="52" y="111"/>
                                    <a:pt x="52" y="111"/>
                                    <a:pt x="52" y="111"/>
                                  </a:cubicBezTo>
                                  <a:cubicBezTo>
                                    <a:pt x="53" y="112"/>
                                    <a:pt x="53" y="113"/>
                                    <a:pt x="54" y="115"/>
                                  </a:cubicBezTo>
                                  <a:cubicBezTo>
                                    <a:pt x="54" y="116"/>
                                    <a:pt x="54" y="117"/>
                                    <a:pt x="54" y="118"/>
                                  </a:cubicBezTo>
                                  <a:cubicBezTo>
                                    <a:pt x="54" y="119"/>
                                    <a:pt x="54" y="120"/>
                                    <a:pt x="54" y="120"/>
                                  </a:cubicBezTo>
                                  <a:cubicBezTo>
                                    <a:pt x="54" y="121"/>
                                    <a:pt x="54" y="121"/>
                                    <a:pt x="54" y="122"/>
                                  </a:cubicBezTo>
                                  <a:cubicBezTo>
                                    <a:pt x="53" y="122"/>
                                    <a:pt x="53" y="124"/>
                                    <a:pt x="53" y="125"/>
                                  </a:cubicBezTo>
                                  <a:cubicBezTo>
                                    <a:pt x="52" y="125"/>
                                    <a:pt x="51" y="126"/>
                                    <a:pt x="51" y="127"/>
                                  </a:cubicBezTo>
                                  <a:cubicBezTo>
                                    <a:pt x="51" y="127"/>
                                    <a:pt x="50" y="128"/>
                                    <a:pt x="50" y="129"/>
                                  </a:cubicBezTo>
                                  <a:cubicBezTo>
                                    <a:pt x="50" y="130"/>
                                    <a:pt x="49" y="132"/>
                                    <a:pt x="49" y="132"/>
                                  </a:cubicBezTo>
                                  <a:cubicBezTo>
                                    <a:pt x="49" y="132"/>
                                    <a:pt x="48" y="132"/>
                                    <a:pt x="48" y="132"/>
                                  </a:cubicBezTo>
                                  <a:cubicBezTo>
                                    <a:pt x="48" y="132"/>
                                    <a:pt x="48" y="132"/>
                                    <a:pt x="48" y="131"/>
                                  </a:cubicBezTo>
                                  <a:cubicBezTo>
                                    <a:pt x="48" y="130"/>
                                    <a:pt x="48" y="130"/>
                                    <a:pt x="48" y="129"/>
                                  </a:cubicBezTo>
                                  <a:cubicBezTo>
                                    <a:pt x="47" y="129"/>
                                    <a:pt x="47" y="128"/>
                                    <a:pt x="47" y="128"/>
                                  </a:cubicBezTo>
                                  <a:cubicBezTo>
                                    <a:pt x="48" y="128"/>
                                    <a:pt x="48" y="127"/>
                                    <a:pt x="49" y="127"/>
                                  </a:cubicBezTo>
                                  <a:cubicBezTo>
                                    <a:pt x="49" y="126"/>
                                    <a:pt x="50" y="126"/>
                                    <a:pt x="49" y="125"/>
                                  </a:cubicBezTo>
                                  <a:cubicBezTo>
                                    <a:pt x="49" y="125"/>
                                    <a:pt x="48" y="125"/>
                                    <a:pt x="49" y="124"/>
                                  </a:cubicBezTo>
                                  <a:cubicBezTo>
                                    <a:pt x="49" y="124"/>
                                    <a:pt x="50" y="123"/>
                                    <a:pt x="50" y="123"/>
                                  </a:cubicBezTo>
                                  <a:cubicBezTo>
                                    <a:pt x="50" y="123"/>
                                    <a:pt x="49" y="121"/>
                                    <a:pt x="49" y="121"/>
                                  </a:cubicBezTo>
                                  <a:cubicBezTo>
                                    <a:pt x="49" y="121"/>
                                    <a:pt x="49" y="121"/>
                                    <a:pt x="50" y="120"/>
                                  </a:cubicBezTo>
                                  <a:cubicBezTo>
                                    <a:pt x="50" y="120"/>
                                    <a:pt x="50" y="119"/>
                                    <a:pt x="49" y="119"/>
                                  </a:cubicBezTo>
                                  <a:cubicBezTo>
                                    <a:pt x="49" y="118"/>
                                    <a:pt x="49" y="118"/>
                                    <a:pt x="48" y="118"/>
                                  </a:cubicBezTo>
                                  <a:cubicBezTo>
                                    <a:pt x="48" y="117"/>
                                    <a:pt x="48" y="117"/>
                                    <a:pt x="49" y="117"/>
                                  </a:cubicBezTo>
                                  <a:cubicBezTo>
                                    <a:pt x="49" y="116"/>
                                    <a:pt x="49" y="116"/>
                                    <a:pt x="49" y="115"/>
                                  </a:cubicBezTo>
                                  <a:cubicBezTo>
                                    <a:pt x="49" y="115"/>
                                    <a:pt x="49" y="115"/>
                                    <a:pt x="48" y="114"/>
                                  </a:cubicBezTo>
                                  <a:cubicBezTo>
                                    <a:pt x="48" y="114"/>
                                    <a:pt x="47" y="114"/>
                                    <a:pt x="47" y="113"/>
                                  </a:cubicBezTo>
                                  <a:cubicBezTo>
                                    <a:pt x="47" y="112"/>
                                    <a:pt x="47" y="110"/>
                                    <a:pt x="47" y="110"/>
                                  </a:cubicBezTo>
                                  <a:cubicBezTo>
                                    <a:pt x="47" y="110"/>
                                    <a:pt x="46" y="110"/>
                                    <a:pt x="46" y="109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7"/>
                                    <a:pt x="45" y="108"/>
                                  </a:cubicBezTo>
                                  <a:cubicBezTo>
                                    <a:pt x="45" y="108"/>
                                    <a:pt x="45" y="109"/>
                                    <a:pt x="45" y="108"/>
                                  </a:cubicBezTo>
                                  <a:cubicBezTo>
                                    <a:pt x="45" y="108"/>
                                    <a:pt x="44" y="108"/>
                                    <a:pt x="44" y="108"/>
                                  </a:cubicBezTo>
                                  <a:cubicBezTo>
                                    <a:pt x="44" y="107"/>
                                    <a:pt x="44" y="107"/>
                                    <a:pt x="44" y="106"/>
                                  </a:cubicBezTo>
                                  <a:cubicBezTo>
                                    <a:pt x="44" y="105"/>
                                    <a:pt x="44" y="104"/>
                                    <a:pt x="44" y="104"/>
                                  </a:cubicBezTo>
                                  <a:cubicBezTo>
                                    <a:pt x="44" y="104"/>
                                    <a:pt x="44" y="103"/>
                                    <a:pt x="43" y="102"/>
                                  </a:cubicBezTo>
                                  <a:cubicBezTo>
                                    <a:pt x="43" y="102"/>
                                    <a:pt x="43" y="101"/>
                                    <a:pt x="43" y="101"/>
                                  </a:cubicBezTo>
                                  <a:cubicBezTo>
                                    <a:pt x="43" y="101"/>
                                    <a:pt x="43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99"/>
                                    <a:pt x="42" y="99"/>
                                  </a:cubicBezTo>
                                  <a:cubicBezTo>
                                    <a:pt x="42" y="98"/>
                                    <a:pt x="42" y="98"/>
                                    <a:pt x="41" y="97"/>
                                  </a:cubicBezTo>
                                  <a:cubicBezTo>
                                    <a:pt x="41" y="97"/>
                                    <a:pt x="41" y="96"/>
                                    <a:pt x="41" y="96"/>
                                  </a:cubicBezTo>
                                  <a:cubicBezTo>
                                    <a:pt x="41" y="92"/>
                                    <a:pt x="41" y="92"/>
                                    <a:pt x="41" y="92"/>
                                  </a:cubicBezTo>
                                  <a:cubicBezTo>
                                    <a:pt x="41" y="92"/>
                                    <a:pt x="40" y="92"/>
                                    <a:pt x="40" y="92"/>
                                  </a:cubicBezTo>
                                  <a:cubicBezTo>
                                    <a:pt x="40" y="91"/>
                                    <a:pt x="40" y="91"/>
                                    <a:pt x="40" y="91"/>
                                  </a:cubicBezTo>
                                  <a:cubicBezTo>
                                    <a:pt x="40" y="91"/>
                                    <a:pt x="40" y="91"/>
                                    <a:pt x="40" y="90"/>
                                  </a:cubicBezTo>
                                  <a:cubicBezTo>
                                    <a:pt x="40" y="90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8"/>
                                  </a:cubicBezTo>
                                  <a:cubicBezTo>
                                    <a:pt x="40" y="88"/>
                                    <a:pt x="40" y="87"/>
                                    <a:pt x="39" y="87"/>
                                  </a:cubicBezTo>
                                  <a:cubicBezTo>
                                    <a:pt x="39" y="87"/>
                                    <a:pt x="39" y="88"/>
                                    <a:pt x="38" y="88"/>
                                  </a:cubicBezTo>
                                  <a:cubicBezTo>
                                    <a:pt x="38" y="88"/>
                                    <a:pt x="38" y="88"/>
                                    <a:pt x="37" y="88"/>
                                  </a:cubicBezTo>
                                  <a:cubicBezTo>
                                    <a:pt x="37" y="87"/>
                                    <a:pt x="37" y="87"/>
                                    <a:pt x="37" y="87"/>
                                  </a:cubicBezTo>
                                  <a:cubicBezTo>
                                    <a:pt x="37" y="86"/>
                                    <a:pt x="36" y="84"/>
                                    <a:pt x="35" y="84"/>
                                  </a:cubicBezTo>
                                  <a:cubicBezTo>
                                    <a:pt x="35" y="83"/>
                                    <a:pt x="35" y="82"/>
                                    <a:pt x="34" y="82"/>
                                  </a:cubicBezTo>
                                  <a:cubicBezTo>
                                    <a:pt x="34" y="82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3" y="82"/>
                                    <a:pt x="33" y="83"/>
                                  </a:cubicBezTo>
                                  <a:cubicBezTo>
                                    <a:pt x="33" y="83"/>
                                    <a:pt x="34" y="84"/>
                                    <a:pt x="34" y="84"/>
                                  </a:cubicBezTo>
                                  <a:cubicBezTo>
                                    <a:pt x="34" y="84"/>
                                    <a:pt x="34" y="85"/>
                                    <a:pt x="34" y="85"/>
                                  </a:cubicBezTo>
                                  <a:cubicBezTo>
                                    <a:pt x="33" y="86"/>
                                    <a:pt x="34" y="87"/>
                                    <a:pt x="33" y="87"/>
                                  </a:cubicBezTo>
                                  <a:cubicBezTo>
                                    <a:pt x="33" y="87"/>
                                    <a:pt x="33" y="87"/>
                                    <a:pt x="33" y="87"/>
                                  </a:cubicBezTo>
                                  <a:cubicBezTo>
                                    <a:pt x="32" y="87"/>
                                    <a:pt x="32" y="88"/>
                                    <a:pt x="32" y="88"/>
                                  </a:cubicBezTo>
                                  <a:cubicBezTo>
                                    <a:pt x="32" y="88"/>
                                    <a:pt x="31" y="87"/>
                                    <a:pt x="30" y="87"/>
                                  </a:cubicBezTo>
                                  <a:cubicBezTo>
                                    <a:pt x="30" y="87"/>
                                    <a:pt x="30" y="86"/>
                                    <a:pt x="30" y="86"/>
                                  </a:cubicBezTo>
                                  <a:cubicBezTo>
                                    <a:pt x="30" y="87"/>
                                    <a:pt x="30" y="87"/>
                                    <a:pt x="30" y="88"/>
                                  </a:cubicBezTo>
                                  <a:cubicBezTo>
                                    <a:pt x="30" y="88"/>
                                    <a:pt x="31" y="88"/>
                                    <a:pt x="31" y="89"/>
                                  </a:cubicBezTo>
                                  <a:cubicBezTo>
                                    <a:pt x="31" y="89"/>
                                    <a:pt x="31" y="89"/>
                                    <a:pt x="30" y="89"/>
                                  </a:cubicBezTo>
                                  <a:cubicBezTo>
                                    <a:pt x="29" y="89"/>
                                    <a:pt x="28" y="89"/>
                                    <a:pt x="28" y="89"/>
                                  </a:cubicBezTo>
                                  <a:cubicBezTo>
                                    <a:pt x="28" y="89"/>
                                    <a:pt x="28" y="89"/>
                                    <a:pt x="27" y="90"/>
                                  </a:cubicBezTo>
                                  <a:cubicBezTo>
                                    <a:pt x="27" y="90"/>
                                    <a:pt x="26" y="91"/>
                                    <a:pt x="26" y="91"/>
                                  </a:cubicBezTo>
                                  <a:cubicBezTo>
                                    <a:pt x="26" y="91"/>
                                    <a:pt x="26" y="91"/>
                                    <a:pt x="25" y="92"/>
                                  </a:cubicBezTo>
                                  <a:cubicBezTo>
                                    <a:pt x="25" y="92"/>
                                    <a:pt x="24" y="92"/>
                                    <a:pt x="23" y="92"/>
                                  </a:cubicBezTo>
                                  <a:cubicBezTo>
                                    <a:pt x="23" y="92"/>
                                    <a:pt x="22" y="92"/>
                                    <a:pt x="22" y="92"/>
                                  </a:cubicBezTo>
                                  <a:cubicBezTo>
                                    <a:pt x="22" y="92"/>
                                    <a:pt x="22" y="92"/>
                                    <a:pt x="21" y="92"/>
                                  </a:cubicBezTo>
                                  <a:cubicBezTo>
                                    <a:pt x="21" y="92"/>
                                    <a:pt x="20" y="91"/>
                                    <a:pt x="20" y="91"/>
                                  </a:cubicBezTo>
                                  <a:cubicBezTo>
                                    <a:pt x="20" y="91"/>
                                    <a:pt x="20" y="92"/>
                                    <a:pt x="20" y="92"/>
                                  </a:cubicBezTo>
                                  <a:cubicBezTo>
                                    <a:pt x="20" y="92"/>
                                    <a:pt x="19" y="92"/>
                                    <a:pt x="19" y="92"/>
                                  </a:cubicBezTo>
                                  <a:cubicBezTo>
                                    <a:pt x="19" y="92"/>
                                    <a:pt x="19" y="94"/>
                                    <a:pt x="19" y="93"/>
                                  </a:cubicBezTo>
                                  <a:cubicBezTo>
                                    <a:pt x="18" y="93"/>
                                    <a:pt x="18" y="94"/>
                                    <a:pt x="18" y="93"/>
                                  </a:cubicBezTo>
                                  <a:cubicBezTo>
                                    <a:pt x="18" y="93"/>
                                    <a:pt x="18" y="92"/>
                                    <a:pt x="18" y="92"/>
                                  </a:cubicBezTo>
                                  <a:cubicBezTo>
                                    <a:pt x="18" y="91"/>
                                    <a:pt x="18" y="91"/>
                                    <a:pt x="19" y="91"/>
                                  </a:cubicBezTo>
                                  <a:cubicBezTo>
                                    <a:pt x="19" y="90"/>
                                    <a:pt x="19" y="90"/>
                                    <a:pt x="20" y="90"/>
                                  </a:cubicBezTo>
                                  <a:cubicBezTo>
                                    <a:pt x="20" y="89"/>
                                    <a:pt x="20" y="88"/>
                                    <a:pt x="20" y="88"/>
                                  </a:cubicBezTo>
                                  <a:cubicBezTo>
                                    <a:pt x="20" y="88"/>
                                    <a:pt x="19" y="87"/>
                                    <a:pt x="19" y="88"/>
                                  </a:cubicBezTo>
                                  <a:cubicBezTo>
                                    <a:pt x="19" y="88"/>
                                    <a:pt x="19" y="89"/>
                                    <a:pt x="19" y="90"/>
                                  </a:cubicBezTo>
                                  <a:cubicBezTo>
                                    <a:pt x="19" y="90"/>
                                    <a:pt x="18" y="90"/>
                                    <a:pt x="18" y="90"/>
                                  </a:cubicBezTo>
                                  <a:cubicBezTo>
                                    <a:pt x="18" y="91"/>
                                    <a:pt x="17" y="91"/>
                                    <a:pt x="17" y="91"/>
                                  </a:cubicBezTo>
                                  <a:cubicBezTo>
                                    <a:pt x="17" y="92"/>
                                    <a:pt x="17" y="92"/>
                                    <a:pt x="17" y="92"/>
                                  </a:cubicBezTo>
                                  <a:cubicBezTo>
                                    <a:pt x="16" y="92"/>
                                    <a:pt x="16" y="92"/>
                                    <a:pt x="16" y="92"/>
                                  </a:cubicBezTo>
                                  <a:cubicBezTo>
                                    <a:pt x="16" y="91"/>
                                    <a:pt x="17" y="91"/>
                                    <a:pt x="16" y="91"/>
                                  </a:cubicBezTo>
                                  <a:cubicBezTo>
                                    <a:pt x="16" y="90"/>
                                    <a:pt x="16" y="90"/>
                                    <a:pt x="16" y="89"/>
                                  </a:cubicBezTo>
                                  <a:cubicBezTo>
                                    <a:pt x="16" y="89"/>
                                    <a:pt x="16" y="88"/>
                                    <a:pt x="17" y="88"/>
                                  </a:cubicBezTo>
                                  <a:cubicBezTo>
                                    <a:pt x="17" y="87"/>
                                    <a:pt x="17" y="86"/>
                                    <a:pt x="17" y="85"/>
                                  </a:cubicBezTo>
                                  <a:cubicBezTo>
                                    <a:pt x="17" y="85"/>
                                    <a:pt x="17" y="85"/>
                                    <a:pt x="17" y="84"/>
                                  </a:cubicBezTo>
                                  <a:cubicBezTo>
                                    <a:pt x="17" y="84"/>
                                    <a:pt x="18" y="83"/>
                                    <a:pt x="18" y="83"/>
                                  </a:cubicBezTo>
                                  <a:cubicBezTo>
                                    <a:pt x="18" y="83"/>
                                    <a:pt x="18" y="83"/>
                                    <a:pt x="18" y="82"/>
                                  </a:cubicBezTo>
                                  <a:cubicBezTo>
                                    <a:pt x="18" y="82"/>
                                    <a:pt x="18" y="81"/>
                                    <a:pt x="18" y="81"/>
                                  </a:cubicBezTo>
                                  <a:cubicBezTo>
                                    <a:pt x="18" y="80"/>
                                    <a:pt x="17" y="80"/>
                                    <a:pt x="17" y="79"/>
                                  </a:cubicBezTo>
                                  <a:cubicBezTo>
                                    <a:pt x="17" y="79"/>
                                    <a:pt x="17" y="78"/>
                                    <a:pt x="17" y="78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7" y="77"/>
                                    <a:pt x="16" y="76"/>
                                    <a:pt x="16" y="76"/>
                                  </a:cubicBezTo>
                                  <a:cubicBezTo>
                                    <a:pt x="16" y="76"/>
                                    <a:pt x="15" y="75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4"/>
                                  </a:cubicBezTo>
                                  <a:cubicBezTo>
                                    <a:pt x="15" y="74"/>
                                    <a:pt x="15" y="73"/>
                                    <a:pt x="15" y="73"/>
                                  </a:cubicBezTo>
                                  <a:cubicBezTo>
                                    <a:pt x="14" y="73"/>
                                    <a:pt x="14" y="72"/>
                                    <a:pt x="13" y="71"/>
                                  </a:cubicBezTo>
                                  <a:cubicBezTo>
                                    <a:pt x="13" y="71"/>
                                    <a:pt x="13" y="71"/>
                                    <a:pt x="13" y="70"/>
                                  </a:cubicBezTo>
                                  <a:cubicBezTo>
                                    <a:pt x="13" y="69"/>
                                    <a:pt x="13" y="69"/>
                                    <a:pt x="12" y="69"/>
                                  </a:cubicBezTo>
                                  <a:cubicBezTo>
                                    <a:pt x="12" y="69"/>
                                    <a:pt x="12" y="69"/>
                                    <a:pt x="12" y="70"/>
                                  </a:cubicBezTo>
                                  <a:cubicBezTo>
                                    <a:pt x="12" y="71"/>
                                    <a:pt x="13" y="71"/>
                                    <a:pt x="12" y="72"/>
                                  </a:cubicBezTo>
                                  <a:cubicBezTo>
                                    <a:pt x="12" y="72"/>
                                    <a:pt x="12" y="72"/>
                                    <a:pt x="11" y="72"/>
                                  </a:cubicBezTo>
                                  <a:cubicBezTo>
                                    <a:pt x="11" y="72"/>
                                    <a:pt x="11" y="71"/>
                                    <a:pt x="10" y="71"/>
                                  </a:cubicBezTo>
                                  <a:cubicBezTo>
                                    <a:pt x="10" y="71"/>
                                    <a:pt x="9" y="71"/>
                                    <a:pt x="9" y="70"/>
                                  </a:cubicBezTo>
                                  <a:cubicBezTo>
                                    <a:pt x="9" y="70"/>
                                    <a:pt x="9" y="69"/>
                                    <a:pt x="8" y="69"/>
                                  </a:cubicBezTo>
                                  <a:cubicBezTo>
                                    <a:pt x="8" y="69"/>
                                    <a:pt x="7" y="68"/>
                                    <a:pt x="7" y="68"/>
                                  </a:cubicBezTo>
                                  <a:cubicBezTo>
                                    <a:pt x="7" y="68"/>
                                    <a:pt x="8" y="67"/>
                                    <a:pt x="8" y="67"/>
                                  </a:cubicBezTo>
                                  <a:cubicBezTo>
                                    <a:pt x="8" y="67"/>
                                    <a:pt x="9" y="68"/>
                                    <a:pt x="9" y="69"/>
                                  </a:cubicBezTo>
                                  <a:cubicBezTo>
                                    <a:pt x="10" y="69"/>
                                    <a:pt x="11" y="69"/>
                                    <a:pt x="10" y="69"/>
                                  </a:cubicBezTo>
                                  <a:cubicBezTo>
                                    <a:pt x="10" y="68"/>
                                    <a:pt x="10" y="68"/>
                                    <a:pt x="10" y="68"/>
                                  </a:cubicBezTo>
                                  <a:cubicBezTo>
                                    <a:pt x="10" y="67"/>
                                    <a:pt x="10" y="67"/>
                                    <a:pt x="10" y="67"/>
                                  </a:cubicBezTo>
                                  <a:cubicBezTo>
                                    <a:pt x="10" y="67"/>
                                    <a:pt x="10" y="67"/>
                                    <a:pt x="11" y="67"/>
                                  </a:cubicBezTo>
                                  <a:cubicBezTo>
                                    <a:pt x="11" y="67"/>
                                    <a:pt x="11" y="68"/>
                                    <a:pt x="11" y="67"/>
                                  </a:cubicBezTo>
                                  <a:cubicBezTo>
                                    <a:pt x="11" y="67"/>
                                    <a:pt x="12" y="67"/>
                                    <a:pt x="11" y="66"/>
                                  </a:cubicBezTo>
                                  <a:cubicBezTo>
                                    <a:pt x="11" y="66"/>
                                    <a:pt x="11" y="65"/>
                                    <a:pt x="10" y="65"/>
                                  </a:cubicBezTo>
                                  <a:cubicBezTo>
                                    <a:pt x="10" y="64"/>
                                    <a:pt x="10" y="64"/>
                                    <a:pt x="9" y="64"/>
                                  </a:cubicBezTo>
                                  <a:cubicBezTo>
                                    <a:pt x="8" y="64"/>
                                    <a:pt x="8" y="64"/>
                                    <a:pt x="8" y="64"/>
                                  </a:cubicBezTo>
                                  <a:cubicBezTo>
                                    <a:pt x="8" y="64"/>
                                    <a:pt x="8" y="63"/>
                                    <a:pt x="7" y="63"/>
                                  </a:cubicBezTo>
                                  <a:cubicBezTo>
                                    <a:pt x="7" y="63"/>
                                    <a:pt x="7" y="63"/>
                                    <a:pt x="7" y="63"/>
                                  </a:cubicBezTo>
                                  <a:cubicBezTo>
                                    <a:pt x="7" y="63"/>
                                    <a:pt x="6" y="62"/>
                                    <a:pt x="6" y="62"/>
                                  </a:cubicBezTo>
                                  <a:cubicBezTo>
                                    <a:pt x="6" y="63"/>
                                    <a:pt x="7" y="63"/>
                                    <a:pt x="6" y="63"/>
                                  </a:cubicBezTo>
                                  <a:cubicBezTo>
                                    <a:pt x="5" y="63"/>
                                    <a:pt x="4" y="63"/>
                                    <a:pt x="4" y="63"/>
                                  </a:cubicBezTo>
                                  <a:cubicBezTo>
                                    <a:pt x="4" y="63"/>
                                    <a:pt x="5" y="62"/>
                                    <a:pt x="5" y="62"/>
                                  </a:cubicBezTo>
                                  <a:cubicBezTo>
                                    <a:pt x="5" y="62"/>
                                    <a:pt x="6" y="61"/>
                                    <a:pt x="5" y="61"/>
                                  </a:cubicBezTo>
                                  <a:cubicBezTo>
                                    <a:pt x="5" y="61"/>
                                    <a:pt x="4" y="61"/>
                                    <a:pt x="4" y="61"/>
                                  </a:cubicBezTo>
                                  <a:cubicBezTo>
                                    <a:pt x="4" y="61"/>
                                    <a:pt x="4" y="61"/>
                                    <a:pt x="4" y="61"/>
                                  </a:cubicBezTo>
                                  <a:cubicBezTo>
                                    <a:pt x="3" y="61"/>
                                    <a:pt x="4" y="62"/>
                                    <a:pt x="3" y="62"/>
                                  </a:cubicBezTo>
                                  <a:cubicBezTo>
                                    <a:pt x="3" y="62"/>
                                    <a:pt x="2" y="61"/>
                                    <a:pt x="1" y="60"/>
                                  </a:cubicBezTo>
                                  <a:cubicBezTo>
                                    <a:pt x="1" y="60"/>
                                    <a:pt x="1" y="60"/>
                                    <a:pt x="1" y="59"/>
                                  </a:cubicBezTo>
                                  <a:cubicBezTo>
                                    <a:pt x="0" y="59"/>
                                    <a:pt x="0" y="58"/>
                                    <a:pt x="0" y="58"/>
                                  </a:cubicBezTo>
                                  <a:cubicBezTo>
                                    <a:pt x="0" y="58"/>
                                    <a:pt x="0" y="57"/>
                                    <a:pt x="0" y="57"/>
                                  </a:cubicBezTo>
                                  <a:cubicBezTo>
                                    <a:pt x="0" y="57"/>
                                    <a:pt x="0" y="56"/>
                                    <a:pt x="0" y="55"/>
                                  </a:cubicBezTo>
                                  <a:cubicBezTo>
                                    <a:pt x="0" y="55"/>
                                    <a:pt x="0" y="54"/>
                                    <a:pt x="1" y="54"/>
                                  </a:cubicBezTo>
                                  <a:cubicBezTo>
                                    <a:pt x="2" y="54"/>
                                    <a:pt x="3" y="53"/>
                                    <a:pt x="3" y="52"/>
                                  </a:cubicBezTo>
                                  <a:cubicBezTo>
                                    <a:pt x="3" y="51"/>
                                    <a:pt x="3" y="51"/>
                                    <a:pt x="3" y="50"/>
                                  </a:cubicBezTo>
                                  <a:cubicBezTo>
                                    <a:pt x="3" y="50"/>
                                    <a:pt x="3" y="50"/>
                                    <a:pt x="4" y="49"/>
                                  </a:cubicBezTo>
                                  <a:cubicBezTo>
                                    <a:pt x="5" y="48"/>
                                    <a:pt x="7" y="41"/>
                                    <a:pt x="7" y="41"/>
                                  </a:cubicBezTo>
                                  <a:cubicBezTo>
                                    <a:pt x="7" y="40"/>
                                    <a:pt x="8" y="33"/>
                                    <a:pt x="8" y="33"/>
                                  </a:cubicBezTo>
                                  <a:cubicBezTo>
                                    <a:pt x="8" y="33"/>
                                    <a:pt x="14" y="32"/>
                                    <a:pt x="14" y="32"/>
                                  </a:cubicBezTo>
                                  <a:cubicBezTo>
                                    <a:pt x="15" y="32"/>
                                    <a:pt x="17" y="31"/>
                                    <a:pt x="18" y="30"/>
                                  </a:cubicBezTo>
                                  <a:cubicBezTo>
                                    <a:pt x="18" y="29"/>
                                    <a:pt x="19" y="28"/>
                                    <a:pt x="19" y="27"/>
                                  </a:cubicBezTo>
                                  <a:cubicBezTo>
                                    <a:pt x="19" y="26"/>
                                    <a:pt x="20" y="24"/>
                                    <a:pt x="20" y="24"/>
                                  </a:cubicBezTo>
                                  <a:cubicBezTo>
                                    <a:pt x="20" y="23"/>
                                    <a:pt x="19" y="23"/>
                                    <a:pt x="19" y="22"/>
                                  </a:cubicBezTo>
                                  <a:cubicBezTo>
                                    <a:pt x="19" y="22"/>
                                    <a:pt x="18" y="22"/>
                                    <a:pt x="19" y="21"/>
                                  </a:cubicBezTo>
                                  <a:cubicBezTo>
                                    <a:pt x="19" y="20"/>
                                    <a:pt x="20" y="19"/>
                                    <a:pt x="20" y="19"/>
                                  </a:cubicBezTo>
                                  <a:cubicBezTo>
                                    <a:pt x="21" y="18"/>
                                    <a:pt x="21" y="16"/>
                                    <a:pt x="21" y="15"/>
                                  </a:cubicBezTo>
                                  <a:cubicBezTo>
                                    <a:pt x="21" y="15"/>
                                    <a:pt x="20" y="15"/>
                                    <a:pt x="21" y="14"/>
                                  </a:cubicBezTo>
                                  <a:cubicBezTo>
                                    <a:pt x="21" y="13"/>
                                    <a:pt x="22" y="12"/>
                                    <a:pt x="22" y="11"/>
                                  </a:cubicBezTo>
                                  <a:cubicBezTo>
                                    <a:pt x="23" y="11"/>
                                    <a:pt x="23" y="10"/>
                                    <a:pt x="23" y="10"/>
                                  </a:cubicBezTo>
                                  <a:cubicBezTo>
                                    <a:pt x="24" y="10"/>
                                    <a:pt x="24" y="10"/>
                                    <a:pt x="25" y="9"/>
                                  </a:cubicBezTo>
                                  <a:cubicBezTo>
                                    <a:pt x="25" y="9"/>
                                    <a:pt x="26" y="9"/>
                                    <a:pt x="26" y="8"/>
                                  </a:cubicBezTo>
                                  <a:cubicBezTo>
                                    <a:pt x="26" y="7"/>
                                    <a:pt x="27" y="7"/>
                                    <a:pt x="27" y="6"/>
                                  </a:cubicBezTo>
                                  <a:cubicBezTo>
                                    <a:pt x="28" y="6"/>
                                    <a:pt x="29" y="6"/>
                                    <a:pt x="29" y="6"/>
                                  </a:cubicBezTo>
                                  <a:cubicBezTo>
                                    <a:pt x="30" y="5"/>
                                    <a:pt x="31" y="4"/>
                                    <a:pt x="31" y="4"/>
                                  </a:cubicBezTo>
                                  <a:cubicBezTo>
                                    <a:pt x="31" y="4"/>
                                    <a:pt x="31" y="5"/>
                                    <a:pt x="32" y="5"/>
                                  </a:cubicBezTo>
                                  <a:cubicBezTo>
                                    <a:pt x="33" y="5"/>
                                    <a:pt x="34" y="5"/>
                                    <a:pt x="34" y="5"/>
                                  </a:cubicBezTo>
                                  <a:cubicBezTo>
                                    <a:pt x="33" y="5"/>
                                    <a:pt x="33" y="4"/>
                                    <a:pt x="33" y="3"/>
                                  </a:cubicBezTo>
                                  <a:cubicBezTo>
                                    <a:pt x="33" y="3"/>
                                    <a:pt x="33" y="3"/>
                                    <a:pt x="34" y="2"/>
                                  </a:cubicBezTo>
                                  <a:cubicBezTo>
                                    <a:pt x="34" y="2"/>
                                    <a:pt x="35" y="2"/>
                                    <a:pt x="35" y="2"/>
                                  </a:cubicBezTo>
                                  <a:cubicBezTo>
                                    <a:pt x="34" y="1"/>
                                    <a:pt x="34" y="1"/>
                                    <a:pt x="34" y="0"/>
                                  </a:cubicBezTo>
                                  <a:cubicBezTo>
                                    <a:pt x="35" y="0"/>
                                    <a:pt x="35" y="0"/>
                                    <a:pt x="35" y="0"/>
                                  </a:cubicBezTo>
                                  <a:cubicBezTo>
                                    <a:pt x="35" y="0"/>
                                    <a:pt x="36" y="0"/>
                                    <a:pt x="37" y="0"/>
                                  </a:cubicBezTo>
                                  <a:cubicBezTo>
                                    <a:pt x="37" y="0"/>
                                    <a:pt x="38" y="0"/>
                                    <a:pt x="38" y="0"/>
                                  </a:cubicBezTo>
                                  <a:cubicBezTo>
                                    <a:pt x="38" y="0"/>
                                    <a:pt x="40" y="1"/>
                                    <a:pt x="40" y="1"/>
                                  </a:cubicBezTo>
                                  <a:cubicBezTo>
                                    <a:pt x="40" y="2"/>
                                    <a:pt x="42" y="3"/>
                                    <a:pt x="42" y="3"/>
                                  </a:cubicBezTo>
                                  <a:cubicBezTo>
                                    <a:pt x="42" y="4"/>
                                    <a:pt x="42" y="4"/>
                                    <a:pt x="44" y="5"/>
                                  </a:cubicBezTo>
                                  <a:cubicBezTo>
                                    <a:pt x="45" y="6"/>
                                    <a:pt x="44" y="7"/>
                                    <a:pt x="45" y="8"/>
                                  </a:cubicBezTo>
                                  <a:cubicBezTo>
                                    <a:pt x="45" y="9"/>
                                    <a:pt x="45" y="10"/>
                                    <a:pt x="45" y="11"/>
                                  </a:cubicBezTo>
                                  <a:cubicBezTo>
                                    <a:pt x="46" y="12"/>
                                    <a:pt x="46" y="13"/>
                                    <a:pt x="46" y="14"/>
                                  </a:cubicBezTo>
                                  <a:cubicBezTo>
                                    <a:pt x="46" y="15"/>
                                    <a:pt x="44" y="17"/>
                                    <a:pt x="44" y="17"/>
                                  </a:cubicBezTo>
                                  <a:cubicBezTo>
                                    <a:pt x="44" y="18"/>
                                    <a:pt x="40" y="22"/>
                                    <a:pt x="40" y="22"/>
                                  </a:cubicBezTo>
                                  <a:cubicBezTo>
                                    <a:pt x="39" y="23"/>
                                    <a:pt x="40" y="24"/>
                                    <a:pt x="39" y="25"/>
                                  </a:cubicBezTo>
                                  <a:cubicBezTo>
                                    <a:pt x="39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7" y="26"/>
                                    <a:pt x="37" y="27"/>
                                  </a:cubicBezTo>
                                  <a:cubicBezTo>
                                    <a:pt x="37" y="28"/>
                                    <a:pt x="37" y="29"/>
                                    <a:pt x="37" y="29"/>
                                  </a:cubicBezTo>
                                  <a:cubicBezTo>
                                    <a:pt x="37" y="30"/>
                                    <a:pt x="38" y="31"/>
                                    <a:pt x="39" y="31"/>
                                  </a:cubicBezTo>
                                  <a:cubicBezTo>
                                    <a:pt x="40" y="32"/>
                                    <a:pt x="39" y="33"/>
                                    <a:pt x="39" y="34"/>
                                  </a:cubicBezTo>
                                  <a:cubicBezTo>
                                    <a:pt x="39" y="35"/>
                                    <a:pt x="41" y="34"/>
                                    <a:pt x="42" y="34"/>
                                  </a:cubicBezTo>
                                  <a:cubicBezTo>
                                    <a:pt x="42" y="33"/>
                                    <a:pt x="44" y="33"/>
                                    <a:pt x="44" y="33"/>
                                  </a:cubicBezTo>
                                  <a:cubicBezTo>
                                    <a:pt x="44" y="33"/>
                                    <a:pt x="45" y="35"/>
                                    <a:pt x="45" y="35"/>
                                  </a:cubicBezTo>
                                  <a:cubicBezTo>
                                    <a:pt x="45" y="35"/>
                                    <a:pt x="47" y="35"/>
                                    <a:pt x="47" y="36"/>
                                  </a:cubicBezTo>
                                  <a:cubicBezTo>
                                    <a:pt x="48" y="36"/>
                                    <a:pt x="47" y="37"/>
                                    <a:pt x="47" y="38"/>
                                  </a:cubicBezTo>
                                  <a:cubicBezTo>
                                    <a:pt x="47" y="39"/>
                                    <a:pt x="49" y="39"/>
                                    <a:pt x="49" y="39"/>
                                  </a:cubicBezTo>
                                  <a:cubicBezTo>
                                    <a:pt x="49" y="39"/>
                                    <a:pt x="49" y="40"/>
                                    <a:pt x="50" y="40"/>
                                  </a:cubicBezTo>
                                  <a:cubicBezTo>
                                    <a:pt x="51" y="39"/>
                                    <a:pt x="51" y="39"/>
                                    <a:pt x="52" y="40"/>
                                  </a:cubicBezTo>
                                  <a:cubicBezTo>
                                    <a:pt x="52" y="40"/>
                                    <a:pt x="53" y="40"/>
                                    <a:pt x="53" y="41"/>
                                  </a:cubicBezTo>
                                  <a:cubicBezTo>
                                    <a:pt x="53" y="42"/>
                                    <a:pt x="52" y="43"/>
                                    <a:pt x="52" y="44"/>
                                  </a:cubicBezTo>
                                  <a:cubicBezTo>
                                    <a:pt x="51" y="45"/>
                                    <a:pt x="50" y="46"/>
                                    <a:pt x="50" y="46"/>
                                  </a:cubicBezTo>
                                  <a:cubicBezTo>
                                    <a:pt x="49" y="47"/>
                                    <a:pt x="53" y="44"/>
                                    <a:pt x="54" y="44"/>
                                  </a:cubicBezTo>
                                  <a:cubicBezTo>
                                    <a:pt x="54" y="44"/>
                                    <a:pt x="54" y="46"/>
                                    <a:pt x="55" y="46"/>
                                  </a:cubicBezTo>
                                  <a:cubicBezTo>
                                    <a:pt x="56" y="46"/>
                                    <a:pt x="51" y="48"/>
                                    <a:pt x="52" y="49"/>
                                  </a:cubicBezTo>
                                  <a:cubicBezTo>
                                    <a:pt x="52" y="49"/>
                                    <a:pt x="52" y="50"/>
                                    <a:pt x="52" y="51"/>
                                  </a:cubicBezTo>
                                  <a:cubicBezTo>
                                    <a:pt x="53" y="52"/>
                                    <a:pt x="53" y="52"/>
                                    <a:pt x="54" y="51"/>
                                  </a:cubicBezTo>
                                  <a:cubicBezTo>
                                    <a:pt x="56" y="51"/>
                                    <a:pt x="57" y="51"/>
                                    <a:pt x="58" y="50"/>
                                  </a:cubicBezTo>
                                  <a:cubicBezTo>
                                    <a:pt x="58" y="50"/>
                                    <a:pt x="60" y="50"/>
                                    <a:pt x="60" y="51"/>
                                  </a:cubicBezTo>
                                  <a:cubicBezTo>
                                    <a:pt x="60" y="51"/>
                                    <a:pt x="60" y="52"/>
                                    <a:pt x="60" y="52"/>
                                  </a:cubicBezTo>
                                  <a:close/>
                                  <a:moveTo>
                                    <a:pt x="9" y="73"/>
                                  </a:moveTo>
                                  <a:cubicBezTo>
                                    <a:pt x="9" y="73"/>
                                    <a:pt x="9" y="74"/>
                                    <a:pt x="9" y="74"/>
                                  </a:cubicBezTo>
                                  <a:cubicBezTo>
                                    <a:pt x="10" y="74"/>
                                    <a:pt x="11" y="74"/>
                                    <a:pt x="11" y="74"/>
                                  </a:cubicBezTo>
                                  <a:cubicBezTo>
                                    <a:pt x="11" y="73"/>
                                    <a:pt x="10" y="72"/>
                                    <a:pt x="10" y="72"/>
                                  </a:cubicBezTo>
                                  <a:cubicBezTo>
                                    <a:pt x="9" y="72"/>
                                    <a:pt x="8" y="72"/>
                                    <a:pt x="9" y="7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3" name="Freeform 847">
                              <a:extLst>
                                <a:ext uri="{FF2B5EF4-FFF2-40B4-BE49-F238E27FC236}">
                                  <a16:creationId xmlns:a16="http://schemas.microsoft.com/office/drawing/2014/main" id="{6CC7EDC7-4AC8-B66F-6DD6-2BC6A739D5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851775" y="3154363"/>
                              <a:ext cx="908050" cy="442913"/>
                            </a:xfrm>
                            <a:custGeom>
                              <a:avLst/>
                              <a:gdLst>
                                <a:gd name="T0" fmla="*/ 4 w 218"/>
                                <a:gd name="T1" fmla="*/ 40 h 106"/>
                                <a:gd name="T2" fmla="*/ 10 w 218"/>
                                <a:gd name="T3" fmla="*/ 45 h 106"/>
                                <a:gd name="T4" fmla="*/ 16 w 218"/>
                                <a:gd name="T5" fmla="*/ 46 h 106"/>
                                <a:gd name="T6" fmla="*/ 22 w 218"/>
                                <a:gd name="T7" fmla="*/ 57 h 106"/>
                                <a:gd name="T8" fmla="*/ 22 w 218"/>
                                <a:gd name="T9" fmla="*/ 62 h 106"/>
                                <a:gd name="T10" fmla="*/ 20 w 218"/>
                                <a:gd name="T11" fmla="*/ 70 h 106"/>
                                <a:gd name="T12" fmla="*/ 29 w 218"/>
                                <a:gd name="T13" fmla="*/ 74 h 106"/>
                                <a:gd name="T14" fmla="*/ 52 w 218"/>
                                <a:gd name="T15" fmla="*/ 81 h 106"/>
                                <a:gd name="T16" fmla="*/ 58 w 218"/>
                                <a:gd name="T17" fmla="*/ 94 h 106"/>
                                <a:gd name="T18" fmla="*/ 81 w 218"/>
                                <a:gd name="T19" fmla="*/ 97 h 106"/>
                                <a:gd name="T20" fmla="*/ 95 w 218"/>
                                <a:gd name="T21" fmla="*/ 98 h 106"/>
                                <a:gd name="T22" fmla="*/ 113 w 218"/>
                                <a:gd name="T23" fmla="*/ 104 h 106"/>
                                <a:gd name="T24" fmla="*/ 117 w 218"/>
                                <a:gd name="T25" fmla="*/ 106 h 106"/>
                                <a:gd name="T26" fmla="*/ 153 w 218"/>
                                <a:gd name="T27" fmla="*/ 96 h 106"/>
                                <a:gd name="T28" fmla="*/ 164 w 218"/>
                                <a:gd name="T29" fmla="*/ 84 h 106"/>
                                <a:gd name="T30" fmla="*/ 164 w 218"/>
                                <a:gd name="T31" fmla="*/ 74 h 106"/>
                                <a:gd name="T32" fmla="*/ 177 w 218"/>
                                <a:gd name="T33" fmla="*/ 76 h 106"/>
                                <a:gd name="T34" fmla="*/ 193 w 218"/>
                                <a:gd name="T35" fmla="*/ 67 h 106"/>
                                <a:gd name="T36" fmla="*/ 201 w 218"/>
                                <a:gd name="T37" fmla="*/ 59 h 106"/>
                                <a:gd name="T38" fmla="*/ 211 w 218"/>
                                <a:gd name="T39" fmla="*/ 57 h 106"/>
                                <a:gd name="T40" fmla="*/ 218 w 218"/>
                                <a:gd name="T41" fmla="*/ 55 h 106"/>
                                <a:gd name="T42" fmla="*/ 200 w 218"/>
                                <a:gd name="T43" fmla="*/ 47 h 106"/>
                                <a:gd name="T44" fmla="*/ 188 w 218"/>
                                <a:gd name="T45" fmla="*/ 45 h 106"/>
                                <a:gd name="T46" fmla="*/ 196 w 218"/>
                                <a:gd name="T47" fmla="*/ 26 h 106"/>
                                <a:gd name="T48" fmla="*/ 186 w 218"/>
                                <a:gd name="T49" fmla="*/ 24 h 106"/>
                                <a:gd name="T50" fmla="*/ 174 w 218"/>
                                <a:gd name="T51" fmla="*/ 24 h 106"/>
                                <a:gd name="T52" fmla="*/ 155 w 218"/>
                                <a:gd name="T53" fmla="*/ 32 h 106"/>
                                <a:gd name="T54" fmla="*/ 145 w 218"/>
                                <a:gd name="T55" fmla="*/ 31 h 106"/>
                                <a:gd name="T56" fmla="*/ 137 w 218"/>
                                <a:gd name="T57" fmla="*/ 28 h 106"/>
                                <a:gd name="T58" fmla="*/ 131 w 218"/>
                                <a:gd name="T59" fmla="*/ 22 h 106"/>
                                <a:gd name="T60" fmla="*/ 126 w 218"/>
                                <a:gd name="T61" fmla="*/ 21 h 106"/>
                                <a:gd name="T62" fmla="*/ 116 w 218"/>
                                <a:gd name="T63" fmla="*/ 20 h 106"/>
                                <a:gd name="T64" fmla="*/ 110 w 218"/>
                                <a:gd name="T65" fmla="*/ 22 h 106"/>
                                <a:gd name="T66" fmla="*/ 102 w 218"/>
                                <a:gd name="T67" fmla="*/ 20 h 106"/>
                                <a:gd name="T68" fmla="*/ 98 w 218"/>
                                <a:gd name="T69" fmla="*/ 12 h 106"/>
                                <a:gd name="T70" fmla="*/ 93 w 218"/>
                                <a:gd name="T71" fmla="*/ 8 h 106"/>
                                <a:gd name="T72" fmla="*/ 82 w 218"/>
                                <a:gd name="T73" fmla="*/ 3 h 106"/>
                                <a:gd name="T74" fmla="*/ 75 w 218"/>
                                <a:gd name="T75" fmla="*/ 3 h 106"/>
                                <a:gd name="T76" fmla="*/ 71 w 218"/>
                                <a:gd name="T77" fmla="*/ 8 h 106"/>
                                <a:gd name="T78" fmla="*/ 68 w 218"/>
                                <a:gd name="T79" fmla="*/ 12 h 106"/>
                                <a:gd name="T80" fmla="*/ 70 w 218"/>
                                <a:gd name="T81" fmla="*/ 17 h 106"/>
                                <a:gd name="T82" fmla="*/ 69 w 218"/>
                                <a:gd name="T83" fmla="*/ 25 h 106"/>
                                <a:gd name="T84" fmla="*/ 64 w 218"/>
                                <a:gd name="T85" fmla="*/ 26 h 106"/>
                                <a:gd name="T86" fmla="*/ 52 w 218"/>
                                <a:gd name="T87" fmla="*/ 25 h 106"/>
                                <a:gd name="T88" fmla="*/ 45 w 218"/>
                                <a:gd name="T89" fmla="*/ 22 h 106"/>
                                <a:gd name="T90" fmla="*/ 36 w 218"/>
                                <a:gd name="T91" fmla="*/ 16 h 106"/>
                                <a:gd name="T92" fmla="*/ 31 w 218"/>
                                <a:gd name="T93" fmla="*/ 15 h 106"/>
                                <a:gd name="T94" fmla="*/ 22 w 218"/>
                                <a:gd name="T95" fmla="*/ 19 h 106"/>
                                <a:gd name="T96" fmla="*/ 17 w 218"/>
                                <a:gd name="T97" fmla="*/ 23 h 106"/>
                                <a:gd name="T98" fmla="*/ 13 w 218"/>
                                <a:gd name="T99" fmla="*/ 26 h 106"/>
                                <a:gd name="T100" fmla="*/ 10 w 218"/>
                                <a:gd name="T101" fmla="*/ 28 h 106"/>
                                <a:gd name="T102" fmla="*/ 7 w 218"/>
                                <a:gd name="T103" fmla="*/ 30 h 106"/>
                                <a:gd name="T104" fmla="*/ 1 w 218"/>
                                <a:gd name="T105" fmla="*/ 32 h 10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218" h="106">
                                  <a:moveTo>
                                    <a:pt x="0" y="36"/>
                                  </a:moveTo>
                                  <a:cubicBezTo>
                                    <a:pt x="2" y="37"/>
                                    <a:pt x="2" y="37"/>
                                    <a:pt x="2" y="37"/>
                                  </a:cubicBezTo>
                                  <a:cubicBezTo>
                                    <a:pt x="2" y="39"/>
                                    <a:pt x="2" y="39"/>
                                    <a:pt x="2" y="39"/>
                                  </a:cubicBezTo>
                                  <a:cubicBezTo>
                                    <a:pt x="2" y="39"/>
                                    <a:pt x="4" y="40"/>
                                    <a:pt x="4" y="40"/>
                                  </a:cubicBezTo>
                                  <a:cubicBezTo>
                                    <a:pt x="4" y="40"/>
                                    <a:pt x="5" y="41"/>
                                    <a:pt x="5" y="41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8" y="45"/>
                                    <a:pt x="8" y="45"/>
                                    <a:pt x="8" y="45"/>
                                  </a:cubicBezTo>
                                  <a:cubicBezTo>
                                    <a:pt x="8" y="45"/>
                                    <a:pt x="10" y="45"/>
                                    <a:pt x="10" y="45"/>
                                  </a:cubicBezTo>
                                  <a:cubicBezTo>
                                    <a:pt x="10" y="45"/>
                                    <a:pt x="11" y="44"/>
                                    <a:pt x="11" y="44"/>
                                  </a:cubicBezTo>
                                  <a:cubicBezTo>
                                    <a:pt x="12" y="44"/>
                                    <a:pt x="12" y="45"/>
                                    <a:pt x="13" y="45"/>
                                  </a:cubicBezTo>
                                  <a:cubicBezTo>
                                    <a:pt x="13" y="45"/>
                                    <a:pt x="14" y="46"/>
                                    <a:pt x="14" y="46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7" y="47"/>
                                    <a:pt x="17" y="47"/>
                                    <a:pt x="17" y="47"/>
                                  </a:cubicBezTo>
                                  <a:cubicBezTo>
                                    <a:pt x="17" y="47"/>
                                    <a:pt x="18" y="48"/>
                                    <a:pt x="18" y="48"/>
                                  </a:cubicBezTo>
                                  <a:cubicBezTo>
                                    <a:pt x="18" y="48"/>
                                    <a:pt x="19" y="53"/>
                                    <a:pt x="19" y="53"/>
                                  </a:cubicBezTo>
                                  <a:cubicBezTo>
                                    <a:pt x="22" y="57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2" y="58"/>
                                    <a:pt x="22" y="59"/>
                                  </a:cubicBezTo>
                                  <a:cubicBezTo>
                                    <a:pt x="22" y="59"/>
                                    <a:pt x="22" y="60"/>
                                    <a:pt x="22" y="60"/>
                                  </a:cubicBezTo>
                                  <a:cubicBezTo>
                                    <a:pt x="22" y="60"/>
                                    <a:pt x="21" y="61"/>
                                    <a:pt x="21" y="61"/>
                                  </a:cubicBezTo>
                                  <a:cubicBezTo>
                                    <a:pt x="21" y="61"/>
                                    <a:pt x="22" y="62"/>
                                    <a:pt x="22" y="62"/>
                                  </a:cubicBezTo>
                                  <a:cubicBezTo>
                                    <a:pt x="22" y="63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1" y="66"/>
                                    <a:pt x="21" y="66"/>
                                  </a:cubicBezTo>
                                  <a:cubicBezTo>
                                    <a:pt x="21" y="67"/>
                                    <a:pt x="20" y="68"/>
                                    <a:pt x="20" y="68"/>
                                  </a:cubicBezTo>
                                  <a:cubicBezTo>
                                    <a:pt x="20" y="68"/>
                                    <a:pt x="20" y="70"/>
                                    <a:pt x="20" y="70"/>
                                  </a:cubicBezTo>
                                  <a:cubicBezTo>
                                    <a:pt x="20" y="70"/>
                                    <a:pt x="20" y="71"/>
                                    <a:pt x="21" y="71"/>
                                  </a:cubicBezTo>
                                  <a:cubicBezTo>
                                    <a:pt x="21" y="72"/>
                                    <a:pt x="22" y="72"/>
                                    <a:pt x="22" y="72"/>
                                  </a:cubicBezTo>
                                  <a:cubicBezTo>
                                    <a:pt x="23" y="72"/>
                                    <a:pt x="25" y="73"/>
                                    <a:pt x="25" y="73"/>
                                  </a:cubicBezTo>
                                  <a:cubicBezTo>
                                    <a:pt x="25" y="73"/>
                                    <a:pt x="29" y="74"/>
                                    <a:pt x="29" y="74"/>
                                  </a:cubicBezTo>
                                  <a:cubicBezTo>
                                    <a:pt x="38" y="74"/>
                                    <a:pt x="38" y="74"/>
                                    <a:pt x="38" y="74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ubicBezTo>
                                    <a:pt x="52" y="81"/>
                                    <a:pt x="52" y="81"/>
                                    <a:pt x="52" y="81"/>
                                  </a:cubicBezTo>
                                  <a:cubicBezTo>
                                    <a:pt x="52" y="83"/>
                                    <a:pt x="52" y="83"/>
                                    <a:pt x="52" y="83"/>
                                  </a:cubicBezTo>
                                  <a:cubicBezTo>
                                    <a:pt x="53" y="84"/>
                                    <a:pt x="53" y="84"/>
                                    <a:pt x="53" y="84"/>
                                  </a:cubicBezTo>
                                  <a:cubicBezTo>
                                    <a:pt x="55" y="90"/>
                                    <a:pt x="55" y="90"/>
                                    <a:pt x="55" y="90"/>
                                  </a:cubicBezTo>
                                  <a:cubicBezTo>
                                    <a:pt x="58" y="94"/>
                                    <a:pt x="58" y="94"/>
                                    <a:pt x="58" y="94"/>
                                  </a:cubicBezTo>
                                  <a:cubicBezTo>
                                    <a:pt x="59" y="95"/>
                                    <a:pt x="59" y="95"/>
                                    <a:pt x="59" y="95"/>
                                  </a:cubicBezTo>
                                  <a:cubicBezTo>
                                    <a:pt x="62" y="95"/>
                                    <a:pt x="62" y="95"/>
                                    <a:pt x="62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81" y="97"/>
                                    <a:pt x="81" y="97"/>
                                    <a:pt x="81" y="97"/>
                                  </a:cubicBezTo>
                                  <a:cubicBezTo>
                                    <a:pt x="86" y="97"/>
                                    <a:pt x="86" y="97"/>
                                    <a:pt x="86" y="97"/>
                                  </a:cubicBezTo>
                                  <a:cubicBezTo>
                                    <a:pt x="89" y="96"/>
                                    <a:pt x="89" y="96"/>
                                    <a:pt x="89" y="96"/>
                                  </a:cubicBezTo>
                                  <a:cubicBezTo>
                                    <a:pt x="89" y="96"/>
                                    <a:pt x="92" y="97"/>
                                    <a:pt x="92" y="97"/>
                                  </a:cubicBezTo>
                                  <a:cubicBezTo>
                                    <a:pt x="92" y="97"/>
                                    <a:pt x="95" y="98"/>
                                    <a:pt x="95" y="98"/>
                                  </a:cubicBezTo>
                                  <a:cubicBezTo>
                                    <a:pt x="95" y="98"/>
                                    <a:pt x="97" y="100"/>
                                    <a:pt x="97" y="100"/>
                                  </a:cubicBezTo>
                                  <a:cubicBezTo>
                                    <a:pt x="101" y="101"/>
                                    <a:pt x="101" y="101"/>
                                    <a:pt x="101" y="101"/>
                                  </a:cubicBezTo>
                                  <a:cubicBezTo>
                                    <a:pt x="107" y="104"/>
                                    <a:pt x="107" y="104"/>
                                    <a:pt x="107" y="104"/>
                                  </a:cubicBezTo>
                                  <a:cubicBezTo>
                                    <a:pt x="113" y="104"/>
                                    <a:pt x="113" y="104"/>
                                    <a:pt x="113" y="104"/>
                                  </a:cubicBezTo>
                                  <a:cubicBezTo>
                                    <a:pt x="114" y="105"/>
                                    <a:pt x="114" y="105"/>
                                    <a:pt x="114" y="105"/>
                                  </a:cubicBezTo>
                                  <a:cubicBezTo>
                                    <a:pt x="116" y="106"/>
                                    <a:pt x="116" y="106"/>
                                    <a:pt x="116" y="106"/>
                                  </a:cubicBezTo>
                                  <a:cubicBezTo>
                                    <a:pt x="117" y="106"/>
                                    <a:pt x="117" y="106"/>
                                    <a:pt x="117" y="106"/>
                                  </a:cubicBezTo>
                                  <a:cubicBezTo>
                                    <a:pt x="117" y="106"/>
                                    <a:pt x="117" y="106"/>
                                    <a:pt x="117" y="106"/>
                                  </a:cubicBezTo>
                                  <a:cubicBezTo>
                                    <a:pt x="122" y="103"/>
                                    <a:pt x="122" y="103"/>
                                    <a:pt x="122" y="103"/>
                                  </a:cubicBezTo>
                                  <a:cubicBezTo>
                                    <a:pt x="133" y="98"/>
                                    <a:pt x="133" y="98"/>
                                    <a:pt x="133" y="98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53" y="96"/>
                                    <a:pt x="153" y="96"/>
                                    <a:pt x="153" y="96"/>
                                  </a:cubicBezTo>
                                  <a:cubicBezTo>
                                    <a:pt x="154" y="95"/>
                                    <a:pt x="154" y="95"/>
                                    <a:pt x="154" y="95"/>
                                  </a:cubicBezTo>
                                  <a:cubicBezTo>
                                    <a:pt x="158" y="90"/>
                                    <a:pt x="158" y="90"/>
                                    <a:pt x="158" y="90"/>
                                  </a:cubicBezTo>
                                  <a:cubicBezTo>
                                    <a:pt x="164" y="87"/>
                                    <a:pt x="164" y="87"/>
                                    <a:pt x="164" y="87"/>
                                  </a:cubicBezTo>
                                  <a:cubicBezTo>
                                    <a:pt x="164" y="84"/>
                                    <a:pt x="164" y="84"/>
                                    <a:pt x="164" y="84"/>
                                  </a:cubicBezTo>
                                  <a:cubicBezTo>
                                    <a:pt x="164" y="84"/>
                                    <a:pt x="161" y="82"/>
                                    <a:pt x="161" y="82"/>
                                  </a:cubicBezTo>
                                  <a:cubicBezTo>
                                    <a:pt x="161" y="81"/>
                                    <a:pt x="161" y="79"/>
                                    <a:pt x="161" y="79"/>
                                  </a:cubicBezTo>
                                  <a:cubicBezTo>
                                    <a:pt x="161" y="79"/>
                                    <a:pt x="161" y="78"/>
                                    <a:pt x="162" y="77"/>
                                  </a:cubicBezTo>
                                  <a:cubicBezTo>
                                    <a:pt x="162" y="77"/>
                                    <a:pt x="164" y="74"/>
                                    <a:pt x="164" y="74"/>
                                  </a:cubicBezTo>
                                  <a:cubicBezTo>
                                    <a:pt x="166" y="74"/>
                                    <a:pt x="166" y="74"/>
                                    <a:pt x="166" y="74"/>
                                  </a:cubicBezTo>
                                  <a:cubicBezTo>
                                    <a:pt x="170" y="76"/>
                                    <a:pt x="170" y="76"/>
                                    <a:pt x="170" y="76"/>
                                  </a:cubicBezTo>
                                  <a:cubicBezTo>
                                    <a:pt x="173" y="76"/>
                                    <a:pt x="173" y="76"/>
                                    <a:pt x="173" y="76"/>
                                  </a:cubicBezTo>
                                  <a:cubicBezTo>
                                    <a:pt x="177" y="76"/>
                                    <a:pt x="177" y="76"/>
                                    <a:pt x="177" y="76"/>
                                  </a:cubicBezTo>
                                  <a:cubicBezTo>
                                    <a:pt x="180" y="73"/>
                                    <a:pt x="180" y="73"/>
                                    <a:pt x="180" y="73"/>
                                  </a:cubicBezTo>
                                  <a:cubicBezTo>
                                    <a:pt x="182" y="70"/>
                                    <a:pt x="182" y="70"/>
                                    <a:pt x="182" y="70"/>
                                  </a:cubicBezTo>
                                  <a:cubicBezTo>
                                    <a:pt x="190" y="70"/>
                                    <a:pt x="190" y="70"/>
                                    <a:pt x="190" y="70"/>
                                  </a:cubicBezTo>
                                  <a:cubicBezTo>
                                    <a:pt x="193" y="67"/>
                                    <a:pt x="193" y="67"/>
                                    <a:pt x="193" y="67"/>
                                  </a:cubicBezTo>
                                  <a:cubicBezTo>
                                    <a:pt x="193" y="65"/>
                                    <a:pt x="193" y="65"/>
                                    <a:pt x="193" y="65"/>
                                  </a:cubicBezTo>
                                  <a:cubicBezTo>
                                    <a:pt x="196" y="61"/>
                                    <a:pt x="196" y="61"/>
                                    <a:pt x="196" y="61"/>
                                  </a:cubicBezTo>
                                  <a:cubicBezTo>
                                    <a:pt x="201" y="61"/>
                                    <a:pt x="201" y="61"/>
                                    <a:pt x="201" y="61"/>
                                  </a:cubicBezTo>
                                  <a:cubicBezTo>
                                    <a:pt x="201" y="59"/>
                                    <a:pt x="201" y="59"/>
                                    <a:pt x="201" y="59"/>
                                  </a:cubicBezTo>
                                  <a:cubicBezTo>
                                    <a:pt x="204" y="59"/>
                                    <a:pt x="204" y="59"/>
                                    <a:pt x="204" y="59"/>
                                  </a:cubicBezTo>
                                  <a:cubicBezTo>
                                    <a:pt x="206" y="58"/>
                                    <a:pt x="206" y="58"/>
                                    <a:pt x="206" y="58"/>
                                  </a:cubicBezTo>
                                  <a:cubicBezTo>
                                    <a:pt x="207" y="57"/>
                                    <a:pt x="207" y="57"/>
                                    <a:pt x="207" y="57"/>
                                  </a:cubicBezTo>
                                  <a:cubicBezTo>
                                    <a:pt x="211" y="57"/>
                                    <a:pt x="211" y="57"/>
                                    <a:pt x="211" y="57"/>
                                  </a:cubicBezTo>
                                  <a:cubicBezTo>
                                    <a:pt x="214" y="58"/>
                                    <a:pt x="214" y="58"/>
                                    <a:pt x="214" y="58"/>
                                  </a:cubicBezTo>
                                  <a:cubicBezTo>
                                    <a:pt x="216" y="58"/>
                                    <a:pt x="216" y="58"/>
                                    <a:pt x="216" y="58"/>
                                  </a:cubicBezTo>
                                  <a:cubicBezTo>
                                    <a:pt x="218" y="58"/>
                                    <a:pt x="218" y="58"/>
                                    <a:pt x="218" y="58"/>
                                  </a:cubicBezTo>
                                  <a:cubicBezTo>
                                    <a:pt x="218" y="55"/>
                                    <a:pt x="218" y="55"/>
                                    <a:pt x="218" y="55"/>
                                  </a:cubicBezTo>
                                  <a:cubicBezTo>
                                    <a:pt x="209" y="45"/>
                                    <a:pt x="209" y="45"/>
                                    <a:pt x="209" y="45"/>
                                  </a:cubicBezTo>
                                  <a:cubicBezTo>
                                    <a:pt x="204" y="45"/>
                                    <a:pt x="204" y="45"/>
                                    <a:pt x="204" y="45"/>
                                  </a:cubicBezTo>
                                  <a:cubicBezTo>
                                    <a:pt x="201" y="48"/>
                                    <a:pt x="201" y="48"/>
                                    <a:pt x="201" y="48"/>
                                  </a:cubicBezTo>
                                  <a:cubicBezTo>
                                    <a:pt x="200" y="47"/>
                                    <a:pt x="200" y="47"/>
                                    <a:pt x="200" y="47"/>
                                  </a:cubicBezTo>
                                  <a:cubicBezTo>
                                    <a:pt x="197" y="45"/>
                                    <a:pt x="197" y="45"/>
                                    <a:pt x="197" y="45"/>
                                  </a:cubicBezTo>
                                  <a:cubicBezTo>
                                    <a:pt x="193" y="45"/>
                                    <a:pt x="193" y="45"/>
                                    <a:pt x="193" y="45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88" y="45"/>
                                    <a:pt x="188" y="45"/>
                                    <a:pt x="188" y="45"/>
                                  </a:cubicBezTo>
                                  <a:cubicBezTo>
                                    <a:pt x="188" y="43"/>
                                    <a:pt x="188" y="43"/>
                                    <a:pt x="188" y="43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39"/>
                                    <a:pt x="190" y="39"/>
                                    <a:pt x="190" y="39"/>
                                  </a:cubicBezTo>
                                  <a:cubicBezTo>
                                    <a:pt x="196" y="26"/>
                                    <a:pt x="196" y="26"/>
                                    <a:pt x="196" y="26"/>
                                  </a:cubicBezTo>
                                  <a:cubicBezTo>
                                    <a:pt x="193" y="23"/>
                                    <a:pt x="193" y="23"/>
                                    <a:pt x="193" y="23"/>
                                  </a:cubicBezTo>
                                  <a:cubicBezTo>
                                    <a:pt x="190" y="25"/>
                                    <a:pt x="190" y="25"/>
                                    <a:pt x="190" y="25"/>
                                  </a:cubicBezTo>
                                  <a:cubicBezTo>
                                    <a:pt x="188" y="25"/>
                                    <a:pt x="188" y="25"/>
                                    <a:pt x="188" y="25"/>
                                  </a:cubicBezTo>
                                  <a:cubicBezTo>
                                    <a:pt x="186" y="24"/>
                                    <a:pt x="186" y="24"/>
                                    <a:pt x="186" y="24"/>
                                  </a:cubicBezTo>
                                  <a:cubicBezTo>
                                    <a:pt x="183" y="22"/>
                                    <a:pt x="183" y="22"/>
                                    <a:pt x="183" y="22"/>
                                  </a:cubicBezTo>
                                  <a:cubicBezTo>
                                    <a:pt x="183" y="22"/>
                                    <a:pt x="180" y="21"/>
                                    <a:pt x="180" y="21"/>
                                  </a:cubicBezTo>
                                  <a:cubicBezTo>
                                    <a:pt x="180" y="21"/>
                                    <a:pt x="179" y="21"/>
                                    <a:pt x="179" y="21"/>
                                  </a:cubicBezTo>
                                  <a:cubicBezTo>
                                    <a:pt x="174" y="24"/>
                                    <a:pt x="174" y="24"/>
                                    <a:pt x="174" y="24"/>
                                  </a:cubicBezTo>
                                  <a:cubicBezTo>
                                    <a:pt x="171" y="28"/>
                                    <a:pt x="171" y="28"/>
                                    <a:pt x="171" y="28"/>
                                  </a:cubicBezTo>
                                  <a:cubicBezTo>
                                    <a:pt x="165" y="30"/>
                                    <a:pt x="165" y="30"/>
                                    <a:pt x="165" y="30"/>
                                  </a:cubicBezTo>
                                  <a:cubicBezTo>
                                    <a:pt x="157" y="33"/>
                                    <a:pt x="157" y="33"/>
                                    <a:pt x="157" y="33"/>
                                  </a:cubicBezTo>
                                  <a:cubicBezTo>
                                    <a:pt x="155" y="32"/>
                                    <a:pt x="155" y="32"/>
                                    <a:pt x="155" y="32"/>
                                  </a:cubicBezTo>
                                  <a:cubicBezTo>
                                    <a:pt x="154" y="32"/>
                                    <a:pt x="154" y="32"/>
                                    <a:pt x="154" y="32"/>
                                  </a:cubicBezTo>
                                  <a:cubicBezTo>
                                    <a:pt x="152" y="33"/>
                                    <a:pt x="152" y="33"/>
                                    <a:pt x="152" y="33"/>
                                  </a:cubicBezTo>
                                  <a:cubicBezTo>
                                    <a:pt x="151" y="33"/>
                                    <a:pt x="151" y="33"/>
                                    <a:pt x="151" y="33"/>
                                  </a:cubicBezTo>
                                  <a:cubicBezTo>
                                    <a:pt x="151" y="33"/>
                                    <a:pt x="146" y="31"/>
                                    <a:pt x="145" y="31"/>
                                  </a:cubicBezTo>
                                  <a:cubicBezTo>
                                    <a:pt x="145" y="31"/>
                                    <a:pt x="140" y="31"/>
                                    <a:pt x="140" y="31"/>
                                  </a:cubicBezTo>
                                  <a:cubicBezTo>
                                    <a:pt x="140" y="30"/>
                                    <a:pt x="140" y="30"/>
                                    <a:pt x="140" y="30"/>
                                  </a:cubicBezTo>
                                  <a:cubicBezTo>
                                    <a:pt x="138" y="28"/>
                                    <a:pt x="138" y="28"/>
                                    <a:pt x="138" y="28"/>
                                  </a:cubicBezTo>
                                  <a:cubicBezTo>
                                    <a:pt x="137" y="28"/>
                                    <a:pt x="137" y="28"/>
                                    <a:pt x="137" y="28"/>
                                  </a:cubicBezTo>
                                  <a:cubicBezTo>
                                    <a:pt x="137" y="25"/>
                                    <a:pt x="137" y="25"/>
                                    <a:pt x="137" y="25"/>
                                  </a:cubicBezTo>
                                  <a:cubicBezTo>
                                    <a:pt x="134" y="24"/>
                                    <a:pt x="134" y="24"/>
                                    <a:pt x="134" y="24"/>
                                  </a:cubicBezTo>
                                  <a:cubicBezTo>
                                    <a:pt x="132" y="24"/>
                                    <a:pt x="132" y="24"/>
                                    <a:pt x="132" y="24"/>
                                  </a:cubicBezTo>
                                  <a:cubicBezTo>
                                    <a:pt x="132" y="24"/>
                                    <a:pt x="131" y="23"/>
                                    <a:pt x="131" y="22"/>
                                  </a:cubicBezTo>
                                  <a:cubicBezTo>
                                    <a:pt x="131" y="22"/>
                                    <a:pt x="130" y="21"/>
                                    <a:pt x="130" y="21"/>
                                  </a:cubicBezTo>
                                  <a:cubicBezTo>
                                    <a:pt x="129" y="21"/>
                                    <a:pt x="128" y="20"/>
                                    <a:pt x="128" y="20"/>
                                  </a:cubicBezTo>
                                  <a:cubicBezTo>
                                    <a:pt x="126" y="20"/>
                                    <a:pt x="126" y="20"/>
                                    <a:pt x="126" y="20"/>
                                  </a:cubicBezTo>
                                  <a:cubicBezTo>
                                    <a:pt x="126" y="21"/>
                                    <a:pt x="126" y="21"/>
                                    <a:pt x="126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3" y="19"/>
                                    <a:pt x="123" y="19"/>
                                    <a:pt x="123" y="19"/>
                                  </a:cubicBezTo>
                                  <a:cubicBezTo>
                                    <a:pt x="117" y="19"/>
                                    <a:pt x="117" y="19"/>
                                    <a:pt x="117" y="19"/>
                                  </a:cubicBezTo>
                                  <a:cubicBezTo>
                                    <a:pt x="116" y="20"/>
                                    <a:pt x="116" y="20"/>
                                    <a:pt x="116" y="20"/>
                                  </a:cubicBezTo>
                                  <a:cubicBezTo>
                                    <a:pt x="114" y="20"/>
                                    <a:pt x="114" y="20"/>
                                    <a:pt x="114" y="20"/>
                                  </a:cubicBezTo>
                                  <a:cubicBezTo>
                                    <a:pt x="113" y="20"/>
                                    <a:pt x="113" y="20"/>
                                    <a:pt x="113" y="20"/>
                                  </a:cubicBezTo>
                                  <a:cubicBezTo>
                                    <a:pt x="111" y="23"/>
                                    <a:pt x="111" y="23"/>
                                    <a:pt x="111" y="23"/>
                                  </a:cubicBezTo>
                                  <a:cubicBezTo>
                                    <a:pt x="111" y="23"/>
                                    <a:pt x="110" y="22"/>
                                    <a:pt x="110" y="22"/>
                                  </a:cubicBezTo>
                                  <a:cubicBezTo>
                                    <a:pt x="110" y="22"/>
                                    <a:pt x="105" y="22"/>
                                    <a:pt x="105" y="22"/>
                                  </a:cubicBezTo>
                                  <a:cubicBezTo>
                                    <a:pt x="104" y="21"/>
                                    <a:pt x="104" y="21"/>
                                    <a:pt x="104" y="21"/>
                                  </a:cubicBezTo>
                                  <a:cubicBezTo>
                                    <a:pt x="103" y="21"/>
                                    <a:pt x="103" y="21"/>
                                    <a:pt x="103" y="21"/>
                                  </a:cubicBezTo>
                                  <a:cubicBezTo>
                                    <a:pt x="102" y="20"/>
                                    <a:pt x="102" y="20"/>
                                    <a:pt x="102" y="20"/>
                                  </a:cubicBezTo>
                                  <a:cubicBezTo>
                                    <a:pt x="102" y="20"/>
                                    <a:pt x="100" y="19"/>
                                    <a:pt x="100" y="18"/>
                                  </a:cubicBezTo>
                                  <a:cubicBezTo>
                                    <a:pt x="100" y="18"/>
                                    <a:pt x="99" y="17"/>
                                    <a:pt x="99" y="17"/>
                                  </a:cubicBezTo>
                                  <a:cubicBezTo>
                                    <a:pt x="98" y="16"/>
                                    <a:pt x="98" y="16"/>
                                    <a:pt x="98" y="16"/>
                                  </a:cubicBezTo>
                                  <a:cubicBezTo>
                                    <a:pt x="98" y="16"/>
                                    <a:pt x="98" y="12"/>
                                    <a:pt x="98" y="12"/>
                                  </a:cubicBezTo>
                                  <a:cubicBezTo>
                                    <a:pt x="98" y="12"/>
                                    <a:pt x="98" y="11"/>
                                    <a:pt x="98" y="10"/>
                                  </a:cubicBezTo>
                                  <a:cubicBezTo>
                                    <a:pt x="97" y="10"/>
                                    <a:pt x="97" y="9"/>
                                    <a:pt x="96" y="9"/>
                                  </a:cubicBezTo>
                                  <a:cubicBezTo>
                                    <a:pt x="96" y="9"/>
                                    <a:pt x="94" y="8"/>
                                    <a:pt x="94" y="8"/>
                                  </a:cubicBezTo>
                                  <a:cubicBezTo>
                                    <a:pt x="94" y="8"/>
                                    <a:pt x="93" y="8"/>
                                    <a:pt x="93" y="8"/>
                                  </a:cubicBezTo>
                                  <a:cubicBezTo>
                                    <a:pt x="92" y="8"/>
                                    <a:pt x="90" y="8"/>
                                    <a:pt x="90" y="8"/>
                                  </a:cubicBezTo>
                                  <a:cubicBezTo>
                                    <a:pt x="87" y="5"/>
                                    <a:pt x="87" y="5"/>
                                    <a:pt x="87" y="5"/>
                                  </a:cubicBezTo>
                                  <a:cubicBezTo>
                                    <a:pt x="82" y="5"/>
                                    <a:pt x="82" y="5"/>
                                    <a:pt x="82" y="5"/>
                                  </a:cubicBezTo>
                                  <a:cubicBezTo>
                                    <a:pt x="82" y="3"/>
                                    <a:pt x="82" y="3"/>
                                    <a:pt x="82" y="3"/>
                                  </a:cubicBezTo>
                                  <a:cubicBezTo>
                                    <a:pt x="79" y="3"/>
                                    <a:pt x="79" y="3"/>
                                    <a:pt x="79" y="3"/>
                                  </a:cubicBezTo>
                                  <a:cubicBezTo>
                                    <a:pt x="75" y="0"/>
                                    <a:pt x="75" y="0"/>
                                    <a:pt x="75" y="0"/>
                                  </a:cubicBezTo>
                                  <a:cubicBezTo>
                                    <a:pt x="75" y="0"/>
                                    <a:pt x="75" y="1"/>
                                    <a:pt x="75" y="1"/>
                                  </a:cubicBezTo>
                                  <a:cubicBezTo>
                                    <a:pt x="75" y="2"/>
                                    <a:pt x="75" y="3"/>
                                    <a:pt x="75" y="3"/>
                                  </a:cubicBezTo>
                                  <a:cubicBezTo>
                                    <a:pt x="75" y="3"/>
                                    <a:pt x="74" y="4"/>
                                    <a:pt x="74" y="4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6"/>
                                    <a:pt x="71" y="7"/>
                                    <a:pt x="71" y="8"/>
                                  </a:cubicBezTo>
                                  <a:cubicBezTo>
                                    <a:pt x="71" y="8"/>
                                    <a:pt x="70" y="9"/>
                                    <a:pt x="70" y="9"/>
                                  </a:cubicBezTo>
                                  <a:cubicBezTo>
                                    <a:pt x="70" y="9"/>
                                    <a:pt x="69" y="9"/>
                                    <a:pt x="69" y="9"/>
                                  </a:cubicBezTo>
                                  <a:cubicBezTo>
                                    <a:pt x="69" y="10"/>
                                    <a:pt x="70" y="10"/>
                                    <a:pt x="69" y="10"/>
                                  </a:cubicBezTo>
                                  <a:cubicBezTo>
                                    <a:pt x="69" y="11"/>
                                    <a:pt x="69" y="11"/>
                                    <a:pt x="68" y="12"/>
                                  </a:cubicBezTo>
                                  <a:cubicBezTo>
                                    <a:pt x="68" y="12"/>
                                    <a:pt x="68" y="12"/>
                                    <a:pt x="68" y="13"/>
                                  </a:cubicBezTo>
                                  <a:cubicBezTo>
                                    <a:pt x="68" y="14"/>
                                    <a:pt x="69" y="15"/>
                                    <a:pt x="69" y="15"/>
                                  </a:cubicBezTo>
                                  <a:cubicBezTo>
                                    <a:pt x="70" y="15"/>
                                    <a:pt x="70" y="15"/>
                                    <a:pt x="70" y="15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21"/>
                                    <a:pt x="71" y="21"/>
                                    <a:pt x="71" y="21"/>
                                  </a:cubicBezTo>
                                  <a:cubicBezTo>
                                    <a:pt x="70" y="23"/>
                                    <a:pt x="70" y="23"/>
                                    <a:pt x="70" y="23"/>
                                  </a:cubicBezTo>
                                  <a:cubicBezTo>
                                    <a:pt x="69" y="25"/>
                                    <a:pt x="69" y="25"/>
                                    <a:pt x="69" y="25"/>
                                  </a:cubicBezTo>
                                  <a:cubicBezTo>
                                    <a:pt x="68" y="25"/>
                                    <a:pt x="68" y="25"/>
                                    <a:pt x="68" y="25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6" y="26"/>
                                    <a:pt x="66" y="26"/>
                                    <a:pt x="66" y="26"/>
                                  </a:cubicBezTo>
                                  <a:cubicBezTo>
                                    <a:pt x="64" y="26"/>
                                    <a:pt x="64" y="26"/>
                                    <a:pt x="64" y="26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58" y="25"/>
                                    <a:pt x="58" y="25"/>
                                    <a:pt x="58" y="25"/>
                                  </a:cubicBezTo>
                                  <a:cubicBezTo>
                                    <a:pt x="55" y="23"/>
                                    <a:pt x="55" y="23"/>
                                    <a:pt x="55" y="23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2" y="25"/>
                                    <a:pt x="50" y="25"/>
                                    <a:pt x="50" y="24"/>
                                  </a:cubicBezTo>
                                  <a:cubicBezTo>
                                    <a:pt x="50" y="24"/>
                                    <a:pt x="49" y="24"/>
                                    <a:pt x="49" y="24"/>
                                  </a:cubicBezTo>
                                  <a:cubicBezTo>
                                    <a:pt x="48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18"/>
                                    <a:pt x="44" y="18"/>
                                  </a:cubicBezTo>
                                  <a:cubicBezTo>
                                    <a:pt x="36" y="18"/>
                                    <a:pt x="36" y="18"/>
                                    <a:pt x="36" y="18"/>
                                  </a:cubicBezTo>
                                  <a:cubicBezTo>
                                    <a:pt x="36" y="16"/>
                                    <a:pt x="36" y="16"/>
                                    <a:pt x="36" y="16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3" y="16"/>
                                    <a:pt x="33" y="16"/>
                                    <a:pt x="33" y="16"/>
                                  </a:cubicBezTo>
                                  <a:cubicBezTo>
                                    <a:pt x="32" y="16"/>
                                    <a:pt x="32" y="16"/>
                                    <a:pt x="32" y="16"/>
                                  </a:cubicBezTo>
                                  <a:cubicBezTo>
                                    <a:pt x="31" y="15"/>
                                    <a:pt x="31" y="15"/>
                                    <a:pt x="31" y="15"/>
                                  </a:cubicBezTo>
                                  <a:cubicBezTo>
                                    <a:pt x="30" y="16"/>
                                    <a:pt x="30" y="16"/>
                                    <a:pt x="30" y="16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5" y="19"/>
                                    <a:pt x="25" y="19"/>
                                    <a:pt x="25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18" y="22"/>
                                    <a:pt x="18" y="22"/>
                                    <a:pt x="18" y="22"/>
                                  </a:cubicBezTo>
                                  <a:cubicBezTo>
                                    <a:pt x="18" y="22"/>
                                    <a:pt x="17" y="22"/>
                                    <a:pt x="17" y="23"/>
                                  </a:cubicBezTo>
                                  <a:cubicBezTo>
                                    <a:pt x="17" y="23"/>
                                    <a:pt x="15" y="24"/>
                                    <a:pt x="15" y="24"/>
                                  </a:cubicBezTo>
                                  <a:cubicBezTo>
                                    <a:pt x="15" y="24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2" y="26"/>
                                    <a:pt x="13" y="26"/>
                                  </a:cubicBezTo>
                                  <a:cubicBezTo>
                                    <a:pt x="13" y="26"/>
                                    <a:pt x="13" y="27"/>
                                    <a:pt x="13" y="27"/>
                                  </a:cubicBezTo>
                                  <a:cubicBezTo>
                                    <a:pt x="13" y="27"/>
                                    <a:pt x="13" y="28"/>
                                    <a:pt x="13" y="28"/>
                                  </a:cubicBezTo>
                                  <a:cubicBezTo>
                                    <a:pt x="12" y="28"/>
                                    <a:pt x="12" y="28"/>
                                    <a:pt x="11" y="28"/>
                                  </a:cubicBezTo>
                                  <a:cubicBezTo>
                                    <a:pt x="11" y="28"/>
                                    <a:pt x="10" y="28"/>
                                    <a:pt x="10" y="28"/>
                                  </a:cubicBezTo>
                                  <a:cubicBezTo>
                                    <a:pt x="10" y="28"/>
                                    <a:pt x="9" y="29"/>
                                    <a:pt x="9" y="29"/>
                                  </a:cubicBezTo>
                                  <a:cubicBezTo>
                                    <a:pt x="9" y="29"/>
                                    <a:pt x="9" y="29"/>
                                    <a:pt x="8" y="29"/>
                                  </a:cubicBezTo>
                                  <a:cubicBezTo>
                                    <a:pt x="8" y="29"/>
                                    <a:pt x="8" y="29"/>
                                    <a:pt x="8" y="29"/>
                                  </a:cubicBezTo>
                                  <a:cubicBezTo>
                                    <a:pt x="8" y="29"/>
                                    <a:pt x="8" y="29"/>
                                    <a:pt x="7" y="30"/>
                                  </a:cubicBezTo>
                                  <a:cubicBezTo>
                                    <a:pt x="7" y="30"/>
                                    <a:pt x="5" y="30"/>
                                    <a:pt x="5" y="30"/>
                                  </a:cubicBezTo>
                                  <a:cubicBezTo>
                                    <a:pt x="5" y="30"/>
                                    <a:pt x="3" y="30"/>
                                    <a:pt x="3" y="30"/>
                                  </a:cubicBezTo>
                                  <a:cubicBezTo>
                                    <a:pt x="2" y="32"/>
                                    <a:pt x="2" y="32"/>
                                    <a:pt x="2" y="32"/>
                                  </a:cubicBezTo>
                                  <a:cubicBezTo>
                                    <a:pt x="1" y="32"/>
                                    <a:pt x="1" y="32"/>
                                    <a:pt x="1" y="32"/>
                                  </a:cubicBezTo>
                                  <a:cubicBezTo>
                                    <a:pt x="0" y="33"/>
                                    <a:pt x="0" y="33"/>
                                    <a:pt x="0" y="33"/>
                                  </a:cubicBezTo>
                                  <a:cubicBezTo>
                                    <a:pt x="1" y="34"/>
                                    <a:pt x="1" y="34"/>
                                    <a:pt x="1" y="34"/>
                                  </a:cubicBezTo>
                                  <a:lnTo>
                                    <a:pt x="0" y="3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4" name="Freeform 848">
                              <a:extLst>
                                <a:ext uri="{FF2B5EF4-FFF2-40B4-BE49-F238E27FC236}">
                                  <a16:creationId xmlns:a16="http://schemas.microsoft.com/office/drawing/2014/main" id="{A69C9927-D2F2-816C-F01F-15F374D767A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205788" y="4683125"/>
                              <a:ext cx="536575" cy="192088"/>
                            </a:xfrm>
                            <a:custGeom>
                              <a:avLst/>
                              <a:gdLst>
                                <a:gd name="T0" fmla="*/ 77 w 129"/>
                                <a:gd name="T1" fmla="*/ 36 h 46"/>
                                <a:gd name="T2" fmla="*/ 114 w 129"/>
                                <a:gd name="T3" fmla="*/ 2 h 46"/>
                                <a:gd name="T4" fmla="*/ 115 w 129"/>
                                <a:gd name="T5" fmla="*/ 3 h 46"/>
                                <a:gd name="T6" fmla="*/ 115 w 129"/>
                                <a:gd name="T7" fmla="*/ 2 h 46"/>
                                <a:gd name="T8" fmla="*/ 124 w 129"/>
                                <a:gd name="T9" fmla="*/ 19 h 46"/>
                                <a:gd name="T10" fmla="*/ 125 w 129"/>
                                <a:gd name="T11" fmla="*/ 20 h 46"/>
                                <a:gd name="T12" fmla="*/ 127 w 129"/>
                                <a:gd name="T13" fmla="*/ 14 h 46"/>
                                <a:gd name="T14" fmla="*/ 125 w 129"/>
                                <a:gd name="T15" fmla="*/ 14 h 46"/>
                                <a:gd name="T16" fmla="*/ 123 w 129"/>
                                <a:gd name="T17" fmla="*/ 12 h 46"/>
                                <a:gd name="T18" fmla="*/ 122 w 129"/>
                                <a:gd name="T19" fmla="*/ 12 h 46"/>
                                <a:gd name="T20" fmla="*/ 120 w 129"/>
                                <a:gd name="T21" fmla="*/ 13 h 46"/>
                                <a:gd name="T22" fmla="*/ 121 w 129"/>
                                <a:gd name="T23" fmla="*/ 12 h 46"/>
                                <a:gd name="T24" fmla="*/ 121 w 129"/>
                                <a:gd name="T25" fmla="*/ 11 h 46"/>
                                <a:gd name="T26" fmla="*/ 120 w 129"/>
                                <a:gd name="T27" fmla="*/ 11 h 46"/>
                                <a:gd name="T28" fmla="*/ 118 w 129"/>
                                <a:gd name="T29" fmla="*/ 11 h 46"/>
                                <a:gd name="T30" fmla="*/ 118 w 129"/>
                                <a:gd name="T31" fmla="*/ 10 h 46"/>
                                <a:gd name="T32" fmla="*/ 119 w 129"/>
                                <a:gd name="T33" fmla="*/ 9 h 46"/>
                                <a:gd name="T34" fmla="*/ 117 w 129"/>
                                <a:gd name="T35" fmla="*/ 7 h 46"/>
                                <a:gd name="T36" fmla="*/ 116 w 129"/>
                                <a:gd name="T37" fmla="*/ 5 h 46"/>
                                <a:gd name="T38" fmla="*/ 114 w 129"/>
                                <a:gd name="T39" fmla="*/ 5 h 46"/>
                                <a:gd name="T40" fmla="*/ 113 w 129"/>
                                <a:gd name="T41" fmla="*/ 7 h 46"/>
                                <a:gd name="T42" fmla="*/ 113 w 129"/>
                                <a:gd name="T43" fmla="*/ 5 h 46"/>
                                <a:gd name="T44" fmla="*/ 112 w 129"/>
                                <a:gd name="T45" fmla="*/ 5 h 46"/>
                                <a:gd name="T46" fmla="*/ 110 w 129"/>
                                <a:gd name="T47" fmla="*/ 9 h 46"/>
                                <a:gd name="T48" fmla="*/ 108 w 129"/>
                                <a:gd name="T49" fmla="*/ 11 h 46"/>
                                <a:gd name="T50" fmla="*/ 105 w 129"/>
                                <a:gd name="T51" fmla="*/ 14 h 46"/>
                                <a:gd name="T52" fmla="*/ 105 w 129"/>
                                <a:gd name="T53" fmla="*/ 17 h 46"/>
                                <a:gd name="T54" fmla="*/ 103 w 129"/>
                                <a:gd name="T55" fmla="*/ 21 h 46"/>
                                <a:gd name="T56" fmla="*/ 101 w 129"/>
                                <a:gd name="T57" fmla="*/ 19 h 46"/>
                                <a:gd name="T58" fmla="*/ 99 w 129"/>
                                <a:gd name="T59" fmla="*/ 25 h 46"/>
                                <a:gd name="T60" fmla="*/ 94 w 129"/>
                                <a:gd name="T61" fmla="*/ 22 h 46"/>
                                <a:gd name="T62" fmla="*/ 91 w 129"/>
                                <a:gd name="T63" fmla="*/ 27 h 46"/>
                                <a:gd name="T64" fmla="*/ 89 w 129"/>
                                <a:gd name="T65" fmla="*/ 30 h 46"/>
                                <a:gd name="T66" fmla="*/ 80 w 129"/>
                                <a:gd name="T67" fmla="*/ 33 h 46"/>
                                <a:gd name="T68" fmla="*/ 78 w 129"/>
                                <a:gd name="T69" fmla="*/ 35 h 46"/>
                                <a:gd name="T70" fmla="*/ 78 w 129"/>
                                <a:gd name="T71" fmla="*/ 37 h 46"/>
                                <a:gd name="T72" fmla="*/ 77 w 129"/>
                                <a:gd name="T73" fmla="*/ 37 h 46"/>
                                <a:gd name="T74" fmla="*/ 77 w 129"/>
                                <a:gd name="T75" fmla="*/ 38 h 46"/>
                                <a:gd name="T76" fmla="*/ 76 w 129"/>
                                <a:gd name="T77" fmla="*/ 40 h 46"/>
                                <a:gd name="T78" fmla="*/ 76 w 129"/>
                                <a:gd name="T79" fmla="*/ 41 h 46"/>
                                <a:gd name="T80" fmla="*/ 77 w 129"/>
                                <a:gd name="T81" fmla="*/ 43 h 46"/>
                                <a:gd name="T82" fmla="*/ 76 w 129"/>
                                <a:gd name="T83" fmla="*/ 43 h 46"/>
                                <a:gd name="T84" fmla="*/ 72 w 129"/>
                                <a:gd name="T85" fmla="*/ 42 h 46"/>
                                <a:gd name="T86" fmla="*/ 72 w 129"/>
                                <a:gd name="T87" fmla="*/ 41 h 46"/>
                                <a:gd name="T88" fmla="*/ 71 w 129"/>
                                <a:gd name="T89" fmla="*/ 41 h 46"/>
                                <a:gd name="T90" fmla="*/ 74 w 129"/>
                                <a:gd name="T91" fmla="*/ 46 h 46"/>
                                <a:gd name="T92" fmla="*/ 103 w 129"/>
                                <a:gd name="T93" fmla="*/ 35 h 46"/>
                                <a:gd name="T94" fmla="*/ 120 w 129"/>
                                <a:gd name="T95" fmla="*/ 22 h 46"/>
                                <a:gd name="T96" fmla="*/ 123 w 129"/>
                                <a:gd name="T97" fmla="*/ 22 h 46"/>
                                <a:gd name="T98" fmla="*/ 125 w 129"/>
                                <a:gd name="T99" fmla="*/ 21 h 46"/>
                                <a:gd name="T100" fmla="*/ 125 w 129"/>
                                <a:gd name="T101" fmla="*/ 21 h 46"/>
                                <a:gd name="T102" fmla="*/ 122 w 129"/>
                                <a:gd name="T103" fmla="*/ 18 h 46"/>
                                <a:gd name="T104" fmla="*/ 123 w 129"/>
                                <a:gd name="T105" fmla="*/ 17 h 46"/>
                                <a:gd name="T106" fmla="*/ 127 w 129"/>
                                <a:gd name="T107" fmla="*/ 17 h 46"/>
                                <a:gd name="T108" fmla="*/ 7 w 129"/>
                                <a:gd name="T109" fmla="*/ 7 h 46"/>
                                <a:gd name="T110" fmla="*/ 2 w 129"/>
                                <a:gd name="T111" fmla="*/ 8 h 46"/>
                                <a:gd name="T112" fmla="*/ 9 w 129"/>
                                <a:gd name="T113" fmla="*/ 26 h 46"/>
                                <a:gd name="T114" fmla="*/ 23 w 129"/>
                                <a:gd name="T115" fmla="*/ 36 h 46"/>
                                <a:gd name="T116" fmla="*/ 28 w 129"/>
                                <a:gd name="T117" fmla="*/ 33 h 46"/>
                                <a:gd name="T118" fmla="*/ 23 w 129"/>
                                <a:gd name="T119" fmla="*/ 14 h 46"/>
                                <a:gd name="T120" fmla="*/ 12 w 129"/>
                                <a:gd name="T121" fmla="*/ 7 h 4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129" h="46">
                                  <a:moveTo>
                                    <a:pt x="77" y="35"/>
                                  </a:moveTo>
                                  <a:cubicBezTo>
                                    <a:pt x="77" y="35"/>
                                    <a:pt x="77" y="34"/>
                                    <a:pt x="77" y="34"/>
                                  </a:cubicBezTo>
                                  <a:cubicBezTo>
                                    <a:pt x="77" y="34"/>
                                    <a:pt x="77" y="34"/>
                                    <a:pt x="77" y="34"/>
                                  </a:cubicBezTo>
                                  <a:cubicBezTo>
                                    <a:pt x="78" y="34"/>
                                    <a:pt x="78" y="34"/>
                                    <a:pt x="78" y="34"/>
                                  </a:cubicBezTo>
                                  <a:cubicBezTo>
                                    <a:pt x="78" y="35"/>
                                    <a:pt x="78" y="35"/>
                                    <a:pt x="78" y="35"/>
                                  </a:cubicBezTo>
                                  <a:cubicBezTo>
                                    <a:pt x="78" y="35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5"/>
                                  </a:cubicBezTo>
                                  <a:cubicBezTo>
                                    <a:pt x="77" y="35"/>
                                    <a:pt x="77" y="35"/>
                                    <a:pt x="77" y="35"/>
                                  </a:cubicBezTo>
                                  <a:close/>
                                  <a:moveTo>
                                    <a:pt x="113" y="3"/>
                                  </a:moveTo>
                                  <a:cubicBezTo>
                                    <a:pt x="113" y="3"/>
                                    <a:pt x="113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3" y="2"/>
                                    <a:pt x="113" y="2"/>
                                    <a:pt x="113" y="2"/>
                                  </a:cubicBezTo>
                                  <a:cubicBezTo>
                                    <a:pt x="113" y="2"/>
                                    <a:pt x="113" y="2"/>
                                    <a:pt x="113" y="3"/>
                                  </a:cubicBezTo>
                                  <a:cubicBezTo>
                                    <a:pt x="113" y="3"/>
                                    <a:pt x="113" y="3"/>
                                    <a:pt x="113" y="3"/>
                                  </a:cubicBezTo>
                                  <a:cubicBezTo>
                                    <a:pt x="113" y="3"/>
                                    <a:pt x="113" y="3"/>
                                    <a:pt x="113" y="3"/>
                                  </a:cubicBezTo>
                                  <a:close/>
                                  <a:moveTo>
                                    <a:pt x="114" y="3"/>
                                  </a:moveTo>
                                  <a:cubicBezTo>
                                    <a:pt x="114" y="3"/>
                                    <a:pt x="114" y="3"/>
                                    <a:pt x="114" y="4"/>
                                  </a:cubicBezTo>
                                  <a:cubicBezTo>
                                    <a:pt x="114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6" y="3"/>
                                    <a:pt x="116" y="3"/>
                                  </a:cubicBezTo>
                                  <a:cubicBezTo>
                                    <a:pt x="116" y="3"/>
                                    <a:pt x="116" y="3"/>
                                    <a:pt x="116" y="3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6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3"/>
                                  </a:cubicBezTo>
                                  <a:close/>
                                  <a:moveTo>
                                    <a:pt x="125" y="20"/>
                                  </a:move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4" y="20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3" y="20"/>
                                  </a:cubicBezTo>
                                  <a:cubicBezTo>
                                    <a:pt x="123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lose/>
                                  <a:moveTo>
                                    <a:pt x="129" y="15"/>
                                  </a:moveTo>
                                  <a:cubicBezTo>
                                    <a:pt x="129" y="15"/>
                                    <a:pt x="129" y="15"/>
                                    <a:pt x="129" y="14"/>
                                  </a:cubicBezTo>
                                  <a:cubicBezTo>
                                    <a:pt x="129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7" y="14"/>
                                    <a:pt x="127" y="15"/>
                                  </a:cubicBezTo>
                                  <a:cubicBezTo>
                                    <a:pt x="127" y="15"/>
                                    <a:pt x="127" y="15"/>
                                    <a:pt x="127" y="15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6" y="14"/>
                                    <a:pt x="126" y="14"/>
                                  </a:cubicBezTo>
                                  <a:cubicBezTo>
                                    <a:pt x="126" y="14"/>
                                    <a:pt x="126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4"/>
                                    <a:pt x="125" y="14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3"/>
                                  </a:cubicBezTo>
                                  <a:cubicBezTo>
                                    <a:pt x="122" y="13"/>
                                    <a:pt x="122" y="13"/>
                                    <a:pt x="122" y="13"/>
                                  </a:cubicBezTo>
                                  <a:cubicBezTo>
                                    <a:pt x="122" y="13"/>
                                    <a:pt x="122" y="13"/>
                                    <a:pt x="122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0" y="13"/>
                                    <a:pt x="120" y="13"/>
                                  </a:cubicBezTo>
                                  <a:cubicBezTo>
                                    <a:pt x="120" y="13"/>
                                    <a:pt x="121" y="13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1" y="12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0"/>
                                    <a:pt x="121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2"/>
                                    <a:pt x="118" y="12"/>
                                    <a:pt x="117" y="12"/>
                                  </a:cubicBezTo>
                                  <a:cubicBezTo>
                                    <a:pt x="117" y="12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9"/>
                                    <a:pt x="118" y="9"/>
                                  </a:cubicBezTo>
                                  <a:cubicBezTo>
                                    <a:pt x="118" y="9"/>
                                    <a:pt x="118" y="9"/>
                                    <a:pt x="118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8"/>
                                    <a:pt x="119" y="8"/>
                                    <a:pt x="119" y="8"/>
                                  </a:cubicBezTo>
                                  <a:cubicBezTo>
                                    <a:pt x="119" y="8"/>
                                    <a:pt x="119" y="8"/>
                                    <a:pt x="119" y="8"/>
                                  </a:cubicBezTo>
                                  <a:cubicBezTo>
                                    <a:pt x="119" y="8"/>
                                    <a:pt x="119" y="8"/>
                                    <a:pt x="118" y="8"/>
                                  </a:cubicBezTo>
                                  <a:cubicBezTo>
                                    <a:pt x="118" y="7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8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6" y="7"/>
                                    <a:pt x="116" y="7"/>
                                    <a:pt x="116" y="7"/>
                                  </a:cubicBezTo>
                                  <a:cubicBezTo>
                                    <a:pt x="116" y="7"/>
                                    <a:pt x="116" y="7"/>
                                    <a:pt x="116" y="6"/>
                                  </a:cubicBezTo>
                                  <a:cubicBezTo>
                                    <a:pt x="116" y="6"/>
                                    <a:pt x="116" y="6"/>
                                    <a:pt x="116" y="6"/>
                                  </a:cubicBezTo>
                                  <a:cubicBezTo>
                                    <a:pt x="116" y="6"/>
                                    <a:pt x="116" y="6"/>
                                    <a:pt x="115" y="6"/>
                                  </a:cubicBezTo>
                                  <a:cubicBezTo>
                                    <a:pt x="115" y="5"/>
                                    <a:pt x="115" y="5"/>
                                    <a:pt x="116" y="5"/>
                                  </a:cubicBezTo>
                                  <a:cubicBezTo>
                                    <a:pt x="115" y="5"/>
                                    <a:pt x="116" y="5"/>
                                    <a:pt x="116" y="5"/>
                                  </a:cubicBezTo>
                                  <a:cubicBezTo>
                                    <a:pt x="116" y="5"/>
                                    <a:pt x="115" y="5"/>
                                    <a:pt x="115" y="4"/>
                                  </a:cubicBezTo>
                                  <a:cubicBezTo>
                                    <a:pt x="115" y="4"/>
                                    <a:pt x="115" y="4"/>
                                    <a:pt x="115" y="4"/>
                                  </a:cubicBezTo>
                                  <a:cubicBezTo>
                                    <a:pt x="115" y="4"/>
                                    <a:pt x="115" y="4"/>
                                    <a:pt x="115" y="4"/>
                                  </a:cubicBezTo>
                                  <a:cubicBezTo>
                                    <a:pt x="115" y="4"/>
                                    <a:pt x="114" y="4"/>
                                    <a:pt x="114" y="4"/>
                                  </a:cubicBezTo>
                                  <a:cubicBezTo>
                                    <a:pt x="114" y="4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5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2" y="7"/>
                                    <a:pt x="112" y="7"/>
                                    <a:pt x="112" y="7"/>
                                  </a:cubicBezTo>
                                  <a:cubicBezTo>
                                    <a:pt x="112" y="7"/>
                                    <a:pt x="112" y="7"/>
                                    <a:pt x="112" y="7"/>
                                  </a:cubicBezTo>
                                  <a:cubicBezTo>
                                    <a:pt x="113" y="7"/>
                                    <a:pt x="113" y="6"/>
                                    <a:pt x="113" y="6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2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4"/>
                                    <a:pt x="112" y="4"/>
                                    <a:pt x="112" y="4"/>
                                  </a:cubicBezTo>
                                  <a:cubicBezTo>
                                    <a:pt x="112" y="4"/>
                                    <a:pt x="112" y="4"/>
                                    <a:pt x="112" y="4"/>
                                  </a:cubicBezTo>
                                  <a:cubicBezTo>
                                    <a:pt x="112" y="4"/>
                                    <a:pt x="112" y="4"/>
                                    <a:pt x="112" y="4"/>
                                  </a:cubicBezTo>
                                  <a:cubicBezTo>
                                    <a:pt x="112" y="5"/>
                                    <a:pt x="112" y="5"/>
                                    <a:pt x="112" y="5"/>
                                  </a:cubicBezTo>
                                  <a:cubicBezTo>
                                    <a:pt x="112" y="5"/>
                                    <a:pt x="112" y="5"/>
                                    <a:pt x="112" y="5"/>
                                  </a:cubicBezTo>
                                  <a:cubicBezTo>
                                    <a:pt x="111" y="5"/>
                                    <a:pt x="112" y="5"/>
                                    <a:pt x="112" y="6"/>
                                  </a:cubicBezTo>
                                  <a:cubicBezTo>
                                    <a:pt x="112" y="6"/>
                                    <a:pt x="111" y="6"/>
                                    <a:pt x="111" y="6"/>
                                  </a:cubicBezTo>
                                  <a:cubicBezTo>
                                    <a:pt x="111" y="6"/>
                                    <a:pt x="112" y="6"/>
                                    <a:pt x="112" y="6"/>
                                  </a:cubicBezTo>
                                  <a:cubicBezTo>
                                    <a:pt x="112" y="6"/>
                                    <a:pt x="111" y="7"/>
                                    <a:pt x="111" y="7"/>
                                  </a:cubicBezTo>
                                  <a:cubicBezTo>
                                    <a:pt x="111" y="7"/>
                                    <a:pt x="111" y="7"/>
                                    <a:pt x="111" y="7"/>
                                  </a:cubicBezTo>
                                  <a:cubicBezTo>
                                    <a:pt x="111" y="7"/>
                                    <a:pt x="111" y="7"/>
                                    <a:pt x="111" y="8"/>
                                  </a:cubicBezTo>
                                  <a:cubicBezTo>
                                    <a:pt x="111" y="8"/>
                                    <a:pt x="110" y="8"/>
                                    <a:pt x="110" y="8"/>
                                  </a:cubicBezTo>
                                  <a:cubicBezTo>
                                    <a:pt x="110" y="8"/>
                                    <a:pt x="110" y="8"/>
                                    <a:pt x="110" y="9"/>
                                  </a:cubicBezTo>
                                  <a:cubicBezTo>
                                    <a:pt x="110" y="9"/>
                                    <a:pt x="110" y="9"/>
                                    <a:pt x="110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10"/>
                                    <a:pt x="109" y="10"/>
                                    <a:pt x="109" y="10"/>
                                  </a:cubicBezTo>
                                  <a:cubicBezTo>
                                    <a:pt x="109" y="10"/>
                                    <a:pt x="109" y="10"/>
                                    <a:pt x="108" y="10"/>
                                  </a:cubicBezTo>
                                  <a:cubicBezTo>
                                    <a:pt x="108" y="10"/>
                                    <a:pt x="108" y="10"/>
                                    <a:pt x="108" y="10"/>
                                  </a:cubicBezTo>
                                  <a:cubicBezTo>
                                    <a:pt x="108" y="10"/>
                                    <a:pt x="108" y="10"/>
                                    <a:pt x="108" y="10"/>
                                  </a:cubicBezTo>
                                  <a:cubicBezTo>
                                    <a:pt x="108" y="11"/>
                                    <a:pt x="108" y="11"/>
                                    <a:pt x="108" y="11"/>
                                  </a:cubicBezTo>
                                  <a:cubicBezTo>
                                    <a:pt x="108" y="11"/>
                                    <a:pt x="108" y="11"/>
                                    <a:pt x="108" y="11"/>
                                  </a:cubicBezTo>
                                  <a:cubicBezTo>
                                    <a:pt x="108" y="11"/>
                                    <a:pt x="108" y="11"/>
                                    <a:pt x="108" y="12"/>
                                  </a:cubicBezTo>
                                  <a:cubicBezTo>
                                    <a:pt x="108" y="12"/>
                                    <a:pt x="108" y="12"/>
                                    <a:pt x="108" y="12"/>
                                  </a:cubicBezTo>
                                  <a:cubicBezTo>
                                    <a:pt x="108" y="12"/>
                                    <a:pt x="108" y="13"/>
                                    <a:pt x="108" y="13"/>
                                  </a:cubicBezTo>
                                  <a:cubicBezTo>
                                    <a:pt x="107" y="13"/>
                                    <a:pt x="107" y="13"/>
                                    <a:pt x="107" y="13"/>
                                  </a:cubicBezTo>
                                  <a:cubicBezTo>
                                    <a:pt x="107" y="13"/>
                                    <a:pt x="107" y="14"/>
                                    <a:pt x="107" y="14"/>
                                  </a:cubicBezTo>
                                  <a:cubicBezTo>
                                    <a:pt x="107" y="14"/>
                                    <a:pt x="107" y="14"/>
                                    <a:pt x="107" y="14"/>
                                  </a:cubicBezTo>
                                  <a:cubicBezTo>
                                    <a:pt x="106" y="14"/>
                                    <a:pt x="106" y="14"/>
                                    <a:pt x="106" y="14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5" y="14"/>
                                    <a:pt x="105" y="14"/>
                                    <a:pt x="104" y="15"/>
                                  </a:cubicBezTo>
                                  <a:cubicBezTo>
                                    <a:pt x="104" y="15"/>
                                    <a:pt x="104" y="15"/>
                                    <a:pt x="104" y="15"/>
                                  </a:cubicBezTo>
                                  <a:cubicBezTo>
                                    <a:pt x="104" y="15"/>
                                    <a:pt x="103" y="16"/>
                                    <a:pt x="103" y="16"/>
                                  </a:cubicBezTo>
                                  <a:cubicBezTo>
                                    <a:pt x="103" y="16"/>
                                    <a:pt x="103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7"/>
                                    <a:pt x="104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8"/>
                                  </a:cubicBezTo>
                                  <a:cubicBezTo>
                                    <a:pt x="105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9"/>
                                    <a:pt x="104" y="19"/>
                                  </a:cubicBezTo>
                                  <a:cubicBezTo>
                                    <a:pt x="104" y="19"/>
                                    <a:pt x="104" y="20"/>
                                    <a:pt x="104" y="21"/>
                                  </a:cubicBezTo>
                                  <a:cubicBezTo>
                                    <a:pt x="104" y="21"/>
                                    <a:pt x="103" y="22"/>
                                    <a:pt x="103" y="21"/>
                                  </a:cubicBezTo>
                                  <a:cubicBezTo>
                                    <a:pt x="103" y="21"/>
                                    <a:pt x="103" y="20"/>
                                    <a:pt x="103" y="20"/>
                                  </a:cubicBezTo>
                                  <a:cubicBezTo>
                                    <a:pt x="103" y="20"/>
                                    <a:pt x="103" y="19"/>
                                    <a:pt x="103" y="18"/>
                                  </a:cubicBezTo>
                                  <a:cubicBezTo>
                                    <a:pt x="102" y="18"/>
                                    <a:pt x="102" y="18"/>
                                    <a:pt x="102" y="18"/>
                                  </a:cubicBezTo>
                                  <a:cubicBezTo>
                                    <a:pt x="102" y="18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8"/>
                                  </a:cubicBezTo>
                                  <a:cubicBezTo>
                                    <a:pt x="101" y="18"/>
                                    <a:pt x="101" y="18"/>
                                    <a:pt x="101" y="18"/>
                                  </a:cubicBezTo>
                                  <a:cubicBezTo>
                                    <a:pt x="102" y="18"/>
                                    <a:pt x="101" y="18"/>
                                    <a:pt x="101" y="18"/>
                                  </a:cubicBezTo>
                                  <a:cubicBezTo>
                                    <a:pt x="101" y="18"/>
                                    <a:pt x="101" y="18"/>
                                    <a:pt x="101" y="18"/>
                                  </a:cubicBezTo>
                                  <a:cubicBezTo>
                                    <a:pt x="101" y="19"/>
                                    <a:pt x="101" y="21"/>
                                    <a:pt x="101" y="21"/>
                                  </a:cubicBezTo>
                                  <a:cubicBezTo>
                                    <a:pt x="101" y="21"/>
                                    <a:pt x="101" y="22"/>
                                    <a:pt x="101" y="23"/>
                                  </a:cubicBezTo>
                                  <a:cubicBezTo>
                                    <a:pt x="101" y="23"/>
                                    <a:pt x="100" y="24"/>
                                    <a:pt x="99" y="25"/>
                                  </a:cubicBezTo>
                                  <a:cubicBezTo>
                                    <a:pt x="99" y="25"/>
                                    <a:pt x="99" y="24"/>
                                    <a:pt x="99" y="23"/>
                                  </a:cubicBezTo>
                                  <a:cubicBezTo>
                                    <a:pt x="99" y="23"/>
                                    <a:pt x="98" y="22"/>
                                    <a:pt x="98" y="21"/>
                                  </a:cubicBezTo>
                                  <a:cubicBezTo>
                                    <a:pt x="98" y="21"/>
                                    <a:pt x="98" y="21"/>
                                    <a:pt x="98" y="20"/>
                                  </a:cubicBezTo>
                                  <a:cubicBezTo>
                                    <a:pt x="97" y="20"/>
                                    <a:pt x="97" y="20"/>
                                    <a:pt x="97" y="20"/>
                                  </a:cubicBezTo>
                                  <a:cubicBezTo>
                                    <a:pt x="97" y="21"/>
                                    <a:pt x="97" y="21"/>
                                    <a:pt x="96" y="21"/>
                                  </a:cubicBezTo>
                                  <a:cubicBezTo>
                                    <a:pt x="96" y="21"/>
                                    <a:pt x="96" y="21"/>
                                    <a:pt x="95" y="21"/>
                                  </a:cubicBezTo>
                                  <a:cubicBezTo>
                                    <a:pt x="95" y="21"/>
                                    <a:pt x="95" y="21"/>
                                    <a:pt x="95" y="21"/>
                                  </a:cubicBezTo>
                                  <a:cubicBezTo>
                                    <a:pt x="95" y="21"/>
                                    <a:pt x="95" y="21"/>
                                    <a:pt x="94" y="21"/>
                                  </a:cubicBezTo>
                                  <a:cubicBezTo>
                                    <a:pt x="94" y="21"/>
                                    <a:pt x="94" y="22"/>
                                    <a:pt x="94" y="22"/>
                                  </a:cubicBezTo>
                                  <a:cubicBezTo>
                                    <a:pt x="94" y="22"/>
                                    <a:pt x="94" y="23"/>
                                    <a:pt x="94" y="23"/>
                                  </a:cubicBezTo>
                                  <a:cubicBezTo>
                                    <a:pt x="94" y="23"/>
                                    <a:pt x="94" y="23"/>
                                    <a:pt x="94" y="24"/>
                                  </a:cubicBezTo>
                                  <a:cubicBezTo>
                                    <a:pt x="93" y="24"/>
                                    <a:pt x="93" y="24"/>
                                    <a:pt x="93" y="25"/>
                                  </a:cubicBezTo>
                                  <a:cubicBezTo>
                                    <a:pt x="93" y="25"/>
                                    <a:pt x="93" y="25"/>
                                    <a:pt x="92" y="25"/>
                                  </a:cubicBezTo>
                                  <a:cubicBezTo>
                                    <a:pt x="92" y="26"/>
                                    <a:pt x="92" y="26"/>
                                    <a:pt x="92" y="26"/>
                                  </a:cubicBezTo>
                                  <a:cubicBezTo>
                                    <a:pt x="92" y="26"/>
                                    <a:pt x="91" y="26"/>
                                    <a:pt x="91" y="26"/>
                                  </a:cubicBezTo>
                                  <a:cubicBezTo>
                                    <a:pt x="91" y="26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8"/>
                                    <a:pt x="90" y="28"/>
                                    <a:pt x="90" y="28"/>
                                  </a:cubicBezTo>
                                  <a:cubicBezTo>
                                    <a:pt x="90" y="28"/>
                                    <a:pt x="90" y="28"/>
                                    <a:pt x="90" y="28"/>
                                  </a:cubicBezTo>
                                  <a:cubicBezTo>
                                    <a:pt x="90" y="28"/>
                                    <a:pt x="90" y="28"/>
                                    <a:pt x="90" y="28"/>
                                  </a:cubicBezTo>
                                  <a:cubicBezTo>
                                    <a:pt x="90" y="29"/>
                                    <a:pt x="90" y="29"/>
                                    <a:pt x="90" y="29"/>
                                  </a:cubicBezTo>
                                  <a:cubicBezTo>
                                    <a:pt x="89" y="29"/>
                                    <a:pt x="89" y="29"/>
                                    <a:pt x="89" y="29"/>
                                  </a:cubicBezTo>
                                  <a:cubicBezTo>
                                    <a:pt x="89" y="29"/>
                                    <a:pt x="89" y="29"/>
                                    <a:pt x="89" y="29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8" y="31"/>
                                    <a:pt x="88" y="31"/>
                                    <a:pt x="88" y="31"/>
                                  </a:cubicBezTo>
                                  <a:cubicBezTo>
                                    <a:pt x="88" y="31"/>
                                    <a:pt x="87" y="31"/>
                                    <a:pt x="87" y="31"/>
                                  </a:cubicBezTo>
                                  <a:cubicBezTo>
                                    <a:pt x="86" y="31"/>
                                    <a:pt x="86" y="32"/>
                                    <a:pt x="86" y="32"/>
                                  </a:cubicBezTo>
                                  <a:cubicBezTo>
                                    <a:pt x="86" y="32"/>
                                    <a:pt x="85" y="32"/>
                                    <a:pt x="85" y="32"/>
                                  </a:cubicBezTo>
                                  <a:cubicBezTo>
                                    <a:pt x="85" y="32"/>
                                    <a:pt x="85" y="32"/>
                                    <a:pt x="84" y="32"/>
                                  </a:cubicBezTo>
                                  <a:cubicBezTo>
                                    <a:pt x="84" y="32"/>
                                    <a:pt x="84" y="32"/>
                                    <a:pt x="84" y="32"/>
                                  </a:cubicBezTo>
                                  <a:cubicBezTo>
                                    <a:pt x="83" y="32"/>
                                    <a:pt x="83" y="32"/>
                                    <a:pt x="83" y="32"/>
                                  </a:cubicBezTo>
                                  <a:cubicBezTo>
                                    <a:pt x="83" y="33"/>
                                    <a:pt x="82" y="33"/>
                                    <a:pt x="82" y="33"/>
                                  </a:cubicBezTo>
                                  <a:cubicBezTo>
                                    <a:pt x="81" y="33"/>
                                    <a:pt x="81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4"/>
                                    <a:pt x="79" y="33"/>
                                    <a:pt x="79" y="33"/>
                                  </a:cubicBezTo>
                                  <a:cubicBezTo>
                                    <a:pt x="79" y="33"/>
                                    <a:pt x="79" y="34"/>
                                    <a:pt x="79" y="34"/>
                                  </a:cubicBezTo>
                                  <a:cubicBezTo>
                                    <a:pt x="79" y="34"/>
                                    <a:pt x="79" y="34"/>
                                    <a:pt x="78" y="34"/>
                                  </a:cubicBezTo>
                                  <a:cubicBezTo>
                                    <a:pt x="78" y="34"/>
                                    <a:pt x="78" y="34"/>
                                    <a:pt x="78" y="34"/>
                                  </a:cubicBezTo>
                                  <a:cubicBezTo>
                                    <a:pt x="78" y="34"/>
                                    <a:pt x="78" y="35"/>
                                    <a:pt x="78" y="35"/>
                                  </a:cubicBezTo>
                                  <a:cubicBezTo>
                                    <a:pt x="78" y="35"/>
                                    <a:pt x="78" y="35"/>
                                    <a:pt x="78" y="35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7"/>
                                  </a:cubicBezTo>
                                  <a:cubicBezTo>
                                    <a:pt x="78" y="37"/>
                                    <a:pt x="78" y="37"/>
                                    <a:pt x="78" y="37"/>
                                  </a:cubicBezTo>
                                  <a:cubicBezTo>
                                    <a:pt x="78" y="36"/>
                                    <a:pt x="78" y="36"/>
                                    <a:pt x="78" y="37"/>
                                  </a:cubicBezTo>
                                  <a:cubicBezTo>
                                    <a:pt x="78" y="37"/>
                                    <a:pt x="77" y="37"/>
                                    <a:pt x="77" y="37"/>
                                  </a:cubicBezTo>
                                  <a:cubicBezTo>
                                    <a:pt x="77" y="37"/>
                                    <a:pt x="77" y="37"/>
                                    <a:pt x="77" y="37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6" y="36"/>
                                    <a:pt x="77" y="37"/>
                                    <a:pt x="77" y="37"/>
                                  </a:cubicBezTo>
                                  <a:cubicBezTo>
                                    <a:pt x="77" y="37"/>
                                    <a:pt x="76" y="37"/>
                                    <a:pt x="77" y="37"/>
                                  </a:cubicBezTo>
                                  <a:cubicBezTo>
                                    <a:pt x="77" y="37"/>
                                    <a:pt x="77" y="37"/>
                                    <a:pt x="77" y="37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6" y="38"/>
                                    <a:pt x="76" y="38"/>
                                    <a:pt x="76" y="38"/>
                                  </a:cubicBezTo>
                                  <a:cubicBezTo>
                                    <a:pt x="76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8" y="38"/>
                                    <a:pt x="78" y="38"/>
                                    <a:pt x="78" y="38"/>
                                  </a:cubicBezTo>
                                  <a:cubicBezTo>
                                    <a:pt x="78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6" y="39"/>
                                    <a:pt x="77" y="39"/>
                                    <a:pt x="77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6" y="39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7" y="41"/>
                                  </a:cubicBezTo>
                                  <a:cubicBezTo>
                                    <a:pt x="77" y="41"/>
                                    <a:pt x="77" y="41"/>
                                    <a:pt x="77" y="41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1"/>
                                  </a:cubicBezTo>
                                  <a:cubicBezTo>
                                    <a:pt x="77" y="41"/>
                                    <a:pt x="77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5" y="41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6" y="42"/>
                                    <a:pt x="76" y="42"/>
                                  </a:cubicBezTo>
                                  <a:cubicBezTo>
                                    <a:pt x="76" y="42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5" y="42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3" y="43"/>
                                    <a:pt x="73" y="43"/>
                                  </a:cubicBezTo>
                                  <a:cubicBezTo>
                                    <a:pt x="73" y="43"/>
                                    <a:pt x="73" y="43"/>
                                    <a:pt x="74" y="43"/>
                                  </a:cubicBezTo>
                                  <a:cubicBezTo>
                                    <a:pt x="74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3" y="42"/>
                                    <a:pt x="73" y="42"/>
                                  </a:cubicBezTo>
                                  <a:cubicBezTo>
                                    <a:pt x="73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69" y="41"/>
                                    <a:pt x="69" y="41"/>
                                    <a:pt x="69" y="41"/>
                                  </a:cubicBezTo>
                                  <a:cubicBezTo>
                                    <a:pt x="69" y="41"/>
                                    <a:pt x="69" y="41"/>
                                    <a:pt x="69" y="41"/>
                                  </a:cubicBezTo>
                                  <a:cubicBezTo>
                                    <a:pt x="70" y="42"/>
                                    <a:pt x="70" y="43"/>
                                    <a:pt x="70" y="43"/>
                                  </a:cubicBezTo>
                                  <a:cubicBezTo>
                                    <a:pt x="70" y="43"/>
                                    <a:pt x="72" y="45"/>
                                    <a:pt x="72" y="45"/>
                                  </a:cubicBezTo>
                                  <a:cubicBezTo>
                                    <a:pt x="72" y="46"/>
                                    <a:pt x="73" y="46"/>
                                    <a:pt x="74" y="46"/>
                                  </a:cubicBezTo>
                                  <a:cubicBezTo>
                                    <a:pt x="74" y="46"/>
                                    <a:pt x="76" y="45"/>
                                    <a:pt x="77" y="45"/>
                                  </a:cubicBezTo>
                                  <a:cubicBezTo>
                                    <a:pt x="78" y="45"/>
                                    <a:pt x="81" y="46"/>
                                    <a:pt x="82" y="45"/>
                                  </a:cubicBezTo>
                                  <a:cubicBezTo>
                                    <a:pt x="83" y="45"/>
                                    <a:pt x="85" y="43"/>
                                    <a:pt x="86" y="43"/>
                                  </a:cubicBezTo>
                                  <a:cubicBezTo>
                                    <a:pt x="87" y="42"/>
                                    <a:pt x="88" y="41"/>
                                    <a:pt x="90" y="42"/>
                                  </a:cubicBezTo>
                                  <a:cubicBezTo>
                                    <a:pt x="91" y="42"/>
                                    <a:pt x="92" y="44"/>
                                    <a:pt x="94" y="43"/>
                                  </a:cubicBezTo>
                                  <a:cubicBezTo>
                                    <a:pt x="95" y="43"/>
                                    <a:pt x="96" y="42"/>
                                    <a:pt x="97" y="42"/>
                                  </a:cubicBezTo>
                                  <a:cubicBezTo>
                                    <a:pt x="98" y="42"/>
                                    <a:pt x="100" y="42"/>
                                    <a:pt x="101" y="42"/>
                                  </a:cubicBezTo>
                                  <a:cubicBezTo>
                                    <a:pt x="101" y="41"/>
                                    <a:pt x="100" y="40"/>
                                    <a:pt x="100" y="39"/>
                                  </a:cubicBezTo>
                                  <a:cubicBezTo>
                                    <a:pt x="101" y="38"/>
                                    <a:pt x="102" y="36"/>
                                    <a:pt x="103" y="35"/>
                                  </a:cubicBezTo>
                                  <a:cubicBezTo>
                                    <a:pt x="103" y="34"/>
                                    <a:pt x="102" y="34"/>
                                    <a:pt x="104" y="33"/>
                                  </a:cubicBezTo>
                                  <a:cubicBezTo>
                                    <a:pt x="105" y="31"/>
                                    <a:pt x="106" y="30"/>
                                    <a:pt x="106" y="29"/>
                                  </a:cubicBezTo>
                                  <a:cubicBezTo>
                                    <a:pt x="106" y="27"/>
                                    <a:pt x="107" y="22"/>
                                    <a:pt x="108" y="22"/>
                                  </a:cubicBezTo>
                                  <a:cubicBezTo>
                                    <a:pt x="108" y="21"/>
                                    <a:pt x="108" y="21"/>
                                    <a:pt x="109" y="20"/>
                                  </a:cubicBezTo>
                                  <a:cubicBezTo>
                                    <a:pt x="109" y="20"/>
                                    <a:pt x="112" y="21"/>
                                    <a:pt x="113" y="21"/>
                                  </a:cubicBezTo>
                                  <a:cubicBezTo>
                                    <a:pt x="114" y="21"/>
                                    <a:pt x="117" y="20"/>
                                    <a:pt x="117" y="20"/>
                                  </a:cubicBezTo>
                                  <a:cubicBezTo>
                                    <a:pt x="117" y="20"/>
                                    <a:pt x="119" y="21"/>
                                    <a:pt x="119" y="21"/>
                                  </a:cubicBezTo>
                                  <a:cubicBezTo>
                                    <a:pt x="119" y="21"/>
                                    <a:pt x="119" y="22"/>
                                    <a:pt x="119" y="22"/>
                                  </a:cubicBezTo>
                                  <a:cubicBezTo>
                                    <a:pt x="119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3"/>
                                    <a:pt x="121" y="22"/>
                                    <a:pt x="121" y="22"/>
                                  </a:cubicBezTo>
                                  <a:cubicBezTo>
                                    <a:pt x="121" y="22"/>
                                    <a:pt x="121" y="23"/>
                                    <a:pt x="121" y="23"/>
                                  </a:cubicBezTo>
                                  <a:cubicBezTo>
                                    <a:pt x="121" y="23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2"/>
                                    <a:pt x="124" y="22"/>
                                  </a:cubicBezTo>
                                  <a:cubicBezTo>
                                    <a:pt x="124" y="22"/>
                                    <a:pt x="123" y="22"/>
                                    <a:pt x="123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5" y="22"/>
                                  </a:cubicBezTo>
                                  <a:cubicBezTo>
                                    <a:pt x="125" y="22"/>
                                    <a:pt x="125" y="22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3" y="20"/>
                                  </a:cubicBezTo>
                                  <a:cubicBezTo>
                                    <a:pt x="123" y="20"/>
                                    <a:pt x="123" y="20"/>
                                    <a:pt x="123" y="20"/>
                                  </a:cubicBezTo>
                                  <a:cubicBezTo>
                                    <a:pt x="123" y="20"/>
                                    <a:pt x="123" y="20"/>
                                    <a:pt x="123" y="19"/>
                                  </a:cubicBezTo>
                                  <a:cubicBezTo>
                                    <a:pt x="123" y="19"/>
                                    <a:pt x="123" y="19"/>
                                    <a:pt x="122" y="19"/>
                                  </a:cubicBezTo>
                                  <a:cubicBezTo>
                                    <a:pt x="122" y="19"/>
                                    <a:pt x="122" y="19"/>
                                    <a:pt x="122" y="19"/>
                                  </a:cubicBezTo>
                                  <a:cubicBezTo>
                                    <a:pt x="122" y="19"/>
                                    <a:pt x="122" y="19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3" y="17"/>
                                    <a:pt x="123" y="18"/>
                                    <a:pt x="123" y="18"/>
                                  </a:cubicBezTo>
                                  <a:cubicBezTo>
                                    <a:pt x="123" y="18"/>
                                    <a:pt x="124" y="18"/>
                                    <a:pt x="124" y="17"/>
                                  </a:cubicBezTo>
                                  <a:cubicBezTo>
                                    <a:pt x="124" y="17"/>
                                    <a:pt x="123" y="17"/>
                                    <a:pt x="123" y="17"/>
                                  </a:cubicBezTo>
                                  <a:cubicBezTo>
                                    <a:pt x="123" y="17"/>
                                    <a:pt x="123" y="17"/>
                                    <a:pt x="123" y="18"/>
                                  </a:cubicBezTo>
                                  <a:cubicBezTo>
                                    <a:pt x="123" y="18"/>
                                    <a:pt x="123" y="17"/>
                                    <a:pt x="123" y="17"/>
                                  </a:cubicBezTo>
                                  <a:cubicBezTo>
                                    <a:pt x="123" y="17"/>
                                    <a:pt x="123" y="17"/>
                                    <a:pt x="123" y="17"/>
                                  </a:cubicBezTo>
                                  <a:cubicBezTo>
                                    <a:pt x="124" y="17"/>
                                    <a:pt x="124" y="17"/>
                                    <a:pt x="124" y="17"/>
                                  </a:cubicBezTo>
                                  <a:cubicBezTo>
                                    <a:pt x="124" y="17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5" y="18"/>
                                    <a:pt x="125" y="18"/>
                                  </a:cubicBezTo>
                                  <a:cubicBezTo>
                                    <a:pt x="125" y="18"/>
                                    <a:pt x="125" y="18"/>
                                    <a:pt x="125" y="18"/>
                                  </a:cubicBezTo>
                                  <a:cubicBezTo>
                                    <a:pt x="126" y="18"/>
                                    <a:pt x="126" y="18"/>
                                    <a:pt x="126" y="18"/>
                                  </a:cubicBezTo>
                                  <a:cubicBezTo>
                                    <a:pt x="126" y="18"/>
                                    <a:pt x="126" y="17"/>
                                    <a:pt x="126" y="17"/>
                                  </a:cubicBezTo>
                                  <a:cubicBezTo>
                                    <a:pt x="126" y="17"/>
                                    <a:pt x="127" y="17"/>
                                    <a:pt x="127" y="17"/>
                                  </a:cubicBezTo>
                                  <a:cubicBezTo>
                                    <a:pt x="127" y="17"/>
                                    <a:pt x="127" y="17"/>
                                    <a:pt x="127" y="17"/>
                                  </a:cubicBezTo>
                                  <a:cubicBezTo>
                                    <a:pt x="127" y="17"/>
                                    <a:pt x="128" y="17"/>
                                    <a:pt x="128" y="17"/>
                                  </a:cubicBezTo>
                                  <a:cubicBezTo>
                                    <a:pt x="128" y="17"/>
                                    <a:pt x="128" y="17"/>
                                    <a:pt x="128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5"/>
                                  </a:cubicBezTo>
                                  <a:close/>
                                  <a:moveTo>
                                    <a:pt x="12" y="7"/>
                                  </a:moveTo>
                                  <a:cubicBezTo>
                                    <a:pt x="12" y="7"/>
                                    <a:pt x="11" y="6"/>
                                    <a:pt x="10" y="6"/>
                                  </a:cubicBezTo>
                                  <a:cubicBezTo>
                                    <a:pt x="10" y="6"/>
                                    <a:pt x="9" y="7"/>
                                    <a:pt x="8" y="8"/>
                                  </a:cubicBezTo>
                                  <a:cubicBezTo>
                                    <a:pt x="7" y="8"/>
                                    <a:pt x="7" y="7"/>
                                    <a:pt x="7" y="7"/>
                                  </a:cubicBezTo>
                                  <a:cubicBezTo>
                                    <a:pt x="6" y="6"/>
                                    <a:pt x="7" y="6"/>
                                    <a:pt x="7" y="5"/>
                                  </a:cubicBezTo>
                                  <a:cubicBezTo>
                                    <a:pt x="7" y="5"/>
                                    <a:pt x="8" y="4"/>
                                    <a:pt x="8" y="3"/>
                                  </a:cubicBezTo>
                                  <a:cubicBezTo>
                                    <a:pt x="7" y="3"/>
                                    <a:pt x="6" y="3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3" y="1"/>
                                    <a:pt x="2" y="1"/>
                                  </a:cubicBezTo>
                                  <a:cubicBezTo>
                                    <a:pt x="2" y="0"/>
                                    <a:pt x="1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0" y="3"/>
                                  </a:cubicBezTo>
                                  <a:cubicBezTo>
                                    <a:pt x="1" y="4"/>
                                    <a:pt x="1" y="4"/>
                                    <a:pt x="1" y="5"/>
                                  </a:cubicBezTo>
                                  <a:cubicBezTo>
                                    <a:pt x="2" y="6"/>
                                    <a:pt x="2" y="7"/>
                                    <a:pt x="2" y="8"/>
                                  </a:cubicBezTo>
                                  <a:cubicBezTo>
                                    <a:pt x="2" y="9"/>
                                    <a:pt x="3" y="10"/>
                                    <a:pt x="3" y="11"/>
                                  </a:cubicBezTo>
                                  <a:cubicBezTo>
                                    <a:pt x="3" y="11"/>
                                    <a:pt x="4" y="13"/>
                                    <a:pt x="4" y="13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4" y="16"/>
                                    <a:pt x="3" y="16"/>
                                    <a:pt x="4" y="17"/>
                                  </a:cubicBezTo>
                                  <a:cubicBezTo>
                                    <a:pt x="4" y="18"/>
                                    <a:pt x="4" y="19"/>
                                    <a:pt x="4" y="19"/>
                                  </a:cubicBezTo>
                                  <a:cubicBezTo>
                                    <a:pt x="5" y="20"/>
                                    <a:pt x="5" y="21"/>
                                    <a:pt x="6" y="21"/>
                                  </a:cubicBezTo>
                                  <a:cubicBezTo>
                                    <a:pt x="7" y="22"/>
                                    <a:pt x="7" y="22"/>
                                    <a:pt x="9" y="23"/>
                                  </a:cubicBezTo>
                                  <a:cubicBezTo>
                                    <a:pt x="10" y="24"/>
                                    <a:pt x="10" y="25"/>
                                    <a:pt x="10" y="26"/>
                                  </a:cubicBezTo>
                                  <a:cubicBezTo>
                                    <a:pt x="10" y="26"/>
                                    <a:pt x="9" y="26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8"/>
                                  </a:cubicBezTo>
                                  <a:cubicBezTo>
                                    <a:pt x="10" y="28"/>
                                    <a:pt x="10" y="28"/>
                                    <a:pt x="11" y="28"/>
                                  </a:cubicBezTo>
                                  <a:cubicBezTo>
                                    <a:pt x="13" y="29"/>
                                    <a:pt x="13" y="29"/>
                                    <a:pt x="14" y="30"/>
                                  </a:cubicBezTo>
                                  <a:cubicBezTo>
                                    <a:pt x="15" y="30"/>
                                    <a:pt x="14" y="30"/>
                                    <a:pt x="15" y="31"/>
                                  </a:cubicBezTo>
                                  <a:cubicBezTo>
                                    <a:pt x="15" y="33"/>
                                    <a:pt x="15" y="32"/>
                                    <a:pt x="16" y="33"/>
                                  </a:cubicBezTo>
                                  <a:cubicBezTo>
                                    <a:pt x="17" y="33"/>
                                    <a:pt x="17" y="33"/>
                                    <a:pt x="18" y="33"/>
                                  </a:cubicBezTo>
                                  <a:cubicBezTo>
                                    <a:pt x="19" y="33"/>
                                    <a:pt x="18" y="33"/>
                                    <a:pt x="19" y="34"/>
                                  </a:cubicBezTo>
                                  <a:cubicBezTo>
                                    <a:pt x="19" y="34"/>
                                    <a:pt x="20" y="35"/>
                                    <a:pt x="20" y="35"/>
                                  </a:cubicBezTo>
                                  <a:cubicBezTo>
                                    <a:pt x="21" y="36"/>
                                    <a:pt x="22" y="36"/>
                                    <a:pt x="23" y="36"/>
                                  </a:cubicBezTo>
                                  <a:cubicBezTo>
                                    <a:pt x="24" y="36"/>
                                    <a:pt x="24" y="36"/>
                                    <a:pt x="24" y="36"/>
                                  </a:cubicBezTo>
                                  <a:cubicBezTo>
                                    <a:pt x="25" y="37"/>
                                    <a:pt x="25" y="37"/>
                                    <a:pt x="26" y="37"/>
                                  </a:cubicBezTo>
                                  <a:cubicBezTo>
                                    <a:pt x="26" y="38"/>
                                    <a:pt x="27" y="38"/>
                                    <a:pt x="28" y="37"/>
                                  </a:cubicBezTo>
                                  <a:cubicBezTo>
                                    <a:pt x="28" y="37"/>
                                    <a:pt x="28" y="37"/>
                                    <a:pt x="28" y="36"/>
                                  </a:cubicBezTo>
                                  <a:cubicBezTo>
                                    <a:pt x="28" y="36"/>
                                    <a:pt x="28" y="36"/>
                                    <a:pt x="29" y="36"/>
                                  </a:cubicBezTo>
                                  <a:cubicBezTo>
                                    <a:pt x="29" y="36"/>
                                    <a:pt x="29" y="37"/>
                                    <a:pt x="29" y="37"/>
                                  </a:cubicBezTo>
                                  <a:cubicBezTo>
                                    <a:pt x="29" y="38"/>
                                    <a:pt x="30" y="37"/>
                                    <a:pt x="30" y="36"/>
                                  </a:cubicBezTo>
                                  <a:cubicBezTo>
                                    <a:pt x="30" y="36"/>
                                    <a:pt x="30" y="35"/>
                                    <a:pt x="30" y="35"/>
                                  </a:cubicBezTo>
                                  <a:cubicBezTo>
                                    <a:pt x="29" y="34"/>
                                    <a:pt x="29" y="34"/>
                                    <a:pt x="28" y="33"/>
                                  </a:cubicBezTo>
                                  <a:cubicBezTo>
                                    <a:pt x="28" y="33"/>
                                    <a:pt x="28" y="32"/>
                                    <a:pt x="27" y="31"/>
                                  </a:cubicBezTo>
                                  <a:cubicBezTo>
                                    <a:pt x="27" y="31"/>
                                    <a:pt x="27" y="30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6" y="28"/>
                                  </a:cubicBezTo>
                                  <a:cubicBezTo>
                                    <a:pt x="26" y="28"/>
                                    <a:pt x="25" y="28"/>
                                    <a:pt x="24" y="27"/>
                                  </a:cubicBezTo>
                                  <a:cubicBezTo>
                                    <a:pt x="24" y="26"/>
                                    <a:pt x="24" y="26"/>
                                    <a:pt x="24" y="25"/>
                                  </a:cubicBezTo>
                                  <a:cubicBezTo>
                                    <a:pt x="24" y="25"/>
                                    <a:pt x="24" y="22"/>
                                    <a:pt x="23" y="22"/>
                                  </a:cubicBezTo>
                                  <a:cubicBezTo>
                                    <a:pt x="23" y="22"/>
                                    <a:pt x="23" y="21"/>
                                    <a:pt x="23" y="20"/>
                                  </a:cubicBezTo>
                                  <a:cubicBezTo>
                                    <a:pt x="23" y="20"/>
                                    <a:pt x="23" y="17"/>
                                    <a:pt x="23" y="16"/>
                                  </a:cubicBezTo>
                                  <a:cubicBezTo>
                                    <a:pt x="24" y="15"/>
                                    <a:pt x="23" y="14"/>
                                    <a:pt x="23" y="14"/>
                                  </a:cubicBezTo>
                                  <a:cubicBezTo>
                                    <a:pt x="23" y="13"/>
                                    <a:pt x="23" y="12"/>
                                    <a:pt x="22" y="12"/>
                                  </a:cubicBezTo>
                                  <a:cubicBezTo>
                                    <a:pt x="22" y="11"/>
                                    <a:pt x="21" y="10"/>
                                    <a:pt x="20" y="10"/>
                                  </a:cubicBezTo>
                                  <a:cubicBezTo>
                                    <a:pt x="20" y="9"/>
                                    <a:pt x="18" y="8"/>
                                    <a:pt x="18" y="7"/>
                                  </a:cubicBezTo>
                                  <a:cubicBezTo>
                                    <a:pt x="18" y="7"/>
                                    <a:pt x="16" y="6"/>
                                    <a:pt x="16" y="5"/>
                                  </a:cubicBezTo>
                                  <a:cubicBezTo>
                                    <a:pt x="16" y="5"/>
                                    <a:pt x="16" y="4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5" y="5"/>
                                  </a:cubicBezTo>
                                  <a:cubicBezTo>
                                    <a:pt x="14" y="5"/>
                                    <a:pt x="14" y="5"/>
                                    <a:pt x="13" y="5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7"/>
                                    <a:pt x="12" y="7"/>
                                    <a:pt x="12" y="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" name="Freeform 850">
                              <a:extLst>
                                <a:ext uri="{FF2B5EF4-FFF2-40B4-BE49-F238E27FC236}">
                                  <a16:creationId xmlns:a16="http://schemas.microsoft.com/office/drawing/2014/main" id="{3BAAD64B-875B-A97C-C5FB-9017F115BB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193088" y="4241800"/>
                              <a:ext cx="233362" cy="254000"/>
                            </a:xfrm>
                            <a:custGeom>
                              <a:avLst/>
                              <a:gdLst>
                                <a:gd name="T0" fmla="*/ 54 w 56"/>
                                <a:gd name="T1" fmla="*/ 47 h 61"/>
                                <a:gd name="T2" fmla="*/ 54 w 56"/>
                                <a:gd name="T3" fmla="*/ 45 h 61"/>
                                <a:gd name="T4" fmla="*/ 50 w 56"/>
                                <a:gd name="T5" fmla="*/ 42 h 61"/>
                                <a:gd name="T6" fmla="*/ 47 w 56"/>
                                <a:gd name="T7" fmla="*/ 39 h 61"/>
                                <a:gd name="T8" fmla="*/ 44 w 56"/>
                                <a:gd name="T9" fmla="*/ 36 h 61"/>
                                <a:gd name="T10" fmla="*/ 40 w 56"/>
                                <a:gd name="T11" fmla="*/ 31 h 61"/>
                                <a:gd name="T12" fmla="*/ 36 w 56"/>
                                <a:gd name="T13" fmla="*/ 28 h 61"/>
                                <a:gd name="T14" fmla="*/ 32 w 56"/>
                                <a:gd name="T15" fmla="*/ 27 h 61"/>
                                <a:gd name="T16" fmla="*/ 29 w 56"/>
                                <a:gd name="T17" fmla="*/ 24 h 61"/>
                                <a:gd name="T18" fmla="*/ 29 w 56"/>
                                <a:gd name="T19" fmla="*/ 21 h 61"/>
                                <a:gd name="T20" fmla="*/ 33 w 56"/>
                                <a:gd name="T21" fmla="*/ 19 h 61"/>
                                <a:gd name="T22" fmla="*/ 35 w 56"/>
                                <a:gd name="T23" fmla="*/ 16 h 61"/>
                                <a:gd name="T24" fmla="*/ 33 w 56"/>
                                <a:gd name="T25" fmla="*/ 13 h 61"/>
                                <a:gd name="T26" fmla="*/ 27 w 56"/>
                                <a:gd name="T27" fmla="*/ 11 h 61"/>
                                <a:gd name="T28" fmla="*/ 22 w 56"/>
                                <a:gd name="T29" fmla="*/ 11 h 61"/>
                                <a:gd name="T30" fmla="*/ 18 w 56"/>
                                <a:gd name="T31" fmla="*/ 7 h 61"/>
                                <a:gd name="T32" fmla="*/ 17 w 56"/>
                                <a:gd name="T33" fmla="*/ 3 h 61"/>
                                <a:gd name="T34" fmla="*/ 14 w 56"/>
                                <a:gd name="T35" fmla="*/ 0 h 61"/>
                                <a:gd name="T36" fmla="*/ 10 w 56"/>
                                <a:gd name="T37" fmla="*/ 3 h 61"/>
                                <a:gd name="T38" fmla="*/ 8 w 56"/>
                                <a:gd name="T39" fmla="*/ 8 h 61"/>
                                <a:gd name="T40" fmla="*/ 4 w 56"/>
                                <a:gd name="T41" fmla="*/ 9 h 61"/>
                                <a:gd name="T42" fmla="*/ 3 w 56"/>
                                <a:gd name="T43" fmla="*/ 12 h 61"/>
                                <a:gd name="T44" fmla="*/ 0 w 56"/>
                                <a:gd name="T45" fmla="*/ 14 h 61"/>
                                <a:gd name="T46" fmla="*/ 4 w 56"/>
                                <a:gd name="T47" fmla="*/ 16 h 61"/>
                                <a:gd name="T48" fmla="*/ 4 w 56"/>
                                <a:gd name="T49" fmla="*/ 22 h 61"/>
                                <a:gd name="T50" fmla="*/ 9 w 56"/>
                                <a:gd name="T51" fmla="*/ 23 h 61"/>
                                <a:gd name="T52" fmla="*/ 9 w 56"/>
                                <a:gd name="T53" fmla="*/ 27 h 61"/>
                                <a:gd name="T54" fmla="*/ 9 w 56"/>
                                <a:gd name="T55" fmla="*/ 34 h 61"/>
                                <a:gd name="T56" fmla="*/ 13 w 56"/>
                                <a:gd name="T57" fmla="*/ 32 h 61"/>
                                <a:gd name="T58" fmla="*/ 16 w 56"/>
                                <a:gd name="T59" fmla="*/ 32 h 61"/>
                                <a:gd name="T60" fmla="*/ 22 w 56"/>
                                <a:gd name="T61" fmla="*/ 33 h 61"/>
                                <a:gd name="T62" fmla="*/ 25 w 56"/>
                                <a:gd name="T63" fmla="*/ 30 h 61"/>
                                <a:gd name="T64" fmla="*/ 29 w 56"/>
                                <a:gd name="T65" fmla="*/ 31 h 61"/>
                                <a:gd name="T66" fmla="*/ 35 w 56"/>
                                <a:gd name="T67" fmla="*/ 38 h 61"/>
                                <a:gd name="T68" fmla="*/ 35 w 56"/>
                                <a:gd name="T69" fmla="*/ 43 h 61"/>
                                <a:gd name="T70" fmla="*/ 40 w 56"/>
                                <a:gd name="T71" fmla="*/ 45 h 61"/>
                                <a:gd name="T72" fmla="*/ 42 w 56"/>
                                <a:gd name="T73" fmla="*/ 49 h 61"/>
                                <a:gd name="T74" fmla="*/ 42 w 56"/>
                                <a:gd name="T75" fmla="*/ 53 h 61"/>
                                <a:gd name="T76" fmla="*/ 40 w 56"/>
                                <a:gd name="T77" fmla="*/ 57 h 61"/>
                                <a:gd name="T78" fmla="*/ 44 w 56"/>
                                <a:gd name="T79" fmla="*/ 60 h 61"/>
                                <a:gd name="T80" fmla="*/ 47 w 56"/>
                                <a:gd name="T81" fmla="*/ 58 h 61"/>
                                <a:gd name="T82" fmla="*/ 50 w 56"/>
                                <a:gd name="T83" fmla="*/ 56 h 61"/>
                                <a:gd name="T84" fmla="*/ 54 w 56"/>
                                <a:gd name="T85" fmla="*/ 57 h 61"/>
                                <a:gd name="T86" fmla="*/ 54 w 56"/>
                                <a:gd name="T87" fmla="*/ 53 h 61"/>
                                <a:gd name="T88" fmla="*/ 56 w 56"/>
                                <a:gd name="T89" fmla="*/ 49 h 6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</a:cxnLst>
                              <a:rect l="0" t="0" r="r" b="b"/>
                              <a:pathLst>
                                <a:path w="56" h="61">
                                  <a:moveTo>
                                    <a:pt x="56" y="49"/>
                                  </a:moveTo>
                                  <a:cubicBezTo>
                                    <a:pt x="55" y="49"/>
                                    <a:pt x="54" y="49"/>
                                    <a:pt x="54" y="48"/>
                                  </a:cubicBezTo>
                                  <a:cubicBezTo>
                                    <a:pt x="54" y="48"/>
                                    <a:pt x="54" y="47"/>
                                    <a:pt x="54" y="47"/>
                                  </a:cubicBezTo>
                                  <a:cubicBezTo>
                                    <a:pt x="55" y="46"/>
                                    <a:pt x="55" y="46"/>
                                    <a:pt x="55" y="46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5" y="45"/>
                                    <a:pt x="54" y="45"/>
                                    <a:pt x="54" y="45"/>
                                  </a:cubicBezTo>
                                  <a:cubicBezTo>
                                    <a:pt x="53" y="45"/>
                                    <a:pt x="53" y="44"/>
                                    <a:pt x="52" y="44"/>
                                  </a:cubicBezTo>
                                  <a:cubicBezTo>
                                    <a:pt x="52" y="43"/>
                                    <a:pt x="51" y="44"/>
                                    <a:pt x="51" y="43"/>
                                  </a:cubicBezTo>
                                  <a:cubicBezTo>
                                    <a:pt x="50" y="43"/>
                                    <a:pt x="50" y="43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49" y="42"/>
                                  </a:cubicBezTo>
                                  <a:cubicBezTo>
                                    <a:pt x="49" y="41"/>
                                    <a:pt x="48" y="41"/>
                                    <a:pt x="48" y="41"/>
                                  </a:cubicBezTo>
                                  <a:cubicBezTo>
                                    <a:pt x="48" y="40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6" y="39"/>
                                    <a:pt x="46" y="38"/>
                                  </a:cubicBezTo>
                                  <a:cubicBezTo>
                                    <a:pt x="45" y="38"/>
                                    <a:pt x="44" y="38"/>
                                    <a:pt x="44" y="38"/>
                                  </a:cubicBezTo>
                                  <a:cubicBezTo>
                                    <a:pt x="44" y="37"/>
                                    <a:pt x="44" y="37"/>
                                    <a:pt x="44" y="36"/>
                                  </a:cubicBezTo>
                                  <a:cubicBezTo>
                                    <a:pt x="43" y="36"/>
                                    <a:pt x="42" y="35"/>
                                    <a:pt x="42" y="35"/>
                                  </a:cubicBezTo>
                                  <a:cubicBezTo>
                                    <a:pt x="42" y="34"/>
                                    <a:pt x="42" y="33"/>
                                    <a:pt x="41" y="33"/>
                                  </a:cubicBezTo>
                                  <a:cubicBezTo>
                                    <a:pt x="41" y="33"/>
                                    <a:pt x="40" y="32"/>
                                    <a:pt x="40" y="31"/>
                                  </a:cubicBezTo>
                                  <a:cubicBezTo>
                                    <a:pt x="40" y="31"/>
                                    <a:pt x="39" y="31"/>
                                    <a:pt x="39" y="31"/>
                                  </a:cubicBezTo>
                                  <a:cubicBezTo>
                                    <a:pt x="38" y="30"/>
                                    <a:pt x="37" y="29"/>
                                    <a:pt x="37" y="29"/>
                                  </a:cubicBezTo>
                                  <a:cubicBezTo>
                                    <a:pt x="37" y="29"/>
                                    <a:pt x="37" y="28"/>
                                    <a:pt x="36" y="28"/>
                                  </a:cubicBezTo>
                                  <a:cubicBezTo>
                                    <a:pt x="36" y="28"/>
                                    <a:pt x="35" y="28"/>
                                    <a:pt x="35" y="28"/>
                                  </a:cubicBezTo>
                                  <a:cubicBezTo>
                                    <a:pt x="34" y="28"/>
                                    <a:pt x="34" y="27"/>
                                    <a:pt x="34" y="27"/>
                                  </a:cubicBezTo>
                                  <a:cubicBezTo>
                                    <a:pt x="33" y="27"/>
                                    <a:pt x="32" y="27"/>
                                    <a:pt x="32" y="27"/>
                                  </a:cubicBezTo>
                                  <a:cubicBezTo>
                                    <a:pt x="31" y="27"/>
                                    <a:pt x="31" y="26"/>
                                    <a:pt x="31" y="26"/>
                                  </a:cubicBezTo>
                                  <a:cubicBezTo>
                                    <a:pt x="30" y="26"/>
                                    <a:pt x="29" y="25"/>
                                    <a:pt x="29" y="25"/>
                                  </a:cubicBezTo>
                                  <a:cubicBezTo>
                                    <a:pt x="29" y="25"/>
                                    <a:pt x="29" y="24"/>
                                    <a:pt x="29" y="24"/>
                                  </a:cubicBezTo>
                                  <a:cubicBezTo>
                                    <a:pt x="30" y="24"/>
                                    <a:pt x="30" y="23"/>
                                    <a:pt x="29" y="23"/>
                                  </a:cubicBezTo>
                                  <a:cubicBezTo>
                                    <a:pt x="29" y="23"/>
                                    <a:pt x="28" y="22"/>
                                    <a:pt x="28" y="22"/>
                                  </a:cubicBezTo>
                                  <a:cubicBezTo>
                                    <a:pt x="28" y="22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30" y="21"/>
                                    <a:pt x="31" y="21"/>
                                  </a:cubicBezTo>
                                  <a:cubicBezTo>
                                    <a:pt x="31" y="20"/>
                                    <a:pt x="32" y="20"/>
                                    <a:pt x="32" y="20"/>
                                  </a:cubicBezTo>
                                  <a:cubicBezTo>
                                    <a:pt x="33" y="20"/>
                                    <a:pt x="33" y="20"/>
                                    <a:pt x="33" y="19"/>
                                  </a:cubicBezTo>
                                  <a:cubicBezTo>
                                    <a:pt x="33" y="19"/>
                                    <a:pt x="33" y="18"/>
                                    <a:pt x="34" y="18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5" y="17"/>
                                    <a:pt x="35" y="16"/>
                                  </a:cubicBezTo>
                                  <a:cubicBezTo>
                                    <a:pt x="35" y="16"/>
                                    <a:pt x="35" y="16"/>
                                    <a:pt x="34" y="15"/>
                                  </a:cubicBezTo>
                                  <a:cubicBezTo>
                                    <a:pt x="33" y="15"/>
                                    <a:pt x="33" y="15"/>
                                    <a:pt x="33" y="14"/>
                                  </a:cubicBezTo>
                                  <a:cubicBezTo>
                                    <a:pt x="33" y="14"/>
                                    <a:pt x="33" y="13"/>
                                    <a:pt x="33" y="13"/>
                                  </a:cubicBezTo>
                                  <a:cubicBezTo>
                                    <a:pt x="32" y="13"/>
                                    <a:pt x="31" y="12"/>
                                    <a:pt x="31" y="12"/>
                                  </a:cubicBezTo>
                                  <a:cubicBezTo>
                                    <a:pt x="30" y="12"/>
                                    <a:pt x="30" y="11"/>
                                    <a:pt x="30" y="11"/>
                                  </a:cubicBezTo>
                                  <a:cubicBezTo>
                                    <a:pt x="29" y="11"/>
                                    <a:pt x="28" y="11"/>
                                    <a:pt x="27" y="11"/>
                                  </a:cubicBezTo>
                                  <a:cubicBezTo>
                                    <a:pt x="27" y="12"/>
                                    <a:pt x="27" y="12"/>
                                    <a:pt x="26" y="12"/>
                                  </a:cubicBezTo>
                                  <a:cubicBezTo>
                                    <a:pt x="26" y="12"/>
                                    <a:pt x="25" y="11"/>
                                    <a:pt x="25" y="11"/>
                                  </a:cubicBezTo>
                                  <a:cubicBezTo>
                                    <a:pt x="24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1" y="10"/>
                                    <a:pt x="20" y="9"/>
                                  </a:cubicBezTo>
                                  <a:cubicBezTo>
                                    <a:pt x="20" y="9"/>
                                    <a:pt x="19" y="8"/>
                                    <a:pt x="19" y="8"/>
                                  </a:cubicBezTo>
                                  <a:cubicBezTo>
                                    <a:pt x="19" y="7"/>
                                    <a:pt x="18" y="7"/>
                                    <a:pt x="18" y="7"/>
                                  </a:cubicBezTo>
                                  <a:cubicBezTo>
                                    <a:pt x="19" y="6"/>
                                    <a:pt x="19" y="6"/>
                                    <a:pt x="19" y="5"/>
                                  </a:cubicBezTo>
                                  <a:cubicBezTo>
                                    <a:pt x="18" y="5"/>
                                    <a:pt x="18" y="5"/>
                                    <a:pt x="18" y="4"/>
                                  </a:cubicBezTo>
                                  <a:cubicBezTo>
                                    <a:pt x="17" y="4"/>
                                    <a:pt x="17" y="3"/>
                                    <a:pt x="17" y="3"/>
                                  </a:cubicBezTo>
                                  <a:cubicBezTo>
                                    <a:pt x="16" y="2"/>
                                    <a:pt x="16" y="2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5"/>
                                    <a:pt x="11" y="6"/>
                                  </a:cubicBezTo>
                                  <a:cubicBezTo>
                                    <a:pt x="11" y="6"/>
                                    <a:pt x="11" y="8"/>
                                    <a:pt x="11" y="8"/>
                                  </a:cubicBezTo>
                                  <a:cubicBezTo>
                                    <a:pt x="10" y="8"/>
                                    <a:pt x="9" y="8"/>
                                    <a:pt x="8" y="8"/>
                                  </a:cubicBezTo>
                                  <a:cubicBezTo>
                                    <a:pt x="8" y="8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5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3" y="9"/>
                                    <a:pt x="3" y="10"/>
                                    <a:pt x="3" y="10"/>
                                  </a:cubicBezTo>
                                  <a:cubicBezTo>
                                    <a:pt x="2" y="11"/>
                                    <a:pt x="3" y="11"/>
                                    <a:pt x="3" y="12"/>
                                  </a:cubicBezTo>
                                  <a:cubicBezTo>
                                    <a:pt x="3" y="13"/>
                                    <a:pt x="3" y="12"/>
                                    <a:pt x="2" y="12"/>
                                  </a:cubicBezTo>
                                  <a:cubicBezTo>
                                    <a:pt x="1" y="13"/>
                                    <a:pt x="1" y="13"/>
                                    <a:pt x="1" y="14"/>
                                  </a:cubicBezTo>
                                  <a:cubicBezTo>
                                    <a:pt x="1" y="14"/>
                                    <a:pt x="0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0" y="16"/>
                                  </a:cubicBezTo>
                                  <a:cubicBezTo>
                                    <a:pt x="1" y="16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4" y="16"/>
                                    <a:pt x="4" y="16"/>
                                  </a:cubicBezTo>
                                  <a:cubicBezTo>
                                    <a:pt x="4" y="17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1"/>
                                    <a:pt x="4" y="22"/>
                                  </a:cubicBezTo>
                                  <a:cubicBezTo>
                                    <a:pt x="4" y="22"/>
                                    <a:pt x="5" y="22"/>
                                    <a:pt x="6" y="21"/>
                                  </a:cubicBezTo>
                                  <a:cubicBezTo>
                                    <a:pt x="7" y="21"/>
                                    <a:pt x="8" y="21"/>
                                    <a:pt x="9" y="21"/>
                                  </a:cubicBezTo>
                                  <a:cubicBezTo>
                                    <a:pt x="10" y="21"/>
                                    <a:pt x="9" y="22"/>
                                    <a:pt x="9" y="23"/>
                                  </a:cubicBezTo>
                                  <a:cubicBezTo>
                                    <a:pt x="9" y="23"/>
                                    <a:pt x="9" y="23"/>
                                    <a:pt x="8" y="24"/>
                                  </a:cubicBezTo>
                                  <a:cubicBezTo>
                                    <a:pt x="8" y="24"/>
                                    <a:pt x="9" y="25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8" y="28"/>
                                    <a:pt x="9" y="29"/>
                                    <a:pt x="9" y="29"/>
                                  </a:cubicBezTo>
                                  <a:cubicBezTo>
                                    <a:pt x="9" y="30"/>
                                    <a:pt x="9" y="31"/>
                                    <a:pt x="9" y="31"/>
                                  </a:cubicBezTo>
                                  <a:cubicBezTo>
                                    <a:pt x="9" y="32"/>
                                    <a:pt x="9" y="34"/>
                                    <a:pt x="9" y="34"/>
                                  </a:cubicBezTo>
                                  <a:cubicBezTo>
                                    <a:pt x="10" y="35"/>
                                    <a:pt x="10" y="34"/>
                                    <a:pt x="10" y="33"/>
                                  </a:cubicBezTo>
                                  <a:cubicBezTo>
                                    <a:pt x="11" y="33"/>
                                    <a:pt x="11" y="33"/>
                                    <a:pt x="12" y="33"/>
                                  </a:cubicBezTo>
                                  <a:cubicBezTo>
                                    <a:pt x="13" y="33"/>
                                    <a:pt x="13" y="32"/>
                                    <a:pt x="13" y="32"/>
                                  </a:cubicBezTo>
                                  <a:cubicBezTo>
                                    <a:pt x="13" y="31"/>
                                    <a:pt x="13" y="31"/>
                                    <a:pt x="14" y="31"/>
                                  </a:cubicBezTo>
                                  <a:cubicBezTo>
                                    <a:pt x="14" y="31"/>
                                    <a:pt x="14" y="31"/>
                                    <a:pt x="15" y="31"/>
                                  </a:cubicBezTo>
                                  <a:cubicBezTo>
                                    <a:pt x="15" y="31"/>
                                    <a:pt x="16" y="31"/>
                                    <a:pt x="16" y="32"/>
                                  </a:cubicBezTo>
                                  <a:cubicBezTo>
                                    <a:pt x="17" y="32"/>
                                    <a:pt x="18" y="32"/>
                                    <a:pt x="19" y="32"/>
                                  </a:cubicBezTo>
                                  <a:cubicBezTo>
                                    <a:pt x="19" y="32"/>
                                    <a:pt x="19" y="33"/>
                                    <a:pt x="20" y="33"/>
                                  </a:cubicBezTo>
                                  <a:cubicBezTo>
                                    <a:pt x="20" y="33"/>
                                    <a:pt x="22" y="33"/>
                                    <a:pt x="22" y="33"/>
                                  </a:cubicBezTo>
                                  <a:cubicBezTo>
                                    <a:pt x="23" y="33"/>
                                    <a:pt x="23" y="32"/>
                                    <a:pt x="23" y="32"/>
                                  </a:cubicBezTo>
                                  <a:cubicBezTo>
                                    <a:pt x="23" y="31"/>
                                    <a:pt x="23" y="31"/>
                                    <a:pt x="24" y="31"/>
                                  </a:cubicBezTo>
                                  <a:cubicBezTo>
                                    <a:pt x="24" y="30"/>
                                    <a:pt x="24" y="30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6" y="29"/>
                                  </a:cubicBezTo>
                                  <a:cubicBezTo>
                                    <a:pt x="26" y="29"/>
                                    <a:pt x="27" y="29"/>
                                    <a:pt x="27" y="30"/>
                                  </a:cubicBezTo>
                                  <a:cubicBezTo>
                                    <a:pt x="28" y="30"/>
                                    <a:pt x="29" y="30"/>
                                    <a:pt x="29" y="31"/>
                                  </a:cubicBezTo>
                                  <a:cubicBezTo>
                                    <a:pt x="30" y="31"/>
                                    <a:pt x="30" y="31"/>
                                    <a:pt x="31" y="32"/>
                                  </a:cubicBezTo>
                                  <a:cubicBezTo>
                                    <a:pt x="32" y="33"/>
                                    <a:pt x="33" y="34"/>
                                    <a:pt x="34" y="34"/>
                                  </a:cubicBezTo>
                                  <a:cubicBezTo>
                                    <a:pt x="35" y="35"/>
                                    <a:pt x="35" y="37"/>
                                    <a:pt x="35" y="38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5" y="39"/>
                                    <a:pt x="36" y="40"/>
                                    <a:pt x="36" y="41"/>
                                  </a:cubicBezTo>
                                  <a:cubicBezTo>
                                    <a:pt x="35" y="42"/>
                                    <a:pt x="35" y="42"/>
                                    <a:pt x="35" y="43"/>
                                  </a:cubicBezTo>
                                  <a:cubicBezTo>
                                    <a:pt x="35" y="43"/>
                                    <a:pt x="36" y="44"/>
                                    <a:pt x="36" y="44"/>
                                  </a:cubicBezTo>
                                  <a:cubicBezTo>
                                    <a:pt x="37" y="44"/>
                                    <a:pt x="37" y="45"/>
                                    <a:pt x="38" y="45"/>
                                  </a:cubicBezTo>
                                  <a:cubicBezTo>
                                    <a:pt x="38" y="45"/>
                                    <a:pt x="39" y="45"/>
                                    <a:pt x="40" y="45"/>
                                  </a:cubicBezTo>
                                  <a:cubicBezTo>
                                    <a:pt x="40" y="46"/>
                                    <a:pt x="40" y="46"/>
                                    <a:pt x="40" y="47"/>
                                  </a:cubicBezTo>
                                  <a:cubicBezTo>
                                    <a:pt x="40" y="47"/>
                                    <a:pt x="41" y="47"/>
                                    <a:pt x="41" y="48"/>
                                  </a:cubicBezTo>
                                  <a:cubicBezTo>
                                    <a:pt x="42" y="48"/>
                                    <a:pt x="42" y="49"/>
                                    <a:pt x="42" y="49"/>
                                  </a:cubicBezTo>
                                  <a:cubicBezTo>
                                    <a:pt x="42" y="49"/>
                                    <a:pt x="42" y="50"/>
                                    <a:pt x="42" y="50"/>
                                  </a:cubicBezTo>
                                  <a:cubicBezTo>
                                    <a:pt x="42" y="50"/>
                                    <a:pt x="42" y="51"/>
                                    <a:pt x="41" y="51"/>
                                  </a:cubicBezTo>
                                  <a:cubicBezTo>
                                    <a:pt x="41" y="52"/>
                                    <a:pt x="41" y="53"/>
                                    <a:pt x="42" y="53"/>
                                  </a:cubicBezTo>
                                  <a:cubicBezTo>
                                    <a:pt x="42" y="53"/>
                                    <a:pt x="42" y="55"/>
                                    <a:pt x="42" y="55"/>
                                  </a:cubicBezTo>
                                  <a:cubicBezTo>
                                    <a:pt x="42" y="56"/>
                                    <a:pt x="41" y="56"/>
                                    <a:pt x="41" y="56"/>
                                  </a:cubicBezTo>
                                  <a:cubicBezTo>
                                    <a:pt x="40" y="57"/>
                                    <a:pt x="40" y="57"/>
                                    <a:pt x="40" y="57"/>
                                  </a:cubicBezTo>
                                  <a:cubicBezTo>
                                    <a:pt x="40" y="57"/>
                                    <a:pt x="40" y="57"/>
                                    <a:pt x="40" y="57"/>
                                  </a:cubicBezTo>
                                  <a:cubicBezTo>
                                    <a:pt x="41" y="58"/>
                                    <a:pt x="41" y="59"/>
                                    <a:pt x="42" y="59"/>
                                  </a:cubicBezTo>
                                  <a:cubicBezTo>
                                    <a:pt x="43" y="59"/>
                                    <a:pt x="44" y="59"/>
                                    <a:pt x="44" y="60"/>
                                  </a:cubicBezTo>
                                  <a:cubicBezTo>
                                    <a:pt x="45" y="60"/>
                                    <a:pt x="46" y="61"/>
                                    <a:pt x="46" y="61"/>
                                  </a:cubicBezTo>
                                  <a:cubicBezTo>
                                    <a:pt x="47" y="61"/>
                                    <a:pt x="47" y="61"/>
                                    <a:pt x="47" y="60"/>
                                  </a:cubicBezTo>
                                  <a:cubicBezTo>
                                    <a:pt x="47" y="59"/>
                                    <a:pt x="48" y="59"/>
                                    <a:pt x="47" y="58"/>
                                  </a:cubicBezTo>
                                  <a:cubicBezTo>
                                    <a:pt x="46" y="57"/>
                                    <a:pt x="46" y="57"/>
                                    <a:pt x="46" y="56"/>
                                  </a:cubicBezTo>
                                  <a:cubicBezTo>
                                    <a:pt x="47" y="56"/>
                                    <a:pt x="47" y="56"/>
                                    <a:pt x="48" y="56"/>
                                  </a:cubicBezTo>
                                  <a:cubicBezTo>
                                    <a:pt x="49" y="56"/>
                                    <a:pt x="49" y="56"/>
                                    <a:pt x="50" y="56"/>
                                  </a:cubicBezTo>
                                  <a:cubicBezTo>
                                    <a:pt x="51" y="57"/>
                                    <a:pt x="51" y="57"/>
                                    <a:pt x="52" y="57"/>
                                  </a:cubicBezTo>
                                  <a:cubicBezTo>
                                    <a:pt x="52" y="57"/>
                                    <a:pt x="53" y="58"/>
                                    <a:pt x="54" y="58"/>
                                  </a:cubicBezTo>
                                  <a:cubicBezTo>
                                    <a:pt x="54" y="58"/>
                                    <a:pt x="54" y="57"/>
                                    <a:pt x="54" y="57"/>
                                  </a:cubicBezTo>
                                  <a:cubicBezTo>
                                    <a:pt x="54" y="57"/>
                                    <a:pt x="55" y="56"/>
                                    <a:pt x="55" y="56"/>
                                  </a:cubicBezTo>
                                  <a:cubicBezTo>
                                    <a:pt x="55" y="55"/>
                                    <a:pt x="55" y="55"/>
                                    <a:pt x="54" y="54"/>
                                  </a:cubicBezTo>
                                  <a:cubicBezTo>
                                    <a:pt x="54" y="53"/>
                                    <a:pt x="54" y="53"/>
                                    <a:pt x="54" y="53"/>
                                  </a:cubicBezTo>
                                  <a:cubicBezTo>
                                    <a:pt x="54" y="52"/>
                                    <a:pt x="54" y="52"/>
                                    <a:pt x="54" y="52"/>
                                  </a:cubicBezTo>
                                  <a:cubicBezTo>
                                    <a:pt x="55" y="51"/>
                                    <a:pt x="56" y="51"/>
                                    <a:pt x="56" y="50"/>
                                  </a:cubicBezTo>
                                  <a:cubicBezTo>
                                    <a:pt x="56" y="50"/>
                                    <a:pt x="56" y="49"/>
                                    <a:pt x="56" y="4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" name="Freeform 851">
                              <a:extLst>
                                <a:ext uri="{FF2B5EF4-FFF2-40B4-BE49-F238E27FC236}">
                                  <a16:creationId xmlns:a16="http://schemas.microsoft.com/office/drawing/2014/main" id="{4DA579A8-2874-03B9-F9B9-26CBF126B2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332663" y="3533775"/>
                              <a:ext cx="307975" cy="150813"/>
                            </a:xfrm>
                            <a:custGeom>
                              <a:avLst/>
                              <a:gdLst>
                                <a:gd name="T0" fmla="*/ 7 w 74"/>
                                <a:gd name="T1" fmla="*/ 29 h 36"/>
                                <a:gd name="T2" fmla="*/ 4 w 74"/>
                                <a:gd name="T3" fmla="*/ 28 h 36"/>
                                <a:gd name="T4" fmla="*/ 1 w 74"/>
                                <a:gd name="T5" fmla="*/ 29 h 36"/>
                                <a:gd name="T6" fmla="*/ 0 w 74"/>
                                <a:gd name="T7" fmla="*/ 30 h 36"/>
                                <a:gd name="T8" fmla="*/ 1 w 74"/>
                                <a:gd name="T9" fmla="*/ 33 h 36"/>
                                <a:gd name="T10" fmla="*/ 9 w 74"/>
                                <a:gd name="T11" fmla="*/ 33 h 36"/>
                                <a:gd name="T12" fmla="*/ 12 w 74"/>
                                <a:gd name="T13" fmla="*/ 34 h 36"/>
                                <a:gd name="T14" fmla="*/ 15 w 74"/>
                                <a:gd name="T15" fmla="*/ 33 h 36"/>
                                <a:gd name="T16" fmla="*/ 17 w 74"/>
                                <a:gd name="T17" fmla="*/ 34 h 36"/>
                                <a:gd name="T18" fmla="*/ 19 w 74"/>
                                <a:gd name="T19" fmla="*/ 35 h 36"/>
                                <a:gd name="T20" fmla="*/ 22 w 74"/>
                                <a:gd name="T21" fmla="*/ 35 h 36"/>
                                <a:gd name="T22" fmla="*/ 25 w 74"/>
                                <a:gd name="T23" fmla="*/ 35 h 36"/>
                                <a:gd name="T24" fmla="*/ 30 w 74"/>
                                <a:gd name="T25" fmla="*/ 34 h 36"/>
                                <a:gd name="T26" fmla="*/ 32 w 74"/>
                                <a:gd name="T27" fmla="*/ 32 h 36"/>
                                <a:gd name="T28" fmla="*/ 31 w 74"/>
                                <a:gd name="T29" fmla="*/ 30 h 36"/>
                                <a:gd name="T30" fmla="*/ 34 w 74"/>
                                <a:gd name="T31" fmla="*/ 28 h 36"/>
                                <a:gd name="T32" fmla="*/ 37 w 74"/>
                                <a:gd name="T33" fmla="*/ 26 h 36"/>
                                <a:gd name="T34" fmla="*/ 38 w 74"/>
                                <a:gd name="T35" fmla="*/ 25 h 36"/>
                                <a:gd name="T36" fmla="*/ 42 w 74"/>
                                <a:gd name="T37" fmla="*/ 24 h 36"/>
                                <a:gd name="T38" fmla="*/ 45 w 74"/>
                                <a:gd name="T39" fmla="*/ 26 h 36"/>
                                <a:gd name="T40" fmla="*/ 48 w 74"/>
                                <a:gd name="T41" fmla="*/ 26 h 36"/>
                                <a:gd name="T42" fmla="*/ 50 w 74"/>
                                <a:gd name="T43" fmla="*/ 23 h 36"/>
                                <a:gd name="T44" fmla="*/ 52 w 74"/>
                                <a:gd name="T45" fmla="*/ 20 h 36"/>
                                <a:gd name="T46" fmla="*/ 58 w 74"/>
                                <a:gd name="T47" fmla="*/ 19 h 36"/>
                                <a:gd name="T48" fmla="*/ 60 w 74"/>
                                <a:gd name="T49" fmla="*/ 16 h 36"/>
                                <a:gd name="T50" fmla="*/ 70 w 74"/>
                                <a:gd name="T51" fmla="*/ 13 h 36"/>
                                <a:gd name="T52" fmla="*/ 73 w 74"/>
                                <a:gd name="T53" fmla="*/ 11 h 36"/>
                                <a:gd name="T54" fmla="*/ 72 w 74"/>
                                <a:gd name="T55" fmla="*/ 7 h 36"/>
                                <a:gd name="T56" fmla="*/ 67 w 74"/>
                                <a:gd name="T57" fmla="*/ 5 h 36"/>
                                <a:gd name="T58" fmla="*/ 61 w 74"/>
                                <a:gd name="T59" fmla="*/ 3 h 36"/>
                                <a:gd name="T60" fmla="*/ 54 w 74"/>
                                <a:gd name="T61" fmla="*/ 2 h 36"/>
                                <a:gd name="T62" fmla="*/ 49 w 74"/>
                                <a:gd name="T63" fmla="*/ 3 h 36"/>
                                <a:gd name="T64" fmla="*/ 45 w 74"/>
                                <a:gd name="T65" fmla="*/ 3 h 36"/>
                                <a:gd name="T66" fmla="*/ 42 w 74"/>
                                <a:gd name="T67" fmla="*/ 3 h 36"/>
                                <a:gd name="T68" fmla="*/ 37 w 74"/>
                                <a:gd name="T69" fmla="*/ 2 h 36"/>
                                <a:gd name="T70" fmla="*/ 31 w 74"/>
                                <a:gd name="T71" fmla="*/ 1 h 36"/>
                                <a:gd name="T72" fmla="*/ 28 w 74"/>
                                <a:gd name="T73" fmla="*/ 4 h 36"/>
                                <a:gd name="T74" fmla="*/ 19 w 74"/>
                                <a:gd name="T75" fmla="*/ 4 h 36"/>
                                <a:gd name="T76" fmla="*/ 13 w 74"/>
                                <a:gd name="T77" fmla="*/ 4 h 36"/>
                                <a:gd name="T78" fmla="*/ 12 w 74"/>
                                <a:gd name="T79" fmla="*/ 6 h 36"/>
                                <a:gd name="T80" fmla="*/ 11 w 74"/>
                                <a:gd name="T81" fmla="*/ 8 h 36"/>
                                <a:gd name="T82" fmla="*/ 12 w 74"/>
                                <a:gd name="T83" fmla="*/ 10 h 36"/>
                                <a:gd name="T84" fmla="*/ 10 w 74"/>
                                <a:gd name="T85" fmla="*/ 12 h 36"/>
                                <a:gd name="T86" fmla="*/ 6 w 74"/>
                                <a:gd name="T87" fmla="*/ 16 h 36"/>
                                <a:gd name="T88" fmla="*/ 10 w 74"/>
                                <a:gd name="T89" fmla="*/ 17 h 36"/>
                                <a:gd name="T90" fmla="*/ 12 w 74"/>
                                <a:gd name="T91" fmla="*/ 19 h 36"/>
                                <a:gd name="T92" fmla="*/ 14 w 74"/>
                                <a:gd name="T93" fmla="*/ 18 h 36"/>
                                <a:gd name="T94" fmla="*/ 15 w 74"/>
                                <a:gd name="T95" fmla="*/ 16 h 36"/>
                                <a:gd name="T96" fmla="*/ 17 w 74"/>
                                <a:gd name="T97" fmla="*/ 18 h 36"/>
                                <a:gd name="T98" fmla="*/ 19 w 74"/>
                                <a:gd name="T99" fmla="*/ 20 h 36"/>
                                <a:gd name="T100" fmla="*/ 23 w 74"/>
                                <a:gd name="T101" fmla="*/ 22 h 36"/>
                                <a:gd name="T102" fmla="*/ 26 w 74"/>
                                <a:gd name="T103" fmla="*/ 23 h 36"/>
                                <a:gd name="T104" fmla="*/ 23 w 74"/>
                                <a:gd name="T105" fmla="*/ 25 h 36"/>
                                <a:gd name="T106" fmla="*/ 21 w 74"/>
                                <a:gd name="T107" fmla="*/ 24 h 36"/>
                                <a:gd name="T108" fmla="*/ 19 w 74"/>
                                <a:gd name="T109" fmla="*/ 25 h 36"/>
                                <a:gd name="T110" fmla="*/ 16 w 74"/>
                                <a:gd name="T111" fmla="*/ 28 h 36"/>
                                <a:gd name="T112" fmla="*/ 14 w 74"/>
                                <a:gd name="T113" fmla="*/ 26 h 36"/>
                                <a:gd name="T114" fmla="*/ 12 w 74"/>
                                <a:gd name="T115" fmla="*/ 27 h 36"/>
                                <a:gd name="T116" fmla="*/ 12 w 74"/>
                                <a:gd name="T117" fmla="*/ 30 h 36"/>
                                <a:gd name="T118" fmla="*/ 11 w 74"/>
                                <a:gd name="T119" fmla="*/ 28 h 36"/>
                                <a:gd name="T120" fmla="*/ 10 w 74"/>
                                <a:gd name="T121" fmla="*/ 28 h 36"/>
                                <a:gd name="T122" fmla="*/ 9 w 74"/>
                                <a:gd name="T123" fmla="*/ 30 h 3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74" h="36">
                                  <a:moveTo>
                                    <a:pt x="9" y="30"/>
                                  </a:moveTo>
                                  <a:cubicBezTo>
                                    <a:pt x="7" y="29"/>
                                    <a:pt x="7" y="29"/>
                                    <a:pt x="7" y="29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4" y="28"/>
                                    <a:pt x="4" y="28"/>
                                    <a:pt x="4" y="28"/>
                                  </a:cubicBezTo>
                                  <a:cubicBezTo>
                                    <a:pt x="2" y="28"/>
                                    <a:pt x="2" y="28"/>
                                    <a:pt x="2" y="28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29"/>
                                    <a:pt x="0" y="30"/>
                                    <a:pt x="0" y="30"/>
                                  </a:cubicBezTo>
                                  <a:cubicBezTo>
                                    <a:pt x="0" y="31"/>
                                    <a:pt x="0" y="32"/>
                                    <a:pt x="0" y="32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2" y="34"/>
                                    <a:pt x="12" y="34"/>
                                    <a:pt x="12" y="34"/>
                                  </a:cubicBezTo>
                                  <a:cubicBezTo>
                                    <a:pt x="12" y="34"/>
                                    <a:pt x="14" y="33"/>
                                    <a:pt x="14" y="33"/>
                                  </a:cubicBezTo>
                                  <a:cubicBezTo>
                                    <a:pt x="14" y="33"/>
                                    <a:pt x="15" y="33"/>
                                    <a:pt x="15" y="33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9" y="35"/>
                                    <a:pt x="19" y="35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21" y="35"/>
                                    <a:pt x="22" y="35"/>
                                  </a:cubicBezTo>
                                  <a:cubicBezTo>
                                    <a:pt x="22" y="35"/>
                                    <a:pt x="23" y="34"/>
                                    <a:pt x="23" y="34"/>
                                  </a:cubicBezTo>
                                  <a:cubicBezTo>
                                    <a:pt x="24" y="34"/>
                                    <a:pt x="25" y="34"/>
                                    <a:pt x="25" y="35"/>
                                  </a:cubicBezTo>
                                  <a:cubicBezTo>
                                    <a:pt x="25" y="35"/>
                                    <a:pt x="28" y="34"/>
                                    <a:pt x="28" y="34"/>
                                  </a:cubicBezTo>
                                  <a:cubicBezTo>
                                    <a:pt x="28" y="34"/>
                                    <a:pt x="30" y="34"/>
                                    <a:pt x="30" y="34"/>
                                  </a:cubicBezTo>
                                  <a:cubicBezTo>
                                    <a:pt x="30" y="34"/>
                                    <a:pt x="31" y="34"/>
                                    <a:pt x="31" y="34"/>
                                  </a:cubicBezTo>
                                  <a:cubicBezTo>
                                    <a:pt x="31" y="34"/>
                                    <a:pt x="32" y="33"/>
                                    <a:pt x="32" y="32"/>
                                  </a:cubicBezTo>
                                  <a:cubicBezTo>
                                    <a:pt x="31" y="32"/>
                                    <a:pt x="31" y="32"/>
                                    <a:pt x="31" y="31"/>
                                  </a:cubicBezTo>
                                  <a:cubicBezTo>
                                    <a:pt x="31" y="31"/>
                                    <a:pt x="31" y="30"/>
                                    <a:pt x="31" y="30"/>
                                  </a:cubicBezTo>
                                  <a:cubicBezTo>
                                    <a:pt x="32" y="29"/>
                                    <a:pt x="33" y="29"/>
                                    <a:pt x="33" y="29"/>
                                  </a:cubicBezTo>
                                  <a:cubicBezTo>
                                    <a:pt x="33" y="29"/>
                                    <a:pt x="34" y="29"/>
                                    <a:pt x="34" y="28"/>
                                  </a:cubicBezTo>
                                  <a:cubicBezTo>
                                    <a:pt x="34" y="28"/>
                                    <a:pt x="36" y="27"/>
                                    <a:pt x="36" y="27"/>
                                  </a:cubicBezTo>
                                  <a:cubicBezTo>
                                    <a:pt x="36" y="27"/>
                                    <a:pt x="37" y="26"/>
                                    <a:pt x="37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5"/>
                                    <a:pt x="38" y="25"/>
                                  </a:cubicBezTo>
                                  <a:cubicBezTo>
                                    <a:pt x="39" y="25"/>
                                    <a:pt x="40" y="25"/>
                                    <a:pt x="40" y="25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5" y="26"/>
                                    <a:pt x="45" y="26"/>
                                    <a:pt x="45" y="26"/>
                                  </a:cubicBezTo>
                                  <a:cubicBezTo>
                                    <a:pt x="47" y="25"/>
                                    <a:pt x="47" y="25"/>
                                    <a:pt x="47" y="25"/>
                                  </a:cubicBezTo>
                                  <a:cubicBezTo>
                                    <a:pt x="48" y="26"/>
                                    <a:pt x="48" y="26"/>
                                    <a:pt x="48" y="26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50" y="22"/>
                                    <a:pt x="50" y="21"/>
                                  </a:cubicBezTo>
                                  <a:cubicBezTo>
                                    <a:pt x="50" y="21"/>
                                    <a:pt x="52" y="20"/>
                                    <a:pt x="52" y="20"/>
                                  </a:cubicBezTo>
                                  <a:cubicBezTo>
                                    <a:pt x="57" y="20"/>
                                    <a:pt x="57" y="20"/>
                                    <a:pt x="57" y="20"/>
                                  </a:cubicBezTo>
                                  <a:cubicBezTo>
                                    <a:pt x="58" y="19"/>
                                    <a:pt x="58" y="19"/>
                                    <a:pt x="58" y="19"/>
                                  </a:cubicBezTo>
                                  <a:cubicBezTo>
                                    <a:pt x="60" y="18"/>
                                    <a:pt x="60" y="18"/>
                                    <a:pt x="60" y="18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5" y="15"/>
                                    <a:pt x="65" y="15"/>
                                    <a:pt x="65" y="15"/>
                                  </a:cubicBezTo>
                                  <a:cubicBezTo>
                                    <a:pt x="70" y="13"/>
                                    <a:pt x="70" y="13"/>
                                    <a:pt x="70" y="13"/>
                                  </a:cubicBezTo>
                                  <a:cubicBezTo>
                                    <a:pt x="70" y="13"/>
                                    <a:pt x="72" y="11"/>
                                    <a:pt x="72" y="11"/>
                                  </a:cubicBezTo>
                                  <a:cubicBezTo>
                                    <a:pt x="72" y="11"/>
                                    <a:pt x="73" y="11"/>
                                    <a:pt x="73" y="11"/>
                                  </a:cubicBezTo>
                                  <a:cubicBezTo>
                                    <a:pt x="74" y="9"/>
                                    <a:pt x="74" y="9"/>
                                    <a:pt x="74" y="9"/>
                                  </a:cubicBezTo>
                                  <a:cubicBezTo>
                                    <a:pt x="72" y="7"/>
                                    <a:pt x="72" y="7"/>
                                    <a:pt x="72" y="7"/>
                                  </a:cubicBezTo>
                                  <a:cubicBezTo>
                                    <a:pt x="69" y="7"/>
                                    <a:pt x="69" y="7"/>
                                    <a:pt x="69" y="7"/>
                                  </a:cubicBezTo>
                                  <a:cubicBezTo>
                                    <a:pt x="67" y="5"/>
                                    <a:pt x="67" y="5"/>
                                    <a:pt x="67" y="5"/>
                                  </a:cubicBezTo>
                                  <a:cubicBezTo>
                                    <a:pt x="67" y="4"/>
                                    <a:pt x="67" y="4"/>
                                    <a:pt x="67" y="4"/>
                                  </a:cubicBezTo>
                                  <a:cubicBezTo>
                                    <a:pt x="61" y="3"/>
                                    <a:pt x="61" y="3"/>
                                    <a:pt x="61" y="3"/>
                                  </a:cubicBezTo>
                                  <a:cubicBezTo>
                                    <a:pt x="55" y="3"/>
                                    <a:pt x="55" y="3"/>
                                    <a:pt x="55" y="3"/>
                                  </a:cubicBezTo>
                                  <a:cubicBezTo>
                                    <a:pt x="54" y="2"/>
                                    <a:pt x="54" y="2"/>
                                    <a:pt x="54" y="2"/>
                                  </a:cubicBezTo>
                                  <a:cubicBezTo>
                                    <a:pt x="51" y="2"/>
                                    <a:pt x="51" y="2"/>
                                    <a:pt x="51" y="2"/>
                                  </a:cubicBezTo>
                                  <a:cubicBezTo>
                                    <a:pt x="49" y="3"/>
                                    <a:pt x="49" y="3"/>
                                    <a:pt x="49" y="3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5" y="3"/>
                                    <a:pt x="43" y="4"/>
                                    <a:pt x="43" y="4"/>
                                  </a:cubicBezTo>
                                  <a:cubicBezTo>
                                    <a:pt x="42" y="4"/>
                                    <a:pt x="42" y="4"/>
                                    <a:pt x="42" y="3"/>
                                  </a:cubicBezTo>
                                  <a:cubicBezTo>
                                    <a:pt x="41" y="3"/>
                                    <a:pt x="39" y="3"/>
                                    <a:pt x="39" y="3"/>
                                  </a:cubicBezTo>
                                  <a:cubicBezTo>
                                    <a:pt x="39" y="3"/>
                                    <a:pt x="37" y="2"/>
                                    <a:pt x="37" y="2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1" y="1"/>
                                    <a:pt x="31" y="1"/>
                                  </a:cubicBezTo>
                                  <a:cubicBezTo>
                                    <a:pt x="31" y="1"/>
                                    <a:pt x="29" y="2"/>
                                    <a:pt x="29" y="2"/>
                                  </a:cubicBezTo>
                                  <a:cubicBezTo>
                                    <a:pt x="28" y="4"/>
                                    <a:pt x="28" y="4"/>
                                    <a:pt x="28" y="4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5"/>
                                    <a:pt x="13" y="5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6"/>
                                    <a:pt x="8" y="16"/>
                                    <a:pt x="8" y="16"/>
                                  </a:cubicBezTo>
                                  <a:cubicBezTo>
                                    <a:pt x="8" y="16"/>
                                    <a:pt x="10" y="17"/>
                                    <a:pt x="10" y="17"/>
                                  </a:cubicBezTo>
                                  <a:cubicBezTo>
                                    <a:pt x="10" y="17"/>
                                    <a:pt x="10" y="19"/>
                                    <a:pt x="10" y="19"/>
                                  </a:cubicBezTo>
                                  <a:cubicBezTo>
                                    <a:pt x="11" y="19"/>
                                    <a:pt x="12" y="19"/>
                                    <a:pt x="12" y="19"/>
                                  </a:cubicBezTo>
                                  <a:cubicBezTo>
                                    <a:pt x="13" y="19"/>
                                    <a:pt x="14" y="19"/>
                                    <a:pt x="14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5" y="16"/>
                                    <a:pt x="15" y="16"/>
                                  </a:cubicBezTo>
                                  <a:cubicBezTo>
                                    <a:pt x="15" y="16"/>
                                    <a:pt x="16" y="16"/>
                                    <a:pt x="17" y="16"/>
                                  </a:cubicBezTo>
                                  <a:cubicBezTo>
                                    <a:pt x="17" y="17"/>
                                    <a:pt x="17" y="18"/>
                                    <a:pt x="17" y="18"/>
                                  </a:cubicBezTo>
                                  <a:cubicBezTo>
                                    <a:pt x="17" y="19"/>
                                    <a:pt x="18" y="18"/>
                                    <a:pt x="19" y="19"/>
                                  </a:cubicBezTo>
                                  <a:cubicBezTo>
                                    <a:pt x="20" y="19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21" y="20"/>
                                    <a:pt x="21" y="20"/>
                                  </a:cubicBezTo>
                                  <a:cubicBezTo>
                                    <a:pt x="21" y="21"/>
                                    <a:pt x="22" y="22"/>
                                    <a:pt x="23" y="22"/>
                                  </a:cubicBezTo>
                                  <a:cubicBezTo>
                                    <a:pt x="23" y="22"/>
                                    <a:pt x="25" y="22"/>
                                    <a:pt x="25" y="22"/>
                                  </a:cubicBezTo>
                                  <a:cubicBezTo>
                                    <a:pt x="26" y="23"/>
                                    <a:pt x="26" y="23"/>
                                    <a:pt x="26" y="23"/>
                                  </a:cubicBezTo>
                                  <a:cubicBezTo>
                                    <a:pt x="26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3" y="24"/>
                                    <a:pt x="23" y="25"/>
                                  </a:cubicBezTo>
                                  <a:cubicBezTo>
                                    <a:pt x="23" y="25"/>
                                    <a:pt x="23" y="24"/>
                                    <a:pt x="22" y="24"/>
                                  </a:cubicBezTo>
                                  <a:cubicBezTo>
                                    <a:pt x="22" y="24"/>
                                    <a:pt x="21" y="24"/>
                                    <a:pt x="21" y="24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1" y="25"/>
                                    <a:pt x="19" y="25"/>
                                    <a:pt x="19" y="25"/>
                                  </a:cubicBezTo>
                                  <a:cubicBezTo>
                                    <a:pt x="19" y="26"/>
                                    <a:pt x="18" y="26"/>
                                    <a:pt x="18" y="27"/>
                                  </a:cubicBezTo>
                                  <a:cubicBezTo>
                                    <a:pt x="18" y="27"/>
                                    <a:pt x="17" y="27"/>
                                    <a:pt x="16" y="28"/>
                                  </a:cubicBezTo>
                                  <a:cubicBezTo>
                                    <a:pt x="16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4" y="26"/>
                                    <a:pt x="14" y="26"/>
                                  </a:cubicBezTo>
                                  <a:cubicBezTo>
                                    <a:pt x="14" y="26"/>
                                    <a:pt x="13" y="26"/>
                                    <a:pt x="12" y="26"/>
                                  </a:cubicBezTo>
                                  <a:cubicBezTo>
                                    <a:pt x="12" y="26"/>
                                    <a:pt x="12" y="27"/>
                                    <a:pt x="12" y="27"/>
                                  </a:cubicBezTo>
                                  <a:cubicBezTo>
                                    <a:pt x="12" y="27"/>
                                    <a:pt x="13" y="28"/>
                                    <a:pt x="12" y="29"/>
                                  </a:cubicBezTo>
                                  <a:cubicBezTo>
                                    <a:pt x="12" y="29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0" y="28"/>
                                    <a:pt x="10" y="28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9" y="29"/>
                                  </a:cubicBezTo>
                                  <a:lnTo>
                                    <a:pt x="9" y="3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7" name="Freeform 853">
                              <a:extLst>
                                <a:ext uri="{FF2B5EF4-FFF2-40B4-BE49-F238E27FC236}">
                                  <a16:creationId xmlns:a16="http://schemas.microsoft.com/office/drawing/2014/main" id="{797F5D2F-6158-3CFF-BEE8-E3E91C4BCD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686550" y="3005138"/>
                              <a:ext cx="1144587" cy="628650"/>
                            </a:xfrm>
                            <a:custGeom>
                              <a:avLst/>
                              <a:gdLst>
                                <a:gd name="T0" fmla="*/ 82 w 275"/>
                                <a:gd name="T1" fmla="*/ 105 h 151"/>
                                <a:gd name="T2" fmla="*/ 126 w 275"/>
                                <a:gd name="T3" fmla="*/ 123 h 151"/>
                                <a:gd name="T4" fmla="*/ 136 w 275"/>
                                <a:gd name="T5" fmla="*/ 139 h 151"/>
                                <a:gd name="T6" fmla="*/ 149 w 275"/>
                                <a:gd name="T7" fmla="*/ 148 h 151"/>
                                <a:gd name="T8" fmla="*/ 164 w 275"/>
                                <a:gd name="T9" fmla="*/ 138 h 151"/>
                                <a:gd name="T10" fmla="*/ 174 w 275"/>
                                <a:gd name="T11" fmla="*/ 131 h 151"/>
                                <a:gd name="T12" fmla="*/ 197 w 275"/>
                                <a:gd name="T13" fmla="*/ 130 h 151"/>
                                <a:gd name="T14" fmla="*/ 216 w 275"/>
                                <a:gd name="T15" fmla="*/ 130 h 151"/>
                                <a:gd name="T16" fmla="*/ 229 w 275"/>
                                <a:gd name="T17" fmla="*/ 133 h 151"/>
                                <a:gd name="T18" fmla="*/ 233 w 275"/>
                                <a:gd name="T19" fmla="*/ 127 h 151"/>
                                <a:gd name="T20" fmla="*/ 228 w 275"/>
                                <a:gd name="T21" fmla="*/ 112 h 151"/>
                                <a:gd name="T22" fmla="*/ 241 w 275"/>
                                <a:gd name="T23" fmla="*/ 108 h 151"/>
                                <a:gd name="T24" fmla="*/ 259 w 275"/>
                                <a:gd name="T25" fmla="*/ 91 h 151"/>
                                <a:gd name="T26" fmla="*/ 265 w 275"/>
                                <a:gd name="T27" fmla="*/ 83 h 151"/>
                                <a:gd name="T28" fmla="*/ 273 w 275"/>
                                <a:gd name="T29" fmla="*/ 70 h 151"/>
                                <a:gd name="T30" fmla="*/ 270 w 275"/>
                                <a:gd name="T31" fmla="*/ 65 h 151"/>
                                <a:gd name="T32" fmla="*/ 260 w 275"/>
                                <a:gd name="T33" fmla="*/ 58 h 151"/>
                                <a:gd name="T34" fmla="*/ 250 w 275"/>
                                <a:gd name="T35" fmla="*/ 49 h 151"/>
                                <a:gd name="T36" fmla="*/ 241 w 275"/>
                                <a:gd name="T37" fmla="*/ 51 h 151"/>
                                <a:gd name="T38" fmla="*/ 233 w 275"/>
                                <a:gd name="T39" fmla="*/ 46 h 151"/>
                                <a:gd name="T40" fmla="*/ 203 w 275"/>
                                <a:gd name="T41" fmla="*/ 15 h 151"/>
                                <a:gd name="T42" fmla="*/ 202 w 275"/>
                                <a:gd name="T43" fmla="*/ 12 h 151"/>
                                <a:gd name="T44" fmla="*/ 193 w 275"/>
                                <a:gd name="T45" fmla="*/ 18 h 151"/>
                                <a:gd name="T46" fmla="*/ 184 w 275"/>
                                <a:gd name="T47" fmla="*/ 21 h 151"/>
                                <a:gd name="T48" fmla="*/ 182 w 275"/>
                                <a:gd name="T49" fmla="*/ 16 h 151"/>
                                <a:gd name="T50" fmla="*/ 173 w 275"/>
                                <a:gd name="T51" fmla="*/ 12 h 151"/>
                                <a:gd name="T52" fmla="*/ 168 w 275"/>
                                <a:gd name="T53" fmla="*/ 8 h 151"/>
                                <a:gd name="T54" fmla="*/ 160 w 275"/>
                                <a:gd name="T55" fmla="*/ 2 h 151"/>
                                <a:gd name="T56" fmla="*/ 148 w 275"/>
                                <a:gd name="T57" fmla="*/ 3 h 151"/>
                                <a:gd name="T58" fmla="*/ 127 w 275"/>
                                <a:gd name="T59" fmla="*/ 10 h 151"/>
                                <a:gd name="T60" fmla="*/ 114 w 275"/>
                                <a:gd name="T61" fmla="*/ 13 h 151"/>
                                <a:gd name="T62" fmla="*/ 102 w 275"/>
                                <a:gd name="T63" fmla="*/ 16 h 151"/>
                                <a:gd name="T64" fmla="*/ 99 w 275"/>
                                <a:gd name="T65" fmla="*/ 19 h 151"/>
                                <a:gd name="T66" fmla="*/ 100 w 275"/>
                                <a:gd name="T67" fmla="*/ 23 h 151"/>
                                <a:gd name="T68" fmla="*/ 103 w 275"/>
                                <a:gd name="T69" fmla="*/ 28 h 151"/>
                                <a:gd name="T70" fmla="*/ 95 w 275"/>
                                <a:gd name="T71" fmla="*/ 40 h 151"/>
                                <a:gd name="T72" fmla="*/ 102 w 275"/>
                                <a:gd name="T73" fmla="*/ 47 h 151"/>
                                <a:gd name="T74" fmla="*/ 90 w 275"/>
                                <a:gd name="T75" fmla="*/ 55 h 151"/>
                                <a:gd name="T76" fmla="*/ 79 w 275"/>
                                <a:gd name="T77" fmla="*/ 48 h 151"/>
                                <a:gd name="T78" fmla="*/ 69 w 275"/>
                                <a:gd name="T79" fmla="*/ 49 h 151"/>
                                <a:gd name="T80" fmla="*/ 58 w 275"/>
                                <a:gd name="T81" fmla="*/ 51 h 151"/>
                                <a:gd name="T82" fmla="*/ 54 w 275"/>
                                <a:gd name="T83" fmla="*/ 52 h 151"/>
                                <a:gd name="T84" fmla="*/ 40 w 275"/>
                                <a:gd name="T85" fmla="*/ 41 h 151"/>
                                <a:gd name="T86" fmla="*/ 30 w 275"/>
                                <a:gd name="T87" fmla="*/ 41 h 151"/>
                                <a:gd name="T88" fmla="*/ 17 w 275"/>
                                <a:gd name="T89" fmla="*/ 53 h 151"/>
                                <a:gd name="T90" fmla="*/ 11 w 275"/>
                                <a:gd name="T91" fmla="*/ 60 h 151"/>
                                <a:gd name="T92" fmla="*/ 2 w 275"/>
                                <a:gd name="T93" fmla="*/ 66 h 151"/>
                                <a:gd name="T94" fmla="*/ 3 w 275"/>
                                <a:gd name="T95" fmla="*/ 77 h 151"/>
                                <a:gd name="T96" fmla="*/ 12 w 275"/>
                                <a:gd name="T97" fmla="*/ 84 h 151"/>
                                <a:gd name="T98" fmla="*/ 21 w 275"/>
                                <a:gd name="T99" fmla="*/ 99 h 151"/>
                                <a:gd name="T100" fmla="*/ 38 w 275"/>
                                <a:gd name="T101" fmla="*/ 93 h 151"/>
                                <a:gd name="T102" fmla="*/ 47 w 275"/>
                                <a:gd name="T103" fmla="*/ 97 h 151"/>
                                <a:gd name="T104" fmla="*/ 53 w 275"/>
                                <a:gd name="T105" fmla="*/ 103 h 151"/>
                                <a:gd name="T106" fmla="*/ 49 w 275"/>
                                <a:gd name="T107" fmla="*/ 111 h 151"/>
                                <a:gd name="T108" fmla="*/ 46 w 275"/>
                                <a:gd name="T109" fmla="*/ 114 h 151"/>
                                <a:gd name="T110" fmla="*/ 37 w 275"/>
                                <a:gd name="T111" fmla="*/ 106 h 151"/>
                                <a:gd name="T112" fmla="*/ 33 w 275"/>
                                <a:gd name="T113" fmla="*/ 115 h 151"/>
                                <a:gd name="T114" fmla="*/ 30 w 275"/>
                                <a:gd name="T115" fmla="*/ 120 h 151"/>
                                <a:gd name="T116" fmla="*/ 43 w 275"/>
                                <a:gd name="T117" fmla="*/ 132 h 15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275" h="151">
                                  <a:moveTo>
                                    <a:pt x="48" y="136"/>
                                  </a:moveTo>
                                  <a:cubicBezTo>
                                    <a:pt x="48" y="136"/>
                                    <a:pt x="51" y="135"/>
                                    <a:pt x="51" y="135"/>
                                  </a:cubicBezTo>
                                  <a:cubicBezTo>
                                    <a:pt x="51" y="135"/>
                                    <a:pt x="54" y="135"/>
                                    <a:pt x="55" y="136"/>
                                  </a:cubicBezTo>
                                  <a:cubicBezTo>
                                    <a:pt x="56" y="137"/>
                                    <a:pt x="59" y="141"/>
                                    <a:pt x="59" y="141"/>
                                  </a:cubicBezTo>
                                  <a:cubicBezTo>
                                    <a:pt x="61" y="145"/>
                                    <a:pt x="61" y="145"/>
                                    <a:pt x="61" y="145"/>
                                  </a:cubicBezTo>
                                  <a:cubicBezTo>
                                    <a:pt x="65" y="145"/>
                                    <a:pt x="65" y="145"/>
                                    <a:pt x="65" y="145"/>
                                  </a:cubicBezTo>
                                  <a:cubicBezTo>
                                    <a:pt x="65" y="110"/>
                                    <a:pt x="65" y="110"/>
                                    <a:pt x="65" y="110"/>
                                  </a:cubicBezTo>
                                  <a:cubicBezTo>
                                    <a:pt x="82" y="105"/>
                                    <a:pt x="82" y="105"/>
                                    <a:pt x="82" y="105"/>
                                  </a:cubicBezTo>
                                  <a:cubicBezTo>
                                    <a:pt x="92" y="110"/>
                                    <a:pt x="92" y="110"/>
                                    <a:pt x="92" y="110"/>
                                  </a:cubicBezTo>
                                  <a:cubicBezTo>
                                    <a:pt x="99" y="116"/>
                                    <a:pt x="99" y="116"/>
                                    <a:pt x="99" y="116"/>
                                  </a:cubicBezTo>
                                  <a:cubicBezTo>
                                    <a:pt x="100" y="118"/>
                                    <a:pt x="100" y="118"/>
                                    <a:pt x="100" y="118"/>
                                  </a:cubicBezTo>
                                  <a:cubicBezTo>
                                    <a:pt x="105" y="124"/>
                                    <a:pt x="105" y="124"/>
                                    <a:pt x="105" y="124"/>
                                  </a:cubicBezTo>
                                  <a:cubicBezTo>
                                    <a:pt x="111" y="123"/>
                                    <a:pt x="111" y="123"/>
                                    <a:pt x="111" y="123"/>
                                  </a:cubicBezTo>
                                  <a:cubicBezTo>
                                    <a:pt x="119" y="123"/>
                                    <a:pt x="119" y="123"/>
                                    <a:pt x="119" y="123"/>
                                  </a:cubicBezTo>
                                  <a:cubicBezTo>
                                    <a:pt x="123" y="124"/>
                                    <a:pt x="123" y="124"/>
                                    <a:pt x="123" y="124"/>
                                  </a:cubicBezTo>
                                  <a:cubicBezTo>
                                    <a:pt x="126" y="123"/>
                                    <a:pt x="126" y="123"/>
                                    <a:pt x="126" y="123"/>
                                  </a:cubicBezTo>
                                  <a:cubicBezTo>
                                    <a:pt x="129" y="126"/>
                                    <a:pt x="129" y="126"/>
                                    <a:pt x="129" y="126"/>
                                  </a:cubicBezTo>
                                  <a:cubicBezTo>
                                    <a:pt x="131" y="130"/>
                                    <a:pt x="131" y="130"/>
                                    <a:pt x="131" y="130"/>
                                  </a:cubicBezTo>
                                  <a:cubicBezTo>
                                    <a:pt x="132" y="130"/>
                                    <a:pt x="132" y="130"/>
                                    <a:pt x="132" y="130"/>
                                  </a:cubicBezTo>
                                  <a:cubicBezTo>
                                    <a:pt x="133" y="129"/>
                                    <a:pt x="133" y="129"/>
                                    <a:pt x="133" y="129"/>
                                  </a:cubicBezTo>
                                  <a:cubicBezTo>
                                    <a:pt x="133" y="129"/>
                                    <a:pt x="133" y="129"/>
                                    <a:pt x="133" y="129"/>
                                  </a:cubicBezTo>
                                  <a:cubicBezTo>
                                    <a:pt x="133" y="129"/>
                                    <a:pt x="133" y="134"/>
                                    <a:pt x="133" y="134"/>
                                  </a:cubicBezTo>
                                  <a:cubicBezTo>
                                    <a:pt x="133" y="134"/>
                                    <a:pt x="133" y="139"/>
                                    <a:pt x="133" y="139"/>
                                  </a:cubicBezTo>
                                  <a:cubicBezTo>
                                    <a:pt x="136" y="139"/>
                                    <a:pt x="136" y="139"/>
                                    <a:pt x="136" y="139"/>
                                  </a:cubicBezTo>
                                  <a:cubicBezTo>
                                    <a:pt x="137" y="146"/>
                                    <a:pt x="137" y="146"/>
                                    <a:pt x="137" y="146"/>
                                  </a:cubicBezTo>
                                  <a:cubicBezTo>
                                    <a:pt x="146" y="146"/>
                                    <a:pt x="146" y="146"/>
                                    <a:pt x="146" y="146"/>
                                  </a:cubicBezTo>
                                  <a:cubicBezTo>
                                    <a:pt x="147" y="147"/>
                                    <a:pt x="147" y="147"/>
                                    <a:pt x="147" y="147"/>
                                  </a:cubicBezTo>
                                  <a:cubicBezTo>
                                    <a:pt x="146" y="149"/>
                                    <a:pt x="146" y="149"/>
                                    <a:pt x="146" y="149"/>
                                  </a:cubicBezTo>
                                  <a:cubicBezTo>
                                    <a:pt x="150" y="151"/>
                                    <a:pt x="150" y="151"/>
                                    <a:pt x="150" y="151"/>
                                  </a:cubicBezTo>
                                  <a:cubicBezTo>
                                    <a:pt x="151" y="151"/>
                                    <a:pt x="151" y="151"/>
                                    <a:pt x="151" y="151"/>
                                  </a:cubicBezTo>
                                  <a:cubicBezTo>
                                    <a:pt x="151" y="151"/>
                                    <a:pt x="151" y="150"/>
                                    <a:pt x="150" y="150"/>
                                  </a:cubicBezTo>
                                  <a:cubicBezTo>
                                    <a:pt x="150" y="149"/>
                                    <a:pt x="149" y="148"/>
                                    <a:pt x="149" y="148"/>
                                  </a:cubicBezTo>
                                  <a:cubicBezTo>
                                    <a:pt x="151" y="147"/>
                                    <a:pt x="151" y="147"/>
                                    <a:pt x="151" y="147"/>
                                  </a:cubicBezTo>
                                  <a:cubicBezTo>
                                    <a:pt x="153" y="146"/>
                                    <a:pt x="153" y="146"/>
                                    <a:pt x="153" y="146"/>
                                  </a:cubicBezTo>
                                  <a:cubicBezTo>
                                    <a:pt x="153" y="144"/>
                                    <a:pt x="153" y="144"/>
                                    <a:pt x="153" y="144"/>
                                  </a:cubicBezTo>
                                  <a:cubicBezTo>
                                    <a:pt x="155" y="143"/>
                                    <a:pt x="155" y="143"/>
                                    <a:pt x="155" y="143"/>
                                  </a:cubicBezTo>
                                  <a:cubicBezTo>
                                    <a:pt x="156" y="142"/>
                                    <a:pt x="156" y="142"/>
                                    <a:pt x="156" y="142"/>
                                  </a:cubicBezTo>
                                  <a:cubicBezTo>
                                    <a:pt x="159" y="141"/>
                                    <a:pt x="159" y="141"/>
                                    <a:pt x="159" y="141"/>
                                  </a:cubicBezTo>
                                  <a:cubicBezTo>
                                    <a:pt x="159" y="141"/>
                                    <a:pt x="162" y="138"/>
                                    <a:pt x="162" y="138"/>
                                  </a:cubicBezTo>
                                  <a:cubicBezTo>
                                    <a:pt x="163" y="138"/>
                                    <a:pt x="164" y="138"/>
                                    <a:pt x="164" y="138"/>
                                  </a:cubicBezTo>
                                  <a:cubicBezTo>
                                    <a:pt x="166" y="136"/>
                                    <a:pt x="166" y="136"/>
                                    <a:pt x="166" y="136"/>
                                  </a:cubicBezTo>
                                  <a:cubicBezTo>
                                    <a:pt x="166" y="135"/>
                                    <a:pt x="166" y="135"/>
                                    <a:pt x="166" y="135"/>
                                  </a:cubicBezTo>
                                  <a:cubicBezTo>
                                    <a:pt x="167" y="134"/>
                                    <a:pt x="167" y="134"/>
                                    <a:pt x="167" y="134"/>
                                  </a:cubicBezTo>
                                  <a:cubicBezTo>
                                    <a:pt x="167" y="133"/>
                                    <a:pt x="167" y="133"/>
                                    <a:pt x="167" y="133"/>
                                  </a:cubicBezTo>
                                  <a:cubicBezTo>
                                    <a:pt x="168" y="132"/>
                                    <a:pt x="168" y="132"/>
                                    <a:pt x="168" y="132"/>
                                  </a:cubicBezTo>
                                  <a:cubicBezTo>
                                    <a:pt x="168" y="132"/>
                                    <a:pt x="168" y="131"/>
                                    <a:pt x="168" y="131"/>
                                  </a:cubicBezTo>
                                  <a:cubicBezTo>
                                    <a:pt x="168" y="131"/>
                                    <a:pt x="172" y="130"/>
                                    <a:pt x="172" y="130"/>
                                  </a:cubicBezTo>
                                  <a:cubicBezTo>
                                    <a:pt x="174" y="131"/>
                                    <a:pt x="174" y="131"/>
                                    <a:pt x="174" y="131"/>
                                  </a:cubicBezTo>
                                  <a:cubicBezTo>
                                    <a:pt x="183" y="135"/>
                                    <a:pt x="183" y="135"/>
                                    <a:pt x="183" y="135"/>
                                  </a:cubicBezTo>
                                  <a:cubicBezTo>
                                    <a:pt x="183" y="131"/>
                                    <a:pt x="183" y="131"/>
                                    <a:pt x="183" y="131"/>
                                  </a:cubicBezTo>
                                  <a:cubicBezTo>
                                    <a:pt x="184" y="129"/>
                                    <a:pt x="184" y="129"/>
                                    <a:pt x="184" y="129"/>
                                  </a:cubicBezTo>
                                  <a:cubicBezTo>
                                    <a:pt x="184" y="129"/>
                                    <a:pt x="186" y="128"/>
                                    <a:pt x="186" y="128"/>
                                  </a:cubicBezTo>
                                  <a:cubicBezTo>
                                    <a:pt x="186" y="128"/>
                                    <a:pt x="188" y="127"/>
                                    <a:pt x="188" y="127"/>
                                  </a:cubicBezTo>
                                  <a:cubicBezTo>
                                    <a:pt x="192" y="129"/>
                                    <a:pt x="192" y="129"/>
                                    <a:pt x="192" y="129"/>
                                  </a:cubicBezTo>
                                  <a:cubicBezTo>
                                    <a:pt x="192" y="129"/>
                                    <a:pt x="194" y="130"/>
                                    <a:pt x="194" y="130"/>
                                  </a:cubicBezTo>
                                  <a:cubicBezTo>
                                    <a:pt x="194" y="130"/>
                                    <a:pt x="196" y="130"/>
                                    <a:pt x="197" y="130"/>
                                  </a:cubicBezTo>
                                  <a:cubicBezTo>
                                    <a:pt x="197" y="131"/>
                                    <a:pt x="197" y="131"/>
                                    <a:pt x="198" y="131"/>
                                  </a:cubicBezTo>
                                  <a:cubicBezTo>
                                    <a:pt x="198" y="131"/>
                                    <a:pt x="200" y="130"/>
                                    <a:pt x="200" y="130"/>
                                  </a:cubicBezTo>
                                  <a:cubicBezTo>
                                    <a:pt x="202" y="130"/>
                                    <a:pt x="202" y="130"/>
                                    <a:pt x="202" y="130"/>
                                  </a:cubicBezTo>
                                  <a:cubicBezTo>
                                    <a:pt x="204" y="130"/>
                                    <a:pt x="204" y="130"/>
                                    <a:pt x="204" y="130"/>
                                  </a:cubicBezTo>
                                  <a:cubicBezTo>
                                    <a:pt x="206" y="129"/>
                                    <a:pt x="206" y="129"/>
                                    <a:pt x="206" y="129"/>
                                  </a:cubicBezTo>
                                  <a:cubicBezTo>
                                    <a:pt x="209" y="129"/>
                                    <a:pt x="209" y="129"/>
                                    <a:pt x="209" y="129"/>
                                  </a:cubicBezTo>
                                  <a:cubicBezTo>
                                    <a:pt x="210" y="130"/>
                                    <a:pt x="210" y="130"/>
                                    <a:pt x="210" y="130"/>
                                  </a:cubicBezTo>
                                  <a:cubicBezTo>
                                    <a:pt x="216" y="130"/>
                                    <a:pt x="216" y="130"/>
                                    <a:pt x="216" y="130"/>
                                  </a:cubicBezTo>
                                  <a:cubicBezTo>
                                    <a:pt x="222" y="131"/>
                                    <a:pt x="222" y="131"/>
                                    <a:pt x="222" y="131"/>
                                  </a:cubicBezTo>
                                  <a:cubicBezTo>
                                    <a:pt x="222" y="132"/>
                                    <a:pt x="222" y="132"/>
                                    <a:pt x="222" y="132"/>
                                  </a:cubicBezTo>
                                  <a:cubicBezTo>
                                    <a:pt x="224" y="134"/>
                                    <a:pt x="224" y="134"/>
                                    <a:pt x="224" y="134"/>
                                  </a:cubicBezTo>
                                  <a:cubicBezTo>
                                    <a:pt x="227" y="134"/>
                                    <a:pt x="227" y="134"/>
                                    <a:pt x="227" y="134"/>
                                  </a:cubicBezTo>
                                  <a:cubicBezTo>
                                    <a:pt x="229" y="136"/>
                                    <a:pt x="229" y="136"/>
                                    <a:pt x="229" y="136"/>
                                  </a:cubicBezTo>
                                  <a:cubicBezTo>
                                    <a:pt x="229" y="136"/>
                                    <a:pt x="229" y="136"/>
                                    <a:pt x="229" y="136"/>
                                  </a:cubicBezTo>
                                  <a:cubicBezTo>
                                    <a:pt x="229" y="136"/>
                                    <a:pt x="229" y="134"/>
                                    <a:pt x="229" y="134"/>
                                  </a:cubicBezTo>
                                  <a:cubicBezTo>
                                    <a:pt x="229" y="134"/>
                                    <a:pt x="229" y="133"/>
                                    <a:pt x="229" y="133"/>
                                  </a:cubicBezTo>
                                  <a:cubicBezTo>
                                    <a:pt x="228" y="133"/>
                                    <a:pt x="228" y="132"/>
                                    <a:pt x="228" y="132"/>
                                  </a:cubicBezTo>
                                  <a:cubicBezTo>
                                    <a:pt x="230" y="130"/>
                                    <a:pt x="230" y="130"/>
                                    <a:pt x="230" y="130"/>
                                  </a:cubicBezTo>
                                  <a:cubicBezTo>
                                    <a:pt x="231" y="130"/>
                                    <a:pt x="231" y="130"/>
                                    <a:pt x="231" y="130"/>
                                  </a:cubicBezTo>
                                  <a:cubicBezTo>
                                    <a:pt x="231" y="130"/>
                                    <a:pt x="232" y="130"/>
                                    <a:pt x="231" y="130"/>
                                  </a:cubicBezTo>
                                  <a:cubicBezTo>
                                    <a:pt x="231" y="130"/>
                                    <a:pt x="230" y="129"/>
                                    <a:pt x="230" y="129"/>
                                  </a:cubicBezTo>
                                  <a:cubicBezTo>
                                    <a:pt x="230" y="129"/>
                                    <a:pt x="230" y="129"/>
                                    <a:pt x="230" y="129"/>
                                  </a:cubicBezTo>
                                  <a:cubicBezTo>
                                    <a:pt x="231" y="128"/>
                                    <a:pt x="231" y="128"/>
                                    <a:pt x="231" y="128"/>
                                  </a:cubicBezTo>
                                  <a:cubicBezTo>
                                    <a:pt x="233" y="127"/>
                                    <a:pt x="233" y="127"/>
                                    <a:pt x="233" y="127"/>
                                  </a:cubicBezTo>
                                  <a:cubicBezTo>
                                    <a:pt x="233" y="126"/>
                                    <a:pt x="233" y="126"/>
                                    <a:pt x="233" y="126"/>
                                  </a:cubicBezTo>
                                  <a:cubicBezTo>
                                    <a:pt x="233" y="126"/>
                                    <a:pt x="232" y="125"/>
                                    <a:pt x="232" y="125"/>
                                  </a:cubicBezTo>
                                  <a:cubicBezTo>
                                    <a:pt x="232" y="125"/>
                                    <a:pt x="232" y="123"/>
                                    <a:pt x="232" y="123"/>
                                  </a:cubicBezTo>
                                  <a:cubicBezTo>
                                    <a:pt x="231" y="121"/>
                                    <a:pt x="231" y="121"/>
                                    <a:pt x="231" y="121"/>
                                  </a:cubicBezTo>
                                  <a:cubicBezTo>
                                    <a:pt x="230" y="119"/>
                                    <a:pt x="230" y="119"/>
                                    <a:pt x="230" y="119"/>
                                  </a:cubicBezTo>
                                  <a:cubicBezTo>
                                    <a:pt x="230" y="114"/>
                                    <a:pt x="230" y="114"/>
                                    <a:pt x="230" y="114"/>
                                  </a:cubicBezTo>
                                  <a:cubicBezTo>
                                    <a:pt x="229" y="113"/>
                                    <a:pt x="229" y="113"/>
                                    <a:pt x="229" y="113"/>
                                  </a:cubicBezTo>
                                  <a:cubicBezTo>
                                    <a:pt x="228" y="112"/>
                                    <a:pt x="228" y="112"/>
                                    <a:pt x="228" y="112"/>
                                  </a:cubicBezTo>
                                  <a:cubicBezTo>
                                    <a:pt x="228" y="112"/>
                                    <a:pt x="227" y="112"/>
                                    <a:pt x="227" y="112"/>
                                  </a:cubicBezTo>
                                  <a:cubicBezTo>
                                    <a:pt x="227" y="112"/>
                                    <a:pt x="227" y="111"/>
                                    <a:pt x="227" y="111"/>
                                  </a:cubicBezTo>
                                  <a:cubicBezTo>
                                    <a:pt x="229" y="110"/>
                                    <a:pt x="229" y="110"/>
                                    <a:pt x="229" y="110"/>
                                  </a:cubicBezTo>
                                  <a:cubicBezTo>
                                    <a:pt x="232" y="109"/>
                                    <a:pt x="232" y="109"/>
                                    <a:pt x="232" y="109"/>
                                  </a:cubicBezTo>
                                  <a:cubicBezTo>
                                    <a:pt x="232" y="109"/>
                                    <a:pt x="234" y="109"/>
                                    <a:pt x="234" y="109"/>
                                  </a:cubicBezTo>
                                  <a:cubicBezTo>
                                    <a:pt x="235" y="109"/>
                                    <a:pt x="236" y="108"/>
                                    <a:pt x="236" y="108"/>
                                  </a:cubicBezTo>
                                  <a:cubicBezTo>
                                    <a:pt x="236" y="108"/>
                                    <a:pt x="239" y="106"/>
                                    <a:pt x="239" y="106"/>
                                  </a:cubicBezTo>
                                  <a:cubicBezTo>
                                    <a:pt x="241" y="108"/>
                                    <a:pt x="241" y="108"/>
                                    <a:pt x="241" y="108"/>
                                  </a:cubicBezTo>
                                  <a:cubicBezTo>
                                    <a:pt x="245" y="108"/>
                                    <a:pt x="245" y="108"/>
                                    <a:pt x="245" y="108"/>
                                  </a:cubicBezTo>
                                  <a:cubicBezTo>
                                    <a:pt x="245" y="106"/>
                                    <a:pt x="245" y="106"/>
                                    <a:pt x="245" y="106"/>
                                  </a:cubicBezTo>
                                  <a:cubicBezTo>
                                    <a:pt x="245" y="106"/>
                                    <a:pt x="243" y="106"/>
                                    <a:pt x="243" y="106"/>
                                  </a:cubicBezTo>
                                  <a:cubicBezTo>
                                    <a:pt x="243" y="106"/>
                                    <a:pt x="242" y="105"/>
                                    <a:pt x="242" y="105"/>
                                  </a:cubicBezTo>
                                  <a:cubicBezTo>
                                    <a:pt x="245" y="98"/>
                                    <a:pt x="245" y="98"/>
                                    <a:pt x="245" y="98"/>
                                  </a:cubicBezTo>
                                  <a:cubicBezTo>
                                    <a:pt x="248" y="88"/>
                                    <a:pt x="248" y="88"/>
                                    <a:pt x="248" y="88"/>
                                  </a:cubicBezTo>
                                  <a:cubicBezTo>
                                    <a:pt x="253" y="91"/>
                                    <a:pt x="253" y="91"/>
                                    <a:pt x="253" y="91"/>
                                  </a:cubicBezTo>
                                  <a:cubicBezTo>
                                    <a:pt x="259" y="91"/>
                                    <a:pt x="259" y="91"/>
                                    <a:pt x="259" y="91"/>
                                  </a:cubicBezTo>
                                  <a:cubicBezTo>
                                    <a:pt x="261" y="92"/>
                                    <a:pt x="261" y="92"/>
                                    <a:pt x="261" y="92"/>
                                  </a:cubicBezTo>
                                  <a:cubicBezTo>
                                    <a:pt x="263" y="91"/>
                                    <a:pt x="263" y="91"/>
                                    <a:pt x="263" y="91"/>
                                  </a:cubicBezTo>
                                  <a:cubicBezTo>
                                    <a:pt x="264" y="90"/>
                                    <a:pt x="264" y="90"/>
                                    <a:pt x="264" y="90"/>
                                  </a:cubicBezTo>
                                  <a:cubicBezTo>
                                    <a:pt x="265" y="90"/>
                                    <a:pt x="265" y="90"/>
                                    <a:pt x="265" y="90"/>
                                  </a:cubicBezTo>
                                  <a:cubicBezTo>
                                    <a:pt x="266" y="89"/>
                                    <a:pt x="266" y="89"/>
                                    <a:pt x="266" y="89"/>
                                  </a:cubicBezTo>
                                  <a:cubicBezTo>
                                    <a:pt x="266" y="87"/>
                                    <a:pt x="266" y="87"/>
                                    <a:pt x="266" y="87"/>
                                  </a:cubicBezTo>
                                  <a:cubicBezTo>
                                    <a:pt x="265" y="87"/>
                                    <a:pt x="265" y="87"/>
                                    <a:pt x="265" y="87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6" y="77"/>
                                    <a:pt x="266" y="77"/>
                                  </a:cubicBezTo>
                                  <a:cubicBezTo>
                                    <a:pt x="266" y="77"/>
                                    <a:pt x="268" y="76"/>
                                    <a:pt x="269" y="76"/>
                                  </a:cubicBezTo>
                                  <a:cubicBezTo>
                                    <a:pt x="269" y="76"/>
                                    <a:pt x="271" y="75"/>
                                    <a:pt x="272" y="75"/>
                                  </a:cubicBezTo>
                                  <a:cubicBezTo>
                                    <a:pt x="272" y="75"/>
                                    <a:pt x="273" y="74"/>
                                    <a:pt x="273" y="74"/>
                                  </a:cubicBezTo>
                                  <a:cubicBezTo>
                                    <a:pt x="273" y="70"/>
                                    <a:pt x="273" y="70"/>
                                    <a:pt x="273" y="70"/>
                                  </a:cubicBezTo>
                                  <a:cubicBezTo>
                                    <a:pt x="275" y="67"/>
                                    <a:pt x="275" y="67"/>
                                    <a:pt x="275" y="67"/>
                                  </a:cubicBezTo>
                                  <a:cubicBezTo>
                                    <a:pt x="275" y="67"/>
                                    <a:pt x="274" y="66"/>
                                    <a:pt x="274" y="66"/>
                                  </a:cubicBezTo>
                                  <a:cubicBezTo>
                                    <a:pt x="274" y="66"/>
                                    <a:pt x="273" y="65"/>
                                    <a:pt x="273" y="65"/>
                                  </a:cubicBezTo>
                                  <a:cubicBezTo>
                                    <a:pt x="273" y="64"/>
                                    <a:pt x="272" y="64"/>
                                    <a:pt x="272" y="64"/>
                                  </a:cubicBezTo>
                                  <a:cubicBezTo>
                                    <a:pt x="272" y="63"/>
                                    <a:pt x="273" y="62"/>
                                    <a:pt x="273" y="62"/>
                                  </a:cubicBezTo>
                                  <a:cubicBezTo>
                                    <a:pt x="273" y="62"/>
                                    <a:pt x="272" y="62"/>
                                    <a:pt x="272" y="62"/>
                                  </a:cubicBezTo>
                                  <a:cubicBezTo>
                                    <a:pt x="272" y="62"/>
                                    <a:pt x="271" y="63"/>
                                    <a:pt x="270" y="64"/>
                                  </a:cubicBezTo>
                                  <a:cubicBezTo>
                                    <a:pt x="270" y="64"/>
                                    <a:pt x="270" y="65"/>
                                    <a:pt x="270" y="65"/>
                                  </a:cubicBezTo>
                                  <a:cubicBezTo>
                                    <a:pt x="269" y="65"/>
                                    <a:pt x="269" y="65"/>
                                    <a:pt x="268" y="65"/>
                                  </a:cubicBezTo>
                                  <a:cubicBezTo>
                                    <a:pt x="267" y="65"/>
                                    <a:pt x="267" y="65"/>
                                    <a:pt x="266" y="64"/>
                                  </a:cubicBezTo>
                                  <a:cubicBezTo>
                                    <a:pt x="265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3" y="64"/>
                                    <a:pt x="263" y="63"/>
                                  </a:cubicBezTo>
                                  <a:cubicBezTo>
                                    <a:pt x="262" y="63"/>
                                    <a:pt x="262" y="62"/>
                                    <a:pt x="262" y="62"/>
                                  </a:cubicBezTo>
                                  <a:cubicBezTo>
                                    <a:pt x="262" y="62"/>
                                    <a:pt x="262" y="61"/>
                                    <a:pt x="262" y="61"/>
                                  </a:cubicBezTo>
                                  <a:cubicBezTo>
                                    <a:pt x="262" y="60"/>
                                    <a:pt x="262" y="59"/>
                                    <a:pt x="262" y="59"/>
                                  </a:cubicBezTo>
                                  <a:cubicBezTo>
                                    <a:pt x="262" y="59"/>
                                    <a:pt x="260" y="58"/>
                                    <a:pt x="260" y="58"/>
                                  </a:cubicBezTo>
                                  <a:cubicBezTo>
                                    <a:pt x="260" y="58"/>
                                    <a:pt x="259" y="57"/>
                                    <a:pt x="259" y="57"/>
                                  </a:cubicBezTo>
                                  <a:cubicBezTo>
                                    <a:pt x="258" y="57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4" y="53"/>
                                    <a:pt x="254" y="52"/>
                                  </a:cubicBezTo>
                                  <a:cubicBezTo>
                                    <a:pt x="254" y="52"/>
                                    <a:pt x="253" y="51"/>
                                    <a:pt x="253" y="51"/>
                                  </a:cubicBezTo>
                                  <a:cubicBezTo>
                                    <a:pt x="253" y="50"/>
                                    <a:pt x="251" y="50"/>
                                    <a:pt x="251" y="50"/>
                                  </a:cubicBezTo>
                                  <a:cubicBezTo>
                                    <a:pt x="250" y="49"/>
                                    <a:pt x="250" y="49"/>
                                    <a:pt x="250" y="49"/>
                                  </a:cubicBezTo>
                                  <a:cubicBezTo>
                                    <a:pt x="248" y="49"/>
                                    <a:pt x="248" y="49"/>
                                    <a:pt x="248" y="49"/>
                                  </a:cubicBezTo>
                                  <a:cubicBezTo>
                                    <a:pt x="248" y="49"/>
                                    <a:pt x="248" y="50"/>
                                    <a:pt x="248" y="50"/>
                                  </a:cubicBezTo>
                                  <a:cubicBezTo>
                                    <a:pt x="248" y="51"/>
                                    <a:pt x="246" y="51"/>
                                    <a:pt x="246" y="51"/>
                                  </a:cubicBezTo>
                                  <a:cubicBezTo>
                                    <a:pt x="246" y="51"/>
                                    <a:pt x="246" y="50"/>
                                    <a:pt x="246" y="50"/>
                                  </a:cubicBezTo>
                                  <a:cubicBezTo>
                                    <a:pt x="246" y="50"/>
                                    <a:pt x="245" y="51"/>
                                    <a:pt x="245" y="51"/>
                                  </a:cubicBezTo>
                                  <a:cubicBezTo>
                                    <a:pt x="245" y="52"/>
                                    <a:pt x="244" y="52"/>
                                    <a:pt x="244" y="52"/>
                                  </a:cubicBezTo>
                                  <a:cubicBezTo>
                                    <a:pt x="244" y="52"/>
                                    <a:pt x="243" y="52"/>
                                    <a:pt x="243" y="52"/>
                                  </a:cubicBezTo>
                                  <a:cubicBezTo>
                                    <a:pt x="242" y="52"/>
                                    <a:pt x="241" y="52"/>
                                    <a:pt x="241" y="51"/>
                                  </a:cubicBezTo>
                                  <a:cubicBezTo>
                                    <a:pt x="240" y="51"/>
                                    <a:pt x="239" y="51"/>
                                    <a:pt x="239" y="51"/>
                                  </a:cubicBezTo>
                                  <a:cubicBezTo>
                                    <a:pt x="239" y="51"/>
                                    <a:pt x="238" y="52"/>
                                    <a:pt x="238" y="52"/>
                                  </a:cubicBezTo>
                                  <a:cubicBezTo>
                                    <a:pt x="237" y="51"/>
                                    <a:pt x="237" y="51"/>
                                    <a:pt x="237" y="51"/>
                                  </a:cubicBezTo>
                                  <a:cubicBezTo>
                                    <a:pt x="237" y="50"/>
                                    <a:pt x="237" y="50"/>
                                    <a:pt x="237" y="50"/>
                                  </a:cubicBezTo>
                                  <a:cubicBezTo>
                                    <a:pt x="237" y="50"/>
                                    <a:pt x="235" y="50"/>
                                    <a:pt x="235" y="49"/>
                                  </a:cubicBezTo>
                                  <a:cubicBezTo>
                                    <a:pt x="235" y="49"/>
                                    <a:pt x="235" y="49"/>
                                    <a:pt x="235" y="49"/>
                                  </a:cubicBezTo>
                                  <a:cubicBezTo>
                                    <a:pt x="235" y="48"/>
                                    <a:pt x="235" y="47"/>
                                    <a:pt x="235" y="47"/>
                                  </a:cubicBezTo>
                                  <a:cubicBezTo>
                                    <a:pt x="235" y="47"/>
                                    <a:pt x="234" y="47"/>
                                    <a:pt x="233" y="46"/>
                                  </a:cubicBezTo>
                                  <a:cubicBezTo>
                                    <a:pt x="233" y="46"/>
                                    <a:pt x="231" y="47"/>
                                    <a:pt x="231" y="47"/>
                                  </a:cubicBezTo>
                                  <a:cubicBezTo>
                                    <a:pt x="231" y="47"/>
                                    <a:pt x="230" y="47"/>
                                    <a:pt x="230" y="48"/>
                                  </a:cubicBezTo>
                                  <a:cubicBezTo>
                                    <a:pt x="231" y="48"/>
                                    <a:pt x="231" y="48"/>
                                    <a:pt x="231" y="49"/>
                                  </a:cubicBezTo>
                                  <a:cubicBezTo>
                                    <a:pt x="231" y="49"/>
                                    <a:pt x="230" y="50"/>
                                    <a:pt x="230" y="50"/>
                                  </a:cubicBezTo>
                                  <a:cubicBezTo>
                                    <a:pt x="228" y="50"/>
                                    <a:pt x="228" y="50"/>
                                    <a:pt x="228" y="50"/>
                                  </a:cubicBezTo>
                                  <a:cubicBezTo>
                                    <a:pt x="228" y="52"/>
                                    <a:pt x="228" y="52"/>
                                    <a:pt x="228" y="52"/>
                                  </a:cubicBezTo>
                                  <a:cubicBezTo>
                                    <a:pt x="213" y="24"/>
                                    <a:pt x="213" y="24"/>
                                    <a:pt x="213" y="24"/>
                                  </a:cubicBezTo>
                                  <a:cubicBezTo>
                                    <a:pt x="203" y="15"/>
                                    <a:pt x="203" y="15"/>
                                    <a:pt x="203" y="15"/>
                                  </a:cubicBezTo>
                                  <a:cubicBezTo>
                                    <a:pt x="203" y="14"/>
                                    <a:pt x="203" y="14"/>
                                    <a:pt x="203" y="14"/>
                                  </a:cubicBezTo>
                                  <a:cubicBezTo>
                                    <a:pt x="205" y="14"/>
                                    <a:pt x="205" y="14"/>
                                    <a:pt x="205" y="14"/>
                                  </a:cubicBezTo>
                                  <a:cubicBezTo>
                                    <a:pt x="205" y="14"/>
                                    <a:pt x="206" y="13"/>
                                    <a:pt x="206" y="13"/>
                                  </a:cubicBezTo>
                                  <a:cubicBezTo>
                                    <a:pt x="206" y="13"/>
                                    <a:pt x="206" y="12"/>
                                    <a:pt x="206" y="12"/>
                                  </a:cubicBezTo>
                                  <a:cubicBezTo>
                                    <a:pt x="206" y="12"/>
                                    <a:pt x="206" y="11"/>
                                    <a:pt x="206" y="11"/>
                                  </a:cubicBezTo>
                                  <a:cubicBezTo>
                                    <a:pt x="206" y="11"/>
                                    <a:pt x="205" y="11"/>
                                    <a:pt x="205" y="11"/>
                                  </a:cubicBezTo>
                                  <a:cubicBezTo>
                                    <a:pt x="205" y="11"/>
                                    <a:pt x="205" y="12"/>
                                    <a:pt x="205" y="12"/>
                                  </a:cubicBezTo>
                                  <a:cubicBezTo>
                                    <a:pt x="204" y="12"/>
                                    <a:pt x="203" y="12"/>
                                    <a:pt x="202" y="12"/>
                                  </a:cubicBezTo>
                                  <a:cubicBezTo>
                                    <a:pt x="202" y="12"/>
                                    <a:pt x="202" y="13"/>
                                    <a:pt x="202" y="13"/>
                                  </a:cubicBezTo>
                                  <a:cubicBezTo>
                                    <a:pt x="202" y="13"/>
                                    <a:pt x="200" y="14"/>
                                    <a:pt x="200" y="14"/>
                                  </a:cubicBezTo>
                                  <a:cubicBezTo>
                                    <a:pt x="199" y="14"/>
                                    <a:pt x="199" y="14"/>
                                    <a:pt x="198" y="14"/>
                                  </a:cubicBezTo>
                                  <a:cubicBezTo>
                                    <a:pt x="197" y="14"/>
                                    <a:pt x="197" y="14"/>
                                    <a:pt x="197" y="14"/>
                                  </a:cubicBezTo>
                                  <a:cubicBezTo>
                                    <a:pt x="196" y="16"/>
                                    <a:pt x="196" y="16"/>
                                    <a:pt x="196" y="16"/>
                                  </a:cubicBezTo>
                                  <a:cubicBezTo>
                                    <a:pt x="196" y="16"/>
                                    <a:pt x="196" y="17"/>
                                    <a:pt x="196" y="17"/>
                                  </a:cubicBezTo>
                                  <a:cubicBezTo>
                                    <a:pt x="196" y="18"/>
                                    <a:pt x="194" y="18"/>
                                    <a:pt x="194" y="18"/>
                                  </a:cubicBezTo>
                                  <a:cubicBezTo>
                                    <a:pt x="194" y="18"/>
                                    <a:pt x="194" y="19"/>
                                    <a:pt x="193" y="18"/>
                                  </a:cubicBezTo>
                                  <a:cubicBezTo>
                                    <a:pt x="192" y="18"/>
                                    <a:pt x="192" y="18"/>
                                    <a:pt x="192" y="18"/>
                                  </a:cubicBezTo>
                                  <a:cubicBezTo>
                                    <a:pt x="192" y="18"/>
                                    <a:pt x="192" y="19"/>
                                    <a:pt x="192" y="19"/>
                                  </a:cubicBezTo>
                                  <a:cubicBezTo>
                                    <a:pt x="191" y="20"/>
                                    <a:pt x="191" y="19"/>
                                    <a:pt x="190" y="20"/>
                                  </a:cubicBezTo>
                                  <a:cubicBezTo>
                                    <a:pt x="190" y="20"/>
                                    <a:pt x="190" y="20"/>
                                    <a:pt x="190" y="20"/>
                                  </a:cubicBezTo>
                                  <a:cubicBezTo>
                                    <a:pt x="190" y="21"/>
                                    <a:pt x="190" y="22"/>
                                    <a:pt x="189" y="22"/>
                                  </a:cubicBezTo>
                                  <a:cubicBezTo>
                                    <a:pt x="189" y="22"/>
                                    <a:pt x="188" y="21"/>
                                    <a:pt x="187" y="20"/>
                                  </a:cubicBezTo>
                                  <a:cubicBezTo>
                                    <a:pt x="187" y="20"/>
                                    <a:pt x="185" y="19"/>
                                    <a:pt x="185" y="20"/>
                                  </a:cubicBezTo>
                                  <a:cubicBezTo>
                                    <a:pt x="185" y="20"/>
                                    <a:pt x="184" y="21"/>
                                    <a:pt x="184" y="21"/>
                                  </a:cubicBezTo>
                                  <a:cubicBezTo>
                                    <a:pt x="184" y="22"/>
                                    <a:pt x="184" y="22"/>
                                    <a:pt x="184" y="22"/>
                                  </a:cubicBezTo>
                                  <a:cubicBezTo>
                                    <a:pt x="184" y="22"/>
                                    <a:pt x="182" y="21"/>
                                    <a:pt x="182" y="21"/>
                                  </a:cubicBezTo>
                                  <a:cubicBezTo>
                                    <a:pt x="182" y="20"/>
                                    <a:pt x="182" y="19"/>
                                    <a:pt x="182" y="19"/>
                                  </a:cubicBezTo>
                                  <a:cubicBezTo>
                                    <a:pt x="182" y="18"/>
                                    <a:pt x="183" y="18"/>
                                    <a:pt x="183" y="18"/>
                                  </a:cubicBezTo>
                                  <a:cubicBezTo>
                                    <a:pt x="184" y="18"/>
                                    <a:pt x="183" y="18"/>
                                    <a:pt x="184" y="17"/>
                                  </a:cubicBezTo>
                                  <a:cubicBezTo>
                                    <a:pt x="185" y="17"/>
                                    <a:pt x="185" y="16"/>
                                    <a:pt x="185" y="16"/>
                                  </a:cubicBezTo>
                                  <a:cubicBezTo>
                                    <a:pt x="185" y="16"/>
                                    <a:pt x="185" y="14"/>
                                    <a:pt x="184" y="15"/>
                                  </a:cubicBezTo>
                                  <a:cubicBezTo>
                                    <a:pt x="183" y="16"/>
                                    <a:pt x="182" y="16"/>
                                    <a:pt x="182" y="16"/>
                                  </a:cubicBezTo>
                                  <a:cubicBezTo>
                                    <a:pt x="180" y="15"/>
                                    <a:pt x="180" y="15"/>
                                    <a:pt x="180" y="15"/>
                                  </a:cubicBezTo>
                                  <a:cubicBezTo>
                                    <a:pt x="179" y="15"/>
                                    <a:pt x="179" y="15"/>
                                    <a:pt x="179" y="15"/>
                                  </a:cubicBezTo>
                                  <a:cubicBezTo>
                                    <a:pt x="179" y="15"/>
                                    <a:pt x="178" y="14"/>
                                    <a:pt x="178" y="15"/>
                                  </a:cubicBezTo>
                                  <a:cubicBezTo>
                                    <a:pt x="177" y="15"/>
                                    <a:pt x="177" y="15"/>
                                    <a:pt x="177" y="15"/>
                                  </a:cubicBezTo>
                                  <a:cubicBezTo>
                                    <a:pt x="177" y="16"/>
                                    <a:pt x="176" y="16"/>
                                    <a:pt x="176" y="16"/>
                                  </a:cubicBezTo>
                                  <a:cubicBezTo>
                                    <a:pt x="175" y="16"/>
                                    <a:pt x="175" y="15"/>
                                    <a:pt x="175" y="14"/>
                                  </a:cubicBezTo>
                                  <a:cubicBezTo>
                                    <a:pt x="175" y="14"/>
                                    <a:pt x="176" y="13"/>
                                    <a:pt x="175" y="12"/>
                                  </a:cubicBezTo>
                                  <a:cubicBezTo>
                                    <a:pt x="174" y="12"/>
                                    <a:pt x="174" y="11"/>
                                    <a:pt x="173" y="12"/>
                                  </a:cubicBezTo>
                                  <a:cubicBezTo>
                                    <a:pt x="173" y="12"/>
                                    <a:pt x="174" y="13"/>
                                    <a:pt x="173" y="14"/>
                                  </a:cubicBezTo>
                                  <a:cubicBezTo>
                                    <a:pt x="173" y="14"/>
                                    <a:pt x="172" y="14"/>
                                    <a:pt x="172" y="14"/>
                                  </a:cubicBezTo>
                                  <a:cubicBezTo>
                                    <a:pt x="171" y="14"/>
                                    <a:pt x="170" y="15"/>
                                    <a:pt x="170" y="14"/>
                                  </a:cubicBezTo>
                                  <a:cubicBezTo>
                                    <a:pt x="170" y="14"/>
                                    <a:pt x="168" y="14"/>
                                    <a:pt x="168" y="14"/>
                                  </a:cubicBezTo>
                                  <a:cubicBezTo>
                                    <a:pt x="168" y="14"/>
                                    <a:pt x="168" y="14"/>
                                    <a:pt x="167" y="14"/>
                                  </a:cubicBezTo>
                                  <a:cubicBezTo>
                                    <a:pt x="166" y="13"/>
                                    <a:pt x="166" y="12"/>
                                    <a:pt x="166" y="12"/>
                                  </a:cubicBezTo>
                                  <a:cubicBezTo>
                                    <a:pt x="166" y="12"/>
                                    <a:pt x="168" y="10"/>
                                    <a:pt x="168" y="10"/>
                                  </a:cubicBezTo>
                                  <a:cubicBezTo>
                                    <a:pt x="168" y="10"/>
                                    <a:pt x="169" y="9"/>
                                    <a:pt x="168" y="8"/>
                                  </a:cubicBezTo>
                                  <a:cubicBezTo>
                                    <a:pt x="167" y="8"/>
                                    <a:pt x="166" y="7"/>
                                    <a:pt x="166" y="7"/>
                                  </a:cubicBezTo>
                                  <a:cubicBezTo>
                                    <a:pt x="166" y="7"/>
                                    <a:pt x="166" y="6"/>
                                    <a:pt x="166" y="5"/>
                                  </a:cubicBezTo>
                                  <a:cubicBezTo>
                                    <a:pt x="166" y="5"/>
                                    <a:pt x="166" y="4"/>
                                    <a:pt x="166" y="4"/>
                                  </a:cubicBezTo>
                                  <a:cubicBezTo>
                                    <a:pt x="166" y="4"/>
                                    <a:pt x="166" y="3"/>
                                    <a:pt x="166" y="2"/>
                                  </a:cubicBezTo>
                                  <a:cubicBezTo>
                                    <a:pt x="166" y="2"/>
                                    <a:pt x="165" y="1"/>
                                    <a:pt x="164" y="1"/>
                                  </a:cubicBezTo>
                                  <a:cubicBezTo>
                                    <a:pt x="163" y="1"/>
                                    <a:pt x="162" y="1"/>
                                    <a:pt x="162" y="1"/>
                                  </a:cubicBezTo>
                                  <a:cubicBezTo>
                                    <a:pt x="162" y="1"/>
                                    <a:pt x="161" y="2"/>
                                    <a:pt x="161" y="2"/>
                                  </a:cubicBezTo>
                                  <a:cubicBezTo>
                                    <a:pt x="161" y="2"/>
                                    <a:pt x="160" y="2"/>
                                    <a:pt x="160" y="2"/>
                                  </a:cubicBezTo>
                                  <a:cubicBezTo>
                                    <a:pt x="159" y="2"/>
                                    <a:pt x="157" y="0"/>
                                    <a:pt x="157" y="0"/>
                                  </a:cubicBezTo>
                                  <a:cubicBezTo>
                                    <a:pt x="154" y="0"/>
                                    <a:pt x="154" y="0"/>
                                    <a:pt x="154" y="0"/>
                                  </a:cubicBezTo>
                                  <a:cubicBezTo>
                                    <a:pt x="154" y="0"/>
                                    <a:pt x="153" y="0"/>
                                    <a:pt x="153" y="0"/>
                                  </a:cubicBezTo>
                                  <a:cubicBezTo>
                                    <a:pt x="153" y="0"/>
                                    <a:pt x="151" y="0"/>
                                    <a:pt x="151" y="0"/>
                                  </a:cubicBezTo>
                                  <a:cubicBezTo>
                                    <a:pt x="151" y="0"/>
                                    <a:pt x="151" y="1"/>
                                    <a:pt x="150" y="1"/>
                                  </a:cubicBezTo>
                                  <a:cubicBezTo>
                                    <a:pt x="150" y="1"/>
                                    <a:pt x="148" y="2"/>
                                    <a:pt x="148" y="2"/>
                                  </a:cubicBezTo>
                                  <a:cubicBezTo>
                                    <a:pt x="148" y="2"/>
                                    <a:pt x="147" y="2"/>
                                    <a:pt x="148" y="2"/>
                                  </a:cubicBezTo>
                                  <a:cubicBezTo>
                                    <a:pt x="148" y="3"/>
                                    <a:pt x="148" y="3"/>
                                    <a:pt x="148" y="3"/>
                                  </a:cubicBezTo>
                                  <a:cubicBezTo>
                                    <a:pt x="148" y="4"/>
                                    <a:pt x="148" y="4"/>
                                    <a:pt x="148" y="4"/>
                                  </a:cubicBezTo>
                                  <a:cubicBezTo>
                                    <a:pt x="147" y="4"/>
                                    <a:pt x="144" y="5"/>
                                    <a:pt x="144" y="6"/>
                                  </a:cubicBezTo>
                                  <a:cubicBezTo>
                                    <a:pt x="144" y="6"/>
                                    <a:pt x="134" y="8"/>
                                    <a:pt x="134" y="8"/>
                                  </a:cubicBezTo>
                                  <a:cubicBezTo>
                                    <a:pt x="134" y="8"/>
                                    <a:pt x="132" y="8"/>
                                    <a:pt x="132" y="8"/>
                                  </a:cubicBezTo>
                                  <a:cubicBezTo>
                                    <a:pt x="132" y="8"/>
                                    <a:pt x="131" y="9"/>
                                    <a:pt x="131" y="9"/>
                                  </a:cubicBezTo>
                                  <a:cubicBezTo>
                                    <a:pt x="131" y="9"/>
                                    <a:pt x="130" y="8"/>
                                    <a:pt x="130" y="9"/>
                                  </a:cubicBezTo>
                                  <a:cubicBezTo>
                                    <a:pt x="129" y="9"/>
                                    <a:pt x="127" y="9"/>
                                    <a:pt x="127" y="9"/>
                                  </a:cubicBezTo>
                                  <a:cubicBezTo>
                                    <a:pt x="127" y="9"/>
                                    <a:pt x="127" y="10"/>
                                    <a:pt x="127" y="10"/>
                                  </a:cubicBezTo>
                                  <a:cubicBezTo>
                                    <a:pt x="127" y="11"/>
                                    <a:pt x="127" y="12"/>
                                    <a:pt x="127" y="12"/>
                                  </a:cubicBezTo>
                                  <a:cubicBezTo>
                                    <a:pt x="123" y="11"/>
                                    <a:pt x="123" y="11"/>
                                    <a:pt x="123" y="11"/>
                                  </a:cubicBezTo>
                                  <a:cubicBezTo>
                                    <a:pt x="123" y="11"/>
                                    <a:pt x="122" y="12"/>
                                    <a:pt x="121" y="12"/>
                                  </a:cubicBezTo>
                                  <a:cubicBezTo>
                                    <a:pt x="121" y="12"/>
                                    <a:pt x="119" y="12"/>
                                    <a:pt x="119" y="13"/>
                                  </a:cubicBezTo>
                                  <a:cubicBezTo>
                                    <a:pt x="119" y="13"/>
                                    <a:pt x="118" y="13"/>
                                    <a:pt x="118" y="13"/>
                                  </a:cubicBezTo>
                                  <a:cubicBezTo>
                                    <a:pt x="118" y="13"/>
                                    <a:pt x="117" y="13"/>
                                    <a:pt x="117" y="13"/>
                                  </a:cubicBezTo>
                                  <a:cubicBezTo>
                                    <a:pt x="116" y="13"/>
                                    <a:pt x="115" y="13"/>
                                    <a:pt x="115" y="13"/>
                                  </a:cubicBezTo>
                                  <a:cubicBezTo>
                                    <a:pt x="114" y="13"/>
                                    <a:pt x="114" y="13"/>
                                    <a:pt x="114" y="13"/>
                                  </a:cubicBezTo>
                                  <a:cubicBezTo>
                                    <a:pt x="113" y="14"/>
                                    <a:pt x="113" y="14"/>
                                    <a:pt x="113" y="14"/>
                                  </a:cubicBezTo>
                                  <a:cubicBezTo>
                                    <a:pt x="112" y="15"/>
                                    <a:pt x="110" y="15"/>
                                    <a:pt x="110" y="15"/>
                                  </a:cubicBezTo>
                                  <a:cubicBezTo>
                                    <a:pt x="110" y="15"/>
                                    <a:pt x="109" y="16"/>
                                    <a:pt x="109" y="16"/>
                                  </a:cubicBezTo>
                                  <a:cubicBezTo>
                                    <a:pt x="107" y="15"/>
                                    <a:pt x="107" y="15"/>
                                    <a:pt x="107" y="15"/>
                                  </a:cubicBezTo>
                                  <a:cubicBezTo>
                                    <a:pt x="107" y="15"/>
                                    <a:pt x="106" y="15"/>
                                    <a:pt x="106" y="16"/>
                                  </a:cubicBezTo>
                                  <a:cubicBezTo>
                                    <a:pt x="105" y="16"/>
                                    <a:pt x="106" y="16"/>
                                    <a:pt x="105" y="16"/>
                                  </a:cubicBezTo>
                                  <a:cubicBezTo>
                                    <a:pt x="104" y="16"/>
                                    <a:pt x="103" y="15"/>
                                    <a:pt x="103" y="15"/>
                                  </a:cubicBezTo>
                                  <a:cubicBezTo>
                                    <a:pt x="103" y="16"/>
                                    <a:pt x="102" y="16"/>
                                    <a:pt x="102" y="16"/>
                                  </a:cubicBezTo>
                                  <a:cubicBezTo>
                                    <a:pt x="101" y="16"/>
                                    <a:pt x="100" y="16"/>
                                    <a:pt x="100" y="16"/>
                                  </a:cubicBezTo>
                                  <a:cubicBezTo>
                                    <a:pt x="100" y="16"/>
                                    <a:pt x="100" y="16"/>
                                    <a:pt x="100" y="16"/>
                                  </a:cubicBezTo>
                                  <a:cubicBezTo>
                                    <a:pt x="100" y="17"/>
                                    <a:pt x="100" y="17"/>
                                    <a:pt x="99" y="17"/>
                                  </a:cubicBezTo>
                                  <a:cubicBezTo>
                                    <a:pt x="99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9" y="18"/>
                                    <a:pt x="99" y="18"/>
                                  </a:cubicBezTo>
                                  <a:cubicBezTo>
                                    <a:pt x="99" y="18"/>
                                    <a:pt x="100" y="18"/>
                                    <a:pt x="99" y="19"/>
                                  </a:cubicBezTo>
                                  <a:cubicBezTo>
                                    <a:pt x="99" y="19"/>
                                    <a:pt x="99" y="19"/>
                                    <a:pt x="98" y="20"/>
                                  </a:cubicBezTo>
                                  <a:cubicBezTo>
                                    <a:pt x="98" y="20"/>
                                    <a:pt x="98" y="20"/>
                                    <a:pt x="98" y="20"/>
                                  </a:cubicBezTo>
                                  <a:cubicBezTo>
                                    <a:pt x="98" y="20"/>
                                    <a:pt x="98" y="20"/>
                                    <a:pt x="99" y="20"/>
                                  </a:cubicBezTo>
                                  <a:cubicBezTo>
                                    <a:pt x="100" y="20"/>
                                    <a:pt x="101" y="21"/>
                                    <a:pt x="102" y="21"/>
                                  </a:cubicBezTo>
                                  <a:cubicBezTo>
                                    <a:pt x="102" y="21"/>
                                    <a:pt x="102" y="21"/>
                                    <a:pt x="102" y="21"/>
                                  </a:cubicBezTo>
                                  <a:cubicBezTo>
                                    <a:pt x="102" y="21"/>
                                    <a:pt x="103" y="22"/>
                                    <a:pt x="103" y="22"/>
                                  </a:cubicBezTo>
                                  <a:cubicBezTo>
                                    <a:pt x="102" y="22"/>
                                    <a:pt x="101" y="22"/>
                                    <a:pt x="100" y="23"/>
                                  </a:cubicBezTo>
                                  <a:cubicBezTo>
                                    <a:pt x="100" y="23"/>
                                    <a:pt x="100" y="23"/>
                                    <a:pt x="100" y="23"/>
                                  </a:cubicBezTo>
                                  <a:cubicBezTo>
                                    <a:pt x="100" y="23"/>
                                    <a:pt x="100" y="24"/>
                                    <a:pt x="101" y="24"/>
                                  </a:cubicBezTo>
                                  <a:cubicBezTo>
                                    <a:pt x="102" y="24"/>
                                    <a:pt x="103" y="25"/>
                                    <a:pt x="104" y="25"/>
                                  </a:cubicBezTo>
                                  <a:cubicBezTo>
                                    <a:pt x="104" y="26"/>
                                    <a:pt x="104" y="26"/>
                                    <a:pt x="104" y="26"/>
                                  </a:cubicBezTo>
                                  <a:cubicBezTo>
                                    <a:pt x="105" y="26"/>
                                    <a:pt x="105" y="26"/>
                                    <a:pt x="105" y="26"/>
                                  </a:cubicBezTo>
                                  <a:cubicBezTo>
                                    <a:pt x="105" y="26"/>
                                    <a:pt x="106" y="26"/>
                                    <a:pt x="106" y="27"/>
                                  </a:cubicBezTo>
                                  <a:cubicBezTo>
                                    <a:pt x="106" y="27"/>
                                    <a:pt x="106" y="27"/>
                                    <a:pt x="106" y="28"/>
                                  </a:cubicBezTo>
                                  <a:cubicBezTo>
                                    <a:pt x="106" y="28"/>
                                    <a:pt x="105" y="28"/>
                                    <a:pt x="105" y="28"/>
                                  </a:cubicBezTo>
                                  <a:cubicBezTo>
                                    <a:pt x="104" y="28"/>
                                    <a:pt x="103" y="28"/>
                                    <a:pt x="103" y="28"/>
                                  </a:cubicBezTo>
                                  <a:cubicBezTo>
                                    <a:pt x="102" y="28"/>
                                    <a:pt x="102" y="28"/>
                                    <a:pt x="102" y="28"/>
                                  </a:cubicBezTo>
                                  <a:cubicBezTo>
                                    <a:pt x="101" y="27"/>
                                    <a:pt x="99" y="28"/>
                                    <a:pt x="99" y="28"/>
                                  </a:cubicBezTo>
                                  <a:cubicBezTo>
                                    <a:pt x="97" y="30"/>
                                    <a:pt x="97" y="30"/>
                                    <a:pt x="97" y="30"/>
                                  </a:cubicBezTo>
                                  <a:cubicBezTo>
                                    <a:pt x="97" y="32"/>
                                    <a:pt x="97" y="32"/>
                                    <a:pt x="97" y="32"/>
                                  </a:cubicBezTo>
                                  <a:cubicBezTo>
                                    <a:pt x="99" y="34"/>
                                    <a:pt x="99" y="34"/>
                                    <a:pt x="99" y="34"/>
                                  </a:cubicBezTo>
                                  <a:cubicBezTo>
                                    <a:pt x="97" y="36"/>
                                    <a:pt x="97" y="36"/>
                                    <a:pt x="97" y="36"/>
                                  </a:cubicBezTo>
                                  <a:cubicBezTo>
                                    <a:pt x="92" y="39"/>
                                    <a:pt x="92" y="39"/>
                                    <a:pt x="92" y="39"/>
                                  </a:cubicBezTo>
                                  <a:cubicBezTo>
                                    <a:pt x="95" y="40"/>
                                    <a:pt x="95" y="40"/>
                                    <a:pt x="95" y="40"/>
                                  </a:cubicBezTo>
                                  <a:cubicBezTo>
                                    <a:pt x="95" y="43"/>
                                    <a:pt x="95" y="43"/>
                                    <a:pt x="95" y="43"/>
                                  </a:cubicBezTo>
                                  <a:cubicBezTo>
                                    <a:pt x="98" y="43"/>
                                    <a:pt x="98" y="43"/>
                                    <a:pt x="98" y="43"/>
                                  </a:cubicBezTo>
                                  <a:cubicBezTo>
                                    <a:pt x="98" y="43"/>
                                    <a:pt x="98" y="44"/>
                                    <a:pt x="98" y="44"/>
                                  </a:cubicBezTo>
                                  <a:cubicBezTo>
                                    <a:pt x="98" y="44"/>
                                    <a:pt x="99" y="44"/>
                                    <a:pt x="99" y="44"/>
                                  </a:cubicBezTo>
                                  <a:cubicBezTo>
                                    <a:pt x="101" y="44"/>
                                    <a:pt x="101" y="44"/>
                                    <a:pt x="101" y="44"/>
                                  </a:cubicBezTo>
                                  <a:cubicBezTo>
                                    <a:pt x="102" y="45"/>
                                    <a:pt x="102" y="45"/>
                                    <a:pt x="102" y="45"/>
                                  </a:cubicBezTo>
                                  <a:cubicBezTo>
                                    <a:pt x="103" y="46"/>
                                    <a:pt x="103" y="46"/>
                                    <a:pt x="103" y="46"/>
                                  </a:cubicBezTo>
                                  <a:cubicBezTo>
                                    <a:pt x="102" y="47"/>
                                    <a:pt x="102" y="47"/>
                                    <a:pt x="102" y="47"/>
                                  </a:cubicBezTo>
                                  <a:cubicBezTo>
                                    <a:pt x="102" y="50"/>
                                    <a:pt x="102" y="50"/>
                                    <a:pt x="102" y="50"/>
                                  </a:cubicBezTo>
                                  <a:cubicBezTo>
                                    <a:pt x="102" y="50"/>
                                    <a:pt x="102" y="51"/>
                                    <a:pt x="101" y="51"/>
                                  </a:cubicBezTo>
                                  <a:cubicBezTo>
                                    <a:pt x="101" y="51"/>
                                    <a:pt x="100" y="52"/>
                                    <a:pt x="100" y="52"/>
                                  </a:cubicBezTo>
                                  <a:cubicBezTo>
                                    <a:pt x="99" y="52"/>
                                    <a:pt x="98" y="53"/>
                                    <a:pt x="98" y="53"/>
                                  </a:cubicBezTo>
                                  <a:cubicBezTo>
                                    <a:pt x="94" y="53"/>
                                    <a:pt x="94" y="53"/>
                                    <a:pt x="94" y="53"/>
                                  </a:cubicBezTo>
                                  <a:cubicBezTo>
                                    <a:pt x="94" y="53"/>
                                    <a:pt x="92" y="51"/>
                                    <a:pt x="92" y="51"/>
                                  </a:cubicBezTo>
                                  <a:cubicBezTo>
                                    <a:pt x="92" y="51"/>
                                    <a:pt x="92" y="52"/>
                                    <a:pt x="92" y="52"/>
                                  </a:cubicBezTo>
                                  <a:cubicBezTo>
                                    <a:pt x="92" y="52"/>
                                    <a:pt x="90" y="55"/>
                                    <a:pt x="90" y="55"/>
                                  </a:cubicBezTo>
                                  <a:cubicBezTo>
                                    <a:pt x="89" y="55"/>
                                    <a:pt x="89" y="55"/>
                                    <a:pt x="89" y="55"/>
                                  </a:cubicBezTo>
                                  <a:cubicBezTo>
                                    <a:pt x="89" y="53"/>
                                    <a:pt x="89" y="53"/>
                                    <a:pt x="89" y="53"/>
                                  </a:cubicBezTo>
                                  <a:cubicBezTo>
                                    <a:pt x="84" y="53"/>
                                    <a:pt x="84" y="53"/>
                                    <a:pt x="84" y="53"/>
                                  </a:cubicBezTo>
                                  <a:cubicBezTo>
                                    <a:pt x="84" y="53"/>
                                    <a:pt x="82" y="51"/>
                                    <a:pt x="82" y="51"/>
                                  </a:cubicBezTo>
                                  <a:cubicBezTo>
                                    <a:pt x="82" y="51"/>
                                    <a:pt x="82" y="49"/>
                                    <a:pt x="82" y="49"/>
                                  </a:cubicBezTo>
                                  <a:cubicBezTo>
                                    <a:pt x="81" y="49"/>
                                    <a:pt x="81" y="49"/>
                                    <a:pt x="81" y="49"/>
                                  </a:cubicBezTo>
                                  <a:cubicBezTo>
                                    <a:pt x="81" y="48"/>
                                    <a:pt x="81" y="48"/>
                                    <a:pt x="81" y="48"/>
                                  </a:cubicBezTo>
                                  <a:cubicBezTo>
                                    <a:pt x="81" y="48"/>
                                    <a:pt x="79" y="48"/>
                                    <a:pt x="79" y="48"/>
                                  </a:cubicBezTo>
                                  <a:cubicBezTo>
                                    <a:pt x="79" y="49"/>
                                    <a:pt x="78" y="48"/>
                                    <a:pt x="78" y="48"/>
                                  </a:cubicBezTo>
                                  <a:cubicBezTo>
                                    <a:pt x="78" y="48"/>
                                    <a:pt x="77" y="48"/>
                                    <a:pt x="77" y="48"/>
                                  </a:cubicBezTo>
                                  <a:cubicBezTo>
                                    <a:pt x="77" y="49"/>
                                    <a:pt x="77" y="49"/>
                                    <a:pt x="77" y="50"/>
                                  </a:cubicBezTo>
                                  <a:cubicBezTo>
                                    <a:pt x="76" y="50"/>
                                    <a:pt x="76" y="50"/>
                                    <a:pt x="76" y="50"/>
                                  </a:cubicBezTo>
                                  <a:cubicBezTo>
                                    <a:pt x="75" y="50"/>
                                    <a:pt x="74" y="50"/>
                                    <a:pt x="74" y="50"/>
                                  </a:cubicBezTo>
                                  <a:cubicBezTo>
                                    <a:pt x="74" y="50"/>
                                    <a:pt x="73" y="48"/>
                                    <a:pt x="72" y="48"/>
                                  </a:cubicBezTo>
                                  <a:cubicBezTo>
                                    <a:pt x="72" y="48"/>
                                    <a:pt x="70" y="48"/>
                                    <a:pt x="70" y="48"/>
                                  </a:cubicBezTo>
                                  <a:cubicBezTo>
                                    <a:pt x="69" y="49"/>
                                    <a:pt x="69" y="49"/>
                                    <a:pt x="69" y="49"/>
                                  </a:cubicBezTo>
                                  <a:cubicBezTo>
                                    <a:pt x="69" y="49"/>
                                    <a:pt x="68" y="49"/>
                                    <a:pt x="68" y="49"/>
                                  </a:cubicBezTo>
                                  <a:cubicBezTo>
                                    <a:pt x="68" y="49"/>
                                    <a:pt x="67" y="49"/>
                                    <a:pt x="67" y="50"/>
                                  </a:cubicBezTo>
                                  <a:cubicBezTo>
                                    <a:pt x="67" y="50"/>
                                    <a:pt x="67" y="51"/>
                                    <a:pt x="67" y="51"/>
                                  </a:cubicBezTo>
                                  <a:cubicBezTo>
                                    <a:pt x="67" y="51"/>
                                    <a:pt x="66" y="50"/>
                                    <a:pt x="66" y="50"/>
                                  </a:cubicBezTo>
                                  <a:cubicBezTo>
                                    <a:pt x="66" y="51"/>
                                    <a:pt x="65" y="52"/>
                                    <a:pt x="65" y="52"/>
                                  </a:cubicBezTo>
                                  <a:cubicBezTo>
                                    <a:pt x="65" y="52"/>
                                    <a:pt x="63" y="54"/>
                                    <a:pt x="63" y="54"/>
                                  </a:cubicBezTo>
                                  <a:cubicBezTo>
                                    <a:pt x="62" y="54"/>
                                    <a:pt x="62" y="54"/>
                                    <a:pt x="62" y="54"/>
                                  </a:cubicBezTo>
                                  <a:cubicBezTo>
                                    <a:pt x="62" y="54"/>
                                    <a:pt x="58" y="51"/>
                                    <a:pt x="58" y="51"/>
                                  </a:cubicBezTo>
                                  <a:cubicBezTo>
                                    <a:pt x="58" y="51"/>
                                    <a:pt x="59" y="50"/>
                                    <a:pt x="58" y="50"/>
                                  </a:cubicBezTo>
                                  <a:cubicBezTo>
                                    <a:pt x="58" y="50"/>
                                    <a:pt x="57" y="49"/>
                                    <a:pt x="56" y="49"/>
                                  </a:cubicBezTo>
                                  <a:cubicBezTo>
                                    <a:pt x="56" y="49"/>
                                    <a:pt x="55" y="48"/>
                                    <a:pt x="55" y="49"/>
                                  </a:cubicBezTo>
                                  <a:cubicBezTo>
                                    <a:pt x="55" y="50"/>
                                    <a:pt x="55" y="50"/>
                                    <a:pt x="55" y="50"/>
                                  </a:cubicBezTo>
                                  <a:cubicBezTo>
                                    <a:pt x="55" y="50"/>
                                    <a:pt x="56" y="52"/>
                                    <a:pt x="56" y="53"/>
                                  </a:cubicBezTo>
                                  <a:cubicBezTo>
                                    <a:pt x="56" y="53"/>
                                    <a:pt x="56" y="54"/>
                                    <a:pt x="56" y="54"/>
                                  </a:cubicBezTo>
                                  <a:cubicBezTo>
                                    <a:pt x="56" y="54"/>
                                    <a:pt x="55" y="55"/>
                                    <a:pt x="54" y="54"/>
                                  </a:cubicBezTo>
                                  <a:cubicBezTo>
                                    <a:pt x="54" y="54"/>
                                    <a:pt x="53" y="53"/>
                                    <a:pt x="54" y="52"/>
                                  </a:cubicBezTo>
                                  <a:cubicBezTo>
                                    <a:pt x="54" y="52"/>
                                    <a:pt x="54" y="51"/>
                                    <a:pt x="54" y="51"/>
                                  </a:cubicBezTo>
                                  <a:cubicBezTo>
                                    <a:pt x="54" y="50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1" y="47"/>
                                    <a:pt x="51" y="47"/>
                                  </a:cubicBezTo>
                                  <a:cubicBezTo>
                                    <a:pt x="50" y="47"/>
                                    <a:pt x="49" y="46"/>
                                    <a:pt x="48" y="46"/>
                                  </a:cubicBezTo>
                                  <a:cubicBezTo>
                                    <a:pt x="48" y="46"/>
                                    <a:pt x="46" y="43"/>
                                    <a:pt x="46" y="43"/>
                                  </a:cubicBezTo>
                                  <a:cubicBezTo>
                                    <a:pt x="43" y="44"/>
                                    <a:pt x="43" y="44"/>
                                    <a:pt x="43" y="44"/>
                                  </a:cubicBezTo>
                                  <a:cubicBezTo>
                                    <a:pt x="43" y="44"/>
                                    <a:pt x="42" y="45"/>
                                    <a:pt x="41" y="44"/>
                                  </a:cubicBezTo>
                                  <a:cubicBezTo>
                                    <a:pt x="41" y="44"/>
                                    <a:pt x="40" y="41"/>
                                    <a:pt x="40" y="41"/>
                                  </a:cubicBezTo>
                                  <a:cubicBezTo>
                                    <a:pt x="40" y="41"/>
                                    <a:pt x="39" y="42"/>
                                    <a:pt x="39" y="42"/>
                                  </a:cubicBezTo>
                                  <a:cubicBezTo>
                                    <a:pt x="38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6" y="43"/>
                                    <a:pt x="36" y="43"/>
                                  </a:cubicBezTo>
                                  <a:cubicBezTo>
                                    <a:pt x="36" y="44"/>
                                    <a:pt x="34" y="43"/>
                                    <a:pt x="34" y="43"/>
                                  </a:cubicBezTo>
                                  <a:cubicBezTo>
                                    <a:pt x="34" y="43"/>
                                    <a:pt x="34" y="44"/>
                                    <a:pt x="34" y="44"/>
                                  </a:cubicBezTo>
                                  <a:cubicBezTo>
                                    <a:pt x="33" y="44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2" y="42"/>
                                    <a:pt x="32" y="42"/>
                                  </a:cubicBezTo>
                                  <a:cubicBezTo>
                                    <a:pt x="32" y="42"/>
                                    <a:pt x="30" y="41"/>
                                    <a:pt x="30" y="41"/>
                                  </a:cubicBezTo>
                                  <a:cubicBezTo>
                                    <a:pt x="29" y="42"/>
                                    <a:pt x="29" y="42"/>
                                    <a:pt x="29" y="42"/>
                                  </a:cubicBezTo>
                                  <a:cubicBezTo>
                                    <a:pt x="28" y="43"/>
                                    <a:pt x="28" y="43"/>
                                    <a:pt x="28" y="43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26" y="45"/>
                                    <a:pt x="26" y="45"/>
                                    <a:pt x="26" y="45"/>
                                  </a:cubicBezTo>
                                  <a:cubicBezTo>
                                    <a:pt x="23" y="48"/>
                                    <a:pt x="23" y="48"/>
                                    <a:pt x="23" y="48"/>
                                  </a:cubicBezTo>
                                  <a:cubicBezTo>
                                    <a:pt x="20" y="48"/>
                                    <a:pt x="20" y="48"/>
                                    <a:pt x="20" y="48"/>
                                  </a:cubicBezTo>
                                  <a:cubicBezTo>
                                    <a:pt x="20" y="51"/>
                                    <a:pt x="20" y="51"/>
                                    <a:pt x="20" y="51"/>
                                  </a:cubicBezTo>
                                  <a:cubicBezTo>
                                    <a:pt x="17" y="53"/>
                                    <a:pt x="17" y="53"/>
                                    <a:pt x="17" y="53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5" y="54"/>
                                    <a:pt x="15" y="55"/>
                                    <a:pt x="15" y="55"/>
                                  </a:cubicBezTo>
                                  <a:cubicBezTo>
                                    <a:pt x="15" y="56"/>
                                    <a:pt x="15" y="58"/>
                                    <a:pt x="15" y="58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4" y="62"/>
                                    <a:pt x="14" y="62"/>
                                    <a:pt x="14" y="62"/>
                                  </a:cubicBezTo>
                                  <a:cubicBezTo>
                                    <a:pt x="14" y="62"/>
                                    <a:pt x="12" y="62"/>
                                    <a:pt x="12" y="61"/>
                                  </a:cubicBezTo>
                                  <a:cubicBezTo>
                                    <a:pt x="12" y="61"/>
                                    <a:pt x="11" y="60"/>
                                    <a:pt x="11" y="60"/>
                                  </a:cubicBezTo>
                                  <a:cubicBezTo>
                                    <a:pt x="11" y="60"/>
                                    <a:pt x="11" y="59"/>
                                    <a:pt x="11" y="58"/>
                                  </a:cubicBezTo>
                                  <a:cubicBezTo>
                                    <a:pt x="10" y="58"/>
                                    <a:pt x="8" y="55"/>
                                    <a:pt x="8" y="55"/>
                                  </a:cubicBezTo>
                                  <a:cubicBezTo>
                                    <a:pt x="6" y="56"/>
                                    <a:pt x="6" y="56"/>
                                    <a:pt x="6" y="56"/>
                                  </a:cubicBezTo>
                                  <a:cubicBezTo>
                                    <a:pt x="6" y="56"/>
                                    <a:pt x="6" y="58"/>
                                    <a:pt x="6" y="58"/>
                                  </a:cubicBezTo>
                                  <a:cubicBezTo>
                                    <a:pt x="6" y="58"/>
                                    <a:pt x="6" y="59"/>
                                    <a:pt x="6" y="59"/>
                                  </a:cubicBezTo>
                                  <a:cubicBezTo>
                                    <a:pt x="6" y="59"/>
                                    <a:pt x="5" y="61"/>
                                    <a:pt x="5" y="61"/>
                                  </a:cubicBezTo>
                                  <a:cubicBezTo>
                                    <a:pt x="3" y="61"/>
                                    <a:pt x="3" y="61"/>
                                    <a:pt x="3" y="61"/>
                                  </a:cubicBezTo>
                                  <a:cubicBezTo>
                                    <a:pt x="3" y="61"/>
                                    <a:pt x="2" y="65"/>
                                    <a:pt x="2" y="66"/>
                                  </a:cubicBezTo>
                                  <a:cubicBezTo>
                                    <a:pt x="2" y="66"/>
                                    <a:pt x="2" y="66"/>
                                    <a:pt x="2" y="66"/>
                                  </a:cubicBezTo>
                                  <a:cubicBezTo>
                                    <a:pt x="3" y="68"/>
                                    <a:pt x="3" y="68"/>
                                    <a:pt x="3" y="68"/>
                                  </a:cubicBezTo>
                                  <a:cubicBezTo>
                                    <a:pt x="4" y="69"/>
                                    <a:pt x="4" y="69"/>
                                    <a:pt x="4" y="69"/>
                                  </a:cubicBezTo>
                                  <a:cubicBezTo>
                                    <a:pt x="4" y="69"/>
                                    <a:pt x="3" y="70"/>
                                    <a:pt x="3" y="70"/>
                                  </a:cubicBezTo>
                                  <a:cubicBezTo>
                                    <a:pt x="3" y="71"/>
                                    <a:pt x="2" y="72"/>
                                    <a:pt x="2" y="72"/>
                                  </a:cubicBezTo>
                                  <a:cubicBezTo>
                                    <a:pt x="1" y="73"/>
                                    <a:pt x="1" y="73"/>
                                    <a:pt x="1" y="74"/>
                                  </a:cubicBezTo>
                                  <a:cubicBezTo>
                                    <a:pt x="1" y="74"/>
                                    <a:pt x="0" y="76"/>
                                    <a:pt x="0" y="76"/>
                                  </a:cubicBezTo>
                                  <a:cubicBezTo>
                                    <a:pt x="0" y="76"/>
                                    <a:pt x="3" y="77"/>
                                    <a:pt x="3" y="77"/>
                                  </a:cubicBezTo>
                                  <a:cubicBezTo>
                                    <a:pt x="3" y="77"/>
                                    <a:pt x="5" y="77"/>
                                    <a:pt x="5" y="78"/>
                                  </a:cubicBezTo>
                                  <a:cubicBezTo>
                                    <a:pt x="5" y="78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4" y="82"/>
                                    <a:pt x="4" y="82"/>
                                  </a:cubicBezTo>
                                  <a:cubicBezTo>
                                    <a:pt x="4" y="82"/>
                                    <a:pt x="5" y="83"/>
                                    <a:pt x="5" y="83"/>
                                  </a:cubicBezTo>
                                  <a:cubicBezTo>
                                    <a:pt x="5" y="83"/>
                                    <a:pt x="6" y="84"/>
                                    <a:pt x="6" y="84"/>
                                  </a:cubicBezTo>
                                  <a:cubicBezTo>
                                    <a:pt x="6" y="84"/>
                                    <a:pt x="7" y="83"/>
                                    <a:pt x="7" y="83"/>
                                  </a:cubicBezTo>
                                  <a:cubicBezTo>
                                    <a:pt x="7" y="83"/>
                                    <a:pt x="9" y="83"/>
                                    <a:pt x="10" y="83"/>
                                  </a:cubicBezTo>
                                  <a:cubicBezTo>
                                    <a:pt x="10" y="83"/>
                                    <a:pt x="12" y="84"/>
                                    <a:pt x="12" y="84"/>
                                  </a:cubicBezTo>
                                  <a:cubicBezTo>
                                    <a:pt x="17" y="93"/>
                                    <a:pt x="17" y="93"/>
                                    <a:pt x="17" y="93"/>
                                  </a:cubicBezTo>
                                  <a:cubicBezTo>
                                    <a:pt x="16" y="94"/>
                                    <a:pt x="16" y="94"/>
                                    <a:pt x="16" y="94"/>
                                  </a:cubicBezTo>
                                  <a:cubicBezTo>
                                    <a:pt x="15" y="93"/>
                                    <a:pt x="15" y="93"/>
                                    <a:pt x="15" y="93"/>
                                  </a:cubicBezTo>
                                  <a:cubicBezTo>
                                    <a:pt x="14" y="94"/>
                                    <a:pt x="14" y="94"/>
                                    <a:pt x="14" y="94"/>
                                  </a:cubicBezTo>
                                  <a:cubicBezTo>
                                    <a:pt x="14" y="95"/>
                                    <a:pt x="14" y="95"/>
                                    <a:pt x="14" y="95"/>
                                  </a:cubicBezTo>
                                  <a:cubicBezTo>
                                    <a:pt x="16" y="95"/>
                                    <a:pt x="16" y="95"/>
                                    <a:pt x="16" y="95"/>
                                  </a:cubicBezTo>
                                  <a:cubicBezTo>
                                    <a:pt x="19" y="98"/>
                                    <a:pt x="19" y="98"/>
                                    <a:pt x="19" y="98"/>
                                  </a:cubicBezTo>
                                  <a:cubicBezTo>
                                    <a:pt x="20" y="98"/>
                                    <a:pt x="20" y="99"/>
                                    <a:pt x="21" y="99"/>
                                  </a:cubicBezTo>
                                  <a:cubicBezTo>
                                    <a:pt x="22" y="99"/>
                                    <a:pt x="23" y="99"/>
                                    <a:pt x="23" y="98"/>
                                  </a:cubicBezTo>
                                  <a:cubicBezTo>
                                    <a:pt x="23" y="98"/>
                                    <a:pt x="23" y="97"/>
                                    <a:pt x="23" y="97"/>
                                  </a:cubicBezTo>
                                  <a:cubicBezTo>
                                    <a:pt x="24" y="95"/>
                                    <a:pt x="26" y="93"/>
                                    <a:pt x="28" y="92"/>
                                  </a:cubicBezTo>
                                  <a:cubicBezTo>
                                    <a:pt x="29" y="92"/>
                                    <a:pt x="29" y="92"/>
                                    <a:pt x="30" y="91"/>
                                  </a:cubicBezTo>
                                  <a:cubicBezTo>
                                    <a:pt x="31" y="91"/>
                                    <a:pt x="32" y="90"/>
                                    <a:pt x="33" y="90"/>
                                  </a:cubicBezTo>
                                  <a:cubicBezTo>
                                    <a:pt x="34" y="90"/>
                                    <a:pt x="34" y="91"/>
                                    <a:pt x="35" y="92"/>
                                  </a:cubicBezTo>
                                  <a:cubicBezTo>
                                    <a:pt x="36" y="92"/>
                                    <a:pt x="36" y="93"/>
                                    <a:pt x="37" y="93"/>
                                  </a:cubicBezTo>
                                  <a:cubicBezTo>
                                    <a:pt x="38" y="93"/>
                                    <a:pt x="38" y="92"/>
                                    <a:pt x="38" y="93"/>
                                  </a:cubicBezTo>
                                  <a:cubicBezTo>
                                    <a:pt x="39" y="93"/>
                                    <a:pt x="39" y="93"/>
                                    <a:pt x="39" y="93"/>
                                  </a:cubicBezTo>
                                  <a:cubicBezTo>
                                    <a:pt x="40" y="94"/>
                                    <a:pt x="40" y="93"/>
                                    <a:pt x="40" y="93"/>
                                  </a:cubicBezTo>
                                  <a:cubicBezTo>
                                    <a:pt x="41" y="92"/>
                                    <a:pt x="40" y="92"/>
                                    <a:pt x="41" y="92"/>
                                  </a:cubicBezTo>
                                  <a:cubicBezTo>
                                    <a:pt x="41" y="91"/>
                                    <a:pt x="41" y="91"/>
                                    <a:pt x="41" y="91"/>
                                  </a:cubicBezTo>
                                  <a:cubicBezTo>
                                    <a:pt x="42" y="91"/>
                                    <a:pt x="42" y="92"/>
                                    <a:pt x="43" y="92"/>
                                  </a:cubicBezTo>
                                  <a:cubicBezTo>
                                    <a:pt x="44" y="92"/>
                                    <a:pt x="45" y="92"/>
                                    <a:pt x="45" y="92"/>
                                  </a:cubicBezTo>
                                  <a:cubicBezTo>
                                    <a:pt x="45" y="92"/>
                                    <a:pt x="45" y="93"/>
                                    <a:pt x="45" y="93"/>
                                  </a:cubicBezTo>
                                  <a:cubicBezTo>
                                    <a:pt x="46" y="94"/>
                                    <a:pt x="47" y="96"/>
                                    <a:pt x="47" y="97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9"/>
                                    <a:pt x="47" y="99"/>
                                    <a:pt x="47" y="99"/>
                                  </a:cubicBezTo>
                                  <a:cubicBezTo>
                                    <a:pt x="46" y="100"/>
                                    <a:pt x="47" y="101"/>
                                    <a:pt x="46" y="101"/>
                                  </a:cubicBezTo>
                                  <a:cubicBezTo>
                                    <a:pt x="46" y="102"/>
                                    <a:pt x="45" y="102"/>
                                    <a:pt x="45" y="103"/>
                                  </a:cubicBezTo>
                                  <a:cubicBezTo>
                                    <a:pt x="45" y="103"/>
                                    <a:pt x="46" y="103"/>
                                    <a:pt x="46" y="104"/>
                                  </a:cubicBezTo>
                                  <a:cubicBezTo>
                                    <a:pt x="47" y="104"/>
                                    <a:pt x="48" y="105"/>
                                    <a:pt x="49" y="106"/>
                                  </a:cubicBezTo>
                                  <a:cubicBezTo>
                                    <a:pt x="49" y="105"/>
                                    <a:pt x="49" y="104"/>
                                    <a:pt x="50" y="104"/>
                                  </a:cubicBezTo>
                                  <a:cubicBezTo>
                                    <a:pt x="51" y="103"/>
                                    <a:pt x="52" y="103"/>
                                    <a:pt x="53" y="103"/>
                                  </a:cubicBezTo>
                                  <a:cubicBezTo>
                                    <a:pt x="54" y="104"/>
                                    <a:pt x="54" y="105"/>
                                    <a:pt x="55" y="106"/>
                                  </a:cubicBezTo>
                                  <a:cubicBezTo>
                                    <a:pt x="56" y="107"/>
                                    <a:pt x="57" y="107"/>
                                    <a:pt x="57" y="108"/>
                                  </a:cubicBezTo>
                                  <a:cubicBezTo>
                                    <a:pt x="57" y="109"/>
                                    <a:pt x="56" y="110"/>
                                    <a:pt x="56" y="110"/>
                                  </a:cubicBezTo>
                                  <a:cubicBezTo>
                                    <a:pt x="55" y="110"/>
                                    <a:pt x="54" y="111"/>
                                    <a:pt x="54" y="111"/>
                                  </a:cubicBezTo>
                                  <a:cubicBezTo>
                                    <a:pt x="53" y="111"/>
                                    <a:pt x="53" y="111"/>
                                    <a:pt x="53" y="110"/>
                                  </a:cubicBezTo>
                                  <a:cubicBezTo>
                                    <a:pt x="52" y="110"/>
                                    <a:pt x="52" y="111"/>
                                    <a:pt x="52" y="111"/>
                                  </a:cubicBezTo>
                                  <a:cubicBezTo>
                                    <a:pt x="51" y="111"/>
                                    <a:pt x="51" y="111"/>
                                    <a:pt x="50" y="111"/>
                                  </a:cubicBezTo>
                                  <a:cubicBezTo>
                                    <a:pt x="50" y="111"/>
                                    <a:pt x="50" y="111"/>
                                    <a:pt x="49" y="111"/>
                                  </a:cubicBezTo>
                                  <a:cubicBezTo>
                                    <a:pt x="49" y="112"/>
                                    <a:pt x="49" y="112"/>
                                    <a:pt x="49" y="112"/>
                                  </a:cubicBezTo>
                                  <a:cubicBezTo>
                                    <a:pt x="48" y="114"/>
                                    <a:pt x="47" y="115"/>
                                    <a:pt x="46" y="117"/>
                                  </a:cubicBezTo>
                                  <a:cubicBezTo>
                                    <a:pt x="46" y="117"/>
                                    <a:pt x="46" y="117"/>
                                    <a:pt x="45" y="118"/>
                                  </a:cubicBezTo>
                                  <a:cubicBezTo>
                                    <a:pt x="45" y="118"/>
                                    <a:pt x="44" y="118"/>
                                    <a:pt x="44" y="117"/>
                                  </a:cubicBezTo>
                                  <a:cubicBezTo>
                                    <a:pt x="43" y="117"/>
                                    <a:pt x="43" y="117"/>
                                    <a:pt x="43" y="117"/>
                                  </a:cubicBezTo>
                                  <a:cubicBezTo>
                                    <a:pt x="43" y="117"/>
                                    <a:pt x="44" y="116"/>
                                    <a:pt x="44" y="116"/>
                                  </a:cubicBezTo>
                                  <a:cubicBezTo>
                                    <a:pt x="44" y="116"/>
                                    <a:pt x="45" y="116"/>
                                    <a:pt x="45" y="116"/>
                                  </a:cubicBezTo>
                                  <a:cubicBezTo>
                                    <a:pt x="46" y="116"/>
                                    <a:pt x="46" y="115"/>
                                    <a:pt x="46" y="114"/>
                                  </a:cubicBezTo>
                                  <a:cubicBezTo>
                                    <a:pt x="47" y="113"/>
                                    <a:pt x="47" y="112"/>
                                    <a:pt x="48" y="112"/>
                                  </a:cubicBezTo>
                                  <a:cubicBezTo>
                                    <a:pt x="48" y="111"/>
                                    <a:pt x="49" y="111"/>
                                    <a:pt x="49" y="110"/>
                                  </a:cubicBezTo>
                                  <a:cubicBezTo>
                                    <a:pt x="50" y="110"/>
                                    <a:pt x="49" y="109"/>
                                    <a:pt x="49" y="108"/>
                                  </a:cubicBezTo>
                                  <a:cubicBezTo>
                                    <a:pt x="48" y="108"/>
                                    <a:pt x="48" y="109"/>
                                    <a:pt x="47" y="109"/>
                                  </a:cubicBezTo>
                                  <a:cubicBezTo>
                                    <a:pt x="46" y="109"/>
                                    <a:pt x="45" y="109"/>
                                    <a:pt x="44" y="108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1" y="107"/>
                                    <a:pt x="40" y="108"/>
                                    <a:pt x="39" y="107"/>
                                  </a:cubicBezTo>
                                  <a:cubicBezTo>
                                    <a:pt x="38" y="107"/>
                                    <a:pt x="38" y="106"/>
                                    <a:pt x="37" y="106"/>
                                  </a:cubicBezTo>
                                  <a:cubicBezTo>
                                    <a:pt x="37" y="106"/>
                                    <a:pt x="37" y="107"/>
                                    <a:pt x="36" y="107"/>
                                  </a:cubicBezTo>
                                  <a:cubicBezTo>
                                    <a:pt x="35" y="107"/>
                                    <a:pt x="34" y="107"/>
                                    <a:pt x="33" y="108"/>
                                  </a:cubicBezTo>
                                  <a:cubicBezTo>
                                    <a:pt x="33" y="109"/>
                                    <a:pt x="33" y="109"/>
                                    <a:pt x="33" y="110"/>
                                  </a:cubicBezTo>
                                  <a:cubicBezTo>
                                    <a:pt x="33" y="110"/>
                                    <a:pt x="32" y="110"/>
                                    <a:pt x="32" y="111"/>
                                  </a:cubicBezTo>
                                  <a:cubicBezTo>
                                    <a:pt x="31" y="112"/>
                                    <a:pt x="32" y="113"/>
                                    <a:pt x="33" y="114"/>
                                  </a:cubicBezTo>
                                  <a:cubicBezTo>
                                    <a:pt x="34" y="114"/>
                                    <a:pt x="34" y="114"/>
                                    <a:pt x="35" y="114"/>
                                  </a:cubicBezTo>
                                  <a:cubicBezTo>
                                    <a:pt x="35" y="114"/>
                                    <a:pt x="35" y="115"/>
                                    <a:pt x="35" y="115"/>
                                  </a:cubicBezTo>
                                  <a:cubicBezTo>
                                    <a:pt x="34" y="116"/>
                                    <a:pt x="34" y="116"/>
                                    <a:pt x="33" y="115"/>
                                  </a:cubicBezTo>
                                  <a:cubicBezTo>
                                    <a:pt x="33" y="115"/>
                                    <a:pt x="33" y="115"/>
                                    <a:pt x="33" y="115"/>
                                  </a:cubicBezTo>
                                  <a:cubicBezTo>
                                    <a:pt x="33" y="115"/>
                                    <a:pt x="32" y="115"/>
                                    <a:pt x="32" y="115"/>
                                  </a:cubicBezTo>
                                  <a:cubicBezTo>
                                    <a:pt x="31" y="115"/>
                                    <a:pt x="31" y="115"/>
                                    <a:pt x="31" y="115"/>
                                  </a:cubicBezTo>
                                  <a:cubicBezTo>
                                    <a:pt x="30" y="114"/>
                                    <a:pt x="29" y="114"/>
                                    <a:pt x="28" y="114"/>
                                  </a:cubicBezTo>
                                  <a:cubicBezTo>
                                    <a:pt x="27" y="114"/>
                                    <a:pt x="27" y="114"/>
                                    <a:pt x="26" y="114"/>
                                  </a:cubicBezTo>
                                  <a:cubicBezTo>
                                    <a:pt x="25" y="115"/>
                                    <a:pt x="25" y="116"/>
                                    <a:pt x="25" y="116"/>
                                  </a:cubicBezTo>
                                  <a:cubicBezTo>
                                    <a:pt x="26" y="117"/>
                                    <a:pt x="27" y="117"/>
                                    <a:pt x="28" y="117"/>
                                  </a:cubicBezTo>
                                  <a:cubicBezTo>
                                    <a:pt x="29" y="118"/>
                                    <a:pt x="30" y="119"/>
                                    <a:pt x="30" y="120"/>
                                  </a:cubicBezTo>
                                  <a:cubicBezTo>
                                    <a:pt x="30" y="121"/>
                                    <a:pt x="31" y="123"/>
                                    <a:pt x="32" y="123"/>
                                  </a:cubicBezTo>
                                  <a:cubicBezTo>
                                    <a:pt x="32" y="124"/>
                                    <a:pt x="33" y="124"/>
                                    <a:pt x="33" y="124"/>
                                  </a:cubicBezTo>
                                  <a:cubicBezTo>
                                    <a:pt x="33" y="125"/>
                                    <a:pt x="33" y="125"/>
                                    <a:pt x="33" y="126"/>
                                  </a:cubicBezTo>
                                  <a:cubicBezTo>
                                    <a:pt x="33" y="126"/>
                                    <a:pt x="33" y="127"/>
                                    <a:pt x="33" y="128"/>
                                  </a:cubicBezTo>
                                  <a:cubicBezTo>
                                    <a:pt x="34" y="128"/>
                                    <a:pt x="35" y="128"/>
                                    <a:pt x="36" y="129"/>
                                  </a:cubicBezTo>
                                  <a:cubicBezTo>
                                    <a:pt x="36" y="129"/>
                                    <a:pt x="36" y="130"/>
                                    <a:pt x="37" y="130"/>
                                  </a:cubicBezTo>
                                  <a:cubicBezTo>
                                    <a:pt x="37" y="131"/>
                                    <a:pt x="39" y="131"/>
                                    <a:pt x="40" y="131"/>
                                  </a:cubicBezTo>
                                  <a:cubicBezTo>
                                    <a:pt x="41" y="131"/>
                                    <a:pt x="42" y="131"/>
                                    <a:pt x="43" y="132"/>
                                  </a:cubicBezTo>
                                  <a:cubicBezTo>
                                    <a:pt x="43" y="132"/>
                                    <a:pt x="43" y="132"/>
                                    <a:pt x="43" y="132"/>
                                  </a:cubicBezTo>
                                  <a:cubicBezTo>
                                    <a:pt x="43" y="133"/>
                                    <a:pt x="43" y="133"/>
                                    <a:pt x="43" y="133"/>
                                  </a:cubicBezTo>
                                  <a:cubicBezTo>
                                    <a:pt x="42" y="134"/>
                                    <a:pt x="42" y="136"/>
                                    <a:pt x="41" y="137"/>
                                  </a:cubicBezTo>
                                  <a:cubicBezTo>
                                    <a:pt x="40" y="138"/>
                                    <a:pt x="41" y="139"/>
                                    <a:pt x="41" y="139"/>
                                  </a:cubicBezTo>
                                  <a:cubicBezTo>
                                    <a:pt x="41" y="140"/>
                                    <a:pt x="41" y="140"/>
                                    <a:pt x="41" y="140"/>
                                  </a:cubicBezTo>
                                  <a:cubicBezTo>
                                    <a:pt x="42" y="139"/>
                                    <a:pt x="44" y="138"/>
                                    <a:pt x="44" y="138"/>
                                  </a:cubicBezTo>
                                  <a:cubicBezTo>
                                    <a:pt x="44" y="137"/>
                                    <a:pt x="48" y="136"/>
                                    <a:pt x="48" y="1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8" name="Freeform 855">
                              <a:extLst>
                                <a:ext uri="{FF2B5EF4-FFF2-40B4-BE49-F238E27FC236}">
                                  <a16:creationId xmlns:a16="http://schemas.microsoft.com/office/drawing/2014/main" id="{C548E8C5-DB91-741B-73ED-1F795E1446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9026525" y="3841750"/>
                              <a:ext cx="3175" cy="4763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1 h 1"/>
                                <a:gd name="T6" fmla="*/ 1 w 1"/>
                                <a:gd name="T7" fmla="*/ 0 h 1"/>
                                <a:gd name="T8" fmla="*/ 0 w 1"/>
                                <a:gd name="T9" fmla="*/ 0 h 1"/>
                                <a:gd name="T10" fmla="*/ 0 w 1"/>
                                <a:gd name="T11" fmla="*/ 1 h 1"/>
                                <a:gd name="T12" fmla="*/ 0 w 1"/>
                                <a:gd name="T13" fmla="*/ 1 h 1"/>
                                <a:gd name="T14" fmla="*/ 0 w 1"/>
                                <a:gd name="T15" fmla="*/ 1 h 1"/>
                                <a:gd name="T16" fmla="*/ 0 w 1"/>
                                <a:gd name="T17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0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1" y="1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9" name="Freeform 856">
                              <a:extLst>
                                <a:ext uri="{FF2B5EF4-FFF2-40B4-BE49-F238E27FC236}">
                                  <a16:creationId xmlns:a16="http://schemas.microsoft.com/office/drawing/2014/main" id="{182D2E0D-561C-B4F6-821A-B1944D9D32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9021763" y="3859213"/>
                              <a:ext cx="0" cy="3175"/>
                            </a:xfrm>
                            <a:custGeom>
                              <a:avLst/>
                              <a:gdLst>
                                <a:gd name="T0" fmla="*/ 0 h 1"/>
                                <a:gd name="T1" fmla="*/ 0 h 1"/>
                                <a:gd name="T2" fmla="*/ 0 h 1"/>
                                <a:gd name="T3" fmla="*/ 0 h 1"/>
                                <a:gd name="T4" fmla="*/ 0 h 1"/>
                                <a:gd name="T5" fmla="*/ 0 h 1"/>
                                <a:gd name="T6" fmla="*/ 0 h 1"/>
                                <a:gd name="T7" fmla="*/ 0 h 1"/>
                                <a:gd name="T8" fmla="*/ 0 h 1"/>
                                <a:gd name="T9" fmla="*/ 0 h 1"/>
                                <a:gd name="T10" fmla="*/ 0 h 1"/>
                              </a:gdLst>
                              <a:ahLst/>
                              <a:cxnLst>
                                <a:cxn ang="0">
                                  <a:pos x="0" y="T0"/>
                                </a:cxn>
                                <a:cxn ang="0">
                                  <a:pos x="0" y="T1"/>
                                </a:cxn>
                                <a:cxn ang="0">
                                  <a:pos x="0" y="T2"/>
                                </a:cxn>
                                <a:cxn ang="0">
                                  <a:pos x="0" y="T3"/>
                                </a:cxn>
                                <a:cxn ang="0">
                                  <a:pos x="0" y="T4"/>
                                </a:cxn>
                                <a:cxn ang="0">
                                  <a:pos x="0" y="T5"/>
                                </a:cxn>
                                <a:cxn ang="0">
                                  <a:pos x="0" y="T6"/>
                                </a:cxn>
                                <a:cxn ang="0">
                                  <a:pos x="0" y="T7"/>
                                </a:cxn>
                                <a:cxn ang="0">
                                  <a:pos x="0" y="T8"/>
                                </a:cxn>
                                <a:cxn ang="0">
                                  <a:pos x="0" y="T9"/>
                                </a:cxn>
                                <a:cxn ang="0">
                                  <a:pos x="0" y="T10"/>
                                </a:cxn>
                              </a:cxnLst>
                              <a:rect l="0" t="0" r="r" b="b"/>
                              <a:pathLst>
                                <a:path h="1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0" name="Freeform 857">
                              <a:extLst>
                                <a:ext uri="{FF2B5EF4-FFF2-40B4-BE49-F238E27FC236}">
                                  <a16:creationId xmlns:a16="http://schemas.microsoft.com/office/drawing/2014/main" id="{625EAA7F-48C6-3C8B-3B23-CA456535D5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867775" y="4179888"/>
                              <a:ext cx="4762" cy="0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0 w 1"/>
                                <a:gd name="T2" fmla="*/ 1 w 1"/>
                                <a:gd name="T3" fmla="*/ 0 w 1"/>
                                <a:gd name="T4" fmla="*/ 0 w 1"/>
                                <a:gd name="T5" fmla="*/ 0 w 1"/>
                                <a:gd name="T6" fmla="*/ 0 w 1"/>
                              </a:gdLst>
                              <a:ahLst/>
                              <a:cxnLst>
                                <a:cxn ang="0">
                                  <a:pos x="T0" y="0"/>
                                </a:cxn>
                                <a:cxn ang="0">
                                  <a:pos x="T1" y="0"/>
                                </a:cxn>
                                <a:cxn ang="0">
                                  <a:pos x="T2" y="0"/>
                                </a:cxn>
                                <a:cxn ang="0">
                                  <a:pos x="T3" y="0"/>
                                </a:cxn>
                                <a:cxn ang="0">
                                  <a:pos x="T4" y="0"/>
                                </a:cxn>
                                <a:cxn ang="0">
                                  <a:pos x="T5" y="0"/>
                                </a:cxn>
                                <a:cxn ang="0">
                                  <a:pos x="T6" y="0"/>
                                </a:cxn>
                              </a:cxnLst>
                              <a:rect l="0" t="0" r="r" b="b"/>
                              <a:pathLst>
                                <a:path w="1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1" name="Freeform 858">
                              <a:extLst>
                                <a:ext uri="{FF2B5EF4-FFF2-40B4-BE49-F238E27FC236}">
                                  <a16:creationId xmlns:a16="http://schemas.microsoft.com/office/drawing/2014/main" id="{34C9D8F9-A3CF-4A08-58FA-5A52A58DB28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972550" y="3441700"/>
                              <a:ext cx="515937" cy="646113"/>
                            </a:xfrm>
                            <a:custGeom>
                              <a:avLst/>
                              <a:gdLst>
                                <a:gd name="T0" fmla="*/ 1 w 124"/>
                                <a:gd name="T1" fmla="*/ 153 h 155"/>
                                <a:gd name="T2" fmla="*/ 1 w 124"/>
                                <a:gd name="T3" fmla="*/ 154 h 155"/>
                                <a:gd name="T4" fmla="*/ 0 w 124"/>
                                <a:gd name="T5" fmla="*/ 154 h 155"/>
                                <a:gd name="T6" fmla="*/ 2 w 124"/>
                                <a:gd name="T7" fmla="*/ 152 h 155"/>
                                <a:gd name="T8" fmla="*/ 3 w 124"/>
                                <a:gd name="T9" fmla="*/ 151 h 155"/>
                                <a:gd name="T10" fmla="*/ 4 w 124"/>
                                <a:gd name="T11" fmla="*/ 151 h 155"/>
                                <a:gd name="T12" fmla="*/ 8 w 124"/>
                                <a:gd name="T13" fmla="*/ 146 h 155"/>
                                <a:gd name="T14" fmla="*/ 12 w 124"/>
                                <a:gd name="T15" fmla="*/ 141 h 155"/>
                                <a:gd name="T16" fmla="*/ 12 w 124"/>
                                <a:gd name="T17" fmla="*/ 142 h 155"/>
                                <a:gd name="T18" fmla="*/ 13 w 124"/>
                                <a:gd name="T19" fmla="*/ 140 h 155"/>
                                <a:gd name="T20" fmla="*/ 12 w 124"/>
                                <a:gd name="T21" fmla="*/ 141 h 155"/>
                                <a:gd name="T22" fmla="*/ 12 w 124"/>
                                <a:gd name="T23" fmla="*/ 140 h 155"/>
                                <a:gd name="T24" fmla="*/ 15 w 124"/>
                                <a:gd name="T25" fmla="*/ 140 h 155"/>
                                <a:gd name="T26" fmla="*/ 2 w 124"/>
                                <a:gd name="T27" fmla="*/ 153 h 155"/>
                                <a:gd name="T28" fmla="*/ 2 w 124"/>
                                <a:gd name="T29" fmla="*/ 153 h 155"/>
                                <a:gd name="T30" fmla="*/ 31 w 124"/>
                                <a:gd name="T31" fmla="*/ 104 h 155"/>
                                <a:gd name="T32" fmla="*/ 49 w 124"/>
                                <a:gd name="T33" fmla="*/ 100 h 155"/>
                                <a:gd name="T34" fmla="*/ 40 w 124"/>
                                <a:gd name="T35" fmla="*/ 102 h 155"/>
                                <a:gd name="T36" fmla="*/ 35 w 124"/>
                                <a:gd name="T37" fmla="*/ 108 h 155"/>
                                <a:gd name="T38" fmla="*/ 38 w 124"/>
                                <a:gd name="T39" fmla="*/ 111 h 155"/>
                                <a:gd name="T40" fmla="*/ 49 w 124"/>
                                <a:gd name="T41" fmla="*/ 103 h 155"/>
                                <a:gd name="T42" fmla="*/ 29 w 124"/>
                                <a:gd name="T43" fmla="*/ 108 h 155"/>
                                <a:gd name="T44" fmla="*/ 21 w 124"/>
                                <a:gd name="T45" fmla="*/ 103 h 155"/>
                                <a:gd name="T46" fmla="*/ 15 w 124"/>
                                <a:gd name="T47" fmla="*/ 109 h 155"/>
                                <a:gd name="T48" fmla="*/ 16 w 124"/>
                                <a:gd name="T49" fmla="*/ 112 h 155"/>
                                <a:gd name="T50" fmla="*/ 20 w 124"/>
                                <a:gd name="T51" fmla="*/ 110 h 155"/>
                                <a:gd name="T52" fmla="*/ 19 w 124"/>
                                <a:gd name="T53" fmla="*/ 120 h 155"/>
                                <a:gd name="T54" fmla="*/ 23 w 124"/>
                                <a:gd name="T55" fmla="*/ 124 h 155"/>
                                <a:gd name="T56" fmla="*/ 30 w 124"/>
                                <a:gd name="T57" fmla="*/ 112 h 155"/>
                                <a:gd name="T58" fmla="*/ 12 w 124"/>
                                <a:gd name="T59" fmla="*/ 110 h 155"/>
                                <a:gd name="T60" fmla="*/ 9 w 124"/>
                                <a:gd name="T61" fmla="*/ 113 h 155"/>
                                <a:gd name="T62" fmla="*/ 11 w 124"/>
                                <a:gd name="T63" fmla="*/ 108 h 155"/>
                                <a:gd name="T64" fmla="*/ 19 w 124"/>
                                <a:gd name="T65" fmla="*/ 116 h 155"/>
                                <a:gd name="T66" fmla="*/ 24 w 124"/>
                                <a:gd name="T67" fmla="*/ 130 h 155"/>
                                <a:gd name="T68" fmla="*/ 47 w 124"/>
                                <a:gd name="T69" fmla="*/ 98 h 155"/>
                                <a:gd name="T70" fmla="*/ 98 w 124"/>
                                <a:gd name="T71" fmla="*/ 49 h 155"/>
                                <a:gd name="T72" fmla="*/ 91 w 124"/>
                                <a:gd name="T73" fmla="*/ 43 h 155"/>
                                <a:gd name="T74" fmla="*/ 86 w 124"/>
                                <a:gd name="T75" fmla="*/ 54 h 155"/>
                                <a:gd name="T76" fmla="*/ 76 w 124"/>
                                <a:gd name="T77" fmla="*/ 74 h 155"/>
                                <a:gd name="T78" fmla="*/ 67 w 124"/>
                                <a:gd name="T79" fmla="*/ 73 h 155"/>
                                <a:gd name="T80" fmla="*/ 56 w 124"/>
                                <a:gd name="T81" fmla="*/ 89 h 155"/>
                                <a:gd name="T82" fmla="*/ 49 w 124"/>
                                <a:gd name="T83" fmla="*/ 88 h 155"/>
                                <a:gd name="T84" fmla="*/ 32 w 124"/>
                                <a:gd name="T85" fmla="*/ 94 h 155"/>
                                <a:gd name="T86" fmla="*/ 25 w 124"/>
                                <a:gd name="T87" fmla="*/ 102 h 155"/>
                                <a:gd name="T88" fmla="*/ 34 w 124"/>
                                <a:gd name="T89" fmla="*/ 100 h 155"/>
                                <a:gd name="T90" fmla="*/ 40 w 124"/>
                                <a:gd name="T91" fmla="*/ 99 h 155"/>
                                <a:gd name="T92" fmla="*/ 46 w 124"/>
                                <a:gd name="T93" fmla="*/ 96 h 155"/>
                                <a:gd name="T94" fmla="*/ 53 w 124"/>
                                <a:gd name="T95" fmla="*/ 99 h 155"/>
                                <a:gd name="T96" fmla="*/ 58 w 124"/>
                                <a:gd name="T97" fmla="*/ 104 h 155"/>
                                <a:gd name="T98" fmla="*/ 63 w 124"/>
                                <a:gd name="T99" fmla="*/ 94 h 155"/>
                                <a:gd name="T100" fmla="*/ 68 w 124"/>
                                <a:gd name="T101" fmla="*/ 97 h 155"/>
                                <a:gd name="T102" fmla="*/ 79 w 124"/>
                                <a:gd name="T103" fmla="*/ 94 h 155"/>
                                <a:gd name="T104" fmla="*/ 84 w 124"/>
                                <a:gd name="T105" fmla="*/ 93 h 155"/>
                                <a:gd name="T106" fmla="*/ 90 w 124"/>
                                <a:gd name="T107" fmla="*/ 79 h 155"/>
                                <a:gd name="T108" fmla="*/ 96 w 124"/>
                                <a:gd name="T109" fmla="*/ 64 h 155"/>
                                <a:gd name="T110" fmla="*/ 98 w 124"/>
                                <a:gd name="T111" fmla="*/ 58 h 155"/>
                                <a:gd name="T112" fmla="*/ 52 w 124"/>
                                <a:gd name="T113" fmla="*/ 97 h 155"/>
                                <a:gd name="T114" fmla="*/ 122 w 124"/>
                                <a:gd name="T115" fmla="*/ 22 h 155"/>
                                <a:gd name="T116" fmla="*/ 105 w 124"/>
                                <a:gd name="T117" fmla="*/ 9 h 155"/>
                                <a:gd name="T118" fmla="*/ 88 w 124"/>
                                <a:gd name="T119" fmla="*/ 21 h 155"/>
                                <a:gd name="T120" fmla="*/ 90 w 124"/>
                                <a:gd name="T121" fmla="*/ 35 h 155"/>
                                <a:gd name="T122" fmla="*/ 100 w 124"/>
                                <a:gd name="T123" fmla="*/ 30 h 155"/>
                                <a:gd name="T124" fmla="*/ 120 w 124"/>
                                <a:gd name="T125" fmla="*/ 24 h 15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24" h="155">
                                  <a:moveTo>
                                    <a:pt x="10" y="144"/>
                                  </a:move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5"/>
                                  </a:cubicBezTo>
                                  <a:cubicBezTo>
                                    <a:pt x="10" y="145"/>
                                    <a:pt x="10" y="145"/>
                                    <a:pt x="10" y="145"/>
                                  </a:cubicBezTo>
                                  <a:cubicBezTo>
                                    <a:pt x="10" y="145"/>
                                    <a:pt x="10" y="145"/>
                                    <a:pt x="10" y="145"/>
                                  </a:cubicBezTo>
                                  <a:cubicBezTo>
                                    <a:pt x="9" y="145"/>
                                    <a:pt x="9" y="145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lose/>
                                  <a:moveTo>
                                    <a:pt x="2" y="152"/>
                                  </a:move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1" y="153"/>
                                    <a:pt x="1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0"/>
                                  </a:cubicBezTo>
                                  <a:cubicBezTo>
                                    <a:pt x="2" y="150"/>
                                    <a:pt x="2" y="150"/>
                                    <a:pt x="2" y="150"/>
                                  </a:cubicBezTo>
                                  <a:cubicBezTo>
                                    <a:pt x="2" y="150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0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1"/>
                                    <a:pt x="5" y="151"/>
                                  </a:cubicBezTo>
                                  <a:cubicBezTo>
                                    <a:pt x="5" y="151"/>
                                    <a:pt x="5" y="151"/>
                                    <a:pt x="5" y="151"/>
                                  </a:cubicBezTo>
                                  <a:cubicBezTo>
                                    <a:pt x="5" y="151"/>
                                    <a:pt x="5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3" y="151"/>
                                    <a:pt x="3" y="151"/>
                                  </a:cubicBezTo>
                                  <a:cubicBezTo>
                                    <a:pt x="4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moveTo>
                                    <a:pt x="8" y="146"/>
                                  </a:move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7"/>
                                    <a:pt x="7" y="147"/>
                                  </a:cubicBezTo>
                                  <a:cubicBezTo>
                                    <a:pt x="7" y="147"/>
                                    <a:pt x="7" y="147"/>
                                    <a:pt x="7" y="147"/>
                                  </a:cubicBezTo>
                                  <a:cubicBezTo>
                                    <a:pt x="7" y="147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lose/>
                                  <a:moveTo>
                                    <a:pt x="12" y="142"/>
                                  </a:move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2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3" y="142"/>
                                  </a:cubicBezTo>
                                  <a:cubicBezTo>
                                    <a:pt x="13" y="142"/>
                                    <a:pt x="12" y="142"/>
                                    <a:pt x="12" y="142"/>
                                  </a:cubicBezTo>
                                  <a:close/>
                                  <a:moveTo>
                                    <a:pt x="17" y="140"/>
                                  </a:move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7" y="141"/>
                                    <a:pt x="17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0"/>
                                    <a:pt x="17" y="140"/>
                                  </a:cubicBezTo>
                                  <a:close/>
                                  <a:moveTo>
                                    <a:pt x="15" y="140"/>
                                  </a:move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1"/>
                                  </a:cubicBezTo>
                                  <a:cubicBezTo>
                                    <a:pt x="14" y="141"/>
                                    <a:pt x="14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0"/>
                                    <a:pt x="13" y="141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1" y="141"/>
                                    <a:pt x="11" y="141"/>
                                  </a:cubicBezTo>
                                  <a:cubicBezTo>
                                    <a:pt x="11" y="141"/>
                                    <a:pt x="11" y="141"/>
                                    <a:pt x="11" y="141"/>
                                  </a:cubicBezTo>
                                  <a:cubicBezTo>
                                    <a:pt x="11" y="141"/>
                                    <a:pt x="11" y="141"/>
                                    <a:pt x="11" y="140"/>
                                  </a:cubicBezTo>
                                  <a:cubicBezTo>
                                    <a:pt x="11" y="140"/>
                                    <a:pt x="11" y="140"/>
                                    <a:pt x="11" y="140"/>
                                  </a:cubicBezTo>
                                  <a:cubicBezTo>
                                    <a:pt x="11" y="140"/>
                                    <a:pt x="11" y="141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39"/>
                                    <a:pt x="15" y="139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4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40"/>
                                    <a:pt x="15" y="140"/>
                                  </a:cubicBezTo>
                                  <a:close/>
                                  <a:moveTo>
                                    <a:pt x="12" y="142"/>
                                  </a:move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11" y="142"/>
                                  </a:move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lose/>
                                  <a:moveTo>
                                    <a:pt x="3" y="151"/>
                                  </a:move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lose/>
                                  <a:moveTo>
                                    <a:pt x="12" y="140"/>
                                  </a:move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lose/>
                                  <a:moveTo>
                                    <a:pt x="3" y="151"/>
                                  </a:move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4"/>
                                  </a:move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lose/>
                                  <a:moveTo>
                                    <a:pt x="1" y="154"/>
                                  </a:move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lose/>
                                  <a:moveTo>
                                    <a:pt x="32" y="103"/>
                                  </a:moveTo>
                                  <a:cubicBezTo>
                                    <a:pt x="32" y="103"/>
                                    <a:pt x="31" y="103"/>
                                    <a:pt x="31" y="104"/>
                                  </a:cubicBezTo>
                                  <a:cubicBezTo>
                                    <a:pt x="32" y="104"/>
                                    <a:pt x="32" y="104"/>
                                    <a:pt x="32" y="103"/>
                                  </a:cubicBezTo>
                                  <a:close/>
                                  <a:moveTo>
                                    <a:pt x="33" y="103"/>
                                  </a:moveTo>
                                  <a:cubicBezTo>
                                    <a:pt x="33" y="103"/>
                                    <a:pt x="33" y="103"/>
                                    <a:pt x="33" y="102"/>
                                  </a:cubicBezTo>
                                  <a:cubicBezTo>
                                    <a:pt x="33" y="102"/>
                                    <a:pt x="32" y="102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3" y="103"/>
                                    <a:pt x="33" y="103"/>
                                  </a:cubicBezTo>
                                  <a:cubicBezTo>
                                    <a:pt x="33" y="103"/>
                                    <a:pt x="33" y="103"/>
                                    <a:pt x="33" y="103"/>
                                  </a:cubicBezTo>
                                  <a:cubicBezTo>
                                    <a:pt x="33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2"/>
                                    <a:pt x="34" y="103"/>
                                    <a:pt x="34" y="103"/>
                                  </a:cubicBezTo>
                                  <a:cubicBezTo>
                                    <a:pt x="33" y="103"/>
                                    <a:pt x="33" y="103"/>
                                    <a:pt x="33" y="103"/>
                                  </a:cubicBezTo>
                                  <a:close/>
                                  <a:moveTo>
                                    <a:pt x="30" y="103"/>
                                  </a:moveTo>
                                  <a:cubicBezTo>
                                    <a:pt x="30" y="103"/>
                                    <a:pt x="30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3"/>
                                  </a:cubicBezTo>
                                  <a:close/>
                                  <a:moveTo>
                                    <a:pt x="31" y="104"/>
                                  </a:move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lose/>
                                  <a:moveTo>
                                    <a:pt x="32" y="104"/>
                                  </a:moveTo>
                                  <a:cubicBezTo>
                                    <a:pt x="32" y="104"/>
                                    <a:pt x="33" y="104"/>
                                    <a:pt x="33" y="104"/>
                                  </a:cubicBezTo>
                                  <a:cubicBezTo>
                                    <a:pt x="33" y="104"/>
                                    <a:pt x="33" y="104"/>
                                    <a:pt x="32" y="104"/>
                                  </a:cubicBezTo>
                                  <a:close/>
                                  <a:moveTo>
                                    <a:pt x="83" y="103"/>
                                  </a:moveTo>
                                  <a:cubicBezTo>
                                    <a:pt x="83" y="103"/>
                                    <a:pt x="82" y="103"/>
                                    <a:pt x="82" y="103"/>
                                  </a:cubicBezTo>
                                  <a:cubicBezTo>
                                    <a:pt x="82" y="103"/>
                                    <a:pt x="83" y="103"/>
                                    <a:pt x="83" y="103"/>
                                  </a:cubicBezTo>
                                  <a:cubicBezTo>
                                    <a:pt x="83" y="103"/>
                                    <a:pt x="83" y="103"/>
                                    <a:pt x="83" y="103"/>
                                  </a:cubicBezTo>
                                  <a:cubicBezTo>
                                    <a:pt x="83" y="103"/>
                                    <a:pt x="83" y="103"/>
                                    <a:pt x="83" y="103"/>
                                  </a:cubicBezTo>
                                  <a:close/>
                                  <a:moveTo>
                                    <a:pt x="81" y="96"/>
                                  </a:moveTo>
                                  <a:cubicBezTo>
                                    <a:pt x="81" y="96"/>
                                    <a:pt x="81" y="96"/>
                                    <a:pt x="81" y="96"/>
                                  </a:cubicBezTo>
                                  <a:cubicBezTo>
                                    <a:pt x="81" y="96"/>
                                    <a:pt x="81" y="97"/>
                                    <a:pt x="81" y="97"/>
                                  </a:cubicBezTo>
                                  <a:cubicBezTo>
                                    <a:pt x="82" y="97"/>
                                    <a:pt x="81" y="96"/>
                                    <a:pt x="82" y="96"/>
                                  </a:cubicBezTo>
                                  <a:cubicBezTo>
                                    <a:pt x="82" y="96"/>
                                    <a:pt x="81" y="96"/>
                                    <a:pt x="81" y="96"/>
                                  </a:cubicBezTo>
                                  <a:close/>
                                  <a:moveTo>
                                    <a:pt x="80" y="99"/>
                                  </a:moveTo>
                                  <a:cubicBezTo>
                                    <a:pt x="80" y="99"/>
                                    <a:pt x="81" y="99"/>
                                    <a:pt x="80" y="99"/>
                                  </a:cubicBezTo>
                                  <a:cubicBezTo>
                                    <a:pt x="80" y="99"/>
                                    <a:pt x="80" y="99"/>
                                    <a:pt x="80" y="99"/>
                                  </a:cubicBezTo>
                                  <a:close/>
                                  <a:moveTo>
                                    <a:pt x="84" y="109"/>
                                  </a:moveTo>
                                  <a:cubicBezTo>
                                    <a:pt x="84" y="109"/>
                                    <a:pt x="84" y="109"/>
                                    <a:pt x="84" y="109"/>
                                  </a:cubicBezTo>
                                  <a:cubicBezTo>
                                    <a:pt x="84" y="109"/>
                                    <a:pt x="84" y="109"/>
                                    <a:pt x="84" y="110"/>
                                  </a:cubicBezTo>
                                  <a:cubicBezTo>
                                    <a:pt x="84" y="110"/>
                                    <a:pt x="84" y="110"/>
                                    <a:pt x="84" y="110"/>
                                  </a:cubicBezTo>
                                  <a:cubicBezTo>
                                    <a:pt x="84" y="110"/>
                                    <a:pt x="84" y="110"/>
                                    <a:pt x="84" y="109"/>
                                  </a:cubicBezTo>
                                  <a:cubicBezTo>
                                    <a:pt x="84" y="109"/>
                                    <a:pt x="84" y="109"/>
                                    <a:pt x="84" y="109"/>
                                  </a:cubicBezTo>
                                  <a:close/>
                                  <a:moveTo>
                                    <a:pt x="82" y="101"/>
                                  </a:moveTo>
                                  <a:cubicBezTo>
                                    <a:pt x="82" y="101"/>
                                    <a:pt x="82" y="101"/>
                                    <a:pt x="82" y="101"/>
                                  </a:cubicBezTo>
                                  <a:cubicBezTo>
                                    <a:pt x="82" y="102"/>
                                    <a:pt x="82" y="102"/>
                                    <a:pt x="82" y="102"/>
                                  </a:cubicBezTo>
                                  <a:cubicBezTo>
                                    <a:pt x="82" y="102"/>
                                    <a:pt x="82" y="102"/>
                                    <a:pt x="82" y="101"/>
                                  </a:cubicBezTo>
                                  <a:cubicBezTo>
                                    <a:pt x="82" y="101"/>
                                    <a:pt x="82" y="101"/>
                                    <a:pt x="82" y="101"/>
                                  </a:cubicBezTo>
                                  <a:close/>
                                  <a:moveTo>
                                    <a:pt x="49" y="103"/>
                                  </a:moveTo>
                                  <a:cubicBezTo>
                                    <a:pt x="49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9" y="102"/>
                                  </a:cubicBezTo>
                                  <a:cubicBezTo>
                                    <a:pt x="49" y="102"/>
                                    <a:pt x="49" y="102"/>
                                    <a:pt x="48" y="102"/>
                                  </a:cubicBezTo>
                                  <a:cubicBezTo>
                                    <a:pt x="48" y="102"/>
                                    <a:pt x="48" y="101"/>
                                    <a:pt x="49" y="101"/>
                                  </a:cubicBezTo>
                                  <a:cubicBezTo>
                                    <a:pt x="49" y="101"/>
                                    <a:pt x="49" y="101"/>
                                    <a:pt x="49" y="101"/>
                                  </a:cubicBezTo>
                                  <a:cubicBezTo>
                                    <a:pt x="49" y="101"/>
                                    <a:pt x="49" y="101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7" y="100"/>
                                  </a:cubicBezTo>
                                  <a:cubicBezTo>
                                    <a:pt x="47" y="100"/>
                                    <a:pt x="47" y="100"/>
                                    <a:pt x="47" y="100"/>
                                  </a:cubicBezTo>
                                  <a:cubicBezTo>
                                    <a:pt x="47" y="100"/>
                                    <a:pt x="46" y="100"/>
                                    <a:pt x="46" y="100"/>
                                  </a:cubicBezTo>
                                  <a:cubicBezTo>
                                    <a:pt x="46" y="100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1"/>
                                  </a:cubicBezTo>
                                  <a:cubicBezTo>
                                    <a:pt x="42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1" y="102"/>
                                    <a:pt x="41" y="102"/>
                                  </a:cubicBezTo>
                                  <a:cubicBezTo>
                                    <a:pt x="41" y="102"/>
                                    <a:pt x="41" y="102"/>
                                    <a:pt x="41" y="102"/>
                                  </a:cubicBezTo>
                                  <a:cubicBezTo>
                                    <a:pt x="41" y="102"/>
                                    <a:pt x="40" y="102"/>
                                    <a:pt x="40" y="102"/>
                                  </a:cubicBezTo>
                                  <a:cubicBezTo>
                                    <a:pt x="40" y="102"/>
                                    <a:pt x="40" y="102"/>
                                    <a:pt x="40" y="102"/>
                                  </a:cubicBezTo>
                                  <a:cubicBezTo>
                                    <a:pt x="39" y="102"/>
                                    <a:pt x="39" y="102"/>
                                    <a:pt x="39" y="102"/>
                                  </a:cubicBezTo>
                                  <a:cubicBezTo>
                                    <a:pt x="39" y="102"/>
                                    <a:pt x="39" y="103"/>
                                    <a:pt x="39" y="103"/>
                                  </a:cubicBezTo>
                                  <a:cubicBezTo>
                                    <a:pt x="39" y="103"/>
                                    <a:pt x="38" y="103"/>
                                    <a:pt x="38" y="103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1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8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2"/>
                                    <a:pt x="37" y="102"/>
                                  </a:cubicBezTo>
                                  <a:cubicBezTo>
                                    <a:pt x="36" y="102"/>
                                    <a:pt x="36" y="102"/>
                                    <a:pt x="36" y="103"/>
                                  </a:cubicBezTo>
                                  <a:cubicBezTo>
                                    <a:pt x="36" y="103"/>
                                    <a:pt x="36" y="103"/>
                                    <a:pt x="36" y="103"/>
                                  </a:cubicBezTo>
                                  <a:cubicBezTo>
                                    <a:pt x="36" y="103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5" y="105"/>
                                    <a:pt x="35" y="105"/>
                                    <a:pt x="35" y="105"/>
                                  </a:cubicBezTo>
                                  <a:cubicBezTo>
                                    <a:pt x="34" y="105"/>
                                    <a:pt x="34" y="105"/>
                                    <a:pt x="34" y="106"/>
                                  </a:cubicBezTo>
                                  <a:cubicBezTo>
                                    <a:pt x="34" y="106"/>
                                    <a:pt x="34" y="106"/>
                                    <a:pt x="34" y="106"/>
                                  </a:cubicBezTo>
                                  <a:cubicBezTo>
                                    <a:pt x="33" y="106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3" y="107"/>
                                    <a:pt x="33" y="106"/>
                                  </a:cubicBezTo>
                                  <a:cubicBezTo>
                                    <a:pt x="33" y="106"/>
                                    <a:pt x="33" y="106"/>
                                    <a:pt x="34" y="106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4" y="108"/>
                                    <a:pt x="34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6" y="111"/>
                                    <a:pt x="36" y="111"/>
                                  </a:cubicBezTo>
                                  <a:cubicBezTo>
                                    <a:pt x="36" y="111"/>
                                    <a:pt x="36" y="111"/>
                                    <a:pt x="36" y="111"/>
                                  </a:cubicBezTo>
                                  <a:cubicBezTo>
                                    <a:pt x="36" y="111"/>
                                    <a:pt x="36" y="111"/>
                                    <a:pt x="36" y="111"/>
                                  </a:cubicBez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ubicBezTo>
                                    <a:pt x="35" y="112"/>
                                    <a:pt x="36" y="112"/>
                                    <a:pt x="36" y="112"/>
                                  </a:cubicBezTo>
                                  <a:cubicBezTo>
                                    <a:pt x="36" y="112"/>
                                    <a:pt x="36" y="112"/>
                                    <a:pt x="36" y="112"/>
                                  </a:cubicBezTo>
                                  <a:cubicBezTo>
                                    <a:pt x="36" y="112"/>
                                    <a:pt x="36" y="112"/>
                                    <a:pt x="37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2"/>
                                  </a:cubicBezTo>
                                  <a:cubicBezTo>
                                    <a:pt x="38" y="112"/>
                                    <a:pt x="38" y="112"/>
                                    <a:pt x="38" y="112"/>
                                  </a:cubicBezTo>
                                  <a:cubicBezTo>
                                    <a:pt x="38" y="112"/>
                                    <a:pt x="38" y="112"/>
                                    <a:pt x="38" y="112"/>
                                  </a:cubicBezTo>
                                  <a:cubicBezTo>
                                    <a:pt x="37" y="112"/>
                                    <a:pt x="37" y="111"/>
                                    <a:pt x="38" y="111"/>
                                  </a:cubicBezTo>
                                  <a:cubicBezTo>
                                    <a:pt x="38" y="111"/>
                                    <a:pt x="38" y="111"/>
                                    <a:pt x="38" y="111"/>
                                  </a:cubicBezTo>
                                  <a:cubicBezTo>
                                    <a:pt x="38" y="111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9" y="110"/>
                                    <a:pt x="39" y="109"/>
                                    <a:pt x="39" y="109"/>
                                  </a:cubicBezTo>
                                  <a:cubicBezTo>
                                    <a:pt x="39" y="109"/>
                                    <a:pt x="39" y="109"/>
                                    <a:pt x="39" y="109"/>
                                  </a:cubicBezTo>
                                  <a:cubicBezTo>
                                    <a:pt x="40" y="109"/>
                                    <a:pt x="39" y="108"/>
                                    <a:pt x="39" y="108"/>
                                  </a:cubicBezTo>
                                  <a:cubicBezTo>
                                    <a:pt x="39" y="107"/>
                                    <a:pt x="40" y="107"/>
                                    <a:pt x="40" y="107"/>
                                  </a:cubicBezTo>
                                  <a:cubicBezTo>
                                    <a:pt x="40" y="107"/>
                                    <a:pt x="40" y="107"/>
                                    <a:pt x="40" y="107"/>
                                  </a:cubicBezTo>
                                  <a:cubicBezTo>
                                    <a:pt x="40" y="107"/>
                                    <a:pt x="40" y="107"/>
                                    <a:pt x="41" y="107"/>
                                  </a:cubicBezTo>
                                  <a:cubicBezTo>
                                    <a:pt x="41" y="107"/>
                                    <a:pt x="41" y="107"/>
                                    <a:pt x="41" y="107"/>
                                  </a:cubicBezTo>
                                  <a:cubicBezTo>
                                    <a:pt x="41" y="107"/>
                                    <a:pt x="41" y="107"/>
                                    <a:pt x="41" y="106"/>
                                  </a:cubicBezTo>
                                  <a:cubicBezTo>
                                    <a:pt x="41" y="106"/>
                                    <a:pt x="41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3" y="106"/>
                                  </a:cubicBezTo>
                                  <a:cubicBezTo>
                                    <a:pt x="43" y="106"/>
                                    <a:pt x="43" y="106"/>
                                    <a:pt x="44" y="106"/>
                                  </a:cubicBezTo>
                                  <a:cubicBezTo>
                                    <a:pt x="44" y="106"/>
                                    <a:pt x="44" y="106"/>
                                    <a:pt x="44" y="106"/>
                                  </a:cubicBezTo>
                                  <a:cubicBezTo>
                                    <a:pt x="44" y="106"/>
                                    <a:pt x="44" y="106"/>
                                    <a:pt x="44" y="106"/>
                                  </a:cubicBezTo>
                                  <a:cubicBezTo>
                                    <a:pt x="44" y="107"/>
                                    <a:pt x="45" y="107"/>
                                    <a:pt x="45" y="108"/>
                                  </a:cubicBezTo>
                                  <a:cubicBezTo>
                                    <a:pt x="45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5"/>
                                    <a:pt x="47" y="105"/>
                                    <a:pt x="47" y="105"/>
                                  </a:cubicBezTo>
                                  <a:cubicBezTo>
                                    <a:pt x="47" y="105"/>
                                    <a:pt x="47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8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4"/>
                                    <a:pt x="49" y="104"/>
                                  </a:cubicBezTo>
                                  <a:cubicBezTo>
                                    <a:pt x="49" y="103"/>
                                    <a:pt x="49" y="103"/>
                                    <a:pt x="49" y="103"/>
                                  </a:cubicBezTo>
                                  <a:close/>
                                  <a:moveTo>
                                    <a:pt x="34" y="109"/>
                                  </a:move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4"/>
                                  </a:cubicBezTo>
                                  <a:cubicBezTo>
                                    <a:pt x="38" y="84"/>
                                    <a:pt x="38" y="84"/>
                                    <a:pt x="38" y="85"/>
                                  </a:cubicBezTo>
                                  <a:cubicBezTo>
                                    <a:pt x="37" y="85"/>
                                    <a:pt x="37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9" y="85"/>
                                    <a:pt x="39" y="85"/>
                                    <a:pt x="39" y="85"/>
                                  </a:cubicBezTo>
                                  <a:cubicBezTo>
                                    <a:pt x="39" y="85"/>
                                    <a:pt x="39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40" y="84"/>
                                  </a:moveTo>
                                  <a:cubicBezTo>
                                    <a:pt x="40" y="84"/>
                                    <a:pt x="40" y="84"/>
                                    <a:pt x="40" y="83"/>
                                  </a:cubicBezTo>
                                  <a:cubicBezTo>
                                    <a:pt x="40" y="83"/>
                                    <a:pt x="40" y="83"/>
                                    <a:pt x="40" y="83"/>
                                  </a:cubicBezTo>
                                  <a:cubicBezTo>
                                    <a:pt x="39" y="83"/>
                                    <a:pt x="39" y="83"/>
                                    <a:pt x="39" y="83"/>
                                  </a:cubicBezTo>
                                  <a:cubicBezTo>
                                    <a:pt x="39" y="84"/>
                                    <a:pt x="39" y="84"/>
                                    <a:pt x="40" y="84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31" y="111"/>
                                  </a:move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0" y="110"/>
                                    <a:pt x="30" y="110"/>
                                  </a:cubicBezTo>
                                  <a:cubicBezTo>
                                    <a:pt x="30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0" y="110"/>
                                    <a:pt x="30" y="110"/>
                                  </a:cubicBezTo>
                                  <a:cubicBezTo>
                                    <a:pt x="30" y="110"/>
                                    <a:pt x="30" y="110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8"/>
                                  </a:cubicBezTo>
                                  <a:cubicBezTo>
                                    <a:pt x="30" y="108"/>
                                    <a:pt x="29" y="108"/>
                                    <a:pt x="29" y="108"/>
                                  </a:cubicBezTo>
                                  <a:cubicBezTo>
                                    <a:pt x="29" y="108"/>
                                    <a:pt x="29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9" y="107"/>
                                    <a:pt x="29" y="107"/>
                                    <a:pt x="29" y="107"/>
                                  </a:cubicBezTo>
                                  <a:cubicBezTo>
                                    <a:pt x="29" y="107"/>
                                    <a:pt x="29" y="107"/>
                                    <a:pt x="29" y="106"/>
                                  </a:cubicBezTo>
                                  <a:cubicBezTo>
                                    <a:pt x="29" y="106"/>
                                    <a:pt x="29" y="105"/>
                                    <a:pt x="29" y="105"/>
                                  </a:cubicBezTo>
                                  <a:cubicBezTo>
                                    <a:pt x="28" y="105"/>
                                    <a:pt x="28" y="105"/>
                                    <a:pt x="27" y="105"/>
                                  </a:cubicBezTo>
                                  <a:cubicBezTo>
                                    <a:pt x="27" y="105"/>
                                    <a:pt x="27" y="106"/>
                                    <a:pt x="27" y="106"/>
                                  </a:cubicBezTo>
                                  <a:cubicBezTo>
                                    <a:pt x="26" y="106"/>
                                    <a:pt x="26" y="106"/>
                                    <a:pt x="26" y="105"/>
                                  </a:cubicBezTo>
                                  <a:cubicBezTo>
                                    <a:pt x="26" y="105"/>
                                    <a:pt x="26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4" y="105"/>
                                    <a:pt x="24" y="105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3" y="103"/>
                                  </a:cubicBezTo>
                                  <a:cubicBezTo>
                                    <a:pt x="23" y="102"/>
                                    <a:pt x="23" y="102"/>
                                    <a:pt x="23" y="103"/>
                                  </a:cubicBezTo>
                                  <a:cubicBezTo>
                                    <a:pt x="23" y="103"/>
                                    <a:pt x="22" y="103"/>
                                    <a:pt x="22" y="103"/>
                                  </a:cubicBezTo>
                                  <a:cubicBezTo>
                                    <a:pt x="22" y="103"/>
                                    <a:pt x="22" y="103"/>
                                    <a:pt x="22" y="103"/>
                                  </a:cubicBezTo>
                                  <a:cubicBezTo>
                                    <a:pt x="22" y="103"/>
                                    <a:pt x="21" y="103"/>
                                    <a:pt x="21" y="103"/>
                                  </a:cubicBezTo>
                                  <a:cubicBezTo>
                                    <a:pt x="21" y="103"/>
                                    <a:pt x="21" y="103"/>
                                    <a:pt x="21" y="103"/>
                                  </a:cubicBezTo>
                                  <a:cubicBezTo>
                                    <a:pt x="20" y="103"/>
                                    <a:pt x="20" y="104"/>
                                    <a:pt x="21" y="104"/>
                                  </a:cubicBezTo>
                                  <a:cubicBezTo>
                                    <a:pt x="20" y="104"/>
                                    <a:pt x="20" y="104"/>
                                    <a:pt x="20" y="104"/>
                                  </a:cubicBezTo>
                                  <a:cubicBezTo>
                                    <a:pt x="20" y="104"/>
                                    <a:pt x="20" y="104"/>
                                    <a:pt x="20" y="105"/>
                                  </a:cubicBezTo>
                                  <a:cubicBezTo>
                                    <a:pt x="20" y="105"/>
                                    <a:pt x="20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7"/>
                                  </a:cubicBezTo>
                                  <a:cubicBezTo>
                                    <a:pt x="18" y="107"/>
                                    <a:pt x="17" y="107"/>
                                    <a:pt x="17" y="107"/>
                                  </a:cubicBezTo>
                                  <a:cubicBezTo>
                                    <a:pt x="17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6"/>
                                    <a:pt x="16" y="106"/>
                                    <a:pt x="16" y="106"/>
                                  </a:cubicBezTo>
                                  <a:cubicBezTo>
                                    <a:pt x="16" y="106"/>
                                    <a:pt x="16" y="106"/>
                                    <a:pt x="16" y="106"/>
                                  </a:cubicBezTo>
                                  <a:cubicBezTo>
                                    <a:pt x="16" y="106"/>
                                    <a:pt x="16" y="106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8"/>
                                    <a:pt x="16" y="108"/>
                                  </a:cubicBezTo>
                                  <a:cubicBezTo>
                                    <a:pt x="16" y="108"/>
                                    <a:pt x="16" y="108"/>
                                    <a:pt x="16" y="108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5" y="107"/>
                                    <a:pt x="15" y="107"/>
                                    <a:pt x="15" y="107"/>
                                  </a:cubicBezTo>
                                  <a:cubicBezTo>
                                    <a:pt x="15" y="107"/>
                                    <a:pt x="15" y="107"/>
                                    <a:pt x="14" y="107"/>
                                  </a:cubicBezTo>
                                  <a:cubicBezTo>
                                    <a:pt x="14" y="108"/>
                                    <a:pt x="15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9"/>
                                    <a:pt x="15" y="109"/>
                                  </a:cubicBezTo>
                                  <a:cubicBezTo>
                                    <a:pt x="15" y="109"/>
                                    <a:pt x="15" y="109"/>
                                    <a:pt x="15" y="109"/>
                                  </a:cubicBezTo>
                                  <a:cubicBezTo>
                                    <a:pt x="15" y="109"/>
                                    <a:pt x="15" y="109"/>
                                    <a:pt x="15" y="110"/>
                                  </a:cubicBezTo>
                                  <a:cubicBezTo>
                                    <a:pt x="15" y="109"/>
                                    <a:pt x="15" y="109"/>
                                    <a:pt x="15" y="109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7" y="110"/>
                                    <a:pt x="17" y="110"/>
                                  </a:cubicBezTo>
                                  <a:cubicBezTo>
                                    <a:pt x="17" y="110"/>
                                    <a:pt x="17" y="110"/>
                                    <a:pt x="17" y="110"/>
                                  </a:cubicBezTo>
                                  <a:cubicBezTo>
                                    <a:pt x="17" y="110"/>
                                    <a:pt x="17" y="110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2"/>
                                  </a:cubicBezTo>
                                  <a:cubicBezTo>
                                    <a:pt x="17" y="112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2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1"/>
                                    <a:pt x="15" y="112"/>
                                  </a:cubicBezTo>
                                  <a:cubicBezTo>
                                    <a:pt x="16" y="112"/>
                                    <a:pt x="16" y="112"/>
                                    <a:pt x="16" y="112"/>
                                  </a:cubicBezTo>
                                  <a:cubicBezTo>
                                    <a:pt x="16" y="112"/>
                                    <a:pt x="16" y="112"/>
                                    <a:pt x="16" y="112"/>
                                  </a:cubicBezTo>
                                  <a:cubicBezTo>
                                    <a:pt x="16" y="112"/>
                                    <a:pt x="16" y="113"/>
                                    <a:pt x="16" y="113"/>
                                  </a:cubicBezTo>
                                  <a:cubicBezTo>
                                    <a:pt x="16" y="113"/>
                                    <a:pt x="16" y="113"/>
                                    <a:pt x="16" y="113"/>
                                  </a:cubicBezTo>
                                  <a:cubicBezTo>
                                    <a:pt x="16" y="113"/>
                                    <a:pt x="16" y="113"/>
                                    <a:pt x="16" y="114"/>
                                  </a:cubicBezTo>
                                  <a:cubicBezTo>
                                    <a:pt x="16" y="113"/>
                                    <a:pt x="17" y="113"/>
                                    <a:pt x="17" y="113"/>
                                  </a:cubicBezTo>
                                  <a:cubicBezTo>
                                    <a:pt x="17" y="112"/>
                                    <a:pt x="17" y="112"/>
                                    <a:pt x="17" y="112"/>
                                  </a:cubicBezTo>
                                  <a:cubicBezTo>
                                    <a:pt x="17" y="112"/>
                                    <a:pt x="17" y="112"/>
                                    <a:pt x="17" y="112"/>
                                  </a:cubicBezTo>
                                  <a:cubicBezTo>
                                    <a:pt x="17" y="112"/>
                                    <a:pt x="17" y="112"/>
                                    <a:pt x="18" y="112"/>
                                  </a:cubicBezTo>
                                  <a:cubicBezTo>
                                    <a:pt x="18" y="112"/>
                                    <a:pt x="18" y="112"/>
                                    <a:pt x="18" y="112"/>
                                  </a:cubicBezTo>
                                  <a:cubicBezTo>
                                    <a:pt x="19" y="112"/>
                                    <a:pt x="19" y="112"/>
                                    <a:pt x="19" y="112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18" y="113"/>
                                    <a:pt x="18" y="113"/>
                                    <a:pt x="18" y="113"/>
                                  </a:cubicBezTo>
                                  <a:cubicBezTo>
                                    <a:pt x="18" y="113"/>
                                    <a:pt x="18" y="113"/>
                                    <a:pt x="19" y="113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20" y="113"/>
                                    <a:pt x="20" y="113"/>
                                    <a:pt x="20" y="112"/>
                                  </a:cubicBezTo>
                                  <a:cubicBezTo>
                                    <a:pt x="20" y="112"/>
                                    <a:pt x="20" y="112"/>
                                    <a:pt x="20" y="112"/>
                                  </a:cubicBezTo>
                                  <a:cubicBezTo>
                                    <a:pt x="20" y="111"/>
                                    <a:pt x="20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2"/>
                                    <a:pt x="18" y="111"/>
                                    <a:pt x="18" y="111"/>
                                  </a:cubicBezTo>
                                  <a:cubicBezTo>
                                    <a:pt x="18" y="111"/>
                                    <a:pt x="18" y="111"/>
                                    <a:pt x="18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0"/>
                                    <a:pt x="19" y="110"/>
                                  </a:cubicBezTo>
                                  <a:cubicBezTo>
                                    <a:pt x="19" y="110"/>
                                    <a:pt x="19" y="110"/>
                                    <a:pt x="18" y="110"/>
                                  </a:cubicBezTo>
                                  <a:cubicBezTo>
                                    <a:pt x="18" y="109"/>
                                    <a:pt x="18" y="109"/>
                                    <a:pt x="19" y="109"/>
                                  </a:cubicBezTo>
                                  <a:cubicBezTo>
                                    <a:pt x="19" y="109"/>
                                    <a:pt x="19" y="109"/>
                                    <a:pt x="19" y="108"/>
                                  </a:cubicBezTo>
                                  <a:cubicBezTo>
                                    <a:pt x="19" y="109"/>
                                    <a:pt x="19" y="109"/>
                                    <a:pt x="19" y="109"/>
                                  </a:cubicBezTo>
                                  <a:cubicBezTo>
                                    <a:pt x="19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1"/>
                                  </a:cubicBezTo>
                                  <a:cubicBezTo>
                                    <a:pt x="20" y="111"/>
                                    <a:pt x="21" y="111"/>
                                    <a:pt x="21" y="111"/>
                                  </a:cubicBezTo>
                                  <a:cubicBezTo>
                                    <a:pt x="21" y="111"/>
                                    <a:pt x="21" y="111"/>
                                    <a:pt x="21" y="111"/>
                                  </a:cubicBezTo>
                                  <a:cubicBezTo>
                                    <a:pt x="22" y="112"/>
                                    <a:pt x="22" y="112"/>
                                    <a:pt x="21" y="113"/>
                                  </a:cubicBezTo>
                                  <a:cubicBezTo>
                                    <a:pt x="21" y="113"/>
                                    <a:pt x="21" y="113"/>
                                    <a:pt x="20" y="113"/>
                                  </a:cubicBezTo>
                                  <a:cubicBezTo>
                                    <a:pt x="20" y="113"/>
                                    <a:pt x="20" y="113"/>
                                    <a:pt x="20" y="113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1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3"/>
                                    <a:pt x="20" y="113"/>
                                    <a:pt x="20" y="113"/>
                                  </a:cubicBezTo>
                                  <a:cubicBezTo>
                                    <a:pt x="20" y="113"/>
                                    <a:pt x="21" y="113"/>
                                    <a:pt x="21" y="113"/>
                                  </a:cubicBezTo>
                                  <a:cubicBezTo>
                                    <a:pt x="21" y="113"/>
                                    <a:pt x="21" y="114"/>
                                    <a:pt x="21" y="114"/>
                                  </a:cubicBezTo>
                                  <a:cubicBezTo>
                                    <a:pt x="21" y="114"/>
                                    <a:pt x="21" y="114"/>
                                    <a:pt x="21" y="114"/>
                                  </a:cubicBezTo>
                                  <a:cubicBezTo>
                                    <a:pt x="21" y="113"/>
                                    <a:pt x="21" y="113"/>
                                    <a:pt x="22" y="113"/>
                                  </a:cubicBezTo>
                                  <a:cubicBezTo>
                                    <a:pt x="22" y="113"/>
                                    <a:pt x="22" y="113"/>
                                    <a:pt x="22" y="113"/>
                                  </a:cubicBezTo>
                                  <a:cubicBezTo>
                                    <a:pt x="21" y="114"/>
                                    <a:pt x="21" y="114"/>
                                    <a:pt x="21" y="114"/>
                                  </a:cubicBezTo>
                                  <a:cubicBezTo>
                                    <a:pt x="21" y="114"/>
                                    <a:pt x="21" y="114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6"/>
                                  </a:cubicBezTo>
                                  <a:cubicBezTo>
                                    <a:pt x="21" y="116"/>
                                    <a:pt x="21" y="116"/>
                                    <a:pt x="20" y="116"/>
                                  </a:cubicBezTo>
                                  <a:cubicBezTo>
                                    <a:pt x="20" y="116"/>
                                    <a:pt x="20" y="116"/>
                                    <a:pt x="20" y="116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6"/>
                                    <a:pt x="18" y="116"/>
                                    <a:pt x="18" y="117"/>
                                  </a:cubicBezTo>
                                  <a:cubicBezTo>
                                    <a:pt x="18" y="117"/>
                                    <a:pt x="18" y="117"/>
                                    <a:pt x="18" y="117"/>
                                  </a:cubicBezTo>
                                  <a:cubicBezTo>
                                    <a:pt x="19" y="117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20"/>
                                    <a:pt x="19" y="120"/>
                                  </a:cubicBezTo>
                                  <a:cubicBezTo>
                                    <a:pt x="18" y="120"/>
                                    <a:pt x="19" y="120"/>
                                    <a:pt x="19" y="120"/>
                                  </a:cubicBezTo>
                                  <a:cubicBezTo>
                                    <a:pt x="19" y="120"/>
                                    <a:pt x="19" y="120"/>
                                    <a:pt x="19" y="121"/>
                                  </a:cubicBezTo>
                                  <a:cubicBezTo>
                                    <a:pt x="19" y="121"/>
                                    <a:pt x="19" y="121"/>
                                    <a:pt x="19" y="121"/>
                                  </a:cubicBezTo>
                                  <a:cubicBezTo>
                                    <a:pt x="19" y="121"/>
                                    <a:pt x="20" y="121"/>
                                    <a:pt x="20" y="121"/>
                                  </a:cubicBezTo>
                                  <a:cubicBezTo>
                                    <a:pt x="20" y="122"/>
                                    <a:pt x="20" y="122"/>
                                    <a:pt x="19" y="122"/>
                                  </a:cubicBezTo>
                                  <a:cubicBezTo>
                                    <a:pt x="19" y="123"/>
                                    <a:pt x="19" y="123"/>
                                    <a:pt x="19" y="123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9" y="123"/>
                                    <a:pt x="19" y="124"/>
                                    <a:pt x="19" y="124"/>
                                  </a:cubicBezTo>
                                  <a:cubicBezTo>
                                    <a:pt x="19" y="124"/>
                                    <a:pt x="19" y="124"/>
                                    <a:pt x="19" y="124"/>
                                  </a:cubicBezTo>
                                  <a:cubicBezTo>
                                    <a:pt x="19" y="124"/>
                                    <a:pt x="20" y="124"/>
                                    <a:pt x="20" y="124"/>
                                  </a:cubicBezTo>
                                  <a:cubicBezTo>
                                    <a:pt x="21" y="124"/>
                                    <a:pt x="21" y="124"/>
                                    <a:pt x="21" y="125"/>
                                  </a:cubicBezTo>
                                  <a:cubicBezTo>
                                    <a:pt x="21" y="125"/>
                                    <a:pt x="21" y="125"/>
                                    <a:pt x="21" y="125"/>
                                  </a:cubicBezTo>
                                  <a:cubicBezTo>
                                    <a:pt x="21" y="125"/>
                                    <a:pt x="22" y="125"/>
                                    <a:pt x="22" y="124"/>
                                  </a:cubicBezTo>
                                  <a:cubicBezTo>
                                    <a:pt x="22" y="124"/>
                                    <a:pt x="22" y="124"/>
                                    <a:pt x="22" y="124"/>
                                  </a:cubicBezTo>
                                  <a:cubicBezTo>
                                    <a:pt x="21" y="124"/>
                                    <a:pt x="21" y="124"/>
                                    <a:pt x="21" y="123"/>
                                  </a:cubicBezTo>
                                  <a:cubicBezTo>
                                    <a:pt x="21" y="123"/>
                                    <a:pt x="21" y="123"/>
                                    <a:pt x="21" y="123"/>
                                  </a:cubicBezTo>
                                  <a:cubicBezTo>
                                    <a:pt x="21" y="123"/>
                                    <a:pt x="21" y="123"/>
                                    <a:pt x="21" y="123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2" y="120"/>
                                    <a:pt x="22" y="120"/>
                                  </a:cubicBezTo>
                                  <a:cubicBezTo>
                                    <a:pt x="22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3" y="121"/>
                                    <a:pt x="23" y="121"/>
                                  </a:cubicBezTo>
                                  <a:cubicBezTo>
                                    <a:pt x="23" y="121"/>
                                    <a:pt x="23" y="121"/>
                                    <a:pt x="23" y="121"/>
                                  </a:cubicBezTo>
                                  <a:cubicBezTo>
                                    <a:pt x="23" y="121"/>
                                    <a:pt x="23" y="121"/>
                                    <a:pt x="23" y="122"/>
                                  </a:cubicBezTo>
                                  <a:cubicBezTo>
                                    <a:pt x="23" y="122"/>
                                    <a:pt x="23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1" y="121"/>
                                    <a:pt x="21" y="122"/>
                                  </a:cubicBezTo>
                                  <a:cubicBezTo>
                                    <a:pt x="21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3"/>
                                    <a:pt x="22" y="123"/>
                                  </a:cubicBezTo>
                                  <a:cubicBezTo>
                                    <a:pt x="23" y="123"/>
                                    <a:pt x="23" y="123"/>
                                    <a:pt x="23" y="124"/>
                                  </a:cubicBezTo>
                                  <a:cubicBezTo>
                                    <a:pt x="23" y="124"/>
                                    <a:pt x="23" y="125"/>
                                    <a:pt x="22" y="126"/>
                                  </a:cubicBezTo>
                                  <a:cubicBezTo>
                                    <a:pt x="22" y="126"/>
                                    <a:pt x="22" y="126"/>
                                    <a:pt x="22" y="126"/>
                                  </a:cubicBezTo>
                                  <a:cubicBezTo>
                                    <a:pt x="22" y="126"/>
                                    <a:pt x="22" y="126"/>
                                    <a:pt x="22" y="126"/>
                                  </a:cubicBezTo>
                                  <a:cubicBezTo>
                                    <a:pt x="22" y="126"/>
                                    <a:pt x="23" y="126"/>
                                    <a:pt x="23" y="126"/>
                                  </a:cubicBezTo>
                                  <a:cubicBezTo>
                                    <a:pt x="23" y="126"/>
                                    <a:pt x="23" y="126"/>
                                    <a:pt x="23" y="126"/>
                                  </a:cubicBezTo>
                                  <a:cubicBezTo>
                                    <a:pt x="24" y="125"/>
                                    <a:pt x="24" y="125"/>
                                    <a:pt x="24" y="125"/>
                                  </a:cubicBezTo>
                                  <a:cubicBezTo>
                                    <a:pt x="24" y="125"/>
                                    <a:pt x="24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4" y="123"/>
                                    <a:pt x="24" y="124"/>
                                    <a:pt x="24" y="123"/>
                                  </a:cubicBezTo>
                                  <a:cubicBezTo>
                                    <a:pt x="24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3"/>
                                    <a:pt x="26" y="123"/>
                                    <a:pt x="26" y="123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7" y="123"/>
                                    <a:pt x="27" y="123"/>
                                    <a:pt x="27" y="123"/>
                                  </a:cubicBezTo>
                                  <a:cubicBezTo>
                                    <a:pt x="27" y="122"/>
                                    <a:pt x="27" y="122"/>
                                    <a:pt x="27" y="122"/>
                                  </a:cubicBezTo>
                                  <a:cubicBezTo>
                                    <a:pt x="27" y="121"/>
                                    <a:pt x="27" y="121"/>
                                    <a:pt x="27" y="121"/>
                                  </a:cubicBezTo>
                                  <a:cubicBezTo>
                                    <a:pt x="27" y="120"/>
                                    <a:pt x="28" y="120"/>
                                    <a:pt x="27" y="120"/>
                                  </a:cubicBezTo>
                                  <a:cubicBezTo>
                                    <a:pt x="27" y="120"/>
                                    <a:pt x="27" y="119"/>
                                    <a:pt x="27" y="119"/>
                                  </a:cubicBezTo>
                                  <a:cubicBezTo>
                                    <a:pt x="27" y="119"/>
                                    <a:pt x="28" y="119"/>
                                    <a:pt x="28" y="118"/>
                                  </a:cubicBezTo>
                                  <a:cubicBezTo>
                                    <a:pt x="28" y="118"/>
                                    <a:pt x="27" y="118"/>
                                    <a:pt x="27" y="118"/>
                                  </a:cubicBezTo>
                                  <a:cubicBezTo>
                                    <a:pt x="28" y="118"/>
                                    <a:pt x="28" y="118"/>
                                    <a:pt x="28" y="117"/>
                                  </a:cubicBezTo>
                                  <a:cubicBezTo>
                                    <a:pt x="28" y="117"/>
                                    <a:pt x="28" y="116"/>
                                    <a:pt x="28" y="116"/>
                                  </a:cubicBezTo>
                                  <a:cubicBezTo>
                                    <a:pt x="28" y="116"/>
                                    <a:pt x="28" y="116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9" y="115"/>
                                    <a:pt x="29" y="115"/>
                                  </a:cubicBezTo>
                                  <a:cubicBezTo>
                                    <a:pt x="29" y="115"/>
                                    <a:pt x="29" y="115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3"/>
                                    <a:pt x="29" y="113"/>
                                  </a:cubicBezTo>
                                  <a:cubicBezTo>
                                    <a:pt x="30" y="113"/>
                                    <a:pt x="30" y="113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1" y="112"/>
                                    <a:pt x="31" y="112"/>
                                    <a:pt x="31" y="112"/>
                                  </a:cubicBezTo>
                                  <a:cubicBezTo>
                                    <a:pt x="31" y="112"/>
                                    <a:pt x="31" y="112"/>
                                    <a:pt x="31" y="112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lose/>
                                  <a:moveTo>
                                    <a:pt x="73" y="70"/>
                                  </a:moveTo>
                                  <a:cubicBezTo>
                                    <a:pt x="73" y="70"/>
                                    <a:pt x="74" y="70"/>
                                    <a:pt x="74" y="70"/>
                                  </a:cubicBezTo>
                                  <a:cubicBezTo>
                                    <a:pt x="74" y="70"/>
                                    <a:pt x="74" y="70"/>
                                    <a:pt x="74" y="70"/>
                                  </a:cubicBezTo>
                                  <a:cubicBezTo>
                                    <a:pt x="74" y="70"/>
                                    <a:pt x="75" y="70"/>
                                    <a:pt x="75" y="69"/>
                                  </a:cubicBezTo>
                                  <a:cubicBezTo>
                                    <a:pt x="75" y="69"/>
                                    <a:pt x="75" y="69"/>
                                    <a:pt x="76" y="68"/>
                                  </a:cubicBezTo>
                                  <a:cubicBezTo>
                                    <a:pt x="76" y="68"/>
                                    <a:pt x="76" y="68"/>
                                    <a:pt x="76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7"/>
                                  </a:cubicBezTo>
                                  <a:cubicBezTo>
                                    <a:pt x="75" y="67"/>
                                    <a:pt x="75" y="67"/>
                                    <a:pt x="75" y="67"/>
                                  </a:cubicBezTo>
                                  <a:cubicBezTo>
                                    <a:pt x="75" y="67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4" y="67"/>
                                    <a:pt x="74" y="67"/>
                                    <a:pt x="74" y="68"/>
                                  </a:cubicBezTo>
                                  <a:cubicBezTo>
                                    <a:pt x="73" y="68"/>
                                    <a:pt x="73" y="68"/>
                                    <a:pt x="73" y="68"/>
                                  </a:cubicBezTo>
                                  <a:cubicBezTo>
                                    <a:pt x="73" y="69"/>
                                    <a:pt x="73" y="69"/>
                                    <a:pt x="73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4" y="68"/>
                                    <a:pt x="74" y="69"/>
                                    <a:pt x="74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4" y="69"/>
                                    <a:pt x="74" y="70"/>
                                    <a:pt x="73" y="70"/>
                                  </a:cubicBezTo>
                                  <a:close/>
                                  <a:moveTo>
                                    <a:pt x="12" y="110"/>
                                  </a:move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09"/>
                                  </a:cubicBezTo>
                                  <a:cubicBezTo>
                                    <a:pt x="11" y="109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2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2" y="111"/>
                                    <a:pt x="12" y="111"/>
                                    <a:pt x="12" y="110"/>
                                  </a:cubicBezTo>
                                  <a:cubicBezTo>
                                    <a:pt x="12" y="110"/>
                                    <a:pt x="12" y="110"/>
                                    <a:pt x="12" y="110"/>
                                  </a:cubicBezTo>
                                  <a:close/>
                                  <a:moveTo>
                                    <a:pt x="14" y="107"/>
                                  </a:move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8"/>
                                  </a:cubicBezTo>
                                  <a:cubicBezTo>
                                    <a:pt x="14" y="108"/>
                                    <a:pt x="13" y="108"/>
                                    <a:pt x="13" y="108"/>
                                  </a:cubicBezTo>
                                  <a:cubicBezTo>
                                    <a:pt x="13" y="109"/>
                                    <a:pt x="13" y="109"/>
                                    <a:pt x="13" y="109"/>
                                  </a:cubicBezTo>
                                  <a:cubicBezTo>
                                    <a:pt x="13" y="109"/>
                                    <a:pt x="13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lose/>
                                  <a:moveTo>
                                    <a:pt x="15" y="110"/>
                                  </a:move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lose/>
                                  <a:moveTo>
                                    <a:pt x="14" y="109"/>
                                  </a:move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lose/>
                                  <a:moveTo>
                                    <a:pt x="10" y="111"/>
                                  </a:moveTo>
                                  <a:cubicBezTo>
                                    <a:pt x="10" y="111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1"/>
                                    <a:pt x="10" y="111"/>
                                  </a:cubicBezTo>
                                  <a:cubicBezTo>
                                    <a:pt x="10" y="111"/>
                                    <a:pt x="10" y="111"/>
                                    <a:pt x="10" y="111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9" y="112"/>
                                    <a:pt x="8" y="112"/>
                                  </a:cubicBezTo>
                                  <a:cubicBezTo>
                                    <a:pt x="8" y="112"/>
                                    <a:pt x="8" y="112"/>
                                    <a:pt x="8" y="112"/>
                                  </a:cubicBezTo>
                                  <a:cubicBezTo>
                                    <a:pt x="8" y="112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4"/>
                                    <a:pt x="8" y="113"/>
                                  </a:cubicBezTo>
                                  <a:cubicBezTo>
                                    <a:pt x="9" y="113"/>
                                    <a:pt x="9" y="113"/>
                                    <a:pt x="9" y="114"/>
                                  </a:cubicBezTo>
                                  <a:cubicBezTo>
                                    <a:pt x="9" y="113"/>
                                    <a:pt x="9" y="113"/>
                                    <a:pt x="9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2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11" y="112"/>
                                    <a:pt x="11" y="112"/>
                                  </a:cubicBezTo>
                                  <a:cubicBezTo>
                                    <a:pt x="11" y="112"/>
                                    <a:pt x="11" y="112"/>
                                    <a:pt x="11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lose/>
                                  <a:moveTo>
                                    <a:pt x="11" y="109"/>
                                  </a:moveTo>
                                  <a:cubicBezTo>
                                    <a:pt x="11" y="108"/>
                                    <a:pt x="11" y="108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lose/>
                                  <a:moveTo>
                                    <a:pt x="11" y="111"/>
                                  </a:move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0" y="111"/>
                                    <a:pt x="10" y="111"/>
                                    <a:pt x="10" y="111"/>
                                  </a:cubicBezTo>
                                  <a:cubicBezTo>
                                    <a:pt x="10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lose/>
                                  <a:moveTo>
                                    <a:pt x="11" y="109"/>
                                  </a:move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ubicBezTo>
                                    <a:pt x="12" y="109"/>
                                    <a:pt x="12" y="109"/>
                                    <a:pt x="12" y="109"/>
                                  </a:cubicBezTo>
                                  <a:cubicBezTo>
                                    <a:pt x="12" y="109"/>
                                    <a:pt x="11" y="109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lose/>
                                  <a:moveTo>
                                    <a:pt x="13" y="107"/>
                                  </a:move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3" y="107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lose/>
                                  <a:moveTo>
                                    <a:pt x="11" y="108"/>
                                  </a:moveTo>
                                  <a:cubicBezTo>
                                    <a:pt x="12" y="108"/>
                                    <a:pt x="12" y="108"/>
                                    <a:pt x="12" y="108"/>
                                  </a:cubicBezTo>
                                  <a:cubicBezTo>
                                    <a:pt x="12" y="108"/>
                                    <a:pt x="11" y="108"/>
                                    <a:pt x="11" y="108"/>
                                  </a:cubicBezTo>
                                  <a:cubicBezTo>
                                    <a:pt x="11" y="108"/>
                                    <a:pt x="11" y="108"/>
                                    <a:pt x="11" y="108"/>
                                  </a:cubicBezTo>
                                  <a:cubicBezTo>
                                    <a:pt x="11" y="108"/>
                                    <a:pt x="11" y="108"/>
                                    <a:pt x="11" y="108"/>
                                  </a:cubicBezTo>
                                  <a:close/>
                                  <a:moveTo>
                                    <a:pt x="14" y="106"/>
                                  </a:move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lose/>
                                  <a:moveTo>
                                    <a:pt x="16" y="107"/>
                                  </a:move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lose/>
                                  <a:moveTo>
                                    <a:pt x="15" y="104"/>
                                  </a:moveTo>
                                  <a:cubicBezTo>
                                    <a:pt x="16" y="104"/>
                                    <a:pt x="16" y="104"/>
                                    <a:pt x="16" y="104"/>
                                  </a:cubicBezTo>
                                  <a:cubicBezTo>
                                    <a:pt x="16" y="104"/>
                                    <a:pt x="16" y="103"/>
                                    <a:pt x="16" y="103"/>
                                  </a:cubicBezTo>
                                  <a:cubicBezTo>
                                    <a:pt x="16" y="103"/>
                                    <a:pt x="15" y="103"/>
                                    <a:pt x="15" y="103"/>
                                  </a:cubicBezTo>
                                  <a:cubicBezTo>
                                    <a:pt x="15" y="104"/>
                                    <a:pt x="15" y="104"/>
                                    <a:pt x="15" y="104"/>
                                  </a:cubicBezTo>
                                  <a:cubicBezTo>
                                    <a:pt x="15" y="104"/>
                                    <a:pt x="15" y="105"/>
                                    <a:pt x="15" y="104"/>
                                  </a:cubicBezTo>
                                  <a:close/>
                                  <a:moveTo>
                                    <a:pt x="19" y="116"/>
                                  </a:moveTo>
                                  <a:cubicBezTo>
                                    <a:pt x="19" y="116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20" y="115"/>
                                    <a:pt x="20" y="115"/>
                                  </a:cubicBezTo>
                                  <a:cubicBezTo>
                                    <a:pt x="20" y="115"/>
                                    <a:pt x="20" y="115"/>
                                    <a:pt x="20" y="115"/>
                                  </a:cubicBezTo>
                                  <a:cubicBezTo>
                                    <a:pt x="20" y="115"/>
                                    <a:pt x="20" y="115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19" y="114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19" y="114"/>
                                    <a:pt x="19" y="114"/>
                                  </a:cubicBezTo>
                                  <a:cubicBezTo>
                                    <a:pt x="19" y="114"/>
                                    <a:pt x="18" y="114"/>
                                    <a:pt x="18" y="114"/>
                                  </a:cubicBezTo>
                                  <a:cubicBezTo>
                                    <a:pt x="18" y="114"/>
                                    <a:pt x="17" y="115"/>
                                    <a:pt x="17" y="115"/>
                                  </a:cubicBezTo>
                                  <a:cubicBezTo>
                                    <a:pt x="17" y="115"/>
                                    <a:pt x="17" y="116"/>
                                    <a:pt x="17" y="116"/>
                                  </a:cubicBezTo>
                                  <a:cubicBezTo>
                                    <a:pt x="17" y="116"/>
                                    <a:pt x="17" y="116"/>
                                    <a:pt x="17" y="116"/>
                                  </a:cubicBezTo>
                                  <a:cubicBezTo>
                                    <a:pt x="17" y="116"/>
                                    <a:pt x="18" y="116"/>
                                    <a:pt x="17" y="117"/>
                                  </a:cubicBezTo>
                                  <a:cubicBezTo>
                                    <a:pt x="18" y="117"/>
                                    <a:pt x="18" y="117"/>
                                    <a:pt x="18" y="116"/>
                                  </a:cubicBezTo>
                                  <a:cubicBezTo>
                                    <a:pt x="18" y="116"/>
                                    <a:pt x="18" y="116"/>
                                    <a:pt x="18" y="116"/>
                                  </a:cubicBezTo>
                                  <a:cubicBezTo>
                                    <a:pt x="18" y="116"/>
                                    <a:pt x="18" y="116"/>
                                    <a:pt x="19" y="116"/>
                                  </a:cubicBezTo>
                                  <a:close/>
                                  <a:moveTo>
                                    <a:pt x="19" y="116"/>
                                  </a:move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lose/>
                                  <a:moveTo>
                                    <a:pt x="20" y="115"/>
                                  </a:moveTo>
                                  <a:cubicBezTo>
                                    <a:pt x="20" y="116"/>
                                    <a:pt x="20" y="116"/>
                                    <a:pt x="20" y="116"/>
                                  </a:cubicBezTo>
                                  <a:cubicBezTo>
                                    <a:pt x="20" y="116"/>
                                    <a:pt x="20" y="116"/>
                                    <a:pt x="20" y="115"/>
                                  </a:cubicBezTo>
                                  <a:close/>
                                  <a:moveTo>
                                    <a:pt x="35" y="112"/>
                                  </a:move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ubicBezTo>
                                    <a:pt x="35" y="112"/>
                                    <a:pt x="35" y="113"/>
                                    <a:pt x="35" y="113"/>
                                  </a:cubicBezTo>
                                  <a:cubicBezTo>
                                    <a:pt x="35" y="113"/>
                                    <a:pt x="35" y="113"/>
                                    <a:pt x="35" y="112"/>
                                  </a:cubicBez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lose/>
                                  <a:moveTo>
                                    <a:pt x="16" y="119"/>
                                  </a:moveTo>
                                  <a:cubicBezTo>
                                    <a:pt x="16" y="119"/>
                                    <a:pt x="16" y="119"/>
                                    <a:pt x="16" y="119"/>
                                  </a:cubicBezTo>
                                  <a:cubicBezTo>
                                    <a:pt x="16" y="120"/>
                                    <a:pt x="16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6" y="119"/>
                                    <a:pt x="16" y="119"/>
                                  </a:cubicBezTo>
                                  <a:close/>
                                  <a:moveTo>
                                    <a:pt x="24" y="128"/>
                                  </a:move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ubicBezTo>
                                    <a:pt x="24" y="128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30"/>
                                    <a:pt x="24" y="130"/>
                                    <a:pt x="23" y="130"/>
                                  </a:cubicBezTo>
                                  <a:cubicBezTo>
                                    <a:pt x="23" y="130"/>
                                    <a:pt x="23" y="130"/>
                                    <a:pt x="23" y="130"/>
                                  </a:cubicBezTo>
                                  <a:cubicBezTo>
                                    <a:pt x="23" y="130"/>
                                    <a:pt x="23" y="130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5" y="129"/>
                                    <a:pt x="25" y="129"/>
                                  </a:cubicBezTo>
                                  <a:cubicBezTo>
                                    <a:pt x="25" y="128"/>
                                    <a:pt x="25" y="128"/>
                                    <a:pt x="25" y="128"/>
                                  </a:cubicBezTo>
                                  <a:cubicBezTo>
                                    <a:pt x="25" y="128"/>
                                    <a:pt x="25" y="128"/>
                                    <a:pt x="25" y="128"/>
                                  </a:cubicBez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lose/>
                                  <a:moveTo>
                                    <a:pt x="15" y="121"/>
                                  </a:moveTo>
                                  <a:cubicBezTo>
                                    <a:pt x="15" y="121"/>
                                    <a:pt x="15" y="121"/>
                                    <a:pt x="15" y="121"/>
                                  </a:cubicBezTo>
                                  <a:cubicBezTo>
                                    <a:pt x="15" y="121"/>
                                    <a:pt x="15" y="121"/>
                                    <a:pt x="15" y="121"/>
                                  </a:cubicBezTo>
                                  <a:cubicBezTo>
                                    <a:pt x="16" y="121"/>
                                    <a:pt x="16" y="121"/>
                                    <a:pt x="16" y="120"/>
                                  </a:cubicBezTo>
                                  <a:cubicBezTo>
                                    <a:pt x="15" y="120"/>
                                    <a:pt x="15" y="121"/>
                                    <a:pt x="15" y="121"/>
                                  </a:cubicBezTo>
                                  <a:close/>
                                  <a:moveTo>
                                    <a:pt x="22" y="131"/>
                                  </a:move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0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2"/>
                                    <a:pt x="20" y="132"/>
                                    <a:pt x="20" y="132"/>
                                  </a:cubicBezTo>
                                  <a:cubicBezTo>
                                    <a:pt x="20" y="132"/>
                                    <a:pt x="20" y="132"/>
                                    <a:pt x="20" y="132"/>
                                  </a:cubicBezTo>
                                  <a:cubicBezTo>
                                    <a:pt x="20" y="132"/>
                                    <a:pt x="21" y="132"/>
                                    <a:pt x="21" y="132"/>
                                  </a:cubicBezTo>
                                  <a:cubicBezTo>
                                    <a:pt x="21" y="132"/>
                                    <a:pt x="21" y="132"/>
                                    <a:pt x="21" y="132"/>
                                  </a:cubicBezTo>
                                  <a:cubicBezTo>
                                    <a:pt x="22" y="132"/>
                                    <a:pt x="22" y="132"/>
                                    <a:pt x="22" y="132"/>
                                  </a:cubicBezTo>
                                  <a:cubicBezTo>
                                    <a:pt x="22" y="131"/>
                                    <a:pt x="22" y="131"/>
                                    <a:pt x="22" y="131"/>
                                  </a:cubicBezTo>
                                  <a:cubicBezTo>
                                    <a:pt x="22" y="131"/>
                                    <a:pt x="22" y="131"/>
                                    <a:pt x="22" y="131"/>
                                  </a:cubicBezTo>
                                  <a:close/>
                                  <a:moveTo>
                                    <a:pt x="46" y="98"/>
                                  </a:move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7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lose/>
                                  <a:moveTo>
                                    <a:pt x="99" y="55"/>
                                  </a:moveTo>
                                  <a:cubicBezTo>
                                    <a:pt x="99" y="55"/>
                                    <a:pt x="99" y="55"/>
                                    <a:pt x="99" y="55"/>
                                  </a:cubicBezTo>
                                  <a:cubicBezTo>
                                    <a:pt x="99" y="55"/>
                                    <a:pt x="99" y="55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2"/>
                                  </a:cubicBezTo>
                                  <a:cubicBezTo>
                                    <a:pt x="99" y="52"/>
                                    <a:pt x="99" y="52"/>
                                    <a:pt x="99" y="52"/>
                                  </a:cubicBezTo>
                                  <a:cubicBezTo>
                                    <a:pt x="99" y="51"/>
                                    <a:pt x="99" y="51"/>
                                    <a:pt x="99" y="51"/>
                                  </a:cubicBezTo>
                                  <a:cubicBezTo>
                                    <a:pt x="99" y="51"/>
                                    <a:pt x="98" y="51"/>
                                    <a:pt x="98" y="51"/>
                                  </a:cubicBezTo>
                                  <a:cubicBezTo>
                                    <a:pt x="98" y="51"/>
                                    <a:pt x="98" y="51"/>
                                    <a:pt x="98" y="51"/>
                                  </a:cubicBezTo>
                                  <a:cubicBezTo>
                                    <a:pt x="98" y="51"/>
                                    <a:pt x="98" y="50"/>
                                    <a:pt x="98" y="50"/>
                                  </a:cubicBezTo>
                                  <a:cubicBezTo>
                                    <a:pt x="98" y="50"/>
                                    <a:pt x="98" y="50"/>
                                    <a:pt x="98" y="49"/>
                                  </a:cubicBezTo>
                                  <a:cubicBezTo>
                                    <a:pt x="98" y="49"/>
                                    <a:pt x="98" y="49"/>
                                    <a:pt x="98" y="49"/>
                                  </a:cubicBezTo>
                                  <a:cubicBezTo>
                                    <a:pt x="98" y="49"/>
                                    <a:pt x="98" y="49"/>
                                    <a:pt x="98" y="49"/>
                                  </a:cubicBezTo>
                                  <a:cubicBezTo>
                                    <a:pt x="98" y="48"/>
                                    <a:pt x="97" y="48"/>
                                    <a:pt x="97" y="48"/>
                                  </a:cubicBezTo>
                                  <a:cubicBezTo>
                                    <a:pt x="97" y="48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6"/>
                                    <a:pt x="96" y="46"/>
                                  </a:cubicBezTo>
                                  <a:cubicBezTo>
                                    <a:pt x="95" y="46"/>
                                    <a:pt x="95" y="45"/>
                                    <a:pt x="95" y="45"/>
                                  </a:cubicBezTo>
                                  <a:cubicBezTo>
                                    <a:pt x="95" y="44"/>
                                    <a:pt x="95" y="43"/>
                                    <a:pt x="95" y="42"/>
                                  </a:cubicBezTo>
                                  <a:cubicBezTo>
                                    <a:pt x="95" y="42"/>
                                    <a:pt x="95" y="42"/>
                                    <a:pt x="95" y="41"/>
                                  </a:cubicBezTo>
                                  <a:cubicBezTo>
                                    <a:pt x="95" y="41"/>
                                    <a:pt x="95" y="40"/>
                                    <a:pt x="95" y="39"/>
                                  </a:cubicBezTo>
                                  <a:cubicBezTo>
                                    <a:pt x="95" y="39"/>
                                    <a:pt x="95" y="39"/>
                                    <a:pt x="95" y="38"/>
                                  </a:cubicBezTo>
                                  <a:cubicBezTo>
                                    <a:pt x="95" y="38"/>
                                    <a:pt x="95" y="39"/>
                                    <a:pt x="95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3" y="38"/>
                                    <a:pt x="93" y="38"/>
                                    <a:pt x="92" y="38"/>
                                  </a:cubicBezTo>
                                  <a:cubicBezTo>
                                    <a:pt x="92" y="38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8"/>
                                    <a:pt x="91" y="38"/>
                                    <a:pt x="91" y="38"/>
                                  </a:cubicBezTo>
                                  <a:cubicBezTo>
                                    <a:pt x="91" y="38"/>
                                    <a:pt x="91" y="38"/>
                                    <a:pt x="91" y="39"/>
                                  </a:cubicBezTo>
                                  <a:cubicBezTo>
                                    <a:pt x="91" y="39"/>
                                    <a:pt x="91" y="40"/>
                                    <a:pt x="91" y="40"/>
                                  </a:cubicBezTo>
                                  <a:cubicBezTo>
                                    <a:pt x="91" y="41"/>
                                    <a:pt x="91" y="41"/>
                                    <a:pt x="91" y="41"/>
                                  </a:cubicBezTo>
                                  <a:cubicBezTo>
                                    <a:pt x="91" y="41"/>
                                    <a:pt x="91" y="41"/>
                                    <a:pt x="91" y="41"/>
                                  </a:cubicBezTo>
                                  <a:cubicBezTo>
                                    <a:pt x="92" y="41"/>
                                    <a:pt x="92" y="40"/>
                                    <a:pt x="92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4" y="40"/>
                                    <a:pt x="94" y="40"/>
                                    <a:pt x="94" y="41"/>
                                  </a:cubicBezTo>
                                  <a:cubicBezTo>
                                    <a:pt x="94" y="41"/>
                                    <a:pt x="94" y="42"/>
                                    <a:pt x="94" y="42"/>
                                  </a:cubicBezTo>
                                  <a:cubicBezTo>
                                    <a:pt x="94" y="42"/>
                                    <a:pt x="94" y="43"/>
                                    <a:pt x="93" y="43"/>
                                  </a:cubicBezTo>
                                  <a:cubicBezTo>
                                    <a:pt x="93" y="43"/>
                                    <a:pt x="93" y="43"/>
                                    <a:pt x="93" y="43"/>
                                  </a:cubicBezTo>
                                  <a:cubicBezTo>
                                    <a:pt x="93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2"/>
                                    <a:pt x="92" y="42"/>
                                    <a:pt x="91" y="42"/>
                                  </a:cubicBezTo>
                                  <a:cubicBezTo>
                                    <a:pt x="91" y="42"/>
                                    <a:pt x="91" y="42"/>
                                    <a:pt x="91" y="43"/>
                                  </a:cubicBezTo>
                                  <a:cubicBezTo>
                                    <a:pt x="91" y="43"/>
                                    <a:pt x="91" y="43"/>
                                    <a:pt x="91" y="43"/>
                                  </a:cubicBezTo>
                                  <a:cubicBezTo>
                                    <a:pt x="91" y="43"/>
                                    <a:pt x="91" y="43"/>
                                    <a:pt x="91" y="43"/>
                                  </a:cubicBezTo>
                                  <a:cubicBezTo>
                                    <a:pt x="91" y="44"/>
                                    <a:pt x="91" y="44"/>
                                    <a:pt x="90" y="44"/>
                                  </a:cubicBezTo>
                                  <a:cubicBezTo>
                                    <a:pt x="90" y="44"/>
                                    <a:pt x="90" y="44"/>
                                    <a:pt x="90" y="43"/>
                                  </a:cubicBezTo>
                                  <a:cubicBezTo>
                                    <a:pt x="90" y="43"/>
                                    <a:pt x="90" y="43"/>
                                    <a:pt x="90" y="43"/>
                                  </a:cubicBezTo>
                                  <a:cubicBezTo>
                                    <a:pt x="90" y="42"/>
                                    <a:pt x="90" y="42"/>
                                    <a:pt x="90" y="41"/>
                                  </a:cubicBezTo>
                                  <a:cubicBezTo>
                                    <a:pt x="90" y="40"/>
                                    <a:pt x="90" y="40"/>
                                    <a:pt x="90" y="40"/>
                                  </a:cubicBezTo>
                                  <a:cubicBezTo>
                                    <a:pt x="89" y="40"/>
                                    <a:pt x="89" y="40"/>
                                    <a:pt x="89" y="40"/>
                                  </a:cubicBezTo>
                                  <a:cubicBezTo>
                                    <a:pt x="89" y="41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1"/>
                                    <a:pt x="87" y="41"/>
                                  </a:cubicBezTo>
                                  <a:cubicBezTo>
                                    <a:pt x="87" y="41"/>
                                    <a:pt x="88" y="41"/>
                                    <a:pt x="88" y="41"/>
                                  </a:cubicBezTo>
                                  <a:cubicBezTo>
                                    <a:pt x="88" y="42"/>
                                    <a:pt x="88" y="42"/>
                                    <a:pt x="88" y="42"/>
                                  </a:cubicBezTo>
                                  <a:cubicBezTo>
                                    <a:pt x="88" y="42"/>
                                    <a:pt x="88" y="42"/>
                                    <a:pt x="88" y="42"/>
                                  </a:cubicBezTo>
                                  <a:cubicBezTo>
                                    <a:pt x="88" y="42"/>
                                    <a:pt x="87" y="43"/>
                                    <a:pt x="87" y="43"/>
                                  </a:cubicBezTo>
                                  <a:cubicBezTo>
                                    <a:pt x="87" y="44"/>
                                    <a:pt x="87" y="44"/>
                                    <a:pt x="86" y="44"/>
                                  </a:cubicBezTo>
                                  <a:cubicBezTo>
                                    <a:pt x="86" y="44"/>
                                    <a:pt x="86" y="44"/>
                                    <a:pt x="86" y="44"/>
                                  </a:cubicBezTo>
                                  <a:cubicBezTo>
                                    <a:pt x="86" y="44"/>
                                    <a:pt x="85" y="44"/>
                                    <a:pt x="85" y="45"/>
                                  </a:cubicBezTo>
                                  <a:cubicBezTo>
                                    <a:pt x="85" y="45"/>
                                    <a:pt x="85" y="45"/>
                                    <a:pt x="85" y="45"/>
                                  </a:cubicBezTo>
                                  <a:cubicBezTo>
                                    <a:pt x="84" y="46"/>
                                    <a:pt x="84" y="46"/>
                                    <a:pt x="85" y="46"/>
                                  </a:cubicBezTo>
                                  <a:cubicBezTo>
                                    <a:pt x="85" y="46"/>
                                    <a:pt x="85" y="46"/>
                                    <a:pt x="85" y="46"/>
                                  </a:cubicBezTo>
                                  <a:cubicBezTo>
                                    <a:pt x="85" y="47"/>
                                    <a:pt x="85" y="47"/>
                                    <a:pt x="85" y="47"/>
                                  </a:cubicBezTo>
                                  <a:cubicBezTo>
                                    <a:pt x="85" y="47"/>
                                    <a:pt x="85" y="47"/>
                                    <a:pt x="85" y="47"/>
                                  </a:cubicBezTo>
                                  <a:cubicBezTo>
                                    <a:pt x="85" y="47"/>
                                    <a:pt x="85" y="47"/>
                                    <a:pt x="85" y="48"/>
                                  </a:cubicBezTo>
                                  <a:cubicBezTo>
                                    <a:pt x="86" y="48"/>
                                    <a:pt x="86" y="48"/>
                                    <a:pt x="86" y="48"/>
                                  </a:cubicBezTo>
                                  <a:cubicBezTo>
                                    <a:pt x="85" y="49"/>
                                    <a:pt x="85" y="49"/>
                                    <a:pt x="85" y="50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4" y="51"/>
                                    <a:pt x="84" y="51"/>
                                    <a:pt x="84" y="51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3" y="51"/>
                                    <a:pt x="83" y="52"/>
                                    <a:pt x="84" y="52"/>
                                  </a:cubicBezTo>
                                  <a:cubicBezTo>
                                    <a:pt x="84" y="52"/>
                                    <a:pt x="84" y="52"/>
                                    <a:pt x="84" y="52"/>
                                  </a:cubicBezTo>
                                  <a:cubicBezTo>
                                    <a:pt x="85" y="52"/>
                                    <a:pt x="85" y="52"/>
                                    <a:pt x="85" y="52"/>
                                  </a:cubicBezTo>
                                  <a:cubicBezTo>
                                    <a:pt x="86" y="53"/>
                                    <a:pt x="86" y="53"/>
                                    <a:pt x="86" y="53"/>
                                  </a:cubicBezTo>
                                  <a:cubicBezTo>
                                    <a:pt x="86" y="53"/>
                                    <a:pt x="86" y="53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6"/>
                                    <a:pt x="86" y="56"/>
                                    <a:pt x="86" y="56"/>
                                  </a:cubicBezTo>
                                  <a:cubicBezTo>
                                    <a:pt x="86" y="56"/>
                                    <a:pt x="86" y="56"/>
                                    <a:pt x="86" y="56"/>
                                  </a:cubicBezTo>
                                  <a:cubicBezTo>
                                    <a:pt x="86" y="56"/>
                                    <a:pt x="85" y="57"/>
                                    <a:pt x="85" y="57"/>
                                  </a:cubicBezTo>
                                  <a:cubicBezTo>
                                    <a:pt x="85" y="57"/>
                                    <a:pt x="85" y="57"/>
                                    <a:pt x="85" y="57"/>
                                  </a:cubicBezTo>
                                  <a:cubicBezTo>
                                    <a:pt x="85" y="58"/>
                                    <a:pt x="85" y="58"/>
                                    <a:pt x="85" y="58"/>
                                  </a:cubicBezTo>
                                  <a:cubicBezTo>
                                    <a:pt x="85" y="58"/>
                                    <a:pt x="85" y="58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4" y="60"/>
                                    <a:pt x="84" y="60"/>
                                  </a:cubicBezTo>
                                  <a:cubicBezTo>
                                    <a:pt x="84" y="60"/>
                                    <a:pt x="84" y="60"/>
                                    <a:pt x="84" y="60"/>
                                  </a:cubicBezTo>
                                  <a:cubicBezTo>
                                    <a:pt x="84" y="60"/>
                                    <a:pt x="84" y="60"/>
                                    <a:pt x="84" y="61"/>
                                  </a:cubicBezTo>
                                  <a:cubicBezTo>
                                    <a:pt x="84" y="61"/>
                                    <a:pt x="84" y="61"/>
                                    <a:pt x="84" y="61"/>
                                  </a:cubicBezTo>
                                  <a:cubicBezTo>
                                    <a:pt x="84" y="61"/>
                                    <a:pt x="84" y="61"/>
                                    <a:pt x="84" y="61"/>
                                  </a:cubicBezTo>
                                  <a:cubicBezTo>
                                    <a:pt x="84" y="61"/>
                                    <a:pt x="84" y="62"/>
                                    <a:pt x="84" y="62"/>
                                  </a:cubicBezTo>
                                  <a:cubicBezTo>
                                    <a:pt x="84" y="62"/>
                                    <a:pt x="83" y="62"/>
                                    <a:pt x="83" y="62"/>
                                  </a:cubicBezTo>
                                  <a:cubicBezTo>
                                    <a:pt x="83" y="62"/>
                                    <a:pt x="83" y="62"/>
                                    <a:pt x="83" y="62"/>
                                  </a:cubicBezTo>
                                  <a:cubicBezTo>
                                    <a:pt x="83" y="62"/>
                                    <a:pt x="83" y="62"/>
                                    <a:pt x="83" y="63"/>
                                  </a:cubicBezTo>
                                  <a:cubicBezTo>
                                    <a:pt x="83" y="63"/>
                                    <a:pt x="83" y="63"/>
                                    <a:pt x="83" y="63"/>
                                  </a:cubicBezTo>
                                  <a:cubicBezTo>
                                    <a:pt x="82" y="63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1" y="65"/>
                                    <a:pt x="82" y="66"/>
                                    <a:pt x="81" y="67"/>
                                  </a:cubicBezTo>
                                  <a:cubicBezTo>
                                    <a:pt x="81" y="67"/>
                                    <a:pt x="81" y="67"/>
                                    <a:pt x="81" y="67"/>
                                  </a:cubicBezTo>
                                  <a:cubicBezTo>
                                    <a:pt x="81" y="68"/>
                                    <a:pt x="81" y="68"/>
                                    <a:pt x="80" y="68"/>
                                  </a:cubicBezTo>
                                  <a:cubicBezTo>
                                    <a:pt x="80" y="69"/>
                                    <a:pt x="80" y="69"/>
                                    <a:pt x="80" y="69"/>
                                  </a:cubicBezTo>
                                  <a:cubicBezTo>
                                    <a:pt x="80" y="69"/>
                                    <a:pt x="80" y="69"/>
                                    <a:pt x="79" y="69"/>
                                  </a:cubicBezTo>
                                  <a:cubicBezTo>
                                    <a:pt x="79" y="69"/>
                                    <a:pt x="79" y="69"/>
                                    <a:pt x="79" y="69"/>
                                  </a:cubicBezTo>
                                  <a:cubicBezTo>
                                    <a:pt x="79" y="69"/>
                                    <a:pt x="79" y="69"/>
                                    <a:pt x="79" y="69"/>
                                  </a:cubicBezTo>
                                  <a:cubicBezTo>
                                    <a:pt x="78" y="69"/>
                                    <a:pt x="78" y="70"/>
                                    <a:pt x="78" y="70"/>
                                  </a:cubicBezTo>
                                  <a:cubicBezTo>
                                    <a:pt x="77" y="70"/>
                                    <a:pt x="77" y="70"/>
                                    <a:pt x="77" y="70"/>
                                  </a:cubicBezTo>
                                  <a:cubicBezTo>
                                    <a:pt x="77" y="71"/>
                                    <a:pt x="77" y="72"/>
                                    <a:pt x="76" y="73"/>
                                  </a:cubicBezTo>
                                  <a:cubicBezTo>
                                    <a:pt x="76" y="73"/>
                                    <a:pt x="76" y="74"/>
                                    <a:pt x="76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4" y="74"/>
                                    <a:pt x="74" y="75"/>
                                    <a:pt x="74" y="75"/>
                                  </a:cubicBezTo>
                                  <a:cubicBezTo>
                                    <a:pt x="74" y="76"/>
                                    <a:pt x="73" y="76"/>
                                    <a:pt x="73" y="76"/>
                                  </a:cubicBezTo>
                                  <a:cubicBezTo>
                                    <a:pt x="73" y="76"/>
                                    <a:pt x="73" y="76"/>
                                    <a:pt x="73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1" y="76"/>
                                    <a:pt x="71" y="76"/>
                                    <a:pt x="71" y="76"/>
                                  </a:cubicBezTo>
                                  <a:cubicBezTo>
                                    <a:pt x="71" y="77"/>
                                    <a:pt x="71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69" y="77"/>
                                  </a:cubicBezTo>
                                  <a:cubicBezTo>
                                    <a:pt x="69" y="77"/>
                                    <a:pt x="69" y="77"/>
                                    <a:pt x="69" y="77"/>
                                  </a:cubicBezTo>
                                  <a:cubicBezTo>
                                    <a:pt x="69" y="77"/>
                                    <a:pt x="69" y="77"/>
                                    <a:pt x="69" y="77"/>
                                  </a:cubicBezTo>
                                  <a:cubicBezTo>
                                    <a:pt x="68" y="78"/>
                                    <a:pt x="68" y="78"/>
                                    <a:pt x="68" y="78"/>
                                  </a:cubicBezTo>
                                  <a:cubicBezTo>
                                    <a:pt x="68" y="78"/>
                                    <a:pt x="68" y="78"/>
                                    <a:pt x="68" y="78"/>
                                  </a:cubicBezTo>
                                  <a:cubicBezTo>
                                    <a:pt x="68" y="78"/>
                                    <a:pt x="68" y="79"/>
                                    <a:pt x="67" y="79"/>
                                  </a:cubicBezTo>
                                  <a:cubicBezTo>
                                    <a:pt x="66" y="79"/>
                                    <a:pt x="65" y="79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7"/>
                                    <a:pt x="65" y="77"/>
                                    <a:pt x="65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7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5"/>
                                  </a:cubicBezTo>
                                  <a:cubicBezTo>
                                    <a:pt x="64" y="75"/>
                                    <a:pt x="65" y="75"/>
                                    <a:pt x="65" y="75"/>
                                  </a:cubicBezTo>
                                  <a:cubicBezTo>
                                    <a:pt x="65" y="76"/>
                                    <a:pt x="65" y="76"/>
                                    <a:pt x="65" y="75"/>
                                  </a:cubicBezTo>
                                  <a:cubicBezTo>
                                    <a:pt x="65" y="75"/>
                                    <a:pt x="66" y="75"/>
                                    <a:pt x="66" y="75"/>
                                  </a:cubicBezTo>
                                  <a:cubicBezTo>
                                    <a:pt x="66" y="75"/>
                                    <a:pt x="66" y="74"/>
                                    <a:pt x="66" y="75"/>
                                  </a:cubicBezTo>
                                  <a:cubicBezTo>
                                    <a:pt x="67" y="75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3"/>
                                    <a:pt x="67" y="73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6" y="73"/>
                                    <a:pt x="66" y="73"/>
                                    <a:pt x="66" y="73"/>
                                  </a:cubicBezTo>
                                  <a:cubicBezTo>
                                    <a:pt x="65" y="73"/>
                                    <a:pt x="65" y="74"/>
                                    <a:pt x="64" y="74"/>
                                  </a:cubicBezTo>
                                  <a:cubicBezTo>
                                    <a:pt x="64" y="74"/>
                                    <a:pt x="63" y="74"/>
                                    <a:pt x="63" y="74"/>
                                  </a:cubicBezTo>
                                  <a:cubicBezTo>
                                    <a:pt x="63" y="75"/>
                                    <a:pt x="63" y="75"/>
                                    <a:pt x="63" y="75"/>
                                  </a:cubicBezTo>
                                  <a:cubicBezTo>
                                    <a:pt x="63" y="75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7"/>
                                    <a:pt x="63" y="77"/>
                                  </a:cubicBezTo>
                                  <a:cubicBezTo>
                                    <a:pt x="64" y="77"/>
                                    <a:pt x="63" y="78"/>
                                    <a:pt x="63" y="78"/>
                                  </a:cubicBezTo>
                                  <a:cubicBezTo>
                                    <a:pt x="63" y="79"/>
                                    <a:pt x="63" y="80"/>
                                    <a:pt x="62" y="81"/>
                                  </a:cubicBez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1" y="81"/>
                                    <a:pt x="61" y="82"/>
                                    <a:pt x="61" y="82"/>
                                  </a:cubicBezTo>
                                  <a:cubicBezTo>
                                    <a:pt x="60" y="82"/>
                                    <a:pt x="60" y="83"/>
                                    <a:pt x="60" y="83"/>
                                  </a:cubicBezTo>
                                  <a:cubicBezTo>
                                    <a:pt x="60" y="83"/>
                                    <a:pt x="60" y="83"/>
                                    <a:pt x="60" y="83"/>
                                  </a:cubicBezTo>
                                  <a:cubicBezTo>
                                    <a:pt x="60" y="83"/>
                                    <a:pt x="60" y="83"/>
                                    <a:pt x="59" y="83"/>
                                  </a:cubicBezTo>
                                  <a:cubicBezTo>
                                    <a:pt x="59" y="83"/>
                                    <a:pt x="59" y="84"/>
                                    <a:pt x="59" y="84"/>
                                  </a:cubicBezTo>
                                  <a:cubicBezTo>
                                    <a:pt x="59" y="84"/>
                                    <a:pt x="59" y="84"/>
                                    <a:pt x="59" y="84"/>
                                  </a:cubicBezTo>
                                  <a:cubicBezTo>
                                    <a:pt x="59" y="84"/>
                                    <a:pt x="58" y="85"/>
                                    <a:pt x="58" y="85"/>
                                  </a:cubicBezTo>
                                  <a:cubicBezTo>
                                    <a:pt x="58" y="85"/>
                                    <a:pt x="58" y="86"/>
                                    <a:pt x="58" y="86"/>
                                  </a:cubicBezTo>
                                  <a:cubicBezTo>
                                    <a:pt x="58" y="86"/>
                                    <a:pt x="58" y="87"/>
                                    <a:pt x="58" y="87"/>
                                  </a:cubicBezTo>
                                  <a:cubicBezTo>
                                    <a:pt x="59" y="87"/>
                                    <a:pt x="59" y="87"/>
                                    <a:pt x="59" y="87"/>
                                  </a:cubicBezTo>
                                  <a:cubicBezTo>
                                    <a:pt x="59" y="87"/>
                                    <a:pt x="59" y="87"/>
                                    <a:pt x="59" y="87"/>
                                  </a:cubicBezTo>
                                  <a:cubicBezTo>
                                    <a:pt x="59" y="88"/>
                                    <a:pt x="59" y="88"/>
                                    <a:pt x="59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9"/>
                                  </a:cubicBezTo>
                                  <a:cubicBezTo>
                                    <a:pt x="58" y="89"/>
                                    <a:pt x="58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90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6" y="89"/>
                                  </a:cubicBezTo>
                                  <a:cubicBezTo>
                                    <a:pt x="56" y="89"/>
                                    <a:pt x="56" y="89"/>
                                    <a:pt x="56" y="89"/>
                                  </a:cubicBezTo>
                                  <a:cubicBezTo>
                                    <a:pt x="56" y="89"/>
                                    <a:pt x="56" y="90"/>
                                    <a:pt x="56" y="89"/>
                                  </a:cubicBezTo>
                                  <a:cubicBezTo>
                                    <a:pt x="57" y="89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89"/>
                                  </a:cubicBezTo>
                                  <a:cubicBezTo>
                                    <a:pt x="56" y="89"/>
                                    <a:pt x="55" y="90"/>
                                    <a:pt x="55" y="90"/>
                                  </a:cubicBezTo>
                                  <a:cubicBezTo>
                                    <a:pt x="55" y="90"/>
                                    <a:pt x="55" y="90"/>
                                    <a:pt x="55" y="90"/>
                                  </a:cubicBezTo>
                                  <a:cubicBezTo>
                                    <a:pt x="55" y="90"/>
                                    <a:pt x="55" y="89"/>
                                    <a:pt x="55" y="89"/>
                                  </a:cubicBezTo>
                                  <a:cubicBezTo>
                                    <a:pt x="55" y="89"/>
                                    <a:pt x="55" y="89"/>
                                    <a:pt x="55" y="89"/>
                                  </a:cubicBezTo>
                                  <a:cubicBezTo>
                                    <a:pt x="55" y="89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3" y="90"/>
                                  </a:cubicBezTo>
                                  <a:cubicBezTo>
                                    <a:pt x="53" y="90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8"/>
                                  </a:cubicBezTo>
                                  <a:cubicBezTo>
                                    <a:pt x="53" y="88"/>
                                    <a:pt x="54" y="88"/>
                                    <a:pt x="53" y="88"/>
                                  </a:cubicBezTo>
                                  <a:cubicBezTo>
                                    <a:pt x="53" y="88"/>
                                    <a:pt x="53" y="87"/>
                                    <a:pt x="53" y="88"/>
                                  </a:cubicBezTo>
                                  <a:cubicBezTo>
                                    <a:pt x="52" y="88"/>
                                    <a:pt x="52" y="88"/>
                                    <a:pt x="52" y="88"/>
                                  </a:cubicBezTo>
                                  <a:cubicBezTo>
                                    <a:pt x="51" y="88"/>
                                    <a:pt x="51" y="89"/>
                                    <a:pt x="51" y="88"/>
                                  </a:cubicBezTo>
                                  <a:cubicBezTo>
                                    <a:pt x="51" y="88"/>
                                    <a:pt x="51" y="88"/>
                                    <a:pt x="50" y="88"/>
                                  </a:cubicBezTo>
                                  <a:cubicBezTo>
                                    <a:pt x="50" y="88"/>
                                    <a:pt x="50" y="88"/>
                                    <a:pt x="50" y="88"/>
                                  </a:cubicBezTo>
                                  <a:cubicBezTo>
                                    <a:pt x="50" y="88"/>
                                    <a:pt x="50" y="88"/>
                                    <a:pt x="50" y="88"/>
                                  </a:cubicBezTo>
                                  <a:cubicBezTo>
                                    <a:pt x="50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8" y="88"/>
                                    <a:pt x="48" y="88"/>
                                    <a:pt x="48" y="89"/>
                                  </a:cubicBezTo>
                                  <a:cubicBezTo>
                                    <a:pt x="48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5" y="90"/>
                                  </a:cubicBezTo>
                                  <a:cubicBezTo>
                                    <a:pt x="45" y="90"/>
                                    <a:pt x="45" y="89"/>
                                    <a:pt x="44" y="89"/>
                                  </a:cubicBezTo>
                                  <a:cubicBezTo>
                                    <a:pt x="44" y="90"/>
                                    <a:pt x="44" y="90"/>
                                    <a:pt x="43" y="90"/>
                                  </a:cubicBezTo>
                                  <a:cubicBezTo>
                                    <a:pt x="43" y="90"/>
                                    <a:pt x="42" y="90"/>
                                    <a:pt x="42" y="90"/>
                                  </a:cubicBezTo>
                                  <a:cubicBezTo>
                                    <a:pt x="42" y="89"/>
                                    <a:pt x="41" y="90"/>
                                    <a:pt x="41" y="90"/>
                                  </a:cubicBezTo>
                                  <a:cubicBezTo>
                                    <a:pt x="40" y="90"/>
                                    <a:pt x="40" y="90"/>
                                    <a:pt x="40" y="90"/>
                                  </a:cubicBezTo>
                                  <a:cubicBezTo>
                                    <a:pt x="40" y="90"/>
                                    <a:pt x="40" y="90"/>
                                    <a:pt x="40" y="89"/>
                                  </a:cubicBezTo>
                                  <a:cubicBezTo>
                                    <a:pt x="39" y="89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9"/>
                                  </a:cubicBezTo>
                                  <a:cubicBezTo>
                                    <a:pt x="39" y="89"/>
                                    <a:pt x="39" y="89"/>
                                    <a:pt x="38" y="89"/>
                                  </a:cubicBezTo>
                                  <a:cubicBezTo>
                                    <a:pt x="38" y="89"/>
                                    <a:pt x="38" y="89"/>
                                    <a:pt x="38" y="89"/>
                                  </a:cubicBezTo>
                                  <a:cubicBezTo>
                                    <a:pt x="38" y="89"/>
                                    <a:pt x="38" y="89"/>
                                    <a:pt x="38" y="89"/>
                                  </a:cubicBezTo>
                                  <a:cubicBezTo>
                                    <a:pt x="37" y="90"/>
                                    <a:pt x="37" y="90"/>
                                    <a:pt x="37" y="90"/>
                                  </a:cubicBezTo>
                                  <a:cubicBezTo>
                                    <a:pt x="37" y="90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5" y="90"/>
                                    <a:pt x="35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36" y="91"/>
                                    <a:pt x="36" y="91"/>
                                    <a:pt x="36" y="91"/>
                                  </a:cubicBezTo>
                                  <a:cubicBezTo>
                                    <a:pt x="35" y="91"/>
                                    <a:pt x="35" y="92"/>
                                    <a:pt x="34" y="92"/>
                                  </a:cubicBezTo>
                                  <a:cubicBezTo>
                                    <a:pt x="34" y="92"/>
                                    <a:pt x="34" y="92"/>
                                    <a:pt x="34" y="92"/>
                                  </a:cubicBezTo>
                                  <a:cubicBezTo>
                                    <a:pt x="34" y="92"/>
                                    <a:pt x="34" y="92"/>
                                    <a:pt x="34" y="93"/>
                                  </a:cubicBezTo>
                                  <a:cubicBezTo>
                                    <a:pt x="34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0" y="96"/>
                                    <a:pt x="30" y="96"/>
                                    <a:pt x="30" y="96"/>
                                  </a:cubicBezTo>
                                  <a:cubicBezTo>
                                    <a:pt x="30" y="96"/>
                                    <a:pt x="29" y="96"/>
                                    <a:pt x="29" y="97"/>
                                  </a:cubicBezTo>
                                  <a:cubicBezTo>
                                    <a:pt x="29" y="97"/>
                                    <a:pt x="29" y="97"/>
                                    <a:pt x="29" y="97"/>
                                  </a:cubicBezTo>
                                  <a:cubicBezTo>
                                    <a:pt x="29" y="97"/>
                                    <a:pt x="29" y="97"/>
                                    <a:pt x="28" y="97"/>
                                  </a:cubicBezTo>
                                  <a:cubicBezTo>
                                    <a:pt x="28" y="97"/>
                                    <a:pt x="28" y="97"/>
                                    <a:pt x="28" y="97"/>
                                  </a:cubicBezTo>
                                  <a:cubicBezTo>
                                    <a:pt x="28" y="97"/>
                                    <a:pt x="28" y="98"/>
                                    <a:pt x="27" y="98"/>
                                  </a:cubicBezTo>
                                  <a:cubicBezTo>
                                    <a:pt x="27" y="98"/>
                                    <a:pt x="27" y="98"/>
                                    <a:pt x="27" y="98"/>
                                  </a:cubicBezTo>
                                  <a:cubicBezTo>
                                    <a:pt x="27" y="98"/>
                                    <a:pt x="27" y="99"/>
                                    <a:pt x="27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5" y="98"/>
                                    <a:pt x="25" y="99"/>
                                  </a:cubicBezTo>
                                  <a:cubicBezTo>
                                    <a:pt x="25" y="99"/>
                                    <a:pt x="25" y="99"/>
                                    <a:pt x="25" y="99"/>
                                  </a:cubicBezTo>
                                  <a:cubicBezTo>
                                    <a:pt x="25" y="98"/>
                                    <a:pt x="25" y="99"/>
                                    <a:pt x="24" y="99"/>
                                  </a:cubicBezTo>
                                  <a:cubicBezTo>
                                    <a:pt x="24" y="99"/>
                                    <a:pt x="24" y="98"/>
                                    <a:pt x="24" y="99"/>
                                  </a:cubicBezTo>
                                  <a:cubicBezTo>
                                    <a:pt x="24" y="99"/>
                                    <a:pt x="24" y="99"/>
                                    <a:pt x="24" y="99"/>
                                  </a:cubicBezTo>
                                  <a:cubicBezTo>
                                    <a:pt x="25" y="99"/>
                                    <a:pt x="24" y="99"/>
                                    <a:pt x="24" y="99"/>
                                  </a:cubicBezTo>
                                  <a:cubicBezTo>
                                    <a:pt x="24" y="99"/>
                                    <a:pt x="24" y="99"/>
                                    <a:pt x="24" y="99"/>
                                  </a:cubicBezTo>
                                  <a:cubicBezTo>
                                    <a:pt x="23" y="99"/>
                                    <a:pt x="24" y="99"/>
                                    <a:pt x="24" y="100"/>
                                  </a:cubicBezTo>
                                  <a:cubicBezTo>
                                    <a:pt x="23" y="100"/>
                                    <a:pt x="23" y="100"/>
                                    <a:pt x="23" y="100"/>
                                  </a:cubicBezTo>
                                  <a:cubicBezTo>
                                    <a:pt x="23" y="100"/>
                                    <a:pt x="23" y="100"/>
                                    <a:pt x="23" y="100"/>
                                  </a:cubicBezTo>
                                  <a:cubicBezTo>
                                    <a:pt x="24" y="100"/>
                                    <a:pt x="24" y="101"/>
                                    <a:pt x="23" y="101"/>
                                  </a:cubicBezTo>
                                  <a:cubicBezTo>
                                    <a:pt x="23" y="101"/>
                                    <a:pt x="23" y="101"/>
                                    <a:pt x="23" y="101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3"/>
                                    <a:pt x="26" y="102"/>
                                  </a:cubicBezTo>
                                  <a:cubicBezTo>
                                    <a:pt x="26" y="103"/>
                                    <a:pt x="26" y="103"/>
                                    <a:pt x="26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8" y="102"/>
                                    <a:pt x="28" y="102"/>
                                  </a:cubicBezTo>
                                  <a:cubicBezTo>
                                    <a:pt x="28" y="102"/>
                                    <a:pt x="28" y="102"/>
                                    <a:pt x="28" y="102"/>
                                  </a:cubicBezTo>
                                  <a:cubicBezTo>
                                    <a:pt x="28" y="102"/>
                                    <a:pt x="28" y="102"/>
                                    <a:pt x="28" y="102"/>
                                  </a:cubicBezTo>
                                  <a:cubicBezTo>
                                    <a:pt x="29" y="102"/>
                                    <a:pt x="29" y="102"/>
                                    <a:pt x="29" y="102"/>
                                  </a:cubicBezTo>
                                  <a:cubicBezTo>
                                    <a:pt x="29" y="102"/>
                                    <a:pt x="29" y="101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29" y="102"/>
                                    <a:pt x="29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31" y="102"/>
                                    <a:pt x="31" y="103"/>
                                    <a:pt x="31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2"/>
                                  </a:cubicBezTo>
                                  <a:cubicBezTo>
                                    <a:pt x="32" y="102"/>
                                    <a:pt x="32" y="102"/>
                                    <a:pt x="32" y="102"/>
                                  </a:cubicBezTo>
                                  <a:cubicBezTo>
                                    <a:pt x="32" y="101"/>
                                    <a:pt x="32" y="101"/>
                                    <a:pt x="33" y="101"/>
                                  </a:cubicBezTo>
                                  <a:cubicBezTo>
                                    <a:pt x="33" y="101"/>
                                    <a:pt x="33" y="101"/>
                                    <a:pt x="33" y="101"/>
                                  </a:cubicBezTo>
                                  <a:cubicBezTo>
                                    <a:pt x="33" y="101"/>
                                    <a:pt x="33" y="101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99"/>
                                  </a:cubicBezTo>
                                  <a:cubicBezTo>
                                    <a:pt x="33" y="99"/>
                                    <a:pt x="33" y="99"/>
                                    <a:pt x="34" y="99"/>
                                  </a:cubicBezTo>
                                  <a:cubicBezTo>
                                    <a:pt x="34" y="99"/>
                                    <a:pt x="34" y="99"/>
                                    <a:pt x="34" y="99"/>
                                  </a:cubicBezTo>
                                  <a:cubicBezTo>
                                    <a:pt x="34" y="99"/>
                                    <a:pt x="34" y="99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5" y="101"/>
                                    <a:pt x="35" y="101"/>
                                  </a:cubicBezTo>
                                  <a:cubicBezTo>
                                    <a:pt x="35" y="101"/>
                                    <a:pt x="35" y="101"/>
                                    <a:pt x="35" y="101"/>
                                  </a:cubicBezTo>
                                  <a:cubicBezTo>
                                    <a:pt x="35" y="101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0"/>
                                    <a:pt x="36" y="101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7" y="99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99"/>
                                  </a:cubicBezTo>
                                  <a:cubicBezTo>
                                    <a:pt x="37" y="99"/>
                                    <a:pt x="37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5" y="98"/>
                                  </a:cubicBezTo>
                                  <a:cubicBezTo>
                                    <a:pt x="45" y="98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50" y="96"/>
                                    <a:pt x="50" y="96"/>
                                  </a:cubicBezTo>
                                  <a:cubicBezTo>
                                    <a:pt x="50" y="96"/>
                                    <a:pt x="50" y="96"/>
                                    <a:pt x="50" y="96"/>
                                  </a:cubicBezTo>
                                  <a:cubicBezTo>
                                    <a:pt x="50" y="96"/>
                                    <a:pt x="50" y="96"/>
                                    <a:pt x="50" y="96"/>
                                  </a:cubicBezTo>
                                  <a:cubicBezTo>
                                    <a:pt x="51" y="96"/>
                                    <a:pt x="51" y="96"/>
                                    <a:pt x="51" y="97"/>
                                  </a:cubicBezTo>
                                  <a:cubicBezTo>
                                    <a:pt x="51" y="97"/>
                                    <a:pt x="51" y="97"/>
                                    <a:pt x="51" y="97"/>
                                  </a:cubicBezTo>
                                  <a:cubicBezTo>
                                    <a:pt x="51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3" y="96"/>
                                  </a:cubicBezTo>
                                  <a:cubicBezTo>
                                    <a:pt x="54" y="96"/>
                                    <a:pt x="54" y="96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8"/>
                                    <a:pt x="54" y="98"/>
                                    <a:pt x="54" y="98"/>
                                  </a:cubicBezTo>
                                  <a:cubicBezTo>
                                    <a:pt x="53" y="98"/>
                                    <a:pt x="53" y="99"/>
                                    <a:pt x="53" y="98"/>
                                  </a:cubicBezTo>
                                  <a:cubicBezTo>
                                    <a:pt x="53" y="98"/>
                                    <a:pt x="53" y="98"/>
                                    <a:pt x="53" y="98"/>
                                  </a:cubicBezTo>
                                  <a:cubicBezTo>
                                    <a:pt x="53" y="98"/>
                                    <a:pt x="53" y="98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2" y="99"/>
                                    <a:pt x="52" y="99"/>
                                    <a:pt x="52" y="99"/>
                                  </a:cubicBezTo>
                                  <a:cubicBezTo>
                                    <a:pt x="52" y="99"/>
                                    <a:pt x="52" y="99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1"/>
                                  </a:cubicBezTo>
                                  <a:cubicBezTo>
                                    <a:pt x="53" y="101"/>
                                    <a:pt x="53" y="101"/>
                                    <a:pt x="52" y="101"/>
                                  </a:cubicBezTo>
                                  <a:cubicBezTo>
                                    <a:pt x="52" y="101"/>
                                    <a:pt x="52" y="101"/>
                                    <a:pt x="52" y="102"/>
                                  </a:cubicBezTo>
                                  <a:cubicBezTo>
                                    <a:pt x="52" y="102"/>
                                    <a:pt x="53" y="102"/>
                                    <a:pt x="52" y="102"/>
                                  </a:cubicBezTo>
                                  <a:cubicBezTo>
                                    <a:pt x="52" y="102"/>
                                    <a:pt x="52" y="102"/>
                                    <a:pt x="52" y="102"/>
                                  </a:cubicBezTo>
                                  <a:cubicBezTo>
                                    <a:pt x="52" y="103"/>
                                    <a:pt x="52" y="103"/>
                                    <a:pt x="52" y="103"/>
                                  </a:cubicBezTo>
                                  <a:cubicBezTo>
                                    <a:pt x="52" y="103"/>
                                    <a:pt x="52" y="103"/>
                                    <a:pt x="52" y="103"/>
                                  </a:cubicBezTo>
                                  <a:cubicBezTo>
                                    <a:pt x="52" y="103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4" y="104"/>
                                  </a:cubicBezTo>
                                  <a:cubicBezTo>
                                    <a:pt x="54" y="104"/>
                                    <a:pt x="54" y="104"/>
                                    <a:pt x="54" y="104"/>
                                  </a:cubicBezTo>
                                  <a:cubicBezTo>
                                    <a:pt x="54" y="104"/>
                                    <a:pt x="54" y="104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6" y="106"/>
                                    <a:pt x="56" y="106"/>
                                    <a:pt x="57" y="107"/>
                                  </a:cubicBezTo>
                                  <a:cubicBezTo>
                                    <a:pt x="57" y="107"/>
                                    <a:pt x="57" y="107"/>
                                    <a:pt x="57" y="107"/>
                                  </a:cubicBezTo>
                                  <a:cubicBezTo>
                                    <a:pt x="57" y="107"/>
                                    <a:pt x="57" y="107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8" y="106"/>
                                    <a:pt x="58" y="105"/>
                                  </a:cubicBezTo>
                                  <a:cubicBezTo>
                                    <a:pt x="58" y="105"/>
                                    <a:pt x="58" y="105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9" y="104"/>
                                    <a:pt x="59" y="103"/>
                                    <a:pt x="59" y="103"/>
                                  </a:cubicBezTo>
                                  <a:cubicBezTo>
                                    <a:pt x="59" y="103"/>
                                    <a:pt x="59" y="103"/>
                                    <a:pt x="60" y="103"/>
                                  </a:cubicBezTo>
                                  <a:cubicBezTo>
                                    <a:pt x="60" y="103"/>
                                    <a:pt x="60" y="103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0"/>
                                  </a:cubicBezTo>
                                  <a:cubicBezTo>
                                    <a:pt x="61" y="101"/>
                                    <a:pt x="61" y="101"/>
                                    <a:pt x="61" y="101"/>
                                  </a:cubicBezTo>
                                  <a:cubicBezTo>
                                    <a:pt x="61" y="101"/>
                                    <a:pt x="61" y="101"/>
                                    <a:pt x="61" y="100"/>
                                  </a:cubicBezTo>
                                  <a:cubicBezTo>
                                    <a:pt x="61" y="100"/>
                                    <a:pt x="62" y="100"/>
                                    <a:pt x="62" y="100"/>
                                  </a:cubicBezTo>
                                  <a:cubicBezTo>
                                    <a:pt x="62" y="100"/>
                                    <a:pt x="62" y="100"/>
                                    <a:pt x="62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99"/>
                                  </a:cubicBezTo>
                                  <a:cubicBezTo>
                                    <a:pt x="63" y="99"/>
                                    <a:pt x="63" y="99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3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99"/>
                                  </a:cubicBezTo>
                                  <a:cubicBezTo>
                                    <a:pt x="64" y="99"/>
                                    <a:pt x="64" y="99"/>
                                    <a:pt x="64" y="99"/>
                                  </a:cubicBezTo>
                                  <a:cubicBezTo>
                                    <a:pt x="64" y="99"/>
                                    <a:pt x="65" y="99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3" y="98"/>
                                    <a:pt x="63" y="98"/>
                                  </a:cubicBezTo>
                                  <a:cubicBezTo>
                                    <a:pt x="63" y="98"/>
                                    <a:pt x="62" y="97"/>
                                    <a:pt x="62" y="97"/>
                                  </a:cubicBezTo>
                                  <a:cubicBezTo>
                                    <a:pt x="62" y="97"/>
                                    <a:pt x="62" y="97"/>
                                    <a:pt x="62" y="96"/>
                                  </a:cubicBezTo>
                                  <a:cubicBezTo>
                                    <a:pt x="62" y="96"/>
                                    <a:pt x="62" y="95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4" y="94"/>
                                    <a:pt x="64" y="94"/>
                                    <a:pt x="64" y="94"/>
                                  </a:cubicBezTo>
                                  <a:cubicBezTo>
                                    <a:pt x="64" y="94"/>
                                    <a:pt x="64" y="94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6"/>
                                    <a:pt x="64" y="96"/>
                                    <a:pt x="64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4" y="96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5" y="95"/>
                                    <a:pt x="65" y="95"/>
                                  </a:cubicBezTo>
                                  <a:cubicBezTo>
                                    <a:pt x="65" y="95"/>
                                    <a:pt x="65" y="95"/>
                                    <a:pt x="65" y="95"/>
                                  </a:cubicBezTo>
                                  <a:cubicBezTo>
                                    <a:pt x="65" y="95"/>
                                    <a:pt x="65" y="96"/>
                                    <a:pt x="65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6" y="96"/>
                                    <a:pt x="66" y="95"/>
                                    <a:pt x="66" y="95"/>
                                  </a:cubicBezTo>
                                  <a:cubicBezTo>
                                    <a:pt x="66" y="95"/>
                                    <a:pt x="67" y="96"/>
                                    <a:pt x="67" y="96"/>
                                  </a:cubicBezTo>
                                  <a:cubicBezTo>
                                    <a:pt x="67" y="95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7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7"/>
                                    <a:pt x="66" y="97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6" y="97"/>
                                    <a:pt x="66" y="97"/>
                                  </a:cubicBezTo>
                                  <a:cubicBezTo>
                                    <a:pt x="67" y="97"/>
                                    <a:pt x="67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9" y="97"/>
                                    <a:pt x="69" y="97"/>
                                    <a:pt x="70" y="97"/>
                                  </a:cubicBezTo>
                                  <a:cubicBezTo>
                                    <a:pt x="70" y="97"/>
                                    <a:pt x="70" y="97"/>
                                    <a:pt x="70" y="97"/>
                                  </a:cubicBezTo>
                                  <a:cubicBezTo>
                                    <a:pt x="70" y="97"/>
                                    <a:pt x="70" y="97"/>
                                    <a:pt x="70" y="97"/>
                                  </a:cubicBezTo>
                                  <a:cubicBezTo>
                                    <a:pt x="71" y="97"/>
                                    <a:pt x="71" y="97"/>
                                    <a:pt x="71" y="97"/>
                                  </a:cubicBezTo>
                                  <a:cubicBezTo>
                                    <a:pt x="72" y="97"/>
                                    <a:pt x="73" y="97"/>
                                    <a:pt x="73" y="97"/>
                                  </a:cubicBezTo>
                                  <a:cubicBezTo>
                                    <a:pt x="73" y="97"/>
                                    <a:pt x="73" y="96"/>
                                    <a:pt x="73" y="96"/>
                                  </a:cubicBezTo>
                                  <a:cubicBezTo>
                                    <a:pt x="74" y="96"/>
                                    <a:pt x="74" y="95"/>
                                    <a:pt x="74" y="95"/>
                                  </a:cubicBezTo>
                                  <a:cubicBezTo>
                                    <a:pt x="74" y="95"/>
                                    <a:pt x="74" y="95"/>
                                    <a:pt x="74" y="95"/>
                                  </a:cubicBezTo>
                                  <a:cubicBezTo>
                                    <a:pt x="74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3"/>
                                    <a:pt x="76" y="93"/>
                                  </a:cubicBezTo>
                                  <a:cubicBezTo>
                                    <a:pt x="76" y="93"/>
                                    <a:pt x="76" y="93"/>
                                    <a:pt x="76" y="93"/>
                                  </a:cubicBezTo>
                                  <a:cubicBezTo>
                                    <a:pt x="76" y="93"/>
                                    <a:pt x="76" y="93"/>
                                    <a:pt x="77" y="93"/>
                                  </a:cubicBezTo>
                                  <a:cubicBezTo>
                                    <a:pt x="77" y="93"/>
                                    <a:pt x="77" y="93"/>
                                    <a:pt x="77" y="93"/>
                                  </a:cubicBezTo>
                                  <a:cubicBezTo>
                                    <a:pt x="77" y="93"/>
                                    <a:pt x="77" y="93"/>
                                    <a:pt x="77" y="93"/>
                                  </a:cubicBezTo>
                                  <a:cubicBezTo>
                                    <a:pt x="77" y="93"/>
                                    <a:pt x="78" y="93"/>
                                    <a:pt x="78" y="93"/>
                                  </a:cubicBezTo>
                                  <a:cubicBezTo>
                                    <a:pt x="78" y="93"/>
                                    <a:pt x="78" y="93"/>
                                    <a:pt x="78" y="94"/>
                                  </a:cubicBezTo>
                                  <a:cubicBezTo>
                                    <a:pt x="78" y="94"/>
                                    <a:pt x="78" y="94"/>
                                    <a:pt x="77" y="94"/>
                                  </a:cubicBezTo>
                                  <a:cubicBezTo>
                                    <a:pt x="77" y="94"/>
                                    <a:pt x="77" y="94"/>
                                    <a:pt x="77" y="94"/>
                                  </a:cubicBezTo>
                                  <a:cubicBezTo>
                                    <a:pt x="77" y="94"/>
                                    <a:pt x="77" y="94"/>
                                    <a:pt x="77" y="95"/>
                                  </a:cubicBezTo>
                                  <a:cubicBezTo>
                                    <a:pt x="77" y="95"/>
                                    <a:pt x="77" y="95"/>
                                    <a:pt x="77" y="95"/>
                                  </a:cubicBezTo>
                                  <a:cubicBezTo>
                                    <a:pt x="77" y="96"/>
                                    <a:pt x="77" y="96"/>
                                    <a:pt x="77" y="96"/>
                                  </a:cubicBezTo>
                                  <a:cubicBezTo>
                                    <a:pt x="77" y="96"/>
                                    <a:pt x="77" y="96"/>
                                    <a:pt x="77" y="96"/>
                                  </a:cubicBezTo>
                                  <a:cubicBezTo>
                                    <a:pt x="77" y="96"/>
                                    <a:pt x="77" y="97"/>
                                    <a:pt x="77" y="97"/>
                                  </a:cubicBezTo>
                                  <a:cubicBezTo>
                                    <a:pt x="77" y="97"/>
                                    <a:pt x="77" y="97"/>
                                    <a:pt x="78" y="97"/>
                                  </a:cubicBezTo>
                                  <a:cubicBezTo>
                                    <a:pt x="78" y="97"/>
                                    <a:pt x="78" y="97"/>
                                    <a:pt x="79" y="96"/>
                                  </a:cubicBezTo>
                                  <a:cubicBezTo>
                                    <a:pt x="79" y="96"/>
                                    <a:pt x="79" y="96"/>
                                    <a:pt x="79" y="96"/>
                                  </a:cubicBezTo>
                                  <a:cubicBezTo>
                                    <a:pt x="79" y="96"/>
                                    <a:pt x="79" y="96"/>
                                    <a:pt x="79" y="95"/>
                                  </a:cubicBezTo>
                                  <a:cubicBezTo>
                                    <a:pt x="79" y="95"/>
                                    <a:pt x="79" y="95"/>
                                    <a:pt x="79" y="95"/>
                                  </a:cubicBezTo>
                                  <a:cubicBezTo>
                                    <a:pt x="79" y="95"/>
                                    <a:pt x="80" y="94"/>
                                    <a:pt x="79" y="94"/>
                                  </a:cubicBezTo>
                                  <a:cubicBezTo>
                                    <a:pt x="79" y="94"/>
                                    <a:pt x="79" y="94"/>
                                    <a:pt x="79" y="93"/>
                                  </a:cubicBezTo>
                                  <a:cubicBezTo>
                                    <a:pt x="79" y="93"/>
                                    <a:pt x="79" y="93"/>
                                    <a:pt x="80" y="93"/>
                                  </a:cubicBezTo>
                                  <a:cubicBezTo>
                                    <a:pt x="80" y="93"/>
                                    <a:pt x="80" y="93"/>
                                    <a:pt x="80" y="93"/>
                                  </a:cubicBezTo>
                                  <a:cubicBezTo>
                                    <a:pt x="80" y="93"/>
                                    <a:pt x="80" y="92"/>
                                    <a:pt x="80" y="92"/>
                                  </a:cubicBezTo>
                                  <a:cubicBezTo>
                                    <a:pt x="80" y="92"/>
                                    <a:pt x="80" y="92"/>
                                    <a:pt x="80" y="92"/>
                                  </a:cubicBezTo>
                                  <a:cubicBezTo>
                                    <a:pt x="80" y="92"/>
                                    <a:pt x="80" y="92"/>
                                    <a:pt x="80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2" y="91"/>
                                  </a:cubicBezTo>
                                  <a:cubicBezTo>
                                    <a:pt x="82" y="91"/>
                                    <a:pt x="82" y="91"/>
                                    <a:pt x="82" y="91"/>
                                  </a:cubicBezTo>
                                  <a:cubicBezTo>
                                    <a:pt x="83" y="92"/>
                                    <a:pt x="83" y="92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2"/>
                                    <a:pt x="83" y="92"/>
                                    <a:pt x="83" y="92"/>
                                  </a:cubicBezTo>
                                  <a:cubicBezTo>
                                    <a:pt x="83" y="92"/>
                                    <a:pt x="83" y="92"/>
                                    <a:pt x="83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3" y="92"/>
                                    <a:pt x="83" y="92"/>
                                  </a:cubicBezTo>
                                  <a:cubicBezTo>
                                    <a:pt x="83" y="92"/>
                                    <a:pt x="83" y="92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0"/>
                                  </a:cubicBezTo>
                                  <a:cubicBezTo>
                                    <a:pt x="83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5" y="90"/>
                                    <a:pt x="85" y="90"/>
                                  </a:cubicBezTo>
                                  <a:cubicBezTo>
                                    <a:pt x="85" y="90"/>
                                    <a:pt x="85" y="91"/>
                                    <a:pt x="85" y="91"/>
                                  </a:cubicBezTo>
                                  <a:cubicBezTo>
                                    <a:pt x="85" y="91"/>
                                    <a:pt x="84" y="91"/>
                                    <a:pt x="84" y="91"/>
                                  </a:cubicBezTo>
                                  <a:cubicBezTo>
                                    <a:pt x="84" y="91"/>
                                    <a:pt x="84" y="91"/>
                                    <a:pt x="84" y="91"/>
                                  </a:cubicBezTo>
                                  <a:cubicBezTo>
                                    <a:pt x="84" y="91"/>
                                    <a:pt x="84" y="91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3"/>
                                    <a:pt x="84" y="93"/>
                                  </a:cubicBezTo>
                                  <a:cubicBezTo>
                                    <a:pt x="84" y="93"/>
                                    <a:pt x="84" y="93"/>
                                    <a:pt x="84" y="93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5"/>
                                  </a:cubicBezTo>
                                  <a:cubicBezTo>
                                    <a:pt x="84" y="95"/>
                                    <a:pt x="85" y="95"/>
                                    <a:pt x="85" y="94"/>
                                  </a:cubicBezTo>
                                  <a:cubicBezTo>
                                    <a:pt x="85" y="94"/>
                                    <a:pt x="85" y="94"/>
                                    <a:pt x="86" y="94"/>
                                  </a:cubicBezTo>
                                  <a:cubicBezTo>
                                    <a:pt x="86" y="93"/>
                                    <a:pt x="86" y="93"/>
                                    <a:pt x="86" y="93"/>
                                  </a:cubicBezTo>
                                  <a:cubicBezTo>
                                    <a:pt x="86" y="93"/>
                                    <a:pt x="86" y="93"/>
                                    <a:pt x="86" y="93"/>
                                  </a:cubicBezTo>
                                  <a:cubicBezTo>
                                    <a:pt x="87" y="93"/>
                                    <a:pt x="87" y="93"/>
                                    <a:pt x="87" y="93"/>
                                  </a:cubicBezTo>
                                  <a:cubicBezTo>
                                    <a:pt x="88" y="92"/>
                                    <a:pt x="88" y="92"/>
                                    <a:pt x="88" y="92"/>
                                  </a:cubicBezTo>
                                  <a:cubicBezTo>
                                    <a:pt x="88" y="91"/>
                                    <a:pt x="88" y="91"/>
                                    <a:pt x="88" y="91"/>
                                  </a:cubicBezTo>
                                  <a:cubicBezTo>
                                    <a:pt x="88" y="90"/>
                                    <a:pt x="88" y="90"/>
                                    <a:pt x="88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90" y="88"/>
                                  </a:cubicBezTo>
                                  <a:cubicBezTo>
                                    <a:pt x="90" y="88"/>
                                    <a:pt x="90" y="88"/>
                                    <a:pt x="91" y="88"/>
                                  </a:cubicBezTo>
                                  <a:cubicBezTo>
                                    <a:pt x="91" y="88"/>
                                    <a:pt x="91" y="88"/>
                                    <a:pt x="91" y="88"/>
                                  </a:cubicBezTo>
                                  <a:cubicBezTo>
                                    <a:pt x="91" y="88"/>
                                    <a:pt x="91" y="88"/>
                                    <a:pt x="91" y="88"/>
                                  </a:cubicBezTo>
                                  <a:cubicBezTo>
                                    <a:pt x="91" y="87"/>
                                    <a:pt x="90" y="87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7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5"/>
                                    <a:pt x="89" y="84"/>
                                    <a:pt x="89" y="84"/>
                                  </a:cubicBezTo>
                                  <a:cubicBezTo>
                                    <a:pt x="89" y="84"/>
                                    <a:pt x="89" y="84"/>
                                    <a:pt x="89" y="84"/>
                                  </a:cubicBezTo>
                                  <a:cubicBezTo>
                                    <a:pt x="89" y="84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90" y="83"/>
                                    <a:pt x="90" y="82"/>
                                  </a:cubicBezTo>
                                  <a:cubicBezTo>
                                    <a:pt x="90" y="82"/>
                                    <a:pt x="90" y="82"/>
                                    <a:pt x="90" y="82"/>
                                  </a:cubicBezTo>
                                  <a:cubicBezTo>
                                    <a:pt x="89" y="82"/>
                                    <a:pt x="90" y="81"/>
                                    <a:pt x="90" y="81"/>
                                  </a:cubicBezTo>
                                  <a:cubicBezTo>
                                    <a:pt x="90" y="81"/>
                                    <a:pt x="90" y="81"/>
                                    <a:pt x="90" y="81"/>
                                  </a:cubicBezTo>
                                  <a:cubicBezTo>
                                    <a:pt x="90" y="81"/>
                                    <a:pt x="90" y="80"/>
                                    <a:pt x="90" y="80"/>
                                  </a:cubicBezTo>
                                  <a:cubicBezTo>
                                    <a:pt x="90" y="80"/>
                                    <a:pt x="90" y="80"/>
                                    <a:pt x="90" y="79"/>
                                  </a:cubicBezTo>
                                  <a:cubicBezTo>
                                    <a:pt x="90" y="79"/>
                                    <a:pt x="90" y="79"/>
                                    <a:pt x="90" y="79"/>
                                  </a:cubicBezTo>
                                  <a:cubicBezTo>
                                    <a:pt x="91" y="79"/>
                                    <a:pt x="91" y="79"/>
                                    <a:pt x="91" y="79"/>
                                  </a:cubicBezTo>
                                  <a:cubicBezTo>
                                    <a:pt x="91" y="79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2" y="78"/>
                                    <a:pt x="92" y="77"/>
                                    <a:pt x="92" y="77"/>
                                  </a:cubicBezTo>
                                  <a:cubicBezTo>
                                    <a:pt x="92" y="77"/>
                                    <a:pt x="92" y="77"/>
                                    <a:pt x="92" y="76"/>
                                  </a:cubicBezTo>
                                  <a:cubicBezTo>
                                    <a:pt x="92" y="76"/>
                                    <a:pt x="92" y="76"/>
                                    <a:pt x="92" y="76"/>
                                  </a:cubicBezTo>
                                  <a:cubicBezTo>
                                    <a:pt x="92" y="76"/>
                                    <a:pt x="92" y="76"/>
                                    <a:pt x="92" y="76"/>
                                  </a:cubicBezTo>
                                  <a:cubicBezTo>
                                    <a:pt x="92" y="76"/>
                                    <a:pt x="92" y="75"/>
                                    <a:pt x="92" y="75"/>
                                  </a:cubicBezTo>
                                  <a:cubicBezTo>
                                    <a:pt x="92" y="75"/>
                                    <a:pt x="92" y="74"/>
                                    <a:pt x="92" y="73"/>
                                  </a:cubicBezTo>
                                  <a:cubicBezTo>
                                    <a:pt x="92" y="73"/>
                                    <a:pt x="92" y="73"/>
                                    <a:pt x="92" y="73"/>
                                  </a:cubicBezTo>
                                  <a:cubicBezTo>
                                    <a:pt x="92" y="72"/>
                                    <a:pt x="92" y="71"/>
                                    <a:pt x="92" y="70"/>
                                  </a:cubicBezTo>
                                  <a:cubicBezTo>
                                    <a:pt x="92" y="70"/>
                                    <a:pt x="92" y="70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8"/>
                                    <a:pt x="92" y="68"/>
                                  </a:cubicBezTo>
                                  <a:cubicBezTo>
                                    <a:pt x="91" y="67"/>
                                    <a:pt x="92" y="67"/>
                                    <a:pt x="92" y="66"/>
                                  </a:cubicBezTo>
                                  <a:cubicBezTo>
                                    <a:pt x="92" y="66"/>
                                    <a:pt x="92" y="66"/>
                                    <a:pt x="92" y="65"/>
                                  </a:cubicBezTo>
                                  <a:cubicBezTo>
                                    <a:pt x="93" y="65"/>
                                    <a:pt x="93" y="65"/>
                                    <a:pt x="93" y="65"/>
                                  </a:cubicBezTo>
                                  <a:cubicBezTo>
                                    <a:pt x="93" y="65"/>
                                    <a:pt x="93" y="65"/>
                                    <a:pt x="93" y="65"/>
                                  </a:cubicBezTo>
                                  <a:cubicBezTo>
                                    <a:pt x="93" y="65"/>
                                    <a:pt x="93" y="65"/>
                                    <a:pt x="93" y="66"/>
                                  </a:cubicBezTo>
                                  <a:cubicBezTo>
                                    <a:pt x="93" y="66"/>
                                    <a:pt x="93" y="66"/>
                                    <a:pt x="93" y="66"/>
                                  </a:cubicBezTo>
                                  <a:cubicBezTo>
                                    <a:pt x="93" y="66"/>
                                    <a:pt x="93" y="66"/>
                                    <a:pt x="93" y="66"/>
                                  </a:cubicBezTo>
                                  <a:cubicBezTo>
                                    <a:pt x="93" y="65"/>
                                    <a:pt x="93" y="65"/>
                                    <a:pt x="94" y="65"/>
                                  </a:cubicBezTo>
                                  <a:cubicBezTo>
                                    <a:pt x="94" y="65"/>
                                    <a:pt x="95" y="65"/>
                                    <a:pt x="95" y="65"/>
                                  </a:cubicBezTo>
                                  <a:cubicBezTo>
                                    <a:pt x="95" y="65"/>
                                    <a:pt x="95" y="65"/>
                                    <a:pt x="95" y="65"/>
                                  </a:cubicBezTo>
                                  <a:cubicBezTo>
                                    <a:pt x="95" y="66"/>
                                    <a:pt x="95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5"/>
                                    <a:pt x="95" y="65"/>
                                    <a:pt x="96" y="65"/>
                                  </a:cubicBezTo>
                                  <a:cubicBezTo>
                                    <a:pt x="96" y="65"/>
                                    <a:pt x="96" y="65"/>
                                    <a:pt x="96" y="65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5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5" y="64"/>
                                    <a:pt x="95" y="64"/>
                                  </a:cubicBezTo>
                                  <a:cubicBezTo>
                                    <a:pt x="95" y="64"/>
                                    <a:pt x="95" y="63"/>
                                    <a:pt x="96" y="63"/>
                                  </a:cubicBezTo>
                                  <a:cubicBezTo>
                                    <a:pt x="96" y="63"/>
                                    <a:pt x="96" y="63"/>
                                    <a:pt x="96" y="63"/>
                                  </a:cubicBezTo>
                                  <a:cubicBezTo>
                                    <a:pt x="96" y="63"/>
                                    <a:pt x="96" y="63"/>
                                    <a:pt x="96" y="63"/>
                                  </a:cubicBezTo>
                                  <a:cubicBezTo>
                                    <a:pt x="95" y="63"/>
                                    <a:pt x="95" y="63"/>
                                    <a:pt x="95" y="63"/>
                                  </a:cubicBezTo>
                                  <a:cubicBezTo>
                                    <a:pt x="95" y="63"/>
                                    <a:pt x="95" y="63"/>
                                    <a:pt x="96" y="63"/>
                                  </a:cubicBezTo>
                                  <a:cubicBezTo>
                                    <a:pt x="96" y="62"/>
                                    <a:pt x="96" y="62"/>
                                    <a:pt x="96" y="62"/>
                                  </a:cubicBezTo>
                                  <a:cubicBezTo>
                                    <a:pt x="96" y="62"/>
                                    <a:pt x="96" y="62"/>
                                    <a:pt x="96" y="62"/>
                                  </a:cubicBezTo>
                                  <a:cubicBezTo>
                                    <a:pt x="96" y="62"/>
                                    <a:pt x="96" y="61"/>
                                    <a:pt x="96" y="61"/>
                                  </a:cubicBezTo>
                                  <a:cubicBezTo>
                                    <a:pt x="96" y="61"/>
                                    <a:pt x="96" y="61"/>
                                    <a:pt x="96" y="61"/>
                                  </a:cubicBezTo>
                                  <a:cubicBezTo>
                                    <a:pt x="96" y="61"/>
                                    <a:pt x="97" y="61"/>
                                    <a:pt x="97" y="61"/>
                                  </a:cubicBezTo>
                                  <a:cubicBezTo>
                                    <a:pt x="97" y="61"/>
                                    <a:pt x="97" y="61"/>
                                    <a:pt x="97" y="61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6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6" y="60"/>
                                    <a:pt x="96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8" y="59"/>
                                    <a:pt x="98" y="60"/>
                                  </a:cubicBezTo>
                                  <a:cubicBezTo>
                                    <a:pt x="98" y="60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8"/>
                                    <a:pt x="98" y="58"/>
                                  </a:cubicBezTo>
                                  <a:cubicBezTo>
                                    <a:pt x="98" y="58"/>
                                    <a:pt x="98" y="58"/>
                                    <a:pt x="98" y="58"/>
                                  </a:cubicBezTo>
                                  <a:cubicBezTo>
                                    <a:pt x="98" y="58"/>
                                    <a:pt x="99" y="58"/>
                                    <a:pt x="99" y="58"/>
                                  </a:cubicBezTo>
                                  <a:cubicBezTo>
                                    <a:pt x="98" y="58"/>
                                    <a:pt x="99" y="57"/>
                                    <a:pt x="98" y="57"/>
                                  </a:cubicBezTo>
                                  <a:cubicBezTo>
                                    <a:pt x="98" y="57"/>
                                    <a:pt x="98" y="57"/>
                                    <a:pt x="98" y="57"/>
                                  </a:cubicBezTo>
                                  <a:cubicBezTo>
                                    <a:pt x="98" y="57"/>
                                    <a:pt x="99" y="57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5"/>
                                    <a:pt x="99" y="55"/>
                                    <a:pt x="99" y="55"/>
                                  </a:cubicBezTo>
                                  <a:close/>
                                  <a:moveTo>
                                    <a:pt x="86" y="57"/>
                                  </a:move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lose/>
                                  <a:moveTo>
                                    <a:pt x="65" y="76"/>
                                  </a:move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lose/>
                                  <a:moveTo>
                                    <a:pt x="51" y="98"/>
                                  </a:moveTo>
                                  <a:cubicBezTo>
                                    <a:pt x="51" y="98"/>
                                    <a:pt x="50" y="98"/>
                                    <a:pt x="50" y="98"/>
                                  </a:cubicBezTo>
                                  <a:cubicBezTo>
                                    <a:pt x="50" y="98"/>
                                    <a:pt x="50" y="98"/>
                                    <a:pt x="50" y="98"/>
                                  </a:cubicBezTo>
                                  <a:cubicBezTo>
                                    <a:pt x="50" y="98"/>
                                    <a:pt x="50" y="99"/>
                                    <a:pt x="50" y="99"/>
                                  </a:cubicBezTo>
                                  <a:cubicBezTo>
                                    <a:pt x="50" y="99"/>
                                    <a:pt x="50" y="99"/>
                                    <a:pt x="50" y="99"/>
                                  </a:cubicBezTo>
                                  <a:cubicBezTo>
                                    <a:pt x="50" y="99"/>
                                    <a:pt x="49" y="99"/>
                                    <a:pt x="49" y="99"/>
                                  </a:cubicBezTo>
                                  <a:cubicBezTo>
                                    <a:pt x="49" y="99"/>
                                    <a:pt x="49" y="99"/>
                                    <a:pt x="49" y="99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50" y="101"/>
                                    <a:pt x="50" y="101"/>
                                    <a:pt x="50" y="100"/>
                                  </a:cubicBezTo>
                                  <a:cubicBezTo>
                                    <a:pt x="50" y="100"/>
                                    <a:pt x="51" y="100"/>
                                    <a:pt x="51" y="100"/>
                                  </a:cubicBezTo>
                                  <a:cubicBezTo>
                                    <a:pt x="51" y="100"/>
                                    <a:pt x="51" y="100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1" y="97"/>
                                    <a:pt x="51" y="97"/>
                                    <a:pt x="51" y="97"/>
                                  </a:cubicBezTo>
                                  <a:cubicBezTo>
                                    <a:pt x="51" y="97"/>
                                    <a:pt x="51" y="98"/>
                                    <a:pt x="51" y="98"/>
                                  </a:cubicBezTo>
                                  <a:close/>
                                  <a:moveTo>
                                    <a:pt x="93" y="4"/>
                                  </a:moveTo>
                                  <a:cubicBezTo>
                                    <a:pt x="94" y="4"/>
                                    <a:pt x="94" y="4"/>
                                    <a:pt x="94" y="4"/>
                                  </a:cubicBezTo>
                                  <a:cubicBezTo>
                                    <a:pt x="94" y="3"/>
                                    <a:pt x="94" y="3"/>
                                    <a:pt x="93" y="3"/>
                                  </a:cubicBezTo>
                                  <a:cubicBezTo>
                                    <a:pt x="93" y="3"/>
                                    <a:pt x="93" y="3"/>
                                    <a:pt x="93" y="3"/>
                                  </a:cubicBezTo>
                                  <a:cubicBezTo>
                                    <a:pt x="92" y="4"/>
                                    <a:pt x="93" y="4"/>
                                    <a:pt x="93" y="4"/>
                                  </a:cubicBezTo>
                                  <a:cubicBezTo>
                                    <a:pt x="93" y="4"/>
                                    <a:pt x="93" y="4"/>
                                    <a:pt x="93" y="4"/>
                                  </a:cubicBezTo>
                                  <a:close/>
                                  <a:moveTo>
                                    <a:pt x="80" y="38"/>
                                  </a:moveTo>
                                  <a:cubicBezTo>
                                    <a:pt x="81" y="38"/>
                                    <a:pt x="81" y="38"/>
                                    <a:pt x="81" y="38"/>
                                  </a:cubicBezTo>
                                  <a:cubicBezTo>
                                    <a:pt x="81" y="38"/>
                                    <a:pt x="81" y="38"/>
                                    <a:pt x="81" y="38"/>
                                  </a:cubicBezTo>
                                  <a:cubicBezTo>
                                    <a:pt x="80" y="38"/>
                                    <a:pt x="80" y="38"/>
                                    <a:pt x="80" y="38"/>
                                  </a:cubicBezTo>
                                  <a:cubicBezTo>
                                    <a:pt x="80" y="38"/>
                                    <a:pt x="80" y="38"/>
                                    <a:pt x="80" y="38"/>
                                  </a:cubicBezTo>
                                  <a:close/>
                                  <a:moveTo>
                                    <a:pt x="81" y="32"/>
                                  </a:moveTo>
                                  <a:cubicBezTo>
                                    <a:pt x="81" y="33"/>
                                    <a:pt x="81" y="33"/>
                                    <a:pt x="81" y="33"/>
                                  </a:cubicBezTo>
                                  <a:cubicBezTo>
                                    <a:pt x="81" y="33"/>
                                    <a:pt x="81" y="33"/>
                                    <a:pt x="81" y="33"/>
                                  </a:cubicBezTo>
                                  <a:cubicBezTo>
                                    <a:pt x="81" y="33"/>
                                    <a:pt x="82" y="32"/>
                                    <a:pt x="82" y="32"/>
                                  </a:cubicBezTo>
                                  <a:cubicBezTo>
                                    <a:pt x="82" y="32"/>
                                    <a:pt x="82" y="32"/>
                                    <a:pt x="82" y="31"/>
                                  </a:cubicBezTo>
                                  <a:cubicBezTo>
                                    <a:pt x="82" y="31"/>
                                    <a:pt x="82" y="31"/>
                                    <a:pt x="82" y="31"/>
                                  </a:cubicBezTo>
                                  <a:cubicBezTo>
                                    <a:pt x="81" y="31"/>
                                    <a:pt x="81" y="32"/>
                                    <a:pt x="81" y="32"/>
                                  </a:cubicBezTo>
                                  <a:cubicBezTo>
                                    <a:pt x="81" y="32"/>
                                    <a:pt x="81" y="32"/>
                                    <a:pt x="81" y="32"/>
                                  </a:cubicBezTo>
                                  <a:close/>
                                  <a:moveTo>
                                    <a:pt x="92" y="3"/>
                                  </a:moveTo>
                                  <a:cubicBezTo>
                                    <a:pt x="92" y="3"/>
                                    <a:pt x="92" y="2"/>
                                    <a:pt x="92" y="2"/>
                                  </a:cubicBezTo>
                                  <a:cubicBezTo>
                                    <a:pt x="92" y="2"/>
                                    <a:pt x="92" y="2"/>
                                    <a:pt x="92" y="1"/>
                                  </a:cubicBezTo>
                                  <a:cubicBezTo>
                                    <a:pt x="92" y="1"/>
                                    <a:pt x="92" y="1"/>
                                    <a:pt x="92" y="1"/>
                                  </a:cubicBezTo>
                                  <a:cubicBezTo>
                                    <a:pt x="92" y="1"/>
                                    <a:pt x="92" y="1"/>
                                    <a:pt x="91" y="1"/>
                                  </a:cubicBezTo>
                                  <a:cubicBezTo>
                                    <a:pt x="92" y="1"/>
                                    <a:pt x="92" y="2"/>
                                    <a:pt x="92" y="2"/>
                                  </a:cubicBezTo>
                                  <a:cubicBezTo>
                                    <a:pt x="92" y="2"/>
                                    <a:pt x="92" y="3"/>
                                    <a:pt x="92" y="3"/>
                                  </a:cubicBezTo>
                                  <a:close/>
                                  <a:moveTo>
                                    <a:pt x="124" y="21"/>
                                  </a:move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1"/>
                                    <a:pt x="123" y="21"/>
                                    <a:pt x="123" y="21"/>
                                  </a:cubicBezTo>
                                  <a:cubicBezTo>
                                    <a:pt x="122" y="21"/>
                                    <a:pt x="122" y="21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1" y="22"/>
                                    <a:pt x="121" y="22"/>
                                    <a:pt x="121" y="22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0"/>
                                    <a:pt x="121" y="19"/>
                                  </a:cubicBezTo>
                                  <a:cubicBezTo>
                                    <a:pt x="121" y="19"/>
                                    <a:pt x="120" y="19"/>
                                    <a:pt x="120" y="18"/>
                                  </a:cubicBezTo>
                                  <a:cubicBezTo>
                                    <a:pt x="120" y="18"/>
                                    <a:pt x="120" y="18"/>
                                    <a:pt x="120" y="18"/>
                                  </a:cubicBezTo>
                                  <a:cubicBezTo>
                                    <a:pt x="120" y="17"/>
                                    <a:pt x="119" y="17"/>
                                    <a:pt x="119" y="17"/>
                                  </a:cubicBezTo>
                                  <a:cubicBezTo>
                                    <a:pt x="119" y="17"/>
                                    <a:pt x="120" y="16"/>
                                    <a:pt x="120" y="16"/>
                                  </a:cubicBezTo>
                                  <a:cubicBezTo>
                                    <a:pt x="120" y="16"/>
                                    <a:pt x="120" y="15"/>
                                    <a:pt x="120" y="15"/>
                                  </a:cubicBezTo>
                                  <a:cubicBezTo>
                                    <a:pt x="120" y="15"/>
                                    <a:pt x="120" y="14"/>
                                    <a:pt x="121" y="14"/>
                                  </a:cubicBezTo>
                                  <a:cubicBezTo>
                                    <a:pt x="121" y="14"/>
                                    <a:pt x="121" y="14"/>
                                    <a:pt x="121" y="14"/>
                                  </a:cubicBezTo>
                                  <a:cubicBezTo>
                                    <a:pt x="121" y="14"/>
                                    <a:pt x="121" y="14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0" y="12"/>
                                    <a:pt x="120" y="13"/>
                                    <a:pt x="119" y="14"/>
                                  </a:cubicBezTo>
                                  <a:cubicBezTo>
                                    <a:pt x="119" y="14"/>
                                    <a:pt x="118" y="14"/>
                                    <a:pt x="118" y="15"/>
                                  </a:cubicBezTo>
                                  <a:cubicBezTo>
                                    <a:pt x="118" y="15"/>
                                    <a:pt x="117" y="16"/>
                                    <a:pt x="117" y="16"/>
                                  </a:cubicBezTo>
                                  <a:cubicBezTo>
                                    <a:pt x="116" y="16"/>
                                    <a:pt x="116" y="16"/>
                                    <a:pt x="115" y="15"/>
                                  </a:cubicBezTo>
                                  <a:cubicBezTo>
                                    <a:pt x="115" y="15"/>
                                    <a:pt x="115" y="15"/>
                                    <a:pt x="114" y="15"/>
                                  </a:cubicBezTo>
                                  <a:cubicBezTo>
                                    <a:pt x="114" y="15"/>
                                    <a:pt x="114" y="15"/>
                                    <a:pt x="114" y="15"/>
                                  </a:cubicBezTo>
                                  <a:cubicBezTo>
                                    <a:pt x="114" y="15"/>
                                    <a:pt x="114" y="15"/>
                                    <a:pt x="114" y="15"/>
                                  </a:cubicBezTo>
                                  <a:cubicBezTo>
                                    <a:pt x="114" y="14"/>
                                    <a:pt x="114" y="14"/>
                                    <a:pt x="114" y="14"/>
                                  </a:cubicBezTo>
                                  <a:cubicBezTo>
                                    <a:pt x="114" y="14"/>
                                    <a:pt x="114" y="14"/>
                                    <a:pt x="113" y="14"/>
                                  </a:cubicBezTo>
                                  <a:cubicBezTo>
                                    <a:pt x="113" y="14"/>
                                    <a:pt x="113" y="14"/>
                                    <a:pt x="113" y="14"/>
                                  </a:cubicBezTo>
                                  <a:cubicBezTo>
                                    <a:pt x="113" y="14"/>
                                    <a:pt x="113" y="14"/>
                                    <a:pt x="112" y="14"/>
                                  </a:cubicBezTo>
                                  <a:cubicBezTo>
                                    <a:pt x="112" y="14"/>
                                    <a:pt x="112" y="14"/>
                                    <a:pt x="112" y="14"/>
                                  </a:cubicBezTo>
                                  <a:cubicBezTo>
                                    <a:pt x="112" y="14"/>
                                    <a:pt x="112" y="14"/>
                                    <a:pt x="112" y="14"/>
                                  </a:cubicBezTo>
                                  <a:cubicBezTo>
                                    <a:pt x="111" y="14"/>
                                    <a:pt x="111" y="14"/>
                                    <a:pt x="111" y="14"/>
                                  </a:cubicBezTo>
                                  <a:cubicBezTo>
                                    <a:pt x="111" y="14"/>
                                    <a:pt x="110" y="14"/>
                                    <a:pt x="110" y="14"/>
                                  </a:cubicBezTo>
                                  <a:cubicBezTo>
                                    <a:pt x="110" y="14"/>
                                    <a:pt x="110" y="13"/>
                                    <a:pt x="110" y="13"/>
                                  </a:cubicBezTo>
                                  <a:cubicBezTo>
                                    <a:pt x="110" y="13"/>
                                    <a:pt x="110" y="13"/>
                                    <a:pt x="110" y="13"/>
                                  </a:cubicBezTo>
                                  <a:cubicBezTo>
                                    <a:pt x="109" y="12"/>
                                    <a:pt x="108" y="12"/>
                                    <a:pt x="107" y="11"/>
                                  </a:cubicBezTo>
                                  <a:cubicBezTo>
                                    <a:pt x="107" y="11"/>
                                    <a:pt x="106" y="10"/>
                                    <a:pt x="106" y="10"/>
                                  </a:cubicBezTo>
                                  <a:cubicBezTo>
                                    <a:pt x="105" y="10"/>
                                    <a:pt x="105" y="10"/>
                                    <a:pt x="105" y="9"/>
                                  </a:cubicBezTo>
                                  <a:cubicBezTo>
                                    <a:pt x="105" y="9"/>
                                    <a:pt x="105" y="9"/>
                                    <a:pt x="104" y="8"/>
                                  </a:cubicBezTo>
                                  <a:cubicBezTo>
                                    <a:pt x="104" y="8"/>
                                    <a:pt x="103" y="7"/>
                                    <a:pt x="103" y="7"/>
                                  </a:cubicBezTo>
                                  <a:cubicBezTo>
                                    <a:pt x="103" y="6"/>
                                    <a:pt x="103" y="6"/>
                                    <a:pt x="103" y="6"/>
                                  </a:cubicBezTo>
                                  <a:cubicBezTo>
                                    <a:pt x="102" y="6"/>
                                    <a:pt x="102" y="5"/>
                                    <a:pt x="102" y="5"/>
                                  </a:cubicBezTo>
                                  <a:cubicBezTo>
                                    <a:pt x="101" y="4"/>
                                    <a:pt x="101" y="3"/>
                                    <a:pt x="100" y="3"/>
                                  </a:cubicBezTo>
                                  <a:cubicBezTo>
                                    <a:pt x="100" y="2"/>
                                    <a:pt x="100" y="2"/>
                                    <a:pt x="100" y="2"/>
                                  </a:cubicBezTo>
                                  <a:cubicBezTo>
                                    <a:pt x="99" y="2"/>
                                    <a:pt x="99" y="1"/>
                                    <a:pt x="98" y="0"/>
                                  </a:cubicBezTo>
                                  <a:cubicBezTo>
                                    <a:pt x="98" y="0"/>
                                    <a:pt x="98" y="0"/>
                                    <a:pt x="98" y="0"/>
                                  </a:cubicBezTo>
                                  <a:cubicBezTo>
                                    <a:pt x="98" y="1"/>
                                    <a:pt x="98" y="1"/>
                                    <a:pt x="98" y="1"/>
                                  </a:cubicBezTo>
                                  <a:cubicBezTo>
                                    <a:pt x="98" y="1"/>
                                    <a:pt x="97" y="1"/>
                                    <a:pt x="97" y="1"/>
                                  </a:cubicBezTo>
                                  <a:cubicBezTo>
                                    <a:pt x="97" y="1"/>
                                    <a:pt x="97" y="1"/>
                                    <a:pt x="97" y="1"/>
                                  </a:cubicBezTo>
                                  <a:cubicBezTo>
                                    <a:pt x="96" y="1"/>
                                    <a:pt x="96" y="1"/>
                                    <a:pt x="96" y="1"/>
                                  </a:cubicBezTo>
                                  <a:cubicBezTo>
                                    <a:pt x="96" y="1"/>
                                    <a:pt x="96" y="1"/>
                                    <a:pt x="96" y="1"/>
                                  </a:cubicBezTo>
                                  <a:cubicBezTo>
                                    <a:pt x="96" y="1"/>
                                    <a:pt x="96" y="1"/>
                                    <a:pt x="96" y="2"/>
                                  </a:cubicBezTo>
                                  <a:cubicBezTo>
                                    <a:pt x="96" y="2"/>
                                    <a:pt x="96" y="2"/>
                                    <a:pt x="96" y="2"/>
                                  </a:cubicBezTo>
                                  <a:cubicBezTo>
                                    <a:pt x="96" y="3"/>
                                    <a:pt x="95" y="3"/>
                                    <a:pt x="96" y="4"/>
                                  </a:cubicBezTo>
                                  <a:cubicBezTo>
                                    <a:pt x="96" y="4"/>
                                    <a:pt x="96" y="4"/>
                                    <a:pt x="96" y="5"/>
                                  </a:cubicBezTo>
                                  <a:cubicBezTo>
                                    <a:pt x="97" y="6"/>
                                    <a:pt x="97" y="7"/>
                                    <a:pt x="97" y="9"/>
                                  </a:cubicBezTo>
                                  <a:cubicBezTo>
                                    <a:pt x="97" y="9"/>
                                    <a:pt x="97" y="9"/>
                                    <a:pt x="97" y="10"/>
                                  </a:cubicBezTo>
                                  <a:cubicBezTo>
                                    <a:pt x="97" y="10"/>
                                    <a:pt x="97" y="11"/>
                                    <a:pt x="96" y="11"/>
                                  </a:cubicBezTo>
                                  <a:cubicBezTo>
                                    <a:pt x="96" y="12"/>
                                    <a:pt x="96" y="12"/>
                                    <a:pt x="96" y="12"/>
                                  </a:cubicBezTo>
                                  <a:cubicBezTo>
                                    <a:pt x="96" y="13"/>
                                    <a:pt x="96" y="14"/>
                                    <a:pt x="96" y="14"/>
                                  </a:cubicBezTo>
                                  <a:cubicBezTo>
                                    <a:pt x="96" y="16"/>
                                    <a:pt x="96" y="16"/>
                                    <a:pt x="95" y="16"/>
                                  </a:cubicBezTo>
                                  <a:cubicBezTo>
                                    <a:pt x="94" y="17"/>
                                    <a:pt x="94" y="17"/>
                                    <a:pt x="94" y="18"/>
                                  </a:cubicBezTo>
                                  <a:cubicBezTo>
                                    <a:pt x="94" y="18"/>
                                    <a:pt x="94" y="18"/>
                                    <a:pt x="94" y="19"/>
                                  </a:cubicBezTo>
                                  <a:cubicBezTo>
                                    <a:pt x="94" y="19"/>
                                    <a:pt x="94" y="19"/>
                                    <a:pt x="94" y="19"/>
                                  </a:cubicBezTo>
                                  <a:cubicBezTo>
                                    <a:pt x="94" y="19"/>
                                    <a:pt x="94" y="19"/>
                                    <a:pt x="94" y="20"/>
                                  </a:cubicBezTo>
                                  <a:cubicBezTo>
                                    <a:pt x="95" y="20"/>
                                    <a:pt x="95" y="21"/>
                                    <a:pt x="94" y="22"/>
                                  </a:cubicBezTo>
                                  <a:cubicBezTo>
                                    <a:pt x="94" y="22"/>
                                    <a:pt x="93" y="23"/>
                                    <a:pt x="93" y="23"/>
                                  </a:cubicBezTo>
                                  <a:cubicBezTo>
                                    <a:pt x="93" y="23"/>
                                    <a:pt x="92" y="23"/>
                                    <a:pt x="92" y="22"/>
                                  </a:cubicBezTo>
                                  <a:cubicBezTo>
                                    <a:pt x="92" y="22"/>
                                    <a:pt x="92" y="22"/>
                                    <a:pt x="92" y="22"/>
                                  </a:cubicBezTo>
                                  <a:cubicBezTo>
                                    <a:pt x="92" y="22"/>
                                    <a:pt x="91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0" y="22"/>
                                  </a:cubicBezTo>
                                  <a:cubicBezTo>
                                    <a:pt x="90" y="22"/>
                                    <a:pt x="90" y="22"/>
                                    <a:pt x="90" y="22"/>
                                  </a:cubicBezTo>
                                  <a:cubicBezTo>
                                    <a:pt x="90" y="22"/>
                                    <a:pt x="89" y="22"/>
                                    <a:pt x="89" y="21"/>
                                  </a:cubicBezTo>
                                  <a:cubicBezTo>
                                    <a:pt x="89" y="21"/>
                                    <a:pt x="89" y="21"/>
                                    <a:pt x="88" y="21"/>
                                  </a:cubicBezTo>
                                  <a:cubicBezTo>
                                    <a:pt x="88" y="21"/>
                                    <a:pt x="88" y="21"/>
                                    <a:pt x="88" y="21"/>
                                  </a:cubicBezTo>
                                  <a:cubicBezTo>
                                    <a:pt x="88" y="21"/>
                                    <a:pt x="88" y="21"/>
                                    <a:pt x="88" y="21"/>
                                  </a:cubicBezTo>
                                  <a:cubicBezTo>
                                    <a:pt x="87" y="21"/>
                                    <a:pt x="87" y="21"/>
                                    <a:pt x="87" y="21"/>
                                  </a:cubicBezTo>
                                  <a:cubicBezTo>
                                    <a:pt x="87" y="21"/>
                                    <a:pt x="87" y="22"/>
                                    <a:pt x="87" y="22"/>
                                  </a:cubicBezTo>
                                  <a:cubicBezTo>
                                    <a:pt x="87" y="22"/>
                                    <a:pt x="87" y="22"/>
                                    <a:pt x="87" y="22"/>
                                  </a:cubicBezTo>
                                  <a:cubicBezTo>
                                    <a:pt x="88" y="23"/>
                                    <a:pt x="88" y="23"/>
                                    <a:pt x="88" y="23"/>
                                  </a:cubicBezTo>
                                  <a:cubicBezTo>
                                    <a:pt x="89" y="24"/>
                                    <a:pt x="89" y="24"/>
                                    <a:pt x="88" y="25"/>
                                  </a:cubicBezTo>
                                  <a:cubicBezTo>
                                    <a:pt x="87" y="25"/>
                                    <a:pt x="87" y="25"/>
                                    <a:pt x="87" y="26"/>
                                  </a:cubicBezTo>
                                  <a:cubicBezTo>
                                    <a:pt x="87" y="26"/>
                                    <a:pt x="87" y="26"/>
                                    <a:pt x="87" y="26"/>
                                  </a:cubicBezTo>
                                  <a:cubicBezTo>
                                    <a:pt x="87" y="26"/>
                                    <a:pt x="87" y="26"/>
                                    <a:pt x="87" y="26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7"/>
                                    <a:pt x="85" y="27"/>
                                  </a:cubicBezTo>
                                  <a:cubicBezTo>
                                    <a:pt x="85" y="27"/>
                                    <a:pt x="85" y="27"/>
                                    <a:pt x="85" y="27"/>
                                  </a:cubicBezTo>
                                  <a:cubicBezTo>
                                    <a:pt x="84" y="27"/>
                                    <a:pt x="84" y="28"/>
                                    <a:pt x="84" y="28"/>
                                  </a:cubicBezTo>
                                  <a:cubicBezTo>
                                    <a:pt x="84" y="29"/>
                                    <a:pt x="84" y="30"/>
                                    <a:pt x="83" y="30"/>
                                  </a:cubicBezTo>
                                  <a:cubicBezTo>
                                    <a:pt x="83" y="30"/>
                                    <a:pt x="83" y="31"/>
                                    <a:pt x="84" y="31"/>
                                  </a:cubicBezTo>
                                  <a:cubicBezTo>
                                    <a:pt x="84" y="31"/>
                                    <a:pt x="84" y="32"/>
                                    <a:pt x="84" y="32"/>
                                  </a:cubicBezTo>
                                  <a:cubicBezTo>
                                    <a:pt x="84" y="32"/>
                                    <a:pt x="84" y="32"/>
                                    <a:pt x="85" y="32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6" y="33"/>
                                    <a:pt x="86" y="34"/>
                                    <a:pt x="86" y="34"/>
                                  </a:cubicBezTo>
                                  <a:cubicBezTo>
                                    <a:pt x="86" y="35"/>
                                    <a:pt x="86" y="35"/>
                                    <a:pt x="85" y="35"/>
                                  </a:cubicBezTo>
                                  <a:cubicBezTo>
                                    <a:pt x="85" y="35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6"/>
                                    <a:pt x="85" y="36"/>
                                  </a:cubicBezTo>
                                  <a:cubicBezTo>
                                    <a:pt x="85" y="37"/>
                                    <a:pt x="85" y="37"/>
                                    <a:pt x="85" y="38"/>
                                  </a:cubicBezTo>
                                  <a:cubicBezTo>
                                    <a:pt x="85" y="38"/>
                                    <a:pt x="85" y="39"/>
                                    <a:pt x="86" y="39"/>
                                  </a:cubicBezTo>
                                  <a:cubicBezTo>
                                    <a:pt x="86" y="39"/>
                                    <a:pt x="86" y="39"/>
                                    <a:pt x="86" y="39"/>
                                  </a:cubicBezTo>
                                  <a:cubicBezTo>
                                    <a:pt x="86" y="39"/>
                                    <a:pt x="86" y="39"/>
                                    <a:pt x="86" y="38"/>
                                  </a:cubicBezTo>
                                  <a:cubicBezTo>
                                    <a:pt x="87" y="38"/>
                                    <a:pt x="87" y="38"/>
                                    <a:pt x="87" y="38"/>
                                  </a:cubicBezTo>
                                  <a:cubicBezTo>
                                    <a:pt x="88" y="38"/>
                                    <a:pt x="88" y="38"/>
                                    <a:pt x="88" y="37"/>
                                  </a:cubicBezTo>
                                  <a:cubicBezTo>
                                    <a:pt x="88" y="37"/>
                                    <a:pt x="88" y="37"/>
                                    <a:pt x="88" y="36"/>
                                  </a:cubicBezTo>
                                  <a:cubicBezTo>
                                    <a:pt x="88" y="36"/>
                                    <a:pt x="88" y="36"/>
                                    <a:pt x="88" y="36"/>
                                  </a:cubicBezTo>
                                  <a:cubicBezTo>
                                    <a:pt x="89" y="36"/>
                                    <a:pt x="89" y="36"/>
                                    <a:pt x="89" y="36"/>
                                  </a:cubicBezTo>
                                  <a:cubicBezTo>
                                    <a:pt x="89" y="35"/>
                                    <a:pt x="89" y="35"/>
                                    <a:pt x="89" y="35"/>
                                  </a:cubicBezTo>
                                  <a:cubicBezTo>
                                    <a:pt x="89" y="35"/>
                                    <a:pt x="89" y="35"/>
                                    <a:pt x="90" y="35"/>
                                  </a:cubicBezTo>
                                  <a:cubicBezTo>
                                    <a:pt x="90" y="35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6"/>
                                    <a:pt x="90" y="36"/>
                                  </a:cubicBezTo>
                                  <a:cubicBezTo>
                                    <a:pt x="90" y="36"/>
                                    <a:pt x="90" y="36"/>
                                    <a:pt x="90" y="36"/>
                                  </a:cubicBezTo>
                                  <a:cubicBezTo>
                                    <a:pt x="90" y="36"/>
                                    <a:pt x="90" y="35"/>
                                    <a:pt x="90" y="35"/>
                                  </a:cubicBezTo>
                                  <a:cubicBezTo>
                                    <a:pt x="91" y="36"/>
                                    <a:pt x="91" y="36"/>
                                    <a:pt x="91" y="36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5"/>
                                    <a:pt x="93" y="35"/>
                                  </a:cubicBezTo>
                                  <a:cubicBezTo>
                                    <a:pt x="93" y="35"/>
                                    <a:pt x="93" y="35"/>
                                    <a:pt x="93" y="35"/>
                                  </a:cubicBezTo>
                                  <a:cubicBezTo>
                                    <a:pt x="93" y="35"/>
                                    <a:pt x="92" y="34"/>
                                    <a:pt x="92" y="34"/>
                                  </a:cubicBezTo>
                                  <a:cubicBezTo>
                                    <a:pt x="92" y="34"/>
                                    <a:pt x="91" y="34"/>
                                    <a:pt x="91" y="34"/>
                                  </a:cubicBezTo>
                                  <a:cubicBezTo>
                                    <a:pt x="91" y="33"/>
                                    <a:pt x="91" y="33"/>
                                    <a:pt x="90" y="33"/>
                                  </a:cubicBezTo>
                                  <a:cubicBezTo>
                                    <a:pt x="90" y="32"/>
                                    <a:pt x="90" y="32"/>
                                    <a:pt x="89" y="32"/>
                                  </a:cubicBezTo>
                                  <a:cubicBezTo>
                                    <a:pt x="89" y="32"/>
                                    <a:pt x="89" y="32"/>
                                    <a:pt x="89" y="32"/>
                                  </a:cubicBezTo>
                                  <a:cubicBezTo>
                                    <a:pt x="89" y="32"/>
                                    <a:pt x="88" y="32"/>
                                    <a:pt x="88" y="32"/>
                                  </a:cubicBezTo>
                                  <a:cubicBezTo>
                                    <a:pt x="88" y="32"/>
                                    <a:pt x="88" y="31"/>
                                    <a:pt x="87" y="31"/>
                                  </a:cubicBezTo>
                                  <a:cubicBezTo>
                                    <a:pt x="87" y="31"/>
                                    <a:pt x="87" y="31"/>
                                    <a:pt x="87" y="30"/>
                                  </a:cubicBezTo>
                                  <a:cubicBezTo>
                                    <a:pt x="87" y="30"/>
                                    <a:pt x="87" y="30"/>
                                    <a:pt x="87" y="29"/>
                                  </a:cubicBezTo>
                                  <a:cubicBezTo>
                                    <a:pt x="87" y="29"/>
                                    <a:pt x="88" y="28"/>
                                    <a:pt x="88" y="28"/>
                                  </a:cubicBezTo>
                                  <a:cubicBezTo>
                                    <a:pt x="88" y="28"/>
                                    <a:pt x="88" y="28"/>
                                    <a:pt x="89" y="28"/>
                                  </a:cubicBezTo>
                                  <a:cubicBezTo>
                                    <a:pt x="89" y="28"/>
                                    <a:pt x="90" y="28"/>
                                    <a:pt x="90" y="28"/>
                                  </a:cubicBezTo>
                                  <a:cubicBezTo>
                                    <a:pt x="90" y="29"/>
                                    <a:pt x="90" y="29"/>
                                    <a:pt x="91" y="29"/>
                                  </a:cubicBezTo>
                                  <a:cubicBezTo>
                                    <a:pt x="91" y="29"/>
                                    <a:pt x="91" y="29"/>
                                    <a:pt x="91" y="30"/>
                                  </a:cubicBezTo>
                                  <a:cubicBezTo>
                                    <a:pt x="91" y="30"/>
                                    <a:pt x="91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1" y="30"/>
                                    <a:pt x="91" y="30"/>
                                  </a:cubicBezTo>
                                  <a:cubicBezTo>
                                    <a:pt x="92" y="31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3" y="29"/>
                                    <a:pt x="93" y="29"/>
                                  </a:cubicBezTo>
                                  <a:cubicBezTo>
                                    <a:pt x="93" y="29"/>
                                    <a:pt x="94" y="29"/>
                                    <a:pt x="94" y="29"/>
                                  </a:cubicBezTo>
                                  <a:cubicBezTo>
                                    <a:pt x="94" y="29"/>
                                    <a:pt x="94" y="28"/>
                                    <a:pt x="94" y="28"/>
                                  </a:cubicBezTo>
                                  <a:cubicBezTo>
                                    <a:pt x="94" y="28"/>
                                    <a:pt x="95" y="28"/>
                                    <a:pt x="95" y="28"/>
                                  </a:cubicBezTo>
                                  <a:cubicBezTo>
                                    <a:pt x="95" y="28"/>
                                    <a:pt x="95" y="28"/>
                                    <a:pt x="95" y="28"/>
                                  </a:cubicBezTo>
                                  <a:cubicBezTo>
                                    <a:pt x="95" y="28"/>
                                    <a:pt x="96" y="28"/>
                                    <a:pt x="96" y="28"/>
                                  </a:cubicBezTo>
                                  <a:cubicBezTo>
                                    <a:pt x="96" y="28"/>
                                    <a:pt x="96" y="28"/>
                                    <a:pt x="96" y="28"/>
                                  </a:cubicBezTo>
                                  <a:cubicBezTo>
                                    <a:pt x="97" y="28"/>
                                    <a:pt x="98" y="28"/>
                                    <a:pt x="98" y="29"/>
                                  </a:cubicBezTo>
                                  <a:cubicBezTo>
                                    <a:pt x="98" y="29"/>
                                    <a:pt x="99" y="29"/>
                                    <a:pt x="99" y="29"/>
                                  </a:cubicBezTo>
                                  <a:cubicBezTo>
                                    <a:pt x="100" y="29"/>
                                    <a:pt x="100" y="30"/>
                                    <a:pt x="100" y="30"/>
                                  </a:cubicBezTo>
                                  <a:cubicBezTo>
                                    <a:pt x="101" y="30"/>
                                    <a:pt x="101" y="30"/>
                                    <a:pt x="101" y="31"/>
                                  </a:cubicBezTo>
                                  <a:cubicBezTo>
                                    <a:pt x="102" y="31"/>
                                    <a:pt x="102" y="31"/>
                                    <a:pt x="103" y="31"/>
                                  </a:cubicBezTo>
                                  <a:cubicBezTo>
                                    <a:pt x="103" y="32"/>
                                    <a:pt x="104" y="32"/>
                                    <a:pt x="105" y="32"/>
                                  </a:cubicBezTo>
                                  <a:cubicBezTo>
                                    <a:pt x="105" y="32"/>
                                    <a:pt x="105" y="32"/>
                                    <a:pt x="105" y="32"/>
                                  </a:cubicBezTo>
                                  <a:cubicBezTo>
                                    <a:pt x="105" y="33"/>
                                    <a:pt x="105" y="33"/>
                                    <a:pt x="106" y="33"/>
                                  </a:cubicBezTo>
                                  <a:cubicBezTo>
                                    <a:pt x="106" y="33"/>
                                    <a:pt x="106" y="33"/>
                                    <a:pt x="106" y="33"/>
                                  </a:cubicBezTo>
                                  <a:cubicBezTo>
                                    <a:pt x="106" y="34"/>
                                    <a:pt x="107" y="34"/>
                                    <a:pt x="107" y="34"/>
                                  </a:cubicBezTo>
                                  <a:cubicBezTo>
                                    <a:pt x="107" y="34"/>
                                    <a:pt x="107" y="33"/>
                                    <a:pt x="107" y="33"/>
                                  </a:cubicBezTo>
                                  <a:cubicBezTo>
                                    <a:pt x="107" y="33"/>
                                    <a:pt x="107" y="33"/>
                                    <a:pt x="107" y="33"/>
                                  </a:cubicBezTo>
                                  <a:cubicBezTo>
                                    <a:pt x="107" y="32"/>
                                    <a:pt x="107" y="32"/>
                                    <a:pt x="108" y="32"/>
                                  </a:cubicBezTo>
                                  <a:cubicBezTo>
                                    <a:pt x="108" y="32"/>
                                    <a:pt x="108" y="31"/>
                                    <a:pt x="107" y="31"/>
                                  </a:cubicBezTo>
                                  <a:cubicBezTo>
                                    <a:pt x="107" y="31"/>
                                    <a:pt x="107" y="31"/>
                                    <a:pt x="107" y="31"/>
                                  </a:cubicBezTo>
                                  <a:cubicBezTo>
                                    <a:pt x="108" y="30"/>
                                    <a:pt x="108" y="29"/>
                                    <a:pt x="109" y="28"/>
                                  </a:cubicBezTo>
                                  <a:cubicBezTo>
                                    <a:pt x="109" y="28"/>
                                    <a:pt x="109" y="28"/>
                                    <a:pt x="110" y="27"/>
                                  </a:cubicBezTo>
                                  <a:cubicBezTo>
                                    <a:pt x="110" y="27"/>
                                    <a:pt x="111" y="26"/>
                                    <a:pt x="111" y="26"/>
                                  </a:cubicBezTo>
                                  <a:cubicBezTo>
                                    <a:pt x="111" y="26"/>
                                    <a:pt x="111" y="26"/>
                                    <a:pt x="111" y="26"/>
                                  </a:cubicBezTo>
                                  <a:cubicBezTo>
                                    <a:pt x="112" y="25"/>
                                    <a:pt x="112" y="25"/>
                                    <a:pt x="113" y="25"/>
                                  </a:cubicBezTo>
                                  <a:cubicBezTo>
                                    <a:pt x="113" y="24"/>
                                    <a:pt x="114" y="24"/>
                                    <a:pt x="114" y="24"/>
                                  </a:cubicBezTo>
                                  <a:cubicBezTo>
                                    <a:pt x="114" y="24"/>
                                    <a:pt x="115" y="24"/>
                                    <a:pt x="115" y="24"/>
                                  </a:cubicBezTo>
                                  <a:cubicBezTo>
                                    <a:pt x="115" y="25"/>
                                    <a:pt x="115" y="25"/>
                                    <a:pt x="115" y="25"/>
                                  </a:cubicBezTo>
                                  <a:cubicBezTo>
                                    <a:pt x="115" y="25"/>
                                    <a:pt x="115" y="25"/>
                                    <a:pt x="116" y="25"/>
                                  </a:cubicBezTo>
                                  <a:cubicBezTo>
                                    <a:pt x="116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4"/>
                                    <a:pt x="117" y="24"/>
                                    <a:pt x="117" y="24"/>
                                  </a:cubicBezTo>
                                  <a:cubicBezTo>
                                    <a:pt x="117" y="24"/>
                                    <a:pt x="117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9" y="24"/>
                                    <a:pt x="119" y="24"/>
                                    <a:pt x="119" y="24"/>
                                  </a:cubicBezTo>
                                  <a:cubicBezTo>
                                    <a:pt x="119" y="24"/>
                                    <a:pt x="119" y="24"/>
                                    <a:pt x="120" y="24"/>
                                  </a:cubicBezTo>
                                  <a:cubicBezTo>
                                    <a:pt x="120" y="24"/>
                                    <a:pt x="120" y="24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1" y="23"/>
                                  </a:cubicBezTo>
                                  <a:cubicBezTo>
                                    <a:pt x="121" y="22"/>
                                    <a:pt x="122" y="23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3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1"/>
                                    <a:pt x="123" y="21"/>
                                  </a:cubicBez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lose/>
                                  <a:moveTo>
                                    <a:pt x="111" y="13"/>
                                  </a:moveTo>
                                  <a:cubicBezTo>
                                    <a:pt x="111" y="13"/>
                                    <a:pt x="112" y="13"/>
                                    <a:pt x="112" y="14"/>
                                  </a:cubicBezTo>
                                  <a:cubicBezTo>
                                    <a:pt x="112" y="13"/>
                                    <a:pt x="111" y="13"/>
                                    <a:pt x="111" y="13"/>
                                  </a:cubicBezTo>
                                  <a:close/>
                                  <a:moveTo>
                                    <a:pt x="36" y="101"/>
                                  </a:move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6" y="101"/>
                                    <a:pt x="36" y="101"/>
                                  </a:cubicBezTo>
                                  <a:close/>
                                  <a:moveTo>
                                    <a:pt x="37" y="100"/>
                                  </a:move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lose/>
                                  <a:moveTo>
                                    <a:pt x="34" y="100"/>
                                  </a:move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3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2" name="Freeform 861">
                              <a:extLst>
                                <a:ext uri="{FF2B5EF4-FFF2-40B4-BE49-F238E27FC236}">
                                  <a16:creationId xmlns:a16="http://schemas.microsoft.com/office/drawing/2014/main" id="{1980BEBD-21C1-5EAA-EC67-854EA07053F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611938" y="3662363"/>
                              <a:ext cx="549275" cy="492125"/>
                            </a:xfrm>
                            <a:custGeom>
                              <a:avLst/>
                              <a:gdLst>
                                <a:gd name="T0" fmla="*/ 81 w 132"/>
                                <a:gd name="T1" fmla="*/ 105 h 118"/>
                                <a:gd name="T2" fmla="*/ 123 w 132"/>
                                <a:gd name="T3" fmla="*/ 113 h 118"/>
                                <a:gd name="T4" fmla="*/ 129 w 132"/>
                                <a:gd name="T5" fmla="*/ 108 h 118"/>
                                <a:gd name="T6" fmla="*/ 131 w 132"/>
                                <a:gd name="T7" fmla="*/ 102 h 118"/>
                                <a:gd name="T8" fmla="*/ 125 w 132"/>
                                <a:gd name="T9" fmla="*/ 93 h 118"/>
                                <a:gd name="T10" fmla="*/ 116 w 132"/>
                                <a:gd name="T11" fmla="*/ 82 h 118"/>
                                <a:gd name="T12" fmla="*/ 118 w 132"/>
                                <a:gd name="T13" fmla="*/ 70 h 118"/>
                                <a:gd name="T14" fmla="*/ 114 w 132"/>
                                <a:gd name="T15" fmla="*/ 56 h 118"/>
                                <a:gd name="T16" fmla="*/ 116 w 132"/>
                                <a:gd name="T17" fmla="*/ 47 h 118"/>
                                <a:gd name="T18" fmla="*/ 118 w 132"/>
                                <a:gd name="T19" fmla="*/ 40 h 118"/>
                                <a:gd name="T20" fmla="*/ 118 w 132"/>
                                <a:gd name="T21" fmla="*/ 36 h 118"/>
                                <a:gd name="T22" fmla="*/ 117 w 132"/>
                                <a:gd name="T23" fmla="*/ 35 h 118"/>
                                <a:gd name="T24" fmla="*/ 118 w 132"/>
                                <a:gd name="T25" fmla="*/ 30 h 118"/>
                                <a:gd name="T26" fmla="*/ 108 w 132"/>
                                <a:gd name="T27" fmla="*/ 23 h 118"/>
                                <a:gd name="T28" fmla="*/ 103 w 132"/>
                                <a:gd name="T29" fmla="*/ 19 h 118"/>
                                <a:gd name="T30" fmla="*/ 95 w 132"/>
                                <a:gd name="T31" fmla="*/ 17 h 118"/>
                                <a:gd name="T32" fmla="*/ 88 w 132"/>
                                <a:gd name="T33" fmla="*/ 13 h 118"/>
                                <a:gd name="T34" fmla="*/ 77 w 132"/>
                                <a:gd name="T35" fmla="*/ 16 h 118"/>
                                <a:gd name="T36" fmla="*/ 69 w 132"/>
                                <a:gd name="T37" fmla="*/ 21 h 118"/>
                                <a:gd name="T38" fmla="*/ 67 w 132"/>
                                <a:gd name="T39" fmla="*/ 25 h 118"/>
                                <a:gd name="T40" fmla="*/ 59 w 132"/>
                                <a:gd name="T41" fmla="*/ 28 h 118"/>
                                <a:gd name="T42" fmla="*/ 43 w 132"/>
                                <a:gd name="T43" fmla="*/ 21 h 118"/>
                                <a:gd name="T44" fmla="*/ 35 w 132"/>
                                <a:gd name="T45" fmla="*/ 17 h 118"/>
                                <a:gd name="T46" fmla="*/ 35 w 132"/>
                                <a:gd name="T47" fmla="*/ 6 h 118"/>
                                <a:gd name="T48" fmla="*/ 33 w 132"/>
                                <a:gd name="T49" fmla="*/ 10 h 118"/>
                                <a:gd name="T50" fmla="*/ 29 w 132"/>
                                <a:gd name="T51" fmla="*/ 9 h 118"/>
                                <a:gd name="T52" fmla="*/ 30 w 132"/>
                                <a:gd name="T53" fmla="*/ 4 h 118"/>
                                <a:gd name="T54" fmla="*/ 26 w 132"/>
                                <a:gd name="T55" fmla="*/ 0 h 118"/>
                                <a:gd name="T56" fmla="*/ 21 w 132"/>
                                <a:gd name="T57" fmla="*/ 5 h 118"/>
                                <a:gd name="T58" fmla="*/ 9 w 132"/>
                                <a:gd name="T59" fmla="*/ 5 h 118"/>
                                <a:gd name="T60" fmla="*/ 3 w 132"/>
                                <a:gd name="T61" fmla="*/ 3 h 118"/>
                                <a:gd name="T62" fmla="*/ 2 w 132"/>
                                <a:gd name="T63" fmla="*/ 10 h 118"/>
                                <a:gd name="T64" fmla="*/ 2 w 132"/>
                                <a:gd name="T65" fmla="*/ 16 h 118"/>
                                <a:gd name="T66" fmla="*/ 5 w 132"/>
                                <a:gd name="T67" fmla="*/ 19 h 118"/>
                                <a:gd name="T68" fmla="*/ 7 w 132"/>
                                <a:gd name="T69" fmla="*/ 23 h 118"/>
                                <a:gd name="T70" fmla="*/ 9 w 132"/>
                                <a:gd name="T71" fmla="*/ 29 h 118"/>
                                <a:gd name="T72" fmla="*/ 14 w 132"/>
                                <a:gd name="T73" fmla="*/ 34 h 118"/>
                                <a:gd name="T74" fmla="*/ 16 w 132"/>
                                <a:gd name="T75" fmla="*/ 38 h 118"/>
                                <a:gd name="T76" fmla="*/ 13 w 132"/>
                                <a:gd name="T77" fmla="*/ 42 h 118"/>
                                <a:gd name="T78" fmla="*/ 12 w 132"/>
                                <a:gd name="T79" fmla="*/ 47 h 118"/>
                                <a:gd name="T80" fmla="*/ 14 w 132"/>
                                <a:gd name="T81" fmla="*/ 52 h 118"/>
                                <a:gd name="T82" fmla="*/ 15 w 132"/>
                                <a:gd name="T83" fmla="*/ 57 h 118"/>
                                <a:gd name="T84" fmla="*/ 26 w 132"/>
                                <a:gd name="T85" fmla="*/ 64 h 118"/>
                                <a:gd name="T86" fmla="*/ 29 w 132"/>
                                <a:gd name="T87" fmla="*/ 74 h 118"/>
                                <a:gd name="T88" fmla="*/ 36 w 132"/>
                                <a:gd name="T89" fmla="*/ 78 h 118"/>
                                <a:gd name="T90" fmla="*/ 44 w 132"/>
                                <a:gd name="T91" fmla="*/ 80 h 118"/>
                                <a:gd name="T92" fmla="*/ 49 w 132"/>
                                <a:gd name="T93" fmla="*/ 90 h 118"/>
                                <a:gd name="T94" fmla="*/ 60 w 132"/>
                                <a:gd name="T95" fmla="*/ 100 h 118"/>
                                <a:gd name="T96" fmla="*/ 73 w 132"/>
                                <a:gd name="T97" fmla="*/ 107 h 118"/>
                                <a:gd name="T98" fmla="*/ 84 w 132"/>
                                <a:gd name="T99" fmla="*/ 103 h 118"/>
                                <a:gd name="T100" fmla="*/ 92 w 132"/>
                                <a:gd name="T101" fmla="*/ 112 h 118"/>
                                <a:gd name="T102" fmla="*/ 107 w 132"/>
                                <a:gd name="T103" fmla="*/ 115 h 118"/>
                                <a:gd name="T104" fmla="*/ 121 w 132"/>
                                <a:gd name="T105" fmla="*/ 117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132" h="118">
                                  <a:moveTo>
                                    <a:pt x="84" y="104"/>
                                  </a:moveTo>
                                  <a:cubicBezTo>
                                    <a:pt x="84" y="105"/>
                                    <a:pt x="84" y="105"/>
                                    <a:pt x="84" y="105"/>
                                  </a:cubicBezTo>
                                  <a:cubicBezTo>
                                    <a:pt x="82" y="106"/>
                                    <a:pt x="81" y="106"/>
                                    <a:pt x="79" y="107"/>
                                  </a:cubicBezTo>
                                  <a:cubicBezTo>
                                    <a:pt x="79" y="105"/>
                                    <a:pt x="81" y="106"/>
                                    <a:pt x="81" y="105"/>
                                  </a:cubicBezTo>
                                  <a:cubicBezTo>
                                    <a:pt x="81" y="105"/>
                                    <a:pt x="82" y="105"/>
                                    <a:pt x="82" y="105"/>
                                  </a:cubicBezTo>
                                  <a:cubicBezTo>
                                    <a:pt x="82" y="104"/>
                                    <a:pt x="83" y="104"/>
                                    <a:pt x="84" y="104"/>
                                  </a:cubicBezTo>
                                  <a:cubicBezTo>
                                    <a:pt x="84" y="104"/>
                                    <a:pt x="85" y="104"/>
                                    <a:pt x="84" y="104"/>
                                  </a:cubicBezTo>
                                  <a:close/>
                                  <a:moveTo>
                                    <a:pt x="123" y="113"/>
                                  </a:moveTo>
                                  <a:cubicBezTo>
                                    <a:pt x="123" y="110"/>
                                    <a:pt x="123" y="110"/>
                                    <a:pt x="123" y="110"/>
                                  </a:cubicBezTo>
                                  <a:cubicBezTo>
                                    <a:pt x="125" y="110"/>
                                    <a:pt x="125" y="110"/>
                                    <a:pt x="125" y="110"/>
                                  </a:cubicBezTo>
                                  <a:cubicBezTo>
                                    <a:pt x="125" y="108"/>
                                    <a:pt x="125" y="108"/>
                                    <a:pt x="125" y="108"/>
                                  </a:cubicBezTo>
                                  <a:cubicBezTo>
                                    <a:pt x="129" y="108"/>
                                    <a:pt x="129" y="108"/>
                                    <a:pt x="129" y="108"/>
                                  </a:cubicBezTo>
                                  <a:cubicBezTo>
                                    <a:pt x="131" y="107"/>
                                    <a:pt x="131" y="107"/>
                                    <a:pt x="131" y="107"/>
                                  </a:cubicBezTo>
                                  <a:cubicBezTo>
                                    <a:pt x="132" y="105"/>
                                    <a:pt x="132" y="105"/>
                                    <a:pt x="132" y="105"/>
                                  </a:cubicBezTo>
                                  <a:cubicBezTo>
                                    <a:pt x="132" y="104"/>
                                    <a:pt x="132" y="104"/>
                                    <a:pt x="132" y="104"/>
                                  </a:cubicBezTo>
                                  <a:cubicBezTo>
                                    <a:pt x="131" y="102"/>
                                    <a:pt x="131" y="102"/>
                                    <a:pt x="131" y="102"/>
                                  </a:cubicBezTo>
                                  <a:cubicBezTo>
                                    <a:pt x="129" y="102"/>
                                    <a:pt x="129" y="102"/>
                                    <a:pt x="129" y="102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7" y="95"/>
                                    <a:pt x="127" y="95"/>
                                    <a:pt x="127" y="95"/>
                                  </a:cubicBezTo>
                                  <a:cubicBezTo>
                                    <a:pt x="125" y="93"/>
                                    <a:pt x="125" y="93"/>
                                    <a:pt x="125" y="93"/>
                                  </a:cubicBezTo>
                                  <a:cubicBezTo>
                                    <a:pt x="123" y="92"/>
                                    <a:pt x="123" y="92"/>
                                    <a:pt x="123" y="92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7"/>
                                    <a:pt x="120" y="87"/>
                                    <a:pt x="120" y="87"/>
                                  </a:cubicBezTo>
                                  <a:cubicBezTo>
                                    <a:pt x="116" y="82"/>
                                    <a:pt x="116" y="82"/>
                                    <a:pt x="116" y="82"/>
                                  </a:cubicBezTo>
                                  <a:cubicBezTo>
                                    <a:pt x="122" y="74"/>
                                    <a:pt x="122" y="74"/>
                                    <a:pt x="122" y="74"/>
                                  </a:cubicBezTo>
                                  <a:cubicBezTo>
                                    <a:pt x="122" y="71"/>
                                    <a:pt x="122" y="71"/>
                                    <a:pt x="122" y="71"/>
                                  </a:cubicBezTo>
                                  <a:cubicBezTo>
                                    <a:pt x="121" y="70"/>
                                    <a:pt x="121" y="70"/>
                                    <a:pt x="121" y="70"/>
                                  </a:cubicBezTo>
                                  <a:cubicBezTo>
                                    <a:pt x="118" y="70"/>
                                    <a:pt x="118" y="70"/>
                                    <a:pt x="118" y="70"/>
                                  </a:cubicBezTo>
                                  <a:cubicBezTo>
                                    <a:pt x="116" y="69"/>
                                    <a:pt x="116" y="69"/>
                                    <a:pt x="116" y="69"/>
                                  </a:cubicBezTo>
                                  <a:cubicBezTo>
                                    <a:pt x="116" y="63"/>
                                    <a:pt x="116" y="63"/>
                                    <a:pt x="116" y="63"/>
                                  </a:cubicBezTo>
                                  <a:cubicBezTo>
                                    <a:pt x="114" y="58"/>
                                    <a:pt x="114" y="58"/>
                                    <a:pt x="114" y="58"/>
                                  </a:cubicBezTo>
                                  <a:cubicBezTo>
                                    <a:pt x="114" y="56"/>
                                    <a:pt x="114" y="56"/>
                                    <a:pt x="114" y="56"/>
                                  </a:cubicBezTo>
                                  <a:cubicBezTo>
                                    <a:pt x="116" y="53"/>
                                    <a:pt x="116" y="53"/>
                                    <a:pt x="116" y="53"/>
                                  </a:cubicBezTo>
                                  <a:cubicBezTo>
                                    <a:pt x="114" y="52"/>
                                    <a:pt x="114" y="52"/>
                                    <a:pt x="114" y="52"/>
                                  </a:cubicBezTo>
                                  <a:cubicBezTo>
                                    <a:pt x="114" y="47"/>
                                    <a:pt x="114" y="47"/>
                                    <a:pt x="114" y="47"/>
                                  </a:cubicBezTo>
                                  <a:cubicBezTo>
                                    <a:pt x="116" y="47"/>
                                    <a:pt x="116" y="47"/>
                                    <a:pt x="116" y="47"/>
                                  </a:cubicBezTo>
                                  <a:cubicBezTo>
                                    <a:pt x="115" y="45"/>
                                    <a:pt x="115" y="45"/>
                                    <a:pt x="115" y="45"/>
                                  </a:cubicBezTo>
                                  <a:cubicBezTo>
                                    <a:pt x="117" y="43"/>
                                    <a:pt x="117" y="43"/>
                                    <a:pt x="117" y="43"/>
                                  </a:cubicBezTo>
                                  <a:cubicBezTo>
                                    <a:pt x="117" y="43"/>
                                    <a:pt x="117" y="41"/>
                                    <a:pt x="117" y="41"/>
                                  </a:cubicBezTo>
                                  <a:cubicBezTo>
                                    <a:pt x="117" y="41"/>
                                    <a:pt x="118" y="40"/>
                                    <a:pt x="118" y="40"/>
                                  </a:cubicBezTo>
                                  <a:cubicBezTo>
                                    <a:pt x="118" y="40"/>
                                    <a:pt x="118" y="39"/>
                                    <a:pt x="118" y="39"/>
                                  </a:cubicBezTo>
                                  <a:cubicBezTo>
                                    <a:pt x="118" y="38"/>
                                    <a:pt x="118" y="38"/>
                                    <a:pt x="118" y="38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5"/>
                                    <a:pt x="118" y="35"/>
                                    <a:pt x="118" y="35"/>
                                  </a:cubicBezTo>
                                  <a:cubicBezTo>
                                    <a:pt x="117" y="35"/>
                                    <a:pt x="117" y="35"/>
                                    <a:pt x="117" y="35"/>
                                  </a:cubicBezTo>
                                  <a:cubicBezTo>
                                    <a:pt x="117" y="33"/>
                                    <a:pt x="117" y="33"/>
                                    <a:pt x="117" y="33"/>
                                  </a:cubicBezTo>
                                  <a:cubicBezTo>
                                    <a:pt x="117" y="33"/>
                                    <a:pt x="118" y="32"/>
                                    <a:pt x="118" y="32"/>
                                  </a:cubicBezTo>
                                  <a:cubicBezTo>
                                    <a:pt x="118" y="32"/>
                                    <a:pt x="118" y="31"/>
                                    <a:pt x="118" y="31"/>
                                  </a:cubicBezTo>
                                  <a:cubicBezTo>
                                    <a:pt x="118" y="30"/>
                                    <a:pt x="118" y="30"/>
                                    <a:pt x="118" y="30"/>
                                  </a:cubicBezTo>
                                  <a:cubicBezTo>
                                    <a:pt x="118" y="27"/>
                                    <a:pt x="118" y="27"/>
                                    <a:pt x="118" y="27"/>
                                  </a:cubicBezTo>
                                  <a:cubicBezTo>
                                    <a:pt x="112" y="27"/>
                                    <a:pt x="112" y="27"/>
                                    <a:pt x="112" y="27"/>
                                  </a:cubicBezTo>
                                  <a:cubicBezTo>
                                    <a:pt x="112" y="27"/>
                                    <a:pt x="110" y="24"/>
                                    <a:pt x="110" y="23"/>
                                  </a:cubicBezTo>
                                  <a:cubicBezTo>
                                    <a:pt x="109" y="23"/>
                                    <a:pt x="108" y="23"/>
                                    <a:pt x="108" y="23"/>
                                  </a:cubicBezTo>
                                  <a:cubicBezTo>
                                    <a:pt x="106" y="23"/>
                                    <a:pt x="106" y="23"/>
                                    <a:pt x="106" y="23"/>
                                  </a:cubicBezTo>
                                  <a:cubicBezTo>
                                    <a:pt x="106" y="23"/>
                                    <a:pt x="106" y="21"/>
                                    <a:pt x="106" y="20"/>
                                  </a:cubicBezTo>
                                  <a:cubicBezTo>
                                    <a:pt x="106" y="20"/>
                                    <a:pt x="105" y="19"/>
                                    <a:pt x="105" y="19"/>
                                  </a:cubicBezTo>
                                  <a:cubicBezTo>
                                    <a:pt x="104" y="19"/>
                                    <a:pt x="103" y="19"/>
                                    <a:pt x="103" y="19"/>
                                  </a:cubicBezTo>
                                  <a:cubicBezTo>
                                    <a:pt x="103" y="19"/>
                                    <a:pt x="101" y="18"/>
                                    <a:pt x="101" y="18"/>
                                  </a:cubicBezTo>
                                  <a:cubicBezTo>
                                    <a:pt x="101" y="18"/>
                                    <a:pt x="99" y="19"/>
                                    <a:pt x="99" y="19"/>
                                  </a:cubicBezTo>
                                  <a:cubicBezTo>
                                    <a:pt x="99" y="19"/>
                                    <a:pt x="98" y="18"/>
                                    <a:pt x="98" y="18"/>
                                  </a:cubicBezTo>
                                  <a:cubicBezTo>
                                    <a:pt x="98" y="18"/>
                                    <a:pt x="96" y="17"/>
                                    <a:pt x="95" y="17"/>
                                  </a:cubicBezTo>
                                  <a:cubicBezTo>
                                    <a:pt x="95" y="17"/>
                                    <a:pt x="92" y="16"/>
                                    <a:pt x="92" y="16"/>
                                  </a:cubicBezTo>
                                  <a:cubicBezTo>
                                    <a:pt x="91" y="13"/>
                                    <a:pt x="91" y="13"/>
                                    <a:pt x="91" y="13"/>
                                  </a:cubicBezTo>
                                  <a:cubicBezTo>
                                    <a:pt x="90" y="14"/>
                                    <a:pt x="90" y="14"/>
                                    <a:pt x="90" y="14"/>
                                  </a:cubicBezTo>
                                  <a:cubicBezTo>
                                    <a:pt x="88" y="13"/>
                                    <a:pt x="88" y="13"/>
                                    <a:pt x="88" y="13"/>
                                  </a:cubicBezTo>
                                  <a:cubicBezTo>
                                    <a:pt x="86" y="14"/>
                                    <a:pt x="86" y="14"/>
                                    <a:pt x="86" y="14"/>
                                  </a:cubicBezTo>
                                  <a:cubicBezTo>
                                    <a:pt x="86" y="14"/>
                                    <a:pt x="84" y="15"/>
                                    <a:pt x="84" y="15"/>
                                  </a:cubicBezTo>
                                  <a:cubicBezTo>
                                    <a:pt x="84" y="15"/>
                                    <a:pt x="79" y="15"/>
                                    <a:pt x="79" y="15"/>
                                  </a:cubicBezTo>
                                  <a:cubicBezTo>
                                    <a:pt x="78" y="15"/>
                                    <a:pt x="77" y="16"/>
                                    <a:pt x="77" y="16"/>
                                  </a:cubicBezTo>
                                  <a:cubicBezTo>
                                    <a:pt x="76" y="17"/>
                                    <a:pt x="75" y="18"/>
                                    <a:pt x="74" y="18"/>
                                  </a:cubicBezTo>
                                  <a:cubicBezTo>
                                    <a:pt x="74" y="19"/>
                                    <a:pt x="74" y="20"/>
                                    <a:pt x="74" y="20"/>
                                  </a:cubicBezTo>
                                  <a:cubicBezTo>
                                    <a:pt x="74" y="21"/>
                                    <a:pt x="72" y="21"/>
                                    <a:pt x="72" y="21"/>
                                  </a:cubicBezTo>
                                  <a:cubicBezTo>
                                    <a:pt x="69" y="21"/>
                                    <a:pt x="69" y="21"/>
                                    <a:pt x="69" y="21"/>
                                  </a:cubicBezTo>
                                  <a:cubicBezTo>
                                    <a:pt x="69" y="22"/>
                                    <a:pt x="69" y="24"/>
                                    <a:pt x="69" y="24"/>
                                  </a:cubicBezTo>
                                  <a:cubicBezTo>
                                    <a:pt x="70" y="25"/>
                                    <a:pt x="70" y="25"/>
                                    <a:pt x="70" y="26"/>
                                  </a:cubicBezTo>
                                  <a:cubicBezTo>
                                    <a:pt x="70" y="26"/>
                                    <a:pt x="69" y="27"/>
                                    <a:pt x="68" y="26"/>
                                  </a:cubicBezTo>
                                  <a:cubicBezTo>
                                    <a:pt x="68" y="26"/>
                                    <a:pt x="68" y="25"/>
                                    <a:pt x="67" y="25"/>
                                  </a:cubicBezTo>
                                  <a:cubicBezTo>
                                    <a:pt x="67" y="26"/>
                                    <a:pt x="66" y="26"/>
                                    <a:pt x="66" y="26"/>
                                  </a:cubicBezTo>
                                  <a:cubicBezTo>
                                    <a:pt x="66" y="26"/>
                                    <a:pt x="65" y="26"/>
                                    <a:pt x="65" y="26"/>
                                  </a:cubicBezTo>
                                  <a:cubicBezTo>
                                    <a:pt x="64" y="26"/>
                                    <a:pt x="63" y="26"/>
                                    <a:pt x="62" y="27"/>
                                  </a:cubicBezTo>
                                  <a:cubicBezTo>
                                    <a:pt x="61" y="27"/>
                                    <a:pt x="60" y="28"/>
                                    <a:pt x="59" y="28"/>
                                  </a:cubicBezTo>
                                  <a:cubicBezTo>
                                    <a:pt x="58" y="28"/>
                                    <a:pt x="57" y="28"/>
                                    <a:pt x="56" y="28"/>
                                  </a:cubicBezTo>
                                  <a:cubicBezTo>
                                    <a:pt x="53" y="28"/>
                                    <a:pt x="51" y="27"/>
                                    <a:pt x="48" y="26"/>
                                  </a:cubicBezTo>
                                  <a:cubicBezTo>
                                    <a:pt x="46" y="25"/>
                                    <a:pt x="44" y="23"/>
                                    <a:pt x="43" y="21"/>
                                  </a:cubicBezTo>
                                  <a:cubicBezTo>
                                    <a:pt x="43" y="21"/>
                                    <a:pt x="43" y="21"/>
                                    <a:pt x="43" y="21"/>
                                  </a:cubicBezTo>
                                  <a:cubicBezTo>
                                    <a:pt x="42" y="21"/>
                                    <a:pt x="42" y="21"/>
                                    <a:pt x="42" y="21"/>
                                  </a:cubicBezTo>
                                  <a:cubicBezTo>
                                    <a:pt x="41" y="20"/>
                                    <a:pt x="40" y="20"/>
                                    <a:pt x="39" y="20"/>
                                  </a:cubicBezTo>
                                  <a:cubicBezTo>
                                    <a:pt x="39" y="20"/>
                                    <a:pt x="38" y="20"/>
                                    <a:pt x="37" y="20"/>
                                  </a:cubicBezTo>
                                  <a:cubicBezTo>
                                    <a:pt x="36" y="20"/>
                                    <a:pt x="35" y="18"/>
                                    <a:pt x="35" y="17"/>
                                  </a:cubicBezTo>
                                  <a:cubicBezTo>
                                    <a:pt x="35" y="16"/>
                                    <a:pt x="35" y="15"/>
                                    <a:pt x="34" y="13"/>
                                  </a:cubicBezTo>
                                  <a:cubicBezTo>
                                    <a:pt x="34" y="13"/>
                                    <a:pt x="34" y="11"/>
                                    <a:pt x="34" y="10"/>
                                  </a:cubicBezTo>
                                  <a:cubicBezTo>
                                    <a:pt x="35" y="10"/>
                                    <a:pt x="35" y="7"/>
                                    <a:pt x="35" y="7"/>
                                  </a:cubicBezTo>
                                  <a:cubicBezTo>
                                    <a:pt x="35" y="7"/>
                                    <a:pt x="35" y="6"/>
                                    <a:pt x="35" y="6"/>
                                  </a:cubicBezTo>
                                  <a:cubicBezTo>
                                    <a:pt x="35" y="6"/>
                                    <a:pt x="35" y="5"/>
                                    <a:pt x="34" y="5"/>
                                  </a:cubicBezTo>
                                  <a:cubicBezTo>
                                    <a:pt x="34" y="6"/>
                                    <a:pt x="34" y="7"/>
                                    <a:pt x="34" y="7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3" y="9"/>
                                    <a:pt x="33" y="9"/>
                                    <a:pt x="33" y="10"/>
                                  </a:cubicBezTo>
                                  <a:cubicBezTo>
                                    <a:pt x="33" y="11"/>
                                    <a:pt x="33" y="11"/>
                                    <a:pt x="33" y="12"/>
                                  </a:cubicBezTo>
                                  <a:cubicBezTo>
                                    <a:pt x="32" y="12"/>
                                    <a:pt x="31" y="11"/>
                                    <a:pt x="31" y="11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29" y="10"/>
                                    <a:pt x="29" y="10"/>
                                    <a:pt x="29" y="9"/>
                                  </a:cubicBezTo>
                                  <a:cubicBezTo>
                                    <a:pt x="29" y="9"/>
                                    <a:pt x="27" y="9"/>
                                    <a:pt x="28" y="8"/>
                                  </a:cubicBezTo>
                                  <a:cubicBezTo>
                                    <a:pt x="28" y="7"/>
                                    <a:pt x="29" y="7"/>
                                    <a:pt x="29" y="7"/>
                                  </a:cubicBezTo>
                                  <a:cubicBezTo>
                                    <a:pt x="30" y="6"/>
                                    <a:pt x="29" y="5"/>
                                    <a:pt x="28" y="5"/>
                                  </a:cubicBezTo>
                                  <a:cubicBezTo>
                                    <a:pt x="28" y="4"/>
                                    <a:pt x="29" y="4"/>
                                    <a:pt x="30" y="4"/>
                                  </a:cubicBezTo>
                                  <a:cubicBezTo>
                                    <a:pt x="30" y="3"/>
                                    <a:pt x="29" y="2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7" y="1"/>
                                    <a:pt x="27" y="1"/>
                                  </a:cubicBezTo>
                                  <a:cubicBezTo>
                                    <a:pt x="27" y="1"/>
                                    <a:pt x="26" y="0"/>
                                    <a:pt x="26" y="0"/>
                                  </a:cubicBezTo>
                                  <a:cubicBezTo>
                                    <a:pt x="26" y="1"/>
                                    <a:pt x="25" y="2"/>
                                    <a:pt x="24" y="2"/>
                                  </a:cubicBezTo>
                                  <a:cubicBezTo>
                                    <a:pt x="24" y="2"/>
                                    <a:pt x="24" y="2"/>
                                    <a:pt x="23" y="3"/>
                                  </a:cubicBezTo>
                                  <a:cubicBezTo>
                                    <a:pt x="23" y="3"/>
                                    <a:pt x="22" y="3"/>
                                    <a:pt x="22" y="3"/>
                                  </a:cubicBezTo>
                                  <a:cubicBezTo>
                                    <a:pt x="22" y="4"/>
                                    <a:pt x="21" y="4"/>
                                    <a:pt x="21" y="5"/>
                                  </a:cubicBezTo>
                                  <a:cubicBezTo>
                                    <a:pt x="21" y="5"/>
                                    <a:pt x="20" y="5"/>
                                    <a:pt x="20" y="5"/>
                                  </a:cubicBezTo>
                                  <a:cubicBezTo>
                                    <a:pt x="19" y="6"/>
                                    <a:pt x="19" y="7"/>
                                    <a:pt x="17" y="7"/>
                                  </a:cubicBezTo>
                                  <a:cubicBezTo>
                                    <a:pt x="16" y="7"/>
                                    <a:pt x="16" y="8"/>
                                    <a:pt x="15" y="8"/>
                                  </a:cubicBezTo>
                                  <a:cubicBezTo>
                                    <a:pt x="13" y="8"/>
                                    <a:pt x="11" y="7"/>
                                    <a:pt x="9" y="5"/>
                                  </a:cubicBezTo>
                                  <a:cubicBezTo>
                                    <a:pt x="9" y="5"/>
                                    <a:pt x="8" y="4"/>
                                    <a:pt x="7" y="3"/>
                                  </a:cubicBezTo>
                                  <a:cubicBezTo>
                                    <a:pt x="7" y="2"/>
                                    <a:pt x="6" y="1"/>
                                    <a:pt x="6" y="1"/>
                                  </a:cubicBezTo>
                                  <a:cubicBezTo>
                                    <a:pt x="5" y="0"/>
                                    <a:pt x="4" y="0"/>
                                    <a:pt x="4" y="1"/>
                                  </a:cubicBezTo>
                                  <a:cubicBezTo>
                                    <a:pt x="3" y="2"/>
                                    <a:pt x="4" y="3"/>
                                    <a:pt x="3" y="3"/>
                                  </a:cubicBezTo>
                                  <a:cubicBezTo>
                                    <a:pt x="2" y="3"/>
                                    <a:pt x="1" y="3"/>
                                    <a:pt x="1" y="3"/>
                                  </a:cubicBezTo>
                                  <a:cubicBezTo>
                                    <a:pt x="0" y="4"/>
                                    <a:pt x="1" y="5"/>
                                    <a:pt x="1" y="5"/>
                                  </a:cubicBezTo>
                                  <a:cubicBezTo>
                                    <a:pt x="2" y="6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10"/>
                                  </a:cubicBezTo>
                                  <a:cubicBezTo>
                                    <a:pt x="3" y="10"/>
                                    <a:pt x="2" y="11"/>
                                    <a:pt x="3" y="11"/>
                                  </a:cubicBezTo>
                                  <a:cubicBezTo>
                                    <a:pt x="3" y="12"/>
                                    <a:pt x="4" y="12"/>
                                    <a:pt x="3" y="13"/>
                                  </a:cubicBezTo>
                                  <a:cubicBezTo>
                                    <a:pt x="3" y="14"/>
                                    <a:pt x="3" y="14"/>
                                    <a:pt x="3" y="15"/>
                                  </a:cubicBezTo>
                                  <a:cubicBezTo>
                                    <a:pt x="2" y="15"/>
                                    <a:pt x="2" y="15"/>
                                    <a:pt x="2" y="16"/>
                                  </a:cubicBezTo>
                                  <a:cubicBezTo>
                                    <a:pt x="3" y="16"/>
                                    <a:pt x="3" y="16"/>
                                    <a:pt x="4" y="17"/>
                                  </a:cubicBezTo>
                                  <a:cubicBezTo>
                                    <a:pt x="4" y="17"/>
                                    <a:pt x="4" y="17"/>
                                    <a:pt x="4" y="18"/>
                                  </a:cubicBezTo>
                                  <a:cubicBezTo>
                                    <a:pt x="4" y="18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4" y="20"/>
                                    <a:pt x="4" y="20"/>
                                  </a:cubicBezTo>
                                  <a:cubicBezTo>
                                    <a:pt x="5" y="20"/>
                                    <a:pt x="6" y="20"/>
                                    <a:pt x="6" y="21"/>
                                  </a:cubicBezTo>
                                  <a:cubicBezTo>
                                    <a:pt x="6" y="22"/>
                                    <a:pt x="5" y="22"/>
                                    <a:pt x="5" y="22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8" y="25"/>
                                    <a:pt x="8" y="25"/>
                                    <a:pt x="8" y="25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6"/>
                                    <a:pt x="8" y="27"/>
                                    <a:pt x="8" y="27"/>
                                  </a:cubicBezTo>
                                  <a:cubicBezTo>
                                    <a:pt x="8" y="28"/>
                                    <a:pt x="9" y="29"/>
                                    <a:pt x="9" y="29"/>
                                  </a:cubicBezTo>
                                  <a:cubicBezTo>
                                    <a:pt x="9" y="29"/>
                                    <a:pt x="10" y="29"/>
                                    <a:pt x="10" y="29"/>
                                  </a:cubicBezTo>
                                  <a:cubicBezTo>
                                    <a:pt x="10" y="30"/>
                                    <a:pt x="11" y="32"/>
                                    <a:pt x="11" y="33"/>
                                  </a:cubicBezTo>
                                  <a:cubicBezTo>
                                    <a:pt x="11" y="33"/>
                                    <a:pt x="12" y="33"/>
                                    <a:pt x="12" y="33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5" y="36"/>
                                    <a:pt x="15" y="36"/>
                                    <a:pt x="15" y="36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4" y="40"/>
                                    <a:pt x="14" y="40"/>
                                    <a:pt x="14" y="40"/>
                                  </a:cubicBezTo>
                                  <a:cubicBezTo>
                                    <a:pt x="14" y="40"/>
                                    <a:pt x="14" y="42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4"/>
                                    <a:pt x="13" y="44"/>
                                    <a:pt x="13" y="44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1" y="48"/>
                                    <a:pt x="11" y="49"/>
                                  </a:cubicBezTo>
                                  <a:cubicBezTo>
                                    <a:pt x="11" y="49"/>
                                    <a:pt x="11" y="50"/>
                                    <a:pt x="11" y="50"/>
                                  </a:cubicBezTo>
                                  <a:cubicBezTo>
                                    <a:pt x="11" y="50"/>
                                    <a:pt x="12" y="51"/>
                                    <a:pt x="12" y="51"/>
                                  </a:cubicBezTo>
                                  <a:cubicBezTo>
                                    <a:pt x="12" y="52"/>
                                    <a:pt x="14" y="52"/>
                                    <a:pt x="14" y="52"/>
                                  </a:cubicBezTo>
                                  <a:cubicBezTo>
                                    <a:pt x="14" y="52"/>
                                    <a:pt x="14" y="53"/>
                                    <a:pt x="14" y="53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cubicBezTo>
                                    <a:pt x="16" y="55"/>
                                    <a:pt x="16" y="55"/>
                                    <a:pt x="16" y="55"/>
                                  </a:cubicBezTo>
                                  <a:cubicBezTo>
                                    <a:pt x="16" y="55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9" y="58"/>
                                    <a:pt x="19" y="58"/>
                                  </a:cubicBezTo>
                                  <a:cubicBezTo>
                                    <a:pt x="22" y="61"/>
                                    <a:pt x="22" y="61"/>
                                    <a:pt x="22" y="61"/>
                                  </a:cubicBezTo>
                                  <a:cubicBezTo>
                                    <a:pt x="25" y="62"/>
                                    <a:pt x="25" y="62"/>
                                    <a:pt x="25" y="62"/>
                                  </a:cubicBezTo>
                                  <a:cubicBezTo>
                                    <a:pt x="25" y="62"/>
                                    <a:pt x="25" y="64"/>
                                    <a:pt x="26" y="64"/>
                                  </a:cubicBezTo>
                                  <a:cubicBezTo>
                                    <a:pt x="26" y="64"/>
                                    <a:pt x="27" y="67"/>
                                    <a:pt x="27" y="67"/>
                                  </a:cubicBezTo>
                                  <a:cubicBezTo>
                                    <a:pt x="27" y="67"/>
                                    <a:pt x="27" y="71"/>
                                    <a:pt x="27" y="71"/>
                                  </a:cubicBezTo>
                                  <a:cubicBezTo>
                                    <a:pt x="27" y="71"/>
                                    <a:pt x="27" y="73"/>
                                    <a:pt x="27" y="73"/>
                                  </a:cubicBezTo>
                                  <a:cubicBezTo>
                                    <a:pt x="27" y="73"/>
                                    <a:pt x="28" y="74"/>
                                    <a:pt x="29" y="74"/>
                                  </a:cubicBezTo>
                                  <a:cubicBezTo>
                                    <a:pt x="29" y="74"/>
                                    <a:pt x="29" y="77"/>
                                    <a:pt x="29" y="77"/>
                                  </a:cubicBezTo>
                                  <a:cubicBezTo>
                                    <a:pt x="29" y="78"/>
                                    <a:pt x="32" y="81"/>
                                    <a:pt x="32" y="81"/>
                                  </a:cubicBezTo>
                                  <a:cubicBezTo>
                                    <a:pt x="32" y="81"/>
                                    <a:pt x="33" y="81"/>
                                    <a:pt x="33" y="81"/>
                                  </a:cubicBezTo>
                                  <a:cubicBezTo>
                                    <a:pt x="34" y="80"/>
                                    <a:pt x="36" y="80"/>
                                    <a:pt x="36" y="78"/>
                                  </a:cubicBezTo>
                                  <a:cubicBezTo>
                                    <a:pt x="35" y="77"/>
                                    <a:pt x="36" y="77"/>
                                    <a:pt x="36" y="78"/>
                                  </a:cubicBezTo>
                                  <a:cubicBezTo>
                                    <a:pt x="37" y="79"/>
                                    <a:pt x="38" y="79"/>
                                    <a:pt x="39" y="79"/>
                                  </a:cubicBezTo>
                                  <a:cubicBezTo>
                                    <a:pt x="40" y="80"/>
                                    <a:pt x="40" y="81"/>
                                    <a:pt x="41" y="80"/>
                                  </a:cubicBezTo>
                                  <a:cubicBezTo>
                                    <a:pt x="42" y="79"/>
                                    <a:pt x="44" y="79"/>
                                    <a:pt x="44" y="80"/>
                                  </a:cubicBezTo>
                                  <a:cubicBezTo>
                                    <a:pt x="44" y="82"/>
                                    <a:pt x="45" y="83"/>
                                    <a:pt x="47" y="84"/>
                                  </a:cubicBezTo>
                                  <a:cubicBezTo>
                                    <a:pt x="48" y="85"/>
                                    <a:pt x="47" y="87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9"/>
                                  </a:cubicBezTo>
                                  <a:cubicBezTo>
                                    <a:pt x="49" y="89"/>
                                    <a:pt x="49" y="89"/>
                                    <a:pt x="49" y="90"/>
                                  </a:cubicBezTo>
                                  <a:cubicBezTo>
                                    <a:pt x="50" y="90"/>
                                    <a:pt x="50" y="91"/>
                                    <a:pt x="50" y="92"/>
                                  </a:cubicBezTo>
                                  <a:cubicBezTo>
                                    <a:pt x="52" y="96"/>
                                    <a:pt x="52" y="97"/>
                                    <a:pt x="57" y="97"/>
                                  </a:cubicBezTo>
                                  <a:cubicBezTo>
                                    <a:pt x="57" y="97"/>
                                    <a:pt x="57" y="97"/>
                                    <a:pt x="57" y="98"/>
                                  </a:cubicBezTo>
                                  <a:cubicBezTo>
                                    <a:pt x="58" y="99"/>
                                    <a:pt x="60" y="99"/>
                                    <a:pt x="60" y="100"/>
                                  </a:cubicBezTo>
                                  <a:cubicBezTo>
                                    <a:pt x="61" y="102"/>
                                    <a:pt x="63" y="103"/>
                                    <a:pt x="64" y="103"/>
                                  </a:cubicBezTo>
                                  <a:cubicBezTo>
                                    <a:pt x="65" y="103"/>
                                    <a:pt x="66" y="103"/>
                                    <a:pt x="67" y="105"/>
                                  </a:cubicBezTo>
                                  <a:cubicBezTo>
                                    <a:pt x="67" y="105"/>
                                    <a:pt x="68" y="106"/>
                                    <a:pt x="69" y="106"/>
                                  </a:cubicBezTo>
                                  <a:cubicBezTo>
                                    <a:pt x="71" y="105"/>
                                    <a:pt x="72" y="106"/>
                                    <a:pt x="73" y="107"/>
                                  </a:cubicBezTo>
                                  <a:cubicBezTo>
                                    <a:pt x="74" y="107"/>
                                    <a:pt x="76" y="107"/>
                                    <a:pt x="77" y="106"/>
                                  </a:cubicBezTo>
                                  <a:cubicBezTo>
                                    <a:pt x="78" y="105"/>
                                    <a:pt x="79" y="105"/>
                                    <a:pt x="81" y="105"/>
                                  </a:cubicBezTo>
                                  <a:cubicBezTo>
                                    <a:pt x="81" y="104"/>
                                    <a:pt x="81" y="103"/>
                                    <a:pt x="82" y="103"/>
                                  </a:cubicBezTo>
                                  <a:cubicBezTo>
                                    <a:pt x="83" y="103"/>
                                    <a:pt x="84" y="103"/>
                                    <a:pt x="84" y="103"/>
                                  </a:cubicBezTo>
                                  <a:cubicBezTo>
                                    <a:pt x="85" y="102"/>
                                    <a:pt x="85" y="102"/>
                                    <a:pt x="86" y="102"/>
                                  </a:cubicBezTo>
                                  <a:cubicBezTo>
                                    <a:pt x="88" y="102"/>
                                    <a:pt x="89" y="102"/>
                                    <a:pt x="90" y="103"/>
                                  </a:cubicBezTo>
                                  <a:cubicBezTo>
                                    <a:pt x="90" y="105"/>
                                    <a:pt x="91" y="106"/>
                                    <a:pt x="91" y="107"/>
                                  </a:cubicBezTo>
                                  <a:cubicBezTo>
                                    <a:pt x="91" y="109"/>
                                    <a:pt x="91" y="111"/>
                                    <a:pt x="92" y="112"/>
                                  </a:cubicBezTo>
                                  <a:cubicBezTo>
                                    <a:pt x="92" y="113"/>
                                    <a:pt x="93" y="113"/>
                                    <a:pt x="93" y="113"/>
                                  </a:cubicBezTo>
                                  <a:cubicBezTo>
                                    <a:pt x="95" y="113"/>
                                    <a:pt x="96" y="114"/>
                                    <a:pt x="97" y="114"/>
                                  </a:cubicBezTo>
                                  <a:cubicBezTo>
                                    <a:pt x="100" y="114"/>
                                    <a:pt x="103" y="115"/>
                                    <a:pt x="105" y="115"/>
                                  </a:cubicBezTo>
                                  <a:cubicBezTo>
                                    <a:pt x="106" y="115"/>
                                    <a:pt x="106" y="115"/>
                                    <a:pt x="107" y="115"/>
                                  </a:cubicBezTo>
                                  <a:cubicBezTo>
                                    <a:pt x="109" y="116"/>
                                    <a:pt x="111" y="116"/>
                                    <a:pt x="114" y="115"/>
                                  </a:cubicBezTo>
                                  <a:cubicBezTo>
                                    <a:pt x="114" y="115"/>
                                    <a:pt x="114" y="115"/>
                                    <a:pt x="114" y="115"/>
                                  </a:cubicBezTo>
                                  <a:cubicBezTo>
                                    <a:pt x="115" y="117"/>
                                    <a:pt x="117" y="116"/>
                                    <a:pt x="119" y="117"/>
                                  </a:cubicBezTo>
                                  <a:cubicBezTo>
                                    <a:pt x="120" y="118"/>
                                    <a:pt x="120" y="118"/>
                                    <a:pt x="121" y="117"/>
                                  </a:cubicBezTo>
                                  <a:cubicBezTo>
                                    <a:pt x="121" y="117"/>
                                    <a:pt x="121" y="117"/>
                                    <a:pt x="121" y="117"/>
                                  </a:cubicBezTo>
                                  <a:cubicBezTo>
                                    <a:pt x="121" y="115"/>
                                    <a:pt x="121" y="115"/>
                                    <a:pt x="121" y="115"/>
                                  </a:cubicBezTo>
                                  <a:lnTo>
                                    <a:pt x="123" y="1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3" name="Freeform 863">
                              <a:extLst>
                                <a:ext uri="{FF2B5EF4-FFF2-40B4-BE49-F238E27FC236}">
                                  <a16:creationId xmlns:a16="http://schemas.microsoft.com/office/drawing/2014/main" id="{C2DC4A6B-6F63-A9EC-F09E-DB1AFF4CD1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302500" y="3762375"/>
                              <a:ext cx="812800" cy="896938"/>
                            </a:xfrm>
                            <a:custGeom>
                              <a:avLst/>
                              <a:gdLst>
                                <a:gd name="T0" fmla="*/ 186 w 195"/>
                                <a:gd name="T1" fmla="*/ 79 h 215"/>
                                <a:gd name="T2" fmla="*/ 180 w 195"/>
                                <a:gd name="T3" fmla="*/ 92 h 215"/>
                                <a:gd name="T4" fmla="*/ 165 w 195"/>
                                <a:gd name="T5" fmla="*/ 118 h 215"/>
                                <a:gd name="T6" fmla="*/ 160 w 195"/>
                                <a:gd name="T7" fmla="*/ 107 h 215"/>
                                <a:gd name="T8" fmla="*/ 155 w 195"/>
                                <a:gd name="T9" fmla="*/ 106 h 215"/>
                                <a:gd name="T10" fmla="*/ 162 w 195"/>
                                <a:gd name="T11" fmla="*/ 97 h 215"/>
                                <a:gd name="T12" fmla="*/ 150 w 195"/>
                                <a:gd name="T13" fmla="*/ 94 h 215"/>
                                <a:gd name="T14" fmla="*/ 146 w 195"/>
                                <a:gd name="T15" fmla="*/ 86 h 215"/>
                                <a:gd name="T16" fmla="*/ 140 w 195"/>
                                <a:gd name="T17" fmla="*/ 86 h 215"/>
                                <a:gd name="T18" fmla="*/ 134 w 195"/>
                                <a:gd name="T19" fmla="*/ 88 h 215"/>
                                <a:gd name="T20" fmla="*/ 140 w 195"/>
                                <a:gd name="T21" fmla="*/ 94 h 215"/>
                                <a:gd name="T22" fmla="*/ 134 w 195"/>
                                <a:gd name="T23" fmla="*/ 99 h 215"/>
                                <a:gd name="T24" fmla="*/ 138 w 195"/>
                                <a:gd name="T25" fmla="*/ 104 h 215"/>
                                <a:gd name="T26" fmla="*/ 140 w 195"/>
                                <a:gd name="T27" fmla="*/ 111 h 215"/>
                                <a:gd name="T28" fmla="*/ 135 w 195"/>
                                <a:gd name="T29" fmla="*/ 119 h 215"/>
                                <a:gd name="T30" fmla="*/ 119 w 195"/>
                                <a:gd name="T31" fmla="*/ 133 h 215"/>
                                <a:gd name="T32" fmla="*/ 97 w 195"/>
                                <a:gd name="T33" fmla="*/ 151 h 215"/>
                                <a:gd name="T34" fmla="*/ 89 w 195"/>
                                <a:gd name="T35" fmla="*/ 158 h 215"/>
                                <a:gd name="T36" fmla="*/ 80 w 195"/>
                                <a:gd name="T37" fmla="*/ 176 h 215"/>
                                <a:gd name="T38" fmla="*/ 79 w 195"/>
                                <a:gd name="T39" fmla="*/ 199 h 215"/>
                                <a:gd name="T40" fmla="*/ 67 w 195"/>
                                <a:gd name="T41" fmla="*/ 210 h 215"/>
                                <a:gd name="T42" fmla="*/ 52 w 195"/>
                                <a:gd name="T43" fmla="*/ 195 h 215"/>
                                <a:gd name="T44" fmla="*/ 40 w 195"/>
                                <a:gd name="T45" fmla="*/ 167 h 215"/>
                                <a:gd name="T46" fmla="*/ 31 w 195"/>
                                <a:gd name="T47" fmla="*/ 129 h 215"/>
                                <a:gd name="T48" fmla="*/ 28 w 195"/>
                                <a:gd name="T49" fmla="*/ 115 h 215"/>
                                <a:gd name="T50" fmla="*/ 14 w 195"/>
                                <a:gd name="T51" fmla="*/ 124 h 215"/>
                                <a:gd name="T52" fmla="*/ 13 w 195"/>
                                <a:gd name="T53" fmla="*/ 110 h 215"/>
                                <a:gd name="T54" fmla="*/ 3 w 195"/>
                                <a:gd name="T55" fmla="*/ 101 h 215"/>
                                <a:gd name="T56" fmla="*/ 15 w 195"/>
                                <a:gd name="T57" fmla="*/ 100 h 215"/>
                                <a:gd name="T58" fmla="*/ 16 w 195"/>
                                <a:gd name="T59" fmla="*/ 93 h 215"/>
                                <a:gd name="T60" fmla="*/ 13 w 195"/>
                                <a:gd name="T61" fmla="*/ 87 h 215"/>
                                <a:gd name="T62" fmla="*/ 14 w 195"/>
                                <a:gd name="T63" fmla="*/ 72 h 215"/>
                                <a:gd name="T64" fmla="*/ 27 w 195"/>
                                <a:gd name="T65" fmla="*/ 67 h 215"/>
                                <a:gd name="T66" fmla="*/ 42 w 195"/>
                                <a:gd name="T67" fmla="*/ 48 h 215"/>
                                <a:gd name="T68" fmla="*/ 42 w 195"/>
                                <a:gd name="T69" fmla="*/ 43 h 215"/>
                                <a:gd name="T70" fmla="*/ 44 w 195"/>
                                <a:gd name="T71" fmla="*/ 35 h 215"/>
                                <a:gd name="T72" fmla="*/ 36 w 195"/>
                                <a:gd name="T73" fmla="*/ 27 h 215"/>
                                <a:gd name="T74" fmla="*/ 40 w 195"/>
                                <a:gd name="T75" fmla="*/ 17 h 215"/>
                                <a:gd name="T76" fmla="*/ 33 w 195"/>
                                <a:gd name="T77" fmla="*/ 10 h 215"/>
                                <a:gd name="T78" fmla="*/ 37 w 195"/>
                                <a:gd name="T79" fmla="*/ 2 h 215"/>
                                <a:gd name="T80" fmla="*/ 50 w 195"/>
                                <a:gd name="T81" fmla="*/ 3 h 215"/>
                                <a:gd name="T82" fmla="*/ 62 w 195"/>
                                <a:gd name="T83" fmla="*/ 12 h 215"/>
                                <a:gd name="T84" fmla="*/ 77 w 195"/>
                                <a:gd name="T85" fmla="*/ 10 h 215"/>
                                <a:gd name="T86" fmla="*/ 80 w 195"/>
                                <a:gd name="T87" fmla="*/ 18 h 215"/>
                                <a:gd name="T88" fmla="*/ 71 w 195"/>
                                <a:gd name="T89" fmla="*/ 27 h 215"/>
                                <a:gd name="T90" fmla="*/ 76 w 195"/>
                                <a:gd name="T91" fmla="*/ 37 h 215"/>
                                <a:gd name="T92" fmla="*/ 69 w 195"/>
                                <a:gd name="T93" fmla="*/ 40 h 215"/>
                                <a:gd name="T94" fmla="*/ 75 w 195"/>
                                <a:gd name="T95" fmla="*/ 49 h 215"/>
                                <a:gd name="T96" fmla="*/ 82 w 195"/>
                                <a:gd name="T97" fmla="*/ 60 h 215"/>
                                <a:gd name="T98" fmla="*/ 93 w 195"/>
                                <a:gd name="T99" fmla="*/ 73 h 215"/>
                                <a:gd name="T100" fmla="*/ 103 w 195"/>
                                <a:gd name="T101" fmla="*/ 77 h 215"/>
                                <a:gd name="T102" fmla="*/ 114 w 195"/>
                                <a:gd name="T103" fmla="*/ 82 h 215"/>
                                <a:gd name="T104" fmla="*/ 124 w 195"/>
                                <a:gd name="T105" fmla="*/ 84 h 215"/>
                                <a:gd name="T106" fmla="*/ 132 w 195"/>
                                <a:gd name="T107" fmla="*/ 85 h 215"/>
                                <a:gd name="T108" fmla="*/ 135 w 195"/>
                                <a:gd name="T109" fmla="*/ 73 h 215"/>
                                <a:gd name="T110" fmla="*/ 140 w 195"/>
                                <a:gd name="T111" fmla="*/ 77 h 215"/>
                                <a:gd name="T112" fmla="*/ 151 w 195"/>
                                <a:gd name="T113" fmla="*/ 81 h 215"/>
                                <a:gd name="T114" fmla="*/ 158 w 195"/>
                                <a:gd name="T115" fmla="*/ 76 h 215"/>
                                <a:gd name="T116" fmla="*/ 168 w 195"/>
                                <a:gd name="T117" fmla="*/ 70 h 215"/>
                                <a:gd name="T118" fmla="*/ 183 w 195"/>
                                <a:gd name="T119" fmla="*/ 64 h 215"/>
                                <a:gd name="T120" fmla="*/ 194 w 195"/>
                                <a:gd name="T121" fmla="*/ 73 h 2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195" h="215">
                                  <a:moveTo>
                                    <a:pt x="194" y="75"/>
                                  </a:moveTo>
                                  <a:cubicBezTo>
                                    <a:pt x="195" y="75"/>
                                    <a:pt x="194" y="75"/>
                                    <a:pt x="193" y="75"/>
                                  </a:cubicBezTo>
                                  <a:cubicBezTo>
                                    <a:pt x="192" y="75"/>
                                    <a:pt x="192" y="74"/>
                                    <a:pt x="192" y="74"/>
                                  </a:cubicBezTo>
                                  <a:cubicBezTo>
                                    <a:pt x="192" y="74"/>
                                    <a:pt x="191" y="75"/>
                                    <a:pt x="190" y="76"/>
                                  </a:cubicBezTo>
                                  <a:cubicBezTo>
                                    <a:pt x="190" y="76"/>
                                    <a:pt x="189" y="76"/>
                                    <a:pt x="188" y="76"/>
                                  </a:cubicBezTo>
                                  <a:cubicBezTo>
                                    <a:pt x="188" y="77"/>
                                    <a:pt x="187" y="77"/>
                                    <a:pt x="187" y="78"/>
                                  </a:cubicBezTo>
                                  <a:cubicBezTo>
                                    <a:pt x="187" y="79"/>
                                    <a:pt x="186" y="79"/>
                                    <a:pt x="186" y="79"/>
                                  </a:cubicBezTo>
                                  <a:cubicBezTo>
                                    <a:pt x="185" y="80"/>
                                    <a:pt x="185" y="80"/>
                                    <a:pt x="184" y="80"/>
                                  </a:cubicBezTo>
                                  <a:cubicBezTo>
                                    <a:pt x="184" y="80"/>
                                    <a:pt x="184" y="81"/>
                                    <a:pt x="183" y="81"/>
                                  </a:cubicBezTo>
                                  <a:cubicBezTo>
                                    <a:pt x="183" y="82"/>
                                    <a:pt x="182" y="83"/>
                                    <a:pt x="182" y="84"/>
                                  </a:cubicBezTo>
                                  <a:cubicBezTo>
                                    <a:pt x="181" y="85"/>
                                    <a:pt x="182" y="85"/>
                                    <a:pt x="182" y="85"/>
                                  </a:cubicBezTo>
                                  <a:cubicBezTo>
                                    <a:pt x="182" y="86"/>
                                    <a:pt x="182" y="88"/>
                                    <a:pt x="181" y="89"/>
                                  </a:cubicBezTo>
                                  <a:cubicBezTo>
                                    <a:pt x="181" y="89"/>
                                    <a:pt x="180" y="90"/>
                                    <a:pt x="180" y="91"/>
                                  </a:cubicBezTo>
                                  <a:cubicBezTo>
                                    <a:pt x="179" y="92"/>
                                    <a:pt x="180" y="92"/>
                                    <a:pt x="180" y="92"/>
                                  </a:cubicBezTo>
                                  <a:cubicBezTo>
                                    <a:pt x="180" y="93"/>
                                    <a:pt x="181" y="93"/>
                                    <a:pt x="181" y="94"/>
                                  </a:cubicBezTo>
                                  <a:cubicBezTo>
                                    <a:pt x="181" y="94"/>
                                    <a:pt x="180" y="96"/>
                                    <a:pt x="180" y="97"/>
                                  </a:cubicBezTo>
                                  <a:cubicBezTo>
                                    <a:pt x="180" y="98"/>
                                    <a:pt x="179" y="99"/>
                                    <a:pt x="179" y="100"/>
                                  </a:cubicBezTo>
                                  <a:cubicBezTo>
                                    <a:pt x="178" y="101"/>
                                    <a:pt x="176" y="102"/>
                                    <a:pt x="175" y="102"/>
                                  </a:cubicBezTo>
                                  <a:cubicBezTo>
                                    <a:pt x="175" y="102"/>
                                    <a:pt x="169" y="103"/>
                                    <a:pt x="169" y="103"/>
                                  </a:cubicBezTo>
                                  <a:cubicBezTo>
                                    <a:pt x="169" y="103"/>
                                    <a:pt x="168" y="110"/>
                                    <a:pt x="168" y="111"/>
                                  </a:cubicBezTo>
                                  <a:cubicBezTo>
                                    <a:pt x="168" y="111"/>
                                    <a:pt x="167" y="116"/>
                                    <a:pt x="165" y="118"/>
                                  </a:cubicBezTo>
                                  <a:cubicBezTo>
                                    <a:pt x="164" y="115"/>
                                    <a:pt x="164" y="115"/>
                                    <a:pt x="164" y="115"/>
                                  </a:cubicBezTo>
                                  <a:cubicBezTo>
                                    <a:pt x="164" y="112"/>
                                    <a:pt x="164" y="112"/>
                                    <a:pt x="164" y="112"/>
                                  </a:cubicBezTo>
                                  <a:cubicBezTo>
                                    <a:pt x="163" y="109"/>
                                    <a:pt x="163" y="109"/>
                                    <a:pt x="163" y="109"/>
                                  </a:cubicBezTo>
                                  <a:cubicBezTo>
                                    <a:pt x="163" y="105"/>
                                    <a:pt x="163" y="105"/>
                                    <a:pt x="163" y="105"/>
                                  </a:cubicBezTo>
                                  <a:cubicBezTo>
                                    <a:pt x="162" y="105"/>
                                    <a:pt x="162" y="105"/>
                                    <a:pt x="162" y="105"/>
                                  </a:cubicBezTo>
                                  <a:cubicBezTo>
                                    <a:pt x="161" y="105"/>
                                    <a:pt x="161" y="105"/>
                                    <a:pt x="161" y="105"/>
                                  </a:cubicBezTo>
                                  <a:cubicBezTo>
                                    <a:pt x="160" y="107"/>
                                    <a:pt x="160" y="107"/>
                                    <a:pt x="160" y="107"/>
                                  </a:cubicBezTo>
                                  <a:cubicBezTo>
                                    <a:pt x="160" y="108"/>
                                    <a:pt x="160" y="108"/>
                                    <a:pt x="160" y="108"/>
                                  </a:cubicBezTo>
                                  <a:cubicBezTo>
                                    <a:pt x="160" y="109"/>
                                    <a:pt x="160" y="109"/>
                                    <a:pt x="160" y="109"/>
                                  </a:cubicBezTo>
                                  <a:cubicBezTo>
                                    <a:pt x="160" y="109"/>
                                    <a:pt x="159" y="110"/>
                                    <a:pt x="159" y="110"/>
                                  </a:cubicBezTo>
                                  <a:cubicBezTo>
                                    <a:pt x="159" y="110"/>
                                    <a:pt x="158" y="110"/>
                                    <a:pt x="158" y="109"/>
                                  </a:cubicBezTo>
                                  <a:cubicBezTo>
                                    <a:pt x="157" y="109"/>
                                    <a:pt x="156" y="109"/>
                                    <a:pt x="156" y="109"/>
                                  </a:cubicBezTo>
                                  <a:cubicBezTo>
                                    <a:pt x="156" y="108"/>
                                    <a:pt x="156" y="108"/>
                                    <a:pt x="156" y="108"/>
                                  </a:cubicBezTo>
                                  <a:cubicBezTo>
                                    <a:pt x="156" y="108"/>
                                    <a:pt x="155" y="107"/>
                                    <a:pt x="155" y="106"/>
                                  </a:cubicBezTo>
                                  <a:cubicBezTo>
                                    <a:pt x="155" y="106"/>
                                    <a:pt x="156" y="105"/>
                                    <a:pt x="155" y="105"/>
                                  </a:cubicBezTo>
                                  <a:cubicBezTo>
                                    <a:pt x="155" y="104"/>
                                    <a:pt x="157" y="102"/>
                                    <a:pt x="157" y="102"/>
                                  </a:cubicBezTo>
                                  <a:cubicBezTo>
                                    <a:pt x="157" y="102"/>
                                    <a:pt x="158" y="103"/>
                                    <a:pt x="158" y="102"/>
                                  </a:cubicBezTo>
                                  <a:cubicBezTo>
                                    <a:pt x="159" y="102"/>
                                    <a:pt x="159" y="102"/>
                                    <a:pt x="160" y="102"/>
                                  </a:cubicBezTo>
                                  <a:cubicBezTo>
                                    <a:pt x="160" y="101"/>
                                    <a:pt x="161" y="100"/>
                                    <a:pt x="161" y="100"/>
                                  </a:cubicBezTo>
                                  <a:cubicBezTo>
                                    <a:pt x="162" y="100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2" y="98"/>
                                    <a:pt x="162" y="97"/>
                                  </a:cubicBezTo>
                                  <a:cubicBezTo>
                                    <a:pt x="162" y="97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3" y="96"/>
                                    <a:pt x="163" y="96"/>
                                  </a:cubicBezTo>
                                  <a:cubicBezTo>
                                    <a:pt x="163" y="96"/>
                                    <a:pt x="163" y="96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2" y="95"/>
                                    <a:pt x="161" y="95"/>
                                  </a:cubicBezTo>
                                  <a:cubicBezTo>
                                    <a:pt x="161" y="94"/>
                                    <a:pt x="153" y="94"/>
                                    <a:pt x="152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49" y="94"/>
                                    <a:pt x="148" y="94"/>
                                  </a:cubicBezTo>
                                  <a:cubicBezTo>
                                    <a:pt x="147" y="94"/>
                                    <a:pt x="146" y="93"/>
                                    <a:pt x="146" y="93"/>
                                  </a:cubicBezTo>
                                  <a:cubicBezTo>
                                    <a:pt x="146" y="93"/>
                                    <a:pt x="146" y="92"/>
                                    <a:pt x="146" y="92"/>
                                  </a:cubicBezTo>
                                  <a:cubicBezTo>
                                    <a:pt x="146" y="92"/>
                                    <a:pt x="147" y="91"/>
                                    <a:pt x="147" y="91"/>
                                  </a:cubicBezTo>
                                  <a:cubicBezTo>
                                    <a:pt x="147" y="90"/>
                                    <a:pt x="147" y="90"/>
                                    <a:pt x="147" y="89"/>
                                  </a:cubicBezTo>
                                  <a:cubicBezTo>
                                    <a:pt x="147" y="89"/>
                                    <a:pt x="146" y="88"/>
                                    <a:pt x="146" y="88"/>
                                  </a:cubicBezTo>
                                  <a:cubicBezTo>
                                    <a:pt x="146" y="88"/>
                                    <a:pt x="146" y="87"/>
                                    <a:pt x="146" y="86"/>
                                  </a:cubicBezTo>
                                  <a:cubicBezTo>
                                    <a:pt x="145" y="86"/>
                                    <a:pt x="145" y="87"/>
                                    <a:pt x="145" y="87"/>
                                  </a:cubicBezTo>
                                  <a:cubicBezTo>
                                    <a:pt x="145" y="87"/>
                                    <a:pt x="145" y="88"/>
                                    <a:pt x="145" y="88"/>
                                  </a:cubicBezTo>
                                  <a:cubicBezTo>
                                    <a:pt x="144" y="88"/>
                                    <a:pt x="144" y="88"/>
                                    <a:pt x="144" y="88"/>
                                  </a:cubicBezTo>
                                  <a:cubicBezTo>
                                    <a:pt x="144" y="88"/>
                                    <a:pt x="142" y="87"/>
                                    <a:pt x="142" y="87"/>
                                  </a:cubicBezTo>
                                  <a:cubicBezTo>
                                    <a:pt x="141" y="85"/>
                                    <a:pt x="141" y="85"/>
                                    <a:pt x="141" y="85"/>
                                  </a:cubicBezTo>
                                  <a:cubicBezTo>
                                    <a:pt x="140" y="85"/>
                                    <a:pt x="140" y="85"/>
                                    <a:pt x="140" y="85"/>
                                  </a:cubicBezTo>
                                  <a:cubicBezTo>
                                    <a:pt x="140" y="86"/>
                                    <a:pt x="140" y="86"/>
                                    <a:pt x="140" y="86"/>
                                  </a:cubicBezTo>
                                  <a:cubicBezTo>
                                    <a:pt x="138" y="86"/>
                                    <a:pt x="138" y="86"/>
                                    <a:pt x="138" y="86"/>
                                  </a:cubicBezTo>
                                  <a:cubicBezTo>
                                    <a:pt x="137" y="84"/>
                                    <a:pt x="137" y="84"/>
                                    <a:pt x="137" y="84"/>
                                  </a:cubicBezTo>
                                  <a:cubicBezTo>
                                    <a:pt x="136" y="84"/>
                                    <a:pt x="136" y="84"/>
                                    <a:pt x="136" y="84"/>
                                  </a:cubicBezTo>
                                  <a:cubicBezTo>
                                    <a:pt x="136" y="84"/>
                                    <a:pt x="136" y="85"/>
                                    <a:pt x="136" y="85"/>
                                  </a:cubicBezTo>
                                  <a:cubicBezTo>
                                    <a:pt x="136" y="85"/>
                                    <a:pt x="136" y="86"/>
                                    <a:pt x="136" y="86"/>
                                  </a:cubicBezTo>
                                  <a:cubicBezTo>
                                    <a:pt x="135" y="86"/>
                                    <a:pt x="135" y="86"/>
                                    <a:pt x="135" y="86"/>
                                  </a:cubicBezTo>
                                  <a:cubicBezTo>
                                    <a:pt x="135" y="86"/>
                                    <a:pt x="134" y="88"/>
                                    <a:pt x="134" y="88"/>
                                  </a:cubicBezTo>
                                  <a:cubicBezTo>
                                    <a:pt x="134" y="88"/>
                                    <a:pt x="134" y="89"/>
                                    <a:pt x="134" y="89"/>
                                  </a:cubicBezTo>
                                  <a:cubicBezTo>
                                    <a:pt x="136" y="91"/>
                                    <a:pt x="136" y="91"/>
                                    <a:pt x="136" y="91"/>
                                  </a:cubicBezTo>
                                  <a:cubicBezTo>
                                    <a:pt x="136" y="91"/>
                                    <a:pt x="137" y="91"/>
                                    <a:pt x="138" y="91"/>
                                  </a:cubicBezTo>
                                  <a:cubicBezTo>
                                    <a:pt x="138" y="91"/>
                                    <a:pt x="139" y="91"/>
                                    <a:pt x="139" y="91"/>
                                  </a:cubicBezTo>
                                  <a:cubicBezTo>
                                    <a:pt x="139" y="91"/>
                                    <a:pt x="140" y="92"/>
                                    <a:pt x="140" y="92"/>
                                  </a:cubicBezTo>
                                  <a:cubicBezTo>
                                    <a:pt x="140" y="93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39" y="94"/>
                                    <a:pt x="138" y="94"/>
                                    <a:pt x="138" y="94"/>
                                  </a:cubicBezTo>
                                  <a:cubicBezTo>
                                    <a:pt x="138" y="94"/>
                                    <a:pt x="136" y="94"/>
                                    <a:pt x="136" y="94"/>
                                  </a:cubicBezTo>
                                  <a:cubicBezTo>
                                    <a:pt x="136" y="94"/>
                                    <a:pt x="137" y="95"/>
                                    <a:pt x="137" y="95"/>
                                  </a:cubicBezTo>
                                  <a:cubicBezTo>
                                    <a:pt x="137" y="95"/>
                                    <a:pt x="137" y="96"/>
                                    <a:pt x="136" y="96"/>
                                  </a:cubicBezTo>
                                  <a:cubicBezTo>
                                    <a:pt x="136" y="96"/>
                                    <a:pt x="135" y="96"/>
                                    <a:pt x="135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7"/>
                                  </a:cubicBezTo>
                                  <a:cubicBezTo>
                                    <a:pt x="134" y="97"/>
                                    <a:pt x="134" y="99"/>
                                    <a:pt x="134" y="99"/>
                                  </a:cubicBezTo>
                                  <a:cubicBezTo>
                                    <a:pt x="134" y="99"/>
                                    <a:pt x="135" y="99"/>
                                    <a:pt x="135" y="99"/>
                                  </a:cubicBezTo>
                                  <a:cubicBezTo>
                                    <a:pt x="135" y="100"/>
                                    <a:pt x="136" y="100"/>
                                    <a:pt x="137" y="100"/>
                                  </a:cubicBezTo>
                                  <a:cubicBezTo>
                                    <a:pt x="137" y="100"/>
                                    <a:pt x="138" y="100"/>
                                    <a:pt x="138" y="100"/>
                                  </a:cubicBezTo>
                                  <a:cubicBezTo>
                                    <a:pt x="139" y="101"/>
                                    <a:pt x="139" y="101"/>
                                    <a:pt x="139" y="101"/>
                                  </a:cubicBezTo>
                                  <a:cubicBezTo>
                                    <a:pt x="139" y="102"/>
                                    <a:pt x="139" y="102"/>
                                    <a:pt x="139" y="103"/>
                                  </a:cubicBezTo>
                                  <a:cubicBezTo>
                                    <a:pt x="139" y="103"/>
                                    <a:pt x="139" y="104"/>
                                    <a:pt x="139" y="104"/>
                                  </a:cubicBezTo>
                                  <a:cubicBezTo>
                                    <a:pt x="139" y="104"/>
                                    <a:pt x="138" y="104"/>
                                    <a:pt x="138" y="104"/>
                                  </a:cubicBezTo>
                                  <a:cubicBezTo>
                                    <a:pt x="138" y="105"/>
                                    <a:pt x="137" y="105"/>
                                    <a:pt x="137" y="105"/>
                                  </a:cubicBezTo>
                                  <a:cubicBezTo>
                                    <a:pt x="138" y="106"/>
                                    <a:pt x="138" y="106"/>
                                    <a:pt x="138" y="107"/>
                                  </a:cubicBezTo>
                                  <a:cubicBezTo>
                                    <a:pt x="139" y="107"/>
                                    <a:pt x="139" y="107"/>
                                    <a:pt x="139" y="107"/>
                                  </a:cubicBezTo>
                                  <a:cubicBezTo>
                                    <a:pt x="139" y="108"/>
                                    <a:pt x="138" y="108"/>
                                    <a:pt x="139" y="108"/>
                                  </a:cubicBezTo>
                                  <a:cubicBezTo>
                                    <a:pt x="139" y="108"/>
                                    <a:pt x="139" y="108"/>
                                    <a:pt x="140" y="109"/>
                                  </a:cubicBezTo>
                                  <a:cubicBezTo>
                                    <a:pt x="140" y="109"/>
                                    <a:pt x="140" y="110"/>
                                    <a:pt x="140" y="110"/>
                                  </a:cubicBezTo>
                                  <a:cubicBezTo>
                                    <a:pt x="140" y="110"/>
                                    <a:pt x="140" y="111"/>
                                    <a:pt x="140" y="111"/>
                                  </a:cubicBezTo>
                                  <a:cubicBezTo>
                                    <a:pt x="140" y="111"/>
                                    <a:pt x="141" y="114"/>
                                    <a:pt x="141" y="114"/>
                                  </a:cubicBezTo>
                                  <a:cubicBezTo>
                                    <a:pt x="141" y="118"/>
                                    <a:pt x="141" y="118"/>
                                    <a:pt x="141" y="118"/>
                                  </a:cubicBezTo>
                                  <a:cubicBezTo>
                                    <a:pt x="141" y="119"/>
                                    <a:pt x="139" y="120"/>
                                    <a:pt x="138" y="120"/>
                                  </a:cubicBezTo>
                                  <a:cubicBezTo>
                                    <a:pt x="138" y="120"/>
                                    <a:pt x="138" y="120"/>
                                    <a:pt x="138" y="120"/>
                                  </a:cubicBezTo>
                                  <a:cubicBezTo>
                                    <a:pt x="137" y="120"/>
                                    <a:pt x="137" y="120"/>
                                    <a:pt x="136" y="120"/>
                                  </a:cubicBezTo>
                                  <a:cubicBezTo>
                                    <a:pt x="136" y="119"/>
                                    <a:pt x="136" y="119"/>
                                    <a:pt x="135" y="119"/>
                                  </a:cubicBezTo>
                                  <a:cubicBezTo>
                                    <a:pt x="135" y="119"/>
                                    <a:pt x="135" y="119"/>
                                    <a:pt x="135" y="119"/>
                                  </a:cubicBezTo>
                                  <a:cubicBezTo>
                                    <a:pt x="135" y="119"/>
                                    <a:pt x="135" y="118"/>
                                    <a:pt x="135" y="117"/>
                                  </a:cubicBezTo>
                                  <a:cubicBezTo>
                                    <a:pt x="135" y="117"/>
                                    <a:pt x="135" y="117"/>
                                    <a:pt x="135" y="116"/>
                                  </a:cubicBezTo>
                                  <a:cubicBezTo>
                                    <a:pt x="133" y="118"/>
                                    <a:pt x="131" y="120"/>
                                    <a:pt x="129" y="120"/>
                                  </a:cubicBezTo>
                                  <a:cubicBezTo>
                                    <a:pt x="127" y="120"/>
                                    <a:pt x="126" y="123"/>
                                    <a:pt x="127" y="124"/>
                                  </a:cubicBezTo>
                                  <a:cubicBezTo>
                                    <a:pt x="127" y="126"/>
                                    <a:pt x="127" y="128"/>
                                    <a:pt x="125" y="129"/>
                                  </a:cubicBezTo>
                                  <a:cubicBezTo>
                                    <a:pt x="125" y="129"/>
                                    <a:pt x="124" y="130"/>
                                    <a:pt x="124" y="130"/>
                                  </a:cubicBezTo>
                                  <a:cubicBezTo>
                                    <a:pt x="123" y="132"/>
                                    <a:pt x="121" y="132"/>
                                    <a:pt x="119" y="133"/>
                                  </a:cubicBezTo>
                                  <a:cubicBezTo>
                                    <a:pt x="119" y="133"/>
                                    <a:pt x="117" y="134"/>
                                    <a:pt x="116" y="132"/>
                                  </a:cubicBezTo>
                                  <a:cubicBezTo>
                                    <a:pt x="116" y="132"/>
                                    <a:pt x="115" y="133"/>
                                    <a:pt x="115" y="134"/>
                                  </a:cubicBezTo>
                                  <a:cubicBezTo>
                                    <a:pt x="115" y="135"/>
                                    <a:pt x="115" y="135"/>
                                    <a:pt x="114" y="136"/>
                                  </a:cubicBezTo>
                                  <a:cubicBezTo>
                                    <a:pt x="112" y="136"/>
                                    <a:pt x="112" y="138"/>
                                    <a:pt x="111" y="139"/>
                                  </a:cubicBezTo>
                                  <a:cubicBezTo>
                                    <a:pt x="110" y="141"/>
                                    <a:pt x="109" y="142"/>
                                    <a:pt x="107" y="143"/>
                                  </a:cubicBezTo>
                                  <a:cubicBezTo>
                                    <a:pt x="105" y="144"/>
                                    <a:pt x="103" y="146"/>
                                    <a:pt x="102" y="148"/>
                                  </a:cubicBezTo>
                                  <a:cubicBezTo>
                                    <a:pt x="101" y="150"/>
                                    <a:pt x="99" y="150"/>
                                    <a:pt x="97" y="151"/>
                                  </a:cubicBezTo>
                                  <a:cubicBezTo>
                                    <a:pt x="97" y="151"/>
                                    <a:pt x="96" y="151"/>
                                    <a:pt x="96" y="151"/>
                                  </a:cubicBezTo>
                                  <a:cubicBezTo>
                                    <a:pt x="96" y="152"/>
                                    <a:pt x="95" y="152"/>
                                    <a:pt x="95" y="153"/>
                                  </a:cubicBezTo>
                                  <a:cubicBezTo>
                                    <a:pt x="96" y="154"/>
                                    <a:pt x="95" y="155"/>
                                    <a:pt x="93" y="154"/>
                                  </a:cubicBezTo>
                                  <a:cubicBezTo>
                                    <a:pt x="93" y="155"/>
                                    <a:pt x="93" y="155"/>
                                    <a:pt x="93" y="155"/>
                                  </a:cubicBezTo>
                                  <a:cubicBezTo>
                                    <a:pt x="94" y="155"/>
                                    <a:pt x="95" y="154"/>
                                    <a:pt x="95" y="155"/>
                                  </a:cubicBezTo>
                                  <a:cubicBezTo>
                                    <a:pt x="95" y="156"/>
                                    <a:pt x="94" y="156"/>
                                    <a:pt x="94" y="157"/>
                                  </a:cubicBezTo>
                                  <a:cubicBezTo>
                                    <a:pt x="92" y="157"/>
                                    <a:pt x="90" y="157"/>
                                    <a:pt x="89" y="158"/>
                                  </a:cubicBezTo>
                                  <a:cubicBezTo>
                                    <a:pt x="88" y="158"/>
                                    <a:pt x="88" y="158"/>
                                    <a:pt x="88" y="159"/>
                                  </a:cubicBezTo>
                                  <a:cubicBezTo>
                                    <a:pt x="87" y="162"/>
                                    <a:pt x="86" y="162"/>
                                    <a:pt x="84" y="160"/>
                                  </a:cubicBezTo>
                                  <a:cubicBezTo>
                                    <a:pt x="81" y="161"/>
                                    <a:pt x="80" y="165"/>
                                    <a:pt x="80" y="167"/>
                                  </a:cubicBezTo>
                                  <a:cubicBezTo>
                                    <a:pt x="81" y="169"/>
                                    <a:pt x="82" y="170"/>
                                    <a:pt x="81" y="172"/>
                                  </a:cubicBezTo>
                                  <a:cubicBezTo>
                                    <a:pt x="80" y="172"/>
                                    <a:pt x="81" y="172"/>
                                    <a:pt x="81" y="173"/>
                                  </a:cubicBezTo>
                                  <a:cubicBezTo>
                                    <a:pt x="82" y="173"/>
                                    <a:pt x="81" y="174"/>
                                    <a:pt x="80" y="175"/>
                                  </a:cubicBezTo>
                                  <a:cubicBezTo>
                                    <a:pt x="80" y="175"/>
                                    <a:pt x="80" y="176"/>
                                    <a:pt x="80" y="176"/>
                                  </a:cubicBezTo>
                                  <a:cubicBezTo>
                                    <a:pt x="82" y="177"/>
                                    <a:pt x="81" y="179"/>
                                    <a:pt x="81" y="181"/>
                                  </a:cubicBezTo>
                                  <a:cubicBezTo>
                                    <a:pt x="82" y="184"/>
                                    <a:pt x="80" y="186"/>
                                    <a:pt x="78" y="188"/>
                                  </a:cubicBezTo>
                                  <a:cubicBezTo>
                                    <a:pt x="78" y="188"/>
                                    <a:pt x="78" y="189"/>
                                    <a:pt x="78" y="189"/>
                                  </a:cubicBezTo>
                                  <a:cubicBezTo>
                                    <a:pt x="78" y="190"/>
                                    <a:pt x="79" y="192"/>
                                    <a:pt x="79" y="193"/>
                                  </a:cubicBezTo>
                                  <a:cubicBezTo>
                                    <a:pt x="79" y="194"/>
                                    <a:pt x="79" y="194"/>
                                    <a:pt x="78" y="195"/>
                                  </a:cubicBezTo>
                                  <a:cubicBezTo>
                                    <a:pt x="78" y="195"/>
                                    <a:pt x="78" y="195"/>
                                    <a:pt x="78" y="195"/>
                                  </a:cubicBezTo>
                                  <a:cubicBezTo>
                                    <a:pt x="79" y="196"/>
                                    <a:pt x="79" y="198"/>
                                    <a:pt x="79" y="199"/>
                                  </a:cubicBezTo>
                                  <a:cubicBezTo>
                                    <a:pt x="79" y="200"/>
                                    <a:pt x="77" y="200"/>
                                    <a:pt x="76" y="199"/>
                                  </a:cubicBezTo>
                                  <a:cubicBezTo>
                                    <a:pt x="75" y="199"/>
                                    <a:pt x="75" y="199"/>
                                    <a:pt x="75" y="199"/>
                                  </a:cubicBezTo>
                                  <a:cubicBezTo>
                                    <a:pt x="75" y="201"/>
                                    <a:pt x="74" y="202"/>
                                    <a:pt x="73" y="203"/>
                                  </a:cubicBezTo>
                                  <a:cubicBezTo>
                                    <a:pt x="73" y="204"/>
                                    <a:pt x="72" y="205"/>
                                    <a:pt x="73" y="206"/>
                                  </a:cubicBezTo>
                                  <a:cubicBezTo>
                                    <a:pt x="73" y="206"/>
                                    <a:pt x="73" y="207"/>
                                    <a:pt x="72" y="207"/>
                                  </a:cubicBezTo>
                                  <a:cubicBezTo>
                                    <a:pt x="71" y="207"/>
                                    <a:pt x="70" y="207"/>
                                    <a:pt x="68" y="208"/>
                                  </a:cubicBezTo>
                                  <a:cubicBezTo>
                                    <a:pt x="68" y="209"/>
                                    <a:pt x="67" y="209"/>
                                    <a:pt x="67" y="210"/>
                                  </a:cubicBezTo>
                                  <a:cubicBezTo>
                                    <a:pt x="67" y="213"/>
                                    <a:pt x="64" y="215"/>
                                    <a:pt x="62" y="214"/>
                                  </a:cubicBezTo>
                                  <a:cubicBezTo>
                                    <a:pt x="62" y="214"/>
                                    <a:pt x="62" y="214"/>
                                    <a:pt x="62" y="213"/>
                                  </a:cubicBezTo>
                                  <a:cubicBezTo>
                                    <a:pt x="62" y="214"/>
                                    <a:pt x="62" y="214"/>
                                    <a:pt x="62" y="214"/>
                                  </a:cubicBezTo>
                                  <a:cubicBezTo>
                                    <a:pt x="59" y="213"/>
                                    <a:pt x="58" y="211"/>
                                    <a:pt x="57" y="209"/>
                                  </a:cubicBezTo>
                                  <a:cubicBezTo>
                                    <a:pt x="56" y="207"/>
                                    <a:pt x="55" y="205"/>
                                    <a:pt x="55" y="203"/>
                                  </a:cubicBezTo>
                                  <a:cubicBezTo>
                                    <a:pt x="55" y="201"/>
                                    <a:pt x="54" y="199"/>
                                    <a:pt x="53" y="197"/>
                                  </a:cubicBezTo>
                                  <a:cubicBezTo>
                                    <a:pt x="52" y="196"/>
                                    <a:pt x="52" y="196"/>
                                    <a:pt x="52" y="195"/>
                                  </a:cubicBezTo>
                                  <a:cubicBezTo>
                                    <a:pt x="51" y="192"/>
                                    <a:pt x="50" y="190"/>
                                    <a:pt x="48" y="188"/>
                                  </a:cubicBezTo>
                                  <a:cubicBezTo>
                                    <a:pt x="47" y="186"/>
                                    <a:pt x="45" y="184"/>
                                    <a:pt x="45" y="181"/>
                                  </a:cubicBezTo>
                                  <a:cubicBezTo>
                                    <a:pt x="44" y="179"/>
                                    <a:pt x="44" y="177"/>
                                    <a:pt x="44" y="175"/>
                                  </a:cubicBezTo>
                                  <a:cubicBezTo>
                                    <a:pt x="42" y="174"/>
                                    <a:pt x="42" y="173"/>
                                    <a:pt x="42" y="171"/>
                                  </a:cubicBezTo>
                                  <a:cubicBezTo>
                                    <a:pt x="42" y="171"/>
                                    <a:pt x="42" y="171"/>
                                    <a:pt x="42" y="171"/>
                                  </a:cubicBezTo>
                                  <a:cubicBezTo>
                                    <a:pt x="41" y="170"/>
                                    <a:pt x="41" y="170"/>
                                    <a:pt x="41" y="169"/>
                                  </a:cubicBezTo>
                                  <a:cubicBezTo>
                                    <a:pt x="41" y="169"/>
                                    <a:pt x="40" y="168"/>
                                    <a:pt x="40" y="167"/>
                                  </a:cubicBezTo>
                                  <a:cubicBezTo>
                                    <a:pt x="39" y="167"/>
                                    <a:pt x="39" y="165"/>
                                    <a:pt x="39" y="165"/>
                                  </a:cubicBezTo>
                                  <a:cubicBezTo>
                                    <a:pt x="38" y="163"/>
                                    <a:pt x="37" y="161"/>
                                    <a:pt x="36" y="160"/>
                                  </a:cubicBezTo>
                                  <a:cubicBezTo>
                                    <a:pt x="36" y="159"/>
                                    <a:pt x="35" y="159"/>
                                    <a:pt x="35" y="158"/>
                                  </a:cubicBezTo>
                                  <a:cubicBezTo>
                                    <a:pt x="35" y="156"/>
                                    <a:pt x="34" y="153"/>
                                    <a:pt x="34" y="151"/>
                                  </a:cubicBezTo>
                                  <a:cubicBezTo>
                                    <a:pt x="34" y="149"/>
                                    <a:pt x="33" y="147"/>
                                    <a:pt x="32" y="145"/>
                                  </a:cubicBezTo>
                                  <a:cubicBezTo>
                                    <a:pt x="32" y="144"/>
                                    <a:pt x="32" y="143"/>
                                    <a:pt x="32" y="142"/>
                                  </a:cubicBezTo>
                                  <a:cubicBezTo>
                                    <a:pt x="31" y="138"/>
                                    <a:pt x="30" y="133"/>
                                    <a:pt x="31" y="129"/>
                                  </a:cubicBezTo>
                                  <a:cubicBezTo>
                                    <a:pt x="31" y="128"/>
                                    <a:pt x="31" y="128"/>
                                    <a:pt x="31" y="127"/>
                                  </a:cubicBezTo>
                                  <a:cubicBezTo>
                                    <a:pt x="32" y="126"/>
                                    <a:pt x="31" y="125"/>
                                    <a:pt x="31" y="124"/>
                                  </a:cubicBezTo>
                                  <a:cubicBezTo>
                                    <a:pt x="30" y="123"/>
                                    <a:pt x="30" y="121"/>
                                    <a:pt x="30" y="120"/>
                                  </a:cubicBezTo>
                                  <a:cubicBezTo>
                                    <a:pt x="30" y="120"/>
                                    <a:pt x="30" y="120"/>
                                    <a:pt x="30" y="120"/>
                                  </a:cubicBezTo>
                                  <a:cubicBezTo>
                                    <a:pt x="29" y="118"/>
                                    <a:pt x="30" y="116"/>
                                    <a:pt x="29" y="114"/>
                                  </a:cubicBezTo>
                                  <a:cubicBezTo>
                                    <a:pt x="29" y="113"/>
                                    <a:pt x="28" y="113"/>
                                    <a:pt x="28" y="113"/>
                                  </a:cubicBezTo>
                                  <a:cubicBezTo>
                                    <a:pt x="28" y="114"/>
                                    <a:pt x="28" y="115"/>
                                    <a:pt x="28" y="115"/>
                                  </a:cubicBezTo>
                                  <a:cubicBezTo>
                                    <a:pt x="27" y="116"/>
                                    <a:pt x="27" y="116"/>
                                    <a:pt x="27" y="117"/>
                                  </a:cubicBezTo>
                                  <a:cubicBezTo>
                                    <a:pt x="28" y="119"/>
                                    <a:pt x="27" y="121"/>
                                    <a:pt x="26" y="122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4" y="124"/>
                                    <a:pt x="22" y="126"/>
                                    <a:pt x="19" y="126"/>
                                  </a:cubicBezTo>
                                  <a:cubicBezTo>
                                    <a:pt x="19" y="125"/>
                                    <a:pt x="18" y="127"/>
                                    <a:pt x="18" y="126"/>
                                  </a:cubicBezTo>
                                  <a:cubicBezTo>
                                    <a:pt x="17" y="126"/>
                                    <a:pt x="16" y="126"/>
                                    <a:pt x="16" y="125"/>
                                  </a:cubicBezTo>
                                  <a:cubicBezTo>
                                    <a:pt x="15" y="125"/>
                                    <a:pt x="15" y="125"/>
                                    <a:pt x="14" y="124"/>
                                  </a:cubicBezTo>
                                  <a:cubicBezTo>
                                    <a:pt x="13" y="123"/>
                                    <a:pt x="11" y="122"/>
                                    <a:pt x="11" y="120"/>
                                  </a:cubicBezTo>
                                  <a:cubicBezTo>
                                    <a:pt x="10" y="120"/>
                                    <a:pt x="10" y="119"/>
                                    <a:pt x="9" y="119"/>
                                  </a:cubicBezTo>
                                  <a:cubicBezTo>
                                    <a:pt x="7" y="118"/>
                                    <a:pt x="7" y="116"/>
                                    <a:pt x="5" y="115"/>
                                  </a:cubicBezTo>
                                  <a:cubicBezTo>
                                    <a:pt x="5" y="114"/>
                                    <a:pt x="6" y="114"/>
                                    <a:pt x="6" y="114"/>
                                  </a:cubicBezTo>
                                  <a:cubicBezTo>
                                    <a:pt x="8" y="115"/>
                                    <a:pt x="10" y="114"/>
                                    <a:pt x="12" y="113"/>
                                  </a:cubicBezTo>
                                  <a:cubicBezTo>
                                    <a:pt x="12" y="112"/>
                                    <a:pt x="14" y="113"/>
                                    <a:pt x="14" y="111"/>
                                  </a:cubicBezTo>
                                  <a:cubicBezTo>
                                    <a:pt x="15" y="110"/>
                                    <a:pt x="14" y="110"/>
                                    <a:pt x="13" y="110"/>
                                  </a:cubicBezTo>
                                  <a:cubicBezTo>
                                    <a:pt x="13" y="110"/>
                                    <a:pt x="12" y="110"/>
                                    <a:pt x="12" y="110"/>
                                  </a:cubicBezTo>
                                  <a:cubicBezTo>
                                    <a:pt x="9" y="112"/>
                                    <a:pt x="4" y="110"/>
                                    <a:pt x="2" y="107"/>
                                  </a:cubicBezTo>
                                  <a:cubicBezTo>
                                    <a:pt x="2" y="107"/>
                                    <a:pt x="3" y="106"/>
                                    <a:pt x="2" y="105"/>
                                  </a:cubicBezTo>
                                  <a:cubicBezTo>
                                    <a:pt x="1" y="105"/>
                                    <a:pt x="1" y="105"/>
                                    <a:pt x="0" y="104"/>
                                  </a:cubicBezTo>
                                  <a:cubicBezTo>
                                    <a:pt x="0" y="104"/>
                                    <a:pt x="1" y="104"/>
                                    <a:pt x="1" y="103"/>
                                  </a:cubicBezTo>
                                  <a:cubicBezTo>
                                    <a:pt x="3" y="103"/>
                                    <a:pt x="3" y="103"/>
                                    <a:pt x="3" y="103"/>
                                  </a:cubicBezTo>
                                  <a:cubicBezTo>
                                    <a:pt x="3" y="103"/>
                                    <a:pt x="3" y="101"/>
                                    <a:pt x="3" y="101"/>
                                  </a:cubicBezTo>
                                  <a:cubicBezTo>
                                    <a:pt x="3" y="101"/>
                                    <a:pt x="4" y="101"/>
                                    <a:pt x="4" y="101"/>
                                  </a:cubicBezTo>
                                  <a:cubicBezTo>
                                    <a:pt x="10" y="101"/>
                                    <a:pt x="10" y="101"/>
                                    <a:pt x="10" y="101"/>
                                  </a:cubicBezTo>
                                  <a:cubicBezTo>
                                    <a:pt x="10" y="101"/>
                                    <a:pt x="10" y="101"/>
                                    <a:pt x="10" y="101"/>
                                  </a:cubicBezTo>
                                  <a:cubicBezTo>
                                    <a:pt x="12" y="101"/>
                                    <a:pt x="12" y="101"/>
                                    <a:pt x="12" y="101"/>
                                  </a:cubicBezTo>
                                  <a:cubicBezTo>
                                    <a:pt x="12" y="101"/>
                                    <a:pt x="12" y="101"/>
                                    <a:pt x="12" y="101"/>
                                  </a:cubicBezTo>
                                  <a:cubicBezTo>
                                    <a:pt x="13" y="101"/>
                                    <a:pt x="14" y="100"/>
                                    <a:pt x="14" y="100"/>
                                  </a:cubicBezTo>
                                  <a:cubicBezTo>
                                    <a:pt x="14" y="100"/>
                                    <a:pt x="15" y="100"/>
                                    <a:pt x="15" y="100"/>
                                  </a:cubicBezTo>
                                  <a:cubicBezTo>
                                    <a:pt x="16" y="101"/>
                                    <a:pt x="16" y="101"/>
                                    <a:pt x="16" y="101"/>
                                  </a:cubicBezTo>
                                  <a:cubicBezTo>
                                    <a:pt x="16" y="101"/>
                                    <a:pt x="17" y="101"/>
                                    <a:pt x="17" y="101"/>
                                  </a:cubicBezTo>
                                  <a:cubicBezTo>
                                    <a:pt x="17" y="101"/>
                                    <a:pt x="19" y="100"/>
                                    <a:pt x="19" y="100"/>
                                  </a:cubicBezTo>
                                  <a:cubicBezTo>
                                    <a:pt x="19" y="100"/>
                                    <a:pt x="19" y="100"/>
                                    <a:pt x="19" y="100"/>
                                  </a:cubicBezTo>
                                  <a:cubicBezTo>
                                    <a:pt x="19" y="100"/>
                                    <a:pt x="18" y="99"/>
                                    <a:pt x="19" y="99"/>
                                  </a:cubicBezTo>
                                  <a:cubicBezTo>
                                    <a:pt x="19" y="99"/>
                                    <a:pt x="19" y="98"/>
                                    <a:pt x="19" y="98"/>
                                  </a:cubicBezTo>
                                  <a:cubicBezTo>
                                    <a:pt x="16" y="93"/>
                                    <a:pt x="16" y="93"/>
                                    <a:pt x="16" y="93"/>
                                  </a:cubicBezTo>
                                  <a:cubicBezTo>
                                    <a:pt x="16" y="90"/>
                                    <a:pt x="16" y="90"/>
                                    <a:pt x="16" y="90"/>
                                  </a:cubicBezTo>
                                  <a:cubicBezTo>
                                    <a:pt x="14" y="90"/>
                                    <a:pt x="14" y="90"/>
                                    <a:pt x="14" y="90"/>
                                  </a:cubicBezTo>
                                  <a:cubicBezTo>
                                    <a:pt x="14" y="90"/>
                                    <a:pt x="13" y="90"/>
                                    <a:pt x="13" y="90"/>
                                  </a:cubicBezTo>
                                  <a:cubicBezTo>
                                    <a:pt x="13" y="90"/>
                                    <a:pt x="12" y="89"/>
                                    <a:pt x="12" y="89"/>
                                  </a:cubicBezTo>
                                  <a:cubicBezTo>
                                    <a:pt x="12" y="89"/>
                                    <a:pt x="12" y="89"/>
                                    <a:pt x="12" y="89"/>
                                  </a:cubicBezTo>
                                  <a:cubicBezTo>
                                    <a:pt x="12" y="88"/>
                                    <a:pt x="13" y="88"/>
                                    <a:pt x="13" y="87"/>
                                  </a:cubicBezTo>
                                  <a:cubicBezTo>
                                    <a:pt x="13" y="87"/>
                                    <a:pt x="13" y="87"/>
                                    <a:pt x="13" y="87"/>
                                  </a:cubicBezTo>
                                  <a:cubicBezTo>
                                    <a:pt x="13" y="87"/>
                                    <a:pt x="13" y="87"/>
                                    <a:pt x="13" y="86"/>
                                  </a:cubicBezTo>
                                  <a:cubicBezTo>
                                    <a:pt x="13" y="85"/>
                                    <a:pt x="13" y="84"/>
                                    <a:pt x="13" y="84"/>
                                  </a:cubicBezTo>
                                  <a:cubicBezTo>
                                    <a:pt x="13" y="84"/>
                                    <a:pt x="10" y="83"/>
                                    <a:pt x="10" y="83"/>
                                  </a:cubicBezTo>
                                  <a:cubicBezTo>
                                    <a:pt x="10" y="83"/>
                                    <a:pt x="8" y="82"/>
                                    <a:pt x="8" y="82"/>
                                  </a:cubicBezTo>
                                  <a:cubicBezTo>
                                    <a:pt x="8" y="80"/>
                                    <a:pt x="8" y="80"/>
                                    <a:pt x="8" y="80"/>
                                  </a:cubicBezTo>
                                  <a:cubicBezTo>
                                    <a:pt x="8" y="80"/>
                                    <a:pt x="11" y="76"/>
                                    <a:pt x="11" y="76"/>
                                  </a:cubicBezTo>
                                  <a:cubicBezTo>
                                    <a:pt x="11" y="76"/>
                                    <a:pt x="14" y="72"/>
                                    <a:pt x="14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7" y="75"/>
                                    <a:pt x="17" y="75"/>
                                    <a:pt x="17" y="75"/>
                                  </a:cubicBezTo>
                                  <a:cubicBezTo>
                                    <a:pt x="19" y="74"/>
                                    <a:pt x="19" y="74"/>
                                    <a:pt x="19" y="74"/>
                                  </a:cubicBezTo>
                                  <a:cubicBezTo>
                                    <a:pt x="19" y="74"/>
                                    <a:pt x="20" y="74"/>
                                    <a:pt x="20" y="74"/>
                                  </a:cubicBezTo>
                                  <a:cubicBezTo>
                                    <a:pt x="21" y="74"/>
                                    <a:pt x="25" y="73"/>
                                    <a:pt x="25" y="73"/>
                                  </a:cubicBezTo>
                                  <a:cubicBezTo>
                                    <a:pt x="25" y="73"/>
                                    <a:pt x="26" y="70"/>
                                    <a:pt x="26" y="69"/>
                                  </a:cubicBezTo>
                                  <a:cubicBezTo>
                                    <a:pt x="26" y="69"/>
                                    <a:pt x="27" y="68"/>
                                    <a:pt x="27" y="67"/>
                                  </a:cubicBezTo>
                                  <a:cubicBezTo>
                                    <a:pt x="28" y="67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3" y="60"/>
                                    <a:pt x="34" y="60"/>
                                  </a:cubicBezTo>
                                  <a:cubicBezTo>
                                    <a:pt x="34" y="59"/>
                                    <a:pt x="35" y="57"/>
                                    <a:pt x="35" y="57"/>
                                  </a:cubicBezTo>
                                  <a:cubicBezTo>
                                    <a:pt x="38" y="56"/>
                                    <a:pt x="38" y="56"/>
                                    <a:pt x="38" y="56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43" y="49"/>
                                    <a:pt x="43" y="49"/>
                                    <a:pt x="43" y="49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5"/>
                                    <a:pt x="43" y="45"/>
                                  </a:cubicBezTo>
                                  <a:cubicBezTo>
                                    <a:pt x="43" y="45"/>
                                    <a:pt x="43" y="45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3"/>
                                  </a:cubicBezTo>
                                  <a:cubicBezTo>
                                    <a:pt x="42" y="43"/>
                                    <a:pt x="45" y="41"/>
                                    <a:pt x="45" y="41"/>
                                  </a:cubicBezTo>
                                  <a:cubicBezTo>
                                    <a:pt x="47" y="41"/>
                                    <a:pt x="47" y="41"/>
                                    <a:pt x="47" y="41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7" y="38"/>
                                    <a:pt x="47" y="38"/>
                                    <a:pt x="47" y="38"/>
                                  </a:cubicBez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4" y="38"/>
                                    <a:pt x="44" y="38"/>
                                    <a:pt x="44" y="38"/>
                                  </a:cubicBezTo>
                                  <a:cubicBezTo>
                                    <a:pt x="44" y="35"/>
                                    <a:pt x="44" y="35"/>
                                    <a:pt x="44" y="35"/>
                                  </a:cubicBezTo>
                                  <a:cubicBezTo>
                                    <a:pt x="44" y="35"/>
                                    <a:pt x="43" y="35"/>
                                    <a:pt x="42" y="35"/>
                                  </a:cubicBezTo>
                                  <a:cubicBezTo>
                                    <a:pt x="42" y="35"/>
                                    <a:pt x="41" y="35"/>
                                    <a:pt x="41" y="35"/>
                                  </a:cubicBezTo>
                                  <a:cubicBezTo>
                                    <a:pt x="41" y="35"/>
                                    <a:pt x="39" y="34"/>
                                    <a:pt x="39" y="34"/>
                                  </a:cubicBezTo>
                                  <a:cubicBezTo>
                                    <a:pt x="38" y="34"/>
                                    <a:pt x="37" y="33"/>
                                    <a:pt x="37" y="33"/>
                                  </a:cubicBezTo>
                                  <a:cubicBezTo>
                                    <a:pt x="37" y="33"/>
                                    <a:pt x="36" y="32"/>
                                    <a:pt x="36" y="31"/>
                                  </a:cubicBezTo>
                                  <a:cubicBezTo>
                                    <a:pt x="36" y="31"/>
                                    <a:pt x="36" y="30"/>
                                    <a:pt x="36" y="29"/>
                                  </a:cubicBezTo>
                                  <a:cubicBezTo>
                                    <a:pt x="36" y="29"/>
                                    <a:pt x="36" y="27"/>
                                    <a:pt x="36" y="27"/>
                                  </a:cubicBezTo>
                                  <a:cubicBezTo>
                                    <a:pt x="36" y="27"/>
                                    <a:pt x="36" y="26"/>
                                    <a:pt x="35" y="25"/>
                                  </a:cubicBezTo>
                                  <a:cubicBezTo>
                                    <a:pt x="35" y="25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6" y="21"/>
                                    <a:pt x="36" y="20"/>
                                  </a:cubicBezTo>
                                  <a:cubicBezTo>
                                    <a:pt x="36" y="20"/>
                                    <a:pt x="37" y="19"/>
                                    <a:pt x="37" y="19"/>
                                  </a:cubicBezTo>
                                  <a:cubicBezTo>
                                    <a:pt x="42" y="19"/>
                                    <a:pt x="42" y="19"/>
                                    <a:pt x="42" y="19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5" y="12"/>
                                    <a:pt x="35" y="12"/>
                                  </a:cubicBezTo>
                                  <a:cubicBezTo>
                                    <a:pt x="34" y="12"/>
                                    <a:pt x="34" y="12"/>
                                    <a:pt x="34" y="12"/>
                                  </a:cubicBezTo>
                                  <a:cubicBezTo>
                                    <a:pt x="34" y="12"/>
                                    <a:pt x="34" y="12"/>
                                    <a:pt x="34" y="12"/>
                                  </a:cubicBezTo>
                                  <a:cubicBezTo>
                                    <a:pt x="34" y="11"/>
                                    <a:pt x="33" y="10"/>
                                    <a:pt x="33" y="10"/>
                                  </a:cubicBezTo>
                                  <a:cubicBezTo>
                                    <a:pt x="33" y="10"/>
                                    <a:pt x="30" y="9"/>
                                    <a:pt x="30" y="9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6"/>
                                    <a:pt x="29" y="6"/>
                                    <a:pt x="29" y="6"/>
                                  </a:cubicBezTo>
                                  <a:cubicBezTo>
                                    <a:pt x="29" y="6"/>
                                    <a:pt x="30" y="6"/>
                                    <a:pt x="30" y="6"/>
                                  </a:cubicBezTo>
                                  <a:cubicBezTo>
                                    <a:pt x="31" y="6"/>
                                    <a:pt x="32" y="5"/>
                                    <a:pt x="32" y="5"/>
                                  </a:cubicBezTo>
                                  <a:cubicBezTo>
                                    <a:pt x="32" y="4"/>
                                    <a:pt x="33" y="3"/>
                                    <a:pt x="33" y="3"/>
                                  </a:cubicBezTo>
                                  <a:cubicBezTo>
                                    <a:pt x="37" y="2"/>
                                    <a:pt x="37" y="2"/>
                                    <a:pt x="37" y="2"/>
                                  </a:cubicBezTo>
                                  <a:cubicBezTo>
                                    <a:pt x="38" y="1"/>
                                    <a:pt x="38" y="1"/>
                                    <a:pt x="38" y="1"/>
                                  </a:cubicBezTo>
                                  <a:cubicBezTo>
                                    <a:pt x="38" y="1"/>
                                    <a:pt x="39" y="1"/>
                                    <a:pt x="40" y="1"/>
                                  </a:cubicBezTo>
                                  <a:cubicBezTo>
                                    <a:pt x="41" y="1"/>
                                    <a:pt x="42" y="1"/>
                                    <a:pt x="42" y="0"/>
                                  </a:cubicBezTo>
                                  <a:cubicBezTo>
                                    <a:pt x="42" y="0"/>
                                    <a:pt x="43" y="0"/>
                                    <a:pt x="43" y="0"/>
                                  </a:cubicBezTo>
                                  <a:cubicBezTo>
                                    <a:pt x="47" y="0"/>
                                    <a:pt x="47" y="0"/>
                                    <a:pt x="47" y="0"/>
                                  </a:cubicBez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2"/>
                                    <a:pt x="49" y="2"/>
                                    <a:pt x="50" y="3"/>
                                  </a:cubicBezTo>
                                  <a:cubicBezTo>
                                    <a:pt x="50" y="3"/>
                                    <a:pt x="52" y="3"/>
                                    <a:pt x="52" y="3"/>
                                  </a:cubicBezTo>
                                  <a:cubicBezTo>
                                    <a:pt x="53" y="4"/>
                                    <a:pt x="55" y="5"/>
                                    <a:pt x="55" y="5"/>
                                  </a:cubicBezTo>
                                  <a:cubicBezTo>
                                    <a:pt x="57" y="7"/>
                                    <a:pt x="57" y="7"/>
                                    <a:pt x="57" y="7"/>
                                  </a:cubicBezTo>
                                  <a:cubicBezTo>
                                    <a:pt x="57" y="9"/>
                                    <a:pt x="57" y="9"/>
                                    <a:pt x="57" y="9"/>
                                  </a:cubicBezTo>
                                  <a:cubicBezTo>
                                    <a:pt x="59" y="11"/>
                                    <a:pt x="59" y="11"/>
                                    <a:pt x="59" y="11"/>
                                  </a:cubicBezTo>
                                  <a:cubicBezTo>
                                    <a:pt x="59" y="11"/>
                                    <a:pt x="62" y="11"/>
                                    <a:pt x="62" y="11"/>
                                  </a:cubicBezTo>
                                  <a:cubicBezTo>
                                    <a:pt x="63" y="11"/>
                                    <a:pt x="62" y="12"/>
                                    <a:pt x="62" y="12"/>
                                  </a:cubicBezTo>
                                  <a:cubicBezTo>
                                    <a:pt x="63" y="13"/>
                                    <a:pt x="63" y="13"/>
                                    <a:pt x="63" y="13"/>
                                  </a:cubicBezTo>
                                  <a:cubicBezTo>
                                    <a:pt x="66" y="12"/>
                                    <a:pt x="66" y="12"/>
                                    <a:pt x="66" y="12"/>
                                  </a:cubicBezTo>
                                  <a:cubicBezTo>
                                    <a:pt x="68" y="11"/>
                                    <a:pt x="68" y="11"/>
                                    <a:pt x="68" y="11"/>
                                  </a:cubicBezTo>
                                  <a:cubicBezTo>
                                    <a:pt x="69" y="10"/>
                                    <a:pt x="69" y="10"/>
                                    <a:pt x="69" y="10"/>
                                  </a:cubicBezTo>
                                  <a:cubicBezTo>
                                    <a:pt x="69" y="10"/>
                                    <a:pt x="70" y="9"/>
                                    <a:pt x="72" y="9"/>
                                  </a:cubicBezTo>
                                  <a:cubicBezTo>
                                    <a:pt x="73" y="9"/>
                                    <a:pt x="76" y="9"/>
                                    <a:pt x="76" y="9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7" y="10"/>
                                    <a:pt x="77" y="11"/>
                                    <a:pt x="78" y="12"/>
                                  </a:cubicBezTo>
                                  <a:cubicBezTo>
                                    <a:pt x="78" y="12"/>
                                    <a:pt x="79" y="13"/>
                                    <a:pt x="79" y="13"/>
                                  </a:cubicBezTo>
                                  <a:cubicBezTo>
                                    <a:pt x="82" y="12"/>
                                    <a:pt x="82" y="12"/>
                                    <a:pt x="82" y="12"/>
                                  </a:cubicBezTo>
                                  <a:cubicBezTo>
                                    <a:pt x="82" y="12"/>
                                    <a:pt x="82" y="14"/>
                                    <a:pt x="82" y="15"/>
                                  </a:cubicBezTo>
                                  <a:cubicBezTo>
                                    <a:pt x="82" y="15"/>
                                    <a:pt x="82" y="15"/>
                                    <a:pt x="82" y="16"/>
                                  </a:cubicBezTo>
                                  <a:cubicBezTo>
                                    <a:pt x="82" y="16"/>
                                    <a:pt x="81" y="17"/>
                                    <a:pt x="81" y="17"/>
                                  </a:cubicBezTo>
                                  <a:cubicBezTo>
                                    <a:pt x="81" y="17"/>
                                    <a:pt x="80" y="18"/>
                                    <a:pt x="80" y="18"/>
                                  </a:cubicBezTo>
                                  <a:cubicBezTo>
                                    <a:pt x="79" y="18"/>
                                    <a:pt x="79" y="19"/>
                                    <a:pt x="78" y="19"/>
                                  </a:cubicBezTo>
                                  <a:cubicBezTo>
                                    <a:pt x="78" y="20"/>
                                    <a:pt x="78" y="21"/>
                                    <a:pt x="78" y="21"/>
                                  </a:cubicBezTo>
                                  <a:cubicBezTo>
                                    <a:pt x="78" y="23"/>
                                    <a:pt x="78" y="23"/>
                                    <a:pt x="78" y="23"/>
                                  </a:cubicBezTo>
                                  <a:cubicBezTo>
                                    <a:pt x="78" y="23"/>
                                    <a:pt x="77" y="25"/>
                                    <a:pt x="76" y="25"/>
                                  </a:cubicBezTo>
                                  <a:cubicBezTo>
                                    <a:pt x="76" y="25"/>
                                    <a:pt x="75" y="26"/>
                                    <a:pt x="75" y="26"/>
                                  </a:cubicBezTo>
                                  <a:cubicBezTo>
                                    <a:pt x="74" y="26"/>
                                    <a:pt x="73" y="27"/>
                                    <a:pt x="73" y="27"/>
                                  </a:cubicBezTo>
                                  <a:cubicBezTo>
                                    <a:pt x="73" y="27"/>
                                    <a:pt x="72" y="27"/>
                                    <a:pt x="71" y="27"/>
                                  </a:cubicBezTo>
                                  <a:cubicBezTo>
                                    <a:pt x="71" y="28"/>
                                    <a:pt x="71" y="28"/>
                                    <a:pt x="71" y="28"/>
                                  </a:cubicBezTo>
                                  <a:cubicBezTo>
                                    <a:pt x="72" y="30"/>
                                    <a:pt x="72" y="30"/>
                                    <a:pt x="72" y="30"/>
                                  </a:cubicBezTo>
                                  <a:cubicBezTo>
                                    <a:pt x="74" y="32"/>
                                    <a:pt x="74" y="32"/>
                                    <a:pt x="74" y="32"/>
                                  </a:cubicBezTo>
                                  <a:cubicBezTo>
                                    <a:pt x="75" y="33"/>
                                    <a:pt x="75" y="33"/>
                                    <a:pt x="75" y="33"/>
                                  </a:cubicBezTo>
                                  <a:cubicBezTo>
                                    <a:pt x="75" y="33"/>
                                    <a:pt x="76" y="34"/>
                                    <a:pt x="76" y="34"/>
                                  </a:cubicBezTo>
                                  <a:cubicBezTo>
                                    <a:pt x="77" y="35"/>
                                    <a:pt x="76" y="36"/>
                                    <a:pt x="76" y="36"/>
                                  </a:cubicBezTo>
                                  <a:cubicBezTo>
                                    <a:pt x="76" y="37"/>
                                    <a:pt x="76" y="37"/>
                                    <a:pt x="76" y="37"/>
                                  </a:cubicBezTo>
                                  <a:cubicBezTo>
                                    <a:pt x="74" y="37"/>
                                    <a:pt x="74" y="37"/>
                                    <a:pt x="74" y="37"/>
                                  </a:cubicBezTo>
                                  <a:cubicBezTo>
                                    <a:pt x="74" y="37"/>
                                    <a:pt x="73" y="38"/>
                                    <a:pt x="72" y="38"/>
                                  </a:cubicBezTo>
                                  <a:cubicBezTo>
                                    <a:pt x="72" y="38"/>
                                    <a:pt x="72" y="36"/>
                                    <a:pt x="72" y="36"/>
                                  </a:cubicBezTo>
                                  <a:cubicBezTo>
                                    <a:pt x="70" y="36"/>
                                    <a:pt x="70" y="36"/>
                                    <a:pt x="70" y="36"/>
                                  </a:cubicBezTo>
                                  <a:cubicBezTo>
                                    <a:pt x="69" y="37"/>
                                    <a:pt x="69" y="37"/>
                                    <a:pt x="69" y="37"/>
                                  </a:cubicBezTo>
                                  <a:cubicBezTo>
                                    <a:pt x="69" y="37"/>
                                    <a:pt x="69" y="38"/>
                                    <a:pt x="69" y="39"/>
                                  </a:cubicBezTo>
                                  <a:cubicBezTo>
                                    <a:pt x="69" y="39"/>
                                    <a:pt x="69" y="40"/>
                                    <a:pt x="69" y="40"/>
                                  </a:cubicBezTo>
                                  <a:cubicBezTo>
                                    <a:pt x="69" y="40"/>
                                    <a:pt x="70" y="40"/>
                                    <a:pt x="71" y="41"/>
                                  </a:cubicBezTo>
                                  <a:cubicBezTo>
                                    <a:pt x="72" y="41"/>
                                    <a:pt x="71" y="42"/>
                                    <a:pt x="71" y="42"/>
                                  </a:cubicBezTo>
                                  <a:cubicBezTo>
                                    <a:pt x="71" y="42"/>
                                    <a:pt x="71" y="44"/>
                                    <a:pt x="72" y="44"/>
                                  </a:cubicBezTo>
                                  <a:cubicBezTo>
                                    <a:pt x="73" y="45"/>
                                    <a:pt x="71" y="46"/>
                                    <a:pt x="71" y="46"/>
                                  </a:cubicBezTo>
                                  <a:cubicBezTo>
                                    <a:pt x="71" y="46"/>
                                    <a:pt x="71" y="47"/>
                                    <a:pt x="72" y="47"/>
                                  </a:cubicBezTo>
                                  <a:cubicBezTo>
                                    <a:pt x="72" y="47"/>
                                    <a:pt x="73" y="48"/>
                                    <a:pt x="73" y="48"/>
                                  </a:cubicBezTo>
                                  <a:cubicBezTo>
                                    <a:pt x="75" y="49"/>
                                    <a:pt x="75" y="49"/>
                                    <a:pt x="75" y="49"/>
                                  </a:cubicBezTo>
                                  <a:cubicBezTo>
                                    <a:pt x="75" y="49"/>
                                    <a:pt x="76" y="49"/>
                                    <a:pt x="77" y="49"/>
                                  </a:cubicBezTo>
                                  <a:cubicBezTo>
                                    <a:pt x="77" y="49"/>
                                    <a:pt x="80" y="51"/>
                                    <a:pt x="80" y="51"/>
                                  </a:cubicBezTo>
                                  <a:cubicBezTo>
                                    <a:pt x="80" y="51"/>
                                    <a:pt x="81" y="52"/>
                                    <a:pt x="81" y="52"/>
                                  </a:cubicBezTo>
                                  <a:cubicBezTo>
                                    <a:pt x="84" y="54"/>
                                    <a:pt x="84" y="54"/>
                                    <a:pt x="84" y="54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3" y="58"/>
                                    <a:pt x="83" y="58"/>
                                    <a:pt x="83" y="58"/>
                                  </a:cubicBezTo>
                                  <a:cubicBezTo>
                                    <a:pt x="82" y="60"/>
                                    <a:pt x="82" y="60"/>
                                    <a:pt x="82" y="60"/>
                                  </a:cubicBezTo>
                                  <a:cubicBezTo>
                                    <a:pt x="82" y="63"/>
                                    <a:pt x="82" y="63"/>
                                    <a:pt x="82" y="63"/>
                                  </a:cubicBezTo>
                                  <a:cubicBezTo>
                                    <a:pt x="80" y="64"/>
                                    <a:pt x="80" y="64"/>
                                    <a:pt x="80" y="64"/>
                                  </a:cubicBezTo>
                                  <a:cubicBezTo>
                                    <a:pt x="80" y="66"/>
                                    <a:pt x="80" y="66"/>
                                    <a:pt x="80" y="66"/>
                                  </a:cubicBezTo>
                                  <a:cubicBezTo>
                                    <a:pt x="82" y="68"/>
                                    <a:pt x="82" y="68"/>
                                    <a:pt x="82" y="68"/>
                                  </a:cubicBezTo>
                                  <a:cubicBezTo>
                                    <a:pt x="90" y="72"/>
                                    <a:pt x="90" y="72"/>
                                    <a:pt x="90" y="72"/>
                                  </a:cubicBezTo>
                                  <a:cubicBezTo>
                                    <a:pt x="92" y="73"/>
                                    <a:pt x="92" y="73"/>
                                    <a:pt x="92" y="73"/>
                                  </a:cubicBezTo>
                                  <a:cubicBezTo>
                                    <a:pt x="93" y="73"/>
                                    <a:pt x="93" y="73"/>
                                    <a:pt x="93" y="73"/>
                                  </a:cubicBezTo>
                                  <a:cubicBezTo>
                                    <a:pt x="96" y="75"/>
                                    <a:pt x="96" y="75"/>
                                    <a:pt x="96" y="75"/>
                                  </a:cubicBezTo>
                                  <a:cubicBezTo>
                                    <a:pt x="96" y="75"/>
                                    <a:pt x="96" y="75"/>
                                    <a:pt x="96" y="75"/>
                                  </a:cubicBezTo>
                                  <a:cubicBezTo>
                                    <a:pt x="98" y="75"/>
                                    <a:pt x="98" y="75"/>
                                    <a:pt x="98" y="75"/>
                                  </a:cubicBezTo>
                                  <a:cubicBezTo>
                                    <a:pt x="98" y="76"/>
                                    <a:pt x="98" y="76"/>
                                    <a:pt x="98" y="76"/>
                                  </a:cubicBezTo>
                                  <a:cubicBezTo>
                                    <a:pt x="101" y="77"/>
                                    <a:pt x="101" y="77"/>
                                    <a:pt x="101" y="77"/>
                                  </a:cubicBezTo>
                                  <a:cubicBezTo>
                                    <a:pt x="102" y="78"/>
                                    <a:pt x="102" y="78"/>
                                    <a:pt x="102" y="78"/>
                                  </a:cubicBezTo>
                                  <a:cubicBezTo>
                                    <a:pt x="103" y="77"/>
                                    <a:pt x="103" y="77"/>
                                    <a:pt x="103" y="77"/>
                                  </a:cubicBezTo>
                                  <a:cubicBezTo>
                                    <a:pt x="103" y="77"/>
                                    <a:pt x="105" y="78"/>
                                    <a:pt x="105" y="78"/>
                                  </a:cubicBezTo>
                                  <a:cubicBezTo>
                                    <a:pt x="105" y="78"/>
                                    <a:pt x="106" y="77"/>
                                    <a:pt x="106" y="77"/>
                                  </a:cubicBezTo>
                                  <a:cubicBezTo>
                                    <a:pt x="107" y="76"/>
                                    <a:pt x="107" y="76"/>
                                    <a:pt x="107" y="76"/>
                                  </a:cubicBezTo>
                                  <a:cubicBezTo>
                                    <a:pt x="107" y="76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11" y="78"/>
                                    <a:pt x="111" y="78"/>
                                  </a:cubicBezTo>
                                  <a:cubicBezTo>
                                    <a:pt x="111" y="80"/>
                                    <a:pt x="111" y="80"/>
                                    <a:pt x="111" y="80"/>
                                  </a:cubicBezTo>
                                  <a:cubicBezTo>
                                    <a:pt x="114" y="82"/>
                                    <a:pt x="114" y="82"/>
                                    <a:pt x="114" y="82"/>
                                  </a:cubicBezTo>
                                  <a:cubicBezTo>
                                    <a:pt x="116" y="82"/>
                                    <a:pt x="116" y="82"/>
                                    <a:pt x="116" y="82"/>
                                  </a:cubicBezTo>
                                  <a:cubicBezTo>
                                    <a:pt x="117" y="81"/>
                                    <a:pt x="117" y="81"/>
                                    <a:pt x="117" y="81"/>
                                  </a:cubicBezTo>
                                  <a:cubicBezTo>
                                    <a:pt x="117" y="81"/>
                                    <a:pt x="118" y="82"/>
                                    <a:pt x="118" y="82"/>
                                  </a:cubicBezTo>
                                  <a:cubicBezTo>
                                    <a:pt x="118" y="82"/>
                                    <a:pt x="119" y="83"/>
                                    <a:pt x="119" y="83"/>
                                  </a:cubicBezTo>
                                  <a:cubicBezTo>
                                    <a:pt x="120" y="83"/>
                                    <a:pt x="120" y="83"/>
                                    <a:pt x="120" y="83"/>
                                  </a:cubicBezTo>
                                  <a:cubicBezTo>
                                    <a:pt x="123" y="83"/>
                                    <a:pt x="123" y="83"/>
                                    <a:pt x="123" y="83"/>
                                  </a:cubicBezTo>
                                  <a:cubicBezTo>
                                    <a:pt x="124" y="84"/>
                                    <a:pt x="124" y="84"/>
                                    <a:pt x="124" y="84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7" y="84"/>
                                    <a:pt x="127" y="84"/>
                                    <a:pt x="127" y="84"/>
                                  </a:cubicBezTo>
                                  <a:cubicBezTo>
                                    <a:pt x="127" y="84"/>
                                    <a:pt x="128" y="85"/>
                                    <a:pt x="128" y="85"/>
                                  </a:cubicBezTo>
                                  <a:cubicBezTo>
                                    <a:pt x="128" y="85"/>
                                    <a:pt x="129" y="85"/>
                                    <a:pt x="129" y="85"/>
                                  </a:cubicBezTo>
                                  <a:cubicBezTo>
                                    <a:pt x="130" y="85"/>
                                    <a:pt x="130" y="85"/>
                                    <a:pt x="130" y="85"/>
                                  </a:cubicBezTo>
                                  <a:cubicBezTo>
                                    <a:pt x="130" y="85"/>
                                    <a:pt x="131" y="84"/>
                                    <a:pt x="131" y="85"/>
                                  </a:cubicBezTo>
                                  <a:cubicBezTo>
                                    <a:pt x="132" y="85"/>
                                    <a:pt x="132" y="85"/>
                                    <a:pt x="132" y="85"/>
                                  </a:cubicBezTo>
                                  <a:cubicBezTo>
                                    <a:pt x="132" y="85"/>
                                    <a:pt x="132" y="84"/>
                                    <a:pt x="133" y="84"/>
                                  </a:cubicBezTo>
                                  <a:cubicBezTo>
                                    <a:pt x="133" y="84"/>
                                    <a:pt x="134" y="85"/>
                                    <a:pt x="134" y="85"/>
                                  </a:cubicBezTo>
                                  <a:cubicBezTo>
                                    <a:pt x="135" y="83"/>
                                    <a:pt x="135" y="83"/>
                                    <a:pt x="135" y="83"/>
                                  </a:cubicBezTo>
                                  <a:cubicBezTo>
                                    <a:pt x="135" y="83"/>
                                    <a:pt x="134" y="80"/>
                                    <a:pt x="134" y="80"/>
                                  </a:cubicBezTo>
                                  <a:cubicBezTo>
                                    <a:pt x="134" y="79"/>
                                    <a:pt x="134" y="76"/>
                                    <a:pt x="134" y="76"/>
                                  </a:cubicBezTo>
                                  <a:cubicBezTo>
                                    <a:pt x="134" y="76"/>
                                    <a:pt x="135" y="75"/>
                                    <a:pt x="135" y="75"/>
                                  </a:cubicBezTo>
                                  <a:cubicBezTo>
                                    <a:pt x="135" y="75"/>
                                    <a:pt x="135" y="73"/>
                                    <a:pt x="135" y="73"/>
                                  </a:cubicBezTo>
                                  <a:cubicBezTo>
                                    <a:pt x="135" y="73"/>
                                    <a:pt x="135" y="73"/>
                                    <a:pt x="135" y="73"/>
                                  </a:cubicBezTo>
                                  <a:cubicBezTo>
                                    <a:pt x="137" y="72"/>
                                    <a:pt x="137" y="72"/>
                                    <a:pt x="137" y="72"/>
                                  </a:cubicBezTo>
                                  <a:cubicBezTo>
                                    <a:pt x="138" y="72"/>
                                    <a:pt x="138" y="72"/>
                                    <a:pt x="138" y="72"/>
                                  </a:cubicBezTo>
                                  <a:cubicBezTo>
                                    <a:pt x="140" y="73"/>
                                    <a:pt x="140" y="73"/>
                                    <a:pt x="140" y="73"/>
                                  </a:cubicBezTo>
                                  <a:cubicBezTo>
                                    <a:pt x="139" y="74"/>
                                    <a:pt x="139" y="74"/>
                                    <a:pt x="139" y="74"/>
                                  </a:cubicBezTo>
                                  <a:cubicBezTo>
                                    <a:pt x="139" y="77"/>
                                    <a:pt x="139" y="77"/>
                                    <a:pt x="139" y="77"/>
                                  </a:cubicBezTo>
                                  <a:cubicBezTo>
                                    <a:pt x="140" y="77"/>
                                    <a:pt x="140" y="77"/>
                                    <a:pt x="140" y="77"/>
                                  </a:cubicBezTo>
                                  <a:cubicBezTo>
                                    <a:pt x="139" y="80"/>
                                    <a:pt x="139" y="80"/>
                                    <a:pt x="139" y="80"/>
                                  </a:cubicBezTo>
                                  <a:cubicBezTo>
                                    <a:pt x="141" y="82"/>
                                    <a:pt x="141" y="82"/>
                                    <a:pt x="141" y="82"/>
                                  </a:cubicBezTo>
                                  <a:cubicBezTo>
                                    <a:pt x="141" y="82"/>
                                    <a:pt x="143" y="82"/>
                                    <a:pt x="143" y="82"/>
                                  </a:cubicBezTo>
                                  <a:cubicBezTo>
                                    <a:pt x="144" y="82"/>
                                    <a:pt x="146" y="82"/>
                                    <a:pt x="146" y="82"/>
                                  </a:cubicBezTo>
                                  <a:cubicBezTo>
                                    <a:pt x="146" y="82"/>
                                    <a:pt x="148" y="82"/>
                                    <a:pt x="148" y="82"/>
                                  </a:cubicBezTo>
                                  <a:cubicBezTo>
                                    <a:pt x="148" y="82"/>
                                    <a:pt x="149" y="81"/>
                                    <a:pt x="149" y="81"/>
                                  </a:cubicBezTo>
                                  <a:cubicBezTo>
                                    <a:pt x="151" y="81"/>
                                    <a:pt x="151" y="81"/>
                                    <a:pt x="151" y="81"/>
                                  </a:cubicBezTo>
                                  <a:cubicBezTo>
                                    <a:pt x="152" y="82"/>
                                    <a:pt x="152" y="82"/>
                                    <a:pt x="152" y="82"/>
                                  </a:cubicBezTo>
                                  <a:cubicBezTo>
                                    <a:pt x="154" y="82"/>
                                    <a:pt x="154" y="82"/>
                                    <a:pt x="154" y="82"/>
                                  </a:cubicBezTo>
                                  <a:cubicBezTo>
                                    <a:pt x="154" y="82"/>
                                    <a:pt x="158" y="82"/>
                                    <a:pt x="159" y="81"/>
                                  </a:cubicBezTo>
                                  <a:cubicBezTo>
                                    <a:pt x="160" y="81"/>
                                    <a:pt x="161" y="81"/>
                                    <a:pt x="161" y="81"/>
                                  </a:cubicBezTo>
                                  <a:cubicBezTo>
                                    <a:pt x="162" y="77"/>
                                    <a:pt x="162" y="77"/>
                                    <a:pt x="162" y="77"/>
                                  </a:cubicBezTo>
                                  <a:cubicBezTo>
                                    <a:pt x="162" y="77"/>
                                    <a:pt x="161" y="77"/>
                                    <a:pt x="160" y="76"/>
                                  </a:cubicBezTo>
                                  <a:cubicBezTo>
                                    <a:pt x="160" y="76"/>
                                    <a:pt x="158" y="76"/>
                                    <a:pt x="158" y="76"/>
                                  </a:cubicBezTo>
                                  <a:cubicBezTo>
                                    <a:pt x="158" y="75"/>
                                    <a:pt x="158" y="75"/>
                                    <a:pt x="158" y="75"/>
                                  </a:cubicBezTo>
                                  <a:cubicBezTo>
                                    <a:pt x="160" y="75"/>
                                    <a:pt x="160" y="75"/>
                                    <a:pt x="160" y="75"/>
                                  </a:cubicBezTo>
                                  <a:cubicBezTo>
                                    <a:pt x="160" y="75"/>
                                    <a:pt x="162" y="74"/>
                                    <a:pt x="162" y="74"/>
                                  </a:cubicBezTo>
                                  <a:cubicBezTo>
                                    <a:pt x="163" y="74"/>
                                    <a:pt x="164" y="74"/>
                                    <a:pt x="165" y="73"/>
                                  </a:cubicBezTo>
                                  <a:cubicBezTo>
                                    <a:pt x="165" y="73"/>
                                    <a:pt x="166" y="73"/>
                                    <a:pt x="166" y="72"/>
                                  </a:cubicBezTo>
                                  <a:cubicBezTo>
                                    <a:pt x="166" y="72"/>
                                    <a:pt x="166" y="71"/>
                                    <a:pt x="166" y="71"/>
                                  </a:cubicBezTo>
                                  <a:cubicBezTo>
                                    <a:pt x="166" y="71"/>
                                    <a:pt x="168" y="71"/>
                                    <a:pt x="168" y="70"/>
                                  </a:cubicBezTo>
                                  <a:cubicBezTo>
                                    <a:pt x="168" y="69"/>
                                    <a:pt x="169" y="69"/>
                                    <a:pt x="169" y="68"/>
                                  </a:cubicBezTo>
                                  <a:cubicBezTo>
                                    <a:pt x="170" y="68"/>
                                    <a:pt x="171" y="68"/>
                                    <a:pt x="172" y="67"/>
                                  </a:cubicBezTo>
                                  <a:cubicBezTo>
                                    <a:pt x="173" y="67"/>
                                    <a:pt x="174" y="67"/>
                                    <a:pt x="174" y="67"/>
                                  </a:cubicBezTo>
                                  <a:cubicBezTo>
                                    <a:pt x="175" y="66"/>
                                    <a:pt x="176" y="65"/>
                                    <a:pt x="176" y="65"/>
                                  </a:cubicBezTo>
                                  <a:cubicBezTo>
                                    <a:pt x="176" y="64"/>
                                    <a:pt x="176" y="64"/>
                                    <a:pt x="177" y="64"/>
                                  </a:cubicBezTo>
                                  <a:cubicBezTo>
                                    <a:pt x="177" y="63"/>
                                    <a:pt x="179" y="63"/>
                                    <a:pt x="179" y="63"/>
                                  </a:cubicBezTo>
                                  <a:cubicBezTo>
                                    <a:pt x="180" y="63"/>
                                    <a:pt x="181" y="64"/>
                                    <a:pt x="183" y="64"/>
                                  </a:cubicBezTo>
                                  <a:cubicBezTo>
                                    <a:pt x="184" y="65"/>
                                    <a:pt x="185" y="64"/>
                                    <a:pt x="185" y="63"/>
                                  </a:cubicBezTo>
                                  <a:cubicBezTo>
                                    <a:pt x="185" y="63"/>
                                    <a:pt x="188" y="62"/>
                                    <a:pt x="188" y="62"/>
                                  </a:cubicBezTo>
                                  <a:cubicBezTo>
                                    <a:pt x="189" y="62"/>
                                    <a:pt x="190" y="63"/>
                                    <a:pt x="190" y="63"/>
                                  </a:cubicBezTo>
                                  <a:cubicBezTo>
                                    <a:pt x="190" y="64"/>
                                    <a:pt x="192" y="66"/>
                                    <a:pt x="192" y="67"/>
                                  </a:cubicBezTo>
                                  <a:cubicBezTo>
                                    <a:pt x="192" y="67"/>
                                    <a:pt x="191" y="69"/>
                                    <a:pt x="191" y="69"/>
                                  </a:cubicBezTo>
                                  <a:cubicBezTo>
                                    <a:pt x="191" y="70"/>
                                    <a:pt x="189" y="71"/>
                                    <a:pt x="189" y="71"/>
                                  </a:cubicBezTo>
                                  <a:cubicBezTo>
                                    <a:pt x="194" y="73"/>
                                    <a:pt x="194" y="73"/>
                                    <a:pt x="194" y="73"/>
                                  </a:cubicBezTo>
                                  <a:cubicBezTo>
                                    <a:pt x="194" y="74"/>
                                    <a:pt x="194" y="75"/>
                                    <a:pt x="194" y="7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4" name="Freeform 864">
                              <a:extLst>
                                <a:ext uri="{FF2B5EF4-FFF2-40B4-BE49-F238E27FC236}">
                                  <a16:creationId xmlns:a16="http://schemas.microsoft.com/office/drawing/2014/main" id="{751AF5E6-356E-C927-22AC-97C12100F1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499225" y="3517900"/>
                              <a:ext cx="192087" cy="100013"/>
                            </a:xfrm>
                            <a:custGeom>
                              <a:avLst/>
                              <a:gdLst>
                                <a:gd name="T0" fmla="*/ 42 w 46"/>
                                <a:gd name="T1" fmla="*/ 15 h 24"/>
                                <a:gd name="T2" fmla="*/ 40 w 46"/>
                                <a:gd name="T3" fmla="*/ 14 h 24"/>
                                <a:gd name="T4" fmla="*/ 39 w 46"/>
                                <a:gd name="T5" fmla="*/ 11 h 24"/>
                                <a:gd name="T6" fmla="*/ 36 w 46"/>
                                <a:gd name="T7" fmla="*/ 10 h 24"/>
                                <a:gd name="T8" fmla="*/ 34 w 46"/>
                                <a:gd name="T9" fmla="*/ 8 h 24"/>
                                <a:gd name="T10" fmla="*/ 30 w 46"/>
                                <a:gd name="T11" fmla="*/ 9 h 24"/>
                                <a:gd name="T12" fmla="*/ 28 w 46"/>
                                <a:gd name="T13" fmla="*/ 9 h 24"/>
                                <a:gd name="T14" fmla="*/ 26 w 46"/>
                                <a:gd name="T15" fmla="*/ 9 h 24"/>
                                <a:gd name="T16" fmla="*/ 26 w 46"/>
                                <a:gd name="T17" fmla="*/ 8 h 24"/>
                                <a:gd name="T18" fmla="*/ 23 w 46"/>
                                <a:gd name="T19" fmla="*/ 7 h 24"/>
                                <a:gd name="T20" fmla="*/ 21 w 46"/>
                                <a:gd name="T21" fmla="*/ 5 h 24"/>
                                <a:gd name="T22" fmla="*/ 19 w 46"/>
                                <a:gd name="T23" fmla="*/ 4 h 24"/>
                                <a:gd name="T24" fmla="*/ 14 w 46"/>
                                <a:gd name="T25" fmla="*/ 4 h 24"/>
                                <a:gd name="T26" fmla="*/ 10 w 46"/>
                                <a:gd name="T27" fmla="*/ 3 h 24"/>
                                <a:gd name="T28" fmla="*/ 8 w 46"/>
                                <a:gd name="T29" fmla="*/ 2 h 24"/>
                                <a:gd name="T30" fmla="*/ 5 w 46"/>
                                <a:gd name="T31" fmla="*/ 1 h 24"/>
                                <a:gd name="T32" fmla="*/ 3 w 46"/>
                                <a:gd name="T33" fmla="*/ 1 h 24"/>
                                <a:gd name="T34" fmla="*/ 2 w 46"/>
                                <a:gd name="T35" fmla="*/ 3 h 24"/>
                                <a:gd name="T36" fmla="*/ 5 w 46"/>
                                <a:gd name="T37" fmla="*/ 5 h 24"/>
                                <a:gd name="T38" fmla="*/ 8 w 46"/>
                                <a:gd name="T39" fmla="*/ 7 h 24"/>
                                <a:gd name="T40" fmla="*/ 11 w 46"/>
                                <a:gd name="T41" fmla="*/ 10 h 24"/>
                                <a:gd name="T42" fmla="*/ 13 w 46"/>
                                <a:gd name="T43" fmla="*/ 17 h 24"/>
                                <a:gd name="T44" fmla="*/ 13 w 46"/>
                                <a:gd name="T45" fmla="*/ 20 h 24"/>
                                <a:gd name="T46" fmla="*/ 18 w 46"/>
                                <a:gd name="T47" fmla="*/ 20 h 24"/>
                                <a:gd name="T48" fmla="*/ 20 w 46"/>
                                <a:gd name="T49" fmla="*/ 20 h 24"/>
                                <a:gd name="T50" fmla="*/ 22 w 46"/>
                                <a:gd name="T51" fmla="*/ 21 h 24"/>
                                <a:gd name="T52" fmla="*/ 24 w 46"/>
                                <a:gd name="T53" fmla="*/ 23 h 24"/>
                                <a:gd name="T54" fmla="*/ 27 w 46"/>
                                <a:gd name="T55" fmla="*/ 23 h 24"/>
                                <a:gd name="T56" fmla="*/ 29 w 46"/>
                                <a:gd name="T57" fmla="*/ 22 h 24"/>
                                <a:gd name="T58" fmla="*/ 31 w 46"/>
                                <a:gd name="T59" fmla="*/ 22 h 24"/>
                                <a:gd name="T60" fmla="*/ 33 w 46"/>
                                <a:gd name="T61" fmla="*/ 22 h 24"/>
                                <a:gd name="T62" fmla="*/ 37 w 46"/>
                                <a:gd name="T63" fmla="*/ 20 h 24"/>
                                <a:gd name="T64" fmla="*/ 41 w 46"/>
                                <a:gd name="T65" fmla="*/ 22 h 24"/>
                                <a:gd name="T66" fmla="*/ 44 w 46"/>
                                <a:gd name="T67" fmla="*/ 23 h 24"/>
                                <a:gd name="T68" fmla="*/ 44 w 46"/>
                                <a:gd name="T69" fmla="*/ 20 h 24"/>
                                <a:gd name="T70" fmla="*/ 43 w 46"/>
                                <a:gd name="T71" fmla="*/ 19 h 24"/>
                                <a:gd name="T72" fmla="*/ 43 w 46"/>
                                <a:gd name="T73" fmla="*/ 17 h 24"/>
                                <a:gd name="T74" fmla="*/ 44 w 46"/>
                                <a:gd name="T75" fmla="*/ 16 h 24"/>
                                <a:gd name="T76" fmla="*/ 43 w 46"/>
                                <a:gd name="T77" fmla="*/ 15 h 2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46" h="24">
                                  <a:moveTo>
                                    <a:pt x="43" y="15"/>
                                  </a:move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5"/>
                                    <a:pt x="41" y="15"/>
                                    <a:pt x="41" y="15"/>
                                  </a:cubicBezTo>
                                  <a:cubicBezTo>
                                    <a:pt x="41" y="14"/>
                                    <a:pt x="40" y="14"/>
                                    <a:pt x="40" y="14"/>
                                  </a:cubicBezTo>
                                  <a:cubicBezTo>
                                    <a:pt x="39" y="14"/>
                                    <a:pt x="38" y="13"/>
                                    <a:pt x="39" y="12"/>
                                  </a:cubicBezTo>
                                  <a:cubicBezTo>
                                    <a:pt x="39" y="12"/>
                                    <a:pt x="39" y="11"/>
                                    <a:pt x="39" y="11"/>
                                  </a:cubicBezTo>
                                  <a:cubicBezTo>
                                    <a:pt x="39" y="10"/>
                                    <a:pt x="38" y="10"/>
                                    <a:pt x="38" y="10"/>
                                  </a:cubicBezTo>
                                  <a:cubicBezTo>
                                    <a:pt x="37" y="10"/>
                                    <a:pt x="37" y="10"/>
                                    <a:pt x="36" y="10"/>
                                  </a:cubicBezTo>
                                  <a:cubicBezTo>
                                    <a:pt x="36" y="9"/>
                                    <a:pt x="36" y="9"/>
                                    <a:pt x="35" y="9"/>
                                  </a:cubicBezTo>
                                  <a:cubicBezTo>
                                    <a:pt x="35" y="9"/>
                                    <a:pt x="34" y="8"/>
                                    <a:pt x="34" y="8"/>
                                  </a:cubicBezTo>
                                  <a:cubicBezTo>
                                    <a:pt x="33" y="8"/>
                                    <a:pt x="33" y="9"/>
                                    <a:pt x="33" y="9"/>
                                  </a:cubicBezTo>
                                  <a:cubicBezTo>
                                    <a:pt x="32" y="8"/>
                                    <a:pt x="31" y="8"/>
                                    <a:pt x="30" y="9"/>
                                  </a:cubicBezTo>
                                  <a:cubicBezTo>
                                    <a:pt x="30" y="9"/>
                                    <a:pt x="29" y="9"/>
                                    <a:pt x="28" y="9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8" y="9"/>
                                    <a:pt x="27" y="10"/>
                                    <a:pt x="27" y="10"/>
                                  </a:cubicBezTo>
                                  <a:cubicBezTo>
                                    <a:pt x="27" y="9"/>
                                    <a:pt x="26" y="10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5" y="8"/>
                                    <a:pt x="25" y="8"/>
                                    <a:pt x="25" y="7"/>
                                  </a:cubicBezTo>
                                  <a:cubicBezTo>
                                    <a:pt x="24" y="7"/>
                                    <a:pt x="24" y="7"/>
                                    <a:pt x="23" y="7"/>
                                  </a:cubicBezTo>
                                  <a:cubicBezTo>
                                    <a:pt x="23" y="7"/>
                                    <a:pt x="22" y="6"/>
                                    <a:pt x="22" y="6"/>
                                  </a:cubicBezTo>
                                  <a:cubicBezTo>
                                    <a:pt x="21" y="6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0" y="4"/>
                                    <a:pt x="20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8" y="5"/>
                                    <a:pt x="17" y="4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4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2" y="4"/>
                                    <a:pt x="11" y="4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9" y="2"/>
                                  </a:cubicBezTo>
                                  <a:cubicBezTo>
                                    <a:pt x="9" y="2"/>
                                    <a:pt x="8" y="2"/>
                                    <a:pt x="8" y="2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6" y="1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3" y="1"/>
                                    <a:pt x="3" y="1"/>
                                  </a:cubicBezTo>
                                  <a:cubicBezTo>
                                    <a:pt x="2" y="0"/>
                                    <a:pt x="1" y="1"/>
                                    <a:pt x="0" y="2"/>
                                  </a:cubicBezTo>
                                  <a:cubicBezTo>
                                    <a:pt x="1" y="2"/>
                                    <a:pt x="1" y="2"/>
                                    <a:pt x="2" y="3"/>
                                  </a:cubicBezTo>
                                  <a:cubicBezTo>
                                    <a:pt x="2" y="3"/>
                                    <a:pt x="2" y="4"/>
                                    <a:pt x="2" y="4"/>
                                  </a:cubicBezTo>
                                  <a:cubicBezTo>
                                    <a:pt x="3" y="5"/>
                                    <a:pt x="4" y="5"/>
                                    <a:pt x="5" y="5"/>
                                  </a:cubicBezTo>
                                  <a:cubicBezTo>
                                    <a:pt x="6" y="5"/>
                                    <a:pt x="7" y="5"/>
                                    <a:pt x="7" y="6"/>
                                  </a:cubicBezTo>
                                  <a:cubicBezTo>
                                    <a:pt x="8" y="6"/>
                                    <a:pt x="8" y="7"/>
                                    <a:pt x="8" y="7"/>
                                  </a:cubicBezTo>
                                  <a:cubicBezTo>
                                    <a:pt x="8" y="8"/>
                                    <a:pt x="9" y="8"/>
                                    <a:pt x="9" y="8"/>
                                  </a:cubicBezTo>
                                  <a:cubicBezTo>
                                    <a:pt x="10" y="9"/>
                                    <a:pt x="11" y="9"/>
                                    <a:pt x="11" y="10"/>
                                  </a:cubicBezTo>
                                  <a:cubicBezTo>
                                    <a:pt x="11" y="11"/>
                                    <a:pt x="11" y="12"/>
                                    <a:pt x="12" y="13"/>
                                  </a:cubicBezTo>
                                  <a:cubicBezTo>
                                    <a:pt x="12" y="15"/>
                                    <a:pt x="13" y="16"/>
                                    <a:pt x="13" y="17"/>
                                  </a:cubicBezTo>
                                  <a:cubicBezTo>
                                    <a:pt x="12" y="18"/>
                                    <a:pt x="11" y="18"/>
                                    <a:pt x="11" y="19"/>
                                  </a:cubicBezTo>
                                  <a:cubicBezTo>
                                    <a:pt x="12" y="20"/>
                                    <a:pt x="12" y="20"/>
                                    <a:pt x="13" y="20"/>
                                  </a:cubicBezTo>
                                  <a:cubicBezTo>
                                    <a:pt x="14" y="19"/>
                                    <a:pt x="15" y="19"/>
                                    <a:pt x="16" y="20"/>
                                  </a:cubicBezTo>
                                  <a:cubicBezTo>
                                    <a:pt x="17" y="20"/>
                                    <a:pt x="17" y="20"/>
                                    <a:pt x="18" y="20"/>
                                  </a:cubicBezTo>
                                  <a:cubicBezTo>
                                    <a:pt x="18" y="19"/>
                                    <a:pt x="18" y="19"/>
                                    <a:pt x="19" y="19"/>
                                  </a:cubicBezTo>
                                  <a:cubicBezTo>
                                    <a:pt x="20" y="19"/>
                                    <a:pt x="19" y="19"/>
                                    <a:pt x="20" y="20"/>
                                  </a:cubicBezTo>
                                  <a:cubicBezTo>
                                    <a:pt x="20" y="20"/>
                                    <a:pt x="21" y="20"/>
                                    <a:pt x="21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22" y="22"/>
                                    <a:pt x="22" y="22"/>
                                    <a:pt x="22" y="22"/>
                                  </a:cubicBezTo>
                                  <a:cubicBezTo>
                                    <a:pt x="23" y="23"/>
                                    <a:pt x="24" y="22"/>
                                    <a:pt x="24" y="23"/>
                                  </a:cubicBezTo>
                                  <a:cubicBezTo>
                                    <a:pt x="25" y="23"/>
                                    <a:pt x="25" y="23"/>
                                    <a:pt x="26" y="23"/>
                                  </a:cubicBezTo>
                                  <a:cubicBezTo>
                                    <a:pt x="26" y="23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8" y="23"/>
                                    <a:pt x="28" y="22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29" y="22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2" y="22"/>
                                    <a:pt x="32" y="22"/>
                                    <a:pt x="33" y="22"/>
                                  </a:cubicBezTo>
                                  <a:cubicBezTo>
                                    <a:pt x="33" y="22"/>
                                    <a:pt x="34" y="21"/>
                                    <a:pt x="34" y="22"/>
                                  </a:cubicBezTo>
                                  <a:cubicBezTo>
                                    <a:pt x="35" y="21"/>
                                    <a:pt x="36" y="20"/>
                                    <a:pt x="37" y="20"/>
                                  </a:cubicBezTo>
                                  <a:cubicBezTo>
                                    <a:pt x="37" y="20"/>
                                    <a:pt x="38" y="20"/>
                                    <a:pt x="39" y="21"/>
                                  </a:cubicBezTo>
                                  <a:cubicBezTo>
                                    <a:pt x="40" y="22"/>
                                    <a:pt x="40" y="23"/>
                                    <a:pt x="41" y="22"/>
                                  </a:cubicBezTo>
                                  <a:cubicBezTo>
                                    <a:pt x="42" y="22"/>
                                    <a:pt x="42" y="22"/>
                                    <a:pt x="43" y="22"/>
                                  </a:cubicBezTo>
                                  <a:cubicBezTo>
                                    <a:pt x="43" y="23"/>
                                    <a:pt x="43" y="23"/>
                                    <a:pt x="44" y="23"/>
                                  </a:cubicBezTo>
                                  <a:cubicBezTo>
                                    <a:pt x="45" y="24"/>
                                    <a:pt x="45" y="23"/>
                                    <a:pt x="46" y="22"/>
                                  </a:cubicBezTo>
                                  <a:cubicBezTo>
                                    <a:pt x="46" y="21"/>
                                    <a:pt x="45" y="20"/>
                                    <a:pt x="44" y="20"/>
                                  </a:cubicBezTo>
                                  <a:cubicBezTo>
                                    <a:pt x="43" y="20"/>
                                    <a:pt x="43" y="20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8"/>
                                    <a:pt x="43" y="18"/>
                                  </a:cubicBezTo>
                                  <a:cubicBezTo>
                                    <a:pt x="42" y="18"/>
                                    <a:pt x="42" y="18"/>
                                    <a:pt x="43" y="17"/>
                                  </a:cubicBezTo>
                                  <a:cubicBezTo>
                                    <a:pt x="43" y="17"/>
                                    <a:pt x="43" y="17"/>
                                    <a:pt x="44" y="17"/>
                                  </a:cubicBezTo>
                                  <a:cubicBezTo>
                                    <a:pt x="44" y="17"/>
                                    <a:pt x="44" y="16"/>
                                    <a:pt x="44" y="16"/>
                                  </a:cubicBezTo>
                                  <a:cubicBezTo>
                                    <a:pt x="44" y="15"/>
                                    <a:pt x="43" y="16"/>
                                    <a:pt x="43" y="15"/>
                                  </a:cubicBezTo>
                                  <a:cubicBezTo>
                                    <a:pt x="42" y="15"/>
                                    <a:pt x="43" y="16"/>
                                    <a:pt x="43" y="1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5" name="Freeform 838">
                              <a:extLst>
                                <a:ext uri="{FF2B5EF4-FFF2-40B4-BE49-F238E27FC236}">
                                  <a16:creationId xmlns:a16="http://schemas.microsoft.com/office/drawing/2014/main" id="{FD7EC721-A7D3-881D-2309-762DED68F0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34075" y="3000375"/>
                              <a:ext cx="90487" cy="58738"/>
                            </a:xfrm>
                            <a:custGeom>
                              <a:avLst/>
                              <a:gdLst>
                                <a:gd name="T0" fmla="*/ 0 w 22"/>
                                <a:gd name="T1" fmla="*/ 12 h 14"/>
                                <a:gd name="T2" fmla="*/ 2 w 22"/>
                                <a:gd name="T3" fmla="*/ 8 h 14"/>
                                <a:gd name="T4" fmla="*/ 2 w 22"/>
                                <a:gd name="T5" fmla="*/ 6 h 14"/>
                                <a:gd name="T6" fmla="*/ 3 w 22"/>
                                <a:gd name="T7" fmla="*/ 6 h 14"/>
                                <a:gd name="T8" fmla="*/ 7 w 22"/>
                                <a:gd name="T9" fmla="*/ 4 h 14"/>
                                <a:gd name="T10" fmla="*/ 8 w 22"/>
                                <a:gd name="T11" fmla="*/ 2 h 14"/>
                                <a:gd name="T12" fmla="*/ 9 w 22"/>
                                <a:gd name="T13" fmla="*/ 0 h 14"/>
                                <a:gd name="T14" fmla="*/ 8 w 22"/>
                                <a:gd name="T15" fmla="*/ 3 h 14"/>
                                <a:gd name="T16" fmla="*/ 6 w 22"/>
                                <a:gd name="T17" fmla="*/ 6 h 14"/>
                                <a:gd name="T18" fmla="*/ 7 w 22"/>
                                <a:gd name="T19" fmla="*/ 6 h 14"/>
                                <a:gd name="T20" fmla="*/ 8 w 22"/>
                                <a:gd name="T21" fmla="*/ 7 h 14"/>
                                <a:gd name="T22" fmla="*/ 10 w 22"/>
                                <a:gd name="T23" fmla="*/ 7 h 14"/>
                                <a:gd name="T24" fmla="*/ 10 w 22"/>
                                <a:gd name="T25" fmla="*/ 5 h 14"/>
                                <a:gd name="T26" fmla="*/ 11 w 22"/>
                                <a:gd name="T27" fmla="*/ 3 h 14"/>
                                <a:gd name="T28" fmla="*/ 12 w 22"/>
                                <a:gd name="T29" fmla="*/ 3 h 14"/>
                                <a:gd name="T30" fmla="*/ 12 w 22"/>
                                <a:gd name="T31" fmla="*/ 4 h 14"/>
                                <a:gd name="T32" fmla="*/ 13 w 22"/>
                                <a:gd name="T33" fmla="*/ 3 h 14"/>
                                <a:gd name="T34" fmla="*/ 13 w 22"/>
                                <a:gd name="T35" fmla="*/ 4 h 14"/>
                                <a:gd name="T36" fmla="*/ 14 w 22"/>
                                <a:gd name="T37" fmla="*/ 4 h 14"/>
                                <a:gd name="T38" fmla="*/ 16 w 22"/>
                                <a:gd name="T39" fmla="*/ 5 h 14"/>
                                <a:gd name="T40" fmla="*/ 17 w 22"/>
                                <a:gd name="T41" fmla="*/ 6 h 14"/>
                                <a:gd name="T42" fmla="*/ 17 w 22"/>
                                <a:gd name="T43" fmla="*/ 5 h 14"/>
                                <a:gd name="T44" fmla="*/ 19 w 22"/>
                                <a:gd name="T45" fmla="*/ 5 h 14"/>
                                <a:gd name="T46" fmla="*/ 20 w 22"/>
                                <a:gd name="T47" fmla="*/ 6 h 14"/>
                                <a:gd name="T48" fmla="*/ 21 w 22"/>
                                <a:gd name="T49" fmla="*/ 7 h 14"/>
                                <a:gd name="T50" fmla="*/ 20 w 22"/>
                                <a:gd name="T51" fmla="*/ 10 h 14"/>
                                <a:gd name="T52" fmla="*/ 20 w 22"/>
                                <a:gd name="T53" fmla="*/ 12 h 14"/>
                                <a:gd name="T54" fmla="*/ 21 w 22"/>
                                <a:gd name="T55" fmla="*/ 13 h 14"/>
                                <a:gd name="T56" fmla="*/ 17 w 22"/>
                                <a:gd name="T57" fmla="*/ 13 h 14"/>
                                <a:gd name="T58" fmla="*/ 14 w 22"/>
                                <a:gd name="T59" fmla="*/ 13 h 14"/>
                                <a:gd name="T60" fmla="*/ 10 w 22"/>
                                <a:gd name="T61" fmla="*/ 13 h 14"/>
                                <a:gd name="T62" fmla="*/ 7 w 22"/>
                                <a:gd name="T63" fmla="*/ 13 h 14"/>
                                <a:gd name="T64" fmla="*/ 0 w 22"/>
                                <a:gd name="T65" fmla="*/ 12 h 1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2" h="14">
                                  <a:moveTo>
                                    <a:pt x="0" y="12"/>
                                  </a:moveTo>
                                  <a:cubicBezTo>
                                    <a:pt x="1" y="11"/>
                                    <a:pt x="2" y="10"/>
                                    <a:pt x="2" y="8"/>
                                  </a:cubicBezTo>
                                  <a:cubicBezTo>
                                    <a:pt x="2" y="8"/>
                                    <a:pt x="1" y="7"/>
                                    <a:pt x="2" y="6"/>
                                  </a:cubicBezTo>
                                  <a:cubicBezTo>
                                    <a:pt x="2" y="6"/>
                                    <a:pt x="3" y="6"/>
                                    <a:pt x="3" y="6"/>
                                  </a:cubicBezTo>
                                  <a:cubicBezTo>
                                    <a:pt x="5" y="6"/>
                                    <a:pt x="6" y="6"/>
                                    <a:pt x="7" y="4"/>
                                  </a:cubicBezTo>
                                  <a:cubicBezTo>
                                    <a:pt x="7" y="4"/>
                                    <a:pt x="8" y="3"/>
                                    <a:pt x="8" y="2"/>
                                  </a:cubicBezTo>
                                  <a:cubicBezTo>
                                    <a:pt x="9" y="2"/>
                                    <a:pt x="9" y="1"/>
                                    <a:pt x="9" y="0"/>
                                  </a:cubicBezTo>
                                  <a:cubicBezTo>
                                    <a:pt x="10" y="1"/>
                                    <a:pt x="9" y="2"/>
                                    <a:pt x="8" y="3"/>
                                  </a:cubicBezTo>
                                  <a:cubicBezTo>
                                    <a:pt x="8" y="4"/>
                                    <a:pt x="7" y="5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8" y="7"/>
                                  </a:cubicBezTo>
                                  <a:cubicBezTo>
                                    <a:pt x="8" y="7"/>
                                    <a:pt x="9" y="7"/>
                                    <a:pt x="10" y="7"/>
                                  </a:cubicBezTo>
                                  <a:cubicBezTo>
                                    <a:pt x="11" y="6"/>
                                    <a:pt x="10" y="5"/>
                                    <a:pt x="10" y="5"/>
                                  </a:cubicBezTo>
                                  <a:cubicBezTo>
                                    <a:pt x="10" y="4"/>
                                    <a:pt x="11" y="3"/>
                                    <a:pt x="11" y="3"/>
                                  </a:cubicBezTo>
                                  <a:cubicBezTo>
                                    <a:pt x="11" y="2"/>
                                    <a:pt x="11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3" y="4"/>
                                    <a:pt x="13" y="4"/>
                                    <a:pt x="13" y="3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4" y="4"/>
                                    <a:pt x="14" y="4"/>
                                  </a:cubicBezTo>
                                  <a:cubicBezTo>
                                    <a:pt x="14" y="5"/>
                                    <a:pt x="15" y="5"/>
                                    <a:pt x="16" y="5"/>
                                  </a:cubicBezTo>
                                  <a:cubicBezTo>
                                    <a:pt x="16" y="5"/>
                                    <a:pt x="16" y="6"/>
                                    <a:pt x="17" y="6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20" y="6"/>
                                    <a:pt x="20" y="6"/>
                                  </a:cubicBezTo>
                                  <a:cubicBezTo>
                                    <a:pt x="20" y="7"/>
                                    <a:pt x="21" y="7"/>
                                    <a:pt x="21" y="7"/>
                                  </a:cubicBezTo>
                                  <a:cubicBezTo>
                                    <a:pt x="22" y="8"/>
                                    <a:pt x="20" y="9"/>
                                    <a:pt x="20" y="10"/>
                                  </a:cubicBezTo>
                                  <a:cubicBezTo>
                                    <a:pt x="20" y="11"/>
                                    <a:pt x="20" y="11"/>
                                    <a:pt x="20" y="12"/>
                                  </a:cubicBezTo>
                                  <a:cubicBezTo>
                                    <a:pt x="20" y="12"/>
                                    <a:pt x="20" y="13"/>
                                    <a:pt x="21" y="13"/>
                                  </a:cubicBezTo>
                                  <a:cubicBezTo>
                                    <a:pt x="19" y="14"/>
                                    <a:pt x="18" y="13"/>
                                    <a:pt x="17" y="13"/>
                                  </a:cubicBezTo>
                                  <a:cubicBezTo>
                                    <a:pt x="16" y="13"/>
                                    <a:pt x="15" y="13"/>
                                    <a:pt x="14" y="13"/>
                                  </a:cubicBezTo>
                                  <a:cubicBezTo>
                                    <a:pt x="13" y="13"/>
                                    <a:pt x="11" y="13"/>
                                    <a:pt x="10" y="13"/>
                                  </a:cubicBezTo>
                                  <a:cubicBezTo>
                                    <a:pt x="9" y="13"/>
                                    <a:pt x="8" y="13"/>
                                    <a:pt x="7" y="13"/>
                                  </a:cubicBezTo>
                                  <a:cubicBezTo>
                                    <a:pt x="4" y="12"/>
                                    <a:pt x="2" y="12"/>
                                    <a:pt x="0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6" name="Freeform 866">
                              <a:extLst>
                                <a:ext uri="{FF2B5EF4-FFF2-40B4-BE49-F238E27FC236}">
                                  <a16:creationId xmlns:a16="http://schemas.microsoft.com/office/drawing/2014/main" id="{4A510661-4DA7-CEA0-ADC5-DD3EEEDE749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453313" y="3092450"/>
                              <a:ext cx="1727200" cy="1279525"/>
                            </a:xfrm>
                            <a:custGeom>
                              <a:avLst/>
                              <a:gdLst>
                                <a:gd name="T0" fmla="*/ 239 w 415"/>
                                <a:gd name="T1" fmla="*/ 296 h 307"/>
                                <a:gd name="T2" fmla="*/ 266 w 415"/>
                                <a:gd name="T3" fmla="*/ 280 h 307"/>
                                <a:gd name="T4" fmla="*/ 313 w 415"/>
                                <a:gd name="T5" fmla="*/ 251 h 307"/>
                                <a:gd name="T6" fmla="*/ 400 w 415"/>
                                <a:gd name="T7" fmla="*/ 61 h 307"/>
                                <a:gd name="T8" fmla="*/ 374 w 415"/>
                                <a:gd name="T9" fmla="*/ 43 h 307"/>
                                <a:gd name="T10" fmla="*/ 360 w 415"/>
                                <a:gd name="T11" fmla="*/ 22 h 307"/>
                                <a:gd name="T12" fmla="*/ 347 w 415"/>
                                <a:gd name="T13" fmla="*/ 5 h 307"/>
                                <a:gd name="T14" fmla="*/ 321 w 415"/>
                                <a:gd name="T15" fmla="*/ 3 h 307"/>
                                <a:gd name="T16" fmla="*/ 315 w 415"/>
                                <a:gd name="T17" fmla="*/ 22 h 307"/>
                                <a:gd name="T18" fmla="*/ 293 w 415"/>
                                <a:gd name="T19" fmla="*/ 41 h 307"/>
                                <a:gd name="T20" fmla="*/ 312 w 415"/>
                                <a:gd name="T21" fmla="*/ 73 h 307"/>
                                <a:gd name="T22" fmla="*/ 269 w 415"/>
                                <a:gd name="T23" fmla="*/ 91 h 307"/>
                                <a:gd name="T24" fmla="*/ 213 w 415"/>
                                <a:gd name="T25" fmla="*/ 121 h 307"/>
                                <a:gd name="T26" fmla="*/ 155 w 415"/>
                                <a:gd name="T27" fmla="*/ 110 h 307"/>
                                <a:gd name="T28" fmla="*/ 117 w 415"/>
                                <a:gd name="T29" fmla="*/ 81 h 307"/>
                                <a:gd name="T30" fmla="*/ 104 w 415"/>
                                <a:gd name="T31" fmla="*/ 60 h 307"/>
                                <a:gd name="T32" fmla="*/ 88 w 415"/>
                                <a:gd name="T33" fmla="*/ 54 h 307"/>
                                <a:gd name="T34" fmla="*/ 69 w 415"/>
                                <a:gd name="T35" fmla="*/ 70 h 307"/>
                                <a:gd name="T36" fmla="*/ 44 w 415"/>
                                <a:gd name="T37" fmla="*/ 91 h 307"/>
                                <a:gd name="T38" fmla="*/ 44 w 415"/>
                                <a:gd name="T39" fmla="*/ 111 h 307"/>
                                <a:gd name="T40" fmla="*/ 21 w 415"/>
                                <a:gd name="T41" fmla="*/ 129 h 307"/>
                                <a:gd name="T42" fmla="*/ 2 w 415"/>
                                <a:gd name="T43" fmla="*/ 137 h 307"/>
                                <a:gd name="T44" fmla="*/ 10 w 415"/>
                                <a:gd name="T45" fmla="*/ 158 h 307"/>
                                <a:gd name="T46" fmla="*/ 27 w 415"/>
                                <a:gd name="T47" fmla="*/ 174 h 307"/>
                                <a:gd name="T48" fmla="*/ 42 w 415"/>
                                <a:gd name="T49" fmla="*/ 182 h 307"/>
                                <a:gd name="T50" fmla="*/ 36 w 415"/>
                                <a:gd name="T51" fmla="*/ 197 h 307"/>
                                <a:gd name="T52" fmla="*/ 48 w 415"/>
                                <a:gd name="T53" fmla="*/ 215 h 307"/>
                                <a:gd name="T54" fmla="*/ 66 w 415"/>
                                <a:gd name="T55" fmla="*/ 222 h 307"/>
                                <a:gd name="T56" fmla="*/ 85 w 415"/>
                                <a:gd name="T57" fmla="*/ 233 h 307"/>
                                <a:gd name="T58" fmla="*/ 106 w 415"/>
                                <a:gd name="T59" fmla="*/ 235 h 307"/>
                                <a:gd name="T60" fmla="*/ 140 w 415"/>
                                <a:gd name="T61" fmla="*/ 226 h 307"/>
                                <a:gd name="T62" fmla="*/ 162 w 415"/>
                                <a:gd name="T63" fmla="*/ 231 h 307"/>
                                <a:gd name="T64" fmla="*/ 164 w 415"/>
                                <a:gd name="T65" fmla="*/ 265 h 307"/>
                                <a:gd name="T66" fmla="*/ 177 w 415"/>
                                <a:gd name="T67" fmla="*/ 282 h 307"/>
                                <a:gd name="T68" fmla="*/ 198 w 415"/>
                                <a:gd name="T69" fmla="*/ 274 h 307"/>
                                <a:gd name="T70" fmla="*/ 222 w 415"/>
                                <a:gd name="T71" fmla="*/ 278 h 307"/>
                                <a:gd name="T72" fmla="*/ 245 w 415"/>
                                <a:gd name="T73" fmla="*/ 285 h 307"/>
                                <a:gd name="T74" fmla="*/ 273 w 415"/>
                                <a:gd name="T75" fmla="*/ 274 h 307"/>
                                <a:gd name="T76" fmla="*/ 295 w 415"/>
                                <a:gd name="T77" fmla="*/ 266 h 307"/>
                                <a:gd name="T78" fmla="*/ 309 w 415"/>
                                <a:gd name="T79" fmla="*/ 253 h 307"/>
                                <a:gd name="T80" fmla="*/ 313 w 415"/>
                                <a:gd name="T81" fmla="*/ 243 h 307"/>
                                <a:gd name="T82" fmla="*/ 328 w 415"/>
                                <a:gd name="T83" fmla="*/ 223 h 307"/>
                                <a:gd name="T84" fmla="*/ 320 w 415"/>
                                <a:gd name="T85" fmla="*/ 214 h 307"/>
                                <a:gd name="T86" fmla="*/ 328 w 415"/>
                                <a:gd name="T87" fmla="*/ 205 h 307"/>
                                <a:gd name="T88" fmla="*/ 320 w 415"/>
                                <a:gd name="T89" fmla="*/ 192 h 307"/>
                                <a:gd name="T90" fmla="*/ 310 w 415"/>
                                <a:gd name="T91" fmla="*/ 179 h 307"/>
                                <a:gd name="T92" fmla="*/ 316 w 415"/>
                                <a:gd name="T93" fmla="*/ 167 h 307"/>
                                <a:gd name="T94" fmla="*/ 324 w 415"/>
                                <a:gd name="T95" fmla="*/ 163 h 307"/>
                                <a:gd name="T96" fmla="*/ 328 w 415"/>
                                <a:gd name="T97" fmla="*/ 156 h 307"/>
                                <a:gd name="T98" fmla="*/ 305 w 415"/>
                                <a:gd name="T99" fmla="*/ 152 h 307"/>
                                <a:gd name="T100" fmla="*/ 303 w 415"/>
                                <a:gd name="T101" fmla="*/ 142 h 307"/>
                                <a:gd name="T102" fmla="*/ 310 w 415"/>
                                <a:gd name="T103" fmla="*/ 137 h 307"/>
                                <a:gd name="T104" fmla="*/ 325 w 415"/>
                                <a:gd name="T105" fmla="*/ 127 h 307"/>
                                <a:gd name="T106" fmla="*/ 322 w 415"/>
                                <a:gd name="T107" fmla="*/ 145 h 307"/>
                                <a:gd name="T108" fmla="*/ 344 w 415"/>
                                <a:gd name="T109" fmla="*/ 135 h 307"/>
                                <a:gd name="T110" fmla="*/ 369 w 415"/>
                                <a:gd name="T111" fmla="*/ 123 h 307"/>
                                <a:gd name="T112" fmla="*/ 382 w 415"/>
                                <a:gd name="T113" fmla="*/ 108 h 307"/>
                                <a:gd name="T114" fmla="*/ 391 w 415"/>
                                <a:gd name="T115" fmla="*/ 100 h 307"/>
                                <a:gd name="T116" fmla="*/ 406 w 415"/>
                                <a:gd name="T117" fmla="*/ 82 h 30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415" h="307">
                                  <a:moveTo>
                                    <a:pt x="253" y="292"/>
                                  </a:moveTo>
                                  <a:cubicBezTo>
                                    <a:pt x="253" y="293"/>
                                    <a:pt x="253" y="293"/>
                                    <a:pt x="253" y="294"/>
                                  </a:cubicBezTo>
                                  <a:cubicBezTo>
                                    <a:pt x="253" y="294"/>
                                    <a:pt x="253" y="295"/>
                                    <a:pt x="253" y="295"/>
                                  </a:cubicBezTo>
                                  <a:cubicBezTo>
                                    <a:pt x="251" y="297"/>
                                    <a:pt x="251" y="298"/>
                                    <a:pt x="250" y="301"/>
                                  </a:cubicBezTo>
                                  <a:cubicBezTo>
                                    <a:pt x="250" y="301"/>
                                    <a:pt x="250" y="301"/>
                                    <a:pt x="250" y="301"/>
                                  </a:cubicBezTo>
                                  <a:cubicBezTo>
                                    <a:pt x="248" y="302"/>
                                    <a:pt x="247" y="304"/>
                                    <a:pt x="245" y="304"/>
                                  </a:cubicBezTo>
                                  <a:cubicBezTo>
                                    <a:pt x="245" y="303"/>
                                    <a:pt x="245" y="304"/>
                                    <a:pt x="245" y="304"/>
                                  </a:cubicBezTo>
                                  <a:cubicBezTo>
                                    <a:pt x="244" y="307"/>
                                    <a:pt x="243" y="304"/>
                                    <a:pt x="242" y="304"/>
                                  </a:cubicBezTo>
                                  <a:cubicBezTo>
                                    <a:pt x="241" y="304"/>
                                    <a:pt x="240" y="304"/>
                                    <a:pt x="240" y="304"/>
                                  </a:cubicBezTo>
                                  <a:cubicBezTo>
                                    <a:pt x="238" y="303"/>
                                    <a:pt x="238" y="303"/>
                                    <a:pt x="238" y="302"/>
                                  </a:cubicBezTo>
                                  <a:cubicBezTo>
                                    <a:pt x="238" y="301"/>
                                    <a:pt x="238" y="301"/>
                                    <a:pt x="238" y="301"/>
                                  </a:cubicBezTo>
                                  <a:cubicBezTo>
                                    <a:pt x="238" y="301"/>
                                    <a:pt x="238" y="300"/>
                                    <a:pt x="238" y="300"/>
                                  </a:cubicBezTo>
                                  <a:cubicBezTo>
                                    <a:pt x="238" y="300"/>
                                    <a:pt x="238" y="299"/>
                                    <a:pt x="238" y="299"/>
                                  </a:cubicBezTo>
                                  <a:cubicBezTo>
                                    <a:pt x="238" y="299"/>
                                    <a:pt x="238" y="299"/>
                                    <a:pt x="238" y="299"/>
                                  </a:cubicBezTo>
                                  <a:cubicBezTo>
                                    <a:pt x="238" y="297"/>
                                    <a:pt x="238" y="296"/>
                                    <a:pt x="239" y="296"/>
                                  </a:cubicBezTo>
                                  <a:cubicBezTo>
                                    <a:pt x="240" y="296"/>
                                    <a:pt x="241" y="295"/>
                                    <a:pt x="241" y="295"/>
                                  </a:cubicBezTo>
                                  <a:cubicBezTo>
                                    <a:pt x="241" y="293"/>
                                    <a:pt x="243" y="293"/>
                                    <a:pt x="244" y="292"/>
                                  </a:cubicBezTo>
                                  <a:cubicBezTo>
                                    <a:pt x="244" y="292"/>
                                    <a:pt x="245" y="292"/>
                                    <a:pt x="245" y="292"/>
                                  </a:cubicBezTo>
                                  <a:cubicBezTo>
                                    <a:pt x="247" y="293"/>
                                    <a:pt x="249" y="292"/>
                                    <a:pt x="251" y="292"/>
                                  </a:cubicBezTo>
                                  <a:cubicBezTo>
                                    <a:pt x="252" y="291"/>
                                    <a:pt x="253" y="292"/>
                                    <a:pt x="253" y="292"/>
                                  </a:cubicBezTo>
                                  <a:close/>
                                  <a:moveTo>
                                    <a:pt x="327" y="217"/>
                                  </a:moveTo>
                                  <a:cubicBezTo>
                                    <a:pt x="327" y="218"/>
                                    <a:pt x="329" y="217"/>
                                    <a:pt x="329" y="218"/>
                                  </a:cubicBezTo>
                                  <a:cubicBezTo>
                                    <a:pt x="329" y="218"/>
                                    <a:pt x="329" y="218"/>
                                    <a:pt x="329" y="218"/>
                                  </a:cubicBezTo>
                                  <a:cubicBezTo>
                                    <a:pt x="329" y="218"/>
                                    <a:pt x="330" y="218"/>
                                    <a:pt x="330" y="218"/>
                                  </a:cubicBezTo>
                                  <a:cubicBezTo>
                                    <a:pt x="330" y="218"/>
                                    <a:pt x="330" y="218"/>
                                    <a:pt x="330" y="217"/>
                                  </a:cubicBezTo>
                                  <a:cubicBezTo>
                                    <a:pt x="330" y="217"/>
                                    <a:pt x="330" y="217"/>
                                    <a:pt x="330" y="217"/>
                                  </a:cubicBezTo>
                                  <a:cubicBezTo>
                                    <a:pt x="330" y="217"/>
                                    <a:pt x="330" y="217"/>
                                    <a:pt x="329" y="217"/>
                                  </a:cubicBezTo>
                                  <a:cubicBezTo>
                                    <a:pt x="329" y="216"/>
                                    <a:pt x="329" y="216"/>
                                    <a:pt x="328" y="216"/>
                                  </a:cubicBezTo>
                                  <a:cubicBezTo>
                                    <a:pt x="328" y="216"/>
                                    <a:pt x="327" y="216"/>
                                    <a:pt x="327" y="217"/>
                                  </a:cubicBezTo>
                                  <a:close/>
                                  <a:moveTo>
                                    <a:pt x="266" y="280"/>
                                  </a:moveTo>
                                  <a:cubicBezTo>
                                    <a:pt x="265" y="280"/>
                                    <a:pt x="265" y="280"/>
                                    <a:pt x="265" y="280"/>
                                  </a:cubicBezTo>
                                  <a:cubicBezTo>
                                    <a:pt x="265" y="280"/>
                                    <a:pt x="265" y="281"/>
                                    <a:pt x="265" y="281"/>
                                  </a:cubicBezTo>
                                  <a:cubicBezTo>
                                    <a:pt x="265" y="281"/>
                                    <a:pt x="265" y="281"/>
                                    <a:pt x="265" y="281"/>
                                  </a:cubicBezTo>
                                  <a:cubicBezTo>
                                    <a:pt x="266" y="281"/>
                                    <a:pt x="266" y="281"/>
                                    <a:pt x="266" y="281"/>
                                  </a:cubicBezTo>
                                  <a:cubicBezTo>
                                    <a:pt x="266" y="281"/>
                                    <a:pt x="266" y="281"/>
                                    <a:pt x="266" y="281"/>
                                  </a:cubicBezTo>
                                  <a:cubicBezTo>
                                    <a:pt x="266" y="281"/>
                                    <a:pt x="266" y="280"/>
                                    <a:pt x="266" y="280"/>
                                  </a:cubicBezTo>
                                  <a:cubicBezTo>
                                    <a:pt x="266" y="280"/>
                                    <a:pt x="266" y="280"/>
                                    <a:pt x="266" y="280"/>
                                  </a:cubicBezTo>
                                  <a:cubicBezTo>
                                    <a:pt x="266" y="280"/>
                                    <a:pt x="266" y="280"/>
                                    <a:pt x="266" y="280"/>
                                  </a:cubicBezTo>
                                  <a:close/>
                                  <a:moveTo>
                                    <a:pt x="329" y="215"/>
                                  </a:move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6"/>
                                    <a:pt x="329" y="215"/>
                                  </a:cubicBezTo>
                                  <a:close/>
                                  <a:moveTo>
                                    <a:pt x="313" y="251"/>
                                  </a:moveTo>
                                  <a:cubicBezTo>
                                    <a:pt x="313" y="251"/>
                                    <a:pt x="313" y="251"/>
                                    <a:pt x="313" y="251"/>
                                  </a:cubicBezTo>
                                  <a:cubicBezTo>
                                    <a:pt x="312" y="251"/>
                                    <a:pt x="312" y="251"/>
                                    <a:pt x="312" y="251"/>
                                  </a:cubicBezTo>
                                  <a:cubicBezTo>
                                    <a:pt x="312" y="252"/>
                                    <a:pt x="312" y="252"/>
                                    <a:pt x="312" y="252"/>
                                  </a:cubicBezTo>
                                  <a:cubicBezTo>
                                    <a:pt x="312" y="252"/>
                                    <a:pt x="312" y="252"/>
                                    <a:pt x="313" y="252"/>
                                  </a:cubicBezTo>
                                  <a:cubicBezTo>
                                    <a:pt x="313" y="252"/>
                                    <a:pt x="313" y="252"/>
                                    <a:pt x="313" y="252"/>
                                  </a:cubicBezTo>
                                  <a:cubicBezTo>
                                    <a:pt x="313" y="252"/>
                                    <a:pt x="313" y="252"/>
                                    <a:pt x="313" y="251"/>
                                  </a:cubicBezTo>
                                  <a:close/>
                                  <a:moveTo>
                                    <a:pt x="415" y="63"/>
                                  </a:moveTo>
                                  <a:cubicBezTo>
                                    <a:pt x="415" y="62"/>
                                    <a:pt x="414" y="61"/>
                                    <a:pt x="414" y="60"/>
                                  </a:cubicBezTo>
                                  <a:cubicBezTo>
                                    <a:pt x="414" y="59"/>
                                    <a:pt x="414" y="58"/>
                                    <a:pt x="415" y="57"/>
                                  </a:cubicBezTo>
                                  <a:cubicBezTo>
                                    <a:pt x="413" y="56"/>
                                    <a:pt x="412" y="56"/>
                                    <a:pt x="410" y="56"/>
                                  </a:cubicBezTo>
                                  <a:cubicBezTo>
                                    <a:pt x="410" y="56"/>
                                    <a:pt x="410" y="56"/>
                                    <a:pt x="409" y="56"/>
                                  </a:cubicBezTo>
                                  <a:cubicBezTo>
                                    <a:pt x="409" y="56"/>
                                    <a:pt x="409" y="57"/>
                                    <a:pt x="409" y="57"/>
                                  </a:cubicBezTo>
                                  <a:cubicBezTo>
                                    <a:pt x="408" y="57"/>
                                    <a:pt x="408" y="58"/>
                                    <a:pt x="407" y="58"/>
                                  </a:cubicBezTo>
                                  <a:cubicBezTo>
                                    <a:pt x="403" y="59"/>
                                    <a:pt x="403" y="59"/>
                                    <a:pt x="403" y="59"/>
                                  </a:cubicBezTo>
                                  <a:cubicBezTo>
                                    <a:pt x="401" y="60"/>
                                    <a:pt x="401" y="60"/>
                                    <a:pt x="401" y="60"/>
                                  </a:cubicBezTo>
                                  <a:cubicBezTo>
                                    <a:pt x="400" y="61"/>
                                    <a:pt x="400" y="61"/>
                                    <a:pt x="400" y="61"/>
                                  </a:cubicBezTo>
                                  <a:cubicBezTo>
                                    <a:pt x="400" y="63"/>
                                    <a:pt x="400" y="63"/>
                                    <a:pt x="400" y="63"/>
                                  </a:cubicBezTo>
                                  <a:cubicBezTo>
                                    <a:pt x="389" y="63"/>
                                    <a:pt x="389" y="63"/>
                                    <a:pt x="389" y="63"/>
                                  </a:cubicBezTo>
                                  <a:cubicBezTo>
                                    <a:pt x="387" y="59"/>
                                    <a:pt x="387" y="59"/>
                                    <a:pt x="387" y="59"/>
                                  </a:cubicBezTo>
                                  <a:cubicBezTo>
                                    <a:pt x="388" y="57"/>
                                    <a:pt x="388" y="57"/>
                                    <a:pt x="388" y="57"/>
                                  </a:cubicBezTo>
                                  <a:cubicBezTo>
                                    <a:pt x="388" y="55"/>
                                    <a:pt x="388" y="55"/>
                                    <a:pt x="388" y="55"/>
                                  </a:cubicBezTo>
                                  <a:cubicBezTo>
                                    <a:pt x="386" y="54"/>
                                    <a:pt x="386" y="54"/>
                                    <a:pt x="386" y="54"/>
                                  </a:cubicBezTo>
                                  <a:cubicBezTo>
                                    <a:pt x="386" y="54"/>
                                    <a:pt x="386" y="54"/>
                                    <a:pt x="386" y="53"/>
                                  </a:cubicBezTo>
                                  <a:cubicBezTo>
                                    <a:pt x="386" y="53"/>
                                    <a:pt x="387" y="51"/>
                                    <a:pt x="387" y="51"/>
                                  </a:cubicBezTo>
                                  <a:cubicBezTo>
                                    <a:pt x="387" y="51"/>
                                    <a:pt x="384" y="51"/>
                                    <a:pt x="384" y="51"/>
                                  </a:cubicBezTo>
                                  <a:cubicBezTo>
                                    <a:pt x="384" y="51"/>
                                    <a:pt x="380" y="47"/>
                                    <a:pt x="380" y="46"/>
                                  </a:cubicBezTo>
                                  <a:cubicBezTo>
                                    <a:pt x="380" y="46"/>
                                    <a:pt x="379" y="45"/>
                                    <a:pt x="379" y="45"/>
                                  </a:cubicBezTo>
                                  <a:cubicBezTo>
                                    <a:pt x="378" y="46"/>
                                    <a:pt x="378" y="46"/>
                                    <a:pt x="378" y="46"/>
                                  </a:cubicBezTo>
                                  <a:cubicBezTo>
                                    <a:pt x="378" y="46"/>
                                    <a:pt x="376" y="46"/>
                                    <a:pt x="376" y="45"/>
                                  </a:cubicBezTo>
                                  <a:cubicBezTo>
                                    <a:pt x="375" y="45"/>
                                    <a:pt x="374" y="44"/>
                                    <a:pt x="374" y="44"/>
                                  </a:cubicBezTo>
                                  <a:cubicBezTo>
                                    <a:pt x="374" y="43"/>
                                    <a:pt x="374" y="43"/>
                                    <a:pt x="374" y="43"/>
                                  </a:cubicBezTo>
                                  <a:cubicBezTo>
                                    <a:pt x="368" y="43"/>
                                    <a:pt x="368" y="43"/>
                                    <a:pt x="368" y="43"/>
                                  </a:cubicBezTo>
                                  <a:cubicBezTo>
                                    <a:pt x="368" y="43"/>
                                    <a:pt x="367" y="42"/>
                                    <a:pt x="366" y="42"/>
                                  </a:cubicBezTo>
                                  <a:cubicBezTo>
                                    <a:pt x="366" y="42"/>
                                    <a:pt x="366" y="41"/>
                                    <a:pt x="366" y="41"/>
                                  </a:cubicBezTo>
                                  <a:cubicBezTo>
                                    <a:pt x="366" y="41"/>
                                    <a:pt x="366" y="40"/>
                                    <a:pt x="366" y="39"/>
                                  </a:cubicBezTo>
                                  <a:cubicBezTo>
                                    <a:pt x="366" y="39"/>
                                    <a:pt x="366" y="39"/>
                                    <a:pt x="366" y="38"/>
                                  </a:cubicBezTo>
                                  <a:cubicBezTo>
                                    <a:pt x="366" y="38"/>
                                    <a:pt x="366" y="37"/>
                                    <a:pt x="366" y="37"/>
                                  </a:cubicBezTo>
                                  <a:cubicBezTo>
                                    <a:pt x="366" y="37"/>
                                    <a:pt x="365" y="36"/>
                                    <a:pt x="365" y="36"/>
                                  </a:cubicBezTo>
                                  <a:cubicBezTo>
                                    <a:pt x="365" y="36"/>
                                    <a:pt x="364" y="34"/>
                                    <a:pt x="364" y="33"/>
                                  </a:cubicBezTo>
                                  <a:cubicBezTo>
                                    <a:pt x="364" y="33"/>
                                    <a:pt x="364" y="32"/>
                                    <a:pt x="364" y="31"/>
                                  </a:cubicBezTo>
                                  <a:cubicBezTo>
                                    <a:pt x="364" y="31"/>
                                    <a:pt x="364" y="30"/>
                                    <a:pt x="363" y="29"/>
                                  </a:cubicBezTo>
                                  <a:cubicBezTo>
                                    <a:pt x="362" y="28"/>
                                    <a:pt x="362" y="28"/>
                                    <a:pt x="362" y="27"/>
                                  </a:cubicBezTo>
                                  <a:cubicBezTo>
                                    <a:pt x="361" y="27"/>
                                    <a:pt x="361" y="27"/>
                                    <a:pt x="361" y="26"/>
                                  </a:cubicBezTo>
                                  <a:cubicBezTo>
                                    <a:pt x="361" y="26"/>
                                    <a:pt x="361" y="25"/>
                                    <a:pt x="361" y="25"/>
                                  </a:cubicBezTo>
                                  <a:cubicBezTo>
                                    <a:pt x="361" y="24"/>
                                    <a:pt x="361" y="24"/>
                                    <a:pt x="361" y="23"/>
                                  </a:cubicBezTo>
                                  <a:cubicBezTo>
                                    <a:pt x="360" y="23"/>
                                    <a:pt x="360" y="22"/>
                                    <a:pt x="360" y="22"/>
                                  </a:cubicBezTo>
                                  <a:cubicBezTo>
                                    <a:pt x="360" y="22"/>
                                    <a:pt x="360" y="22"/>
                                    <a:pt x="360" y="21"/>
                                  </a:cubicBezTo>
                                  <a:cubicBezTo>
                                    <a:pt x="360" y="20"/>
                                    <a:pt x="359" y="20"/>
                                    <a:pt x="359" y="19"/>
                                  </a:cubicBezTo>
                                  <a:cubicBezTo>
                                    <a:pt x="359" y="19"/>
                                    <a:pt x="358" y="19"/>
                                    <a:pt x="358" y="18"/>
                                  </a:cubicBezTo>
                                  <a:cubicBezTo>
                                    <a:pt x="359" y="18"/>
                                    <a:pt x="359" y="17"/>
                                    <a:pt x="359" y="17"/>
                                  </a:cubicBezTo>
                                  <a:cubicBezTo>
                                    <a:pt x="359" y="17"/>
                                    <a:pt x="359" y="16"/>
                                    <a:pt x="358" y="15"/>
                                  </a:cubicBezTo>
                                  <a:cubicBezTo>
                                    <a:pt x="358" y="15"/>
                                    <a:pt x="357" y="15"/>
                                    <a:pt x="357" y="15"/>
                                  </a:cubicBezTo>
                                  <a:cubicBezTo>
                                    <a:pt x="357" y="14"/>
                                    <a:pt x="358" y="14"/>
                                    <a:pt x="357" y="13"/>
                                  </a:cubicBezTo>
                                  <a:cubicBezTo>
                                    <a:pt x="357" y="13"/>
                                    <a:pt x="356" y="12"/>
                                    <a:pt x="355" y="11"/>
                                  </a:cubicBezTo>
                                  <a:cubicBezTo>
                                    <a:pt x="355" y="11"/>
                                    <a:pt x="355" y="11"/>
                                    <a:pt x="355" y="10"/>
                                  </a:cubicBezTo>
                                  <a:cubicBezTo>
                                    <a:pt x="355" y="10"/>
                                    <a:pt x="356" y="9"/>
                                    <a:pt x="355" y="9"/>
                                  </a:cubicBezTo>
                                  <a:cubicBezTo>
                                    <a:pt x="354" y="8"/>
                                    <a:pt x="354" y="8"/>
                                    <a:pt x="353" y="7"/>
                                  </a:cubicBezTo>
                                  <a:cubicBezTo>
                                    <a:pt x="353" y="6"/>
                                    <a:pt x="354" y="6"/>
                                    <a:pt x="352" y="5"/>
                                  </a:cubicBezTo>
                                  <a:cubicBezTo>
                                    <a:pt x="351" y="4"/>
                                    <a:pt x="351" y="4"/>
                                    <a:pt x="350" y="4"/>
                                  </a:cubicBezTo>
                                  <a:cubicBezTo>
                                    <a:pt x="349" y="4"/>
                                    <a:pt x="349" y="4"/>
                                    <a:pt x="349" y="4"/>
                                  </a:cubicBezTo>
                                  <a:cubicBezTo>
                                    <a:pt x="348" y="5"/>
                                    <a:pt x="348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6" y="4"/>
                                  </a:cubicBezTo>
                                  <a:cubicBezTo>
                                    <a:pt x="343" y="3"/>
                                    <a:pt x="341" y="1"/>
                                    <a:pt x="341" y="1"/>
                                  </a:cubicBezTo>
                                  <a:cubicBezTo>
                                    <a:pt x="340" y="1"/>
                                    <a:pt x="339" y="0"/>
                                    <a:pt x="338" y="0"/>
                                  </a:cubicBezTo>
                                  <a:cubicBezTo>
                                    <a:pt x="338" y="0"/>
                                    <a:pt x="336" y="0"/>
                                    <a:pt x="336" y="0"/>
                                  </a:cubicBezTo>
                                  <a:cubicBezTo>
                                    <a:pt x="336" y="0"/>
                                    <a:pt x="333" y="1"/>
                                    <a:pt x="333" y="1"/>
                                  </a:cubicBezTo>
                                  <a:cubicBezTo>
                                    <a:pt x="333" y="1"/>
                                    <a:pt x="333" y="1"/>
                                    <a:pt x="332" y="1"/>
                                  </a:cubicBezTo>
                                  <a:cubicBezTo>
                                    <a:pt x="332" y="2"/>
                                    <a:pt x="332" y="2"/>
                                    <a:pt x="331" y="2"/>
                                  </a:cubicBezTo>
                                  <a:cubicBezTo>
                                    <a:pt x="330" y="1"/>
                                    <a:pt x="330" y="1"/>
                                    <a:pt x="330" y="1"/>
                                  </a:cubicBezTo>
                                  <a:cubicBezTo>
                                    <a:pt x="329" y="1"/>
                                    <a:pt x="329" y="1"/>
                                    <a:pt x="328" y="1"/>
                                  </a:cubicBezTo>
                                  <a:cubicBezTo>
                                    <a:pt x="328" y="1"/>
                                    <a:pt x="328" y="1"/>
                                    <a:pt x="327" y="2"/>
                                  </a:cubicBezTo>
                                  <a:cubicBezTo>
                                    <a:pt x="326" y="2"/>
                                    <a:pt x="325" y="2"/>
                                    <a:pt x="325" y="2"/>
                                  </a:cubicBezTo>
                                  <a:cubicBezTo>
                                    <a:pt x="325" y="2"/>
                                    <a:pt x="325" y="3"/>
                                    <a:pt x="324" y="3"/>
                                  </a:cubicBezTo>
                                  <a:cubicBezTo>
                                    <a:pt x="323" y="3"/>
                                    <a:pt x="321" y="3"/>
                                    <a:pt x="321" y="3"/>
                                  </a:cubicBezTo>
                                  <a:cubicBezTo>
                                    <a:pt x="321" y="3"/>
                                    <a:pt x="320" y="3"/>
                                    <a:pt x="320" y="3"/>
                                  </a:cubicBezTo>
                                  <a:cubicBezTo>
                                    <a:pt x="320" y="3"/>
                                    <a:pt x="318" y="6"/>
                                    <a:pt x="317" y="7"/>
                                  </a:cubicBezTo>
                                  <a:cubicBezTo>
                                    <a:pt x="317" y="7"/>
                                    <a:pt x="315" y="8"/>
                                    <a:pt x="315" y="8"/>
                                  </a:cubicBezTo>
                                  <a:cubicBezTo>
                                    <a:pt x="315" y="9"/>
                                    <a:pt x="315" y="10"/>
                                    <a:pt x="315" y="10"/>
                                  </a:cubicBezTo>
                                  <a:cubicBezTo>
                                    <a:pt x="315" y="11"/>
                                    <a:pt x="315" y="11"/>
                                    <a:pt x="315" y="11"/>
                                  </a:cubicBezTo>
                                  <a:cubicBezTo>
                                    <a:pt x="315" y="11"/>
                                    <a:pt x="316" y="10"/>
                                    <a:pt x="316" y="10"/>
                                  </a:cubicBezTo>
                                  <a:cubicBezTo>
                                    <a:pt x="316" y="10"/>
                                    <a:pt x="317" y="10"/>
                                    <a:pt x="318" y="11"/>
                                  </a:cubicBezTo>
                                  <a:cubicBezTo>
                                    <a:pt x="318" y="11"/>
                                    <a:pt x="320" y="11"/>
                                    <a:pt x="320" y="11"/>
                                  </a:cubicBezTo>
                                  <a:cubicBezTo>
                                    <a:pt x="320" y="12"/>
                                    <a:pt x="319" y="12"/>
                                    <a:pt x="319" y="12"/>
                                  </a:cubicBezTo>
                                  <a:cubicBezTo>
                                    <a:pt x="319" y="12"/>
                                    <a:pt x="319" y="13"/>
                                    <a:pt x="319" y="14"/>
                                  </a:cubicBezTo>
                                  <a:cubicBezTo>
                                    <a:pt x="319" y="14"/>
                                    <a:pt x="319" y="14"/>
                                    <a:pt x="319" y="15"/>
                                  </a:cubicBezTo>
                                  <a:cubicBezTo>
                                    <a:pt x="320" y="15"/>
                                    <a:pt x="320" y="16"/>
                                    <a:pt x="320" y="17"/>
                                  </a:cubicBezTo>
                                  <a:cubicBezTo>
                                    <a:pt x="320" y="17"/>
                                    <a:pt x="320" y="17"/>
                                    <a:pt x="320" y="17"/>
                                  </a:cubicBezTo>
                                  <a:cubicBezTo>
                                    <a:pt x="316" y="20"/>
                                    <a:pt x="316" y="20"/>
                                    <a:pt x="316" y="20"/>
                                  </a:cubicBezTo>
                                  <a:cubicBezTo>
                                    <a:pt x="316" y="20"/>
                                    <a:pt x="315" y="22"/>
                                    <a:pt x="315" y="22"/>
                                  </a:cubicBezTo>
                                  <a:cubicBezTo>
                                    <a:pt x="315" y="22"/>
                                    <a:pt x="313" y="27"/>
                                    <a:pt x="313" y="27"/>
                                  </a:cubicBezTo>
                                  <a:cubicBezTo>
                                    <a:pt x="313" y="27"/>
                                    <a:pt x="311" y="31"/>
                                    <a:pt x="311" y="31"/>
                                  </a:cubicBezTo>
                                  <a:cubicBezTo>
                                    <a:pt x="310" y="32"/>
                                    <a:pt x="310" y="32"/>
                                    <a:pt x="310" y="32"/>
                                  </a:cubicBezTo>
                                  <a:cubicBezTo>
                                    <a:pt x="310" y="34"/>
                                    <a:pt x="310" y="34"/>
                                    <a:pt x="310" y="34"/>
                                  </a:cubicBezTo>
                                  <a:cubicBezTo>
                                    <a:pt x="309" y="35"/>
                                    <a:pt x="309" y="35"/>
                                    <a:pt x="309" y="35"/>
                                  </a:cubicBezTo>
                                  <a:cubicBezTo>
                                    <a:pt x="309" y="35"/>
                                    <a:pt x="309" y="35"/>
                                    <a:pt x="309" y="35"/>
                                  </a:cubicBezTo>
                                  <a:cubicBezTo>
                                    <a:pt x="309" y="36"/>
                                    <a:pt x="310" y="36"/>
                                    <a:pt x="310" y="36"/>
                                  </a:cubicBezTo>
                                  <a:cubicBezTo>
                                    <a:pt x="310" y="36"/>
                                    <a:pt x="310" y="37"/>
                                    <a:pt x="310" y="38"/>
                                  </a:cubicBezTo>
                                  <a:cubicBezTo>
                                    <a:pt x="310" y="38"/>
                                    <a:pt x="308" y="39"/>
                                    <a:pt x="308" y="39"/>
                                  </a:cubicBezTo>
                                  <a:cubicBezTo>
                                    <a:pt x="305" y="40"/>
                                    <a:pt x="305" y="40"/>
                                    <a:pt x="305" y="40"/>
                                  </a:cubicBezTo>
                                  <a:cubicBezTo>
                                    <a:pt x="300" y="44"/>
                                    <a:pt x="300" y="44"/>
                                    <a:pt x="300" y="44"/>
                                  </a:cubicBezTo>
                                  <a:cubicBezTo>
                                    <a:pt x="298" y="44"/>
                                    <a:pt x="298" y="44"/>
                                    <a:pt x="298" y="44"/>
                                  </a:cubicBezTo>
                                  <a:cubicBezTo>
                                    <a:pt x="296" y="43"/>
                                    <a:pt x="296" y="43"/>
                                    <a:pt x="296" y="43"/>
                                  </a:cubicBezTo>
                                  <a:cubicBezTo>
                                    <a:pt x="294" y="42"/>
                                    <a:pt x="294" y="42"/>
                                    <a:pt x="294" y="42"/>
                                  </a:cubicBezTo>
                                  <a:cubicBezTo>
                                    <a:pt x="293" y="41"/>
                                    <a:pt x="293" y="41"/>
                                    <a:pt x="293" y="41"/>
                                  </a:cubicBezTo>
                                  <a:cubicBezTo>
                                    <a:pt x="292" y="41"/>
                                    <a:pt x="292" y="41"/>
                                    <a:pt x="292" y="41"/>
                                  </a:cubicBezTo>
                                  <a:cubicBezTo>
                                    <a:pt x="286" y="54"/>
                                    <a:pt x="286" y="54"/>
                                    <a:pt x="286" y="54"/>
                                  </a:cubicBezTo>
                                  <a:cubicBezTo>
                                    <a:pt x="286" y="57"/>
                                    <a:pt x="286" y="57"/>
                                    <a:pt x="286" y="57"/>
                                  </a:cubicBezTo>
                                  <a:cubicBezTo>
                                    <a:pt x="284" y="58"/>
                                    <a:pt x="284" y="58"/>
                                    <a:pt x="284" y="58"/>
                                  </a:cubicBezTo>
                                  <a:cubicBezTo>
                                    <a:pt x="284" y="60"/>
                                    <a:pt x="284" y="60"/>
                                    <a:pt x="284" y="60"/>
                                  </a:cubicBezTo>
                                  <a:cubicBezTo>
                                    <a:pt x="287" y="63"/>
                                    <a:pt x="287" y="63"/>
                                    <a:pt x="287" y="63"/>
                                  </a:cubicBezTo>
                                  <a:cubicBezTo>
                                    <a:pt x="289" y="60"/>
                                    <a:pt x="289" y="60"/>
                                    <a:pt x="289" y="60"/>
                                  </a:cubicBezTo>
                                  <a:cubicBezTo>
                                    <a:pt x="293" y="60"/>
                                    <a:pt x="293" y="60"/>
                                    <a:pt x="293" y="60"/>
                                  </a:cubicBezTo>
                                  <a:cubicBezTo>
                                    <a:pt x="296" y="62"/>
                                    <a:pt x="296" y="62"/>
                                    <a:pt x="296" y="62"/>
                                  </a:cubicBezTo>
                                  <a:cubicBezTo>
                                    <a:pt x="297" y="63"/>
                                    <a:pt x="297" y="63"/>
                                    <a:pt x="297" y="63"/>
                                  </a:cubicBezTo>
                                  <a:cubicBezTo>
                                    <a:pt x="300" y="60"/>
                                    <a:pt x="300" y="60"/>
                                    <a:pt x="300" y="60"/>
                                  </a:cubicBezTo>
                                  <a:cubicBezTo>
                                    <a:pt x="305" y="60"/>
                                    <a:pt x="305" y="60"/>
                                    <a:pt x="305" y="60"/>
                                  </a:cubicBezTo>
                                  <a:cubicBezTo>
                                    <a:pt x="314" y="70"/>
                                    <a:pt x="314" y="70"/>
                                    <a:pt x="314" y="70"/>
                                  </a:cubicBezTo>
                                  <a:cubicBezTo>
                                    <a:pt x="314" y="73"/>
                                    <a:pt x="314" y="73"/>
                                    <a:pt x="314" y="73"/>
                                  </a:cubicBezTo>
                                  <a:cubicBezTo>
                                    <a:pt x="312" y="73"/>
                                    <a:pt x="312" y="73"/>
                                    <a:pt x="312" y="73"/>
                                  </a:cubicBezTo>
                                  <a:cubicBezTo>
                                    <a:pt x="310" y="73"/>
                                    <a:pt x="310" y="73"/>
                                    <a:pt x="310" y="73"/>
                                  </a:cubicBezTo>
                                  <a:cubicBezTo>
                                    <a:pt x="307" y="72"/>
                                    <a:pt x="307" y="72"/>
                                    <a:pt x="307" y="72"/>
                                  </a:cubicBezTo>
                                  <a:cubicBezTo>
                                    <a:pt x="303" y="72"/>
                                    <a:pt x="303" y="72"/>
                                    <a:pt x="303" y="72"/>
                                  </a:cubicBezTo>
                                  <a:cubicBezTo>
                                    <a:pt x="302" y="73"/>
                                    <a:pt x="302" y="73"/>
                                    <a:pt x="302" y="73"/>
                                  </a:cubicBezTo>
                                  <a:cubicBezTo>
                                    <a:pt x="300" y="74"/>
                                    <a:pt x="300" y="74"/>
                                    <a:pt x="300" y="74"/>
                                  </a:cubicBezTo>
                                  <a:cubicBezTo>
                                    <a:pt x="297" y="74"/>
                                    <a:pt x="297" y="74"/>
                                    <a:pt x="297" y="74"/>
                                  </a:cubicBezTo>
                                  <a:cubicBezTo>
                                    <a:pt x="297" y="76"/>
                                    <a:pt x="297" y="76"/>
                                    <a:pt x="297" y="76"/>
                                  </a:cubicBezTo>
                                  <a:cubicBezTo>
                                    <a:pt x="292" y="76"/>
                                    <a:pt x="292" y="76"/>
                                    <a:pt x="292" y="76"/>
                                  </a:cubicBezTo>
                                  <a:cubicBezTo>
                                    <a:pt x="289" y="80"/>
                                    <a:pt x="289" y="80"/>
                                    <a:pt x="289" y="80"/>
                                  </a:cubicBezTo>
                                  <a:cubicBezTo>
                                    <a:pt x="289" y="82"/>
                                    <a:pt x="289" y="82"/>
                                    <a:pt x="289" y="82"/>
                                  </a:cubicBezTo>
                                  <a:cubicBezTo>
                                    <a:pt x="286" y="85"/>
                                    <a:pt x="286" y="85"/>
                                    <a:pt x="286" y="85"/>
                                  </a:cubicBezTo>
                                  <a:cubicBezTo>
                                    <a:pt x="278" y="85"/>
                                    <a:pt x="278" y="85"/>
                                    <a:pt x="278" y="85"/>
                                  </a:cubicBezTo>
                                  <a:cubicBezTo>
                                    <a:pt x="276" y="88"/>
                                    <a:pt x="276" y="88"/>
                                    <a:pt x="276" y="88"/>
                                  </a:cubicBezTo>
                                  <a:cubicBezTo>
                                    <a:pt x="273" y="91"/>
                                    <a:pt x="273" y="91"/>
                                    <a:pt x="273" y="91"/>
                                  </a:cubicBezTo>
                                  <a:cubicBezTo>
                                    <a:pt x="269" y="91"/>
                                    <a:pt x="269" y="91"/>
                                    <a:pt x="269" y="91"/>
                                  </a:cubicBezTo>
                                  <a:cubicBezTo>
                                    <a:pt x="266" y="91"/>
                                    <a:pt x="266" y="91"/>
                                    <a:pt x="266" y="91"/>
                                  </a:cubicBezTo>
                                  <a:cubicBezTo>
                                    <a:pt x="262" y="89"/>
                                    <a:pt x="262" y="89"/>
                                    <a:pt x="262" y="89"/>
                                  </a:cubicBezTo>
                                  <a:cubicBezTo>
                                    <a:pt x="260" y="89"/>
                                    <a:pt x="260" y="89"/>
                                    <a:pt x="260" y="89"/>
                                  </a:cubicBezTo>
                                  <a:cubicBezTo>
                                    <a:pt x="260" y="89"/>
                                    <a:pt x="258" y="92"/>
                                    <a:pt x="258" y="92"/>
                                  </a:cubicBezTo>
                                  <a:cubicBezTo>
                                    <a:pt x="257" y="93"/>
                                    <a:pt x="257" y="94"/>
                                    <a:pt x="257" y="94"/>
                                  </a:cubicBezTo>
                                  <a:cubicBezTo>
                                    <a:pt x="257" y="94"/>
                                    <a:pt x="257" y="96"/>
                                    <a:pt x="257" y="97"/>
                                  </a:cubicBezTo>
                                  <a:cubicBezTo>
                                    <a:pt x="257" y="97"/>
                                    <a:pt x="260" y="99"/>
                                    <a:pt x="260" y="99"/>
                                  </a:cubicBezTo>
                                  <a:cubicBezTo>
                                    <a:pt x="260" y="102"/>
                                    <a:pt x="260" y="102"/>
                                    <a:pt x="260" y="102"/>
                                  </a:cubicBezTo>
                                  <a:cubicBezTo>
                                    <a:pt x="254" y="105"/>
                                    <a:pt x="254" y="105"/>
                                    <a:pt x="254" y="105"/>
                                  </a:cubicBezTo>
                                  <a:cubicBezTo>
                                    <a:pt x="250" y="110"/>
                                    <a:pt x="250" y="110"/>
                                    <a:pt x="250" y="110"/>
                                  </a:cubicBezTo>
                                  <a:cubicBezTo>
                                    <a:pt x="249" y="111"/>
                                    <a:pt x="249" y="111"/>
                                    <a:pt x="249" y="111"/>
                                  </a:cubicBezTo>
                                  <a:cubicBezTo>
                                    <a:pt x="244" y="113"/>
                                    <a:pt x="244" y="113"/>
                                    <a:pt x="244" y="113"/>
                                  </a:cubicBezTo>
                                  <a:cubicBezTo>
                                    <a:pt x="229" y="113"/>
                                    <a:pt x="229" y="113"/>
                                    <a:pt x="229" y="113"/>
                                  </a:cubicBezTo>
                                  <a:cubicBezTo>
                                    <a:pt x="218" y="118"/>
                                    <a:pt x="218" y="118"/>
                                    <a:pt x="218" y="118"/>
                                  </a:cubicBezTo>
                                  <a:cubicBezTo>
                                    <a:pt x="213" y="121"/>
                                    <a:pt x="213" y="121"/>
                                    <a:pt x="213" y="121"/>
                                  </a:cubicBezTo>
                                  <a:cubicBezTo>
                                    <a:pt x="213" y="121"/>
                                    <a:pt x="213" y="121"/>
                                    <a:pt x="213" y="121"/>
                                  </a:cubicBezTo>
                                  <a:cubicBezTo>
                                    <a:pt x="212" y="121"/>
                                    <a:pt x="212" y="121"/>
                                    <a:pt x="212" y="121"/>
                                  </a:cubicBezTo>
                                  <a:cubicBezTo>
                                    <a:pt x="210" y="120"/>
                                    <a:pt x="210" y="120"/>
                                    <a:pt x="210" y="120"/>
                                  </a:cubicBezTo>
                                  <a:cubicBezTo>
                                    <a:pt x="209" y="119"/>
                                    <a:pt x="209" y="119"/>
                                    <a:pt x="209" y="119"/>
                                  </a:cubicBezTo>
                                  <a:cubicBezTo>
                                    <a:pt x="203" y="119"/>
                                    <a:pt x="203" y="119"/>
                                    <a:pt x="203" y="119"/>
                                  </a:cubicBezTo>
                                  <a:cubicBezTo>
                                    <a:pt x="197" y="116"/>
                                    <a:pt x="197" y="116"/>
                                    <a:pt x="197" y="116"/>
                                  </a:cubicBezTo>
                                  <a:cubicBezTo>
                                    <a:pt x="193" y="115"/>
                                    <a:pt x="193" y="115"/>
                                    <a:pt x="193" y="115"/>
                                  </a:cubicBezTo>
                                  <a:cubicBezTo>
                                    <a:pt x="193" y="115"/>
                                    <a:pt x="191" y="113"/>
                                    <a:pt x="191" y="113"/>
                                  </a:cubicBezTo>
                                  <a:cubicBezTo>
                                    <a:pt x="191" y="113"/>
                                    <a:pt x="188" y="112"/>
                                    <a:pt x="188" y="112"/>
                                  </a:cubicBezTo>
                                  <a:cubicBezTo>
                                    <a:pt x="188" y="112"/>
                                    <a:pt x="185" y="111"/>
                                    <a:pt x="185" y="111"/>
                                  </a:cubicBezTo>
                                  <a:cubicBezTo>
                                    <a:pt x="182" y="112"/>
                                    <a:pt x="182" y="112"/>
                                    <a:pt x="182" y="112"/>
                                  </a:cubicBezTo>
                                  <a:cubicBezTo>
                                    <a:pt x="177" y="112"/>
                                    <a:pt x="177" y="112"/>
                                    <a:pt x="177" y="112"/>
                                  </a:cubicBezTo>
                                  <a:cubicBezTo>
                                    <a:pt x="160" y="110"/>
                                    <a:pt x="160" y="110"/>
                                    <a:pt x="160" y="110"/>
                                  </a:cubicBezTo>
                                  <a:cubicBezTo>
                                    <a:pt x="158" y="110"/>
                                    <a:pt x="158" y="110"/>
                                    <a:pt x="158" y="110"/>
                                  </a:cubicBezTo>
                                  <a:cubicBezTo>
                                    <a:pt x="155" y="110"/>
                                    <a:pt x="155" y="110"/>
                                    <a:pt x="155" y="110"/>
                                  </a:cubicBezTo>
                                  <a:cubicBezTo>
                                    <a:pt x="154" y="109"/>
                                    <a:pt x="154" y="109"/>
                                    <a:pt x="154" y="109"/>
                                  </a:cubicBezTo>
                                  <a:cubicBezTo>
                                    <a:pt x="151" y="105"/>
                                    <a:pt x="151" y="105"/>
                                    <a:pt x="151" y="105"/>
                                  </a:cubicBezTo>
                                  <a:cubicBezTo>
                                    <a:pt x="149" y="99"/>
                                    <a:pt x="149" y="99"/>
                                    <a:pt x="149" y="99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48" y="96"/>
                                    <a:pt x="148" y="96"/>
                                    <a:pt x="148" y="96"/>
                                  </a:cubicBezTo>
                                  <a:cubicBezTo>
                                    <a:pt x="145" y="96"/>
                                    <a:pt x="145" y="96"/>
                                    <a:pt x="145" y="96"/>
                                  </a:cubicBezTo>
                                  <a:cubicBezTo>
                                    <a:pt x="137" y="90"/>
                                    <a:pt x="137" y="90"/>
                                    <a:pt x="137" y="90"/>
                                  </a:cubicBezTo>
                                  <a:cubicBezTo>
                                    <a:pt x="134" y="89"/>
                                    <a:pt x="134" y="89"/>
                                    <a:pt x="134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1" y="88"/>
                                    <a:pt x="121" y="88"/>
                                  </a:cubicBezTo>
                                  <a:cubicBezTo>
                                    <a:pt x="121" y="88"/>
                                    <a:pt x="119" y="87"/>
                                    <a:pt x="118" y="87"/>
                                  </a:cubicBezTo>
                                  <a:cubicBezTo>
                                    <a:pt x="118" y="87"/>
                                    <a:pt x="117" y="87"/>
                                    <a:pt x="117" y="86"/>
                                  </a:cubicBezTo>
                                  <a:cubicBezTo>
                                    <a:pt x="116" y="86"/>
                                    <a:pt x="116" y="85"/>
                                    <a:pt x="116" y="85"/>
                                  </a:cubicBezTo>
                                  <a:cubicBezTo>
                                    <a:pt x="116" y="85"/>
                                    <a:pt x="116" y="83"/>
                                    <a:pt x="116" y="83"/>
                                  </a:cubicBezTo>
                                  <a:cubicBezTo>
                                    <a:pt x="116" y="83"/>
                                    <a:pt x="117" y="82"/>
                                    <a:pt x="117" y="81"/>
                                  </a:cubicBezTo>
                                  <a:cubicBezTo>
                                    <a:pt x="117" y="81"/>
                                    <a:pt x="118" y="80"/>
                                    <a:pt x="118" y="80"/>
                                  </a:cubicBezTo>
                                  <a:cubicBezTo>
                                    <a:pt x="118" y="80"/>
                                    <a:pt x="118" y="78"/>
                                    <a:pt x="118" y="77"/>
                                  </a:cubicBezTo>
                                  <a:cubicBezTo>
                                    <a:pt x="118" y="77"/>
                                    <a:pt x="117" y="76"/>
                                    <a:pt x="117" y="76"/>
                                  </a:cubicBezTo>
                                  <a:cubicBezTo>
                                    <a:pt x="117" y="76"/>
                                    <a:pt x="118" y="75"/>
                                    <a:pt x="118" y="75"/>
                                  </a:cubicBezTo>
                                  <a:cubicBezTo>
                                    <a:pt x="118" y="75"/>
                                    <a:pt x="118" y="74"/>
                                    <a:pt x="118" y="74"/>
                                  </a:cubicBezTo>
                                  <a:cubicBezTo>
                                    <a:pt x="118" y="73"/>
                                    <a:pt x="118" y="72"/>
                                    <a:pt x="118" y="72"/>
                                  </a:cubicBezTo>
                                  <a:cubicBezTo>
                                    <a:pt x="115" y="68"/>
                                    <a:pt x="115" y="68"/>
                                    <a:pt x="115" y="68"/>
                                  </a:cubicBezTo>
                                  <a:cubicBezTo>
                                    <a:pt x="115" y="68"/>
                                    <a:pt x="114" y="63"/>
                                    <a:pt x="114" y="63"/>
                                  </a:cubicBezTo>
                                  <a:cubicBezTo>
                                    <a:pt x="114" y="63"/>
                                    <a:pt x="113" y="62"/>
                                    <a:pt x="113" y="62"/>
                                  </a:cubicBezTo>
                                  <a:cubicBezTo>
                                    <a:pt x="112" y="61"/>
                                    <a:pt x="112" y="61"/>
                                    <a:pt x="112" y="61"/>
                                  </a:cubicBezTo>
                                  <a:cubicBezTo>
                                    <a:pt x="110" y="61"/>
                                    <a:pt x="110" y="61"/>
                                    <a:pt x="110" y="61"/>
                                  </a:cubicBezTo>
                                  <a:cubicBezTo>
                                    <a:pt x="110" y="61"/>
                                    <a:pt x="109" y="60"/>
                                    <a:pt x="109" y="60"/>
                                  </a:cubicBezTo>
                                  <a:cubicBezTo>
                                    <a:pt x="108" y="60"/>
                                    <a:pt x="108" y="59"/>
                                    <a:pt x="107" y="59"/>
                                  </a:cubicBezTo>
                                  <a:cubicBezTo>
                                    <a:pt x="107" y="59"/>
                                    <a:pt x="106" y="60"/>
                                    <a:pt x="106" y="60"/>
                                  </a:cubicBezTo>
                                  <a:cubicBezTo>
                                    <a:pt x="106" y="60"/>
                                    <a:pt x="104" y="60"/>
                                    <a:pt x="104" y="60"/>
                                  </a:cubicBezTo>
                                  <a:cubicBezTo>
                                    <a:pt x="102" y="57"/>
                                    <a:pt x="102" y="57"/>
                                    <a:pt x="102" y="57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0" y="55"/>
                                    <a:pt x="100" y="55"/>
                                  </a:cubicBezTo>
                                  <a:cubicBezTo>
                                    <a:pt x="100" y="55"/>
                                    <a:pt x="98" y="54"/>
                                    <a:pt x="98" y="54"/>
                                  </a:cubicBezTo>
                                  <a:cubicBezTo>
                                    <a:pt x="98" y="52"/>
                                    <a:pt x="98" y="52"/>
                                    <a:pt x="98" y="52"/>
                                  </a:cubicBezTo>
                                  <a:cubicBezTo>
                                    <a:pt x="96" y="51"/>
                                    <a:pt x="96" y="51"/>
                                    <a:pt x="96" y="51"/>
                                  </a:cubicBezTo>
                                  <a:cubicBezTo>
                                    <a:pt x="97" y="49"/>
                                    <a:pt x="97" y="49"/>
                                    <a:pt x="97" y="49"/>
                                  </a:cubicBezTo>
                                  <a:cubicBezTo>
                                    <a:pt x="96" y="48"/>
                                    <a:pt x="96" y="48"/>
                                    <a:pt x="96" y="48"/>
                                  </a:cubicBezTo>
                                  <a:cubicBezTo>
                                    <a:pt x="96" y="48"/>
                                    <a:pt x="96" y="48"/>
                                    <a:pt x="96" y="48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92" y="47"/>
                                    <a:pt x="92" y="47"/>
                                    <a:pt x="92" y="47"/>
                                  </a:cubicBezTo>
                                  <a:cubicBezTo>
                                    <a:pt x="92" y="47"/>
                                    <a:pt x="91" y="46"/>
                                    <a:pt x="91" y="46"/>
                                  </a:cubicBezTo>
                                  <a:cubicBezTo>
                                    <a:pt x="89" y="49"/>
                                    <a:pt x="89" y="49"/>
                                    <a:pt x="89" y="49"/>
                                  </a:cubicBezTo>
                                  <a:cubicBezTo>
                                    <a:pt x="89" y="53"/>
                                    <a:pt x="89" y="53"/>
                                    <a:pt x="89" y="53"/>
                                  </a:cubicBezTo>
                                  <a:cubicBezTo>
                                    <a:pt x="89" y="53"/>
                                    <a:pt x="88" y="54"/>
                                    <a:pt x="88" y="54"/>
                                  </a:cubicBezTo>
                                  <a:cubicBezTo>
                                    <a:pt x="87" y="54"/>
                                    <a:pt x="85" y="55"/>
                                    <a:pt x="85" y="55"/>
                                  </a:cubicBezTo>
                                  <a:cubicBezTo>
                                    <a:pt x="84" y="55"/>
                                    <a:pt x="82" y="56"/>
                                    <a:pt x="82" y="56"/>
                                  </a:cubicBezTo>
                                  <a:cubicBezTo>
                                    <a:pt x="82" y="56"/>
                                    <a:pt x="81" y="58"/>
                                    <a:pt x="81" y="58"/>
                                  </a:cubicBezTo>
                                  <a:cubicBezTo>
                                    <a:pt x="81" y="58"/>
                                    <a:pt x="81" y="59"/>
                                    <a:pt x="81" y="59"/>
                                  </a:cubicBezTo>
                                  <a:cubicBezTo>
                                    <a:pt x="81" y="59"/>
                                    <a:pt x="81" y="61"/>
                                    <a:pt x="81" y="61"/>
                                  </a:cubicBezTo>
                                  <a:cubicBezTo>
                                    <a:pt x="81" y="61"/>
                                    <a:pt x="81" y="62"/>
                                    <a:pt x="81" y="62"/>
                                  </a:cubicBezTo>
                                  <a:cubicBezTo>
                                    <a:pt x="81" y="66"/>
                                    <a:pt x="81" y="66"/>
                                    <a:pt x="81" y="66"/>
                                  </a:cubicBezTo>
                                  <a:cubicBezTo>
                                    <a:pt x="82" y="66"/>
                                    <a:pt x="82" y="66"/>
                                    <a:pt x="82" y="66"/>
                                  </a:cubicBezTo>
                                  <a:cubicBezTo>
                                    <a:pt x="82" y="68"/>
                                    <a:pt x="82" y="68"/>
                                    <a:pt x="82" y="68"/>
                                  </a:cubicBezTo>
                                  <a:cubicBezTo>
                                    <a:pt x="81" y="69"/>
                                    <a:pt x="81" y="69"/>
                                    <a:pt x="81" y="69"/>
                                  </a:cubicBezTo>
                                  <a:cubicBezTo>
                                    <a:pt x="80" y="69"/>
                                    <a:pt x="80" y="69"/>
                                    <a:pt x="80" y="69"/>
                                  </a:cubicBezTo>
                                  <a:cubicBezTo>
                                    <a:pt x="79" y="70"/>
                                    <a:pt x="79" y="70"/>
                                    <a:pt x="79" y="70"/>
                                  </a:cubicBezTo>
                                  <a:cubicBezTo>
                                    <a:pt x="77" y="71"/>
                                    <a:pt x="77" y="71"/>
                                    <a:pt x="77" y="71"/>
                                  </a:cubicBezTo>
                                  <a:cubicBezTo>
                                    <a:pt x="75" y="70"/>
                                    <a:pt x="75" y="70"/>
                                    <a:pt x="75" y="70"/>
                                  </a:cubicBezTo>
                                  <a:cubicBezTo>
                                    <a:pt x="69" y="70"/>
                                    <a:pt x="69" y="70"/>
                                    <a:pt x="69" y="70"/>
                                  </a:cubicBezTo>
                                  <a:cubicBezTo>
                                    <a:pt x="64" y="67"/>
                                    <a:pt x="64" y="67"/>
                                    <a:pt x="64" y="67"/>
                                  </a:cubicBezTo>
                                  <a:cubicBezTo>
                                    <a:pt x="61" y="77"/>
                                    <a:pt x="61" y="77"/>
                                    <a:pt x="61" y="77"/>
                                  </a:cubicBezTo>
                                  <a:cubicBezTo>
                                    <a:pt x="58" y="84"/>
                                    <a:pt x="58" y="84"/>
                                    <a:pt x="58" y="84"/>
                                  </a:cubicBezTo>
                                  <a:cubicBezTo>
                                    <a:pt x="58" y="84"/>
                                    <a:pt x="59" y="85"/>
                                    <a:pt x="59" y="85"/>
                                  </a:cubicBezTo>
                                  <a:cubicBezTo>
                                    <a:pt x="59" y="85"/>
                                    <a:pt x="61" y="85"/>
                                    <a:pt x="61" y="85"/>
                                  </a:cubicBezTo>
                                  <a:cubicBezTo>
                                    <a:pt x="61" y="87"/>
                                    <a:pt x="61" y="87"/>
                                    <a:pt x="61" y="87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5" y="85"/>
                                    <a:pt x="55" y="85"/>
                                    <a:pt x="55" y="85"/>
                                  </a:cubicBezTo>
                                  <a:cubicBezTo>
                                    <a:pt x="55" y="85"/>
                                    <a:pt x="52" y="87"/>
                                    <a:pt x="52" y="87"/>
                                  </a:cubicBezTo>
                                  <a:cubicBezTo>
                                    <a:pt x="52" y="87"/>
                                    <a:pt x="51" y="88"/>
                                    <a:pt x="50" y="88"/>
                                  </a:cubicBezTo>
                                  <a:cubicBezTo>
                                    <a:pt x="50" y="88"/>
                                    <a:pt x="48" y="88"/>
                                    <a:pt x="48" y="88"/>
                                  </a:cubicBezTo>
                                  <a:cubicBezTo>
                                    <a:pt x="45" y="89"/>
                                    <a:pt x="45" y="89"/>
                                    <a:pt x="45" y="89"/>
                                  </a:cubicBezTo>
                                  <a:cubicBezTo>
                                    <a:pt x="43" y="90"/>
                                    <a:pt x="43" y="90"/>
                                    <a:pt x="43" y="90"/>
                                  </a:cubicBezTo>
                                  <a:cubicBezTo>
                                    <a:pt x="43" y="90"/>
                                    <a:pt x="43" y="91"/>
                                    <a:pt x="43" y="91"/>
                                  </a:cubicBezTo>
                                  <a:cubicBezTo>
                                    <a:pt x="43" y="91"/>
                                    <a:pt x="44" y="91"/>
                                    <a:pt x="44" y="91"/>
                                  </a:cubicBezTo>
                                  <a:cubicBezTo>
                                    <a:pt x="45" y="92"/>
                                    <a:pt x="45" y="92"/>
                                    <a:pt x="45" y="92"/>
                                  </a:cubicBezTo>
                                  <a:cubicBezTo>
                                    <a:pt x="46" y="93"/>
                                    <a:pt x="46" y="93"/>
                                    <a:pt x="46" y="93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7" y="100"/>
                                    <a:pt x="47" y="100"/>
                                    <a:pt x="47" y="100"/>
                                  </a:cubicBezTo>
                                  <a:cubicBezTo>
                                    <a:pt x="48" y="102"/>
                                    <a:pt x="48" y="102"/>
                                    <a:pt x="48" y="102"/>
                                  </a:cubicBezTo>
                                  <a:cubicBezTo>
                                    <a:pt x="48" y="102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9" y="105"/>
                                    <a:pt x="49" y="105"/>
                                  </a:cubicBezTo>
                                  <a:cubicBezTo>
                                    <a:pt x="49" y="106"/>
                                    <a:pt x="49" y="106"/>
                                    <a:pt x="49" y="106"/>
                                  </a:cubicBezTo>
                                  <a:cubicBezTo>
                                    <a:pt x="47" y="107"/>
                                    <a:pt x="47" y="107"/>
                                    <a:pt x="47" y="107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7" y="109"/>
                                    <a:pt x="47" y="109"/>
                                  </a:cubicBezTo>
                                  <a:cubicBezTo>
                                    <a:pt x="48" y="109"/>
                                    <a:pt x="47" y="109"/>
                                    <a:pt x="47" y="109"/>
                                  </a:cubicBezTo>
                                  <a:cubicBezTo>
                                    <a:pt x="46" y="109"/>
                                    <a:pt x="46" y="109"/>
                                    <a:pt x="46" y="109"/>
                                  </a:cubicBezTo>
                                  <a:cubicBezTo>
                                    <a:pt x="44" y="111"/>
                                    <a:pt x="44" y="111"/>
                                    <a:pt x="44" y="111"/>
                                  </a:cubicBezTo>
                                  <a:cubicBezTo>
                                    <a:pt x="44" y="111"/>
                                    <a:pt x="44" y="112"/>
                                    <a:pt x="45" y="112"/>
                                  </a:cubicBezTo>
                                  <a:cubicBezTo>
                                    <a:pt x="45" y="112"/>
                                    <a:pt x="45" y="113"/>
                                    <a:pt x="45" y="113"/>
                                  </a:cubicBezTo>
                                  <a:cubicBezTo>
                                    <a:pt x="45" y="113"/>
                                    <a:pt x="45" y="115"/>
                                    <a:pt x="45" y="115"/>
                                  </a:cubicBezTo>
                                  <a:cubicBezTo>
                                    <a:pt x="45" y="115"/>
                                    <a:pt x="45" y="115"/>
                                    <a:pt x="45" y="115"/>
                                  </a:cubicBezTo>
                                  <a:cubicBezTo>
                                    <a:pt x="44" y="117"/>
                                    <a:pt x="44" y="117"/>
                                    <a:pt x="44" y="117"/>
                                  </a:cubicBezTo>
                                  <a:cubicBezTo>
                                    <a:pt x="44" y="117"/>
                                    <a:pt x="43" y="117"/>
                                    <a:pt x="43" y="117"/>
                                  </a:cubicBezTo>
                                  <a:cubicBezTo>
                                    <a:pt x="43" y="117"/>
                                    <a:pt x="41" y="119"/>
                                    <a:pt x="41" y="119"/>
                                  </a:cubicBezTo>
                                  <a:cubicBezTo>
                                    <a:pt x="36" y="121"/>
                                    <a:pt x="36" y="121"/>
                                    <a:pt x="36" y="121"/>
                                  </a:cubicBezTo>
                                  <a:cubicBezTo>
                                    <a:pt x="31" y="122"/>
                                    <a:pt x="31" y="122"/>
                                    <a:pt x="31" y="122"/>
                                  </a:cubicBezTo>
                                  <a:cubicBezTo>
                                    <a:pt x="31" y="124"/>
                                    <a:pt x="31" y="124"/>
                                    <a:pt x="31" y="124"/>
                                  </a:cubicBezTo>
                                  <a:cubicBezTo>
                                    <a:pt x="29" y="125"/>
                                    <a:pt x="29" y="125"/>
                                    <a:pt x="29" y="125"/>
                                  </a:cubicBezTo>
                                  <a:cubicBezTo>
                                    <a:pt x="28" y="126"/>
                                    <a:pt x="28" y="126"/>
                                    <a:pt x="28" y="126"/>
                                  </a:cubicBezTo>
                                  <a:cubicBezTo>
                                    <a:pt x="23" y="126"/>
                                    <a:pt x="23" y="126"/>
                                    <a:pt x="23" y="126"/>
                                  </a:cubicBezTo>
                                  <a:cubicBezTo>
                                    <a:pt x="23" y="126"/>
                                    <a:pt x="21" y="127"/>
                                    <a:pt x="21" y="127"/>
                                  </a:cubicBezTo>
                                  <a:cubicBezTo>
                                    <a:pt x="21" y="128"/>
                                    <a:pt x="21" y="129"/>
                                    <a:pt x="21" y="129"/>
                                  </a:cubicBezTo>
                                  <a:cubicBezTo>
                                    <a:pt x="21" y="129"/>
                                    <a:pt x="20" y="131"/>
                                    <a:pt x="20" y="131"/>
                                  </a:cubicBezTo>
                                  <a:cubicBezTo>
                                    <a:pt x="19" y="132"/>
                                    <a:pt x="19" y="132"/>
                                    <a:pt x="19" y="132"/>
                                  </a:cubicBezTo>
                                  <a:cubicBezTo>
                                    <a:pt x="18" y="131"/>
                                    <a:pt x="18" y="131"/>
                                    <a:pt x="18" y="131"/>
                                  </a:cubicBezTo>
                                  <a:cubicBezTo>
                                    <a:pt x="16" y="132"/>
                                    <a:pt x="16" y="132"/>
                                    <a:pt x="16" y="132"/>
                                  </a:cubicBezTo>
                                  <a:cubicBezTo>
                                    <a:pt x="14" y="132"/>
                                    <a:pt x="14" y="132"/>
                                    <a:pt x="14" y="132"/>
                                  </a:cubicBezTo>
                                  <a:cubicBezTo>
                                    <a:pt x="13" y="130"/>
                                    <a:pt x="13" y="130"/>
                                    <a:pt x="13" y="130"/>
                                  </a:cubicBezTo>
                                  <a:cubicBezTo>
                                    <a:pt x="11" y="131"/>
                                    <a:pt x="11" y="131"/>
                                    <a:pt x="11" y="131"/>
                                  </a:cubicBezTo>
                                  <a:cubicBezTo>
                                    <a:pt x="11" y="131"/>
                                    <a:pt x="10" y="131"/>
                                    <a:pt x="9" y="131"/>
                                  </a:cubicBezTo>
                                  <a:cubicBezTo>
                                    <a:pt x="9" y="131"/>
                                    <a:pt x="9" y="132"/>
                                    <a:pt x="9" y="132"/>
                                  </a:cubicBezTo>
                                  <a:cubicBezTo>
                                    <a:pt x="8" y="132"/>
                                    <a:pt x="8" y="132"/>
                                    <a:pt x="8" y="132"/>
                                  </a:cubicBezTo>
                                  <a:cubicBezTo>
                                    <a:pt x="8" y="132"/>
                                    <a:pt x="7" y="133"/>
                                    <a:pt x="7" y="133"/>
                                  </a:cubicBezTo>
                                  <a:cubicBezTo>
                                    <a:pt x="7" y="133"/>
                                    <a:pt x="5" y="134"/>
                                    <a:pt x="5" y="134"/>
                                  </a:cubicBezTo>
                                  <a:cubicBezTo>
                                    <a:pt x="5" y="135"/>
                                    <a:pt x="4" y="135"/>
                                    <a:pt x="4" y="135"/>
                                  </a:cubicBezTo>
                                  <a:cubicBezTo>
                                    <a:pt x="4" y="135"/>
                                    <a:pt x="3" y="135"/>
                                    <a:pt x="2" y="136"/>
                                  </a:cubicBezTo>
                                  <a:cubicBezTo>
                                    <a:pt x="2" y="136"/>
                                    <a:pt x="2" y="137"/>
                                    <a:pt x="2" y="137"/>
                                  </a:cubicBezTo>
                                  <a:cubicBezTo>
                                    <a:pt x="2" y="138"/>
                                    <a:pt x="2" y="138"/>
                                    <a:pt x="3" y="138"/>
                                  </a:cubicBezTo>
                                  <a:cubicBezTo>
                                    <a:pt x="3" y="139"/>
                                    <a:pt x="2" y="140"/>
                                    <a:pt x="2" y="140"/>
                                  </a:cubicBezTo>
                                  <a:cubicBezTo>
                                    <a:pt x="2" y="140"/>
                                    <a:pt x="1" y="140"/>
                                    <a:pt x="1" y="140"/>
                                  </a:cubicBezTo>
                                  <a:cubicBezTo>
                                    <a:pt x="1" y="140"/>
                                    <a:pt x="0" y="140"/>
                                    <a:pt x="0" y="140"/>
                                  </a:cubicBezTo>
                                  <a:cubicBezTo>
                                    <a:pt x="0" y="141"/>
                                    <a:pt x="0" y="141"/>
                                    <a:pt x="0" y="141"/>
                                  </a:cubicBezTo>
                                  <a:cubicBezTo>
                                    <a:pt x="2" y="144"/>
                                    <a:pt x="2" y="144"/>
                                    <a:pt x="2" y="144"/>
                                  </a:cubicBezTo>
                                  <a:cubicBezTo>
                                    <a:pt x="1" y="145"/>
                                    <a:pt x="1" y="145"/>
                                    <a:pt x="1" y="145"/>
                                  </a:cubicBezTo>
                                  <a:cubicBezTo>
                                    <a:pt x="1" y="145"/>
                                    <a:pt x="2" y="148"/>
                                    <a:pt x="2" y="148"/>
                                  </a:cubicBezTo>
                                  <a:cubicBezTo>
                                    <a:pt x="3" y="148"/>
                                    <a:pt x="4" y="148"/>
                                    <a:pt x="4" y="148"/>
                                  </a:cubicBezTo>
                                  <a:cubicBezTo>
                                    <a:pt x="5" y="148"/>
                                    <a:pt x="6" y="148"/>
                                    <a:pt x="6" y="148"/>
                                  </a:cubicBezTo>
                                  <a:cubicBezTo>
                                    <a:pt x="6" y="148"/>
                                    <a:pt x="8" y="149"/>
                                    <a:pt x="8" y="150"/>
                                  </a:cubicBezTo>
                                  <a:cubicBezTo>
                                    <a:pt x="8" y="150"/>
                                    <a:pt x="8" y="151"/>
                                    <a:pt x="9" y="152"/>
                                  </a:cubicBezTo>
                                  <a:cubicBezTo>
                                    <a:pt x="9" y="152"/>
                                    <a:pt x="10" y="154"/>
                                    <a:pt x="10" y="154"/>
                                  </a:cubicBezTo>
                                  <a:cubicBezTo>
                                    <a:pt x="10" y="155"/>
                                    <a:pt x="11" y="157"/>
                                    <a:pt x="11" y="157"/>
                                  </a:cubicBezTo>
                                  <a:cubicBezTo>
                                    <a:pt x="11" y="157"/>
                                    <a:pt x="10" y="158"/>
                                    <a:pt x="10" y="158"/>
                                  </a:cubicBezTo>
                                  <a:cubicBezTo>
                                    <a:pt x="9" y="159"/>
                                    <a:pt x="9" y="159"/>
                                    <a:pt x="9" y="159"/>
                                  </a:cubicBezTo>
                                  <a:cubicBezTo>
                                    <a:pt x="7" y="159"/>
                                    <a:pt x="7" y="159"/>
                                    <a:pt x="7" y="159"/>
                                  </a:cubicBezTo>
                                  <a:cubicBezTo>
                                    <a:pt x="7" y="159"/>
                                    <a:pt x="6" y="160"/>
                                    <a:pt x="6" y="160"/>
                                  </a:cubicBezTo>
                                  <a:cubicBezTo>
                                    <a:pt x="6" y="160"/>
                                    <a:pt x="6" y="160"/>
                                    <a:pt x="7" y="161"/>
                                  </a:cubicBezTo>
                                  <a:cubicBezTo>
                                    <a:pt x="11" y="161"/>
                                    <a:pt x="11" y="161"/>
                                    <a:pt x="11" y="161"/>
                                  </a:cubicBezTo>
                                  <a:cubicBezTo>
                                    <a:pt x="12" y="163"/>
                                    <a:pt x="12" y="163"/>
                                    <a:pt x="12" y="163"/>
                                  </a:cubicBezTo>
                                  <a:cubicBezTo>
                                    <a:pt x="12" y="163"/>
                                    <a:pt x="13" y="163"/>
                                    <a:pt x="14" y="164"/>
                                  </a:cubicBezTo>
                                  <a:cubicBezTo>
                                    <a:pt x="14" y="164"/>
                                    <a:pt x="16" y="164"/>
                                    <a:pt x="16" y="164"/>
                                  </a:cubicBezTo>
                                  <a:cubicBezTo>
                                    <a:pt x="17" y="165"/>
                                    <a:pt x="19" y="166"/>
                                    <a:pt x="19" y="166"/>
                                  </a:cubicBezTo>
                                  <a:cubicBezTo>
                                    <a:pt x="21" y="168"/>
                                    <a:pt x="21" y="168"/>
                                    <a:pt x="21" y="168"/>
                                  </a:cubicBezTo>
                                  <a:cubicBezTo>
                                    <a:pt x="21" y="170"/>
                                    <a:pt x="21" y="170"/>
                                    <a:pt x="21" y="170"/>
                                  </a:cubicBezTo>
                                  <a:cubicBezTo>
                                    <a:pt x="23" y="172"/>
                                    <a:pt x="23" y="172"/>
                                    <a:pt x="23" y="172"/>
                                  </a:cubicBezTo>
                                  <a:cubicBezTo>
                                    <a:pt x="23" y="172"/>
                                    <a:pt x="26" y="172"/>
                                    <a:pt x="26" y="172"/>
                                  </a:cubicBezTo>
                                  <a:cubicBezTo>
                                    <a:pt x="27" y="172"/>
                                    <a:pt x="26" y="173"/>
                                    <a:pt x="26" y="173"/>
                                  </a:cubicBezTo>
                                  <a:cubicBezTo>
                                    <a:pt x="27" y="174"/>
                                    <a:pt x="27" y="174"/>
                                    <a:pt x="27" y="174"/>
                                  </a:cubicBezTo>
                                  <a:cubicBezTo>
                                    <a:pt x="30" y="173"/>
                                    <a:pt x="30" y="173"/>
                                    <a:pt x="30" y="173"/>
                                  </a:cubicBezTo>
                                  <a:cubicBezTo>
                                    <a:pt x="32" y="172"/>
                                    <a:pt x="32" y="172"/>
                                    <a:pt x="32" y="172"/>
                                  </a:cubicBezTo>
                                  <a:cubicBezTo>
                                    <a:pt x="33" y="171"/>
                                    <a:pt x="33" y="171"/>
                                    <a:pt x="33" y="171"/>
                                  </a:cubicBezTo>
                                  <a:cubicBezTo>
                                    <a:pt x="33" y="171"/>
                                    <a:pt x="34" y="170"/>
                                    <a:pt x="36" y="170"/>
                                  </a:cubicBezTo>
                                  <a:cubicBezTo>
                                    <a:pt x="37" y="170"/>
                                    <a:pt x="40" y="170"/>
                                    <a:pt x="40" y="170"/>
                                  </a:cubicBezTo>
                                  <a:cubicBezTo>
                                    <a:pt x="41" y="171"/>
                                    <a:pt x="41" y="171"/>
                                    <a:pt x="41" y="171"/>
                                  </a:cubicBezTo>
                                  <a:cubicBezTo>
                                    <a:pt x="41" y="171"/>
                                    <a:pt x="41" y="172"/>
                                    <a:pt x="42" y="173"/>
                                  </a:cubicBezTo>
                                  <a:cubicBezTo>
                                    <a:pt x="42" y="173"/>
                                    <a:pt x="43" y="174"/>
                                    <a:pt x="43" y="174"/>
                                  </a:cubicBezTo>
                                  <a:cubicBezTo>
                                    <a:pt x="46" y="173"/>
                                    <a:pt x="46" y="173"/>
                                    <a:pt x="46" y="173"/>
                                  </a:cubicBezTo>
                                  <a:cubicBezTo>
                                    <a:pt x="46" y="173"/>
                                    <a:pt x="46" y="175"/>
                                    <a:pt x="46" y="176"/>
                                  </a:cubicBezTo>
                                  <a:cubicBezTo>
                                    <a:pt x="46" y="176"/>
                                    <a:pt x="46" y="176"/>
                                    <a:pt x="46" y="177"/>
                                  </a:cubicBezTo>
                                  <a:cubicBezTo>
                                    <a:pt x="46" y="177"/>
                                    <a:pt x="45" y="178"/>
                                    <a:pt x="45" y="178"/>
                                  </a:cubicBezTo>
                                  <a:cubicBezTo>
                                    <a:pt x="45" y="178"/>
                                    <a:pt x="44" y="179"/>
                                    <a:pt x="44" y="179"/>
                                  </a:cubicBezTo>
                                  <a:cubicBezTo>
                                    <a:pt x="43" y="179"/>
                                    <a:pt x="43" y="180"/>
                                    <a:pt x="42" y="180"/>
                                  </a:cubicBezTo>
                                  <a:cubicBezTo>
                                    <a:pt x="42" y="181"/>
                                    <a:pt x="42" y="182"/>
                                    <a:pt x="42" y="182"/>
                                  </a:cubicBezTo>
                                  <a:cubicBezTo>
                                    <a:pt x="42" y="184"/>
                                    <a:pt x="42" y="184"/>
                                    <a:pt x="42" y="184"/>
                                  </a:cubicBezTo>
                                  <a:cubicBezTo>
                                    <a:pt x="42" y="184"/>
                                    <a:pt x="41" y="186"/>
                                    <a:pt x="40" y="186"/>
                                  </a:cubicBezTo>
                                  <a:cubicBezTo>
                                    <a:pt x="40" y="186"/>
                                    <a:pt x="39" y="187"/>
                                    <a:pt x="39" y="187"/>
                                  </a:cubicBezTo>
                                  <a:cubicBezTo>
                                    <a:pt x="38" y="187"/>
                                    <a:pt x="37" y="188"/>
                                    <a:pt x="37" y="188"/>
                                  </a:cubicBezTo>
                                  <a:cubicBezTo>
                                    <a:pt x="37" y="188"/>
                                    <a:pt x="36" y="188"/>
                                    <a:pt x="35" y="188"/>
                                  </a:cubicBezTo>
                                  <a:cubicBezTo>
                                    <a:pt x="35" y="189"/>
                                    <a:pt x="35" y="189"/>
                                    <a:pt x="35" y="189"/>
                                  </a:cubicBezTo>
                                  <a:cubicBezTo>
                                    <a:pt x="36" y="191"/>
                                    <a:pt x="36" y="191"/>
                                    <a:pt x="36" y="191"/>
                                  </a:cubicBezTo>
                                  <a:cubicBezTo>
                                    <a:pt x="38" y="193"/>
                                    <a:pt x="38" y="193"/>
                                    <a:pt x="38" y="193"/>
                                  </a:cubicBezTo>
                                  <a:cubicBezTo>
                                    <a:pt x="39" y="194"/>
                                    <a:pt x="39" y="194"/>
                                    <a:pt x="39" y="194"/>
                                  </a:cubicBezTo>
                                  <a:cubicBezTo>
                                    <a:pt x="39" y="194"/>
                                    <a:pt x="40" y="195"/>
                                    <a:pt x="40" y="195"/>
                                  </a:cubicBezTo>
                                  <a:cubicBezTo>
                                    <a:pt x="41" y="196"/>
                                    <a:pt x="40" y="197"/>
                                    <a:pt x="40" y="197"/>
                                  </a:cubicBezTo>
                                  <a:cubicBezTo>
                                    <a:pt x="40" y="198"/>
                                    <a:pt x="40" y="198"/>
                                    <a:pt x="40" y="198"/>
                                  </a:cubicBezTo>
                                  <a:cubicBezTo>
                                    <a:pt x="38" y="198"/>
                                    <a:pt x="38" y="198"/>
                                    <a:pt x="38" y="198"/>
                                  </a:cubicBezTo>
                                  <a:cubicBezTo>
                                    <a:pt x="38" y="198"/>
                                    <a:pt x="37" y="199"/>
                                    <a:pt x="37" y="199"/>
                                  </a:cubicBezTo>
                                  <a:cubicBezTo>
                                    <a:pt x="36" y="199"/>
                                    <a:pt x="36" y="197"/>
                                    <a:pt x="36" y="197"/>
                                  </a:cubicBezTo>
                                  <a:cubicBezTo>
                                    <a:pt x="34" y="197"/>
                                    <a:pt x="34" y="197"/>
                                    <a:pt x="34" y="197"/>
                                  </a:cubicBezTo>
                                  <a:cubicBezTo>
                                    <a:pt x="33" y="198"/>
                                    <a:pt x="33" y="198"/>
                                    <a:pt x="33" y="198"/>
                                  </a:cubicBezTo>
                                  <a:cubicBezTo>
                                    <a:pt x="33" y="198"/>
                                    <a:pt x="33" y="199"/>
                                    <a:pt x="33" y="200"/>
                                  </a:cubicBezTo>
                                  <a:cubicBezTo>
                                    <a:pt x="33" y="200"/>
                                    <a:pt x="33" y="201"/>
                                    <a:pt x="33" y="201"/>
                                  </a:cubicBezTo>
                                  <a:cubicBezTo>
                                    <a:pt x="33" y="201"/>
                                    <a:pt x="34" y="201"/>
                                    <a:pt x="35" y="202"/>
                                  </a:cubicBezTo>
                                  <a:cubicBezTo>
                                    <a:pt x="36" y="202"/>
                                    <a:pt x="35" y="203"/>
                                    <a:pt x="35" y="203"/>
                                  </a:cubicBezTo>
                                  <a:cubicBezTo>
                                    <a:pt x="35" y="203"/>
                                    <a:pt x="35" y="205"/>
                                    <a:pt x="36" y="205"/>
                                  </a:cubicBezTo>
                                  <a:cubicBezTo>
                                    <a:pt x="37" y="206"/>
                                    <a:pt x="35" y="207"/>
                                    <a:pt x="35" y="207"/>
                                  </a:cubicBezTo>
                                  <a:cubicBezTo>
                                    <a:pt x="35" y="207"/>
                                    <a:pt x="35" y="208"/>
                                    <a:pt x="36" y="208"/>
                                  </a:cubicBezTo>
                                  <a:cubicBezTo>
                                    <a:pt x="36" y="208"/>
                                    <a:pt x="37" y="209"/>
                                    <a:pt x="37" y="209"/>
                                  </a:cubicBezTo>
                                  <a:cubicBezTo>
                                    <a:pt x="39" y="210"/>
                                    <a:pt x="39" y="210"/>
                                    <a:pt x="39" y="210"/>
                                  </a:cubicBezTo>
                                  <a:cubicBezTo>
                                    <a:pt x="39" y="210"/>
                                    <a:pt x="40" y="210"/>
                                    <a:pt x="41" y="210"/>
                                  </a:cubicBezTo>
                                  <a:cubicBezTo>
                                    <a:pt x="41" y="210"/>
                                    <a:pt x="44" y="212"/>
                                    <a:pt x="44" y="212"/>
                                  </a:cubicBezTo>
                                  <a:cubicBezTo>
                                    <a:pt x="44" y="212"/>
                                    <a:pt x="45" y="213"/>
                                    <a:pt x="45" y="213"/>
                                  </a:cubicBezTo>
                                  <a:cubicBezTo>
                                    <a:pt x="48" y="215"/>
                                    <a:pt x="48" y="215"/>
                                    <a:pt x="48" y="215"/>
                                  </a:cubicBezTo>
                                  <a:cubicBezTo>
                                    <a:pt x="50" y="216"/>
                                    <a:pt x="50" y="216"/>
                                    <a:pt x="50" y="216"/>
                                  </a:cubicBezTo>
                                  <a:cubicBezTo>
                                    <a:pt x="51" y="218"/>
                                    <a:pt x="51" y="218"/>
                                    <a:pt x="51" y="218"/>
                                  </a:cubicBezTo>
                                  <a:cubicBezTo>
                                    <a:pt x="52" y="217"/>
                                    <a:pt x="52" y="217"/>
                                    <a:pt x="52" y="217"/>
                                  </a:cubicBezTo>
                                  <a:cubicBezTo>
                                    <a:pt x="53" y="217"/>
                                    <a:pt x="53" y="217"/>
                                    <a:pt x="53" y="217"/>
                                  </a:cubicBezTo>
                                  <a:cubicBezTo>
                                    <a:pt x="53" y="215"/>
                                    <a:pt x="53" y="215"/>
                                    <a:pt x="53" y="215"/>
                                  </a:cubicBezTo>
                                  <a:cubicBezTo>
                                    <a:pt x="56" y="215"/>
                                    <a:pt x="56" y="215"/>
                                    <a:pt x="56" y="215"/>
                                  </a:cubicBezTo>
                                  <a:cubicBezTo>
                                    <a:pt x="56" y="215"/>
                                    <a:pt x="57" y="215"/>
                                    <a:pt x="57" y="215"/>
                                  </a:cubicBezTo>
                                  <a:cubicBezTo>
                                    <a:pt x="57" y="216"/>
                                    <a:pt x="58" y="216"/>
                                    <a:pt x="58" y="216"/>
                                  </a:cubicBezTo>
                                  <a:cubicBezTo>
                                    <a:pt x="58" y="218"/>
                                    <a:pt x="58" y="218"/>
                                    <a:pt x="58" y="218"/>
                                  </a:cubicBezTo>
                                  <a:cubicBezTo>
                                    <a:pt x="59" y="218"/>
                                    <a:pt x="59" y="218"/>
                                    <a:pt x="59" y="218"/>
                                  </a:cubicBezTo>
                                  <a:cubicBezTo>
                                    <a:pt x="59" y="218"/>
                                    <a:pt x="61" y="219"/>
                                    <a:pt x="61" y="219"/>
                                  </a:cubicBezTo>
                                  <a:cubicBezTo>
                                    <a:pt x="61" y="219"/>
                                    <a:pt x="62" y="220"/>
                                    <a:pt x="62" y="220"/>
                                  </a:cubicBezTo>
                                  <a:cubicBezTo>
                                    <a:pt x="62" y="221"/>
                                    <a:pt x="63" y="221"/>
                                    <a:pt x="63" y="221"/>
                                  </a:cubicBezTo>
                                  <a:cubicBezTo>
                                    <a:pt x="63" y="221"/>
                                    <a:pt x="65" y="221"/>
                                    <a:pt x="65" y="221"/>
                                  </a:cubicBezTo>
                                  <a:cubicBezTo>
                                    <a:pt x="66" y="221"/>
                                    <a:pt x="66" y="222"/>
                                    <a:pt x="66" y="222"/>
                                  </a:cubicBezTo>
                                  <a:cubicBezTo>
                                    <a:pt x="66" y="222"/>
                                    <a:pt x="67" y="223"/>
                                    <a:pt x="67" y="224"/>
                                  </a:cubicBezTo>
                                  <a:cubicBezTo>
                                    <a:pt x="67" y="224"/>
                                    <a:pt x="68" y="224"/>
                                    <a:pt x="68" y="224"/>
                                  </a:cubicBezTo>
                                  <a:cubicBezTo>
                                    <a:pt x="70" y="224"/>
                                    <a:pt x="70" y="224"/>
                                    <a:pt x="70" y="224"/>
                                  </a:cubicBezTo>
                                  <a:cubicBezTo>
                                    <a:pt x="70" y="224"/>
                                    <a:pt x="70" y="224"/>
                                    <a:pt x="70" y="224"/>
                                  </a:cubicBezTo>
                                  <a:cubicBezTo>
                                    <a:pt x="72" y="224"/>
                                    <a:pt x="72" y="224"/>
                                    <a:pt x="72" y="224"/>
                                  </a:cubicBezTo>
                                  <a:cubicBezTo>
                                    <a:pt x="72" y="226"/>
                                    <a:pt x="72" y="226"/>
                                    <a:pt x="72" y="226"/>
                                  </a:cubicBezTo>
                                  <a:cubicBezTo>
                                    <a:pt x="72" y="227"/>
                                    <a:pt x="72" y="227"/>
                                    <a:pt x="72" y="227"/>
                                  </a:cubicBezTo>
                                  <a:cubicBezTo>
                                    <a:pt x="72" y="227"/>
                                    <a:pt x="74" y="229"/>
                                    <a:pt x="75" y="229"/>
                                  </a:cubicBezTo>
                                  <a:cubicBezTo>
                                    <a:pt x="76" y="229"/>
                                    <a:pt x="77" y="229"/>
                                    <a:pt x="77" y="229"/>
                                  </a:cubicBezTo>
                                  <a:cubicBezTo>
                                    <a:pt x="78" y="229"/>
                                    <a:pt x="77" y="230"/>
                                    <a:pt x="77" y="230"/>
                                  </a:cubicBezTo>
                                  <a:cubicBezTo>
                                    <a:pt x="77" y="231"/>
                                    <a:pt x="78" y="231"/>
                                    <a:pt x="78" y="231"/>
                                  </a:cubicBezTo>
                                  <a:cubicBezTo>
                                    <a:pt x="79" y="231"/>
                                    <a:pt x="81" y="231"/>
                                    <a:pt x="81" y="231"/>
                                  </a:cubicBezTo>
                                  <a:cubicBezTo>
                                    <a:pt x="82" y="231"/>
                                    <a:pt x="82" y="231"/>
                                    <a:pt x="83" y="232"/>
                                  </a:cubicBezTo>
                                  <a:cubicBezTo>
                                    <a:pt x="83" y="232"/>
                                    <a:pt x="84" y="233"/>
                                    <a:pt x="84" y="233"/>
                                  </a:cubicBezTo>
                                  <a:cubicBezTo>
                                    <a:pt x="84" y="233"/>
                                    <a:pt x="84" y="233"/>
                                    <a:pt x="85" y="233"/>
                                  </a:cubicBezTo>
                                  <a:cubicBezTo>
                                    <a:pt x="85" y="233"/>
                                    <a:pt x="85" y="234"/>
                                    <a:pt x="86" y="234"/>
                                  </a:cubicBezTo>
                                  <a:cubicBezTo>
                                    <a:pt x="87" y="234"/>
                                    <a:pt x="87" y="233"/>
                                    <a:pt x="87" y="233"/>
                                  </a:cubicBezTo>
                                  <a:cubicBezTo>
                                    <a:pt x="87" y="233"/>
                                    <a:pt x="89" y="233"/>
                                    <a:pt x="89" y="233"/>
                                  </a:cubicBezTo>
                                  <a:cubicBezTo>
                                    <a:pt x="89" y="233"/>
                                    <a:pt x="92" y="235"/>
                                    <a:pt x="92" y="235"/>
                                  </a:cubicBezTo>
                                  <a:cubicBezTo>
                                    <a:pt x="92" y="235"/>
                                    <a:pt x="94" y="235"/>
                                    <a:pt x="95" y="235"/>
                                  </a:cubicBezTo>
                                  <a:cubicBezTo>
                                    <a:pt x="96" y="235"/>
                                    <a:pt x="97" y="234"/>
                                    <a:pt x="97" y="234"/>
                                  </a:cubicBezTo>
                                  <a:cubicBezTo>
                                    <a:pt x="99" y="234"/>
                                    <a:pt x="99" y="234"/>
                                    <a:pt x="99" y="234"/>
                                  </a:cubicBezTo>
                                  <a:cubicBezTo>
                                    <a:pt x="99" y="234"/>
                                    <a:pt x="99" y="234"/>
                                    <a:pt x="99" y="234"/>
                                  </a:cubicBezTo>
                                  <a:cubicBezTo>
                                    <a:pt x="101" y="233"/>
                                    <a:pt x="101" y="233"/>
                                    <a:pt x="101" y="233"/>
                                  </a:cubicBezTo>
                                  <a:cubicBezTo>
                                    <a:pt x="102" y="233"/>
                                    <a:pt x="102" y="233"/>
                                    <a:pt x="102" y="233"/>
                                  </a:cubicBezTo>
                                  <a:cubicBezTo>
                                    <a:pt x="104" y="234"/>
                                    <a:pt x="104" y="234"/>
                                    <a:pt x="104" y="234"/>
                                  </a:cubicBezTo>
                                  <a:cubicBezTo>
                                    <a:pt x="103" y="235"/>
                                    <a:pt x="103" y="235"/>
                                    <a:pt x="103" y="235"/>
                                  </a:cubicBezTo>
                                  <a:cubicBezTo>
                                    <a:pt x="103" y="238"/>
                                    <a:pt x="103" y="238"/>
                                    <a:pt x="103" y="238"/>
                                  </a:cubicBezTo>
                                  <a:cubicBezTo>
                                    <a:pt x="104" y="238"/>
                                    <a:pt x="104" y="238"/>
                                    <a:pt x="104" y="238"/>
                                  </a:cubicBezTo>
                                  <a:cubicBezTo>
                                    <a:pt x="106" y="235"/>
                                    <a:pt x="106" y="235"/>
                                    <a:pt x="106" y="235"/>
                                  </a:cubicBezTo>
                                  <a:cubicBezTo>
                                    <a:pt x="109" y="233"/>
                                    <a:pt x="109" y="233"/>
                                    <a:pt x="109" y="233"/>
                                  </a:cubicBezTo>
                                  <a:cubicBezTo>
                                    <a:pt x="113" y="233"/>
                                    <a:pt x="113" y="233"/>
                                    <a:pt x="113" y="233"/>
                                  </a:cubicBezTo>
                                  <a:cubicBezTo>
                                    <a:pt x="116" y="233"/>
                                    <a:pt x="116" y="233"/>
                                    <a:pt x="116" y="233"/>
                                  </a:cubicBezTo>
                                  <a:cubicBezTo>
                                    <a:pt x="121" y="234"/>
                                    <a:pt x="121" y="234"/>
                                    <a:pt x="121" y="234"/>
                                  </a:cubicBezTo>
                                  <a:cubicBezTo>
                                    <a:pt x="122" y="236"/>
                                    <a:pt x="122" y="236"/>
                                    <a:pt x="122" y="236"/>
                                  </a:cubicBezTo>
                                  <a:cubicBezTo>
                                    <a:pt x="124" y="236"/>
                                    <a:pt x="124" y="236"/>
                                    <a:pt x="124" y="236"/>
                                  </a:cubicBezTo>
                                  <a:cubicBezTo>
                                    <a:pt x="124" y="236"/>
                                    <a:pt x="126" y="235"/>
                                    <a:pt x="126" y="235"/>
                                  </a:cubicBezTo>
                                  <a:cubicBezTo>
                                    <a:pt x="127" y="235"/>
                                    <a:pt x="128" y="235"/>
                                    <a:pt x="129" y="234"/>
                                  </a:cubicBezTo>
                                  <a:cubicBezTo>
                                    <a:pt x="129" y="234"/>
                                    <a:pt x="130" y="234"/>
                                    <a:pt x="130" y="233"/>
                                  </a:cubicBezTo>
                                  <a:cubicBezTo>
                                    <a:pt x="130" y="233"/>
                                    <a:pt x="130" y="232"/>
                                    <a:pt x="130" y="232"/>
                                  </a:cubicBezTo>
                                  <a:cubicBezTo>
                                    <a:pt x="130" y="232"/>
                                    <a:pt x="132" y="232"/>
                                    <a:pt x="132" y="231"/>
                                  </a:cubicBezTo>
                                  <a:cubicBezTo>
                                    <a:pt x="132" y="230"/>
                                    <a:pt x="133" y="230"/>
                                    <a:pt x="133" y="229"/>
                                  </a:cubicBezTo>
                                  <a:cubicBezTo>
                                    <a:pt x="134" y="229"/>
                                    <a:pt x="135" y="229"/>
                                    <a:pt x="136" y="228"/>
                                  </a:cubicBezTo>
                                  <a:cubicBezTo>
                                    <a:pt x="137" y="228"/>
                                    <a:pt x="138" y="228"/>
                                    <a:pt x="138" y="228"/>
                                  </a:cubicBezTo>
                                  <a:cubicBezTo>
                                    <a:pt x="139" y="227"/>
                                    <a:pt x="140" y="226"/>
                                    <a:pt x="140" y="226"/>
                                  </a:cubicBezTo>
                                  <a:cubicBezTo>
                                    <a:pt x="140" y="225"/>
                                    <a:pt x="140" y="225"/>
                                    <a:pt x="141" y="225"/>
                                  </a:cubicBezTo>
                                  <a:cubicBezTo>
                                    <a:pt x="141" y="224"/>
                                    <a:pt x="143" y="224"/>
                                    <a:pt x="143" y="224"/>
                                  </a:cubicBezTo>
                                  <a:cubicBezTo>
                                    <a:pt x="144" y="224"/>
                                    <a:pt x="145" y="225"/>
                                    <a:pt x="147" y="225"/>
                                  </a:cubicBezTo>
                                  <a:cubicBezTo>
                                    <a:pt x="148" y="226"/>
                                    <a:pt x="149" y="225"/>
                                    <a:pt x="149" y="224"/>
                                  </a:cubicBezTo>
                                  <a:cubicBezTo>
                                    <a:pt x="149" y="224"/>
                                    <a:pt x="152" y="223"/>
                                    <a:pt x="152" y="223"/>
                                  </a:cubicBezTo>
                                  <a:cubicBezTo>
                                    <a:pt x="153" y="223"/>
                                    <a:pt x="154" y="224"/>
                                    <a:pt x="154" y="224"/>
                                  </a:cubicBezTo>
                                  <a:cubicBezTo>
                                    <a:pt x="154" y="225"/>
                                    <a:pt x="156" y="227"/>
                                    <a:pt x="156" y="228"/>
                                  </a:cubicBezTo>
                                  <a:cubicBezTo>
                                    <a:pt x="156" y="228"/>
                                    <a:pt x="155" y="230"/>
                                    <a:pt x="155" y="230"/>
                                  </a:cubicBezTo>
                                  <a:cubicBezTo>
                                    <a:pt x="155" y="231"/>
                                    <a:pt x="153" y="232"/>
                                    <a:pt x="153" y="232"/>
                                  </a:cubicBezTo>
                                  <a:cubicBezTo>
                                    <a:pt x="158" y="234"/>
                                    <a:pt x="158" y="234"/>
                                    <a:pt x="158" y="234"/>
                                  </a:cubicBezTo>
                                  <a:cubicBezTo>
                                    <a:pt x="158" y="234"/>
                                    <a:pt x="158" y="234"/>
                                    <a:pt x="159" y="233"/>
                                  </a:cubicBezTo>
                                  <a:cubicBezTo>
                                    <a:pt x="159" y="233"/>
                                    <a:pt x="160" y="233"/>
                                    <a:pt x="160" y="233"/>
                                  </a:cubicBezTo>
                                  <a:cubicBezTo>
                                    <a:pt x="159" y="232"/>
                                    <a:pt x="159" y="232"/>
                                    <a:pt x="159" y="231"/>
                                  </a:cubicBezTo>
                                  <a:cubicBezTo>
                                    <a:pt x="160" y="231"/>
                                    <a:pt x="160" y="231"/>
                                    <a:pt x="160" y="231"/>
                                  </a:cubicBezTo>
                                  <a:cubicBezTo>
                                    <a:pt x="160" y="231"/>
                                    <a:pt x="161" y="231"/>
                                    <a:pt x="162" y="231"/>
                                  </a:cubicBezTo>
                                  <a:cubicBezTo>
                                    <a:pt x="162" y="231"/>
                                    <a:pt x="163" y="231"/>
                                    <a:pt x="163" y="231"/>
                                  </a:cubicBezTo>
                                  <a:cubicBezTo>
                                    <a:pt x="163" y="231"/>
                                    <a:pt x="165" y="232"/>
                                    <a:pt x="165" y="232"/>
                                  </a:cubicBezTo>
                                  <a:cubicBezTo>
                                    <a:pt x="165" y="233"/>
                                    <a:pt x="167" y="234"/>
                                    <a:pt x="167" y="234"/>
                                  </a:cubicBezTo>
                                  <a:cubicBezTo>
                                    <a:pt x="167" y="235"/>
                                    <a:pt x="167" y="235"/>
                                    <a:pt x="169" y="236"/>
                                  </a:cubicBezTo>
                                  <a:cubicBezTo>
                                    <a:pt x="170" y="237"/>
                                    <a:pt x="169" y="238"/>
                                    <a:pt x="170" y="239"/>
                                  </a:cubicBezTo>
                                  <a:cubicBezTo>
                                    <a:pt x="170" y="240"/>
                                    <a:pt x="170" y="241"/>
                                    <a:pt x="170" y="242"/>
                                  </a:cubicBezTo>
                                  <a:cubicBezTo>
                                    <a:pt x="171" y="243"/>
                                    <a:pt x="171" y="244"/>
                                    <a:pt x="171" y="245"/>
                                  </a:cubicBezTo>
                                  <a:cubicBezTo>
                                    <a:pt x="171" y="246"/>
                                    <a:pt x="169" y="248"/>
                                    <a:pt x="169" y="248"/>
                                  </a:cubicBezTo>
                                  <a:cubicBezTo>
                                    <a:pt x="169" y="249"/>
                                    <a:pt x="165" y="253"/>
                                    <a:pt x="165" y="253"/>
                                  </a:cubicBezTo>
                                  <a:cubicBezTo>
                                    <a:pt x="164" y="254"/>
                                    <a:pt x="165" y="255"/>
                                    <a:pt x="164" y="256"/>
                                  </a:cubicBezTo>
                                  <a:cubicBezTo>
                                    <a:pt x="164" y="256"/>
                                    <a:pt x="163" y="256"/>
                                    <a:pt x="163" y="256"/>
                                  </a:cubicBezTo>
                                  <a:cubicBezTo>
                                    <a:pt x="163" y="256"/>
                                    <a:pt x="162" y="257"/>
                                    <a:pt x="162" y="258"/>
                                  </a:cubicBezTo>
                                  <a:cubicBezTo>
                                    <a:pt x="162" y="259"/>
                                    <a:pt x="162" y="260"/>
                                    <a:pt x="162" y="260"/>
                                  </a:cubicBezTo>
                                  <a:cubicBezTo>
                                    <a:pt x="162" y="261"/>
                                    <a:pt x="163" y="262"/>
                                    <a:pt x="164" y="262"/>
                                  </a:cubicBezTo>
                                  <a:cubicBezTo>
                                    <a:pt x="165" y="263"/>
                                    <a:pt x="164" y="264"/>
                                    <a:pt x="164" y="265"/>
                                  </a:cubicBezTo>
                                  <a:cubicBezTo>
                                    <a:pt x="164" y="266"/>
                                    <a:pt x="166" y="265"/>
                                    <a:pt x="167" y="265"/>
                                  </a:cubicBezTo>
                                  <a:cubicBezTo>
                                    <a:pt x="167" y="264"/>
                                    <a:pt x="169" y="264"/>
                                    <a:pt x="169" y="264"/>
                                  </a:cubicBezTo>
                                  <a:cubicBezTo>
                                    <a:pt x="169" y="264"/>
                                    <a:pt x="170" y="266"/>
                                    <a:pt x="170" y="266"/>
                                  </a:cubicBezTo>
                                  <a:cubicBezTo>
                                    <a:pt x="170" y="266"/>
                                    <a:pt x="172" y="266"/>
                                    <a:pt x="172" y="267"/>
                                  </a:cubicBezTo>
                                  <a:cubicBezTo>
                                    <a:pt x="173" y="267"/>
                                    <a:pt x="172" y="268"/>
                                    <a:pt x="172" y="269"/>
                                  </a:cubicBezTo>
                                  <a:cubicBezTo>
                                    <a:pt x="172" y="270"/>
                                    <a:pt x="174" y="270"/>
                                    <a:pt x="174" y="270"/>
                                  </a:cubicBezTo>
                                  <a:cubicBezTo>
                                    <a:pt x="174" y="270"/>
                                    <a:pt x="174" y="271"/>
                                    <a:pt x="175" y="271"/>
                                  </a:cubicBezTo>
                                  <a:cubicBezTo>
                                    <a:pt x="176" y="270"/>
                                    <a:pt x="176" y="270"/>
                                    <a:pt x="177" y="271"/>
                                  </a:cubicBezTo>
                                  <a:cubicBezTo>
                                    <a:pt x="177" y="271"/>
                                    <a:pt x="178" y="271"/>
                                    <a:pt x="178" y="272"/>
                                  </a:cubicBezTo>
                                  <a:cubicBezTo>
                                    <a:pt x="178" y="273"/>
                                    <a:pt x="177" y="274"/>
                                    <a:pt x="177" y="275"/>
                                  </a:cubicBezTo>
                                  <a:cubicBezTo>
                                    <a:pt x="176" y="276"/>
                                    <a:pt x="175" y="277"/>
                                    <a:pt x="175" y="277"/>
                                  </a:cubicBezTo>
                                  <a:cubicBezTo>
                                    <a:pt x="174" y="278"/>
                                    <a:pt x="178" y="275"/>
                                    <a:pt x="179" y="275"/>
                                  </a:cubicBezTo>
                                  <a:cubicBezTo>
                                    <a:pt x="179" y="275"/>
                                    <a:pt x="179" y="277"/>
                                    <a:pt x="180" y="277"/>
                                  </a:cubicBezTo>
                                  <a:cubicBezTo>
                                    <a:pt x="181" y="277"/>
                                    <a:pt x="176" y="279"/>
                                    <a:pt x="177" y="280"/>
                                  </a:cubicBezTo>
                                  <a:cubicBezTo>
                                    <a:pt x="177" y="280"/>
                                    <a:pt x="177" y="281"/>
                                    <a:pt x="177" y="282"/>
                                  </a:cubicBezTo>
                                  <a:cubicBezTo>
                                    <a:pt x="178" y="283"/>
                                    <a:pt x="178" y="283"/>
                                    <a:pt x="179" y="282"/>
                                  </a:cubicBezTo>
                                  <a:cubicBezTo>
                                    <a:pt x="181" y="282"/>
                                    <a:pt x="182" y="282"/>
                                    <a:pt x="183" y="281"/>
                                  </a:cubicBezTo>
                                  <a:cubicBezTo>
                                    <a:pt x="183" y="281"/>
                                    <a:pt x="185" y="281"/>
                                    <a:pt x="185" y="282"/>
                                  </a:cubicBezTo>
                                  <a:cubicBezTo>
                                    <a:pt x="185" y="282"/>
                                    <a:pt x="185" y="283"/>
                                    <a:pt x="185" y="283"/>
                                  </a:cubicBezTo>
                                  <a:cubicBezTo>
                                    <a:pt x="185" y="283"/>
                                    <a:pt x="186" y="284"/>
                                    <a:pt x="186" y="284"/>
                                  </a:cubicBezTo>
                                  <a:cubicBezTo>
                                    <a:pt x="187" y="284"/>
                                    <a:pt x="188" y="284"/>
                                    <a:pt x="189" y="284"/>
                                  </a:cubicBezTo>
                                  <a:cubicBezTo>
                                    <a:pt x="189" y="284"/>
                                    <a:pt x="189" y="282"/>
                                    <a:pt x="189" y="282"/>
                                  </a:cubicBezTo>
                                  <a:cubicBezTo>
                                    <a:pt x="188" y="281"/>
                                    <a:pt x="188" y="279"/>
                                    <a:pt x="188" y="279"/>
                                  </a:cubicBezTo>
                                  <a:cubicBezTo>
                                    <a:pt x="188" y="279"/>
                                    <a:pt x="188" y="278"/>
                                    <a:pt x="188" y="277"/>
                                  </a:cubicBezTo>
                                  <a:cubicBezTo>
                                    <a:pt x="188" y="277"/>
                                    <a:pt x="189" y="276"/>
                                    <a:pt x="189" y="276"/>
                                  </a:cubicBezTo>
                                  <a:cubicBezTo>
                                    <a:pt x="189" y="276"/>
                                    <a:pt x="192" y="276"/>
                                    <a:pt x="192" y="276"/>
                                  </a:cubicBezTo>
                                  <a:cubicBezTo>
                                    <a:pt x="192" y="276"/>
                                    <a:pt x="193" y="275"/>
                                    <a:pt x="193" y="275"/>
                                  </a:cubicBezTo>
                                  <a:cubicBezTo>
                                    <a:pt x="193" y="274"/>
                                    <a:pt x="195" y="274"/>
                                    <a:pt x="195" y="274"/>
                                  </a:cubicBezTo>
                                  <a:cubicBezTo>
                                    <a:pt x="196" y="275"/>
                                    <a:pt x="197" y="275"/>
                                    <a:pt x="197" y="275"/>
                                  </a:cubicBezTo>
                                  <a:cubicBezTo>
                                    <a:pt x="197" y="275"/>
                                    <a:pt x="198" y="274"/>
                                    <a:pt x="198" y="274"/>
                                  </a:cubicBezTo>
                                  <a:cubicBezTo>
                                    <a:pt x="199" y="274"/>
                                    <a:pt x="199" y="275"/>
                                    <a:pt x="199" y="275"/>
                                  </a:cubicBezTo>
                                  <a:cubicBezTo>
                                    <a:pt x="200" y="274"/>
                                    <a:pt x="200" y="274"/>
                                    <a:pt x="201" y="274"/>
                                  </a:cubicBezTo>
                                  <a:cubicBezTo>
                                    <a:pt x="201" y="274"/>
                                    <a:pt x="202" y="275"/>
                                    <a:pt x="203" y="274"/>
                                  </a:cubicBezTo>
                                  <a:cubicBezTo>
                                    <a:pt x="204" y="274"/>
                                    <a:pt x="205" y="273"/>
                                    <a:pt x="205" y="273"/>
                                  </a:cubicBezTo>
                                  <a:cubicBezTo>
                                    <a:pt x="206" y="273"/>
                                    <a:pt x="207" y="273"/>
                                    <a:pt x="207" y="273"/>
                                  </a:cubicBezTo>
                                  <a:cubicBezTo>
                                    <a:pt x="207" y="273"/>
                                    <a:pt x="209" y="271"/>
                                    <a:pt x="209" y="271"/>
                                  </a:cubicBezTo>
                                  <a:cubicBezTo>
                                    <a:pt x="209" y="270"/>
                                    <a:pt x="209" y="271"/>
                                    <a:pt x="211" y="270"/>
                                  </a:cubicBezTo>
                                  <a:cubicBezTo>
                                    <a:pt x="212" y="270"/>
                                    <a:pt x="213" y="270"/>
                                    <a:pt x="213" y="270"/>
                                  </a:cubicBezTo>
                                  <a:cubicBezTo>
                                    <a:pt x="213" y="270"/>
                                    <a:pt x="214" y="271"/>
                                    <a:pt x="214" y="271"/>
                                  </a:cubicBezTo>
                                  <a:cubicBezTo>
                                    <a:pt x="214" y="271"/>
                                    <a:pt x="216" y="272"/>
                                    <a:pt x="217" y="272"/>
                                  </a:cubicBezTo>
                                  <a:cubicBezTo>
                                    <a:pt x="217" y="272"/>
                                    <a:pt x="219" y="272"/>
                                    <a:pt x="220" y="273"/>
                                  </a:cubicBezTo>
                                  <a:cubicBezTo>
                                    <a:pt x="220" y="273"/>
                                    <a:pt x="222" y="272"/>
                                    <a:pt x="222" y="272"/>
                                  </a:cubicBezTo>
                                  <a:cubicBezTo>
                                    <a:pt x="222" y="272"/>
                                    <a:pt x="222" y="274"/>
                                    <a:pt x="222" y="274"/>
                                  </a:cubicBezTo>
                                  <a:cubicBezTo>
                                    <a:pt x="221" y="275"/>
                                    <a:pt x="221" y="276"/>
                                    <a:pt x="221" y="276"/>
                                  </a:cubicBezTo>
                                  <a:cubicBezTo>
                                    <a:pt x="221" y="277"/>
                                    <a:pt x="222" y="278"/>
                                    <a:pt x="222" y="278"/>
                                  </a:cubicBezTo>
                                  <a:cubicBezTo>
                                    <a:pt x="222" y="279"/>
                                    <a:pt x="227" y="281"/>
                                    <a:pt x="228" y="281"/>
                                  </a:cubicBezTo>
                                  <a:cubicBezTo>
                                    <a:pt x="229" y="282"/>
                                    <a:pt x="230" y="281"/>
                                    <a:pt x="231" y="281"/>
                                  </a:cubicBezTo>
                                  <a:cubicBezTo>
                                    <a:pt x="231" y="281"/>
                                    <a:pt x="231" y="282"/>
                                    <a:pt x="231" y="282"/>
                                  </a:cubicBezTo>
                                  <a:cubicBezTo>
                                    <a:pt x="232" y="282"/>
                                    <a:pt x="232" y="281"/>
                                    <a:pt x="232" y="281"/>
                                  </a:cubicBezTo>
                                  <a:cubicBezTo>
                                    <a:pt x="233" y="281"/>
                                    <a:pt x="234" y="282"/>
                                    <a:pt x="234" y="281"/>
                                  </a:cubicBezTo>
                                  <a:cubicBezTo>
                                    <a:pt x="234" y="281"/>
                                    <a:pt x="235" y="281"/>
                                    <a:pt x="235" y="281"/>
                                  </a:cubicBezTo>
                                  <a:cubicBezTo>
                                    <a:pt x="236" y="281"/>
                                    <a:pt x="237" y="281"/>
                                    <a:pt x="237" y="279"/>
                                  </a:cubicBezTo>
                                  <a:cubicBezTo>
                                    <a:pt x="237" y="279"/>
                                    <a:pt x="237" y="279"/>
                                    <a:pt x="237" y="279"/>
                                  </a:cubicBezTo>
                                  <a:cubicBezTo>
                                    <a:pt x="238" y="280"/>
                                    <a:pt x="239" y="281"/>
                                    <a:pt x="240" y="281"/>
                                  </a:cubicBezTo>
                                  <a:cubicBezTo>
                                    <a:pt x="241" y="283"/>
                                    <a:pt x="242" y="282"/>
                                    <a:pt x="244" y="281"/>
                                  </a:cubicBezTo>
                                  <a:cubicBezTo>
                                    <a:pt x="244" y="281"/>
                                    <a:pt x="245" y="281"/>
                                    <a:pt x="246" y="282"/>
                                  </a:cubicBezTo>
                                  <a:cubicBezTo>
                                    <a:pt x="246" y="282"/>
                                    <a:pt x="246" y="282"/>
                                    <a:pt x="246" y="282"/>
                                  </a:cubicBezTo>
                                  <a:cubicBezTo>
                                    <a:pt x="246" y="282"/>
                                    <a:pt x="245" y="283"/>
                                    <a:pt x="245" y="283"/>
                                  </a:cubicBezTo>
                                  <a:cubicBezTo>
                                    <a:pt x="245" y="283"/>
                                    <a:pt x="245" y="283"/>
                                    <a:pt x="245" y="283"/>
                                  </a:cubicBezTo>
                                  <a:cubicBezTo>
                                    <a:pt x="245" y="284"/>
                                    <a:pt x="245" y="285"/>
                                    <a:pt x="245" y="285"/>
                                  </a:cubicBezTo>
                                  <a:cubicBezTo>
                                    <a:pt x="245" y="287"/>
                                    <a:pt x="245" y="288"/>
                                    <a:pt x="246" y="289"/>
                                  </a:cubicBezTo>
                                  <a:cubicBezTo>
                                    <a:pt x="246" y="290"/>
                                    <a:pt x="248" y="291"/>
                                    <a:pt x="249" y="290"/>
                                  </a:cubicBezTo>
                                  <a:cubicBezTo>
                                    <a:pt x="250" y="290"/>
                                    <a:pt x="250" y="289"/>
                                    <a:pt x="250" y="288"/>
                                  </a:cubicBezTo>
                                  <a:cubicBezTo>
                                    <a:pt x="250" y="288"/>
                                    <a:pt x="250" y="287"/>
                                    <a:pt x="250" y="287"/>
                                  </a:cubicBezTo>
                                  <a:cubicBezTo>
                                    <a:pt x="249" y="286"/>
                                    <a:pt x="248" y="286"/>
                                    <a:pt x="248" y="286"/>
                                  </a:cubicBezTo>
                                  <a:cubicBezTo>
                                    <a:pt x="248" y="286"/>
                                    <a:pt x="248" y="286"/>
                                    <a:pt x="248" y="285"/>
                                  </a:cubicBezTo>
                                  <a:cubicBezTo>
                                    <a:pt x="248" y="285"/>
                                    <a:pt x="250" y="285"/>
                                    <a:pt x="250" y="284"/>
                                  </a:cubicBezTo>
                                  <a:cubicBezTo>
                                    <a:pt x="252" y="282"/>
                                    <a:pt x="254" y="281"/>
                                    <a:pt x="256" y="281"/>
                                  </a:cubicBezTo>
                                  <a:cubicBezTo>
                                    <a:pt x="257" y="282"/>
                                    <a:pt x="258" y="281"/>
                                    <a:pt x="258" y="281"/>
                                  </a:cubicBezTo>
                                  <a:cubicBezTo>
                                    <a:pt x="259" y="280"/>
                                    <a:pt x="260" y="279"/>
                                    <a:pt x="262" y="280"/>
                                  </a:cubicBezTo>
                                  <a:cubicBezTo>
                                    <a:pt x="263" y="280"/>
                                    <a:pt x="264" y="279"/>
                                    <a:pt x="265" y="279"/>
                                  </a:cubicBezTo>
                                  <a:cubicBezTo>
                                    <a:pt x="266" y="279"/>
                                    <a:pt x="266" y="276"/>
                                    <a:pt x="268" y="278"/>
                                  </a:cubicBezTo>
                                  <a:cubicBezTo>
                                    <a:pt x="269" y="278"/>
                                    <a:pt x="269" y="278"/>
                                    <a:pt x="269" y="278"/>
                                  </a:cubicBezTo>
                                  <a:cubicBezTo>
                                    <a:pt x="271" y="277"/>
                                    <a:pt x="271" y="275"/>
                                    <a:pt x="272" y="273"/>
                                  </a:cubicBezTo>
                                  <a:cubicBezTo>
                                    <a:pt x="272" y="273"/>
                                    <a:pt x="273" y="273"/>
                                    <a:pt x="273" y="274"/>
                                  </a:cubicBezTo>
                                  <a:cubicBezTo>
                                    <a:pt x="273" y="274"/>
                                    <a:pt x="273" y="274"/>
                                    <a:pt x="273" y="274"/>
                                  </a:cubicBezTo>
                                  <a:cubicBezTo>
                                    <a:pt x="274" y="276"/>
                                    <a:pt x="275" y="276"/>
                                    <a:pt x="276" y="274"/>
                                  </a:cubicBezTo>
                                  <a:cubicBezTo>
                                    <a:pt x="276" y="274"/>
                                    <a:pt x="277" y="274"/>
                                    <a:pt x="277" y="274"/>
                                  </a:cubicBezTo>
                                  <a:cubicBezTo>
                                    <a:pt x="278" y="274"/>
                                    <a:pt x="278" y="274"/>
                                    <a:pt x="278" y="274"/>
                                  </a:cubicBezTo>
                                  <a:cubicBezTo>
                                    <a:pt x="278" y="274"/>
                                    <a:pt x="278" y="273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8" y="272"/>
                                  </a:cubicBezTo>
                                  <a:cubicBezTo>
                                    <a:pt x="279" y="272"/>
                                    <a:pt x="279" y="273"/>
                                    <a:pt x="279" y="273"/>
                                  </a:cubicBezTo>
                                  <a:cubicBezTo>
                                    <a:pt x="280" y="273"/>
                                    <a:pt x="280" y="273"/>
                                    <a:pt x="281" y="273"/>
                                  </a:cubicBezTo>
                                  <a:cubicBezTo>
                                    <a:pt x="281" y="272"/>
                                    <a:pt x="281" y="272"/>
                                    <a:pt x="282" y="272"/>
                                  </a:cubicBezTo>
                                  <a:cubicBezTo>
                                    <a:pt x="283" y="272"/>
                                    <a:pt x="284" y="273"/>
                                    <a:pt x="285" y="271"/>
                                  </a:cubicBezTo>
                                  <a:cubicBezTo>
                                    <a:pt x="285" y="271"/>
                                    <a:pt x="286" y="272"/>
                                    <a:pt x="286" y="272"/>
                                  </a:cubicBezTo>
                                  <a:cubicBezTo>
                                    <a:pt x="287" y="272"/>
                                    <a:pt x="290" y="271"/>
                                    <a:pt x="291" y="270"/>
                                  </a:cubicBezTo>
                                  <a:cubicBezTo>
                                    <a:pt x="292" y="269"/>
                                    <a:pt x="293" y="268"/>
                                    <a:pt x="294" y="266"/>
                                  </a:cubicBezTo>
                                  <a:cubicBezTo>
                                    <a:pt x="294" y="266"/>
                                    <a:pt x="294" y="266"/>
                                    <a:pt x="295" y="266"/>
                                  </a:cubicBezTo>
                                  <a:cubicBezTo>
                                    <a:pt x="296" y="266"/>
                                    <a:pt x="297" y="267"/>
                                    <a:pt x="297" y="265"/>
                                  </a:cubicBezTo>
                                  <a:cubicBezTo>
                                    <a:pt x="297" y="265"/>
                                    <a:pt x="297" y="264"/>
                                    <a:pt x="297" y="264"/>
                                  </a:cubicBezTo>
                                  <a:cubicBezTo>
                                    <a:pt x="297" y="264"/>
                                    <a:pt x="297" y="264"/>
                                    <a:pt x="297" y="264"/>
                                  </a:cubicBezTo>
                                  <a:cubicBezTo>
                                    <a:pt x="297" y="264"/>
                                    <a:pt x="297" y="264"/>
                                    <a:pt x="298" y="264"/>
                                  </a:cubicBezTo>
                                  <a:cubicBezTo>
                                    <a:pt x="299" y="264"/>
                                    <a:pt x="299" y="263"/>
                                    <a:pt x="300" y="263"/>
                                  </a:cubicBezTo>
                                  <a:cubicBezTo>
                                    <a:pt x="300" y="262"/>
                                    <a:pt x="302" y="262"/>
                                    <a:pt x="302" y="261"/>
                                  </a:cubicBezTo>
                                  <a:cubicBezTo>
                                    <a:pt x="302" y="261"/>
                                    <a:pt x="302" y="261"/>
                                    <a:pt x="302" y="261"/>
                                  </a:cubicBezTo>
                                  <a:cubicBezTo>
                                    <a:pt x="302" y="261"/>
                                    <a:pt x="302" y="260"/>
                                    <a:pt x="302" y="260"/>
                                  </a:cubicBezTo>
                                  <a:cubicBezTo>
                                    <a:pt x="302" y="259"/>
                                    <a:pt x="303" y="259"/>
                                    <a:pt x="304" y="259"/>
                                  </a:cubicBezTo>
                                  <a:cubicBezTo>
                                    <a:pt x="305" y="258"/>
                                    <a:pt x="306" y="258"/>
                                    <a:pt x="306" y="257"/>
                                  </a:cubicBezTo>
                                  <a:cubicBezTo>
                                    <a:pt x="306" y="257"/>
                                    <a:pt x="306" y="257"/>
                                    <a:pt x="306" y="257"/>
                                  </a:cubicBezTo>
                                  <a:cubicBezTo>
                                    <a:pt x="305" y="257"/>
                                    <a:pt x="305" y="257"/>
                                    <a:pt x="305" y="257"/>
                                  </a:cubicBezTo>
                                  <a:cubicBezTo>
                                    <a:pt x="305" y="256"/>
                                    <a:pt x="306" y="256"/>
                                    <a:pt x="306" y="256"/>
                                  </a:cubicBezTo>
                                  <a:cubicBezTo>
                                    <a:pt x="308" y="256"/>
                                    <a:pt x="308" y="254"/>
                                    <a:pt x="309" y="254"/>
                                  </a:cubicBezTo>
                                  <a:cubicBezTo>
                                    <a:pt x="309" y="254"/>
                                    <a:pt x="309" y="253"/>
                                    <a:pt x="309" y="253"/>
                                  </a:cubicBezTo>
                                  <a:cubicBezTo>
                                    <a:pt x="309" y="253"/>
                                    <a:pt x="309" y="253"/>
                                    <a:pt x="309" y="253"/>
                                  </a:cubicBezTo>
                                  <a:cubicBezTo>
                                    <a:pt x="309" y="252"/>
                                    <a:pt x="310" y="252"/>
                                    <a:pt x="310" y="252"/>
                                  </a:cubicBezTo>
                                  <a:cubicBezTo>
                                    <a:pt x="310" y="252"/>
                                    <a:pt x="311" y="252"/>
                                    <a:pt x="311" y="251"/>
                                  </a:cubicBezTo>
                                  <a:cubicBezTo>
                                    <a:pt x="311" y="251"/>
                                    <a:pt x="311" y="251"/>
                                    <a:pt x="311" y="250"/>
                                  </a:cubicBezTo>
                                  <a:cubicBezTo>
                                    <a:pt x="311" y="250"/>
                                    <a:pt x="312" y="249"/>
                                    <a:pt x="312" y="249"/>
                                  </a:cubicBezTo>
                                  <a:cubicBezTo>
                                    <a:pt x="312" y="248"/>
                                    <a:pt x="312" y="248"/>
                                    <a:pt x="312" y="248"/>
                                  </a:cubicBezTo>
                                  <a:cubicBezTo>
                                    <a:pt x="312" y="248"/>
                                    <a:pt x="312" y="248"/>
                                    <a:pt x="312" y="247"/>
                                  </a:cubicBezTo>
                                  <a:cubicBezTo>
                                    <a:pt x="312" y="247"/>
                                    <a:pt x="312" y="246"/>
                                    <a:pt x="312" y="245"/>
                                  </a:cubicBezTo>
                                  <a:cubicBezTo>
                                    <a:pt x="313" y="245"/>
                                    <a:pt x="313" y="246"/>
                                    <a:pt x="314" y="246"/>
                                  </a:cubicBezTo>
                                  <a:cubicBezTo>
                                    <a:pt x="314" y="245"/>
                                    <a:pt x="314" y="245"/>
                                    <a:pt x="314" y="245"/>
                                  </a:cubicBezTo>
                                  <a:cubicBezTo>
                                    <a:pt x="313" y="245"/>
                                    <a:pt x="313" y="244"/>
                                    <a:pt x="312" y="244"/>
                                  </a:cubicBezTo>
                                  <a:cubicBezTo>
                                    <a:pt x="312" y="244"/>
                                    <a:pt x="312" y="244"/>
                                    <a:pt x="312" y="244"/>
                                  </a:cubicBezTo>
                                  <a:cubicBezTo>
                                    <a:pt x="312" y="244"/>
                                    <a:pt x="312" y="244"/>
                                    <a:pt x="312" y="244"/>
                                  </a:cubicBezTo>
                                  <a:cubicBezTo>
                                    <a:pt x="312" y="243"/>
                                    <a:pt x="312" y="243"/>
                                    <a:pt x="312" y="243"/>
                                  </a:cubicBezTo>
                                  <a:cubicBezTo>
                                    <a:pt x="312" y="243"/>
                                    <a:pt x="313" y="243"/>
                                    <a:pt x="313" y="243"/>
                                  </a:cubicBezTo>
                                  <a:cubicBezTo>
                                    <a:pt x="316" y="242"/>
                                    <a:pt x="318" y="240"/>
                                    <a:pt x="319" y="237"/>
                                  </a:cubicBezTo>
                                  <a:cubicBezTo>
                                    <a:pt x="320" y="235"/>
                                    <a:pt x="320" y="233"/>
                                    <a:pt x="323" y="232"/>
                                  </a:cubicBezTo>
                                  <a:cubicBezTo>
                                    <a:pt x="323" y="232"/>
                                    <a:pt x="323" y="232"/>
                                    <a:pt x="323" y="232"/>
                                  </a:cubicBezTo>
                                  <a:cubicBezTo>
                                    <a:pt x="324" y="231"/>
                                    <a:pt x="324" y="231"/>
                                    <a:pt x="324" y="231"/>
                                  </a:cubicBezTo>
                                  <a:cubicBezTo>
                                    <a:pt x="325" y="231"/>
                                    <a:pt x="326" y="231"/>
                                    <a:pt x="326" y="230"/>
                                  </a:cubicBezTo>
                                  <a:cubicBezTo>
                                    <a:pt x="326" y="230"/>
                                    <a:pt x="326" y="230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8"/>
                                  </a:cubicBezTo>
                                  <a:cubicBezTo>
                                    <a:pt x="325" y="228"/>
                                    <a:pt x="325" y="228"/>
                                    <a:pt x="325" y="228"/>
                                  </a:cubicBezTo>
                                  <a:cubicBezTo>
                                    <a:pt x="325" y="228"/>
                                    <a:pt x="326" y="227"/>
                                    <a:pt x="326" y="227"/>
                                  </a:cubicBezTo>
                                  <a:cubicBezTo>
                                    <a:pt x="326" y="227"/>
                                    <a:pt x="326" y="226"/>
                                    <a:pt x="326" y="226"/>
                                  </a:cubicBezTo>
                                  <a:cubicBezTo>
                                    <a:pt x="326" y="225"/>
                                    <a:pt x="326" y="225"/>
                                    <a:pt x="327" y="225"/>
                                  </a:cubicBezTo>
                                  <a:cubicBezTo>
                                    <a:pt x="327" y="225"/>
                                    <a:pt x="327" y="225"/>
                                    <a:pt x="327" y="225"/>
                                  </a:cubicBezTo>
                                  <a:cubicBezTo>
                                    <a:pt x="328" y="225"/>
                                    <a:pt x="328" y="224"/>
                                    <a:pt x="328" y="223"/>
                                  </a:cubicBezTo>
                                  <a:cubicBezTo>
                                    <a:pt x="328" y="223"/>
                                    <a:pt x="328" y="223"/>
                                    <a:pt x="328" y="222"/>
                                  </a:cubicBezTo>
                                  <a:cubicBezTo>
                                    <a:pt x="328" y="222"/>
                                    <a:pt x="328" y="221"/>
                                    <a:pt x="327" y="221"/>
                                  </a:cubicBezTo>
                                  <a:cubicBezTo>
                                    <a:pt x="327" y="220"/>
                                    <a:pt x="327" y="219"/>
                                    <a:pt x="328" y="219"/>
                                  </a:cubicBezTo>
                                  <a:cubicBezTo>
                                    <a:pt x="328" y="219"/>
                                    <a:pt x="328" y="219"/>
                                    <a:pt x="328" y="219"/>
                                  </a:cubicBezTo>
                                  <a:cubicBezTo>
                                    <a:pt x="328" y="219"/>
                                    <a:pt x="328" y="219"/>
                                    <a:pt x="328" y="219"/>
                                  </a:cubicBezTo>
                                  <a:cubicBezTo>
                                    <a:pt x="328" y="218"/>
                                    <a:pt x="328" y="218"/>
                                    <a:pt x="328" y="218"/>
                                  </a:cubicBezTo>
                                  <a:cubicBezTo>
                                    <a:pt x="328" y="218"/>
                                    <a:pt x="327" y="218"/>
                                    <a:pt x="327" y="218"/>
                                  </a:cubicBezTo>
                                  <a:cubicBezTo>
                                    <a:pt x="326" y="217"/>
                                    <a:pt x="325" y="216"/>
                                    <a:pt x="325" y="216"/>
                                  </a:cubicBezTo>
                                  <a:cubicBezTo>
                                    <a:pt x="324" y="215"/>
                                    <a:pt x="324" y="215"/>
                                    <a:pt x="324" y="215"/>
                                  </a:cubicBezTo>
                                  <a:cubicBezTo>
                                    <a:pt x="324" y="215"/>
                                    <a:pt x="323" y="215"/>
                                    <a:pt x="323" y="215"/>
                                  </a:cubicBezTo>
                                  <a:cubicBezTo>
                                    <a:pt x="322" y="215"/>
                                    <a:pt x="322" y="215"/>
                                    <a:pt x="321" y="215"/>
                                  </a:cubicBezTo>
                                  <a:cubicBezTo>
                                    <a:pt x="321" y="215"/>
                                    <a:pt x="321" y="215"/>
                                    <a:pt x="321" y="215"/>
                                  </a:cubicBezTo>
                                  <a:cubicBezTo>
                                    <a:pt x="320" y="215"/>
                                    <a:pt x="320" y="215"/>
                                    <a:pt x="320" y="216"/>
                                  </a:cubicBezTo>
                                  <a:cubicBezTo>
                                    <a:pt x="320" y="216"/>
                                    <a:pt x="320" y="215"/>
                                    <a:pt x="319" y="215"/>
                                  </a:cubicBezTo>
                                  <a:cubicBezTo>
                                    <a:pt x="320" y="215"/>
                                    <a:pt x="320" y="215"/>
                                    <a:pt x="320" y="214"/>
                                  </a:cubicBezTo>
                                  <a:cubicBezTo>
                                    <a:pt x="321" y="214"/>
                                    <a:pt x="321" y="213"/>
                                    <a:pt x="322" y="213"/>
                                  </a:cubicBezTo>
                                  <a:cubicBezTo>
                                    <a:pt x="322" y="213"/>
                                    <a:pt x="323" y="213"/>
                                    <a:pt x="323" y="212"/>
                                  </a:cubicBezTo>
                                  <a:cubicBezTo>
                                    <a:pt x="323" y="212"/>
                                    <a:pt x="323" y="212"/>
                                    <a:pt x="323" y="212"/>
                                  </a:cubicBezTo>
                                  <a:cubicBezTo>
                                    <a:pt x="324" y="212"/>
                                    <a:pt x="325" y="211"/>
                                    <a:pt x="326" y="211"/>
                                  </a:cubicBezTo>
                                  <a:cubicBezTo>
                                    <a:pt x="326" y="211"/>
                                    <a:pt x="326" y="211"/>
                                    <a:pt x="326" y="211"/>
                                  </a:cubicBezTo>
                                  <a:cubicBezTo>
                                    <a:pt x="327" y="211"/>
                                    <a:pt x="327" y="211"/>
                                    <a:pt x="327" y="211"/>
                                  </a:cubicBezTo>
                                  <a:cubicBezTo>
                                    <a:pt x="328" y="210"/>
                                    <a:pt x="328" y="210"/>
                                    <a:pt x="328" y="209"/>
                                  </a:cubicBezTo>
                                  <a:cubicBezTo>
                                    <a:pt x="327" y="209"/>
                                    <a:pt x="327" y="209"/>
                                    <a:pt x="327" y="208"/>
                                  </a:cubicBezTo>
                                  <a:cubicBezTo>
                                    <a:pt x="327" y="208"/>
                                    <a:pt x="327" y="206"/>
                                    <a:pt x="326" y="207"/>
                                  </a:cubicBezTo>
                                  <a:cubicBezTo>
                                    <a:pt x="325" y="207"/>
                                    <a:pt x="325" y="207"/>
                                    <a:pt x="325" y="207"/>
                                  </a:cubicBezTo>
                                  <a:cubicBezTo>
                                    <a:pt x="325" y="206"/>
                                    <a:pt x="325" y="206"/>
                                    <a:pt x="326" y="206"/>
                                  </a:cubicBezTo>
                                  <a:cubicBezTo>
                                    <a:pt x="326" y="206"/>
                                    <a:pt x="326" y="206"/>
                                    <a:pt x="326" y="206"/>
                                  </a:cubicBezTo>
                                  <a:cubicBezTo>
                                    <a:pt x="326" y="206"/>
                                    <a:pt x="327" y="206"/>
                                    <a:pt x="327" y="206"/>
                                  </a:cubicBezTo>
                                  <a:cubicBezTo>
                                    <a:pt x="327" y="206"/>
                                    <a:pt x="327" y="206"/>
                                    <a:pt x="327" y="206"/>
                                  </a:cubicBezTo>
                                  <a:cubicBezTo>
                                    <a:pt x="328" y="205"/>
                                    <a:pt x="328" y="205"/>
                                    <a:pt x="328" y="205"/>
                                  </a:cubicBezTo>
                                  <a:cubicBezTo>
                                    <a:pt x="328" y="204"/>
                                    <a:pt x="328" y="204"/>
                                    <a:pt x="328" y="204"/>
                                  </a:cubicBezTo>
                                  <a:cubicBezTo>
                                    <a:pt x="328" y="204"/>
                                    <a:pt x="328" y="203"/>
                                    <a:pt x="327" y="203"/>
                                  </a:cubicBezTo>
                                  <a:cubicBezTo>
                                    <a:pt x="327" y="203"/>
                                    <a:pt x="327" y="203"/>
                                    <a:pt x="327" y="203"/>
                                  </a:cubicBezTo>
                                  <a:cubicBezTo>
                                    <a:pt x="327" y="202"/>
                                    <a:pt x="327" y="202"/>
                                    <a:pt x="326" y="202"/>
                                  </a:cubicBezTo>
                                  <a:cubicBezTo>
                                    <a:pt x="326" y="201"/>
                                    <a:pt x="325" y="200"/>
                                    <a:pt x="324" y="200"/>
                                  </a:cubicBezTo>
                                  <a:cubicBezTo>
                                    <a:pt x="324" y="200"/>
                                    <a:pt x="324" y="200"/>
                                    <a:pt x="324" y="200"/>
                                  </a:cubicBezTo>
                                  <a:cubicBezTo>
                                    <a:pt x="324" y="200"/>
                                    <a:pt x="324" y="200"/>
                                    <a:pt x="324" y="200"/>
                                  </a:cubicBezTo>
                                  <a:cubicBezTo>
                                    <a:pt x="324" y="199"/>
                                    <a:pt x="323" y="198"/>
                                    <a:pt x="323" y="198"/>
                                  </a:cubicBezTo>
                                  <a:cubicBezTo>
                                    <a:pt x="323" y="198"/>
                                    <a:pt x="322" y="197"/>
                                    <a:pt x="322" y="197"/>
                                  </a:cubicBezTo>
                                  <a:cubicBezTo>
                                    <a:pt x="322" y="197"/>
                                    <a:pt x="321" y="197"/>
                                    <a:pt x="321" y="197"/>
                                  </a:cubicBezTo>
                                  <a:cubicBezTo>
                                    <a:pt x="321" y="196"/>
                                    <a:pt x="321" y="196"/>
                                    <a:pt x="321" y="196"/>
                                  </a:cubicBezTo>
                                  <a:cubicBezTo>
                                    <a:pt x="321" y="196"/>
                                    <a:pt x="321" y="196"/>
                                    <a:pt x="321" y="196"/>
                                  </a:cubicBezTo>
                                  <a:cubicBezTo>
                                    <a:pt x="321" y="196"/>
                                    <a:pt x="321" y="195"/>
                                    <a:pt x="321" y="195"/>
                                  </a:cubicBezTo>
                                  <a:cubicBezTo>
                                    <a:pt x="321" y="194"/>
                                    <a:pt x="321" y="194"/>
                                    <a:pt x="320" y="193"/>
                                  </a:cubicBezTo>
                                  <a:cubicBezTo>
                                    <a:pt x="320" y="193"/>
                                    <a:pt x="320" y="192"/>
                                    <a:pt x="320" y="192"/>
                                  </a:cubicBezTo>
                                  <a:cubicBezTo>
                                    <a:pt x="320" y="192"/>
                                    <a:pt x="319" y="191"/>
                                    <a:pt x="319" y="191"/>
                                  </a:cubicBezTo>
                                  <a:cubicBezTo>
                                    <a:pt x="319" y="191"/>
                                    <a:pt x="319" y="190"/>
                                    <a:pt x="318" y="190"/>
                                  </a:cubicBezTo>
                                  <a:cubicBezTo>
                                    <a:pt x="318" y="190"/>
                                    <a:pt x="318" y="190"/>
                                    <a:pt x="318" y="189"/>
                                  </a:cubicBezTo>
                                  <a:cubicBezTo>
                                    <a:pt x="318" y="189"/>
                                    <a:pt x="318" y="189"/>
                                    <a:pt x="318" y="189"/>
                                  </a:cubicBezTo>
                                  <a:cubicBezTo>
                                    <a:pt x="318" y="187"/>
                                    <a:pt x="317" y="186"/>
                                    <a:pt x="316" y="185"/>
                                  </a:cubicBezTo>
                                  <a:cubicBezTo>
                                    <a:pt x="316" y="185"/>
                                    <a:pt x="316" y="185"/>
                                    <a:pt x="316" y="184"/>
                                  </a:cubicBezTo>
                                  <a:cubicBezTo>
                                    <a:pt x="316" y="184"/>
                                    <a:pt x="316" y="184"/>
                                    <a:pt x="316" y="184"/>
                                  </a:cubicBezTo>
                                  <a:cubicBezTo>
                                    <a:pt x="316" y="183"/>
                                    <a:pt x="316" y="183"/>
                                    <a:pt x="316" y="183"/>
                                  </a:cubicBezTo>
                                  <a:cubicBezTo>
                                    <a:pt x="316" y="183"/>
                                    <a:pt x="316" y="183"/>
                                    <a:pt x="316" y="183"/>
                                  </a:cubicBezTo>
                                  <a:cubicBezTo>
                                    <a:pt x="316" y="183"/>
                                    <a:pt x="315" y="182"/>
                                    <a:pt x="315" y="182"/>
                                  </a:cubicBezTo>
                                  <a:cubicBezTo>
                                    <a:pt x="314" y="182"/>
                                    <a:pt x="313" y="181"/>
                                    <a:pt x="312" y="181"/>
                                  </a:cubicBezTo>
                                  <a:cubicBezTo>
                                    <a:pt x="312" y="181"/>
                                    <a:pt x="312" y="181"/>
                                    <a:pt x="311" y="181"/>
                                  </a:cubicBezTo>
                                  <a:cubicBezTo>
                                    <a:pt x="311" y="180"/>
                                    <a:pt x="311" y="180"/>
                                    <a:pt x="311" y="180"/>
                                  </a:cubicBezTo>
                                  <a:cubicBezTo>
                                    <a:pt x="311" y="180"/>
                                    <a:pt x="311" y="180"/>
                                    <a:pt x="311" y="180"/>
                                  </a:cubicBezTo>
                                  <a:cubicBezTo>
                                    <a:pt x="311" y="179"/>
                                    <a:pt x="310" y="179"/>
                                    <a:pt x="310" y="179"/>
                                  </a:cubicBezTo>
                                  <a:cubicBezTo>
                                    <a:pt x="310" y="179"/>
                                    <a:pt x="310" y="179"/>
                                    <a:pt x="309" y="179"/>
                                  </a:cubicBezTo>
                                  <a:cubicBezTo>
                                    <a:pt x="309" y="177"/>
                                    <a:pt x="309" y="177"/>
                                    <a:pt x="309" y="177"/>
                                  </a:cubicBezTo>
                                  <a:cubicBezTo>
                                    <a:pt x="310" y="177"/>
                                    <a:pt x="310" y="177"/>
                                    <a:pt x="310" y="177"/>
                                  </a:cubicBezTo>
                                  <a:cubicBezTo>
                                    <a:pt x="310" y="176"/>
                                    <a:pt x="310" y="176"/>
                                    <a:pt x="310" y="176"/>
                                  </a:cubicBezTo>
                                  <a:cubicBezTo>
                                    <a:pt x="310" y="175"/>
                                    <a:pt x="311" y="175"/>
                                    <a:pt x="311" y="175"/>
                                  </a:cubicBezTo>
                                  <a:cubicBezTo>
                                    <a:pt x="311" y="175"/>
                                    <a:pt x="311" y="175"/>
                                    <a:pt x="311" y="175"/>
                                  </a:cubicBezTo>
                                  <a:cubicBezTo>
                                    <a:pt x="311" y="174"/>
                                    <a:pt x="312" y="173"/>
                                    <a:pt x="313" y="172"/>
                                  </a:cubicBezTo>
                                  <a:cubicBezTo>
                                    <a:pt x="313" y="172"/>
                                    <a:pt x="313" y="172"/>
                                    <a:pt x="314" y="171"/>
                                  </a:cubicBezTo>
                                  <a:cubicBezTo>
                                    <a:pt x="315" y="171"/>
                                    <a:pt x="316" y="170"/>
                                    <a:pt x="315" y="169"/>
                                  </a:cubicBezTo>
                                  <a:cubicBezTo>
                                    <a:pt x="315" y="169"/>
                                    <a:pt x="315" y="169"/>
                                    <a:pt x="315" y="169"/>
                                  </a:cubicBezTo>
                                  <a:cubicBezTo>
                                    <a:pt x="315" y="169"/>
                                    <a:pt x="315" y="169"/>
                                    <a:pt x="315" y="169"/>
                                  </a:cubicBezTo>
                                  <a:cubicBezTo>
                                    <a:pt x="315" y="168"/>
                                    <a:pt x="315" y="168"/>
                                    <a:pt x="315" y="168"/>
                                  </a:cubicBezTo>
                                  <a:cubicBezTo>
                                    <a:pt x="315" y="168"/>
                                    <a:pt x="315" y="167"/>
                                    <a:pt x="315" y="167"/>
                                  </a:cubicBezTo>
                                  <a:cubicBezTo>
                                    <a:pt x="316" y="167"/>
                                    <a:pt x="316" y="167"/>
                                    <a:pt x="316" y="167"/>
                                  </a:cubicBezTo>
                                  <a:cubicBezTo>
                                    <a:pt x="316" y="167"/>
                                    <a:pt x="316" y="167"/>
                                    <a:pt x="316" y="167"/>
                                  </a:cubicBezTo>
                                  <a:cubicBezTo>
                                    <a:pt x="316" y="167"/>
                                    <a:pt x="316" y="167"/>
                                    <a:pt x="317" y="168"/>
                                  </a:cubicBezTo>
                                  <a:cubicBezTo>
                                    <a:pt x="316" y="168"/>
                                    <a:pt x="316" y="168"/>
                                    <a:pt x="316" y="168"/>
                                  </a:cubicBezTo>
                                  <a:cubicBezTo>
                                    <a:pt x="317" y="169"/>
                                    <a:pt x="318" y="169"/>
                                    <a:pt x="319" y="168"/>
                                  </a:cubicBezTo>
                                  <a:cubicBezTo>
                                    <a:pt x="319" y="168"/>
                                    <a:pt x="319" y="168"/>
                                    <a:pt x="319" y="168"/>
                                  </a:cubicBezTo>
                                  <a:cubicBezTo>
                                    <a:pt x="319" y="168"/>
                                    <a:pt x="319" y="168"/>
                                    <a:pt x="319" y="167"/>
                                  </a:cubicBezTo>
                                  <a:cubicBezTo>
                                    <a:pt x="319" y="167"/>
                                    <a:pt x="319" y="167"/>
                                    <a:pt x="319" y="167"/>
                                  </a:cubicBezTo>
                                  <a:cubicBezTo>
                                    <a:pt x="319" y="166"/>
                                    <a:pt x="319" y="166"/>
                                    <a:pt x="319" y="166"/>
                                  </a:cubicBezTo>
                                  <a:cubicBezTo>
                                    <a:pt x="319" y="166"/>
                                    <a:pt x="319" y="166"/>
                                    <a:pt x="320" y="166"/>
                                  </a:cubicBezTo>
                                  <a:cubicBezTo>
                                    <a:pt x="320" y="166"/>
                                    <a:pt x="320" y="166"/>
                                    <a:pt x="320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4"/>
                                  </a:cubicBezTo>
                                  <a:cubicBezTo>
                                    <a:pt x="322" y="164"/>
                                    <a:pt x="322" y="164"/>
                                    <a:pt x="323" y="163"/>
                                  </a:cubicBezTo>
                                  <a:cubicBezTo>
                                    <a:pt x="323" y="163"/>
                                    <a:pt x="323" y="163"/>
                                    <a:pt x="324" y="163"/>
                                  </a:cubicBezTo>
                                  <a:cubicBezTo>
                                    <a:pt x="324" y="163"/>
                                    <a:pt x="325" y="163"/>
                                    <a:pt x="326" y="162"/>
                                  </a:cubicBezTo>
                                  <a:cubicBezTo>
                                    <a:pt x="326" y="162"/>
                                    <a:pt x="326" y="162"/>
                                    <a:pt x="326" y="162"/>
                                  </a:cubicBezTo>
                                  <a:cubicBezTo>
                                    <a:pt x="326" y="162"/>
                                    <a:pt x="326" y="162"/>
                                    <a:pt x="326" y="162"/>
                                  </a:cubicBezTo>
                                  <a:cubicBezTo>
                                    <a:pt x="326" y="162"/>
                                    <a:pt x="327" y="162"/>
                                    <a:pt x="327" y="162"/>
                                  </a:cubicBezTo>
                                  <a:cubicBezTo>
                                    <a:pt x="327" y="162"/>
                                    <a:pt x="328" y="162"/>
                                    <a:pt x="329" y="162"/>
                                  </a:cubicBezTo>
                                  <a:cubicBezTo>
                                    <a:pt x="329" y="162"/>
                                    <a:pt x="329" y="162"/>
                                    <a:pt x="329" y="162"/>
                                  </a:cubicBezTo>
                                  <a:cubicBezTo>
                                    <a:pt x="329" y="162"/>
                                    <a:pt x="330" y="162"/>
                                    <a:pt x="330" y="162"/>
                                  </a:cubicBezTo>
                                  <a:cubicBezTo>
                                    <a:pt x="331" y="162"/>
                                    <a:pt x="331" y="161"/>
                                    <a:pt x="331" y="161"/>
                                  </a:cubicBezTo>
                                  <a:cubicBezTo>
                                    <a:pt x="331" y="161"/>
                                    <a:pt x="331" y="161"/>
                                    <a:pt x="331" y="161"/>
                                  </a:cubicBezTo>
                                  <a:cubicBezTo>
                                    <a:pt x="331" y="161"/>
                                    <a:pt x="331" y="160"/>
                                    <a:pt x="331" y="160"/>
                                  </a:cubicBezTo>
                                  <a:cubicBezTo>
                                    <a:pt x="331" y="160"/>
                                    <a:pt x="332" y="160"/>
                                    <a:pt x="332" y="159"/>
                                  </a:cubicBezTo>
                                  <a:cubicBezTo>
                                    <a:pt x="332" y="159"/>
                                    <a:pt x="332" y="158"/>
                                    <a:pt x="332" y="157"/>
                                  </a:cubicBezTo>
                                  <a:cubicBezTo>
                                    <a:pt x="331" y="157"/>
                                    <a:pt x="331" y="157"/>
                                    <a:pt x="331" y="157"/>
                                  </a:cubicBezTo>
                                  <a:cubicBezTo>
                                    <a:pt x="330" y="157"/>
                                    <a:pt x="330" y="157"/>
                                    <a:pt x="329" y="157"/>
                                  </a:cubicBezTo>
                                  <a:cubicBezTo>
                                    <a:pt x="329" y="156"/>
                                    <a:pt x="328" y="156"/>
                                    <a:pt x="328" y="156"/>
                                  </a:cubicBezTo>
                                  <a:cubicBezTo>
                                    <a:pt x="324" y="156"/>
                                    <a:pt x="324" y="156"/>
                                    <a:pt x="324" y="156"/>
                                  </a:cubicBezTo>
                                  <a:cubicBezTo>
                                    <a:pt x="324" y="156"/>
                                    <a:pt x="323" y="156"/>
                                    <a:pt x="322" y="156"/>
                                  </a:cubicBezTo>
                                  <a:cubicBezTo>
                                    <a:pt x="322" y="155"/>
                                    <a:pt x="322" y="155"/>
                                    <a:pt x="321" y="155"/>
                                  </a:cubicBezTo>
                                  <a:cubicBezTo>
                                    <a:pt x="321" y="154"/>
                                    <a:pt x="321" y="154"/>
                                    <a:pt x="321" y="154"/>
                                  </a:cubicBezTo>
                                  <a:cubicBezTo>
                                    <a:pt x="321" y="154"/>
                                    <a:pt x="320" y="154"/>
                                    <a:pt x="320" y="154"/>
                                  </a:cubicBezTo>
                                  <a:cubicBezTo>
                                    <a:pt x="319" y="153"/>
                                    <a:pt x="317" y="154"/>
                                    <a:pt x="316" y="155"/>
                                  </a:cubicBezTo>
                                  <a:cubicBezTo>
                                    <a:pt x="315" y="157"/>
                                    <a:pt x="313" y="158"/>
                                    <a:pt x="313" y="159"/>
                                  </a:cubicBezTo>
                                  <a:cubicBezTo>
                                    <a:pt x="311" y="160"/>
                                    <a:pt x="309" y="160"/>
                                    <a:pt x="308" y="158"/>
                                  </a:cubicBezTo>
                                  <a:cubicBezTo>
                                    <a:pt x="308" y="155"/>
                                    <a:pt x="308" y="155"/>
                                    <a:pt x="308" y="155"/>
                                  </a:cubicBezTo>
                                  <a:cubicBezTo>
                                    <a:pt x="308" y="155"/>
                                    <a:pt x="308" y="154"/>
                                    <a:pt x="308" y="154"/>
                                  </a:cubicBezTo>
                                  <a:cubicBezTo>
                                    <a:pt x="309" y="154"/>
                                    <a:pt x="309" y="153"/>
                                    <a:pt x="308" y="153"/>
                                  </a:cubicBezTo>
                                  <a:cubicBezTo>
                                    <a:pt x="308" y="152"/>
                                    <a:pt x="308" y="152"/>
                                    <a:pt x="308" y="152"/>
                                  </a:cubicBezTo>
                                  <a:cubicBezTo>
                                    <a:pt x="308" y="152"/>
                                    <a:pt x="307" y="152"/>
                                    <a:pt x="307" y="151"/>
                                  </a:cubicBezTo>
                                  <a:cubicBezTo>
                                    <a:pt x="307" y="151"/>
                                    <a:pt x="307" y="151"/>
                                    <a:pt x="306" y="151"/>
                                  </a:cubicBezTo>
                                  <a:cubicBezTo>
                                    <a:pt x="306" y="151"/>
                                    <a:pt x="306" y="151"/>
                                    <a:pt x="305" y="152"/>
                                  </a:cubicBezTo>
                                  <a:cubicBezTo>
                                    <a:pt x="305" y="152"/>
                                    <a:pt x="304" y="152"/>
                                    <a:pt x="304" y="152"/>
                                  </a:cubicBezTo>
                                  <a:cubicBezTo>
                                    <a:pt x="304" y="152"/>
                                    <a:pt x="303" y="152"/>
                                    <a:pt x="303" y="151"/>
                                  </a:cubicBezTo>
                                  <a:cubicBezTo>
                                    <a:pt x="302" y="151"/>
                                    <a:pt x="301" y="151"/>
                                    <a:pt x="300" y="150"/>
                                  </a:cubicBezTo>
                                  <a:cubicBezTo>
                                    <a:pt x="300" y="150"/>
                                    <a:pt x="300" y="150"/>
                                    <a:pt x="300" y="150"/>
                                  </a:cubicBezTo>
                                  <a:cubicBezTo>
                                    <a:pt x="300" y="149"/>
                                    <a:pt x="300" y="149"/>
                                    <a:pt x="300" y="149"/>
                                  </a:cubicBezTo>
                                  <a:cubicBezTo>
                                    <a:pt x="300" y="149"/>
                                    <a:pt x="300" y="149"/>
                                    <a:pt x="299" y="149"/>
                                  </a:cubicBezTo>
                                  <a:cubicBezTo>
                                    <a:pt x="299" y="149"/>
                                    <a:pt x="299" y="149"/>
                                    <a:pt x="299" y="149"/>
                                  </a:cubicBezTo>
                                  <a:cubicBezTo>
                                    <a:pt x="299" y="149"/>
                                    <a:pt x="299" y="149"/>
                                    <a:pt x="299" y="149"/>
                                  </a:cubicBezTo>
                                  <a:cubicBezTo>
                                    <a:pt x="299" y="148"/>
                                    <a:pt x="299" y="147"/>
                                    <a:pt x="298" y="146"/>
                                  </a:cubicBezTo>
                                  <a:cubicBezTo>
                                    <a:pt x="298" y="146"/>
                                    <a:pt x="298" y="146"/>
                                    <a:pt x="298" y="145"/>
                                  </a:cubicBezTo>
                                  <a:cubicBezTo>
                                    <a:pt x="298" y="145"/>
                                    <a:pt x="298" y="145"/>
                                    <a:pt x="299" y="145"/>
                                  </a:cubicBezTo>
                                  <a:cubicBezTo>
                                    <a:pt x="299" y="144"/>
                                    <a:pt x="300" y="144"/>
                                    <a:pt x="300" y="144"/>
                                  </a:cubicBezTo>
                                  <a:cubicBezTo>
                                    <a:pt x="300" y="143"/>
                                    <a:pt x="300" y="143"/>
                                    <a:pt x="300" y="143"/>
                                  </a:cubicBezTo>
                                  <a:cubicBezTo>
                                    <a:pt x="299" y="142"/>
                                    <a:pt x="300" y="142"/>
                                    <a:pt x="301" y="142"/>
                                  </a:cubicBezTo>
                                  <a:cubicBezTo>
                                    <a:pt x="301" y="142"/>
                                    <a:pt x="302" y="142"/>
                                    <a:pt x="303" y="142"/>
                                  </a:cubicBezTo>
                                  <a:cubicBezTo>
                                    <a:pt x="303" y="142"/>
                                    <a:pt x="304" y="142"/>
                                    <a:pt x="304" y="143"/>
                                  </a:cubicBezTo>
                                  <a:cubicBezTo>
                                    <a:pt x="304" y="143"/>
                                    <a:pt x="304" y="144"/>
                                    <a:pt x="304" y="144"/>
                                  </a:cubicBezTo>
                                  <a:cubicBezTo>
                                    <a:pt x="304" y="144"/>
                                    <a:pt x="305" y="144"/>
                                    <a:pt x="305" y="144"/>
                                  </a:cubicBezTo>
                                  <a:cubicBezTo>
                                    <a:pt x="305" y="144"/>
                                    <a:pt x="305" y="144"/>
                                    <a:pt x="305" y="144"/>
                                  </a:cubicBezTo>
                                  <a:cubicBezTo>
                                    <a:pt x="305" y="144"/>
                                    <a:pt x="305" y="144"/>
                                    <a:pt x="305" y="143"/>
                                  </a:cubicBezTo>
                                  <a:cubicBezTo>
                                    <a:pt x="305" y="143"/>
                                    <a:pt x="305" y="143"/>
                                    <a:pt x="306" y="142"/>
                                  </a:cubicBezTo>
                                  <a:cubicBezTo>
                                    <a:pt x="306" y="142"/>
                                    <a:pt x="306" y="142"/>
                                    <a:pt x="306" y="142"/>
                                  </a:cubicBezTo>
                                  <a:cubicBezTo>
                                    <a:pt x="307" y="142"/>
                                    <a:pt x="308" y="142"/>
                                    <a:pt x="308" y="141"/>
                                  </a:cubicBezTo>
                                  <a:cubicBezTo>
                                    <a:pt x="308" y="141"/>
                                    <a:pt x="309" y="141"/>
                                    <a:pt x="309" y="140"/>
                                  </a:cubicBezTo>
                                  <a:cubicBezTo>
                                    <a:pt x="309" y="140"/>
                                    <a:pt x="309" y="140"/>
                                    <a:pt x="309" y="140"/>
                                  </a:cubicBezTo>
                                  <a:cubicBezTo>
                                    <a:pt x="309" y="140"/>
                                    <a:pt x="309" y="140"/>
                                    <a:pt x="309" y="139"/>
                                  </a:cubicBezTo>
                                  <a:cubicBezTo>
                                    <a:pt x="309" y="139"/>
                                    <a:pt x="309" y="139"/>
                                    <a:pt x="309" y="139"/>
                                  </a:cubicBezTo>
                                  <a:cubicBezTo>
                                    <a:pt x="309" y="139"/>
                                    <a:pt x="310" y="139"/>
                                    <a:pt x="310" y="139"/>
                                  </a:cubicBezTo>
                                  <a:cubicBezTo>
                                    <a:pt x="310" y="138"/>
                                    <a:pt x="310" y="138"/>
                                    <a:pt x="310" y="137"/>
                                  </a:cubicBezTo>
                                  <a:cubicBezTo>
                                    <a:pt x="310" y="137"/>
                                    <a:pt x="310" y="137"/>
                                    <a:pt x="310" y="137"/>
                                  </a:cubicBezTo>
                                  <a:cubicBezTo>
                                    <a:pt x="311" y="136"/>
                                    <a:pt x="312" y="135"/>
                                    <a:pt x="313" y="135"/>
                                  </a:cubicBezTo>
                                  <a:cubicBezTo>
                                    <a:pt x="314" y="134"/>
                                    <a:pt x="315" y="134"/>
                                    <a:pt x="316" y="133"/>
                                  </a:cubicBezTo>
                                  <a:cubicBezTo>
                                    <a:pt x="317" y="133"/>
                                    <a:pt x="318" y="133"/>
                                    <a:pt x="318" y="132"/>
                                  </a:cubicBezTo>
                                  <a:cubicBezTo>
                                    <a:pt x="318" y="132"/>
                                    <a:pt x="318" y="132"/>
                                    <a:pt x="318" y="131"/>
                                  </a:cubicBezTo>
                                  <a:cubicBezTo>
                                    <a:pt x="318" y="131"/>
                                    <a:pt x="318" y="131"/>
                                    <a:pt x="318" y="131"/>
                                  </a:cubicBezTo>
                                  <a:cubicBezTo>
                                    <a:pt x="318" y="131"/>
                                    <a:pt x="319" y="131"/>
                                    <a:pt x="319" y="130"/>
                                  </a:cubicBezTo>
                                  <a:cubicBezTo>
                                    <a:pt x="320" y="130"/>
                                    <a:pt x="320" y="129"/>
                                    <a:pt x="321" y="128"/>
                                  </a:cubicBezTo>
                                  <a:cubicBezTo>
                                    <a:pt x="321" y="128"/>
                                    <a:pt x="321" y="128"/>
                                    <a:pt x="321" y="128"/>
                                  </a:cubicBezTo>
                                  <a:cubicBezTo>
                                    <a:pt x="322" y="127"/>
                                    <a:pt x="322" y="127"/>
                                    <a:pt x="322" y="127"/>
                                  </a:cubicBezTo>
                                  <a:cubicBezTo>
                                    <a:pt x="322" y="127"/>
                                    <a:pt x="322" y="127"/>
                                    <a:pt x="322" y="127"/>
                                  </a:cubicBezTo>
                                  <a:cubicBezTo>
                                    <a:pt x="323" y="126"/>
                                    <a:pt x="323" y="126"/>
                                    <a:pt x="323" y="126"/>
                                  </a:cubicBezTo>
                                  <a:cubicBezTo>
                                    <a:pt x="324" y="126"/>
                                    <a:pt x="324" y="126"/>
                                    <a:pt x="324" y="127"/>
                                  </a:cubicBezTo>
                                  <a:cubicBezTo>
                                    <a:pt x="324" y="127"/>
                                    <a:pt x="324" y="127"/>
                                    <a:pt x="325" y="127"/>
                                  </a:cubicBezTo>
                                  <a:cubicBezTo>
                                    <a:pt x="325" y="127"/>
                                    <a:pt x="325" y="127"/>
                                    <a:pt x="325" y="127"/>
                                  </a:cubicBezTo>
                                  <a:cubicBezTo>
                                    <a:pt x="325" y="127"/>
                                    <a:pt x="325" y="127"/>
                                    <a:pt x="325" y="127"/>
                                  </a:cubicBezTo>
                                  <a:cubicBezTo>
                                    <a:pt x="326" y="127"/>
                                    <a:pt x="327" y="128"/>
                                    <a:pt x="328" y="128"/>
                                  </a:cubicBezTo>
                                  <a:cubicBezTo>
                                    <a:pt x="328" y="128"/>
                                    <a:pt x="328" y="128"/>
                                    <a:pt x="328" y="128"/>
                                  </a:cubicBezTo>
                                  <a:cubicBezTo>
                                    <a:pt x="328" y="129"/>
                                    <a:pt x="329" y="129"/>
                                    <a:pt x="329" y="129"/>
                                  </a:cubicBezTo>
                                  <a:cubicBezTo>
                                    <a:pt x="329" y="129"/>
                                    <a:pt x="329" y="129"/>
                                    <a:pt x="329" y="129"/>
                                  </a:cubicBezTo>
                                  <a:cubicBezTo>
                                    <a:pt x="329" y="129"/>
                                    <a:pt x="329" y="130"/>
                                    <a:pt x="329" y="130"/>
                                  </a:cubicBezTo>
                                  <a:cubicBezTo>
                                    <a:pt x="329" y="131"/>
                                    <a:pt x="329" y="131"/>
                                    <a:pt x="329" y="131"/>
                                  </a:cubicBezTo>
                                  <a:cubicBezTo>
                                    <a:pt x="328" y="134"/>
                                    <a:pt x="325" y="135"/>
                                    <a:pt x="324" y="137"/>
                                  </a:cubicBezTo>
                                  <a:cubicBezTo>
                                    <a:pt x="323" y="139"/>
                                    <a:pt x="323" y="140"/>
                                    <a:pt x="325" y="141"/>
                                  </a:cubicBezTo>
                                  <a:cubicBezTo>
                                    <a:pt x="326" y="141"/>
                                    <a:pt x="325" y="142"/>
                                    <a:pt x="325" y="142"/>
                                  </a:cubicBezTo>
                                  <a:cubicBezTo>
                                    <a:pt x="326" y="142"/>
                                    <a:pt x="325" y="143"/>
                                    <a:pt x="325" y="143"/>
                                  </a:cubicBezTo>
                                  <a:cubicBezTo>
                                    <a:pt x="325" y="143"/>
                                    <a:pt x="325" y="143"/>
                                    <a:pt x="325" y="143"/>
                                  </a:cubicBezTo>
                                  <a:cubicBezTo>
                                    <a:pt x="325" y="143"/>
                                    <a:pt x="325" y="143"/>
                                    <a:pt x="325" y="143"/>
                                  </a:cubicBezTo>
                                  <a:cubicBezTo>
                                    <a:pt x="324" y="143"/>
                                    <a:pt x="323" y="143"/>
                                    <a:pt x="322" y="144"/>
                                  </a:cubicBezTo>
                                  <a:cubicBezTo>
                                    <a:pt x="322" y="144"/>
                                    <a:pt x="321" y="144"/>
                                    <a:pt x="322" y="145"/>
                                  </a:cubicBezTo>
                                  <a:cubicBezTo>
                                    <a:pt x="322" y="145"/>
                                    <a:pt x="322" y="145"/>
                                    <a:pt x="322" y="145"/>
                                  </a:cubicBezTo>
                                  <a:cubicBezTo>
                                    <a:pt x="322" y="145"/>
                                    <a:pt x="323" y="145"/>
                                    <a:pt x="323" y="145"/>
                                  </a:cubicBezTo>
                                  <a:cubicBezTo>
                                    <a:pt x="323" y="145"/>
                                    <a:pt x="324" y="145"/>
                                    <a:pt x="325" y="145"/>
                                  </a:cubicBezTo>
                                  <a:cubicBezTo>
                                    <a:pt x="325" y="145"/>
                                    <a:pt x="325" y="145"/>
                                    <a:pt x="325" y="145"/>
                                  </a:cubicBezTo>
                                  <a:cubicBezTo>
                                    <a:pt x="325" y="145"/>
                                    <a:pt x="325" y="145"/>
                                    <a:pt x="325" y="145"/>
                                  </a:cubicBezTo>
                                  <a:cubicBezTo>
                                    <a:pt x="325" y="144"/>
                                    <a:pt x="326" y="144"/>
                                    <a:pt x="326" y="144"/>
                                  </a:cubicBezTo>
                                  <a:cubicBezTo>
                                    <a:pt x="326" y="144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8" y="143"/>
                                  </a:cubicBezTo>
                                  <a:cubicBezTo>
                                    <a:pt x="328" y="143"/>
                                    <a:pt x="328" y="143"/>
                                    <a:pt x="328" y="143"/>
                                  </a:cubicBezTo>
                                  <a:cubicBezTo>
                                    <a:pt x="329" y="142"/>
                                    <a:pt x="330" y="140"/>
                                    <a:pt x="332" y="139"/>
                                  </a:cubicBezTo>
                                  <a:cubicBezTo>
                                    <a:pt x="335" y="138"/>
                                    <a:pt x="338" y="136"/>
                                    <a:pt x="342" y="136"/>
                                  </a:cubicBezTo>
                                  <a:cubicBezTo>
                                    <a:pt x="342" y="137"/>
                                    <a:pt x="342" y="137"/>
                                    <a:pt x="342" y="136"/>
                                  </a:cubicBezTo>
                                  <a:cubicBezTo>
                                    <a:pt x="343" y="136"/>
                                    <a:pt x="343" y="136"/>
                                    <a:pt x="343" y="135"/>
                                  </a:cubicBezTo>
                                  <a:cubicBezTo>
                                    <a:pt x="343" y="135"/>
                                    <a:pt x="343" y="135"/>
                                    <a:pt x="344" y="135"/>
                                  </a:cubicBezTo>
                                  <a:cubicBezTo>
                                    <a:pt x="344" y="135"/>
                                    <a:pt x="344" y="136"/>
                                    <a:pt x="344" y="136"/>
                                  </a:cubicBezTo>
                                  <a:cubicBezTo>
                                    <a:pt x="345" y="134"/>
                                    <a:pt x="345" y="134"/>
                                    <a:pt x="345" y="134"/>
                                  </a:cubicBezTo>
                                  <a:cubicBezTo>
                                    <a:pt x="345" y="134"/>
                                    <a:pt x="346" y="133"/>
                                    <a:pt x="347" y="133"/>
                                  </a:cubicBezTo>
                                  <a:cubicBezTo>
                                    <a:pt x="347" y="132"/>
                                    <a:pt x="350" y="130"/>
                                    <a:pt x="350" y="130"/>
                                  </a:cubicBezTo>
                                  <a:cubicBezTo>
                                    <a:pt x="350" y="130"/>
                                    <a:pt x="352" y="129"/>
                                    <a:pt x="352" y="129"/>
                                  </a:cubicBezTo>
                                  <a:cubicBezTo>
                                    <a:pt x="354" y="127"/>
                                    <a:pt x="354" y="127"/>
                                    <a:pt x="354" y="127"/>
                                  </a:cubicBezTo>
                                  <a:cubicBezTo>
                                    <a:pt x="355" y="127"/>
                                    <a:pt x="355" y="127"/>
                                    <a:pt x="355" y="127"/>
                                  </a:cubicBezTo>
                                  <a:cubicBezTo>
                                    <a:pt x="355" y="127"/>
                                    <a:pt x="357" y="124"/>
                                    <a:pt x="357" y="124"/>
                                  </a:cubicBezTo>
                                  <a:cubicBezTo>
                                    <a:pt x="357" y="123"/>
                                    <a:pt x="359" y="123"/>
                                    <a:pt x="359" y="123"/>
                                  </a:cubicBezTo>
                                  <a:cubicBezTo>
                                    <a:pt x="359" y="123"/>
                                    <a:pt x="359" y="121"/>
                                    <a:pt x="359" y="121"/>
                                  </a:cubicBezTo>
                                  <a:cubicBezTo>
                                    <a:pt x="359" y="121"/>
                                    <a:pt x="361" y="120"/>
                                    <a:pt x="361" y="120"/>
                                  </a:cubicBezTo>
                                  <a:cubicBezTo>
                                    <a:pt x="361" y="120"/>
                                    <a:pt x="361" y="119"/>
                                    <a:pt x="361" y="119"/>
                                  </a:cubicBezTo>
                                  <a:cubicBezTo>
                                    <a:pt x="364" y="122"/>
                                    <a:pt x="364" y="122"/>
                                    <a:pt x="364" y="122"/>
                                  </a:cubicBezTo>
                                  <a:cubicBezTo>
                                    <a:pt x="368" y="122"/>
                                    <a:pt x="368" y="122"/>
                                    <a:pt x="368" y="122"/>
                                  </a:cubicBezTo>
                                  <a:cubicBezTo>
                                    <a:pt x="369" y="123"/>
                                    <a:pt x="369" y="123"/>
                                    <a:pt x="369" y="123"/>
                                  </a:cubicBezTo>
                                  <a:cubicBezTo>
                                    <a:pt x="369" y="123"/>
                                    <a:pt x="369" y="123"/>
                                    <a:pt x="370" y="122"/>
                                  </a:cubicBezTo>
                                  <a:cubicBezTo>
                                    <a:pt x="370" y="122"/>
                                    <a:pt x="371" y="121"/>
                                    <a:pt x="371" y="121"/>
                                  </a:cubicBezTo>
                                  <a:cubicBezTo>
                                    <a:pt x="371" y="121"/>
                                    <a:pt x="371" y="120"/>
                                    <a:pt x="371" y="120"/>
                                  </a:cubicBezTo>
                                  <a:cubicBezTo>
                                    <a:pt x="370" y="120"/>
                                    <a:pt x="369" y="119"/>
                                    <a:pt x="369" y="119"/>
                                  </a:cubicBezTo>
                                  <a:cubicBezTo>
                                    <a:pt x="369" y="119"/>
                                    <a:pt x="369" y="117"/>
                                    <a:pt x="369" y="117"/>
                                  </a:cubicBezTo>
                                  <a:cubicBezTo>
                                    <a:pt x="374" y="117"/>
                                    <a:pt x="374" y="117"/>
                                    <a:pt x="374" y="117"/>
                                  </a:cubicBezTo>
                                  <a:cubicBezTo>
                                    <a:pt x="374" y="117"/>
                                    <a:pt x="375" y="116"/>
                                    <a:pt x="376" y="116"/>
                                  </a:cubicBezTo>
                                  <a:cubicBezTo>
                                    <a:pt x="376" y="116"/>
                                    <a:pt x="376" y="116"/>
                                    <a:pt x="376" y="116"/>
                                  </a:cubicBezTo>
                                  <a:cubicBezTo>
                                    <a:pt x="377" y="116"/>
                                    <a:pt x="378" y="113"/>
                                    <a:pt x="378" y="113"/>
                                  </a:cubicBezTo>
                                  <a:cubicBezTo>
                                    <a:pt x="378" y="113"/>
                                    <a:pt x="379" y="113"/>
                                    <a:pt x="379" y="113"/>
                                  </a:cubicBezTo>
                                  <a:cubicBezTo>
                                    <a:pt x="379" y="113"/>
                                    <a:pt x="379" y="114"/>
                                    <a:pt x="379" y="114"/>
                                  </a:cubicBezTo>
                                  <a:cubicBezTo>
                                    <a:pt x="380" y="113"/>
                                    <a:pt x="380" y="113"/>
                                    <a:pt x="380" y="113"/>
                                  </a:cubicBezTo>
                                  <a:cubicBezTo>
                                    <a:pt x="380" y="113"/>
                                    <a:pt x="381" y="110"/>
                                    <a:pt x="381" y="110"/>
                                  </a:cubicBezTo>
                                  <a:cubicBezTo>
                                    <a:pt x="381" y="110"/>
                                    <a:pt x="382" y="109"/>
                                    <a:pt x="382" y="109"/>
                                  </a:cubicBezTo>
                                  <a:cubicBezTo>
                                    <a:pt x="382" y="109"/>
                                    <a:pt x="382" y="108"/>
                                    <a:pt x="382" y="108"/>
                                  </a:cubicBezTo>
                                  <a:cubicBezTo>
                                    <a:pt x="383" y="108"/>
                                    <a:pt x="383" y="108"/>
                                    <a:pt x="383" y="108"/>
                                  </a:cubicBezTo>
                                  <a:cubicBezTo>
                                    <a:pt x="383" y="109"/>
                                    <a:pt x="383" y="109"/>
                                    <a:pt x="383" y="109"/>
                                  </a:cubicBezTo>
                                  <a:cubicBezTo>
                                    <a:pt x="385" y="111"/>
                                    <a:pt x="385" y="111"/>
                                    <a:pt x="385" y="111"/>
                                  </a:cubicBezTo>
                                  <a:cubicBezTo>
                                    <a:pt x="386" y="112"/>
                                    <a:pt x="386" y="112"/>
                                    <a:pt x="386" y="112"/>
                                  </a:cubicBezTo>
                                  <a:cubicBezTo>
                                    <a:pt x="387" y="113"/>
                                    <a:pt x="387" y="113"/>
                                    <a:pt x="387" y="113"/>
                                  </a:cubicBezTo>
                                  <a:cubicBezTo>
                                    <a:pt x="387" y="113"/>
                                    <a:pt x="387" y="113"/>
                                    <a:pt x="387" y="113"/>
                                  </a:cubicBezTo>
                                  <a:cubicBezTo>
                                    <a:pt x="387" y="112"/>
                                    <a:pt x="386" y="112"/>
                                    <a:pt x="386" y="112"/>
                                  </a:cubicBezTo>
                                  <a:cubicBezTo>
                                    <a:pt x="386" y="111"/>
                                    <a:pt x="386" y="111"/>
                                    <a:pt x="386" y="111"/>
                                  </a:cubicBezTo>
                                  <a:cubicBezTo>
                                    <a:pt x="386" y="111"/>
                                    <a:pt x="386" y="110"/>
                                    <a:pt x="386" y="110"/>
                                  </a:cubicBezTo>
                                  <a:cubicBezTo>
                                    <a:pt x="387" y="110"/>
                                    <a:pt x="387" y="110"/>
                                    <a:pt x="388" y="110"/>
                                  </a:cubicBezTo>
                                  <a:cubicBezTo>
                                    <a:pt x="388" y="110"/>
                                    <a:pt x="389" y="110"/>
                                    <a:pt x="389" y="109"/>
                                  </a:cubicBezTo>
                                  <a:cubicBezTo>
                                    <a:pt x="390" y="109"/>
                                    <a:pt x="390" y="108"/>
                                    <a:pt x="390" y="108"/>
                                  </a:cubicBezTo>
                                  <a:cubicBezTo>
                                    <a:pt x="390" y="107"/>
                                    <a:pt x="390" y="107"/>
                                    <a:pt x="390" y="107"/>
                                  </a:cubicBezTo>
                                  <a:cubicBezTo>
                                    <a:pt x="390" y="106"/>
                                    <a:pt x="390" y="106"/>
                                    <a:pt x="391" y="106"/>
                                  </a:cubicBezTo>
                                  <a:cubicBezTo>
                                    <a:pt x="392" y="104"/>
                                    <a:pt x="390" y="102"/>
                                    <a:pt x="391" y="100"/>
                                  </a:cubicBezTo>
                                  <a:cubicBezTo>
                                    <a:pt x="391" y="99"/>
                                    <a:pt x="391" y="99"/>
                                    <a:pt x="391" y="98"/>
                                  </a:cubicBezTo>
                                  <a:cubicBezTo>
                                    <a:pt x="391" y="98"/>
                                    <a:pt x="391" y="98"/>
                                    <a:pt x="391" y="97"/>
                                  </a:cubicBezTo>
                                  <a:cubicBezTo>
                                    <a:pt x="391" y="96"/>
                                    <a:pt x="390" y="94"/>
                                    <a:pt x="389" y="92"/>
                                  </a:cubicBezTo>
                                  <a:cubicBezTo>
                                    <a:pt x="389" y="92"/>
                                    <a:pt x="389" y="92"/>
                                    <a:pt x="389" y="91"/>
                                  </a:cubicBezTo>
                                  <a:cubicBezTo>
                                    <a:pt x="389" y="91"/>
                                    <a:pt x="389" y="91"/>
                                    <a:pt x="389" y="91"/>
                                  </a:cubicBezTo>
                                  <a:cubicBezTo>
                                    <a:pt x="390" y="90"/>
                                    <a:pt x="391" y="89"/>
                                    <a:pt x="392" y="89"/>
                                  </a:cubicBezTo>
                                  <a:cubicBezTo>
                                    <a:pt x="392" y="89"/>
                                    <a:pt x="392" y="89"/>
                                    <a:pt x="393" y="89"/>
                                  </a:cubicBezTo>
                                  <a:cubicBezTo>
                                    <a:pt x="393" y="89"/>
                                    <a:pt x="393" y="89"/>
                                    <a:pt x="394" y="89"/>
                                  </a:cubicBezTo>
                                  <a:cubicBezTo>
                                    <a:pt x="394" y="88"/>
                                    <a:pt x="394" y="87"/>
                                    <a:pt x="395" y="86"/>
                                  </a:cubicBezTo>
                                  <a:cubicBezTo>
                                    <a:pt x="397" y="87"/>
                                    <a:pt x="400" y="88"/>
                                    <a:pt x="402" y="88"/>
                                  </a:cubicBezTo>
                                  <a:cubicBezTo>
                                    <a:pt x="403" y="88"/>
                                    <a:pt x="403" y="89"/>
                                    <a:pt x="403" y="88"/>
                                  </a:cubicBezTo>
                                  <a:cubicBezTo>
                                    <a:pt x="404" y="88"/>
                                    <a:pt x="404" y="88"/>
                                    <a:pt x="404" y="87"/>
                                  </a:cubicBezTo>
                                  <a:cubicBezTo>
                                    <a:pt x="404" y="87"/>
                                    <a:pt x="404" y="86"/>
                                    <a:pt x="404" y="85"/>
                                  </a:cubicBezTo>
                                  <a:cubicBezTo>
                                    <a:pt x="404" y="85"/>
                                    <a:pt x="404" y="84"/>
                                    <a:pt x="405" y="84"/>
                                  </a:cubicBezTo>
                                  <a:cubicBezTo>
                                    <a:pt x="406" y="84"/>
                                    <a:pt x="406" y="83"/>
                                    <a:pt x="406" y="82"/>
                                  </a:cubicBezTo>
                                  <a:cubicBezTo>
                                    <a:pt x="407" y="81"/>
                                    <a:pt x="407" y="80"/>
                                    <a:pt x="408" y="78"/>
                                  </a:cubicBezTo>
                                  <a:cubicBezTo>
                                    <a:pt x="408" y="78"/>
                                    <a:pt x="408" y="78"/>
                                    <a:pt x="409" y="77"/>
                                  </a:cubicBezTo>
                                  <a:cubicBezTo>
                                    <a:pt x="409" y="77"/>
                                    <a:pt x="409" y="76"/>
                                    <a:pt x="409" y="76"/>
                                  </a:cubicBezTo>
                                  <a:cubicBezTo>
                                    <a:pt x="409" y="76"/>
                                    <a:pt x="409" y="76"/>
                                    <a:pt x="409" y="75"/>
                                  </a:cubicBezTo>
                                  <a:cubicBezTo>
                                    <a:pt x="408" y="75"/>
                                    <a:pt x="408" y="74"/>
                                    <a:pt x="409" y="73"/>
                                  </a:cubicBezTo>
                                  <a:cubicBezTo>
                                    <a:pt x="409" y="72"/>
                                    <a:pt x="410" y="72"/>
                                    <a:pt x="410" y="71"/>
                                  </a:cubicBezTo>
                                  <a:cubicBezTo>
                                    <a:pt x="411" y="70"/>
                                    <a:pt x="411" y="68"/>
                                    <a:pt x="411" y="67"/>
                                  </a:cubicBezTo>
                                  <a:cubicBezTo>
                                    <a:pt x="411" y="67"/>
                                    <a:pt x="411" y="67"/>
                                    <a:pt x="411" y="67"/>
                                  </a:cubicBezTo>
                                  <a:cubicBezTo>
                                    <a:pt x="411" y="66"/>
                                    <a:pt x="412" y="66"/>
                                    <a:pt x="412" y="66"/>
                                  </a:cubicBezTo>
                                  <a:cubicBezTo>
                                    <a:pt x="413" y="65"/>
                                    <a:pt x="414" y="65"/>
                                    <a:pt x="415" y="64"/>
                                  </a:cubicBezTo>
                                  <a:cubicBezTo>
                                    <a:pt x="415" y="64"/>
                                    <a:pt x="415" y="64"/>
                                    <a:pt x="415" y="63"/>
                                  </a:cubicBezTo>
                                  <a:cubicBezTo>
                                    <a:pt x="415" y="63"/>
                                    <a:pt x="415" y="63"/>
                                    <a:pt x="415" y="6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7" name="Freeform 867">
                              <a:extLst>
                                <a:ext uri="{FF2B5EF4-FFF2-40B4-BE49-F238E27FC236}">
                                  <a16:creationId xmlns:a16="http://schemas.microsoft.com/office/drawing/2014/main" id="{237E8090-B6D6-7C1E-5984-512B479597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280400" y="4475163"/>
                              <a:ext cx="150812" cy="120650"/>
                            </a:xfrm>
                            <a:custGeom>
                              <a:avLst/>
                              <a:gdLst>
                                <a:gd name="T0" fmla="*/ 36 w 36"/>
                                <a:gd name="T1" fmla="*/ 7 h 29"/>
                                <a:gd name="T2" fmla="*/ 34 w 36"/>
                                <a:gd name="T3" fmla="*/ 4 h 29"/>
                                <a:gd name="T4" fmla="*/ 33 w 36"/>
                                <a:gd name="T5" fmla="*/ 2 h 29"/>
                                <a:gd name="T6" fmla="*/ 29 w 36"/>
                                <a:gd name="T7" fmla="*/ 0 h 29"/>
                                <a:gd name="T8" fmla="*/ 25 w 36"/>
                                <a:gd name="T9" fmla="*/ 0 h 29"/>
                                <a:gd name="T10" fmla="*/ 26 w 36"/>
                                <a:gd name="T11" fmla="*/ 4 h 29"/>
                                <a:gd name="T12" fmla="*/ 23 w 36"/>
                                <a:gd name="T13" fmla="*/ 4 h 29"/>
                                <a:gd name="T14" fmla="*/ 19 w 36"/>
                                <a:gd name="T15" fmla="*/ 1 h 29"/>
                                <a:gd name="T16" fmla="*/ 16 w 36"/>
                                <a:gd name="T17" fmla="*/ 0 h 29"/>
                                <a:gd name="T18" fmla="*/ 12 w 36"/>
                                <a:gd name="T19" fmla="*/ 0 h 29"/>
                                <a:gd name="T20" fmla="*/ 8 w 36"/>
                                <a:gd name="T21" fmla="*/ 0 h 29"/>
                                <a:gd name="T22" fmla="*/ 4 w 36"/>
                                <a:gd name="T23" fmla="*/ 1 h 29"/>
                                <a:gd name="T24" fmla="*/ 1 w 36"/>
                                <a:gd name="T25" fmla="*/ 6 h 29"/>
                                <a:gd name="T26" fmla="*/ 0 w 36"/>
                                <a:gd name="T27" fmla="*/ 10 h 29"/>
                                <a:gd name="T28" fmla="*/ 2 w 36"/>
                                <a:gd name="T29" fmla="*/ 15 h 29"/>
                                <a:gd name="T30" fmla="*/ 2 w 36"/>
                                <a:gd name="T31" fmla="*/ 18 h 29"/>
                                <a:gd name="T32" fmla="*/ 4 w 36"/>
                                <a:gd name="T33" fmla="*/ 20 h 29"/>
                                <a:gd name="T34" fmla="*/ 5 w 36"/>
                                <a:gd name="T35" fmla="*/ 22 h 29"/>
                                <a:gd name="T36" fmla="*/ 6 w 36"/>
                                <a:gd name="T37" fmla="*/ 25 h 29"/>
                                <a:gd name="T38" fmla="*/ 8 w 36"/>
                                <a:gd name="T39" fmla="*/ 26 h 29"/>
                                <a:gd name="T40" fmla="*/ 8 w 36"/>
                                <a:gd name="T41" fmla="*/ 25 h 29"/>
                                <a:gd name="T42" fmla="*/ 10 w 36"/>
                                <a:gd name="T43" fmla="*/ 25 h 29"/>
                                <a:gd name="T44" fmla="*/ 10 w 36"/>
                                <a:gd name="T45" fmla="*/ 26 h 29"/>
                                <a:gd name="T46" fmla="*/ 10 w 36"/>
                                <a:gd name="T47" fmla="*/ 28 h 29"/>
                                <a:gd name="T48" fmla="*/ 11 w 36"/>
                                <a:gd name="T49" fmla="*/ 28 h 29"/>
                                <a:gd name="T50" fmla="*/ 13 w 36"/>
                                <a:gd name="T51" fmla="*/ 28 h 29"/>
                                <a:gd name="T52" fmla="*/ 15 w 36"/>
                                <a:gd name="T53" fmla="*/ 29 h 29"/>
                                <a:gd name="T54" fmla="*/ 18 w 36"/>
                                <a:gd name="T55" fmla="*/ 27 h 29"/>
                                <a:gd name="T56" fmla="*/ 20 w 36"/>
                                <a:gd name="T57" fmla="*/ 25 h 29"/>
                                <a:gd name="T58" fmla="*/ 23 w 36"/>
                                <a:gd name="T59" fmla="*/ 25 h 29"/>
                                <a:gd name="T60" fmla="*/ 26 w 36"/>
                                <a:gd name="T61" fmla="*/ 26 h 29"/>
                                <a:gd name="T62" fmla="*/ 28 w 36"/>
                                <a:gd name="T63" fmla="*/ 25 h 29"/>
                                <a:gd name="T64" fmla="*/ 25 w 36"/>
                                <a:gd name="T65" fmla="*/ 22 h 29"/>
                                <a:gd name="T66" fmla="*/ 27 w 36"/>
                                <a:gd name="T67" fmla="*/ 19 h 29"/>
                                <a:gd name="T68" fmla="*/ 30 w 36"/>
                                <a:gd name="T69" fmla="*/ 18 h 29"/>
                                <a:gd name="T70" fmla="*/ 34 w 36"/>
                                <a:gd name="T71" fmla="*/ 15 h 29"/>
                                <a:gd name="T72" fmla="*/ 35 w 36"/>
                                <a:gd name="T73" fmla="*/ 10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36" h="29">
                                  <a:moveTo>
                                    <a:pt x="35" y="10"/>
                                  </a:moveTo>
                                  <a:cubicBezTo>
                                    <a:pt x="36" y="9"/>
                                    <a:pt x="35" y="8"/>
                                    <a:pt x="36" y="7"/>
                                  </a:cubicBezTo>
                                  <a:cubicBezTo>
                                    <a:pt x="36" y="6"/>
                                    <a:pt x="35" y="6"/>
                                    <a:pt x="35" y="5"/>
                                  </a:cubicBezTo>
                                  <a:cubicBezTo>
                                    <a:pt x="35" y="5"/>
                                    <a:pt x="34" y="4"/>
                                    <a:pt x="34" y="4"/>
                                  </a:cubicBezTo>
                                  <a:cubicBezTo>
                                    <a:pt x="33" y="3"/>
                                    <a:pt x="33" y="3"/>
                                    <a:pt x="33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2" y="2"/>
                                    <a:pt x="31" y="1"/>
                                    <a:pt x="31" y="1"/>
                                  </a:cubicBezTo>
                                  <a:cubicBezTo>
                                    <a:pt x="30" y="1"/>
                                    <a:pt x="30" y="1"/>
                                    <a:pt x="29" y="0"/>
                                  </a:cubicBezTo>
                                  <a:cubicBezTo>
                                    <a:pt x="28" y="0"/>
                                    <a:pt x="28" y="0"/>
                                    <a:pt x="27" y="0"/>
                                  </a:cubicBezTo>
                                  <a:cubicBezTo>
                                    <a:pt x="26" y="0"/>
                                    <a:pt x="26" y="0"/>
                                    <a:pt x="25" y="0"/>
                                  </a:cubicBezTo>
                                  <a:cubicBezTo>
                                    <a:pt x="25" y="1"/>
                                    <a:pt x="25" y="1"/>
                                    <a:pt x="26" y="2"/>
                                  </a:cubicBezTo>
                                  <a:cubicBezTo>
                                    <a:pt x="27" y="3"/>
                                    <a:pt x="26" y="3"/>
                                    <a:pt x="26" y="4"/>
                                  </a:cubicBezTo>
                                  <a:cubicBezTo>
                                    <a:pt x="26" y="5"/>
                                    <a:pt x="26" y="5"/>
                                    <a:pt x="25" y="5"/>
                                  </a:cubicBezTo>
                                  <a:cubicBezTo>
                                    <a:pt x="25" y="5"/>
                                    <a:pt x="24" y="4"/>
                                    <a:pt x="23" y="4"/>
                                  </a:cubicBezTo>
                                  <a:cubicBezTo>
                                    <a:pt x="23" y="3"/>
                                    <a:pt x="22" y="3"/>
                                    <a:pt x="21" y="3"/>
                                  </a:cubicBezTo>
                                  <a:cubicBezTo>
                                    <a:pt x="20" y="3"/>
                                    <a:pt x="20" y="2"/>
                                    <a:pt x="19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3" y="0"/>
                                    <a:pt x="12" y="0"/>
                                  </a:cubicBezTo>
                                  <a:cubicBezTo>
                                    <a:pt x="12" y="0"/>
                                    <a:pt x="11" y="1"/>
                                    <a:pt x="10" y="1"/>
                                  </a:cubicBezTo>
                                  <a:cubicBezTo>
                                    <a:pt x="10" y="1"/>
                                    <a:pt x="9" y="0"/>
                                    <a:pt x="8" y="0"/>
                                  </a:cubicBezTo>
                                  <a:cubicBezTo>
                                    <a:pt x="8" y="0"/>
                                    <a:pt x="7" y="1"/>
                                    <a:pt x="6" y="1"/>
                                  </a:cubicBezTo>
                                  <a:cubicBezTo>
                                    <a:pt x="5" y="1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2" y="2"/>
                                    <a:pt x="2" y="3"/>
                                  </a:cubicBezTo>
                                  <a:cubicBezTo>
                                    <a:pt x="1" y="4"/>
                                    <a:pt x="1" y="5"/>
                                    <a:pt x="1" y="6"/>
                                  </a:cubicBezTo>
                                  <a:cubicBezTo>
                                    <a:pt x="0" y="6"/>
                                    <a:pt x="0" y="7"/>
                                    <a:pt x="0" y="7"/>
                                  </a:cubicBezTo>
                                  <a:cubicBezTo>
                                    <a:pt x="0" y="8"/>
                                    <a:pt x="0" y="10"/>
                                    <a:pt x="0" y="10"/>
                                  </a:cubicBezTo>
                                  <a:cubicBezTo>
                                    <a:pt x="0" y="11"/>
                                    <a:pt x="1" y="12"/>
                                    <a:pt x="1" y="12"/>
                                  </a:cubicBezTo>
                                  <a:cubicBezTo>
                                    <a:pt x="2" y="12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8"/>
                                    <a:pt x="2" y="18"/>
                                  </a:cubicBezTo>
                                  <a:cubicBezTo>
                                    <a:pt x="2" y="19"/>
                                    <a:pt x="3" y="19"/>
                                    <a:pt x="3" y="19"/>
                                  </a:cubicBezTo>
                                  <a:cubicBezTo>
                                    <a:pt x="3" y="20"/>
                                    <a:pt x="3" y="20"/>
                                    <a:pt x="4" y="20"/>
                                  </a:cubicBezTo>
                                  <a:cubicBezTo>
                                    <a:pt x="4" y="20"/>
                                    <a:pt x="4" y="21"/>
                                    <a:pt x="4" y="21"/>
                                  </a:cubicBezTo>
                                  <a:cubicBezTo>
                                    <a:pt x="4" y="22"/>
                                    <a:pt x="4" y="22"/>
                                    <a:pt x="5" y="22"/>
                                  </a:cubicBezTo>
                                  <a:cubicBezTo>
                                    <a:pt x="5" y="22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6" y="24"/>
                                    <a:pt x="6" y="25"/>
                                  </a:cubicBezTo>
                                  <a:cubicBezTo>
                                    <a:pt x="6" y="25"/>
                                    <a:pt x="6" y="25"/>
                                    <a:pt x="6" y="26"/>
                                  </a:cubicBezTo>
                                  <a:cubicBezTo>
                                    <a:pt x="7" y="26"/>
                                    <a:pt x="7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5"/>
                                    <a:pt x="8" y="25"/>
                                  </a:cubicBezTo>
                                  <a:cubicBezTo>
                                    <a:pt x="8" y="25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10" y="24"/>
                                    <a:pt x="10" y="25"/>
                                  </a:cubicBezTo>
                                  <a:cubicBezTo>
                                    <a:pt x="10" y="25"/>
                                    <a:pt x="10" y="25"/>
                                    <a:pt x="10" y="26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10" y="27"/>
                                    <a:pt x="9" y="27"/>
                                    <a:pt x="9" y="27"/>
                                  </a:cubicBezTo>
                                  <a:cubicBezTo>
                                    <a:pt x="9" y="28"/>
                                    <a:pt x="9" y="28"/>
                                    <a:pt x="10" y="28"/>
                                  </a:cubicBezTo>
                                  <a:cubicBezTo>
                                    <a:pt x="10" y="28"/>
                                    <a:pt x="10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2" y="27"/>
                                    <a:pt x="12" y="27"/>
                                  </a:cubicBezTo>
                                  <a:cubicBezTo>
                                    <a:pt x="12" y="27"/>
                                    <a:pt x="13" y="28"/>
                                    <a:pt x="13" y="28"/>
                                  </a:cubicBezTo>
                                  <a:cubicBezTo>
                                    <a:pt x="14" y="28"/>
                                    <a:pt x="15" y="28"/>
                                    <a:pt x="15" y="28"/>
                                  </a:cubicBezTo>
                                  <a:cubicBezTo>
                                    <a:pt x="15" y="29"/>
                                    <a:pt x="15" y="29"/>
                                    <a:pt x="15" y="29"/>
                                  </a:cubicBezTo>
                                  <a:cubicBezTo>
                                    <a:pt x="16" y="28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7" y="27"/>
                                    <a:pt x="18" y="27"/>
                                  </a:cubicBezTo>
                                  <a:cubicBezTo>
                                    <a:pt x="18" y="27"/>
                                    <a:pt x="18" y="26"/>
                                    <a:pt x="19" y="26"/>
                                  </a:cubicBezTo>
                                  <a:cubicBezTo>
                                    <a:pt x="19" y="26"/>
                                    <a:pt x="19" y="25"/>
                                    <a:pt x="20" y="25"/>
                                  </a:cubicBezTo>
                                  <a:cubicBezTo>
                                    <a:pt x="20" y="25"/>
                                    <a:pt x="21" y="25"/>
                                    <a:pt x="21" y="25"/>
                                  </a:cubicBezTo>
                                  <a:cubicBezTo>
                                    <a:pt x="22" y="25"/>
                                    <a:pt x="22" y="25"/>
                                    <a:pt x="23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5" y="25"/>
                                    <a:pt x="25" y="25"/>
                                    <a:pt x="26" y="26"/>
                                  </a:cubicBezTo>
                                  <a:cubicBezTo>
                                    <a:pt x="26" y="26"/>
                                    <a:pt x="27" y="26"/>
                                    <a:pt x="27" y="26"/>
                                  </a:cubicBezTo>
                                  <a:cubicBezTo>
                                    <a:pt x="28" y="26"/>
                                    <a:pt x="28" y="25"/>
                                    <a:pt x="28" y="25"/>
                                  </a:cubicBezTo>
                                  <a:cubicBezTo>
                                    <a:pt x="28" y="24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5" y="23"/>
                                    <a:pt x="25" y="22"/>
                                  </a:cubicBezTo>
                                  <a:cubicBezTo>
                                    <a:pt x="25" y="21"/>
                                    <a:pt x="25" y="21"/>
                                    <a:pt x="25" y="20"/>
                                  </a:cubicBezTo>
                                  <a:cubicBezTo>
                                    <a:pt x="25" y="20"/>
                                    <a:pt x="26" y="19"/>
                                    <a:pt x="27" y="19"/>
                                  </a:cubicBezTo>
                                  <a:cubicBezTo>
                                    <a:pt x="27" y="19"/>
                                    <a:pt x="28" y="19"/>
                                    <a:pt x="29" y="19"/>
                                  </a:cubicBezTo>
                                  <a:cubicBezTo>
                                    <a:pt x="29" y="19"/>
                                    <a:pt x="29" y="18"/>
                                    <a:pt x="30" y="18"/>
                                  </a:cubicBezTo>
                                  <a:cubicBezTo>
                                    <a:pt x="31" y="17"/>
                                    <a:pt x="31" y="17"/>
                                    <a:pt x="32" y="17"/>
                                  </a:cubicBezTo>
                                  <a:cubicBezTo>
                                    <a:pt x="33" y="16"/>
                                    <a:pt x="34" y="15"/>
                                    <a:pt x="34" y="15"/>
                                  </a:cubicBezTo>
                                  <a:cubicBezTo>
                                    <a:pt x="35" y="14"/>
                                    <a:pt x="35" y="14"/>
                                    <a:pt x="35" y="13"/>
                                  </a:cubicBezTo>
                                  <a:cubicBezTo>
                                    <a:pt x="36" y="12"/>
                                    <a:pt x="35" y="11"/>
                                    <a:pt x="35" y="1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8" name="Freeform 868">
                              <a:extLst>
                                <a:ext uri="{FF2B5EF4-FFF2-40B4-BE49-F238E27FC236}">
                                  <a16:creationId xmlns:a16="http://schemas.microsoft.com/office/drawing/2014/main" id="{4AA9B33E-FD47-00AF-DD1C-0FC7C480A0A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613775" y="4759325"/>
                              <a:ext cx="25400" cy="28575"/>
                            </a:xfrm>
                            <a:custGeom>
                              <a:avLst/>
                              <a:gdLst>
                                <a:gd name="T0" fmla="*/ 5 w 6"/>
                                <a:gd name="T1" fmla="*/ 2 h 7"/>
                                <a:gd name="T2" fmla="*/ 5 w 6"/>
                                <a:gd name="T3" fmla="*/ 0 h 7"/>
                                <a:gd name="T4" fmla="*/ 5 w 6"/>
                                <a:gd name="T5" fmla="*/ 1 h 7"/>
                                <a:gd name="T6" fmla="*/ 5 w 6"/>
                                <a:gd name="T7" fmla="*/ 1 h 7"/>
                                <a:gd name="T8" fmla="*/ 6 w 6"/>
                                <a:gd name="T9" fmla="*/ 0 h 7"/>
                                <a:gd name="T10" fmla="*/ 6 w 6"/>
                                <a:gd name="T11" fmla="*/ 0 h 7"/>
                                <a:gd name="T12" fmla="*/ 6 w 6"/>
                                <a:gd name="T13" fmla="*/ 1 h 7"/>
                                <a:gd name="T14" fmla="*/ 6 w 6"/>
                                <a:gd name="T15" fmla="*/ 3 h 7"/>
                                <a:gd name="T16" fmla="*/ 5 w 6"/>
                                <a:gd name="T17" fmla="*/ 3 h 7"/>
                                <a:gd name="T18" fmla="*/ 5 w 6"/>
                                <a:gd name="T19" fmla="*/ 2 h 7"/>
                                <a:gd name="T20" fmla="*/ 1 w 6"/>
                                <a:gd name="T21" fmla="*/ 5 h 7"/>
                                <a:gd name="T22" fmla="*/ 1 w 6"/>
                                <a:gd name="T23" fmla="*/ 7 h 7"/>
                                <a:gd name="T24" fmla="*/ 3 w 6"/>
                                <a:gd name="T25" fmla="*/ 5 h 7"/>
                                <a:gd name="T26" fmla="*/ 3 w 6"/>
                                <a:gd name="T27" fmla="*/ 3 h 7"/>
                                <a:gd name="T28" fmla="*/ 3 w 6"/>
                                <a:gd name="T29" fmla="*/ 0 h 7"/>
                                <a:gd name="T30" fmla="*/ 2 w 6"/>
                                <a:gd name="T31" fmla="*/ 0 h 7"/>
                                <a:gd name="T32" fmla="*/ 2 w 6"/>
                                <a:gd name="T33" fmla="*/ 0 h 7"/>
                                <a:gd name="T34" fmla="*/ 2 w 6"/>
                                <a:gd name="T35" fmla="*/ 1 h 7"/>
                                <a:gd name="T36" fmla="*/ 1 w 6"/>
                                <a:gd name="T37" fmla="*/ 1 h 7"/>
                                <a:gd name="T38" fmla="*/ 0 w 6"/>
                                <a:gd name="T39" fmla="*/ 2 h 7"/>
                                <a:gd name="T40" fmla="*/ 0 w 6"/>
                                <a:gd name="T41" fmla="*/ 3 h 7"/>
                                <a:gd name="T42" fmla="*/ 1 w 6"/>
                                <a:gd name="T43" fmla="*/ 5 h 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</a:cxnLst>
                              <a:rect l="0" t="0" r="r" b="b"/>
                              <a:pathLst>
                                <a:path w="6" h="7">
                                  <a:moveTo>
                                    <a:pt x="5" y="2"/>
                                  </a:moveTo>
                                  <a:cubicBezTo>
                                    <a:pt x="5" y="2"/>
                                    <a:pt x="5" y="1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5" y="1"/>
                                  </a:cubicBezTo>
                                  <a:cubicBezTo>
                                    <a:pt x="5" y="1"/>
                                    <a:pt x="5" y="1"/>
                                    <a:pt x="5" y="1"/>
                                  </a:cubicBezTo>
                                  <a:cubicBezTo>
                                    <a:pt x="6" y="1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2"/>
                                    <a:pt x="6" y="3"/>
                                  </a:cubicBezTo>
                                  <a:cubicBezTo>
                                    <a:pt x="6" y="3"/>
                                    <a:pt x="5" y="4"/>
                                    <a:pt x="5" y="3"/>
                                  </a:cubicBezTo>
                                  <a:cubicBezTo>
                                    <a:pt x="5" y="3"/>
                                    <a:pt x="5" y="2"/>
                                    <a:pt x="5" y="2"/>
                                  </a:cubicBezTo>
                                  <a:close/>
                                  <a:moveTo>
                                    <a:pt x="1" y="5"/>
                                  </a:moveTo>
                                  <a:cubicBezTo>
                                    <a:pt x="1" y="6"/>
                                    <a:pt x="1" y="7"/>
                                    <a:pt x="1" y="7"/>
                                  </a:cubicBezTo>
                                  <a:cubicBezTo>
                                    <a:pt x="2" y="6"/>
                                    <a:pt x="3" y="5"/>
                                    <a:pt x="3" y="5"/>
                                  </a:cubicBezTo>
                                  <a:cubicBezTo>
                                    <a:pt x="3" y="4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1"/>
                                    <a:pt x="3" y="0"/>
                                  </a:cubicBezTo>
                                  <a:cubicBezTo>
                                    <a:pt x="3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4"/>
                                    <a:pt x="1" y="5"/>
                                    <a:pt x="1" y="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9" name="Freeform 869">
                              <a:extLst>
                                <a:ext uri="{FF2B5EF4-FFF2-40B4-BE49-F238E27FC236}">
                                  <a16:creationId xmlns:a16="http://schemas.microsoft.com/office/drawing/2014/main" id="{E28EB579-ED19-640D-4E5B-996E8818DD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881938" y="4062413"/>
                              <a:ext cx="95250" cy="42863"/>
                            </a:xfrm>
                            <a:custGeom>
                              <a:avLst/>
                              <a:gdLst>
                                <a:gd name="T0" fmla="*/ 13 w 23"/>
                                <a:gd name="T1" fmla="*/ 0 h 10"/>
                                <a:gd name="T2" fmla="*/ 10 w 23"/>
                                <a:gd name="T3" fmla="*/ 0 h 10"/>
                                <a:gd name="T4" fmla="*/ 6 w 23"/>
                                <a:gd name="T5" fmla="*/ 0 h 10"/>
                                <a:gd name="T6" fmla="*/ 3 w 23"/>
                                <a:gd name="T7" fmla="*/ 2 h 10"/>
                                <a:gd name="T8" fmla="*/ 1 w 23"/>
                                <a:gd name="T9" fmla="*/ 5 h 10"/>
                                <a:gd name="T10" fmla="*/ 0 w 23"/>
                                <a:gd name="T11" fmla="*/ 8 h 10"/>
                                <a:gd name="T12" fmla="*/ 2 w 23"/>
                                <a:gd name="T13" fmla="*/ 10 h 10"/>
                                <a:gd name="T14" fmla="*/ 4 w 23"/>
                                <a:gd name="T15" fmla="*/ 10 h 10"/>
                                <a:gd name="T16" fmla="*/ 7 w 23"/>
                                <a:gd name="T17" fmla="*/ 10 h 10"/>
                                <a:gd name="T18" fmla="*/ 9 w 23"/>
                                <a:gd name="T19" fmla="*/ 10 h 10"/>
                                <a:gd name="T20" fmla="*/ 10 w 23"/>
                                <a:gd name="T21" fmla="*/ 9 h 10"/>
                                <a:gd name="T22" fmla="*/ 12 w 23"/>
                                <a:gd name="T23" fmla="*/ 9 h 10"/>
                                <a:gd name="T24" fmla="*/ 13 w 23"/>
                                <a:gd name="T25" fmla="*/ 10 h 10"/>
                                <a:gd name="T26" fmla="*/ 15 w 23"/>
                                <a:gd name="T27" fmla="*/ 10 h 10"/>
                                <a:gd name="T28" fmla="*/ 20 w 23"/>
                                <a:gd name="T29" fmla="*/ 9 h 10"/>
                                <a:gd name="T30" fmla="*/ 22 w 23"/>
                                <a:gd name="T31" fmla="*/ 9 h 10"/>
                                <a:gd name="T32" fmla="*/ 23 w 23"/>
                                <a:gd name="T33" fmla="*/ 5 h 10"/>
                                <a:gd name="T34" fmla="*/ 21 w 23"/>
                                <a:gd name="T35" fmla="*/ 4 h 10"/>
                                <a:gd name="T36" fmla="*/ 19 w 23"/>
                                <a:gd name="T37" fmla="*/ 4 h 10"/>
                                <a:gd name="T38" fmla="*/ 19 w 23"/>
                                <a:gd name="T39" fmla="*/ 3 h 10"/>
                                <a:gd name="T40" fmla="*/ 18 w 23"/>
                                <a:gd name="T41" fmla="*/ 1 h 10"/>
                                <a:gd name="T42" fmla="*/ 13 w 23"/>
                                <a:gd name="T43" fmla="*/ 0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</a:cxnLst>
                              <a:rect l="0" t="0" r="r" b="b"/>
                              <a:pathLst>
                                <a:path w="23" h="10">
                                  <a:moveTo>
                                    <a:pt x="13" y="0"/>
                                  </a:move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4" y="10"/>
                                    <a:pt x="4" y="10"/>
                                  </a:cubicBezTo>
                                  <a:cubicBezTo>
                                    <a:pt x="5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10" y="9"/>
                                    <a:pt x="10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9" y="10"/>
                                    <a:pt x="20" y="9"/>
                                  </a:cubicBezTo>
                                  <a:cubicBezTo>
                                    <a:pt x="21" y="9"/>
                                    <a:pt x="22" y="9"/>
                                    <a:pt x="22" y="9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2" y="5"/>
                                    <a:pt x="21" y="4"/>
                                  </a:cubicBezTo>
                                  <a:cubicBezTo>
                                    <a:pt x="21" y="4"/>
                                    <a:pt x="19" y="4"/>
                                    <a:pt x="19" y="4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lnTo>
                                    <a:pt x="13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60" name="Freeform 870">
                              <a:extLst>
                                <a:ext uri="{FF2B5EF4-FFF2-40B4-BE49-F238E27FC236}">
                                  <a16:creationId xmlns:a16="http://schemas.microsoft.com/office/drawing/2014/main" id="{5FAADDE2-E520-164A-A03F-4A195A5CBE8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861300" y="4113213"/>
                              <a:ext cx="128587" cy="166688"/>
                            </a:xfrm>
                            <a:custGeom>
                              <a:avLst/>
                              <a:gdLst>
                                <a:gd name="T0" fmla="*/ 22 w 31"/>
                                <a:gd name="T1" fmla="*/ 24 h 40"/>
                                <a:gd name="T2" fmla="*/ 27 w 31"/>
                                <a:gd name="T3" fmla="*/ 11 h 40"/>
                                <a:gd name="T4" fmla="*/ 8 w 31"/>
                                <a:gd name="T5" fmla="*/ 3 h 40"/>
                                <a:gd name="T6" fmla="*/ 4 w 31"/>
                                <a:gd name="T7" fmla="*/ 7 h 40"/>
                                <a:gd name="T8" fmla="*/ 3 w 31"/>
                                <a:gd name="T9" fmla="*/ 16 h 40"/>
                                <a:gd name="T10" fmla="*/ 7 w 31"/>
                                <a:gd name="T11" fmla="*/ 30 h 40"/>
                                <a:gd name="T12" fmla="*/ 8 w 31"/>
                                <a:gd name="T13" fmla="*/ 36 h 40"/>
                                <a:gd name="T14" fmla="*/ 8 w 31"/>
                                <a:gd name="T15" fmla="*/ 36 h 40"/>
                                <a:gd name="T16" fmla="*/ 9 w 31"/>
                                <a:gd name="T17" fmla="*/ 35 h 40"/>
                                <a:gd name="T18" fmla="*/ 9 w 31"/>
                                <a:gd name="T19" fmla="*/ 35 h 40"/>
                                <a:gd name="T20" fmla="*/ 11 w 31"/>
                                <a:gd name="T21" fmla="*/ 35 h 40"/>
                                <a:gd name="T22" fmla="*/ 11 w 31"/>
                                <a:gd name="T23" fmla="*/ 36 h 40"/>
                                <a:gd name="T24" fmla="*/ 12 w 31"/>
                                <a:gd name="T25" fmla="*/ 36 h 40"/>
                                <a:gd name="T26" fmla="*/ 12 w 31"/>
                                <a:gd name="T27" fmla="*/ 37 h 40"/>
                                <a:gd name="T28" fmla="*/ 12 w 31"/>
                                <a:gd name="T29" fmla="*/ 35 h 40"/>
                                <a:gd name="T30" fmla="*/ 13 w 31"/>
                                <a:gd name="T31" fmla="*/ 33 h 40"/>
                                <a:gd name="T32" fmla="*/ 14 w 31"/>
                                <a:gd name="T33" fmla="*/ 35 h 40"/>
                                <a:gd name="T34" fmla="*/ 14 w 31"/>
                                <a:gd name="T35" fmla="*/ 36 h 40"/>
                                <a:gd name="T36" fmla="*/ 15 w 31"/>
                                <a:gd name="T37" fmla="*/ 35 h 40"/>
                                <a:gd name="T38" fmla="*/ 15 w 31"/>
                                <a:gd name="T39" fmla="*/ 37 h 40"/>
                                <a:gd name="T40" fmla="*/ 16 w 31"/>
                                <a:gd name="T41" fmla="*/ 35 h 40"/>
                                <a:gd name="T42" fmla="*/ 17 w 31"/>
                                <a:gd name="T43" fmla="*/ 34 h 40"/>
                                <a:gd name="T44" fmla="*/ 18 w 31"/>
                                <a:gd name="T45" fmla="*/ 31 h 40"/>
                                <a:gd name="T46" fmla="*/ 18 w 31"/>
                                <a:gd name="T47" fmla="*/ 35 h 40"/>
                                <a:gd name="T48" fmla="*/ 19 w 31"/>
                                <a:gd name="T49" fmla="*/ 32 h 40"/>
                                <a:gd name="T50" fmla="*/ 21 w 31"/>
                                <a:gd name="T51" fmla="*/ 32 h 40"/>
                                <a:gd name="T52" fmla="*/ 23 w 31"/>
                                <a:gd name="T53" fmla="*/ 30 h 40"/>
                                <a:gd name="T54" fmla="*/ 26 w 31"/>
                                <a:gd name="T55" fmla="*/ 31 h 40"/>
                                <a:gd name="T56" fmla="*/ 7 w 31"/>
                                <a:gd name="T57" fmla="*/ 34 h 40"/>
                                <a:gd name="T58" fmla="*/ 11 w 31"/>
                                <a:gd name="T59" fmla="*/ 37 h 40"/>
                                <a:gd name="T60" fmla="*/ 11 w 31"/>
                                <a:gd name="T61" fmla="*/ 36 h 40"/>
                                <a:gd name="T62" fmla="*/ 10 w 31"/>
                                <a:gd name="T63" fmla="*/ 38 h 40"/>
                                <a:gd name="T64" fmla="*/ 10 w 31"/>
                                <a:gd name="T65" fmla="*/ 35 h 40"/>
                                <a:gd name="T66" fmla="*/ 10 w 31"/>
                                <a:gd name="T67" fmla="*/ 36 h 40"/>
                                <a:gd name="T68" fmla="*/ 11 w 31"/>
                                <a:gd name="T69" fmla="*/ 38 h 40"/>
                                <a:gd name="T70" fmla="*/ 9 w 31"/>
                                <a:gd name="T71" fmla="*/ 38 h 40"/>
                                <a:gd name="T72" fmla="*/ 8 w 31"/>
                                <a:gd name="T73" fmla="*/ 37 h 40"/>
                                <a:gd name="T74" fmla="*/ 8 w 31"/>
                                <a:gd name="T75" fmla="*/ 38 h 40"/>
                                <a:gd name="T76" fmla="*/ 9 w 31"/>
                                <a:gd name="T77" fmla="*/ 36 h 40"/>
                                <a:gd name="T78" fmla="*/ 9 w 31"/>
                                <a:gd name="T79" fmla="*/ 36 h 40"/>
                                <a:gd name="T80" fmla="*/ 9 w 31"/>
                                <a:gd name="T81" fmla="*/ 35 h 40"/>
                                <a:gd name="T82" fmla="*/ 10 w 31"/>
                                <a:gd name="T83" fmla="*/ 36 h 40"/>
                                <a:gd name="T84" fmla="*/ 10 w 31"/>
                                <a:gd name="T85" fmla="*/ 35 h 40"/>
                                <a:gd name="T86" fmla="*/ 23 w 31"/>
                                <a:gd name="T87" fmla="*/ 31 h 40"/>
                                <a:gd name="T88" fmla="*/ 22 w 31"/>
                                <a:gd name="T89" fmla="*/ 32 h 40"/>
                                <a:gd name="T90" fmla="*/ 20 w 31"/>
                                <a:gd name="T91" fmla="*/ 33 h 40"/>
                                <a:gd name="T92" fmla="*/ 21 w 31"/>
                                <a:gd name="T93" fmla="*/ 35 h 40"/>
                                <a:gd name="T94" fmla="*/ 21 w 31"/>
                                <a:gd name="T95" fmla="*/ 34 h 40"/>
                                <a:gd name="T96" fmla="*/ 20 w 31"/>
                                <a:gd name="T97" fmla="*/ 31 h 40"/>
                                <a:gd name="T98" fmla="*/ 20 w 31"/>
                                <a:gd name="T99" fmla="*/ 35 h 40"/>
                                <a:gd name="T100" fmla="*/ 23 w 31"/>
                                <a:gd name="T101" fmla="*/ 33 h 40"/>
                                <a:gd name="T102" fmla="*/ 18 w 31"/>
                                <a:gd name="T103" fmla="*/ 36 h 40"/>
                                <a:gd name="T104" fmla="*/ 19 w 31"/>
                                <a:gd name="T105" fmla="*/ 37 h 40"/>
                                <a:gd name="T106" fmla="*/ 16 w 31"/>
                                <a:gd name="T107" fmla="*/ 37 h 40"/>
                                <a:gd name="T108" fmla="*/ 18 w 31"/>
                                <a:gd name="T109" fmla="*/ 34 h 40"/>
                                <a:gd name="T110" fmla="*/ 18 w 31"/>
                                <a:gd name="T111" fmla="*/ 36 h 40"/>
                                <a:gd name="T112" fmla="*/ 17 w 31"/>
                                <a:gd name="T113" fmla="*/ 37 h 40"/>
                                <a:gd name="T114" fmla="*/ 19 w 31"/>
                                <a:gd name="T115" fmla="*/ 36 h 40"/>
                                <a:gd name="T116" fmla="*/ 18 w 31"/>
                                <a:gd name="T117" fmla="*/ 36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31" h="40">
                                  <a:moveTo>
                                    <a:pt x="30" y="31"/>
                                  </a:move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8" y="21"/>
                                    <a:pt x="28" y="21"/>
                                    <a:pt x="28" y="21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6" y="23"/>
                                    <a:pt x="26" y="23"/>
                                    <a:pt x="26" y="23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6" y="25"/>
                                    <a:pt x="26" y="25"/>
                                    <a:pt x="26" y="25"/>
                                  </a:cubicBezTo>
                                  <a:cubicBezTo>
                                    <a:pt x="26" y="25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4" y="26"/>
                                    <a:pt x="24" y="25"/>
                                  </a:cubicBezTo>
                                  <a:cubicBezTo>
                                    <a:pt x="23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1" y="23"/>
                                    <a:pt x="21" y="22"/>
                                  </a:cubicBezTo>
                                  <a:cubicBezTo>
                                    <a:pt x="21" y="22"/>
                                    <a:pt x="22" y="21"/>
                                    <a:pt x="21" y="21"/>
                                  </a:cubicBezTo>
                                  <a:cubicBezTo>
                                    <a:pt x="21" y="20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4" y="19"/>
                                    <a:pt x="24" y="18"/>
                                  </a:cubicBezTo>
                                  <a:cubicBezTo>
                                    <a:pt x="25" y="18"/>
                                    <a:pt x="25" y="18"/>
                                    <a:pt x="26" y="18"/>
                                  </a:cubicBezTo>
                                  <a:cubicBezTo>
                                    <a:pt x="26" y="17"/>
                                    <a:pt x="27" y="16"/>
                                    <a:pt x="27" y="16"/>
                                  </a:cubicBezTo>
                                  <a:cubicBezTo>
                                    <a:pt x="28" y="16"/>
                                    <a:pt x="28" y="16"/>
                                    <a:pt x="28" y="16"/>
                                  </a:cubicBezTo>
                                  <a:cubicBezTo>
                                    <a:pt x="28" y="16"/>
                                    <a:pt x="28" y="14"/>
                                    <a:pt x="28" y="13"/>
                                  </a:cubicBezTo>
                                  <a:cubicBezTo>
                                    <a:pt x="28" y="13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8" y="11"/>
                                    <a:pt x="27" y="11"/>
                                  </a:cubicBezTo>
                                  <a:cubicBezTo>
                                    <a:pt x="27" y="10"/>
                                    <a:pt x="19" y="10"/>
                                    <a:pt x="18" y="10"/>
                                  </a:cubicBezTo>
                                  <a:cubicBezTo>
                                    <a:pt x="18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5" y="10"/>
                                    <a:pt x="14" y="10"/>
                                  </a:cubicBezTo>
                                  <a:cubicBezTo>
                                    <a:pt x="13" y="10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5"/>
                                  </a:cubicBezTo>
                                  <a:cubicBezTo>
                                    <a:pt x="13" y="5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2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8" y="3"/>
                                    <a:pt x="8" y="3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4" y="2"/>
                                    <a:pt x="4" y="2"/>
                                    <a:pt x="4" y="2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5"/>
                                    <a:pt x="0" y="5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3" y="7"/>
                                    <a:pt x="4" y="7"/>
                                  </a:cubicBezTo>
                                  <a:cubicBezTo>
                                    <a:pt x="4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5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1" y="12"/>
                                    <a:pt x="1" y="12"/>
                                  </a:cubicBezTo>
                                  <a:cubicBezTo>
                                    <a:pt x="0" y="12"/>
                                    <a:pt x="0" y="12"/>
                                    <a:pt x="0" y="13"/>
                                  </a:cubicBezTo>
                                  <a:cubicBezTo>
                                    <a:pt x="0" y="13"/>
                                    <a:pt x="0" y="15"/>
                                    <a:pt x="0" y="15"/>
                                  </a:cubicBezTo>
                                  <a:cubicBezTo>
                                    <a:pt x="0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2" y="16"/>
                                    <a:pt x="3" y="16"/>
                                  </a:cubicBezTo>
                                  <a:cubicBezTo>
                                    <a:pt x="3" y="16"/>
                                    <a:pt x="4" y="16"/>
                                    <a:pt x="4" y="16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5" y="18"/>
                                    <a:pt x="5" y="18"/>
                                    <a:pt x="5" y="19"/>
                                  </a:cubicBezTo>
                                  <a:cubicBezTo>
                                    <a:pt x="5" y="19"/>
                                    <a:pt x="5" y="20"/>
                                    <a:pt x="5" y="20"/>
                                  </a:cubicBezTo>
                                  <a:cubicBezTo>
                                    <a:pt x="5" y="20"/>
                                    <a:pt x="4" y="20"/>
                                    <a:pt x="4" y="20"/>
                                  </a:cubicBezTo>
                                  <a:cubicBezTo>
                                    <a:pt x="4" y="21"/>
                                    <a:pt x="3" y="21"/>
                                    <a:pt x="3" y="21"/>
                                  </a:cubicBezTo>
                                  <a:cubicBezTo>
                                    <a:pt x="4" y="22"/>
                                    <a:pt x="4" y="22"/>
                                    <a:pt x="4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4"/>
                                    <a:pt x="4" y="24"/>
                                    <a:pt x="5" y="24"/>
                                  </a:cubicBezTo>
                                  <a:cubicBezTo>
                                    <a:pt x="5" y="24"/>
                                    <a:pt x="5" y="24"/>
                                    <a:pt x="6" y="25"/>
                                  </a:cubicBezTo>
                                  <a:cubicBezTo>
                                    <a:pt x="6" y="25"/>
                                    <a:pt x="6" y="26"/>
                                    <a:pt x="6" y="26"/>
                                  </a:cubicBezTo>
                                  <a:cubicBezTo>
                                    <a:pt x="6" y="26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7" y="30"/>
                                    <a:pt x="7" y="30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7" y="34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7" y="36"/>
                                    <a:pt x="7" y="36"/>
                                  </a:cubicBezTo>
                                  <a:cubicBezTo>
                                    <a:pt x="8" y="36"/>
                                    <a:pt x="8" y="36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7"/>
                                    <a:pt x="7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9" y="34"/>
                                  </a:cubicBezTo>
                                  <a:cubicBezTo>
                                    <a:pt x="9" y="35"/>
                                    <a:pt x="9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4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1" y="35"/>
                                    <a:pt x="10" y="35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1" y="36"/>
                                  </a:cubicBezTo>
                                  <a:cubicBezTo>
                                    <a:pt x="11" y="36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2" y="36"/>
                                    <a:pt x="12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1" y="36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3" y="37"/>
                                  </a:cubicBezTo>
                                  <a:cubicBezTo>
                                    <a:pt x="13" y="37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7"/>
                                  </a:cubicBezTo>
                                  <a:cubicBezTo>
                                    <a:pt x="13" y="37"/>
                                    <a:pt x="13" y="37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4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3" y="36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5" y="34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6"/>
                                    <a:pt x="14" y="36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6" y="37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7" y="34"/>
                                  </a:cubicBezTo>
                                  <a:cubicBezTo>
                                    <a:pt x="17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7" y="32"/>
                                    <a:pt x="17" y="32"/>
                                  </a:cubicBezTo>
                                  <a:cubicBezTo>
                                    <a:pt x="17" y="32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9" y="35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20" y="33"/>
                                    <a:pt x="20" y="33"/>
                                    <a:pt x="20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1"/>
                                  </a:cubicBezTo>
                                  <a:cubicBezTo>
                                    <a:pt x="19" y="31"/>
                                    <a:pt x="19" y="31"/>
                                    <a:pt x="19" y="31"/>
                                  </a:cubicBezTo>
                                  <a:cubicBezTo>
                                    <a:pt x="19" y="31"/>
                                    <a:pt x="16" y="23"/>
                                    <a:pt x="16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2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1" y="31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1"/>
                                  </a:cubicBezTo>
                                  <a:cubicBezTo>
                                    <a:pt x="22" y="31"/>
                                    <a:pt x="23" y="31"/>
                                    <a:pt x="22" y="31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2" y="31"/>
                                    <a:pt x="22" y="30"/>
                                  </a:cubicBezTo>
                                  <a:cubicBezTo>
                                    <a:pt x="22" y="30"/>
                                    <a:pt x="22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4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4" y="30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6" y="31"/>
                                  </a:cubicBezTo>
                                  <a:cubicBezTo>
                                    <a:pt x="26" y="31"/>
                                    <a:pt x="26" y="31"/>
                                    <a:pt x="26" y="31"/>
                                  </a:cubicBezTo>
                                  <a:cubicBezTo>
                                    <a:pt x="26" y="32"/>
                                    <a:pt x="26" y="33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5"/>
                                  </a:cubicBezTo>
                                  <a:cubicBezTo>
                                    <a:pt x="26" y="36"/>
                                    <a:pt x="26" y="36"/>
                                    <a:pt x="27" y="37"/>
                                  </a:cubicBezTo>
                                  <a:cubicBezTo>
                                    <a:pt x="27" y="38"/>
                                    <a:pt x="27" y="39"/>
                                    <a:pt x="27" y="39"/>
                                  </a:cubicBezTo>
                                  <a:cubicBezTo>
                                    <a:pt x="28" y="40"/>
                                    <a:pt x="28" y="40"/>
                                    <a:pt x="28" y="39"/>
                                  </a:cubicBezTo>
                                  <a:cubicBezTo>
                                    <a:pt x="28" y="39"/>
                                    <a:pt x="28" y="40"/>
                                    <a:pt x="28" y="40"/>
                                  </a:cubicBezTo>
                                  <a:cubicBezTo>
                                    <a:pt x="29" y="39"/>
                                    <a:pt x="30" y="39"/>
                                    <a:pt x="30" y="38"/>
                                  </a:cubicBezTo>
                                  <a:cubicBezTo>
                                    <a:pt x="30" y="37"/>
                                    <a:pt x="30" y="37"/>
                                    <a:pt x="30" y="36"/>
                                  </a:cubicBezTo>
                                  <a:cubicBezTo>
                                    <a:pt x="30" y="36"/>
                                    <a:pt x="30" y="36"/>
                                    <a:pt x="31" y="35"/>
                                  </a:cubicBezTo>
                                  <a:cubicBezTo>
                                    <a:pt x="31" y="35"/>
                                    <a:pt x="31" y="34"/>
                                    <a:pt x="31" y="34"/>
                                  </a:cubicBezTo>
                                  <a:lnTo>
                                    <a:pt x="30" y="31"/>
                                  </a:lnTo>
                                  <a:close/>
                                  <a:moveTo>
                                    <a:pt x="7" y="35"/>
                                  </a:moveTo>
                                  <a:cubicBezTo>
                                    <a:pt x="7" y="35"/>
                                    <a:pt x="7" y="35"/>
                                    <a:pt x="7" y="34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8" y="34"/>
                                    <a:pt x="7" y="35"/>
                                    <a:pt x="7" y="35"/>
                                  </a:cubicBezTo>
                                  <a:close/>
                                  <a:moveTo>
                                    <a:pt x="16" y="33"/>
                                  </a:moveTo>
                                  <a:cubicBezTo>
                                    <a:pt x="16" y="33"/>
                                    <a:pt x="16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3"/>
                                    <a:pt x="16" y="33"/>
                                    <a:pt x="16" y="33"/>
                                  </a:cubicBezTo>
                                  <a:close/>
                                  <a:moveTo>
                                    <a:pt x="11" y="37"/>
                                  </a:move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lose/>
                                  <a:moveTo>
                                    <a:pt x="10" y="37"/>
                                  </a:move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9" y="38"/>
                                    <a:pt x="9" y="38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lose/>
                                  <a:moveTo>
                                    <a:pt x="11" y="38"/>
                                  </a:moveTo>
                                  <a:cubicBezTo>
                                    <a:pt x="11" y="38"/>
                                    <a:pt x="11" y="38"/>
                                    <a:pt x="11" y="38"/>
                                  </a:cubicBezTo>
                                  <a:cubicBezTo>
                                    <a:pt x="11" y="38"/>
                                    <a:pt x="11" y="38"/>
                                    <a:pt x="11" y="38"/>
                                  </a:cubicBezTo>
                                  <a:cubicBezTo>
                                    <a:pt x="11" y="38"/>
                                    <a:pt x="11" y="38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8"/>
                                    <a:pt x="11" y="38"/>
                                  </a:cubicBezTo>
                                  <a:close/>
                                  <a:moveTo>
                                    <a:pt x="9" y="38"/>
                                  </a:move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lose/>
                                  <a:moveTo>
                                    <a:pt x="8" y="37"/>
                                  </a:moveTo>
                                  <a:cubicBezTo>
                                    <a:pt x="8" y="37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7" y="38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7" y="36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8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8" y="37"/>
                                    <a:pt x="8" y="38"/>
                                    <a:pt x="8" y="38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5"/>
                                  </a:cubicBezTo>
                                  <a:cubicBezTo>
                                    <a:pt x="8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8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7"/>
                                  </a:cubicBezTo>
                                  <a:close/>
                                  <a:moveTo>
                                    <a:pt x="10" y="35"/>
                                  </a:moveTo>
                                  <a:cubicBezTo>
                                    <a:pt x="10" y="35"/>
                                    <a:pt x="10" y="35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lose/>
                                  <a:moveTo>
                                    <a:pt x="23" y="31"/>
                                  </a:move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2" y="31"/>
                                    <a:pt x="22" y="31"/>
                                  </a:cubicBezTo>
                                  <a:cubicBezTo>
                                    <a:pt x="22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lose/>
                                  <a:moveTo>
                                    <a:pt x="23" y="32"/>
                                  </a:move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2"/>
                                    <a:pt x="22" y="32"/>
                                    <a:pt x="22" y="32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lose/>
                                  <a:moveTo>
                                    <a:pt x="20" y="32"/>
                                  </a:moveTo>
                                  <a:cubicBezTo>
                                    <a:pt x="20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lose/>
                                  <a:moveTo>
                                    <a:pt x="21" y="35"/>
                                  </a:move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lose/>
                                  <a:moveTo>
                                    <a:pt x="22" y="33"/>
                                  </a:move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lose/>
                                  <a:moveTo>
                                    <a:pt x="20" y="32"/>
                                  </a:move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19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lose/>
                                  <a:moveTo>
                                    <a:pt x="20" y="34"/>
                                  </a:moveTo>
                                  <a:cubicBezTo>
                                    <a:pt x="20" y="34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3"/>
                                    <a:pt x="20" y="33"/>
                                  </a:cubicBezTo>
                                  <a:cubicBezTo>
                                    <a:pt x="20" y="34"/>
                                    <a:pt x="21" y="34"/>
                                    <a:pt x="20" y="34"/>
                                  </a:cubicBezTo>
                                  <a:close/>
                                  <a:moveTo>
                                    <a:pt x="23" y="33"/>
                                  </a:move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lose/>
                                  <a:moveTo>
                                    <a:pt x="24" y="32"/>
                                  </a:move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ubicBezTo>
                                    <a:pt x="24" y="33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4" y="32"/>
                                    <a:pt x="24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1"/>
                                    <a:pt x="23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2"/>
                                  </a:cubicBez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  <a:moveTo>
                                    <a:pt x="19" y="36"/>
                                  </a:moveTo>
                                  <a:cubicBezTo>
                                    <a:pt x="19" y="36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lose/>
                                  <a:moveTo>
                                    <a:pt x="17" y="36"/>
                                  </a:move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6" y="36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6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  <a:moveTo>
                                    <a:pt x="17" y="37"/>
                                  </a:move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lose/>
                                  <a:moveTo>
                                    <a:pt x="19" y="36"/>
                                  </a:move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61" name="Group 160">
                              <a:extLst>
                                <a:ext uri="{FF2B5EF4-FFF2-40B4-BE49-F238E27FC236}">
                                  <a16:creationId xmlns:a16="http://schemas.microsoft.com/office/drawing/2014/main" id="{4C04CB12-C1AA-70F4-3E0D-80F52D324FE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599238" y="3605213"/>
                              <a:ext cx="469900" cy="808037"/>
                              <a:chOff x="6599238" y="3605213"/>
                              <a:chExt cx="469900" cy="808037"/>
                            </a:xfrm>
                            <a:grpFill/>
                          </p:grpSpPr>
                          <p:sp>
                            <p:nvSpPr>
                              <p:cNvPr id="171" name="Freeform 827">
                                <a:extLst>
                                  <a:ext uri="{FF2B5EF4-FFF2-40B4-BE49-F238E27FC236}">
                                    <a16:creationId xmlns:a16="http://schemas.microsoft.com/office/drawing/2014/main" id="{F9E030AF-F205-1620-733A-CF93DBC503F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32600" y="4117975"/>
                                <a:ext cx="138112" cy="115888"/>
                              </a:xfrm>
                              <a:custGeom>
                                <a:avLst/>
                                <a:gdLst>
                                  <a:gd name="T0" fmla="*/ 24 w 33"/>
                                  <a:gd name="T1" fmla="*/ 28 h 28"/>
                                  <a:gd name="T2" fmla="*/ 24 w 33"/>
                                  <a:gd name="T3" fmla="*/ 25 h 28"/>
                                  <a:gd name="T4" fmla="*/ 27 w 33"/>
                                  <a:gd name="T5" fmla="*/ 21 h 28"/>
                                  <a:gd name="T6" fmla="*/ 27 w 33"/>
                                  <a:gd name="T7" fmla="*/ 19 h 28"/>
                                  <a:gd name="T8" fmla="*/ 26 w 33"/>
                                  <a:gd name="T9" fmla="*/ 18 h 28"/>
                                  <a:gd name="T10" fmla="*/ 27 w 33"/>
                                  <a:gd name="T11" fmla="*/ 18 h 28"/>
                                  <a:gd name="T12" fmla="*/ 29 w 33"/>
                                  <a:gd name="T13" fmla="*/ 18 h 28"/>
                                  <a:gd name="T14" fmla="*/ 30 w 33"/>
                                  <a:gd name="T15" fmla="*/ 16 h 28"/>
                                  <a:gd name="T16" fmla="*/ 28 w 33"/>
                                  <a:gd name="T17" fmla="*/ 15 h 28"/>
                                  <a:gd name="T18" fmla="*/ 28 w 33"/>
                                  <a:gd name="T19" fmla="*/ 13 h 28"/>
                                  <a:gd name="T20" fmla="*/ 29 w 33"/>
                                  <a:gd name="T21" fmla="*/ 11 h 28"/>
                                  <a:gd name="T22" fmla="*/ 29 w 33"/>
                                  <a:gd name="T23" fmla="*/ 11 h 28"/>
                                  <a:gd name="T24" fmla="*/ 30 w 33"/>
                                  <a:gd name="T25" fmla="*/ 11 h 28"/>
                                  <a:gd name="T26" fmla="*/ 30 w 33"/>
                                  <a:gd name="T27" fmla="*/ 12 h 28"/>
                                  <a:gd name="T28" fmla="*/ 31 w 33"/>
                                  <a:gd name="T29" fmla="*/ 12 h 28"/>
                                  <a:gd name="T30" fmla="*/ 32 w 33"/>
                                  <a:gd name="T31" fmla="*/ 11 h 28"/>
                                  <a:gd name="T32" fmla="*/ 33 w 33"/>
                                  <a:gd name="T33" fmla="*/ 10 h 28"/>
                                  <a:gd name="T34" fmla="*/ 33 w 33"/>
                                  <a:gd name="T35" fmla="*/ 10 h 28"/>
                                  <a:gd name="T36" fmla="*/ 33 w 33"/>
                                  <a:gd name="T37" fmla="*/ 9 h 28"/>
                                  <a:gd name="T38" fmla="*/ 33 w 33"/>
                                  <a:gd name="T39" fmla="*/ 5 h 28"/>
                                  <a:gd name="T40" fmla="*/ 33 w 33"/>
                                  <a:gd name="T41" fmla="*/ 4 h 28"/>
                                  <a:gd name="T42" fmla="*/ 33 w 33"/>
                                  <a:gd name="T43" fmla="*/ 2 h 28"/>
                                  <a:gd name="T44" fmla="*/ 33 w 33"/>
                                  <a:gd name="T45" fmla="*/ 1 h 28"/>
                                  <a:gd name="T46" fmla="*/ 31 w 33"/>
                                  <a:gd name="T47" fmla="*/ 2 h 28"/>
                                  <a:gd name="T48" fmla="*/ 31 w 33"/>
                                  <a:gd name="T49" fmla="*/ 1 h 28"/>
                                  <a:gd name="T50" fmla="*/ 31 w 33"/>
                                  <a:gd name="T51" fmla="*/ 2 h 28"/>
                                  <a:gd name="T52" fmla="*/ 30 w 33"/>
                                  <a:gd name="T53" fmla="*/ 4 h 28"/>
                                  <a:gd name="T54" fmla="*/ 27 w 33"/>
                                  <a:gd name="T55" fmla="*/ 6 h 28"/>
                                  <a:gd name="T56" fmla="*/ 24 w 33"/>
                                  <a:gd name="T57" fmla="*/ 9 h 28"/>
                                  <a:gd name="T58" fmla="*/ 22 w 33"/>
                                  <a:gd name="T59" fmla="*/ 11 h 28"/>
                                  <a:gd name="T60" fmla="*/ 20 w 33"/>
                                  <a:gd name="T61" fmla="*/ 14 h 28"/>
                                  <a:gd name="T62" fmla="*/ 18 w 33"/>
                                  <a:gd name="T63" fmla="*/ 15 h 28"/>
                                  <a:gd name="T64" fmla="*/ 12 w 33"/>
                                  <a:gd name="T65" fmla="*/ 16 h 28"/>
                                  <a:gd name="T66" fmla="*/ 7 w 33"/>
                                  <a:gd name="T67" fmla="*/ 16 h 28"/>
                                  <a:gd name="T68" fmla="*/ 2 w 33"/>
                                  <a:gd name="T69" fmla="*/ 17 h 28"/>
                                  <a:gd name="T70" fmla="*/ 1 w 33"/>
                                  <a:gd name="T71" fmla="*/ 16 h 28"/>
                                  <a:gd name="T72" fmla="*/ 0 w 33"/>
                                  <a:gd name="T73" fmla="*/ 15 h 28"/>
                                  <a:gd name="T74" fmla="*/ 6 w 33"/>
                                  <a:gd name="T75" fmla="*/ 26 h 28"/>
                                  <a:gd name="T76" fmla="*/ 24 w 33"/>
                                  <a:gd name="T77" fmla="*/ 28 h 2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</a:cxnLst>
                                <a:rect l="0" t="0" r="r" b="b"/>
                                <a:pathLst>
                                  <a:path w="33" h="28">
                                    <a:moveTo>
                                      <a:pt x="24" y="28"/>
                                    </a:moveTo>
                                    <a:cubicBezTo>
                                      <a:pt x="24" y="25"/>
                                      <a:pt x="24" y="25"/>
                                      <a:pt x="24" y="25"/>
                                    </a:cubicBezTo>
                                    <a:cubicBezTo>
                                      <a:pt x="24" y="25"/>
                                      <a:pt x="27" y="22"/>
                                      <a:pt x="27" y="21"/>
                                    </a:cubicBezTo>
                                    <a:cubicBezTo>
                                      <a:pt x="27" y="21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6" y="18"/>
                                      <a:pt x="26" y="18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28" y="16"/>
                                      <a:pt x="28" y="15"/>
                                    </a:cubicBezTo>
                                    <a:cubicBezTo>
                                      <a:pt x="28" y="15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2"/>
                                      <a:pt x="29" y="11"/>
                                    </a:cubicBezTo>
                                    <a:cubicBezTo>
                                      <a:pt x="29" y="11"/>
                                      <a:pt x="29" y="11"/>
                                      <a:pt x="29" y="11"/>
                                    </a:cubicBezTo>
                                    <a:cubicBezTo>
                                      <a:pt x="29" y="11"/>
                                      <a:pt x="30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2"/>
                                      <a:pt x="30" y="12"/>
                                    </a:cubicBezTo>
                                    <a:cubicBezTo>
                                      <a:pt x="30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2" y="11"/>
                                      <a:pt x="32" y="11"/>
                                    </a:cubicBezTo>
                                    <a:cubicBezTo>
                                      <a:pt x="33" y="10"/>
                                      <a:pt x="33" y="10"/>
                                      <a:pt x="33" y="10"/>
                                    </a:cubicBezTo>
                                    <a:cubicBezTo>
                                      <a:pt x="33" y="10"/>
                                      <a:pt x="33" y="10"/>
                                      <a:pt x="33" y="10"/>
                                    </a:cubicBezTo>
                                    <a:cubicBezTo>
                                      <a:pt x="33" y="10"/>
                                      <a:pt x="33" y="9"/>
                                      <a:pt x="33" y="9"/>
                                    </a:cubicBezTo>
                                    <a:cubicBezTo>
                                      <a:pt x="33" y="8"/>
                                      <a:pt x="33" y="7"/>
                                      <a:pt x="33" y="5"/>
                                    </a:cubicBezTo>
                                    <a:cubicBezTo>
                                      <a:pt x="33" y="5"/>
                                      <a:pt x="32" y="4"/>
                                      <a:pt x="33" y="4"/>
                                    </a:cubicBezTo>
                                    <a:cubicBezTo>
                                      <a:pt x="33" y="3"/>
                                      <a:pt x="33" y="3"/>
                                      <a:pt x="33" y="2"/>
                                    </a:cubicBezTo>
                                    <a:cubicBezTo>
                                      <a:pt x="33" y="1"/>
                                      <a:pt x="33" y="1"/>
                                      <a:pt x="33" y="1"/>
                                    </a:cubicBezTo>
                                    <a:cubicBezTo>
                                      <a:pt x="32" y="0"/>
                                      <a:pt x="31" y="1"/>
                                      <a:pt x="31" y="2"/>
                                    </a:cubicBezTo>
                                    <a:cubicBezTo>
                                      <a:pt x="31" y="2"/>
                                      <a:pt x="31" y="1"/>
                                      <a:pt x="31" y="1"/>
                                    </a:cubicBezTo>
                                    <a:cubicBezTo>
                                      <a:pt x="31" y="2"/>
                                      <a:pt x="31" y="2"/>
                                      <a:pt x="31" y="2"/>
                                    </a:cubicBezTo>
                                    <a:cubicBezTo>
                                      <a:pt x="31" y="3"/>
                                      <a:pt x="30" y="3"/>
                                      <a:pt x="30" y="4"/>
                                    </a:cubicBezTo>
                                    <a:cubicBezTo>
                                      <a:pt x="29" y="4"/>
                                      <a:pt x="28" y="5"/>
                                      <a:pt x="27" y="6"/>
                                    </a:cubicBezTo>
                                    <a:cubicBezTo>
                                      <a:pt x="26" y="7"/>
                                      <a:pt x="25" y="8"/>
                                      <a:pt x="24" y="9"/>
                                    </a:cubicBezTo>
                                    <a:cubicBezTo>
                                      <a:pt x="24" y="10"/>
                                      <a:pt x="22" y="10"/>
                                      <a:pt x="22" y="11"/>
                                    </a:cubicBezTo>
                                    <a:cubicBezTo>
                                      <a:pt x="21" y="12"/>
                                      <a:pt x="21" y="13"/>
                                      <a:pt x="20" y="14"/>
                                    </a:cubicBezTo>
                                    <a:cubicBezTo>
                                      <a:pt x="20" y="14"/>
                                      <a:pt x="19" y="15"/>
                                      <a:pt x="18" y="15"/>
                                    </a:cubicBezTo>
                                    <a:cubicBezTo>
                                      <a:pt x="16" y="17"/>
                                      <a:pt x="14" y="16"/>
                                      <a:pt x="12" y="16"/>
                                    </a:cubicBezTo>
                                    <a:cubicBezTo>
                                      <a:pt x="10" y="15"/>
                                      <a:pt x="8" y="15"/>
                                      <a:pt x="7" y="16"/>
                                    </a:cubicBezTo>
                                    <a:cubicBezTo>
                                      <a:pt x="6" y="17"/>
                                      <a:pt x="4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5"/>
                                      <a:pt x="0" y="15"/>
                                    </a:cubicBezTo>
                                    <a:cubicBezTo>
                                      <a:pt x="6" y="26"/>
                                      <a:pt x="6" y="26"/>
                                      <a:pt x="6" y="26"/>
                                    </a:cubicBezTo>
                                    <a:lnTo>
                                      <a:pt x="24" y="28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2" name="Freeform 839">
                                <a:extLst>
                                  <a:ext uri="{FF2B5EF4-FFF2-40B4-BE49-F238E27FC236}">
                                    <a16:creationId xmlns:a16="http://schemas.microsoft.com/office/drawing/2014/main" id="{5C5B0085-6D1A-A047-B2D6-0E2C29A18E8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07200" y="4121150"/>
                                <a:ext cx="33337" cy="53975"/>
                              </a:xfrm>
                              <a:custGeom>
                                <a:avLst/>
                                <a:gdLst>
                                  <a:gd name="T0" fmla="*/ 2 w 8"/>
                                  <a:gd name="T1" fmla="*/ 13 h 13"/>
                                  <a:gd name="T2" fmla="*/ 4 w 8"/>
                                  <a:gd name="T3" fmla="*/ 13 h 13"/>
                                  <a:gd name="T4" fmla="*/ 6 w 8"/>
                                  <a:gd name="T5" fmla="*/ 12 h 13"/>
                                  <a:gd name="T6" fmla="*/ 6 w 8"/>
                                  <a:gd name="T7" fmla="*/ 5 h 13"/>
                                  <a:gd name="T8" fmla="*/ 6 w 8"/>
                                  <a:gd name="T9" fmla="*/ 4 h 13"/>
                                  <a:gd name="T10" fmla="*/ 5 w 8"/>
                                  <a:gd name="T11" fmla="*/ 1 h 13"/>
                                  <a:gd name="T12" fmla="*/ 4 w 8"/>
                                  <a:gd name="T13" fmla="*/ 0 h 13"/>
                                  <a:gd name="T14" fmla="*/ 3 w 8"/>
                                  <a:gd name="T15" fmla="*/ 1 h 13"/>
                                  <a:gd name="T16" fmla="*/ 2 w 8"/>
                                  <a:gd name="T17" fmla="*/ 4 h 13"/>
                                  <a:gd name="T18" fmla="*/ 1 w 8"/>
                                  <a:gd name="T19" fmla="*/ 7 h 13"/>
                                  <a:gd name="T20" fmla="*/ 2 w 8"/>
                                  <a:gd name="T21" fmla="*/ 9 h 13"/>
                                  <a:gd name="T22" fmla="*/ 1 w 8"/>
                                  <a:gd name="T23" fmla="*/ 10 h 13"/>
                                  <a:gd name="T24" fmla="*/ 1 w 8"/>
                                  <a:gd name="T25" fmla="*/ 10 h 13"/>
                                  <a:gd name="T26" fmla="*/ 0 w 8"/>
                                  <a:gd name="T27" fmla="*/ 12 h 13"/>
                                  <a:gd name="T28" fmla="*/ 2 w 8"/>
                                  <a:gd name="T29" fmla="*/ 13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</a:cxnLst>
                                <a:rect l="0" t="0" r="r" b="b"/>
                                <a:pathLst>
                                  <a:path w="8" h="13">
                                    <a:moveTo>
                                      <a:pt x="2" y="13"/>
                                    </a:move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0"/>
                                      <a:pt x="8" y="8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4"/>
                                    </a:cubicBezTo>
                                    <a:cubicBezTo>
                                      <a:pt x="6" y="3"/>
                                      <a:pt x="7" y="2"/>
                                      <a:pt x="5" y="1"/>
                                    </a:cubicBezTo>
                                    <a:cubicBezTo>
                                      <a:pt x="5" y="1"/>
                                      <a:pt x="5" y="0"/>
                                      <a:pt x="4" y="0"/>
                                    </a:cubicBezTo>
                                    <a:cubicBezTo>
                                      <a:pt x="3" y="0"/>
                                      <a:pt x="3" y="1"/>
                                      <a:pt x="3" y="1"/>
                                    </a:cubicBezTo>
                                    <a:cubicBezTo>
                                      <a:pt x="2" y="2"/>
                                      <a:pt x="2" y="3"/>
                                      <a:pt x="2" y="4"/>
                                    </a:cubicBezTo>
                                    <a:cubicBezTo>
                                      <a:pt x="1" y="5"/>
                                      <a:pt x="1" y="6"/>
                                      <a:pt x="1" y="7"/>
                                    </a:cubicBezTo>
                                    <a:cubicBezTo>
                                      <a:pt x="1" y="8"/>
                                      <a:pt x="1" y="8"/>
                                      <a:pt x="2" y="9"/>
                                    </a:cubicBezTo>
                                    <a:cubicBezTo>
                                      <a:pt x="2" y="9"/>
                                      <a:pt x="2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lnTo>
                                      <a:pt x="2" y="13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3" name="Freeform 843">
                                <a:extLst>
                                  <a:ext uri="{FF2B5EF4-FFF2-40B4-BE49-F238E27FC236}">
                                    <a16:creationId xmlns:a16="http://schemas.microsoft.com/office/drawing/2014/main" id="{C37F85B9-4006-8D4D-FC0B-98BBB347DED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6840538" y="4159250"/>
                                <a:ext cx="228600" cy="254000"/>
                              </a:xfrm>
                              <a:custGeom>
                                <a:avLst/>
                                <a:gdLst>
                                  <a:gd name="T0" fmla="*/ 48 w 55"/>
                                  <a:gd name="T1" fmla="*/ 31 h 61"/>
                                  <a:gd name="T2" fmla="*/ 47 w 55"/>
                                  <a:gd name="T3" fmla="*/ 34 h 61"/>
                                  <a:gd name="T4" fmla="*/ 47 w 55"/>
                                  <a:gd name="T5" fmla="*/ 34 h 61"/>
                                  <a:gd name="T6" fmla="*/ 47 w 55"/>
                                  <a:gd name="T7" fmla="*/ 33 h 61"/>
                                  <a:gd name="T8" fmla="*/ 48 w 55"/>
                                  <a:gd name="T9" fmla="*/ 31 h 61"/>
                                  <a:gd name="T10" fmla="*/ 53 w 55"/>
                                  <a:gd name="T11" fmla="*/ 18 h 61"/>
                                  <a:gd name="T12" fmla="*/ 52 w 55"/>
                                  <a:gd name="T13" fmla="*/ 17 h 61"/>
                                  <a:gd name="T14" fmla="*/ 50 w 55"/>
                                  <a:gd name="T15" fmla="*/ 15 h 61"/>
                                  <a:gd name="T16" fmla="*/ 47 w 55"/>
                                  <a:gd name="T17" fmla="*/ 11 h 61"/>
                                  <a:gd name="T18" fmla="*/ 45 w 55"/>
                                  <a:gd name="T19" fmla="*/ 10 h 61"/>
                                  <a:gd name="T20" fmla="*/ 37 w 55"/>
                                  <a:gd name="T21" fmla="*/ 8 h 61"/>
                                  <a:gd name="T22" fmla="*/ 35 w 55"/>
                                  <a:gd name="T23" fmla="*/ 6 h 61"/>
                                  <a:gd name="T24" fmla="*/ 31 w 55"/>
                                  <a:gd name="T25" fmla="*/ 0 h 61"/>
                                  <a:gd name="T26" fmla="*/ 30 w 55"/>
                                  <a:gd name="T27" fmla="*/ 1 h 61"/>
                                  <a:gd name="T28" fmla="*/ 29 w 55"/>
                                  <a:gd name="T29" fmla="*/ 2 h 61"/>
                                  <a:gd name="T30" fmla="*/ 28 w 55"/>
                                  <a:gd name="T31" fmla="*/ 2 h 61"/>
                                  <a:gd name="T32" fmla="*/ 28 w 55"/>
                                  <a:gd name="T33" fmla="*/ 1 h 61"/>
                                  <a:gd name="T34" fmla="*/ 27 w 55"/>
                                  <a:gd name="T35" fmla="*/ 1 h 61"/>
                                  <a:gd name="T36" fmla="*/ 27 w 55"/>
                                  <a:gd name="T37" fmla="*/ 1 h 61"/>
                                  <a:gd name="T38" fmla="*/ 26 w 55"/>
                                  <a:gd name="T39" fmla="*/ 3 h 61"/>
                                  <a:gd name="T40" fmla="*/ 26 w 55"/>
                                  <a:gd name="T41" fmla="*/ 5 h 61"/>
                                  <a:gd name="T42" fmla="*/ 28 w 55"/>
                                  <a:gd name="T43" fmla="*/ 6 h 61"/>
                                  <a:gd name="T44" fmla="*/ 27 w 55"/>
                                  <a:gd name="T45" fmla="*/ 8 h 61"/>
                                  <a:gd name="T46" fmla="*/ 25 w 55"/>
                                  <a:gd name="T47" fmla="*/ 8 h 61"/>
                                  <a:gd name="T48" fmla="*/ 24 w 55"/>
                                  <a:gd name="T49" fmla="*/ 8 h 61"/>
                                  <a:gd name="T50" fmla="*/ 25 w 55"/>
                                  <a:gd name="T51" fmla="*/ 9 h 61"/>
                                  <a:gd name="T52" fmla="*/ 25 w 55"/>
                                  <a:gd name="T53" fmla="*/ 11 h 61"/>
                                  <a:gd name="T54" fmla="*/ 22 w 55"/>
                                  <a:gd name="T55" fmla="*/ 15 h 61"/>
                                  <a:gd name="T56" fmla="*/ 22 w 55"/>
                                  <a:gd name="T57" fmla="*/ 18 h 61"/>
                                  <a:gd name="T58" fmla="*/ 25 w 55"/>
                                  <a:gd name="T59" fmla="*/ 23 h 61"/>
                                  <a:gd name="T60" fmla="*/ 21 w 55"/>
                                  <a:gd name="T61" fmla="*/ 37 h 61"/>
                                  <a:gd name="T62" fmla="*/ 13 w 55"/>
                                  <a:gd name="T63" fmla="*/ 40 h 61"/>
                                  <a:gd name="T64" fmla="*/ 0 w 55"/>
                                  <a:gd name="T65" fmla="*/ 45 h 61"/>
                                  <a:gd name="T66" fmla="*/ 7 w 55"/>
                                  <a:gd name="T67" fmla="*/ 60 h 61"/>
                                  <a:gd name="T68" fmla="*/ 9 w 55"/>
                                  <a:gd name="T69" fmla="*/ 60 h 61"/>
                                  <a:gd name="T70" fmla="*/ 15 w 55"/>
                                  <a:gd name="T71" fmla="*/ 58 h 61"/>
                                  <a:gd name="T72" fmla="*/ 20 w 55"/>
                                  <a:gd name="T73" fmla="*/ 58 h 61"/>
                                  <a:gd name="T74" fmla="*/ 23 w 55"/>
                                  <a:gd name="T75" fmla="*/ 57 h 61"/>
                                  <a:gd name="T76" fmla="*/ 23 w 55"/>
                                  <a:gd name="T77" fmla="*/ 56 h 61"/>
                                  <a:gd name="T78" fmla="*/ 23 w 55"/>
                                  <a:gd name="T79" fmla="*/ 55 h 61"/>
                                  <a:gd name="T80" fmla="*/ 28 w 55"/>
                                  <a:gd name="T81" fmla="*/ 51 h 61"/>
                                  <a:gd name="T82" fmla="*/ 30 w 55"/>
                                  <a:gd name="T83" fmla="*/ 51 h 61"/>
                                  <a:gd name="T84" fmla="*/ 32 w 55"/>
                                  <a:gd name="T85" fmla="*/ 49 h 61"/>
                                  <a:gd name="T86" fmla="*/ 39 w 55"/>
                                  <a:gd name="T87" fmla="*/ 44 h 61"/>
                                  <a:gd name="T88" fmla="*/ 40 w 55"/>
                                  <a:gd name="T89" fmla="*/ 42 h 61"/>
                                  <a:gd name="T90" fmla="*/ 40 w 55"/>
                                  <a:gd name="T91" fmla="*/ 38 h 61"/>
                                  <a:gd name="T92" fmla="*/ 41 w 55"/>
                                  <a:gd name="T93" fmla="*/ 37 h 61"/>
                                  <a:gd name="T94" fmla="*/ 43 w 55"/>
                                  <a:gd name="T95" fmla="*/ 32 h 61"/>
                                  <a:gd name="T96" fmla="*/ 44 w 55"/>
                                  <a:gd name="T97" fmla="*/ 34 h 61"/>
                                  <a:gd name="T98" fmla="*/ 46 w 55"/>
                                  <a:gd name="T99" fmla="*/ 33 h 61"/>
                                  <a:gd name="T100" fmla="*/ 47 w 55"/>
                                  <a:gd name="T101" fmla="*/ 30 h 61"/>
                                  <a:gd name="T102" fmla="*/ 50 w 55"/>
                                  <a:gd name="T103" fmla="*/ 27 h 61"/>
                                  <a:gd name="T104" fmla="*/ 52 w 55"/>
                                  <a:gd name="T105" fmla="*/ 24 h 61"/>
                                  <a:gd name="T106" fmla="*/ 54 w 55"/>
                                  <a:gd name="T107" fmla="*/ 20 h 61"/>
                                  <a:gd name="T108" fmla="*/ 53 w 55"/>
                                  <a:gd name="T109" fmla="*/ 18 h 6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55" h="61">
                                    <a:moveTo>
                                      <a:pt x="48" y="31"/>
                                    </a:moveTo>
                                    <a:cubicBezTo>
                                      <a:pt x="49" y="33"/>
                                      <a:pt x="48" y="33"/>
                                      <a:pt x="47" y="34"/>
                                    </a:cubicBezTo>
                                    <a:cubicBezTo>
                                      <a:pt x="47" y="34"/>
                                      <a:pt x="47" y="34"/>
                                      <a:pt x="47" y="34"/>
                                    </a:cubicBezTo>
                                    <a:cubicBezTo>
                                      <a:pt x="47" y="34"/>
                                      <a:pt x="47" y="34"/>
                                      <a:pt x="47" y="33"/>
                                    </a:cubicBezTo>
                                    <a:cubicBezTo>
                                      <a:pt x="47" y="33"/>
                                      <a:pt x="48" y="32"/>
                                      <a:pt x="48" y="31"/>
                                    </a:cubicBezTo>
                                    <a:close/>
                                    <a:moveTo>
                                      <a:pt x="53" y="18"/>
                                    </a:moveTo>
                                    <a:cubicBezTo>
                                      <a:pt x="52" y="18"/>
                                      <a:pt x="52" y="17"/>
                                      <a:pt x="52" y="17"/>
                                    </a:cubicBezTo>
                                    <a:cubicBezTo>
                                      <a:pt x="51" y="16"/>
                                      <a:pt x="50" y="16"/>
                                      <a:pt x="50" y="15"/>
                                    </a:cubicBezTo>
                                    <a:cubicBezTo>
                                      <a:pt x="49" y="13"/>
                                      <a:pt x="48" y="12"/>
                                      <a:pt x="47" y="11"/>
                                    </a:cubicBezTo>
                                    <a:cubicBezTo>
                                      <a:pt x="47" y="10"/>
                                      <a:pt x="46" y="10"/>
                                      <a:pt x="45" y="10"/>
                                    </a:cubicBezTo>
                                    <a:cubicBezTo>
                                      <a:pt x="43" y="10"/>
                                      <a:pt x="40" y="9"/>
                                      <a:pt x="37" y="8"/>
                                    </a:cubicBezTo>
                                    <a:cubicBezTo>
                                      <a:pt x="36" y="7"/>
                                      <a:pt x="35" y="7"/>
                                      <a:pt x="35" y="6"/>
                                    </a:cubicBezTo>
                                    <a:cubicBezTo>
                                      <a:pt x="34" y="4"/>
                                      <a:pt x="32" y="3"/>
                                      <a:pt x="31" y="0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7" y="1"/>
                                      <a:pt x="27" y="1"/>
                                    </a:cubicBezTo>
                                    <a:cubicBezTo>
                                      <a:pt x="27" y="1"/>
                                      <a:pt x="27" y="1"/>
                                      <a:pt x="27" y="1"/>
                                    </a:cubicBezTo>
                                    <a:cubicBezTo>
                                      <a:pt x="26" y="2"/>
                                      <a:pt x="26" y="3"/>
                                      <a:pt x="26" y="3"/>
                                    </a:cubicBezTo>
                                    <a:cubicBezTo>
                                      <a:pt x="26" y="3"/>
                                      <a:pt x="26" y="5"/>
                                      <a:pt x="26" y="5"/>
                                    </a:cubicBezTo>
                                    <a:cubicBezTo>
                                      <a:pt x="26" y="6"/>
                                      <a:pt x="28" y="6"/>
                                      <a:pt x="28" y="6"/>
                                    </a:cubicBezTo>
                                    <a:cubicBezTo>
                                      <a:pt x="28" y="6"/>
                                      <a:pt x="27" y="8"/>
                                      <a:pt x="27" y="8"/>
                                    </a:cubicBezTo>
                                    <a:cubicBezTo>
                                      <a:pt x="25" y="8"/>
                                      <a:pt x="25" y="8"/>
                                      <a:pt x="25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2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5" y="23"/>
                                      <a:pt x="25" y="23"/>
                                      <a:pt x="25" y="23"/>
                                    </a:cubicBezTo>
                                    <a:cubicBezTo>
                                      <a:pt x="21" y="37"/>
                                      <a:pt x="21" y="37"/>
                                      <a:pt x="21" y="37"/>
                                    </a:cubicBezTo>
                                    <a:cubicBezTo>
                                      <a:pt x="13" y="40"/>
                                      <a:pt x="13" y="40"/>
                                      <a:pt x="13" y="40"/>
                                    </a:cubicBezTo>
                                    <a:cubicBezTo>
                                      <a:pt x="0" y="45"/>
                                      <a:pt x="0" y="45"/>
                                      <a:pt x="0" y="45"/>
                                    </a:cubicBezTo>
                                    <a:cubicBezTo>
                                      <a:pt x="7" y="60"/>
                                      <a:pt x="7" y="60"/>
                                      <a:pt x="7" y="60"/>
                                    </a:cubicBezTo>
                                    <a:cubicBezTo>
                                      <a:pt x="8" y="60"/>
                                      <a:pt x="8" y="61"/>
                                      <a:pt x="9" y="60"/>
                                    </a:cubicBezTo>
                                    <a:cubicBezTo>
                                      <a:pt x="11" y="59"/>
                                      <a:pt x="13" y="59"/>
                                      <a:pt x="15" y="58"/>
                                    </a:cubicBezTo>
                                    <a:cubicBezTo>
                                      <a:pt x="17" y="58"/>
                                      <a:pt x="19" y="57"/>
                                      <a:pt x="20" y="58"/>
                                    </a:cubicBezTo>
                                    <a:cubicBezTo>
                                      <a:pt x="21" y="58"/>
                                      <a:pt x="22" y="57"/>
                                      <a:pt x="23" y="57"/>
                                    </a:cubicBezTo>
                                    <a:cubicBezTo>
                                      <a:pt x="23" y="56"/>
                                      <a:pt x="23" y="56"/>
                                      <a:pt x="23" y="56"/>
                                    </a:cubicBezTo>
                                    <a:cubicBezTo>
                                      <a:pt x="23" y="55"/>
                                      <a:pt x="23" y="55"/>
                                      <a:pt x="23" y="55"/>
                                    </a:cubicBezTo>
                                    <a:cubicBezTo>
                                      <a:pt x="23" y="53"/>
                                      <a:pt x="25" y="51"/>
                                      <a:pt x="28" y="51"/>
                                    </a:cubicBezTo>
                                    <a:cubicBezTo>
                                      <a:pt x="28" y="51"/>
                                      <a:pt x="29" y="51"/>
                                      <a:pt x="30" y="51"/>
                                    </a:cubicBezTo>
                                    <a:cubicBezTo>
                                      <a:pt x="31" y="51"/>
                                      <a:pt x="32" y="50"/>
                                      <a:pt x="32" y="49"/>
                                    </a:cubicBezTo>
                                    <a:cubicBezTo>
                                      <a:pt x="33" y="45"/>
                                      <a:pt x="35" y="44"/>
                                      <a:pt x="39" y="44"/>
                                    </a:cubicBezTo>
                                    <a:cubicBezTo>
                                      <a:pt x="41" y="44"/>
                                      <a:pt x="41" y="43"/>
                                      <a:pt x="40" y="42"/>
                                    </a:cubicBezTo>
                                    <a:cubicBezTo>
                                      <a:pt x="40" y="41"/>
                                      <a:pt x="40" y="39"/>
                                      <a:pt x="40" y="38"/>
                                    </a:cubicBezTo>
                                    <a:cubicBezTo>
                                      <a:pt x="41" y="38"/>
                                      <a:pt x="41" y="37"/>
                                      <a:pt x="41" y="37"/>
                                    </a:cubicBezTo>
                                    <a:cubicBezTo>
                                      <a:pt x="40" y="34"/>
                                      <a:pt x="42" y="33"/>
                                      <a:pt x="43" y="32"/>
                                    </a:cubicBezTo>
                                    <a:cubicBezTo>
                                      <a:pt x="44" y="33"/>
                                      <a:pt x="43" y="34"/>
                                      <a:pt x="44" y="34"/>
                                    </a:cubicBezTo>
                                    <a:cubicBezTo>
                                      <a:pt x="45" y="34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1"/>
                                      <a:pt x="47" y="31"/>
                                      <a:pt x="47" y="30"/>
                                    </a:cubicBezTo>
                                    <a:cubicBezTo>
                                      <a:pt x="48" y="28"/>
                                      <a:pt x="49" y="27"/>
                                      <a:pt x="50" y="27"/>
                                    </a:cubicBezTo>
                                    <a:cubicBezTo>
                                      <a:pt x="51" y="26"/>
                                      <a:pt x="51" y="25"/>
                                      <a:pt x="52" y="24"/>
                                    </a:cubicBezTo>
                                    <a:cubicBezTo>
                                      <a:pt x="52" y="23"/>
                                      <a:pt x="53" y="21"/>
                                      <a:pt x="54" y="20"/>
                                    </a:cubicBezTo>
                                    <a:cubicBezTo>
                                      <a:pt x="55" y="19"/>
                                      <a:pt x="55" y="18"/>
                                      <a:pt x="53" y="1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4" name="Freeform 852">
                                <a:extLst>
                                  <a:ext uri="{FF2B5EF4-FFF2-40B4-BE49-F238E27FC236}">
                                    <a16:creationId xmlns:a16="http://schemas.microsoft.com/office/drawing/2014/main" id="{577BCC74-69E8-2436-4B58-3A54709CA629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686550" y="4000500"/>
                                <a:ext cx="63500" cy="50800"/>
                              </a:xfrm>
                              <a:custGeom>
                                <a:avLst/>
                                <a:gdLst>
                                  <a:gd name="T0" fmla="*/ 1 w 15"/>
                                  <a:gd name="T1" fmla="*/ 7 h 12"/>
                                  <a:gd name="T2" fmla="*/ 6 w 15"/>
                                  <a:gd name="T3" fmla="*/ 8 h 12"/>
                                  <a:gd name="T4" fmla="*/ 8 w 15"/>
                                  <a:gd name="T5" fmla="*/ 9 h 12"/>
                                  <a:gd name="T6" fmla="*/ 8 w 15"/>
                                  <a:gd name="T7" fmla="*/ 12 h 12"/>
                                  <a:gd name="T8" fmla="*/ 15 w 15"/>
                                  <a:gd name="T9" fmla="*/ 11 h 12"/>
                                  <a:gd name="T10" fmla="*/ 14 w 15"/>
                                  <a:gd name="T11" fmla="*/ 11 h 12"/>
                                  <a:gd name="T12" fmla="*/ 14 w 15"/>
                                  <a:gd name="T13" fmla="*/ 10 h 12"/>
                                  <a:gd name="T14" fmla="*/ 12 w 15"/>
                                  <a:gd name="T15" fmla="*/ 7 h 12"/>
                                  <a:gd name="T16" fmla="*/ 10 w 15"/>
                                  <a:gd name="T17" fmla="*/ 4 h 12"/>
                                  <a:gd name="T18" fmla="*/ 12 w 15"/>
                                  <a:gd name="T19" fmla="*/ 3 h 12"/>
                                  <a:gd name="T20" fmla="*/ 13 w 15"/>
                                  <a:gd name="T21" fmla="*/ 2 h 12"/>
                                  <a:gd name="T22" fmla="*/ 13 w 15"/>
                                  <a:gd name="T23" fmla="*/ 1 h 12"/>
                                  <a:gd name="T24" fmla="*/ 12 w 15"/>
                                  <a:gd name="T25" fmla="*/ 0 h 12"/>
                                  <a:gd name="T26" fmla="*/ 5 w 15"/>
                                  <a:gd name="T27" fmla="*/ 0 h 12"/>
                                  <a:gd name="T28" fmla="*/ 1 w 15"/>
                                  <a:gd name="T29" fmla="*/ 7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</a:cxnLst>
                                <a:rect l="0" t="0" r="r" b="b"/>
                                <a:pathLst>
                                  <a:path w="15" h="12">
                                    <a:moveTo>
                                      <a:pt x="1" y="7"/>
                                    </a:moveTo>
                                    <a:cubicBezTo>
                                      <a:pt x="0" y="7"/>
                                      <a:pt x="6" y="8"/>
                                      <a:pt x="6" y="8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0"/>
                                    </a:cubicBezTo>
                                    <a:cubicBezTo>
                                      <a:pt x="14" y="9"/>
                                      <a:pt x="13" y="8"/>
                                      <a:pt x="12" y="7"/>
                                    </a:cubicBezTo>
                                    <a:cubicBezTo>
                                      <a:pt x="12" y="4"/>
                                      <a:pt x="12" y="4"/>
                                      <a:pt x="10" y="4"/>
                                    </a:cubicBezTo>
                                    <a:cubicBezTo>
                                      <a:pt x="10" y="3"/>
                                      <a:pt x="11" y="3"/>
                                      <a:pt x="12" y="3"/>
                                    </a:cubicBezTo>
                                    <a:cubicBezTo>
                                      <a:pt x="13" y="3"/>
                                      <a:pt x="13" y="2"/>
                                      <a:pt x="13" y="2"/>
                                    </a:cubicBezTo>
                                    <a:cubicBezTo>
                                      <a:pt x="13" y="1"/>
                                      <a:pt x="13" y="0"/>
                                      <a:pt x="13" y="1"/>
                                    </a:cubicBezTo>
                                    <a:cubicBezTo>
                                      <a:pt x="11" y="1"/>
                                      <a:pt x="11" y="0"/>
                                      <a:pt x="12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1" y="7"/>
                                      <a:pt x="1" y="7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5" name="Freeform 871">
                                <a:extLst>
                                  <a:ext uri="{FF2B5EF4-FFF2-40B4-BE49-F238E27FC236}">
                                    <a16:creationId xmlns:a16="http://schemas.microsoft.com/office/drawing/2014/main" id="{E6CF24D7-3FD3-18CC-3D25-0DF3F2EFD570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04025" y="4117975"/>
                                <a:ext cx="3175" cy="11113"/>
                              </a:xfrm>
                              <a:custGeom>
                                <a:avLst/>
                                <a:gdLst>
                                  <a:gd name="T0" fmla="*/ 0 w 1"/>
                                  <a:gd name="T1" fmla="*/ 3 h 3"/>
                                  <a:gd name="T2" fmla="*/ 0 w 1"/>
                                  <a:gd name="T3" fmla="*/ 0 h 3"/>
                                  <a:gd name="T4" fmla="*/ 0 w 1"/>
                                  <a:gd name="T5" fmla="*/ 3 h 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</a:cxnLst>
                                <a:rect l="0" t="0" r="r" b="b"/>
                                <a:pathLst>
                                  <a:path w="1" h="3">
                                    <a:moveTo>
                                      <a:pt x="0" y="3"/>
                                    </a:moveTo>
                                    <a:cubicBezTo>
                                      <a:pt x="1" y="2"/>
                                      <a:pt x="1" y="1"/>
                                      <a:pt x="0" y="0"/>
                                    </a:cubicBezTo>
                                    <a:cubicBezTo>
                                      <a:pt x="0" y="1"/>
                                      <a:pt x="0" y="2"/>
                                      <a:pt x="0" y="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6" name="Freeform 873">
                                <a:extLst>
                                  <a:ext uri="{FF2B5EF4-FFF2-40B4-BE49-F238E27FC236}">
                                    <a16:creationId xmlns:a16="http://schemas.microsoft.com/office/drawing/2014/main" id="{DAE67F00-4648-EB87-8766-86EE93F55DDE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599238" y="3605213"/>
                                <a:ext cx="87312" cy="90488"/>
                              </a:xfrm>
                              <a:custGeom>
                                <a:avLst/>
                                <a:gdLst>
                                  <a:gd name="T0" fmla="*/ 9 w 21"/>
                                  <a:gd name="T1" fmla="*/ 1 h 22"/>
                                  <a:gd name="T2" fmla="*/ 8 w 21"/>
                                  <a:gd name="T3" fmla="*/ 1 h 22"/>
                                  <a:gd name="T4" fmla="*/ 7 w 21"/>
                                  <a:gd name="T5" fmla="*/ 1 h 22"/>
                                  <a:gd name="T6" fmla="*/ 5 w 21"/>
                                  <a:gd name="T7" fmla="*/ 1 h 22"/>
                                  <a:gd name="T8" fmla="*/ 4 w 21"/>
                                  <a:gd name="T9" fmla="*/ 1 h 22"/>
                                  <a:gd name="T10" fmla="*/ 3 w 21"/>
                                  <a:gd name="T11" fmla="*/ 2 h 22"/>
                                  <a:gd name="T12" fmla="*/ 2 w 21"/>
                                  <a:gd name="T13" fmla="*/ 2 h 22"/>
                                  <a:gd name="T14" fmla="*/ 0 w 21"/>
                                  <a:gd name="T15" fmla="*/ 2 h 22"/>
                                  <a:gd name="T16" fmla="*/ 0 w 21"/>
                                  <a:gd name="T17" fmla="*/ 3 h 22"/>
                                  <a:gd name="T18" fmla="*/ 1 w 21"/>
                                  <a:gd name="T19" fmla="*/ 4 h 22"/>
                                  <a:gd name="T20" fmla="*/ 1 w 21"/>
                                  <a:gd name="T21" fmla="*/ 6 h 22"/>
                                  <a:gd name="T22" fmla="*/ 1 w 21"/>
                                  <a:gd name="T23" fmla="*/ 8 h 22"/>
                                  <a:gd name="T24" fmla="*/ 2 w 21"/>
                                  <a:gd name="T25" fmla="*/ 10 h 22"/>
                                  <a:gd name="T26" fmla="*/ 3 w 21"/>
                                  <a:gd name="T27" fmla="*/ 12 h 22"/>
                                  <a:gd name="T28" fmla="*/ 6 w 21"/>
                                  <a:gd name="T29" fmla="*/ 12 h 22"/>
                                  <a:gd name="T30" fmla="*/ 7 w 21"/>
                                  <a:gd name="T31" fmla="*/ 13 h 22"/>
                                  <a:gd name="T32" fmla="*/ 9 w 21"/>
                                  <a:gd name="T33" fmla="*/ 15 h 22"/>
                                  <a:gd name="T34" fmla="*/ 10 w 21"/>
                                  <a:gd name="T35" fmla="*/ 14 h 22"/>
                                  <a:gd name="T36" fmla="*/ 11 w 21"/>
                                  <a:gd name="T37" fmla="*/ 16 h 22"/>
                                  <a:gd name="T38" fmla="*/ 12 w 21"/>
                                  <a:gd name="T39" fmla="*/ 16 h 22"/>
                                  <a:gd name="T40" fmla="*/ 13 w 21"/>
                                  <a:gd name="T41" fmla="*/ 16 h 22"/>
                                  <a:gd name="T42" fmla="*/ 14 w 21"/>
                                  <a:gd name="T43" fmla="*/ 16 h 22"/>
                                  <a:gd name="T44" fmla="*/ 15 w 21"/>
                                  <a:gd name="T45" fmla="*/ 16 h 22"/>
                                  <a:gd name="T46" fmla="*/ 16 w 21"/>
                                  <a:gd name="T47" fmla="*/ 17 h 22"/>
                                  <a:gd name="T48" fmla="*/ 17 w 21"/>
                                  <a:gd name="T49" fmla="*/ 18 h 22"/>
                                  <a:gd name="T50" fmla="*/ 17 w 21"/>
                                  <a:gd name="T51" fmla="*/ 20 h 22"/>
                                  <a:gd name="T52" fmla="*/ 18 w 21"/>
                                  <a:gd name="T53" fmla="*/ 22 h 22"/>
                                  <a:gd name="T54" fmla="*/ 20 w 21"/>
                                  <a:gd name="T55" fmla="*/ 21 h 22"/>
                                  <a:gd name="T56" fmla="*/ 20 w 21"/>
                                  <a:gd name="T57" fmla="*/ 20 h 22"/>
                                  <a:gd name="T58" fmla="*/ 20 w 21"/>
                                  <a:gd name="T59" fmla="*/ 19 h 22"/>
                                  <a:gd name="T60" fmla="*/ 21 w 21"/>
                                  <a:gd name="T61" fmla="*/ 19 h 22"/>
                                  <a:gd name="T62" fmla="*/ 21 w 21"/>
                                  <a:gd name="T63" fmla="*/ 18 h 22"/>
                                  <a:gd name="T64" fmla="*/ 20 w 21"/>
                                  <a:gd name="T65" fmla="*/ 17 h 22"/>
                                  <a:gd name="T66" fmla="*/ 20 w 21"/>
                                  <a:gd name="T67" fmla="*/ 16 h 22"/>
                                  <a:gd name="T68" fmla="*/ 21 w 21"/>
                                  <a:gd name="T69" fmla="*/ 16 h 22"/>
                                  <a:gd name="T70" fmla="*/ 19 w 21"/>
                                  <a:gd name="T71" fmla="*/ 15 h 22"/>
                                  <a:gd name="T72" fmla="*/ 17 w 21"/>
                                  <a:gd name="T73" fmla="*/ 14 h 22"/>
                                  <a:gd name="T74" fmla="*/ 16 w 21"/>
                                  <a:gd name="T75" fmla="*/ 13 h 22"/>
                                  <a:gd name="T76" fmla="*/ 16 w 21"/>
                                  <a:gd name="T77" fmla="*/ 13 h 22"/>
                                  <a:gd name="T78" fmla="*/ 15 w 21"/>
                                  <a:gd name="T79" fmla="*/ 12 h 22"/>
                                  <a:gd name="T80" fmla="*/ 17 w 21"/>
                                  <a:gd name="T81" fmla="*/ 11 h 22"/>
                                  <a:gd name="T82" fmla="*/ 17 w 21"/>
                                  <a:gd name="T83" fmla="*/ 10 h 22"/>
                                  <a:gd name="T84" fmla="*/ 16 w 21"/>
                                  <a:gd name="T85" fmla="*/ 9 h 22"/>
                                  <a:gd name="T86" fmla="*/ 14 w 21"/>
                                  <a:gd name="T87" fmla="*/ 8 h 22"/>
                                  <a:gd name="T88" fmla="*/ 13 w 21"/>
                                  <a:gd name="T89" fmla="*/ 6 h 22"/>
                                  <a:gd name="T90" fmla="*/ 15 w 21"/>
                                  <a:gd name="T91" fmla="*/ 5 h 22"/>
                                  <a:gd name="T92" fmla="*/ 13 w 21"/>
                                  <a:gd name="T93" fmla="*/ 3 h 22"/>
                                  <a:gd name="T94" fmla="*/ 12 w 21"/>
                                  <a:gd name="T95" fmla="*/ 3 h 22"/>
                                  <a:gd name="T96" fmla="*/ 11 w 21"/>
                                  <a:gd name="T97" fmla="*/ 2 h 22"/>
                                  <a:gd name="T98" fmla="*/ 12 w 21"/>
                                  <a:gd name="T99" fmla="*/ 2 h 22"/>
                                  <a:gd name="T100" fmla="*/ 11 w 21"/>
                                  <a:gd name="T101" fmla="*/ 1 h 22"/>
                                  <a:gd name="T102" fmla="*/ 10 w 21"/>
                                  <a:gd name="T103" fmla="*/ 1 h 22"/>
                                  <a:gd name="T104" fmla="*/ 9 w 21"/>
                                  <a:gd name="T105" fmla="*/ 1 h 2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1" h="22">
                                    <a:moveTo>
                                      <a:pt x="9" y="1"/>
                                    </a:move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3"/>
                                      <a:pt x="0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2" y="5"/>
                                      <a:pt x="2" y="5"/>
                                      <a:pt x="1" y="6"/>
                                    </a:cubicBezTo>
                                    <a:cubicBezTo>
                                      <a:pt x="1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2" y="10"/>
                                      <a:pt x="2" y="10"/>
                                    </a:cubicBezTo>
                                    <a:cubicBezTo>
                                      <a:pt x="2" y="11"/>
                                      <a:pt x="3" y="12"/>
                                      <a:pt x="3" y="12"/>
                                    </a:cubicBezTo>
                                    <a:cubicBezTo>
                                      <a:pt x="4" y="12"/>
                                      <a:pt x="5" y="11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3"/>
                                    </a:cubicBezTo>
                                    <a:cubicBezTo>
                                      <a:pt x="8" y="13"/>
                                      <a:pt x="9" y="14"/>
                                      <a:pt x="9" y="15"/>
                                    </a:cubicBezTo>
                                    <a:cubicBezTo>
                                      <a:pt x="9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1" y="14"/>
                                      <a:pt x="11" y="15"/>
                                      <a:pt x="11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6"/>
                                    </a:cubicBezTo>
                                    <a:cubicBezTo>
                                      <a:pt x="12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5" y="16"/>
                                      <a:pt x="15" y="15"/>
                                      <a:pt x="15" y="16"/>
                                    </a:cubicBezTo>
                                    <a:cubicBezTo>
                                      <a:pt x="16" y="16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20"/>
                                    </a:cubicBezTo>
                                    <a:cubicBezTo>
                                      <a:pt x="17" y="20"/>
                                      <a:pt x="18" y="21"/>
                                      <a:pt x="18" y="22"/>
                                    </a:cubicBezTo>
                                    <a:cubicBezTo>
                                      <a:pt x="19" y="22"/>
                                      <a:pt x="19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19"/>
                                      <a:pt x="19" y="19"/>
                                      <a:pt x="20" y="19"/>
                                    </a:cubicBezTo>
                                    <a:cubicBezTo>
                                      <a:pt x="20" y="19"/>
                                      <a:pt x="21" y="19"/>
                                      <a:pt x="21" y="19"/>
                                    </a:cubicBezTo>
                                    <a:cubicBezTo>
                                      <a:pt x="21" y="19"/>
                                      <a:pt x="21" y="18"/>
                                      <a:pt x="21" y="18"/>
                                    </a:cubicBezTo>
                                    <a:cubicBezTo>
                                      <a:pt x="20" y="18"/>
                                      <a:pt x="20" y="17"/>
                                      <a:pt x="20" y="17"/>
                                    </a:cubicBezTo>
                                    <a:cubicBezTo>
                                      <a:pt x="19" y="17"/>
                                      <a:pt x="20" y="17"/>
                                      <a:pt x="20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0" y="15"/>
                                      <a:pt x="20" y="16"/>
                                      <a:pt x="19" y="15"/>
                                    </a:cubicBezTo>
                                    <a:cubicBezTo>
                                      <a:pt x="19" y="16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2"/>
                                      <a:pt x="15" y="13"/>
                                      <a:pt x="15" y="12"/>
                                    </a:cubicBezTo>
                                    <a:cubicBezTo>
                                      <a:pt x="14" y="11"/>
                                      <a:pt x="16" y="12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9"/>
                                      <a:pt x="14" y="8"/>
                                    </a:cubicBezTo>
                                    <a:cubicBezTo>
                                      <a:pt x="14" y="8"/>
                                      <a:pt x="13" y="7"/>
                                      <a:pt x="13" y="6"/>
                                    </a:cubicBezTo>
                                    <a:cubicBezTo>
                                      <a:pt x="13" y="5"/>
                                      <a:pt x="14" y="6"/>
                                      <a:pt x="15" y="5"/>
                                    </a:cubicBezTo>
                                    <a:cubicBezTo>
                                      <a:pt x="15" y="4"/>
                                      <a:pt x="14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2" y="3"/>
                                    </a:cubicBezTo>
                                    <a:cubicBezTo>
                                      <a:pt x="12" y="2"/>
                                      <a:pt x="11" y="3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2" y="2"/>
                                    </a:cubicBezTo>
                                    <a:cubicBezTo>
                                      <a:pt x="12" y="2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0"/>
                                      <a:pt x="9" y="0"/>
                                      <a:pt x="9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62" name="Freeform 874">
                              <a:extLst>
                                <a:ext uri="{FF2B5EF4-FFF2-40B4-BE49-F238E27FC236}">
                                  <a16:creationId xmlns:a16="http://schemas.microsoft.com/office/drawing/2014/main" id="{91068E8F-FBDE-82BC-3687-FE0450B930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086600" y="3708400"/>
                              <a:ext cx="403225" cy="312738"/>
                            </a:xfrm>
                            <a:custGeom>
                              <a:avLst/>
                              <a:gdLst>
                                <a:gd name="T0" fmla="*/ 90 w 97"/>
                                <a:gd name="T1" fmla="*/ 11 h 75"/>
                                <a:gd name="T2" fmla="*/ 86 w 97"/>
                                <a:gd name="T3" fmla="*/ 10 h 75"/>
                                <a:gd name="T4" fmla="*/ 82 w 97"/>
                                <a:gd name="T5" fmla="*/ 13 h 75"/>
                                <a:gd name="T6" fmla="*/ 75 w 97"/>
                                <a:gd name="T7" fmla="*/ 16 h 75"/>
                                <a:gd name="T8" fmla="*/ 74 w 97"/>
                                <a:gd name="T9" fmla="*/ 9 h 75"/>
                                <a:gd name="T10" fmla="*/ 72 w 97"/>
                                <a:gd name="T11" fmla="*/ 4 h 75"/>
                                <a:gd name="T12" fmla="*/ 71 w 97"/>
                                <a:gd name="T13" fmla="*/ 1 h 75"/>
                                <a:gd name="T14" fmla="*/ 67 w 97"/>
                                <a:gd name="T15" fmla="*/ 3 h 75"/>
                                <a:gd name="T16" fmla="*/ 61 w 97"/>
                                <a:gd name="T17" fmla="*/ 9 h 75"/>
                                <a:gd name="T18" fmla="*/ 57 w 97"/>
                                <a:gd name="T19" fmla="*/ 10 h 75"/>
                                <a:gd name="T20" fmla="*/ 50 w 97"/>
                                <a:gd name="T21" fmla="*/ 14 h 75"/>
                                <a:gd name="T22" fmla="*/ 45 w 97"/>
                                <a:gd name="T23" fmla="*/ 12 h 75"/>
                                <a:gd name="T24" fmla="*/ 38 w 97"/>
                                <a:gd name="T25" fmla="*/ 10 h 75"/>
                                <a:gd name="T26" fmla="*/ 34 w 97"/>
                                <a:gd name="T27" fmla="*/ 10 h 75"/>
                                <a:gd name="T28" fmla="*/ 30 w 97"/>
                                <a:gd name="T29" fmla="*/ 11 h 75"/>
                                <a:gd name="T30" fmla="*/ 27 w 97"/>
                                <a:gd name="T31" fmla="*/ 16 h 75"/>
                                <a:gd name="T32" fmla="*/ 23 w 97"/>
                                <a:gd name="T33" fmla="*/ 22 h 75"/>
                                <a:gd name="T34" fmla="*/ 17 w 97"/>
                                <a:gd name="T35" fmla="*/ 23 h 75"/>
                                <a:gd name="T36" fmla="*/ 17 w 97"/>
                                <a:gd name="T37" fmla="*/ 27 h 75"/>
                                <a:gd name="T38" fmla="*/ 13 w 97"/>
                                <a:gd name="T39" fmla="*/ 28 h 75"/>
                                <a:gd name="T40" fmla="*/ 11 w 97"/>
                                <a:gd name="T41" fmla="*/ 28 h 75"/>
                                <a:gd name="T42" fmla="*/ 5 w 97"/>
                                <a:gd name="T43" fmla="*/ 25 h 75"/>
                                <a:gd name="T44" fmla="*/ 4 w 97"/>
                                <a:gd name="T45" fmla="*/ 27 h 75"/>
                                <a:gd name="T46" fmla="*/ 3 w 97"/>
                                <a:gd name="T47" fmla="*/ 30 h 75"/>
                                <a:gd name="T48" fmla="*/ 2 w 97"/>
                                <a:gd name="T49" fmla="*/ 36 h 75"/>
                                <a:gd name="T50" fmla="*/ 2 w 97"/>
                                <a:gd name="T51" fmla="*/ 42 h 75"/>
                                <a:gd name="T52" fmla="*/ 2 w 97"/>
                                <a:gd name="T53" fmla="*/ 52 h 75"/>
                                <a:gd name="T54" fmla="*/ 7 w 97"/>
                                <a:gd name="T55" fmla="*/ 59 h 75"/>
                                <a:gd name="T56" fmla="*/ 2 w 97"/>
                                <a:gd name="T57" fmla="*/ 71 h 75"/>
                                <a:gd name="T58" fmla="*/ 23 w 97"/>
                                <a:gd name="T59" fmla="*/ 75 h 75"/>
                                <a:gd name="T60" fmla="*/ 33 w 97"/>
                                <a:gd name="T61" fmla="*/ 73 h 75"/>
                                <a:gd name="T62" fmla="*/ 38 w 97"/>
                                <a:gd name="T63" fmla="*/ 67 h 75"/>
                                <a:gd name="T64" fmla="*/ 43 w 97"/>
                                <a:gd name="T65" fmla="*/ 60 h 75"/>
                                <a:gd name="T66" fmla="*/ 49 w 97"/>
                                <a:gd name="T67" fmla="*/ 60 h 75"/>
                                <a:gd name="T68" fmla="*/ 51 w 97"/>
                                <a:gd name="T69" fmla="*/ 56 h 75"/>
                                <a:gd name="T70" fmla="*/ 55 w 97"/>
                                <a:gd name="T71" fmla="*/ 56 h 75"/>
                                <a:gd name="T72" fmla="*/ 59 w 97"/>
                                <a:gd name="T73" fmla="*/ 53 h 75"/>
                                <a:gd name="T74" fmla="*/ 60 w 97"/>
                                <a:gd name="T75" fmla="*/ 49 h 75"/>
                                <a:gd name="T76" fmla="*/ 66 w 97"/>
                                <a:gd name="T77" fmla="*/ 44 h 75"/>
                                <a:gd name="T78" fmla="*/ 63 w 97"/>
                                <a:gd name="T79" fmla="*/ 39 h 75"/>
                                <a:gd name="T80" fmla="*/ 66 w 97"/>
                                <a:gd name="T81" fmla="*/ 39 h 75"/>
                                <a:gd name="T82" fmla="*/ 71 w 97"/>
                                <a:gd name="T83" fmla="*/ 38 h 75"/>
                                <a:gd name="T84" fmla="*/ 70 w 97"/>
                                <a:gd name="T85" fmla="*/ 34 h 75"/>
                                <a:gd name="T86" fmla="*/ 74 w 97"/>
                                <a:gd name="T87" fmla="*/ 27 h 75"/>
                                <a:gd name="T88" fmla="*/ 73 w 97"/>
                                <a:gd name="T89" fmla="*/ 22 h 75"/>
                                <a:gd name="T90" fmla="*/ 76 w 97"/>
                                <a:gd name="T91" fmla="*/ 18 h 75"/>
                                <a:gd name="T92" fmla="*/ 81 w 97"/>
                                <a:gd name="T93" fmla="*/ 14 h 75"/>
                                <a:gd name="T94" fmla="*/ 90 w 97"/>
                                <a:gd name="T95" fmla="*/ 14 h 75"/>
                                <a:gd name="T96" fmla="*/ 95 w 97"/>
                                <a:gd name="T97" fmla="*/ 13 h 75"/>
                                <a:gd name="T98" fmla="*/ 97 w 97"/>
                                <a:gd name="T99" fmla="*/ 11 h 7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97" h="75">
                                  <a:moveTo>
                                    <a:pt x="92" y="9"/>
                                  </a:moveTo>
                                  <a:cubicBezTo>
                                    <a:pt x="92" y="10"/>
                                    <a:pt x="91" y="10"/>
                                    <a:pt x="91" y="10"/>
                                  </a:cubicBezTo>
                                  <a:cubicBezTo>
                                    <a:pt x="90" y="11"/>
                                    <a:pt x="90" y="11"/>
                                    <a:pt x="90" y="11"/>
                                  </a:cubicBezTo>
                                  <a:cubicBezTo>
                                    <a:pt x="88" y="11"/>
                                    <a:pt x="88" y="11"/>
                                    <a:pt x="88" y="11"/>
                                  </a:cubicBezTo>
                                  <a:cubicBezTo>
                                    <a:pt x="89" y="10"/>
                                    <a:pt x="89" y="10"/>
                                    <a:pt x="89" y="10"/>
                                  </a:cubicBezTo>
                                  <a:cubicBezTo>
                                    <a:pt x="89" y="10"/>
                                    <a:pt x="87" y="10"/>
                                    <a:pt x="86" y="10"/>
                                  </a:cubicBezTo>
                                  <a:cubicBezTo>
                                    <a:pt x="86" y="10"/>
                                    <a:pt x="85" y="10"/>
                                    <a:pt x="85" y="10"/>
                                  </a:cubicBezTo>
                                  <a:cubicBezTo>
                                    <a:pt x="85" y="10"/>
                                    <a:pt x="83" y="11"/>
                                    <a:pt x="83" y="12"/>
                                  </a:cubicBezTo>
                                  <a:cubicBezTo>
                                    <a:pt x="83" y="12"/>
                                    <a:pt x="82" y="13"/>
                                    <a:pt x="82" y="13"/>
                                  </a:cubicBezTo>
                                  <a:cubicBezTo>
                                    <a:pt x="79" y="13"/>
                                    <a:pt x="79" y="13"/>
                                    <a:pt x="79" y="13"/>
                                  </a:cubicBezTo>
                                  <a:cubicBezTo>
                                    <a:pt x="77" y="15"/>
                                    <a:pt x="77" y="15"/>
                                    <a:pt x="77" y="15"/>
                                  </a:cubicBezTo>
                                  <a:cubicBezTo>
                                    <a:pt x="75" y="16"/>
                                    <a:pt x="75" y="16"/>
                                    <a:pt x="75" y="16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4" y="9"/>
                                    <a:pt x="74" y="9"/>
                                    <a:pt x="74" y="9"/>
                                  </a:cubicBezTo>
                                  <a:cubicBezTo>
                                    <a:pt x="74" y="5"/>
                                    <a:pt x="74" y="5"/>
                                    <a:pt x="74" y="5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4"/>
                                    <a:pt x="72" y="4"/>
                                    <a:pt x="72" y="4"/>
                                  </a:cubicBezTo>
                                  <a:cubicBezTo>
                                    <a:pt x="73" y="3"/>
                                    <a:pt x="73" y="3"/>
                                    <a:pt x="73" y="3"/>
                                  </a:cubicBezTo>
                                  <a:cubicBezTo>
                                    <a:pt x="73" y="2"/>
                                    <a:pt x="73" y="2"/>
                                    <a:pt x="73" y="2"/>
                                  </a:cubicBezTo>
                                  <a:cubicBezTo>
                                    <a:pt x="73" y="2"/>
                                    <a:pt x="71" y="1"/>
                                    <a:pt x="71" y="1"/>
                                  </a:cubicBezTo>
                                  <a:cubicBezTo>
                                    <a:pt x="71" y="1"/>
                                    <a:pt x="71" y="0"/>
                                    <a:pt x="71" y="0"/>
                                  </a:cubicBezTo>
                                  <a:cubicBezTo>
                                    <a:pt x="71" y="0"/>
                                    <a:pt x="69" y="0"/>
                                    <a:pt x="69" y="0"/>
                                  </a:cubicBezTo>
                                  <a:cubicBezTo>
                                    <a:pt x="69" y="0"/>
                                    <a:pt x="67" y="2"/>
                                    <a:pt x="67" y="3"/>
                                  </a:cubicBezTo>
                                  <a:cubicBezTo>
                                    <a:pt x="67" y="3"/>
                                    <a:pt x="65" y="5"/>
                                    <a:pt x="65" y="5"/>
                                  </a:cubicBezTo>
                                  <a:cubicBezTo>
                                    <a:pt x="65" y="5"/>
                                    <a:pt x="65" y="8"/>
                                    <a:pt x="65" y="8"/>
                                  </a:cubicBezTo>
                                  <a:cubicBezTo>
                                    <a:pt x="61" y="9"/>
                                    <a:pt x="61" y="9"/>
                                    <a:pt x="61" y="9"/>
                                  </a:cubicBezTo>
                                  <a:cubicBezTo>
                                    <a:pt x="61" y="9"/>
                                    <a:pt x="59" y="11"/>
                                    <a:pt x="59" y="12"/>
                                  </a:cubicBezTo>
                                  <a:cubicBezTo>
                                    <a:pt x="59" y="12"/>
                                    <a:pt x="59" y="12"/>
                                    <a:pt x="59" y="12"/>
                                  </a:cubicBezTo>
                                  <a:cubicBezTo>
                                    <a:pt x="57" y="10"/>
                                    <a:pt x="57" y="10"/>
                                    <a:pt x="57" y="10"/>
                                  </a:cubicBezTo>
                                  <a:cubicBezTo>
                                    <a:pt x="55" y="11"/>
                                    <a:pt x="55" y="11"/>
                                    <a:pt x="55" y="11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0" y="14"/>
                                    <a:pt x="50" y="14"/>
                                    <a:pt x="50" y="14"/>
                                  </a:cubicBezTo>
                                  <a:cubicBezTo>
                                    <a:pt x="49" y="12"/>
                                    <a:pt x="49" y="12"/>
                                    <a:pt x="49" y="12"/>
                                  </a:cubicBezTo>
                                  <a:cubicBezTo>
                                    <a:pt x="47" y="11"/>
                                    <a:pt x="47" y="11"/>
                                    <a:pt x="47" y="11"/>
                                  </a:cubicBezTo>
                                  <a:cubicBezTo>
                                    <a:pt x="45" y="12"/>
                                    <a:pt x="45" y="12"/>
                                    <a:pt x="45" y="12"/>
                                  </a:cubicBezTo>
                                  <a:cubicBezTo>
                                    <a:pt x="43" y="10"/>
                                    <a:pt x="43" y="10"/>
                                    <a:pt x="43" y="10"/>
                                  </a:cubicBezTo>
                                  <a:cubicBezTo>
                                    <a:pt x="40" y="10"/>
                                    <a:pt x="40" y="10"/>
                                    <a:pt x="40" y="10"/>
                                  </a:cubicBezTo>
                                  <a:cubicBezTo>
                                    <a:pt x="38" y="10"/>
                                    <a:pt x="38" y="10"/>
                                    <a:pt x="38" y="10"/>
                                  </a:cubicBezTo>
                                  <a:cubicBezTo>
                                    <a:pt x="36" y="9"/>
                                    <a:pt x="36" y="9"/>
                                    <a:pt x="36" y="9"/>
                                  </a:cubicBezTo>
                                  <a:cubicBezTo>
                                    <a:pt x="36" y="9"/>
                                    <a:pt x="34" y="8"/>
                                    <a:pt x="34" y="9"/>
                                  </a:cubicBezTo>
                                  <a:cubicBezTo>
                                    <a:pt x="34" y="9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4" y="11"/>
                                    <a:pt x="34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0" y="11"/>
                                    <a:pt x="30" y="11"/>
                                  </a:cubicBezTo>
                                  <a:cubicBezTo>
                                    <a:pt x="30" y="12"/>
                                    <a:pt x="28" y="12"/>
                                    <a:pt x="28" y="12"/>
                                  </a:cubicBezTo>
                                  <a:cubicBezTo>
                                    <a:pt x="28" y="13"/>
                                    <a:pt x="28" y="13"/>
                                    <a:pt x="28" y="14"/>
                                  </a:cubicBezTo>
                                  <a:cubicBezTo>
                                    <a:pt x="28" y="14"/>
                                    <a:pt x="27" y="16"/>
                                    <a:pt x="27" y="16"/>
                                  </a:cubicBezTo>
                                  <a:cubicBezTo>
                                    <a:pt x="27" y="16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3" y="20"/>
                                    <a:pt x="23" y="20"/>
                                  </a:cubicBezTo>
                                  <a:cubicBezTo>
                                    <a:pt x="23" y="20"/>
                                    <a:pt x="23" y="22"/>
                                    <a:pt x="23" y="22"/>
                                  </a:cubicBezTo>
                                  <a:cubicBezTo>
                                    <a:pt x="20" y="22"/>
                                    <a:pt x="20" y="22"/>
                                    <a:pt x="20" y="22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8" y="24"/>
                                    <a:pt x="18" y="24"/>
                                    <a:pt x="18" y="24"/>
                                  </a:cubicBezTo>
                                  <a:cubicBezTo>
                                    <a:pt x="17" y="25"/>
                                    <a:pt x="17" y="25"/>
                                    <a:pt x="17" y="25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6" y="27"/>
                                    <a:pt x="15" y="27"/>
                                  </a:cubicBezTo>
                                  <a:cubicBezTo>
                                    <a:pt x="15" y="27"/>
                                    <a:pt x="15" y="28"/>
                                    <a:pt x="14" y="28"/>
                                  </a:cubicBezTo>
                                  <a:cubicBezTo>
                                    <a:pt x="14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2" y="27"/>
                                    <a:pt x="12" y="27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1" y="29"/>
                                    <a:pt x="11" y="28"/>
                                  </a:cubicBezTo>
                                  <a:cubicBezTo>
                                    <a:pt x="11" y="28"/>
                                    <a:pt x="10" y="26"/>
                                    <a:pt x="10" y="26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4" y="28"/>
                                    <a:pt x="4" y="28"/>
                                    <a:pt x="4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29"/>
                                    <a:pt x="3" y="30"/>
                                    <a:pt x="3" y="30"/>
                                  </a:cubicBezTo>
                                  <a:cubicBezTo>
                                    <a:pt x="3" y="30"/>
                                    <a:pt x="3" y="32"/>
                                    <a:pt x="3" y="32"/>
                                  </a:cubicBezTo>
                                  <a:cubicBezTo>
                                    <a:pt x="1" y="34"/>
                                    <a:pt x="1" y="34"/>
                                    <a:pt x="1" y="34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0" y="36"/>
                                    <a:pt x="0" y="36"/>
                                    <a:pt x="0" y="36"/>
                                  </a:cubicBezTo>
                                  <a:cubicBezTo>
                                    <a:pt x="0" y="41"/>
                                    <a:pt x="0" y="41"/>
                                    <a:pt x="0" y="41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0" y="45"/>
                                    <a:pt x="0" y="45"/>
                                    <a:pt x="0" y="45"/>
                                  </a:cubicBezTo>
                                  <a:cubicBezTo>
                                    <a:pt x="0" y="47"/>
                                    <a:pt x="0" y="47"/>
                                    <a:pt x="0" y="47"/>
                                  </a:cubicBezTo>
                                  <a:cubicBezTo>
                                    <a:pt x="2" y="52"/>
                                    <a:pt x="2" y="52"/>
                                    <a:pt x="2" y="52"/>
                                  </a:cubicBezTo>
                                  <a:cubicBezTo>
                                    <a:pt x="2" y="58"/>
                                    <a:pt x="2" y="58"/>
                                    <a:pt x="2" y="58"/>
                                  </a:cubicBezTo>
                                  <a:cubicBezTo>
                                    <a:pt x="4" y="59"/>
                                    <a:pt x="4" y="59"/>
                                    <a:pt x="4" y="59"/>
                                  </a:cubicBezTo>
                                  <a:cubicBezTo>
                                    <a:pt x="7" y="59"/>
                                    <a:pt x="7" y="59"/>
                                    <a:pt x="7" y="59"/>
                                  </a:cubicBezTo>
                                  <a:cubicBezTo>
                                    <a:pt x="8" y="60"/>
                                    <a:pt x="8" y="60"/>
                                    <a:pt x="8" y="60"/>
                                  </a:cubicBezTo>
                                  <a:cubicBezTo>
                                    <a:pt x="8" y="63"/>
                                    <a:pt x="8" y="63"/>
                                    <a:pt x="8" y="63"/>
                                  </a:cubicBezTo>
                                  <a:cubicBezTo>
                                    <a:pt x="2" y="71"/>
                                    <a:pt x="2" y="71"/>
                                    <a:pt x="2" y="71"/>
                                  </a:cubicBezTo>
                                  <a:cubicBezTo>
                                    <a:pt x="13" y="75"/>
                                    <a:pt x="13" y="75"/>
                                    <a:pt x="13" y="75"/>
                                  </a:cubicBezTo>
                                  <a:cubicBezTo>
                                    <a:pt x="16" y="74"/>
                                    <a:pt x="16" y="74"/>
                                    <a:pt x="16" y="74"/>
                                  </a:cubicBezTo>
                                  <a:cubicBezTo>
                                    <a:pt x="23" y="75"/>
                                    <a:pt x="23" y="75"/>
                                    <a:pt x="23" y="75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3"/>
                                    <a:pt x="30" y="74"/>
                                    <a:pt x="30" y="74"/>
                                  </a:cubicBezTo>
                                  <a:cubicBezTo>
                                    <a:pt x="30" y="74"/>
                                    <a:pt x="32" y="73"/>
                                    <a:pt x="33" y="73"/>
                                  </a:cubicBezTo>
                                  <a:cubicBezTo>
                                    <a:pt x="33" y="73"/>
                                    <a:pt x="39" y="71"/>
                                    <a:pt x="39" y="71"/>
                                  </a:cubicBezTo>
                                  <a:cubicBezTo>
                                    <a:pt x="39" y="71"/>
                                    <a:pt x="39" y="70"/>
                                    <a:pt x="38" y="70"/>
                                  </a:cubicBezTo>
                                  <a:cubicBezTo>
                                    <a:pt x="38" y="69"/>
                                    <a:pt x="38" y="67"/>
                                    <a:pt x="38" y="67"/>
                                  </a:cubicBezTo>
                                  <a:cubicBezTo>
                                    <a:pt x="38" y="67"/>
                                    <a:pt x="39" y="64"/>
                                    <a:pt x="39" y="64"/>
                                  </a:cubicBezTo>
                                  <a:cubicBezTo>
                                    <a:pt x="39" y="64"/>
                                    <a:pt x="39" y="63"/>
                                    <a:pt x="39" y="63"/>
                                  </a:cubicBezTo>
                                  <a:cubicBezTo>
                                    <a:pt x="43" y="60"/>
                                    <a:pt x="43" y="60"/>
                                    <a:pt x="43" y="60"/>
                                  </a:cubicBezTo>
                                  <a:cubicBezTo>
                                    <a:pt x="43" y="60"/>
                                    <a:pt x="44" y="61"/>
                                    <a:pt x="45" y="61"/>
                                  </a:cubicBezTo>
                                  <a:cubicBezTo>
                                    <a:pt x="45" y="61"/>
                                    <a:pt x="48" y="60"/>
                                    <a:pt x="48" y="60"/>
                                  </a:cubicBezTo>
                                  <a:cubicBezTo>
                                    <a:pt x="49" y="60"/>
                                    <a:pt x="49" y="60"/>
                                    <a:pt x="49" y="60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9" y="58"/>
                                    <a:pt x="49" y="58"/>
                                    <a:pt x="49" y="58"/>
                                  </a:cubicBezTo>
                                  <a:cubicBezTo>
                                    <a:pt x="51" y="56"/>
                                    <a:pt x="51" y="56"/>
                                    <a:pt x="51" y="56"/>
                                  </a:cubicBezTo>
                                  <a:cubicBezTo>
                                    <a:pt x="51" y="56"/>
                                    <a:pt x="52" y="56"/>
                                    <a:pt x="53" y="56"/>
                                  </a:cubicBezTo>
                                  <a:cubicBezTo>
                                    <a:pt x="53" y="56"/>
                                    <a:pt x="53" y="57"/>
                                    <a:pt x="53" y="57"/>
                                  </a:cubicBezTo>
                                  <a:cubicBezTo>
                                    <a:pt x="55" y="56"/>
                                    <a:pt x="55" y="56"/>
                                    <a:pt x="55" y="56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9" y="55"/>
                                    <a:pt x="59" y="55"/>
                                    <a:pt x="59" y="55"/>
                                  </a:cubicBezTo>
                                  <a:cubicBezTo>
                                    <a:pt x="59" y="53"/>
                                    <a:pt x="59" y="53"/>
                                    <a:pt x="59" y="53"/>
                                  </a:cubicBezTo>
                                  <a:cubicBezTo>
                                    <a:pt x="59" y="53"/>
                                    <a:pt x="59" y="52"/>
                                    <a:pt x="59" y="52"/>
                                  </a:cubicBezTo>
                                  <a:cubicBezTo>
                                    <a:pt x="59" y="52"/>
                                    <a:pt x="59" y="50"/>
                                    <a:pt x="59" y="50"/>
                                  </a:cubicBezTo>
                                  <a:cubicBezTo>
                                    <a:pt x="60" y="49"/>
                                    <a:pt x="60" y="49"/>
                                    <a:pt x="60" y="49"/>
                                  </a:cubicBezTo>
                                  <a:cubicBezTo>
                                    <a:pt x="60" y="46"/>
                                    <a:pt x="60" y="46"/>
                                    <a:pt x="60" y="46"/>
                                  </a:cubicBezTo>
                                  <a:cubicBezTo>
                                    <a:pt x="64" y="45"/>
                                    <a:pt x="64" y="45"/>
                                    <a:pt x="64" y="45"/>
                                  </a:cubicBezTo>
                                  <a:cubicBezTo>
                                    <a:pt x="66" y="44"/>
                                    <a:pt x="66" y="44"/>
                                    <a:pt x="66" y="44"/>
                                  </a:cubicBezTo>
                                  <a:cubicBezTo>
                                    <a:pt x="66" y="44"/>
                                    <a:pt x="66" y="43"/>
                                    <a:pt x="66" y="42"/>
                                  </a:cubicBezTo>
                                  <a:cubicBezTo>
                                    <a:pt x="66" y="42"/>
                                    <a:pt x="65" y="41"/>
                                    <a:pt x="65" y="41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6" y="38"/>
                                    <a:pt x="66" y="38"/>
                                    <a:pt x="66" y="38"/>
                                  </a:cubicBezTo>
                                  <a:cubicBezTo>
                                    <a:pt x="66" y="39"/>
                                    <a:pt x="66" y="39"/>
                                    <a:pt x="66" y="39"/>
                                  </a:cubicBezTo>
                                  <a:cubicBezTo>
                                    <a:pt x="68" y="39"/>
                                    <a:pt x="68" y="39"/>
                                    <a:pt x="68" y="39"/>
                                  </a:cubicBezTo>
                                  <a:cubicBezTo>
                                    <a:pt x="69" y="38"/>
                                    <a:pt x="69" y="38"/>
                                    <a:pt x="69" y="38"/>
                                  </a:cubicBezTo>
                                  <a:cubicBezTo>
                                    <a:pt x="71" y="38"/>
                                    <a:pt x="71" y="38"/>
                                    <a:pt x="71" y="38"/>
                                  </a:cubicBezTo>
                                  <a:cubicBezTo>
                                    <a:pt x="72" y="36"/>
                                    <a:pt x="72" y="36"/>
                                    <a:pt x="72" y="36"/>
                                  </a:cubicBezTo>
                                  <a:cubicBezTo>
                                    <a:pt x="70" y="35"/>
                                    <a:pt x="70" y="35"/>
                                    <a:pt x="70" y="35"/>
                                  </a:cubicBezTo>
                                  <a:cubicBezTo>
                                    <a:pt x="70" y="34"/>
                                    <a:pt x="70" y="34"/>
                                    <a:pt x="70" y="34"/>
                                  </a:cubicBezTo>
                                  <a:cubicBezTo>
                                    <a:pt x="70" y="34"/>
                                    <a:pt x="73" y="31"/>
                                    <a:pt x="73" y="31"/>
                                  </a:cubicBezTo>
                                  <a:cubicBezTo>
                                    <a:pt x="73" y="31"/>
                                    <a:pt x="74" y="30"/>
                                    <a:pt x="74" y="29"/>
                                  </a:cubicBezTo>
                                  <a:cubicBezTo>
                                    <a:pt x="74" y="29"/>
                                    <a:pt x="74" y="28"/>
                                    <a:pt x="74" y="27"/>
                                  </a:cubicBezTo>
                                  <a:cubicBezTo>
                                    <a:pt x="74" y="27"/>
                                    <a:pt x="74" y="26"/>
                                    <a:pt x="74" y="26"/>
                                  </a:cubicBezTo>
                                  <a:cubicBezTo>
                                    <a:pt x="74" y="26"/>
                                    <a:pt x="74" y="25"/>
                                    <a:pt x="74" y="25"/>
                                  </a:cubicBezTo>
                                  <a:cubicBezTo>
                                    <a:pt x="73" y="22"/>
                                    <a:pt x="73" y="22"/>
                                    <a:pt x="73" y="22"/>
                                  </a:cubicBezTo>
                                  <a:cubicBezTo>
                                    <a:pt x="72" y="21"/>
                                    <a:pt x="72" y="21"/>
                                    <a:pt x="72" y="21"/>
                                  </a:cubicBezTo>
                                  <a:cubicBezTo>
                                    <a:pt x="74" y="18"/>
                                    <a:pt x="74" y="18"/>
                                    <a:pt x="74" y="18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6" y="18"/>
                                    <a:pt x="76" y="17"/>
                                    <a:pt x="76" y="17"/>
                                  </a:cubicBezTo>
                                  <a:cubicBezTo>
                                    <a:pt x="76" y="17"/>
                                    <a:pt x="80" y="15"/>
                                    <a:pt x="80" y="15"/>
                                  </a:cubicBezTo>
                                  <a:cubicBezTo>
                                    <a:pt x="81" y="14"/>
                                    <a:pt x="81" y="14"/>
                                    <a:pt x="81" y="14"/>
                                  </a:cubicBezTo>
                                  <a:cubicBezTo>
                                    <a:pt x="87" y="14"/>
                                    <a:pt x="87" y="14"/>
                                    <a:pt x="87" y="14"/>
                                  </a:cubicBezTo>
                                  <a:cubicBezTo>
                                    <a:pt x="88" y="14"/>
                                    <a:pt x="88" y="14"/>
                                    <a:pt x="88" y="14"/>
                                  </a:cubicBezTo>
                                  <a:cubicBezTo>
                                    <a:pt x="90" y="14"/>
                                    <a:pt x="90" y="14"/>
                                    <a:pt x="90" y="14"/>
                                  </a:cubicBezTo>
                                  <a:cubicBezTo>
                                    <a:pt x="90" y="14"/>
                                    <a:pt x="91" y="14"/>
                                    <a:pt x="92" y="14"/>
                                  </a:cubicBezTo>
                                  <a:cubicBezTo>
                                    <a:pt x="93" y="14"/>
                                    <a:pt x="94" y="14"/>
                                    <a:pt x="94" y="13"/>
                                  </a:cubicBezTo>
                                  <a:cubicBezTo>
                                    <a:pt x="94" y="13"/>
                                    <a:pt x="95" y="13"/>
                                    <a:pt x="95" y="13"/>
                                  </a:cubicBezTo>
                                  <a:cubicBezTo>
                                    <a:pt x="94" y="12"/>
                                    <a:pt x="94" y="12"/>
                                    <a:pt x="94" y="12"/>
                                  </a:cubicBezTo>
                                  <a:cubicBezTo>
                                    <a:pt x="94" y="12"/>
                                    <a:pt x="95" y="11"/>
                                    <a:pt x="95" y="11"/>
                                  </a:cubicBezTo>
                                  <a:cubicBezTo>
                                    <a:pt x="97" y="11"/>
                                    <a:pt x="97" y="11"/>
                                    <a:pt x="97" y="11"/>
                                  </a:cubicBezTo>
                                  <a:cubicBezTo>
                                    <a:pt x="96" y="9"/>
                                    <a:pt x="96" y="9"/>
                                    <a:pt x="96" y="9"/>
                                  </a:cubicBezTo>
                                  <a:cubicBezTo>
                                    <a:pt x="96" y="9"/>
                                    <a:pt x="93" y="9"/>
                                    <a:pt x="92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63" name="Group 162">
                              <a:extLst>
                                <a:ext uri="{FF2B5EF4-FFF2-40B4-BE49-F238E27FC236}">
                                  <a16:creationId xmlns:a16="http://schemas.microsoft.com/office/drawing/2014/main" id="{FE853426-A7EB-4850-E6CD-A05DEF9EDC6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283325" y="3584575"/>
                              <a:ext cx="511175" cy="444500"/>
                              <a:chOff x="6283325" y="3584575"/>
                              <a:chExt cx="511175" cy="444500"/>
                            </a:xfrm>
                            <a:grpFill/>
                          </p:grpSpPr>
                          <p:sp>
                            <p:nvSpPr>
                              <p:cNvPr id="164" name="Freeform 854">
                                <a:extLst>
                                  <a:ext uri="{FF2B5EF4-FFF2-40B4-BE49-F238E27FC236}">
                                    <a16:creationId xmlns:a16="http://schemas.microsoft.com/office/drawing/2014/main" id="{2C50F219-D36D-478E-D68E-603EE5100F3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62700" y="3887788"/>
                                <a:ext cx="120650" cy="138113"/>
                              </a:xfrm>
                              <a:custGeom>
                                <a:avLst/>
                                <a:gdLst>
                                  <a:gd name="T0" fmla="*/ 12 w 29"/>
                                  <a:gd name="T1" fmla="*/ 28 h 33"/>
                                  <a:gd name="T2" fmla="*/ 15 w 29"/>
                                  <a:gd name="T3" fmla="*/ 28 h 33"/>
                                  <a:gd name="T4" fmla="*/ 17 w 29"/>
                                  <a:gd name="T5" fmla="*/ 27 h 33"/>
                                  <a:gd name="T6" fmla="*/ 18 w 29"/>
                                  <a:gd name="T7" fmla="*/ 25 h 33"/>
                                  <a:gd name="T8" fmla="*/ 21 w 29"/>
                                  <a:gd name="T9" fmla="*/ 23 h 33"/>
                                  <a:gd name="T10" fmla="*/ 14 w 29"/>
                                  <a:gd name="T11" fmla="*/ 15 h 33"/>
                                  <a:gd name="T12" fmla="*/ 23 w 29"/>
                                  <a:gd name="T13" fmla="*/ 13 h 33"/>
                                  <a:gd name="T14" fmla="*/ 27 w 29"/>
                                  <a:gd name="T15" fmla="*/ 12 h 33"/>
                                  <a:gd name="T16" fmla="*/ 29 w 29"/>
                                  <a:gd name="T17" fmla="*/ 10 h 33"/>
                                  <a:gd name="T18" fmla="*/ 29 w 29"/>
                                  <a:gd name="T19" fmla="*/ 9 h 33"/>
                                  <a:gd name="T20" fmla="*/ 28 w 29"/>
                                  <a:gd name="T21" fmla="*/ 9 h 33"/>
                                  <a:gd name="T22" fmla="*/ 28 w 29"/>
                                  <a:gd name="T23" fmla="*/ 8 h 33"/>
                                  <a:gd name="T24" fmla="*/ 28 w 29"/>
                                  <a:gd name="T25" fmla="*/ 7 h 33"/>
                                  <a:gd name="T26" fmla="*/ 28 w 29"/>
                                  <a:gd name="T27" fmla="*/ 5 h 33"/>
                                  <a:gd name="T28" fmla="*/ 27 w 29"/>
                                  <a:gd name="T29" fmla="*/ 4 h 33"/>
                                  <a:gd name="T30" fmla="*/ 27 w 29"/>
                                  <a:gd name="T31" fmla="*/ 2 h 33"/>
                                  <a:gd name="T32" fmla="*/ 26 w 29"/>
                                  <a:gd name="T33" fmla="*/ 0 h 33"/>
                                  <a:gd name="T34" fmla="*/ 26 w 29"/>
                                  <a:gd name="T35" fmla="*/ 1 h 33"/>
                                  <a:gd name="T36" fmla="*/ 13 w 29"/>
                                  <a:gd name="T37" fmla="*/ 9 h 33"/>
                                  <a:gd name="T38" fmla="*/ 8 w 29"/>
                                  <a:gd name="T39" fmla="*/ 8 h 33"/>
                                  <a:gd name="T40" fmla="*/ 6 w 29"/>
                                  <a:gd name="T41" fmla="*/ 5 h 33"/>
                                  <a:gd name="T42" fmla="*/ 5 w 29"/>
                                  <a:gd name="T43" fmla="*/ 6 h 33"/>
                                  <a:gd name="T44" fmla="*/ 5 w 29"/>
                                  <a:gd name="T45" fmla="*/ 7 h 33"/>
                                  <a:gd name="T46" fmla="*/ 4 w 29"/>
                                  <a:gd name="T47" fmla="*/ 16 h 33"/>
                                  <a:gd name="T48" fmla="*/ 0 w 29"/>
                                  <a:gd name="T49" fmla="*/ 32 h 33"/>
                                  <a:gd name="T50" fmla="*/ 8 w 29"/>
                                  <a:gd name="T51" fmla="*/ 33 h 33"/>
                                  <a:gd name="T52" fmla="*/ 12 w 29"/>
                                  <a:gd name="T53" fmla="*/ 28 h 3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</a:cxnLst>
                                <a:rect l="0" t="0" r="r" b="b"/>
                                <a:pathLst>
                                  <a:path w="29" h="33">
                                    <a:moveTo>
                                      <a:pt x="12" y="28"/>
                                    </a:move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22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7" y="12"/>
                                      <a:pt x="27" y="12"/>
                                    </a:cubicBezTo>
                                    <a:cubicBezTo>
                                      <a:pt x="29" y="10"/>
                                      <a:pt x="29" y="10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9"/>
                                      <a:pt x="29" y="9"/>
                                    </a:cubicBezTo>
                                    <a:cubicBezTo>
                                      <a:pt x="29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7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7"/>
                                      <a:pt x="28" y="7"/>
                                    </a:cubicBezTo>
                                    <a:cubicBezTo>
                                      <a:pt x="28" y="7"/>
                                      <a:pt x="28" y="6"/>
                                      <a:pt x="28" y="5"/>
                                    </a:cubicBezTo>
                                    <a:cubicBezTo>
                                      <a:pt x="28" y="5"/>
                                      <a:pt x="27" y="4"/>
                                      <a:pt x="27" y="4"/>
                                    </a:cubicBezTo>
                                    <a:cubicBezTo>
                                      <a:pt x="27" y="4"/>
                                      <a:pt x="27" y="2"/>
                                      <a:pt x="27" y="2"/>
                                    </a:cubicBezTo>
                                    <a:cubicBezTo>
                                      <a:pt x="27" y="2"/>
                                      <a:pt x="26" y="1"/>
                                      <a:pt x="26" y="0"/>
                                    </a:cubicBezTo>
                                    <a:cubicBezTo>
                                      <a:pt x="26" y="1"/>
                                      <a:pt x="26" y="1"/>
                                      <a:pt x="26" y="1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0" y="32"/>
                                      <a:pt x="0" y="32"/>
                                      <a:pt x="0" y="32"/>
                                    </a:cubicBezTo>
                                    <a:cubicBezTo>
                                      <a:pt x="8" y="33"/>
                                      <a:pt x="8" y="33"/>
                                      <a:pt x="8" y="33"/>
                                    </a:cubicBezTo>
                                    <a:lnTo>
                                      <a:pt x="12" y="28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5" name="Freeform 859">
                                <a:extLst>
                                  <a:ext uri="{FF2B5EF4-FFF2-40B4-BE49-F238E27FC236}">
                                    <a16:creationId xmlns:a16="http://schemas.microsoft.com/office/drawing/2014/main" id="{E59A34D4-945B-B278-F7CF-FCF27BECFD29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42063" y="3895725"/>
                                <a:ext cx="41275" cy="125413"/>
                              </a:xfrm>
                              <a:custGeom>
                                <a:avLst/>
                                <a:gdLst>
                                  <a:gd name="T0" fmla="*/ 7 w 10"/>
                                  <a:gd name="T1" fmla="*/ 0 h 30"/>
                                  <a:gd name="T2" fmla="*/ 4 w 10"/>
                                  <a:gd name="T3" fmla="*/ 7 h 30"/>
                                  <a:gd name="T4" fmla="*/ 2 w 10"/>
                                  <a:gd name="T5" fmla="*/ 13 h 30"/>
                                  <a:gd name="T6" fmla="*/ 0 w 10"/>
                                  <a:gd name="T7" fmla="*/ 15 h 30"/>
                                  <a:gd name="T8" fmla="*/ 5 w 10"/>
                                  <a:gd name="T9" fmla="*/ 30 h 30"/>
                                  <a:gd name="T10" fmla="*/ 9 w 10"/>
                                  <a:gd name="T11" fmla="*/ 14 h 30"/>
                                  <a:gd name="T12" fmla="*/ 10 w 10"/>
                                  <a:gd name="T13" fmla="*/ 5 h 30"/>
                                  <a:gd name="T14" fmla="*/ 10 w 10"/>
                                  <a:gd name="T15" fmla="*/ 4 h 30"/>
                                  <a:gd name="T16" fmla="*/ 9 w 10"/>
                                  <a:gd name="T17" fmla="*/ 0 h 30"/>
                                  <a:gd name="T18" fmla="*/ 7 w 10"/>
                                  <a:gd name="T19" fmla="*/ 0 h 3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</a:cxnLst>
                                <a:rect l="0" t="0" r="r" b="b"/>
                                <a:pathLst>
                                  <a:path w="10" h="30">
                                    <a:moveTo>
                                      <a:pt x="7" y="0"/>
                                    </a:moveTo>
                                    <a:cubicBezTo>
                                      <a:pt x="6" y="3"/>
                                      <a:pt x="5" y="5"/>
                                      <a:pt x="4" y="7"/>
                                    </a:cubicBezTo>
                                    <a:cubicBezTo>
                                      <a:pt x="4" y="9"/>
                                      <a:pt x="3" y="11"/>
                                      <a:pt x="2" y="13"/>
                                    </a:cubicBezTo>
                                    <a:cubicBezTo>
                                      <a:pt x="2" y="14"/>
                                      <a:pt x="0" y="15"/>
                                      <a:pt x="0" y="15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lnTo>
                                      <a:pt x="7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6" name="Freeform 860">
                                <a:extLst>
                                  <a:ext uri="{FF2B5EF4-FFF2-40B4-BE49-F238E27FC236}">
                                    <a16:creationId xmlns:a16="http://schemas.microsoft.com/office/drawing/2014/main" id="{C8FF6838-6F08-9DBB-1EE3-1A1ADD2D5365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470650" y="3746500"/>
                                <a:ext cx="274637" cy="282575"/>
                              </a:xfrm>
                              <a:custGeom>
                                <a:avLst/>
                                <a:gdLst>
                                  <a:gd name="T0" fmla="*/ 40 w 66"/>
                                  <a:gd name="T1" fmla="*/ 67 h 68"/>
                                  <a:gd name="T2" fmla="*/ 57 w 66"/>
                                  <a:gd name="T3" fmla="*/ 61 h 68"/>
                                  <a:gd name="T4" fmla="*/ 64 w 66"/>
                                  <a:gd name="T5" fmla="*/ 60 h 68"/>
                                  <a:gd name="T6" fmla="*/ 66 w 66"/>
                                  <a:gd name="T7" fmla="*/ 61 h 68"/>
                                  <a:gd name="T8" fmla="*/ 63 w 66"/>
                                  <a:gd name="T9" fmla="*/ 54 h 68"/>
                                  <a:gd name="T10" fmla="*/ 61 w 66"/>
                                  <a:gd name="T11" fmla="*/ 51 h 68"/>
                                  <a:gd name="T12" fmla="*/ 60 w 66"/>
                                  <a:gd name="T13" fmla="*/ 44 h 68"/>
                                  <a:gd name="T14" fmla="*/ 56 w 66"/>
                                  <a:gd name="T15" fmla="*/ 41 h 68"/>
                                  <a:gd name="T16" fmla="*/ 49 w 66"/>
                                  <a:gd name="T17" fmla="*/ 37 h 68"/>
                                  <a:gd name="T18" fmla="*/ 49 w 66"/>
                                  <a:gd name="T19" fmla="*/ 33 h 68"/>
                                  <a:gd name="T20" fmla="*/ 48 w 66"/>
                                  <a:gd name="T21" fmla="*/ 32 h 68"/>
                                  <a:gd name="T22" fmla="*/ 45 w 66"/>
                                  <a:gd name="T23" fmla="*/ 30 h 68"/>
                                  <a:gd name="T24" fmla="*/ 46 w 66"/>
                                  <a:gd name="T25" fmla="*/ 27 h 68"/>
                                  <a:gd name="T26" fmla="*/ 45 w 66"/>
                                  <a:gd name="T27" fmla="*/ 25 h 68"/>
                                  <a:gd name="T28" fmla="*/ 47 w 66"/>
                                  <a:gd name="T29" fmla="*/ 22 h 68"/>
                                  <a:gd name="T30" fmla="*/ 48 w 66"/>
                                  <a:gd name="T31" fmla="*/ 20 h 68"/>
                                  <a:gd name="T32" fmla="*/ 50 w 66"/>
                                  <a:gd name="T33" fmla="*/ 18 h 68"/>
                                  <a:gd name="T34" fmla="*/ 49 w 66"/>
                                  <a:gd name="T35" fmla="*/ 16 h 68"/>
                                  <a:gd name="T36" fmla="*/ 48 w 66"/>
                                  <a:gd name="T37" fmla="*/ 14 h 68"/>
                                  <a:gd name="T38" fmla="*/ 45 w 66"/>
                                  <a:gd name="T39" fmla="*/ 13 h 68"/>
                                  <a:gd name="T40" fmla="*/ 43 w 66"/>
                                  <a:gd name="T41" fmla="*/ 9 h 68"/>
                                  <a:gd name="T42" fmla="*/ 41 w 66"/>
                                  <a:gd name="T43" fmla="*/ 6 h 68"/>
                                  <a:gd name="T44" fmla="*/ 41 w 66"/>
                                  <a:gd name="T45" fmla="*/ 3 h 68"/>
                                  <a:gd name="T46" fmla="*/ 38 w 66"/>
                                  <a:gd name="T47" fmla="*/ 2 h 68"/>
                                  <a:gd name="T48" fmla="*/ 36 w 66"/>
                                  <a:gd name="T49" fmla="*/ 4 h 68"/>
                                  <a:gd name="T50" fmla="*/ 35 w 66"/>
                                  <a:gd name="T51" fmla="*/ 1 h 68"/>
                                  <a:gd name="T52" fmla="*/ 31 w 66"/>
                                  <a:gd name="T53" fmla="*/ 1 h 68"/>
                                  <a:gd name="T54" fmla="*/ 27 w 66"/>
                                  <a:gd name="T55" fmla="*/ 1 h 68"/>
                                  <a:gd name="T56" fmla="*/ 24 w 66"/>
                                  <a:gd name="T57" fmla="*/ 2 h 68"/>
                                  <a:gd name="T58" fmla="*/ 23 w 66"/>
                                  <a:gd name="T59" fmla="*/ 5 h 68"/>
                                  <a:gd name="T60" fmla="*/ 17 w 66"/>
                                  <a:gd name="T61" fmla="*/ 9 h 68"/>
                                  <a:gd name="T62" fmla="*/ 17 w 66"/>
                                  <a:gd name="T63" fmla="*/ 18 h 68"/>
                                  <a:gd name="T64" fmla="*/ 0 w 66"/>
                                  <a:gd name="T65" fmla="*/ 34 h 68"/>
                                  <a:gd name="T66" fmla="*/ 1 w 66"/>
                                  <a:gd name="T67" fmla="*/ 38 h 68"/>
                                  <a:gd name="T68" fmla="*/ 2 w 66"/>
                                  <a:gd name="T69" fmla="*/ 41 h 68"/>
                                  <a:gd name="T70" fmla="*/ 2 w 66"/>
                                  <a:gd name="T71" fmla="*/ 43 h 68"/>
                                  <a:gd name="T72" fmla="*/ 3 w 66"/>
                                  <a:gd name="T73" fmla="*/ 44 h 68"/>
                                  <a:gd name="T74" fmla="*/ 21 w 66"/>
                                  <a:gd name="T75" fmla="*/ 52 h 6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</a:cxnLst>
                                <a:rect l="0" t="0" r="r" b="b"/>
                                <a:pathLst>
                                  <a:path w="66" h="68">
                                    <a:moveTo>
                                      <a:pt x="21" y="52"/>
                                    </a:moveTo>
                                    <a:cubicBezTo>
                                      <a:pt x="40" y="67"/>
                                      <a:pt x="40" y="67"/>
                                      <a:pt x="40" y="67"/>
                                    </a:cubicBezTo>
                                    <a:cubicBezTo>
                                      <a:pt x="53" y="68"/>
                                      <a:pt x="53" y="68"/>
                                      <a:pt x="53" y="68"/>
                                    </a:cubicBezTo>
                                    <a:cubicBezTo>
                                      <a:pt x="53" y="68"/>
                                      <a:pt x="57" y="61"/>
                                      <a:pt x="57" y="61"/>
                                    </a:cubicBezTo>
                                    <a:cubicBezTo>
                                      <a:pt x="64" y="61"/>
                                      <a:pt x="64" y="61"/>
                                      <a:pt x="64" y="61"/>
                                    </a:cubicBezTo>
                                    <a:cubicBezTo>
                                      <a:pt x="64" y="61"/>
                                      <a:pt x="64" y="60"/>
                                      <a:pt x="64" y="60"/>
                                    </a:cubicBezTo>
                                    <a:cubicBezTo>
                                      <a:pt x="64" y="60"/>
                                      <a:pt x="64" y="60"/>
                                      <a:pt x="65" y="60"/>
                                    </a:cubicBezTo>
                                    <a:cubicBezTo>
                                      <a:pt x="66" y="61"/>
                                      <a:pt x="66" y="61"/>
                                      <a:pt x="66" y="61"/>
                                    </a:cubicBezTo>
                                    <a:cubicBezTo>
                                      <a:pt x="66" y="61"/>
                                      <a:pt x="63" y="58"/>
                                      <a:pt x="63" y="57"/>
                                    </a:cubicBezTo>
                                    <a:cubicBezTo>
                                      <a:pt x="63" y="57"/>
                                      <a:pt x="63" y="54"/>
                                      <a:pt x="63" y="54"/>
                                    </a:cubicBezTo>
                                    <a:cubicBezTo>
                                      <a:pt x="62" y="54"/>
                                      <a:pt x="61" y="53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1"/>
                                      <a:pt x="61" y="51"/>
                                    </a:cubicBezTo>
                                    <a:cubicBezTo>
                                      <a:pt x="61" y="51"/>
                                      <a:pt x="61" y="47"/>
                                      <a:pt x="61" y="47"/>
                                    </a:cubicBezTo>
                                    <a:cubicBezTo>
                                      <a:pt x="61" y="47"/>
                                      <a:pt x="60" y="44"/>
                                      <a:pt x="60" y="44"/>
                                    </a:cubicBezTo>
                                    <a:cubicBezTo>
                                      <a:pt x="59" y="44"/>
                                      <a:pt x="59" y="42"/>
                                      <a:pt x="59" y="42"/>
                                    </a:cubicBezTo>
                                    <a:cubicBezTo>
                                      <a:pt x="56" y="41"/>
                                      <a:pt x="56" y="41"/>
                                      <a:pt x="56" y="41"/>
                                    </a:cubicBezTo>
                                    <a:cubicBezTo>
                                      <a:pt x="53" y="38"/>
                                      <a:pt x="53" y="38"/>
                                      <a:pt x="53" y="38"/>
                                    </a:cubicBezTo>
                                    <a:cubicBezTo>
                                      <a:pt x="53" y="38"/>
                                      <a:pt x="49" y="37"/>
                                      <a:pt x="49" y="37"/>
                                    </a:cubicBezTo>
                                    <a:cubicBezTo>
                                      <a:pt x="49" y="37"/>
                                      <a:pt x="50" y="35"/>
                                      <a:pt x="50" y="35"/>
                                    </a:cubicBezTo>
                                    <a:cubicBezTo>
                                      <a:pt x="49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48" y="33"/>
                                      <a:pt x="48" y="33"/>
                                      <a:pt x="48" y="33"/>
                                    </a:cubicBezTo>
                                    <a:cubicBezTo>
                                      <a:pt x="48" y="33"/>
                                      <a:pt x="48" y="32"/>
                                      <a:pt x="48" y="32"/>
                                    </a:cubicBezTo>
                                    <a:cubicBezTo>
                                      <a:pt x="48" y="32"/>
                                      <a:pt x="46" y="32"/>
                                      <a:pt x="46" y="31"/>
                                    </a:cubicBezTo>
                                    <a:cubicBezTo>
                                      <a:pt x="46" y="31"/>
                                      <a:pt x="45" y="30"/>
                                      <a:pt x="45" y="30"/>
                                    </a:cubicBezTo>
                                    <a:cubicBezTo>
                                      <a:pt x="45" y="30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8"/>
                                      <a:pt x="46" y="27"/>
                                      <a:pt x="46" y="27"/>
                                    </a:cubicBezTo>
                                    <a:cubicBezTo>
                                      <a:pt x="46" y="27"/>
                                      <a:pt x="45" y="25"/>
                                      <a:pt x="45" y="25"/>
                                    </a:cubicBezTo>
                                    <a:cubicBezTo>
                                      <a:pt x="45" y="25"/>
                                      <a:pt x="45" y="25"/>
                                      <a:pt x="45" y="25"/>
                                    </a:cubicBezTo>
                                    <a:cubicBezTo>
                                      <a:pt x="47" y="24"/>
                                      <a:pt x="47" y="24"/>
                                      <a:pt x="47" y="24"/>
                                    </a:cubicBezTo>
                                    <a:cubicBezTo>
                                      <a:pt x="47" y="22"/>
                                      <a:pt x="47" y="22"/>
                                      <a:pt x="47" y="22"/>
                                    </a:cubicBezTo>
                                    <a:cubicBezTo>
                                      <a:pt x="47" y="22"/>
                                      <a:pt x="48" y="22"/>
                                      <a:pt x="48" y="22"/>
                                    </a:cubicBezTo>
                                    <a:cubicBezTo>
                                      <a:pt x="48" y="22"/>
                                      <a:pt x="48" y="20"/>
                                      <a:pt x="48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18"/>
                                      <a:pt x="50" y="18"/>
                                      <a:pt x="50" y="18"/>
                                    </a:cubicBezTo>
                                    <a:cubicBezTo>
                                      <a:pt x="49" y="17"/>
                                      <a:pt x="49" y="17"/>
                                      <a:pt x="49" y="17"/>
                                    </a:cubicBezTo>
                                    <a:cubicBezTo>
                                      <a:pt x="49" y="16"/>
                                      <a:pt x="49" y="16"/>
                                      <a:pt x="49" y="16"/>
                                    </a:cubicBezTo>
                                    <a:cubicBezTo>
                                      <a:pt x="51" y="14"/>
                                      <a:pt x="51" y="14"/>
                                      <a:pt x="51" y="14"/>
                                    </a:cubicBezTo>
                                    <a:cubicBezTo>
                                      <a:pt x="48" y="14"/>
                                      <a:pt x="48" y="14"/>
                                      <a:pt x="48" y="14"/>
                                    </a:cubicBezTo>
                                    <a:cubicBezTo>
                                      <a:pt x="46" y="13"/>
                                      <a:pt x="46" y="13"/>
                                      <a:pt x="46" y="13"/>
                                    </a:cubicBezTo>
                                    <a:cubicBezTo>
                                      <a:pt x="46" y="13"/>
                                      <a:pt x="45" y="13"/>
                                      <a:pt x="45" y="13"/>
                                    </a:cubicBezTo>
                                    <a:cubicBezTo>
                                      <a:pt x="45" y="12"/>
                                      <a:pt x="44" y="10"/>
                                      <a:pt x="44" y="9"/>
                                    </a:cubicBezTo>
                                    <a:cubicBezTo>
                                      <a:pt x="44" y="9"/>
                                      <a:pt x="43" y="9"/>
                                      <a:pt x="43" y="9"/>
                                    </a:cubicBezTo>
                                    <a:cubicBezTo>
                                      <a:pt x="43" y="9"/>
                                      <a:pt x="42" y="8"/>
                                      <a:pt x="42" y="7"/>
                                    </a:cubicBezTo>
                                    <a:cubicBezTo>
                                      <a:pt x="42" y="7"/>
                                      <a:pt x="41" y="6"/>
                                      <a:pt x="41" y="6"/>
                                    </a:cubicBezTo>
                                    <a:cubicBezTo>
                                      <a:pt x="42" y="5"/>
                                      <a:pt x="42" y="5"/>
                                      <a:pt x="42" y="5"/>
                                    </a:cubicBezTo>
                                    <a:cubicBezTo>
                                      <a:pt x="41" y="3"/>
                                      <a:pt x="41" y="3"/>
                                      <a:pt x="41" y="3"/>
                                    </a:cubicBezTo>
                                    <a:cubicBezTo>
                                      <a:pt x="39" y="2"/>
                                      <a:pt x="39" y="2"/>
                                      <a:pt x="39" y="2"/>
                                    </a:cubicBezTo>
                                    <a:cubicBezTo>
                                      <a:pt x="39" y="3"/>
                                      <a:pt x="39" y="2"/>
                                      <a:pt x="38" y="2"/>
                                    </a:cubicBezTo>
                                    <a:cubicBezTo>
                                      <a:pt x="38" y="2"/>
                                      <a:pt x="37" y="3"/>
                                      <a:pt x="37" y="3"/>
                                    </a:cubicBezTo>
                                    <a:cubicBezTo>
                                      <a:pt x="37" y="3"/>
                                      <a:pt x="37" y="4"/>
                                      <a:pt x="36" y="4"/>
                                    </a:cubicBezTo>
                                    <a:cubicBezTo>
                                      <a:pt x="36" y="3"/>
                                      <a:pt x="36" y="3"/>
                                      <a:pt x="36" y="3"/>
                                    </a:cubicBezTo>
                                    <a:cubicBezTo>
                                      <a:pt x="36" y="2"/>
                                      <a:pt x="36" y="1"/>
                                      <a:pt x="35" y="1"/>
                                    </a:cubicBezTo>
                                    <a:cubicBezTo>
                                      <a:pt x="34" y="1"/>
                                      <a:pt x="34" y="2"/>
                                      <a:pt x="33" y="2"/>
                                    </a:cubicBezTo>
                                    <a:cubicBezTo>
                                      <a:pt x="32" y="2"/>
                                      <a:pt x="32" y="1"/>
                                      <a:pt x="31" y="1"/>
                                    </a:cubicBezTo>
                                    <a:cubicBezTo>
                                      <a:pt x="31" y="1"/>
                                      <a:pt x="30" y="1"/>
                                      <a:pt x="30" y="1"/>
                                    </a:cubicBezTo>
                                    <a:cubicBezTo>
                                      <a:pt x="29" y="1"/>
                                      <a:pt x="28" y="0"/>
                                      <a:pt x="27" y="1"/>
                                    </a:cubicBezTo>
                                    <a:cubicBezTo>
                                      <a:pt x="26" y="1"/>
                                      <a:pt x="26" y="2"/>
                                      <a:pt x="25" y="2"/>
                                    </a:cubicBezTo>
                                    <a:cubicBezTo>
                                      <a:pt x="25" y="2"/>
                                      <a:pt x="24" y="2"/>
                                      <a:pt x="24" y="2"/>
                                    </a:cubicBezTo>
                                    <a:cubicBezTo>
                                      <a:pt x="24" y="3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3" y="5"/>
                                      <a:pt x="23" y="5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8" y="14"/>
                                      <a:pt x="18" y="15"/>
                                    </a:cubicBezTo>
                                    <a:cubicBezTo>
                                      <a:pt x="18" y="15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6" y="25"/>
                                      <a:pt x="16" y="25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5"/>
                                      <a:pt x="1" y="36"/>
                                      <a:pt x="1" y="36"/>
                                    </a:cubicBezTo>
                                    <a:cubicBezTo>
                                      <a:pt x="1" y="36"/>
                                      <a:pt x="1" y="38"/>
                                      <a:pt x="1" y="38"/>
                                    </a:cubicBezTo>
                                    <a:cubicBezTo>
                                      <a:pt x="1" y="38"/>
                                      <a:pt x="2" y="39"/>
                                      <a:pt x="2" y="39"/>
                                    </a:cubicBezTo>
                                    <a:cubicBezTo>
                                      <a:pt x="2" y="40"/>
                                      <a:pt x="2" y="41"/>
                                      <a:pt x="2" y="41"/>
                                    </a:cubicBezTo>
                                    <a:cubicBezTo>
                                      <a:pt x="2" y="41"/>
                                      <a:pt x="2" y="42"/>
                                      <a:pt x="2" y="42"/>
                                    </a:cubicBezTo>
                                    <a:cubicBezTo>
                                      <a:pt x="1" y="42"/>
                                      <a:pt x="2" y="43"/>
                                      <a:pt x="2" y="43"/>
                                    </a:cubicBezTo>
                                    <a:cubicBezTo>
                                      <a:pt x="2" y="43"/>
                                      <a:pt x="3" y="43"/>
                                      <a:pt x="3" y="43"/>
                                    </a:cubicBezTo>
                                    <a:cubicBezTo>
                                      <a:pt x="3" y="43"/>
                                      <a:pt x="3" y="44"/>
                                      <a:pt x="3" y="44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lnTo>
                                      <a:pt x="21" y="5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7" name="Freeform 833">
                                <a:extLst>
                                  <a:ext uri="{FF2B5EF4-FFF2-40B4-BE49-F238E27FC236}">
                                    <a16:creationId xmlns:a16="http://schemas.microsoft.com/office/drawing/2014/main" id="{E92D472D-456B-06D2-4095-959F9B3BEFF5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86513" y="3751263"/>
                                <a:ext cx="184150" cy="174625"/>
                              </a:xfrm>
                              <a:custGeom>
                                <a:avLst/>
                                <a:gdLst>
                                  <a:gd name="T0" fmla="*/ 43 w 44"/>
                                  <a:gd name="T1" fmla="*/ 1 h 42"/>
                                  <a:gd name="T2" fmla="*/ 41 w 44"/>
                                  <a:gd name="T3" fmla="*/ 1 h 42"/>
                                  <a:gd name="T4" fmla="*/ 39 w 44"/>
                                  <a:gd name="T5" fmla="*/ 1 h 42"/>
                                  <a:gd name="T6" fmla="*/ 35 w 44"/>
                                  <a:gd name="T7" fmla="*/ 2 h 42"/>
                                  <a:gd name="T8" fmla="*/ 32 w 44"/>
                                  <a:gd name="T9" fmla="*/ 2 h 42"/>
                                  <a:gd name="T10" fmla="*/ 26 w 44"/>
                                  <a:gd name="T11" fmla="*/ 4 h 42"/>
                                  <a:gd name="T12" fmla="*/ 22 w 44"/>
                                  <a:gd name="T13" fmla="*/ 5 h 42"/>
                                  <a:gd name="T14" fmla="*/ 19 w 44"/>
                                  <a:gd name="T15" fmla="*/ 5 h 42"/>
                                  <a:gd name="T16" fmla="*/ 16 w 44"/>
                                  <a:gd name="T17" fmla="*/ 4 h 42"/>
                                  <a:gd name="T18" fmla="*/ 14 w 44"/>
                                  <a:gd name="T19" fmla="*/ 4 h 42"/>
                                  <a:gd name="T20" fmla="*/ 12 w 44"/>
                                  <a:gd name="T21" fmla="*/ 5 h 42"/>
                                  <a:gd name="T22" fmla="*/ 11 w 44"/>
                                  <a:gd name="T23" fmla="*/ 5 h 42"/>
                                  <a:gd name="T24" fmla="*/ 7 w 44"/>
                                  <a:gd name="T25" fmla="*/ 5 h 42"/>
                                  <a:gd name="T26" fmla="*/ 5 w 44"/>
                                  <a:gd name="T27" fmla="*/ 4 h 42"/>
                                  <a:gd name="T28" fmla="*/ 5 w 44"/>
                                  <a:gd name="T29" fmla="*/ 7 h 42"/>
                                  <a:gd name="T30" fmla="*/ 5 w 44"/>
                                  <a:gd name="T31" fmla="*/ 8 h 42"/>
                                  <a:gd name="T32" fmla="*/ 5 w 44"/>
                                  <a:gd name="T33" fmla="*/ 9 h 42"/>
                                  <a:gd name="T34" fmla="*/ 3 w 44"/>
                                  <a:gd name="T35" fmla="*/ 10 h 42"/>
                                  <a:gd name="T36" fmla="*/ 3 w 44"/>
                                  <a:gd name="T37" fmla="*/ 11 h 42"/>
                                  <a:gd name="T38" fmla="*/ 2 w 44"/>
                                  <a:gd name="T39" fmla="*/ 12 h 42"/>
                                  <a:gd name="T40" fmla="*/ 1 w 44"/>
                                  <a:gd name="T41" fmla="*/ 12 h 42"/>
                                  <a:gd name="T42" fmla="*/ 0 w 44"/>
                                  <a:gd name="T43" fmla="*/ 13 h 42"/>
                                  <a:gd name="T44" fmla="*/ 1 w 44"/>
                                  <a:gd name="T45" fmla="*/ 19 h 42"/>
                                  <a:gd name="T46" fmla="*/ 1 w 44"/>
                                  <a:gd name="T47" fmla="*/ 20 h 42"/>
                                  <a:gd name="T48" fmla="*/ 1 w 44"/>
                                  <a:gd name="T49" fmla="*/ 21 h 42"/>
                                  <a:gd name="T50" fmla="*/ 1 w 44"/>
                                  <a:gd name="T51" fmla="*/ 23 h 42"/>
                                  <a:gd name="T52" fmla="*/ 4 w 44"/>
                                  <a:gd name="T53" fmla="*/ 23 h 42"/>
                                  <a:gd name="T54" fmla="*/ 4 w 44"/>
                                  <a:gd name="T55" fmla="*/ 24 h 42"/>
                                  <a:gd name="T56" fmla="*/ 5 w 44"/>
                                  <a:gd name="T57" fmla="*/ 25 h 42"/>
                                  <a:gd name="T58" fmla="*/ 6 w 44"/>
                                  <a:gd name="T59" fmla="*/ 26 h 42"/>
                                  <a:gd name="T60" fmla="*/ 3 w 44"/>
                                  <a:gd name="T61" fmla="*/ 28 h 42"/>
                                  <a:gd name="T62" fmla="*/ 4 w 44"/>
                                  <a:gd name="T63" fmla="*/ 30 h 42"/>
                                  <a:gd name="T64" fmla="*/ 3 w 44"/>
                                  <a:gd name="T65" fmla="*/ 29 h 42"/>
                                  <a:gd name="T66" fmla="*/ 1 w 44"/>
                                  <a:gd name="T67" fmla="*/ 31 h 42"/>
                                  <a:gd name="T68" fmla="*/ 1 w 44"/>
                                  <a:gd name="T69" fmla="*/ 32 h 42"/>
                                  <a:gd name="T70" fmla="*/ 0 w 44"/>
                                  <a:gd name="T71" fmla="*/ 33 h 42"/>
                                  <a:gd name="T72" fmla="*/ 0 w 44"/>
                                  <a:gd name="T73" fmla="*/ 34 h 42"/>
                                  <a:gd name="T74" fmla="*/ 0 w 44"/>
                                  <a:gd name="T75" fmla="*/ 35 h 42"/>
                                  <a:gd name="T76" fmla="*/ 0 w 44"/>
                                  <a:gd name="T77" fmla="*/ 38 h 42"/>
                                  <a:gd name="T78" fmla="*/ 2 w 44"/>
                                  <a:gd name="T79" fmla="*/ 41 h 42"/>
                                  <a:gd name="T80" fmla="*/ 7 w 44"/>
                                  <a:gd name="T81" fmla="*/ 42 h 42"/>
                                  <a:gd name="T82" fmla="*/ 20 w 44"/>
                                  <a:gd name="T83" fmla="*/ 34 h 42"/>
                                  <a:gd name="T84" fmla="*/ 36 w 44"/>
                                  <a:gd name="T85" fmla="*/ 24 h 42"/>
                                  <a:gd name="T86" fmla="*/ 37 w 44"/>
                                  <a:gd name="T87" fmla="*/ 17 h 42"/>
                                  <a:gd name="T88" fmla="*/ 38 w 44"/>
                                  <a:gd name="T89" fmla="*/ 14 h 42"/>
                                  <a:gd name="T90" fmla="*/ 37 w 44"/>
                                  <a:gd name="T91" fmla="*/ 8 h 42"/>
                                  <a:gd name="T92" fmla="*/ 40 w 44"/>
                                  <a:gd name="T93" fmla="*/ 7 h 42"/>
                                  <a:gd name="T94" fmla="*/ 43 w 44"/>
                                  <a:gd name="T95" fmla="*/ 4 h 42"/>
                                  <a:gd name="T96" fmla="*/ 44 w 44"/>
                                  <a:gd name="T97" fmla="*/ 3 h 42"/>
                                  <a:gd name="T98" fmla="*/ 44 w 44"/>
                                  <a:gd name="T99" fmla="*/ 1 h 42"/>
                                  <a:gd name="T100" fmla="*/ 43 w 44"/>
                                  <a:gd name="T101" fmla="*/ 1 h 4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44" h="42">
                                    <a:moveTo>
                                      <a:pt x="43" y="1"/>
                                    </a:moveTo>
                                    <a:cubicBezTo>
                                      <a:pt x="42" y="0"/>
                                      <a:pt x="42" y="0"/>
                                      <a:pt x="41" y="1"/>
                                    </a:cubicBezTo>
                                    <a:cubicBezTo>
                                      <a:pt x="40" y="1"/>
                                      <a:pt x="40" y="1"/>
                                      <a:pt x="39" y="1"/>
                                    </a:cubicBezTo>
                                    <a:cubicBezTo>
                                      <a:pt x="37" y="1"/>
                                      <a:pt x="36" y="2"/>
                                      <a:pt x="35" y="2"/>
                                    </a:cubicBezTo>
                                    <a:cubicBezTo>
                                      <a:pt x="34" y="2"/>
                                      <a:pt x="33" y="1"/>
                                      <a:pt x="32" y="2"/>
                                    </a:cubicBezTo>
                                    <a:cubicBezTo>
                                      <a:pt x="30" y="2"/>
                                      <a:pt x="28" y="4"/>
                                      <a:pt x="26" y="4"/>
                                    </a:cubicBezTo>
                                    <a:cubicBezTo>
                                      <a:pt x="25" y="5"/>
                                      <a:pt x="24" y="5"/>
                                      <a:pt x="22" y="5"/>
                                    </a:cubicBezTo>
                                    <a:cubicBezTo>
                                      <a:pt x="21" y="5"/>
                                      <a:pt x="20" y="5"/>
                                      <a:pt x="19" y="5"/>
                                    </a:cubicBezTo>
                                    <a:cubicBezTo>
                                      <a:pt x="18" y="5"/>
                                      <a:pt x="18" y="4"/>
                                      <a:pt x="16" y="4"/>
                                    </a:cubicBezTo>
                                    <a:cubicBezTo>
                                      <a:pt x="16" y="4"/>
                                      <a:pt x="14" y="4"/>
                                      <a:pt x="14" y="4"/>
                                    </a:cubicBezTo>
                                    <a:cubicBezTo>
                                      <a:pt x="13" y="4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6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6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6"/>
                                      <a:pt x="5" y="7"/>
                                    </a:cubicBezTo>
                                    <a:cubicBezTo>
                                      <a:pt x="5" y="7"/>
                                      <a:pt x="4" y="7"/>
                                      <a:pt x="5" y="8"/>
                                    </a:cubicBezTo>
                                    <a:cubicBezTo>
                                      <a:pt x="5" y="8"/>
                                      <a:pt x="5" y="9"/>
                                      <a:pt x="5" y="9"/>
                                    </a:cubicBezTo>
                                    <a:cubicBezTo>
                                      <a:pt x="4" y="10"/>
                                      <a:pt x="3" y="9"/>
                                      <a:pt x="3" y="10"/>
                                    </a:cubicBezTo>
                                    <a:cubicBezTo>
                                      <a:pt x="3" y="10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2" y="11"/>
                                      <a:pt x="2" y="12"/>
                                    </a:cubicBezTo>
                                    <a:cubicBezTo>
                                      <a:pt x="2" y="12"/>
                                      <a:pt x="1" y="12"/>
                                      <a:pt x="1" y="12"/>
                                    </a:cubicBezTo>
                                    <a:cubicBezTo>
                                      <a:pt x="0" y="12"/>
                                      <a:pt x="0" y="13"/>
                                      <a:pt x="0" y="13"/>
                                    </a:cubicBezTo>
                                    <a:cubicBezTo>
                                      <a:pt x="0" y="15"/>
                                      <a:pt x="1" y="17"/>
                                      <a:pt x="1" y="19"/>
                                    </a:cubicBezTo>
                                    <a:cubicBezTo>
                                      <a:pt x="1" y="19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1"/>
                                      <a:pt x="1" y="21"/>
                                    </a:cubicBezTo>
                                    <a:cubicBezTo>
                                      <a:pt x="1" y="22"/>
                                      <a:pt x="1" y="22"/>
                                      <a:pt x="1" y="23"/>
                                    </a:cubicBezTo>
                                    <a:cubicBezTo>
                                      <a:pt x="4" y="23"/>
                                      <a:pt x="4" y="23"/>
                                      <a:pt x="4" y="23"/>
                                    </a:cubicBezTo>
                                    <a:cubicBezTo>
                                      <a:pt x="4" y="23"/>
                                      <a:pt x="4" y="24"/>
                                      <a:pt x="4" y="24"/>
                                    </a:cubicBezTo>
                                    <a:cubicBezTo>
                                      <a:pt x="4" y="24"/>
                                      <a:pt x="4" y="25"/>
                                      <a:pt x="5" y="25"/>
                                    </a:cubicBezTo>
                                    <a:cubicBezTo>
                                      <a:pt x="5" y="25"/>
                                      <a:pt x="6" y="26"/>
                                      <a:pt x="6" y="26"/>
                                    </a:cubicBezTo>
                                    <a:cubicBezTo>
                                      <a:pt x="6" y="26"/>
                                      <a:pt x="4" y="28"/>
                                      <a:pt x="3" y="28"/>
                                    </a:cubicBezTo>
                                    <a:cubicBezTo>
                                      <a:pt x="3" y="28"/>
                                      <a:pt x="4" y="30"/>
                                      <a:pt x="4" y="30"/>
                                    </a:cubicBezTo>
                                    <a:cubicBezTo>
                                      <a:pt x="3" y="29"/>
                                      <a:pt x="3" y="29"/>
                                      <a:pt x="3" y="29"/>
                                    </a:cubicBezTo>
                                    <a:cubicBezTo>
                                      <a:pt x="3" y="29"/>
                                      <a:pt x="1" y="31"/>
                                      <a:pt x="1" y="31"/>
                                    </a:cubicBezTo>
                                    <a:cubicBezTo>
                                      <a:pt x="1" y="31"/>
                                      <a:pt x="1" y="32"/>
                                      <a:pt x="1" y="32"/>
                                    </a:cubicBezTo>
                                    <a:cubicBezTo>
                                      <a:pt x="1" y="32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4"/>
                                    </a:cubicBezTo>
                                    <a:cubicBezTo>
                                      <a:pt x="0" y="35"/>
                                      <a:pt x="0" y="35"/>
                                      <a:pt x="0" y="35"/>
                                    </a:cubicBezTo>
                                    <a:cubicBezTo>
                                      <a:pt x="0" y="38"/>
                                      <a:pt x="0" y="38"/>
                                      <a:pt x="0" y="38"/>
                                    </a:cubicBezTo>
                                    <a:cubicBezTo>
                                      <a:pt x="2" y="41"/>
                                      <a:pt x="2" y="41"/>
                                      <a:pt x="2" y="41"/>
                                    </a:cubicBezTo>
                                    <a:cubicBezTo>
                                      <a:pt x="7" y="42"/>
                                      <a:pt x="7" y="42"/>
                                      <a:pt x="7" y="42"/>
                                    </a:cubicBezTo>
                                    <a:cubicBezTo>
                                      <a:pt x="20" y="34"/>
                                      <a:pt x="20" y="34"/>
                                      <a:pt x="20" y="34"/>
                                    </a:cubicBezTo>
                                    <a:cubicBezTo>
                                      <a:pt x="36" y="24"/>
                                      <a:pt x="36" y="24"/>
                                      <a:pt x="36" y="24"/>
                                    </a:cubicBezTo>
                                    <a:cubicBezTo>
                                      <a:pt x="36" y="24"/>
                                      <a:pt x="37" y="17"/>
                                      <a:pt x="37" y="17"/>
                                    </a:cubicBezTo>
                                    <a:cubicBezTo>
                                      <a:pt x="37" y="17"/>
                                      <a:pt x="38" y="14"/>
                                      <a:pt x="38" y="14"/>
                                    </a:cubicBezTo>
                                    <a:cubicBezTo>
                                      <a:pt x="38" y="13"/>
                                      <a:pt x="37" y="8"/>
                                      <a:pt x="37" y="8"/>
                                    </a:cubicBezTo>
                                    <a:cubicBezTo>
                                      <a:pt x="40" y="7"/>
                                      <a:pt x="40" y="7"/>
                                      <a:pt x="40" y="7"/>
                                    </a:cubicBezTo>
                                    <a:cubicBezTo>
                                      <a:pt x="43" y="4"/>
                                      <a:pt x="43" y="4"/>
                                      <a:pt x="43" y="4"/>
                                    </a:cubicBezTo>
                                    <a:cubicBezTo>
                                      <a:pt x="43" y="4"/>
                                      <a:pt x="44" y="3"/>
                                      <a:pt x="44" y="3"/>
                                    </a:cubicBezTo>
                                    <a:cubicBezTo>
                                      <a:pt x="44" y="3"/>
                                      <a:pt x="44" y="2"/>
                                      <a:pt x="44" y="1"/>
                                    </a:cubicBezTo>
                                    <a:cubicBezTo>
                                      <a:pt x="44" y="2"/>
                                      <a:pt x="43" y="1"/>
                                      <a:pt x="43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8" name="Freeform 865">
                                <a:extLst>
                                  <a:ext uri="{FF2B5EF4-FFF2-40B4-BE49-F238E27FC236}">
                                    <a16:creationId xmlns:a16="http://schemas.microsoft.com/office/drawing/2014/main" id="{04514670-3A7F-DA6A-012A-00287BB161BD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283325" y="3808413"/>
                                <a:ext cx="69850" cy="38100"/>
                              </a:xfrm>
                              <a:custGeom>
                                <a:avLst/>
                                <a:gdLst>
                                  <a:gd name="T0" fmla="*/ 10 w 17"/>
                                  <a:gd name="T1" fmla="*/ 6 h 9"/>
                                  <a:gd name="T2" fmla="*/ 10 w 17"/>
                                  <a:gd name="T3" fmla="*/ 6 h 9"/>
                                  <a:gd name="T4" fmla="*/ 9 w 17"/>
                                  <a:gd name="T5" fmla="*/ 7 h 9"/>
                                  <a:gd name="T6" fmla="*/ 7 w 17"/>
                                  <a:gd name="T7" fmla="*/ 8 h 9"/>
                                  <a:gd name="T8" fmla="*/ 6 w 17"/>
                                  <a:gd name="T9" fmla="*/ 8 h 9"/>
                                  <a:gd name="T10" fmla="*/ 5 w 17"/>
                                  <a:gd name="T11" fmla="*/ 9 h 9"/>
                                  <a:gd name="T12" fmla="*/ 4 w 17"/>
                                  <a:gd name="T13" fmla="*/ 8 h 9"/>
                                  <a:gd name="T14" fmla="*/ 3 w 17"/>
                                  <a:gd name="T15" fmla="*/ 8 h 9"/>
                                  <a:gd name="T16" fmla="*/ 3 w 17"/>
                                  <a:gd name="T17" fmla="*/ 8 h 9"/>
                                  <a:gd name="T18" fmla="*/ 2 w 17"/>
                                  <a:gd name="T19" fmla="*/ 7 h 9"/>
                                  <a:gd name="T20" fmla="*/ 1 w 17"/>
                                  <a:gd name="T21" fmla="*/ 6 h 9"/>
                                  <a:gd name="T22" fmla="*/ 0 w 17"/>
                                  <a:gd name="T23" fmla="*/ 5 h 9"/>
                                  <a:gd name="T24" fmla="*/ 2 w 17"/>
                                  <a:gd name="T25" fmla="*/ 5 h 9"/>
                                  <a:gd name="T26" fmla="*/ 3 w 17"/>
                                  <a:gd name="T27" fmla="*/ 4 h 9"/>
                                  <a:gd name="T28" fmla="*/ 4 w 17"/>
                                  <a:gd name="T29" fmla="*/ 4 h 9"/>
                                  <a:gd name="T30" fmla="*/ 5 w 17"/>
                                  <a:gd name="T31" fmla="*/ 3 h 9"/>
                                  <a:gd name="T32" fmla="*/ 6 w 17"/>
                                  <a:gd name="T33" fmla="*/ 2 h 9"/>
                                  <a:gd name="T34" fmla="*/ 8 w 17"/>
                                  <a:gd name="T35" fmla="*/ 3 h 9"/>
                                  <a:gd name="T36" fmla="*/ 11 w 17"/>
                                  <a:gd name="T37" fmla="*/ 2 h 9"/>
                                  <a:gd name="T38" fmla="*/ 13 w 17"/>
                                  <a:gd name="T39" fmla="*/ 1 h 9"/>
                                  <a:gd name="T40" fmla="*/ 16 w 17"/>
                                  <a:gd name="T41" fmla="*/ 0 h 9"/>
                                  <a:gd name="T42" fmla="*/ 15 w 17"/>
                                  <a:gd name="T43" fmla="*/ 1 h 9"/>
                                  <a:gd name="T44" fmla="*/ 13 w 17"/>
                                  <a:gd name="T45" fmla="*/ 2 h 9"/>
                                  <a:gd name="T46" fmla="*/ 12 w 17"/>
                                  <a:gd name="T47" fmla="*/ 4 h 9"/>
                                  <a:gd name="T48" fmla="*/ 12 w 17"/>
                                  <a:gd name="T49" fmla="*/ 6 h 9"/>
                                  <a:gd name="T50" fmla="*/ 10 w 17"/>
                                  <a:gd name="T51" fmla="*/ 6 h 9"/>
                                  <a:gd name="T52" fmla="*/ 10 w 17"/>
                                  <a:gd name="T53" fmla="*/ 6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</a:cxnLst>
                                <a:rect l="0" t="0" r="r" b="b"/>
                                <a:pathLst>
                                  <a:path w="17" h="9">
                                    <a:moveTo>
                                      <a:pt x="10" y="6"/>
                                    </a:move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8"/>
                                      <a:pt x="7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9"/>
                                      <a:pt x="6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7"/>
                                    </a:cubicBezTo>
                                    <a:cubicBezTo>
                                      <a:pt x="1" y="7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0" y="5"/>
                                      <a:pt x="0" y="5"/>
                                    </a:cubicBezTo>
                                    <a:cubicBezTo>
                                      <a:pt x="1" y="4"/>
                                      <a:pt x="1" y="5"/>
                                      <a:pt x="2" y="5"/>
                                    </a:cubicBezTo>
                                    <a:cubicBezTo>
                                      <a:pt x="3" y="5"/>
                                      <a:pt x="2" y="4"/>
                                      <a:pt x="3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3"/>
                                    </a:cubicBezTo>
                                    <a:cubicBezTo>
                                      <a:pt x="5" y="3"/>
                                      <a:pt x="5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2"/>
                                      <a:pt x="8" y="3"/>
                                    </a:cubicBezTo>
                                    <a:cubicBezTo>
                                      <a:pt x="9" y="3"/>
                                      <a:pt x="10" y="2"/>
                                      <a:pt x="11" y="2"/>
                                    </a:cubicBezTo>
                                    <a:cubicBezTo>
                                      <a:pt x="12" y="2"/>
                                      <a:pt x="13" y="1"/>
                                      <a:pt x="13" y="1"/>
                                    </a:cubicBezTo>
                                    <a:cubicBezTo>
                                      <a:pt x="14" y="1"/>
                                      <a:pt x="15" y="0"/>
                                      <a:pt x="16" y="0"/>
                                    </a:cubicBezTo>
                                    <a:cubicBezTo>
                                      <a:pt x="17" y="0"/>
                                      <a:pt x="15" y="1"/>
                                      <a:pt x="15" y="1"/>
                                    </a:cubicBezTo>
                                    <a:cubicBezTo>
                                      <a:pt x="14" y="1"/>
                                      <a:pt x="14" y="2"/>
                                      <a:pt x="13" y="2"/>
                                    </a:cubicBezTo>
                                    <a:cubicBezTo>
                                      <a:pt x="12" y="3"/>
                                      <a:pt x="11" y="3"/>
                                      <a:pt x="12" y="4"/>
                                    </a:cubicBezTo>
                                    <a:cubicBezTo>
                                      <a:pt x="12" y="5"/>
                                      <a:pt x="13" y="5"/>
                                      <a:pt x="12" y="6"/>
                                    </a:cubicBezTo>
                                    <a:cubicBezTo>
                                      <a:pt x="12" y="6"/>
                                      <a:pt x="11" y="5"/>
                                      <a:pt x="10" y="6"/>
                                    </a:cubicBezTo>
                                    <a:cubicBezTo>
                                      <a:pt x="10" y="6"/>
                                      <a:pt x="11" y="5"/>
                                      <a:pt x="10" y="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9" name="Freeform 872">
                                <a:extLst>
                                  <a:ext uri="{FF2B5EF4-FFF2-40B4-BE49-F238E27FC236}">
                                    <a16:creationId xmlns:a16="http://schemas.microsoft.com/office/drawing/2014/main" id="{011B0822-3E8B-F302-E30E-605234565975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6637338" y="3584575"/>
                                <a:ext cx="157162" cy="128588"/>
                              </a:xfrm>
                              <a:custGeom>
                                <a:avLst/>
                                <a:gdLst>
                                  <a:gd name="T0" fmla="*/ 3 w 38"/>
                                  <a:gd name="T1" fmla="*/ 24 h 31"/>
                                  <a:gd name="T2" fmla="*/ 0 w 38"/>
                                  <a:gd name="T3" fmla="*/ 20 h 31"/>
                                  <a:gd name="T4" fmla="*/ 2 w 38"/>
                                  <a:gd name="T5" fmla="*/ 21 h 31"/>
                                  <a:gd name="T6" fmla="*/ 4 w 38"/>
                                  <a:gd name="T7" fmla="*/ 21 h 31"/>
                                  <a:gd name="T8" fmla="*/ 7 w 38"/>
                                  <a:gd name="T9" fmla="*/ 21 h 31"/>
                                  <a:gd name="T10" fmla="*/ 8 w 38"/>
                                  <a:gd name="T11" fmla="*/ 23 h 31"/>
                                  <a:gd name="T12" fmla="*/ 9 w 38"/>
                                  <a:gd name="T13" fmla="*/ 27 h 31"/>
                                  <a:gd name="T14" fmla="*/ 22 w 38"/>
                                  <a:gd name="T15" fmla="*/ 4 h 31"/>
                                  <a:gd name="T16" fmla="*/ 20 w 38"/>
                                  <a:gd name="T17" fmla="*/ 6 h 31"/>
                                  <a:gd name="T18" fmla="*/ 16 w 38"/>
                                  <a:gd name="T19" fmla="*/ 4 h 31"/>
                                  <a:gd name="T20" fmla="*/ 14 w 38"/>
                                  <a:gd name="T21" fmla="*/ 2 h 31"/>
                                  <a:gd name="T22" fmla="*/ 13 w 38"/>
                                  <a:gd name="T23" fmla="*/ 1 h 31"/>
                                  <a:gd name="T24" fmla="*/ 11 w 38"/>
                                  <a:gd name="T25" fmla="*/ 0 h 31"/>
                                  <a:gd name="T26" fmla="*/ 10 w 38"/>
                                  <a:gd name="T27" fmla="*/ 1 h 31"/>
                                  <a:gd name="T28" fmla="*/ 10 w 38"/>
                                  <a:gd name="T29" fmla="*/ 2 h 31"/>
                                  <a:gd name="T30" fmla="*/ 13 w 38"/>
                                  <a:gd name="T31" fmla="*/ 6 h 31"/>
                                  <a:gd name="T32" fmla="*/ 10 w 38"/>
                                  <a:gd name="T33" fmla="*/ 7 h 31"/>
                                  <a:gd name="T34" fmla="*/ 6 w 38"/>
                                  <a:gd name="T35" fmla="*/ 6 h 31"/>
                                  <a:gd name="T36" fmla="*/ 3 w 38"/>
                                  <a:gd name="T37" fmla="*/ 4 h 31"/>
                                  <a:gd name="T38" fmla="*/ 2 w 38"/>
                                  <a:gd name="T39" fmla="*/ 6 h 31"/>
                                  <a:gd name="T40" fmla="*/ 3 w 38"/>
                                  <a:gd name="T41" fmla="*/ 7 h 31"/>
                                  <a:gd name="T42" fmla="*/ 3 w 38"/>
                                  <a:gd name="T43" fmla="*/ 8 h 31"/>
                                  <a:gd name="T44" fmla="*/ 6 w 38"/>
                                  <a:gd name="T45" fmla="*/ 10 h 31"/>
                                  <a:gd name="T46" fmla="*/ 5 w 38"/>
                                  <a:gd name="T47" fmla="*/ 13 h 31"/>
                                  <a:gd name="T48" fmla="*/ 8 w 38"/>
                                  <a:gd name="T49" fmla="*/ 15 h 31"/>
                                  <a:gd name="T50" fmla="*/ 6 w 38"/>
                                  <a:gd name="T51" fmla="*/ 17 h 31"/>
                                  <a:gd name="T52" fmla="*/ 7 w 38"/>
                                  <a:gd name="T53" fmla="*/ 18 h 31"/>
                                  <a:gd name="T54" fmla="*/ 10 w 38"/>
                                  <a:gd name="T55" fmla="*/ 20 h 31"/>
                                  <a:gd name="T56" fmla="*/ 11 w 38"/>
                                  <a:gd name="T57" fmla="*/ 21 h 31"/>
                                  <a:gd name="T58" fmla="*/ 12 w 38"/>
                                  <a:gd name="T59" fmla="*/ 23 h 31"/>
                                  <a:gd name="T60" fmla="*/ 11 w 38"/>
                                  <a:gd name="T61" fmla="*/ 24 h 31"/>
                                  <a:gd name="T62" fmla="*/ 11 w 38"/>
                                  <a:gd name="T63" fmla="*/ 26 h 31"/>
                                  <a:gd name="T64" fmla="*/ 15 w 38"/>
                                  <a:gd name="T65" fmla="*/ 24 h 31"/>
                                  <a:gd name="T66" fmla="*/ 17 w 38"/>
                                  <a:gd name="T67" fmla="*/ 22 h 31"/>
                                  <a:gd name="T68" fmla="*/ 20 w 38"/>
                                  <a:gd name="T69" fmla="*/ 19 h 31"/>
                                  <a:gd name="T70" fmla="*/ 21 w 38"/>
                                  <a:gd name="T71" fmla="*/ 20 h 31"/>
                                  <a:gd name="T72" fmla="*/ 24 w 38"/>
                                  <a:gd name="T73" fmla="*/ 23 h 31"/>
                                  <a:gd name="T74" fmla="*/ 23 w 38"/>
                                  <a:gd name="T75" fmla="*/ 26 h 31"/>
                                  <a:gd name="T76" fmla="*/ 23 w 38"/>
                                  <a:gd name="T77" fmla="*/ 28 h 31"/>
                                  <a:gd name="T78" fmla="*/ 25 w 38"/>
                                  <a:gd name="T79" fmla="*/ 30 h 31"/>
                                  <a:gd name="T80" fmla="*/ 27 w 38"/>
                                  <a:gd name="T81" fmla="*/ 29 h 31"/>
                                  <a:gd name="T82" fmla="*/ 28 w 38"/>
                                  <a:gd name="T83" fmla="*/ 26 h 31"/>
                                  <a:gd name="T84" fmla="*/ 29 w 38"/>
                                  <a:gd name="T85" fmla="*/ 25 h 31"/>
                                  <a:gd name="T86" fmla="*/ 30 w 38"/>
                                  <a:gd name="T87" fmla="*/ 24 h 31"/>
                                  <a:gd name="T88" fmla="*/ 31 w 38"/>
                                  <a:gd name="T89" fmla="*/ 23 h 31"/>
                                  <a:gd name="T90" fmla="*/ 31 w 38"/>
                                  <a:gd name="T91" fmla="*/ 19 h 31"/>
                                  <a:gd name="T92" fmla="*/ 32 w 38"/>
                                  <a:gd name="T93" fmla="*/ 17 h 31"/>
                                  <a:gd name="T94" fmla="*/ 33 w 38"/>
                                  <a:gd name="T95" fmla="*/ 15 h 31"/>
                                  <a:gd name="T96" fmla="*/ 37 w 38"/>
                                  <a:gd name="T97" fmla="*/ 15 h 31"/>
                                  <a:gd name="T98" fmla="*/ 33 w 38"/>
                                  <a:gd name="T99" fmla="*/ 12 h 31"/>
                                  <a:gd name="T100" fmla="*/ 31 w 38"/>
                                  <a:gd name="T101" fmla="*/ 9 h 31"/>
                                  <a:gd name="T102" fmla="*/ 27 w 38"/>
                                  <a:gd name="T103" fmla="*/ 2 h 31"/>
                                  <a:gd name="T104" fmla="*/ 24 w 38"/>
                                  <a:gd name="T105" fmla="*/ 2 h 3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38" h="31">
                                    <a:moveTo>
                                      <a:pt x="9" y="27"/>
                                    </a:moveTo>
                                    <a:cubicBezTo>
                                      <a:pt x="7" y="27"/>
                                      <a:pt x="5" y="26"/>
                                      <a:pt x="3" y="24"/>
                                    </a:cubicBezTo>
                                    <a:cubicBezTo>
                                      <a:pt x="3" y="24"/>
                                      <a:pt x="2" y="23"/>
                                      <a:pt x="1" y="22"/>
                                    </a:cubicBezTo>
                                    <a:cubicBezTo>
                                      <a:pt x="1" y="21"/>
                                      <a:pt x="0" y="20"/>
                                      <a:pt x="0" y="20"/>
                                    </a:cubicBezTo>
                                    <a:cubicBezTo>
                                      <a:pt x="0" y="19"/>
                                      <a:pt x="1" y="19"/>
                                      <a:pt x="1" y="19"/>
                                    </a:cubicBezTo>
                                    <a:cubicBezTo>
                                      <a:pt x="2" y="19"/>
                                      <a:pt x="2" y="20"/>
                                      <a:pt x="2" y="21"/>
                                    </a:cubicBezTo>
                                    <a:cubicBezTo>
                                      <a:pt x="3" y="21"/>
                                      <a:pt x="3" y="20"/>
                                      <a:pt x="3" y="21"/>
                                    </a:cubicBezTo>
                                    <a:cubicBezTo>
                                      <a:pt x="3" y="21"/>
                                      <a:pt x="3" y="21"/>
                                      <a:pt x="4" y="21"/>
                                    </a:cubicBezTo>
                                    <a:cubicBezTo>
                                      <a:pt x="4" y="21"/>
                                      <a:pt x="4" y="21"/>
                                      <a:pt x="5" y="21"/>
                                    </a:cubicBezTo>
                                    <a:cubicBezTo>
                                      <a:pt x="6" y="21"/>
                                      <a:pt x="7" y="20"/>
                                      <a:pt x="7" y="21"/>
                                    </a:cubicBezTo>
                                    <a:cubicBezTo>
                                      <a:pt x="7" y="22"/>
                                      <a:pt x="6" y="22"/>
                                      <a:pt x="7" y="23"/>
                                    </a:cubicBezTo>
                                    <a:cubicBezTo>
                                      <a:pt x="7" y="23"/>
                                      <a:pt x="8" y="23"/>
                                      <a:pt x="8" y="23"/>
                                    </a:cubicBezTo>
                                    <a:cubicBezTo>
                                      <a:pt x="8" y="24"/>
                                      <a:pt x="8" y="24"/>
                                      <a:pt x="8" y="25"/>
                                    </a:cubicBezTo>
                                    <a:cubicBezTo>
                                      <a:pt x="8" y="25"/>
                                      <a:pt x="9" y="26"/>
                                      <a:pt x="9" y="27"/>
                                    </a:cubicBezTo>
                                    <a:close/>
                                    <a:moveTo>
                                      <a:pt x="24" y="2"/>
                                    </a:moveTo>
                                    <a:cubicBezTo>
                                      <a:pt x="24" y="3"/>
                                      <a:pt x="23" y="3"/>
                                      <a:pt x="22" y="4"/>
                                    </a:cubicBezTo>
                                    <a:cubicBezTo>
                                      <a:pt x="22" y="4"/>
                                      <a:pt x="21" y="4"/>
                                      <a:pt x="21" y="5"/>
                                    </a:cubicBezTo>
                                    <a:cubicBezTo>
                                      <a:pt x="21" y="5"/>
                                      <a:pt x="21" y="6"/>
                                      <a:pt x="20" y="6"/>
                                    </a:cubicBezTo>
                                    <a:cubicBezTo>
                                      <a:pt x="20" y="6"/>
                                      <a:pt x="19" y="6"/>
                                      <a:pt x="18" y="6"/>
                                    </a:cubicBezTo>
                                    <a:cubicBezTo>
                                      <a:pt x="17" y="6"/>
                                      <a:pt x="17" y="5"/>
                                      <a:pt x="16" y="4"/>
                                    </a:cubicBezTo>
                                    <a:cubicBezTo>
                                      <a:pt x="16" y="4"/>
                                      <a:pt x="16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2"/>
                                      <a:pt x="14" y="2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0"/>
                                      <a:pt x="12" y="1"/>
                                      <a:pt x="12" y="1"/>
                                    </a:cubicBezTo>
                                    <a:cubicBezTo>
                                      <a:pt x="12" y="0"/>
                                      <a:pt x="12" y="0"/>
                                      <a:pt x="11" y="0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1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9" y="2"/>
                                    </a:cubicBezTo>
                                    <a:cubicBezTo>
                                      <a:pt x="9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4"/>
                                      <a:pt x="13" y="4"/>
                                      <a:pt x="13" y="6"/>
                                    </a:cubicBezTo>
                                    <a:cubicBezTo>
                                      <a:pt x="13" y="6"/>
                                      <a:pt x="12" y="7"/>
                                      <a:pt x="12" y="7"/>
                                    </a:cubicBezTo>
                                    <a:cubicBezTo>
                                      <a:pt x="11" y="8"/>
                                      <a:pt x="11" y="7"/>
                                      <a:pt x="10" y="7"/>
                                    </a:cubicBezTo>
                                    <a:cubicBezTo>
                                      <a:pt x="9" y="6"/>
                                      <a:pt x="9" y="6"/>
                                      <a:pt x="8" y="6"/>
                                    </a:cubicBezTo>
                                    <a:cubicBezTo>
                                      <a:pt x="8" y="7"/>
                                      <a:pt x="7" y="6"/>
                                      <a:pt x="6" y="6"/>
                                    </a:cubicBezTo>
                                    <a:cubicBezTo>
                                      <a:pt x="6" y="5"/>
                                      <a:pt x="6" y="5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3" y="4"/>
                                    </a:cubicBezTo>
                                    <a:cubicBezTo>
                                      <a:pt x="3" y="5"/>
                                      <a:pt x="1" y="5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3" y="6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3" y="7"/>
                                      <a:pt x="3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5" y="8"/>
                                      <a:pt x="5" y="9"/>
                                      <a:pt x="6" y="10"/>
                                    </a:cubicBezTo>
                                    <a:cubicBezTo>
                                      <a:pt x="6" y="11"/>
                                      <a:pt x="4" y="10"/>
                                      <a:pt x="4" y="11"/>
                                    </a:cubicBezTo>
                                    <a:cubicBezTo>
                                      <a:pt x="4" y="12"/>
                                      <a:pt x="5" y="13"/>
                                      <a:pt x="5" y="13"/>
                                    </a:cubicBezTo>
                                    <a:cubicBezTo>
                                      <a:pt x="5" y="14"/>
                                      <a:pt x="6" y="14"/>
                                      <a:pt x="7" y="14"/>
                                    </a:cubicBezTo>
                                    <a:cubicBezTo>
                                      <a:pt x="7" y="14"/>
                                      <a:pt x="8" y="14"/>
                                      <a:pt x="8" y="15"/>
                                    </a:cubicBezTo>
                                    <a:cubicBezTo>
                                      <a:pt x="8" y="15"/>
                                      <a:pt x="8" y="16"/>
                                      <a:pt x="8" y="16"/>
                                    </a:cubicBezTo>
                                    <a:cubicBezTo>
                                      <a:pt x="7" y="17"/>
                                      <a:pt x="5" y="16"/>
                                      <a:pt x="6" y="17"/>
                                    </a:cubicBezTo>
                                    <a:cubicBezTo>
                                      <a:pt x="6" y="18"/>
                                      <a:pt x="7" y="17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10" y="21"/>
                                      <a:pt x="10" y="20"/>
                                    </a:cubicBezTo>
                                    <a:cubicBezTo>
                                      <a:pt x="11" y="21"/>
                                      <a:pt x="11" y="20"/>
                                      <a:pt x="11" y="21"/>
                                    </a:cubicBezTo>
                                    <a:cubicBezTo>
                                      <a:pt x="12" y="21"/>
                                      <a:pt x="12" y="21"/>
                                      <a:pt x="11" y="21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4"/>
                                      <a:pt x="11" y="24"/>
                                      <a:pt x="11" y="24"/>
                                    </a:cubicBezTo>
                                    <a:cubicBezTo>
                                      <a:pt x="10" y="24"/>
                                      <a:pt x="11" y="24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6"/>
                                      <a:pt x="11" y="26"/>
                                    </a:cubicBezTo>
                                    <a:cubicBezTo>
                                      <a:pt x="13" y="26"/>
                                      <a:pt x="13" y="25"/>
                                      <a:pt x="14" y="24"/>
                                    </a:cubicBezTo>
                                    <a:cubicBezTo>
                                      <a:pt x="14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3"/>
                                      <a:pt x="16" y="23"/>
                                      <a:pt x="16" y="22"/>
                                    </a:cubicBezTo>
                                    <a:cubicBezTo>
                                      <a:pt x="16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1"/>
                                      <a:pt x="18" y="21"/>
                                      <a:pt x="18" y="21"/>
                                    </a:cubicBezTo>
                                    <a:cubicBezTo>
                                      <a:pt x="19" y="21"/>
                                      <a:pt x="20" y="20"/>
                                      <a:pt x="20" y="19"/>
                                    </a:cubicBezTo>
                                    <a:cubicBezTo>
                                      <a:pt x="20" y="19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3" y="21"/>
                                      <a:pt x="24" y="22"/>
                                      <a:pt x="24" y="23"/>
                                    </a:cubicBezTo>
                                    <a:cubicBezTo>
                                      <a:pt x="23" y="23"/>
                                      <a:pt x="22" y="23"/>
                                      <a:pt x="22" y="24"/>
                                    </a:cubicBezTo>
                                    <a:cubicBezTo>
                                      <a:pt x="23" y="24"/>
                                      <a:pt x="24" y="25"/>
                                      <a:pt x="23" y="26"/>
                                    </a:cubicBezTo>
                                    <a:cubicBezTo>
                                      <a:pt x="23" y="26"/>
                                      <a:pt x="22" y="26"/>
                                      <a:pt x="22" y="27"/>
                                    </a:cubicBezTo>
                                    <a:cubicBezTo>
                                      <a:pt x="21" y="28"/>
                                      <a:pt x="23" y="28"/>
                                      <a:pt x="23" y="28"/>
                                    </a:cubicBezTo>
                                    <a:cubicBezTo>
                                      <a:pt x="23" y="29"/>
                                      <a:pt x="23" y="29"/>
                                      <a:pt x="24" y="29"/>
                                    </a:cubicBezTo>
                                    <a:cubicBezTo>
                                      <a:pt x="24" y="29"/>
                                      <a:pt x="24" y="29"/>
                                      <a:pt x="25" y="30"/>
                                    </a:cubicBezTo>
                                    <a:cubicBezTo>
                                      <a:pt x="25" y="30"/>
                                      <a:pt x="26" y="31"/>
                                      <a:pt x="27" y="31"/>
                                    </a:cubicBezTo>
                                    <a:cubicBezTo>
                                      <a:pt x="27" y="30"/>
                                      <a:pt x="27" y="30"/>
                                      <a:pt x="27" y="29"/>
                                    </a:cubicBezTo>
                                    <a:cubicBezTo>
                                      <a:pt x="27" y="28"/>
                                      <a:pt x="27" y="28"/>
                                      <a:pt x="27" y="27"/>
                                    </a:cubicBezTo>
                                    <a:cubicBezTo>
                                      <a:pt x="27" y="27"/>
                                      <a:pt x="27" y="27"/>
                                      <a:pt x="28" y="26"/>
                                    </a:cubicBezTo>
                                    <a:cubicBezTo>
                                      <a:pt x="28" y="26"/>
                                      <a:pt x="28" y="25"/>
                                      <a:pt x="28" y="24"/>
                                    </a:cubicBezTo>
                                    <a:cubicBezTo>
                                      <a:pt x="29" y="24"/>
                                      <a:pt x="29" y="25"/>
                                      <a:pt x="29" y="25"/>
                                    </a:cubicBezTo>
                                    <a:cubicBezTo>
                                      <a:pt x="29" y="25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6"/>
                                      <a:pt x="30" y="25"/>
                                      <a:pt x="30" y="24"/>
                                    </a:cubicBezTo>
                                    <a:cubicBezTo>
                                      <a:pt x="30" y="24"/>
                                      <a:pt x="30" y="24"/>
                                      <a:pt x="30" y="23"/>
                                    </a:cubicBezTo>
                                    <a:cubicBezTo>
                                      <a:pt x="30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2" y="22"/>
                                      <a:pt x="30" y="22"/>
                                      <a:pt x="30" y="21"/>
                                    </a:cubicBezTo>
                                    <a:cubicBezTo>
                                      <a:pt x="30" y="21"/>
                                      <a:pt x="31" y="20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18"/>
                                      <a:pt x="31" y="18"/>
                                    </a:cubicBezTo>
                                    <a:cubicBezTo>
                                      <a:pt x="31" y="18"/>
                                      <a:pt x="31" y="18"/>
                                      <a:pt x="32" y="17"/>
                                    </a:cubicBezTo>
                                    <a:cubicBezTo>
                                      <a:pt x="32" y="17"/>
                                      <a:pt x="31" y="16"/>
                                      <a:pt x="32" y="16"/>
                                    </a:cubicBezTo>
                                    <a:cubicBezTo>
                                      <a:pt x="32" y="15"/>
                                      <a:pt x="33" y="15"/>
                                      <a:pt x="33" y="15"/>
                                    </a:cubicBezTo>
                                    <a:cubicBezTo>
                                      <a:pt x="34" y="15"/>
                                      <a:pt x="35" y="14"/>
                                      <a:pt x="35" y="14"/>
                                    </a:cubicBezTo>
                                    <a:cubicBezTo>
                                      <a:pt x="36" y="13"/>
                                      <a:pt x="37" y="14"/>
                                      <a:pt x="37" y="15"/>
                                    </a:cubicBezTo>
                                    <a:cubicBezTo>
                                      <a:pt x="38" y="14"/>
                                      <a:pt x="37" y="13"/>
                                      <a:pt x="36" y="12"/>
                                    </a:cubicBezTo>
                                    <a:cubicBezTo>
                                      <a:pt x="35" y="12"/>
                                      <a:pt x="34" y="12"/>
                                      <a:pt x="33" y="12"/>
                                    </a:cubicBezTo>
                                    <a:cubicBezTo>
                                      <a:pt x="32" y="12"/>
                                      <a:pt x="32" y="11"/>
                                      <a:pt x="32" y="11"/>
                                    </a:cubicBezTo>
                                    <a:cubicBezTo>
                                      <a:pt x="32" y="10"/>
                                      <a:pt x="31" y="10"/>
                                      <a:pt x="31" y="9"/>
                                    </a:cubicBezTo>
                                    <a:cubicBezTo>
                                      <a:pt x="29" y="8"/>
                                      <a:pt x="29" y="6"/>
                                      <a:pt x="29" y="4"/>
                                    </a:cubicBezTo>
                                    <a:cubicBezTo>
                                      <a:pt x="28" y="4"/>
                                      <a:pt x="28" y="3"/>
                                      <a:pt x="27" y="2"/>
                                    </a:cubicBezTo>
                                    <a:cubicBezTo>
                                      <a:pt x="27" y="2"/>
                                      <a:pt x="26" y="1"/>
                                      <a:pt x="26" y="0"/>
                                    </a:cubicBezTo>
                                    <a:cubicBezTo>
                                      <a:pt x="25" y="1"/>
                                      <a:pt x="25" y="2"/>
                                      <a:pt x="24" y="2"/>
                                    </a:cubicBezTo>
                                    <a:cubicBezTo>
                                      <a:pt x="24" y="3"/>
                                      <a:pt x="25" y="2"/>
                                      <a:pt x="24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0" name="Freeform 849">
                                <a:extLst>
                                  <a:ext uri="{FF2B5EF4-FFF2-40B4-BE49-F238E27FC236}">
                                    <a16:creationId xmlns:a16="http://schemas.microsoft.com/office/drawing/2014/main" id="{DE4417C2-30E8-EB1E-6526-BCDC06A1631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70638" y="3846513"/>
                                <a:ext cx="41275" cy="49213"/>
                              </a:xfrm>
                              <a:custGeom>
                                <a:avLst/>
                                <a:gdLst>
                                  <a:gd name="T0" fmla="*/ 3 w 10"/>
                                  <a:gd name="T1" fmla="*/ 11 h 12"/>
                                  <a:gd name="T2" fmla="*/ 4 w 10"/>
                                  <a:gd name="T3" fmla="*/ 10 h 12"/>
                                  <a:gd name="T4" fmla="*/ 5 w 10"/>
                                  <a:gd name="T5" fmla="*/ 9 h 12"/>
                                  <a:gd name="T6" fmla="*/ 5 w 10"/>
                                  <a:gd name="T7" fmla="*/ 8 h 12"/>
                                  <a:gd name="T8" fmla="*/ 7 w 10"/>
                                  <a:gd name="T9" fmla="*/ 6 h 12"/>
                                  <a:gd name="T10" fmla="*/ 8 w 10"/>
                                  <a:gd name="T11" fmla="*/ 7 h 12"/>
                                  <a:gd name="T12" fmla="*/ 7 w 10"/>
                                  <a:gd name="T13" fmla="*/ 5 h 12"/>
                                  <a:gd name="T14" fmla="*/ 10 w 10"/>
                                  <a:gd name="T15" fmla="*/ 3 h 12"/>
                                  <a:gd name="T16" fmla="*/ 9 w 10"/>
                                  <a:gd name="T17" fmla="*/ 2 h 12"/>
                                  <a:gd name="T18" fmla="*/ 8 w 10"/>
                                  <a:gd name="T19" fmla="*/ 1 h 12"/>
                                  <a:gd name="T20" fmla="*/ 8 w 10"/>
                                  <a:gd name="T21" fmla="*/ 0 h 12"/>
                                  <a:gd name="T22" fmla="*/ 5 w 10"/>
                                  <a:gd name="T23" fmla="*/ 0 h 12"/>
                                  <a:gd name="T24" fmla="*/ 4 w 10"/>
                                  <a:gd name="T25" fmla="*/ 2 h 12"/>
                                  <a:gd name="T26" fmla="*/ 3 w 10"/>
                                  <a:gd name="T27" fmla="*/ 3 h 12"/>
                                  <a:gd name="T28" fmla="*/ 3 w 10"/>
                                  <a:gd name="T29" fmla="*/ 4 h 12"/>
                                  <a:gd name="T30" fmla="*/ 1 w 10"/>
                                  <a:gd name="T31" fmla="*/ 10 h 12"/>
                                  <a:gd name="T32" fmla="*/ 0 w 10"/>
                                  <a:gd name="T33" fmla="*/ 12 h 12"/>
                                  <a:gd name="T34" fmla="*/ 2 w 10"/>
                                  <a:gd name="T35" fmla="*/ 12 h 12"/>
                                  <a:gd name="T36" fmla="*/ 3 w 10"/>
                                  <a:gd name="T37" fmla="*/ 11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</a:cxnLst>
                                <a:rect l="0" t="0" r="r" b="b"/>
                                <a:pathLst>
                                  <a:path w="10" h="12">
                                    <a:moveTo>
                                      <a:pt x="3" y="11"/>
                                    </a:moveTo>
                                    <a:cubicBezTo>
                                      <a:pt x="3" y="11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7" y="6"/>
                                      <a:pt x="7" y="6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7" y="5"/>
                                      <a:pt x="7" y="5"/>
                                    </a:cubicBezTo>
                                    <a:cubicBezTo>
                                      <a:pt x="8" y="5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4" y="1"/>
                                      <a:pt x="4" y="2"/>
                                    </a:cubicBezTo>
                                    <a:cubicBezTo>
                                      <a:pt x="4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6"/>
                                      <a:pt x="2" y="8"/>
                                      <a:pt x="1" y="10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lnTo>
                                      <a:pt x="3" y="1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93" name="Europe">
                            <a:extLst>
                              <a:ext uri="{FF2B5EF4-FFF2-40B4-BE49-F238E27FC236}">
                                <a16:creationId xmlns:a16="http://schemas.microsoft.com/office/drawing/2014/main" id="{F42D1420-B382-F737-407A-8A0DDBFB4E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330826" y="1874838"/>
                            <a:ext cx="1819274" cy="1920875"/>
                            <a:chOff x="4689476" y="1992313"/>
                            <a:chExt cx="1819274" cy="1920875"/>
                          </a:xfrm>
                          <a:grpFill/>
                        </p:grpSpPr>
                        <p:sp>
                          <p:nvSpPr>
                            <p:cNvPr id="278" name="Freeform 796">
                              <a:extLst>
                                <a:ext uri="{FF2B5EF4-FFF2-40B4-BE49-F238E27FC236}">
                                  <a16:creationId xmlns:a16="http://schemas.microsoft.com/office/drawing/2014/main" id="{A99CBB35-2BB2-1019-EAC7-3BB33E762D4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75325" y="3030538"/>
                              <a:ext cx="282575" cy="269875"/>
                            </a:xfrm>
                            <a:custGeom>
                              <a:avLst/>
                              <a:gdLst>
                                <a:gd name="T0" fmla="*/ 1 w 68"/>
                                <a:gd name="T1" fmla="*/ 12 h 65"/>
                                <a:gd name="T2" fmla="*/ 2 w 68"/>
                                <a:gd name="T3" fmla="*/ 11 h 65"/>
                                <a:gd name="T4" fmla="*/ 6 w 68"/>
                                <a:gd name="T5" fmla="*/ 44 h 65"/>
                                <a:gd name="T6" fmla="*/ 9 w 68"/>
                                <a:gd name="T7" fmla="*/ 46 h 65"/>
                                <a:gd name="T8" fmla="*/ 12 w 68"/>
                                <a:gd name="T9" fmla="*/ 47 h 65"/>
                                <a:gd name="T10" fmla="*/ 15 w 68"/>
                                <a:gd name="T11" fmla="*/ 47 h 65"/>
                                <a:gd name="T12" fmla="*/ 14 w 68"/>
                                <a:gd name="T13" fmla="*/ 49 h 65"/>
                                <a:gd name="T14" fmla="*/ 16 w 68"/>
                                <a:gd name="T15" fmla="*/ 52 h 65"/>
                                <a:gd name="T16" fmla="*/ 19 w 68"/>
                                <a:gd name="T17" fmla="*/ 52 h 65"/>
                                <a:gd name="T18" fmla="*/ 19 w 68"/>
                                <a:gd name="T19" fmla="*/ 50 h 65"/>
                                <a:gd name="T20" fmla="*/ 22 w 68"/>
                                <a:gd name="T21" fmla="*/ 51 h 65"/>
                                <a:gd name="T22" fmla="*/ 24 w 68"/>
                                <a:gd name="T23" fmla="*/ 53 h 65"/>
                                <a:gd name="T24" fmla="*/ 26 w 68"/>
                                <a:gd name="T25" fmla="*/ 54 h 65"/>
                                <a:gd name="T26" fmla="*/ 29 w 68"/>
                                <a:gd name="T27" fmla="*/ 55 h 65"/>
                                <a:gd name="T28" fmla="*/ 31 w 68"/>
                                <a:gd name="T29" fmla="*/ 58 h 65"/>
                                <a:gd name="T30" fmla="*/ 34 w 68"/>
                                <a:gd name="T31" fmla="*/ 60 h 65"/>
                                <a:gd name="T32" fmla="*/ 36 w 68"/>
                                <a:gd name="T33" fmla="*/ 59 h 65"/>
                                <a:gd name="T34" fmla="*/ 37 w 68"/>
                                <a:gd name="T35" fmla="*/ 59 h 65"/>
                                <a:gd name="T36" fmla="*/ 38 w 68"/>
                                <a:gd name="T37" fmla="*/ 61 h 65"/>
                                <a:gd name="T38" fmla="*/ 39 w 68"/>
                                <a:gd name="T39" fmla="*/ 62 h 65"/>
                                <a:gd name="T40" fmla="*/ 41 w 68"/>
                                <a:gd name="T41" fmla="*/ 62 h 65"/>
                                <a:gd name="T42" fmla="*/ 43 w 68"/>
                                <a:gd name="T43" fmla="*/ 60 h 65"/>
                                <a:gd name="T44" fmla="*/ 45 w 68"/>
                                <a:gd name="T45" fmla="*/ 61 h 65"/>
                                <a:gd name="T46" fmla="*/ 47 w 68"/>
                                <a:gd name="T47" fmla="*/ 60 h 65"/>
                                <a:gd name="T48" fmla="*/ 51 w 68"/>
                                <a:gd name="T49" fmla="*/ 60 h 65"/>
                                <a:gd name="T50" fmla="*/ 53 w 68"/>
                                <a:gd name="T51" fmla="*/ 61 h 65"/>
                                <a:gd name="T52" fmla="*/ 56 w 68"/>
                                <a:gd name="T53" fmla="*/ 64 h 65"/>
                                <a:gd name="T54" fmla="*/ 59 w 68"/>
                                <a:gd name="T55" fmla="*/ 65 h 65"/>
                                <a:gd name="T56" fmla="*/ 58 w 68"/>
                                <a:gd name="T57" fmla="*/ 62 h 65"/>
                                <a:gd name="T58" fmla="*/ 58 w 68"/>
                                <a:gd name="T59" fmla="*/ 58 h 65"/>
                                <a:gd name="T60" fmla="*/ 62 w 68"/>
                                <a:gd name="T61" fmla="*/ 53 h 65"/>
                                <a:gd name="T62" fmla="*/ 65 w 68"/>
                                <a:gd name="T63" fmla="*/ 50 h 65"/>
                                <a:gd name="T64" fmla="*/ 67 w 68"/>
                                <a:gd name="T65" fmla="*/ 46 h 65"/>
                                <a:gd name="T66" fmla="*/ 67 w 68"/>
                                <a:gd name="T67" fmla="*/ 44 h 65"/>
                                <a:gd name="T68" fmla="*/ 65 w 68"/>
                                <a:gd name="T69" fmla="*/ 40 h 65"/>
                                <a:gd name="T70" fmla="*/ 64 w 68"/>
                                <a:gd name="T71" fmla="*/ 37 h 65"/>
                                <a:gd name="T72" fmla="*/ 62 w 68"/>
                                <a:gd name="T73" fmla="*/ 30 h 65"/>
                                <a:gd name="T74" fmla="*/ 67 w 68"/>
                                <a:gd name="T75" fmla="*/ 25 h 65"/>
                                <a:gd name="T76" fmla="*/ 66 w 68"/>
                                <a:gd name="T77" fmla="*/ 19 h 65"/>
                                <a:gd name="T78" fmla="*/ 63 w 68"/>
                                <a:gd name="T79" fmla="*/ 11 h 65"/>
                                <a:gd name="T80" fmla="*/ 61 w 68"/>
                                <a:gd name="T81" fmla="*/ 7 h 65"/>
                                <a:gd name="T82" fmla="*/ 58 w 68"/>
                                <a:gd name="T83" fmla="*/ 6 h 65"/>
                                <a:gd name="T84" fmla="*/ 48 w 68"/>
                                <a:gd name="T85" fmla="*/ 6 h 65"/>
                                <a:gd name="T86" fmla="*/ 38 w 68"/>
                                <a:gd name="T87" fmla="*/ 5 h 65"/>
                                <a:gd name="T88" fmla="*/ 31 w 68"/>
                                <a:gd name="T89" fmla="*/ 6 h 65"/>
                                <a:gd name="T90" fmla="*/ 30 w 68"/>
                                <a:gd name="T91" fmla="*/ 1 h 65"/>
                                <a:gd name="T92" fmla="*/ 32 w 68"/>
                                <a:gd name="T93" fmla="*/ 3 h 65"/>
                                <a:gd name="T94" fmla="*/ 28 w 68"/>
                                <a:gd name="T95" fmla="*/ 1 h 65"/>
                                <a:gd name="T96" fmla="*/ 19 w 68"/>
                                <a:gd name="T97" fmla="*/ 3 h 65"/>
                                <a:gd name="T98" fmla="*/ 14 w 68"/>
                                <a:gd name="T99" fmla="*/ 7 h 65"/>
                                <a:gd name="T100" fmla="*/ 8 w 68"/>
                                <a:gd name="T101" fmla="*/ 9 h 65"/>
                                <a:gd name="T102" fmla="*/ 3 w 68"/>
                                <a:gd name="T103" fmla="*/ 11 h 65"/>
                                <a:gd name="T104" fmla="*/ 4 w 68"/>
                                <a:gd name="T105" fmla="*/ 14 h 65"/>
                                <a:gd name="T106" fmla="*/ 3 w 68"/>
                                <a:gd name="T107" fmla="*/ 14 h 65"/>
                                <a:gd name="T108" fmla="*/ 2 w 68"/>
                                <a:gd name="T109" fmla="*/ 16 h 65"/>
                                <a:gd name="T110" fmla="*/ 2 w 68"/>
                                <a:gd name="T111" fmla="*/ 21 h 65"/>
                                <a:gd name="T112" fmla="*/ 4 w 68"/>
                                <a:gd name="T113" fmla="*/ 26 h 65"/>
                                <a:gd name="T114" fmla="*/ 4 w 68"/>
                                <a:gd name="T115" fmla="*/ 30 h 65"/>
                                <a:gd name="T116" fmla="*/ 5 w 68"/>
                                <a:gd name="T117" fmla="*/ 33 h 65"/>
                                <a:gd name="T118" fmla="*/ 4 w 68"/>
                                <a:gd name="T119" fmla="*/ 34 h 65"/>
                                <a:gd name="T120" fmla="*/ 5 w 68"/>
                                <a:gd name="T121" fmla="*/ 38 h 65"/>
                                <a:gd name="T122" fmla="*/ 6 w 68"/>
                                <a:gd name="T123" fmla="*/ 43 h 65"/>
                                <a:gd name="T124" fmla="*/ 6 w 68"/>
                                <a:gd name="T125" fmla="*/ 44 h 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68" h="65">
                                  <a:moveTo>
                                    <a:pt x="2" y="12"/>
                                  </a:moveTo>
                                  <a:cubicBezTo>
                                    <a:pt x="1" y="13"/>
                                    <a:pt x="1" y="12"/>
                                    <a:pt x="1" y="12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2" y="11"/>
                                    <a:pt x="2" y="11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lose/>
                                  <a:moveTo>
                                    <a:pt x="6" y="44"/>
                                  </a:moveTo>
                                  <a:cubicBezTo>
                                    <a:pt x="6" y="44"/>
                                    <a:pt x="7" y="43"/>
                                    <a:pt x="8" y="44"/>
                                  </a:cubicBezTo>
                                  <a:cubicBezTo>
                                    <a:pt x="8" y="44"/>
                                    <a:pt x="8" y="45"/>
                                    <a:pt x="9" y="46"/>
                                  </a:cubicBezTo>
                                  <a:cubicBezTo>
                                    <a:pt x="9" y="46"/>
                                    <a:pt x="10" y="46"/>
                                    <a:pt x="11" y="46"/>
                                  </a:cubicBezTo>
                                  <a:cubicBezTo>
                                    <a:pt x="11" y="46"/>
                                    <a:pt x="12" y="46"/>
                                    <a:pt x="12" y="47"/>
                                  </a:cubicBezTo>
                                  <a:cubicBezTo>
                                    <a:pt x="12" y="47"/>
                                    <a:pt x="13" y="47"/>
                                    <a:pt x="13" y="47"/>
                                  </a:cubicBezTo>
                                  <a:cubicBezTo>
                                    <a:pt x="14" y="48"/>
                                    <a:pt x="14" y="47"/>
                                    <a:pt x="15" y="47"/>
                                  </a:cubicBezTo>
                                  <a:cubicBezTo>
                                    <a:pt x="15" y="47"/>
                                    <a:pt x="16" y="48"/>
                                    <a:pt x="16" y="49"/>
                                  </a:cubicBezTo>
                                  <a:cubicBezTo>
                                    <a:pt x="15" y="49"/>
                                    <a:pt x="15" y="49"/>
                                    <a:pt x="14" y="49"/>
                                  </a:cubicBezTo>
                                  <a:cubicBezTo>
                                    <a:pt x="14" y="50"/>
                                    <a:pt x="15" y="50"/>
                                    <a:pt x="15" y="50"/>
                                  </a:cubicBezTo>
                                  <a:cubicBezTo>
                                    <a:pt x="16" y="51"/>
                                    <a:pt x="16" y="51"/>
                                    <a:pt x="16" y="52"/>
                                  </a:cubicBezTo>
                                  <a:cubicBezTo>
                                    <a:pt x="17" y="52"/>
                                    <a:pt x="16" y="53"/>
                                    <a:pt x="17" y="53"/>
                                  </a:cubicBezTo>
                                  <a:cubicBezTo>
                                    <a:pt x="17" y="53"/>
                                    <a:pt x="19" y="52"/>
                                    <a:pt x="19" y="52"/>
                                  </a:cubicBezTo>
                                  <a:cubicBezTo>
                                    <a:pt x="20" y="52"/>
                                    <a:pt x="19" y="52"/>
                                    <a:pt x="19" y="51"/>
                                  </a:cubicBezTo>
                                  <a:cubicBezTo>
                                    <a:pt x="19" y="51"/>
                                    <a:pt x="19" y="50"/>
                                    <a:pt x="19" y="50"/>
                                  </a:cubicBezTo>
                                  <a:cubicBezTo>
                                    <a:pt x="20" y="50"/>
                                    <a:pt x="21" y="50"/>
                                    <a:pt x="21" y="50"/>
                                  </a:cubicBezTo>
                                  <a:cubicBezTo>
                                    <a:pt x="21" y="51"/>
                                    <a:pt x="22" y="51"/>
                                    <a:pt x="22" y="51"/>
                                  </a:cubicBezTo>
                                  <a:cubicBezTo>
                                    <a:pt x="23" y="52"/>
                                    <a:pt x="24" y="51"/>
                                    <a:pt x="25" y="51"/>
                                  </a:cubicBezTo>
                                  <a:cubicBezTo>
                                    <a:pt x="25" y="52"/>
                                    <a:pt x="23" y="52"/>
                                    <a:pt x="24" y="53"/>
                                  </a:cubicBezTo>
                                  <a:cubicBezTo>
                                    <a:pt x="24" y="53"/>
                                    <a:pt x="24" y="53"/>
                                    <a:pt x="25" y="53"/>
                                  </a:cubicBezTo>
                                  <a:cubicBezTo>
                                    <a:pt x="25" y="54"/>
                                    <a:pt x="25" y="54"/>
                                    <a:pt x="26" y="54"/>
                                  </a:cubicBezTo>
                                  <a:cubicBezTo>
                                    <a:pt x="26" y="54"/>
                                    <a:pt x="26" y="54"/>
                                    <a:pt x="27" y="54"/>
                                  </a:cubicBezTo>
                                  <a:cubicBezTo>
                                    <a:pt x="28" y="54"/>
                                    <a:pt x="28" y="55"/>
                                    <a:pt x="29" y="55"/>
                                  </a:cubicBezTo>
                                  <a:cubicBezTo>
                                    <a:pt x="30" y="55"/>
                                    <a:pt x="30" y="55"/>
                                    <a:pt x="30" y="56"/>
                                  </a:cubicBezTo>
                                  <a:cubicBezTo>
                                    <a:pt x="30" y="57"/>
                                    <a:pt x="31" y="57"/>
                                    <a:pt x="31" y="58"/>
                                  </a:cubicBezTo>
                                  <a:cubicBezTo>
                                    <a:pt x="32" y="58"/>
                                    <a:pt x="32" y="59"/>
                                    <a:pt x="32" y="60"/>
                                  </a:cubicBezTo>
                                  <a:cubicBezTo>
                                    <a:pt x="33" y="60"/>
                                    <a:pt x="33" y="61"/>
                                    <a:pt x="34" y="60"/>
                                  </a:cubicBezTo>
                                  <a:cubicBezTo>
                                    <a:pt x="34" y="60"/>
                                    <a:pt x="34" y="59"/>
                                    <a:pt x="34" y="59"/>
                                  </a:cubicBezTo>
                                  <a:cubicBezTo>
                                    <a:pt x="35" y="59"/>
                                    <a:pt x="35" y="59"/>
                                    <a:pt x="36" y="59"/>
                                  </a:cubicBezTo>
                                  <a:cubicBezTo>
                                    <a:pt x="36" y="59"/>
                                    <a:pt x="36" y="58"/>
                                    <a:pt x="36" y="58"/>
                                  </a:cubicBezTo>
                                  <a:cubicBezTo>
                                    <a:pt x="37" y="59"/>
                                    <a:pt x="36" y="59"/>
                                    <a:pt x="37" y="59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8" y="60"/>
                                    <a:pt x="38" y="60"/>
                                    <a:pt x="38" y="61"/>
                                  </a:cubicBezTo>
                                  <a:cubicBezTo>
                                    <a:pt x="39" y="61"/>
                                    <a:pt x="38" y="62"/>
                                    <a:pt x="38" y="63"/>
                                  </a:cubicBezTo>
                                  <a:cubicBezTo>
                                    <a:pt x="39" y="63"/>
                                    <a:pt x="39" y="62"/>
                                    <a:pt x="39" y="62"/>
                                  </a:cubicBezTo>
                                  <a:cubicBezTo>
                                    <a:pt x="40" y="62"/>
                                    <a:pt x="40" y="63"/>
                                    <a:pt x="40" y="62"/>
                                  </a:cubicBezTo>
                                  <a:cubicBezTo>
                                    <a:pt x="40" y="62"/>
                                    <a:pt x="41" y="62"/>
                                    <a:pt x="41" y="62"/>
                                  </a:cubicBezTo>
                                  <a:cubicBezTo>
                                    <a:pt x="41" y="61"/>
                                    <a:pt x="41" y="61"/>
                                    <a:pt x="42" y="61"/>
                                  </a:cubicBezTo>
                                  <a:cubicBezTo>
                                    <a:pt x="42" y="61"/>
                                    <a:pt x="42" y="60"/>
                                    <a:pt x="43" y="60"/>
                                  </a:cubicBezTo>
                                  <a:cubicBezTo>
                                    <a:pt x="44" y="60"/>
                                    <a:pt x="44" y="61"/>
                                    <a:pt x="44" y="61"/>
                                  </a:cubicBezTo>
                                  <a:cubicBezTo>
                                    <a:pt x="44" y="61"/>
                                    <a:pt x="45" y="61"/>
                                    <a:pt x="45" y="61"/>
                                  </a:cubicBezTo>
                                  <a:cubicBezTo>
                                    <a:pt x="46" y="61"/>
                                    <a:pt x="46" y="61"/>
                                    <a:pt x="47" y="61"/>
                                  </a:cubicBezTo>
                                  <a:cubicBezTo>
                                    <a:pt x="47" y="61"/>
                                    <a:pt x="47" y="60"/>
                                    <a:pt x="47" y="60"/>
                                  </a:cubicBezTo>
                                  <a:cubicBezTo>
                                    <a:pt x="48" y="60"/>
                                    <a:pt x="49" y="60"/>
                                    <a:pt x="49" y="60"/>
                                  </a:cubicBezTo>
                                  <a:cubicBezTo>
                                    <a:pt x="50" y="60"/>
                                    <a:pt x="50" y="60"/>
                                    <a:pt x="51" y="60"/>
                                  </a:cubicBezTo>
                                  <a:cubicBezTo>
                                    <a:pt x="51" y="60"/>
                                    <a:pt x="51" y="61"/>
                                    <a:pt x="51" y="61"/>
                                  </a:cubicBezTo>
                                  <a:cubicBezTo>
                                    <a:pt x="52" y="61"/>
                                    <a:pt x="52" y="61"/>
                                    <a:pt x="53" y="61"/>
                                  </a:cubicBezTo>
                                  <a:cubicBezTo>
                                    <a:pt x="53" y="61"/>
                                    <a:pt x="53" y="62"/>
                                    <a:pt x="54" y="62"/>
                                  </a:cubicBezTo>
                                  <a:cubicBezTo>
                                    <a:pt x="54" y="63"/>
                                    <a:pt x="56" y="63"/>
                                    <a:pt x="56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8" y="64"/>
                                    <a:pt x="58" y="65"/>
                                    <a:pt x="59" y="65"/>
                                  </a:cubicBezTo>
                                  <a:cubicBezTo>
                                    <a:pt x="59" y="65"/>
                                    <a:pt x="59" y="64"/>
                                    <a:pt x="59" y="64"/>
                                  </a:cubicBezTo>
                                  <a:cubicBezTo>
                                    <a:pt x="59" y="63"/>
                                    <a:pt x="58" y="63"/>
                                    <a:pt x="58" y="62"/>
                                  </a:cubicBezTo>
                                  <a:cubicBezTo>
                                    <a:pt x="58" y="61"/>
                                    <a:pt x="58" y="61"/>
                                    <a:pt x="58" y="60"/>
                                  </a:cubicBezTo>
                                  <a:cubicBezTo>
                                    <a:pt x="58" y="59"/>
                                    <a:pt x="58" y="59"/>
                                    <a:pt x="58" y="58"/>
                                  </a:cubicBezTo>
                                  <a:cubicBezTo>
                                    <a:pt x="59" y="57"/>
                                    <a:pt x="59" y="56"/>
                                    <a:pt x="60" y="56"/>
                                  </a:cubicBezTo>
                                  <a:cubicBezTo>
                                    <a:pt x="61" y="55"/>
                                    <a:pt x="61" y="54"/>
                                    <a:pt x="62" y="53"/>
                                  </a:cubicBezTo>
                                  <a:cubicBezTo>
                                    <a:pt x="63" y="53"/>
                                    <a:pt x="63" y="52"/>
                                    <a:pt x="64" y="51"/>
                                  </a:cubicBezTo>
                                  <a:cubicBezTo>
                                    <a:pt x="65" y="51"/>
                                    <a:pt x="65" y="51"/>
                                    <a:pt x="65" y="50"/>
                                  </a:cubicBezTo>
                                  <a:cubicBezTo>
                                    <a:pt x="66" y="50"/>
                                    <a:pt x="66" y="50"/>
                                    <a:pt x="67" y="50"/>
                                  </a:cubicBezTo>
                                  <a:cubicBezTo>
                                    <a:pt x="67" y="49"/>
                                    <a:pt x="68" y="48"/>
                                    <a:pt x="67" y="46"/>
                                  </a:cubicBezTo>
                                  <a:cubicBezTo>
                                    <a:pt x="66" y="46"/>
                                    <a:pt x="67" y="45"/>
                                    <a:pt x="68" y="45"/>
                                  </a:cubicBezTo>
                                  <a:cubicBezTo>
                                    <a:pt x="68" y="45"/>
                                    <a:pt x="67" y="45"/>
                                    <a:pt x="67" y="44"/>
                                  </a:cubicBezTo>
                                  <a:cubicBezTo>
                                    <a:pt x="67" y="44"/>
                                    <a:pt x="66" y="43"/>
                                    <a:pt x="66" y="43"/>
                                  </a:cubicBezTo>
                                  <a:cubicBezTo>
                                    <a:pt x="66" y="42"/>
                                    <a:pt x="65" y="41"/>
                                    <a:pt x="65" y="40"/>
                                  </a:cubicBezTo>
                                  <a:cubicBezTo>
                                    <a:pt x="64" y="40"/>
                                    <a:pt x="65" y="40"/>
                                    <a:pt x="65" y="39"/>
                                  </a:cubicBezTo>
                                  <a:cubicBezTo>
                                    <a:pt x="65" y="39"/>
                                    <a:pt x="64" y="38"/>
                                    <a:pt x="64" y="37"/>
                                  </a:cubicBezTo>
                                  <a:cubicBezTo>
                                    <a:pt x="64" y="36"/>
                                    <a:pt x="65" y="34"/>
                                    <a:pt x="65" y="32"/>
                                  </a:cubicBezTo>
                                  <a:cubicBezTo>
                                    <a:pt x="64" y="31"/>
                                    <a:pt x="62" y="31"/>
                                    <a:pt x="62" y="30"/>
                                  </a:cubicBezTo>
                                  <a:cubicBezTo>
                                    <a:pt x="61" y="29"/>
                                    <a:pt x="63" y="27"/>
                                    <a:pt x="64" y="27"/>
                                  </a:cubicBezTo>
                                  <a:cubicBezTo>
                                    <a:pt x="65" y="26"/>
                                    <a:pt x="66" y="26"/>
                                    <a:pt x="67" y="25"/>
                                  </a:cubicBezTo>
                                  <a:cubicBezTo>
                                    <a:pt x="67" y="24"/>
                                    <a:pt x="66" y="22"/>
                                    <a:pt x="66" y="21"/>
                                  </a:cubicBezTo>
                                  <a:cubicBezTo>
                                    <a:pt x="66" y="20"/>
                                    <a:pt x="66" y="19"/>
                                    <a:pt x="66" y="19"/>
                                  </a:cubicBezTo>
                                  <a:cubicBezTo>
                                    <a:pt x="65" y="18"/>
                                    <a:pt x="65" y="17"/>
                                    <a:pt x="65" y="16"/>
                                  </a:cubicBezTo>
                                  <a:cubicBezTo>
                                    <a:pt x="64" y="15"/>
                                    <a:pt x="63" y="13"/>
                                    <a:pt x="63" y="11"/>
                                  </a:cubicBezTo>
                                  <a:cubicBezTo>
                                    <a:pt x="63" y="10"/>
                                    <a:pt x="63" y="8"/>
                                    <a:pt x="62" y="7"/>
                                  </a:cubicBezTo>
                                  <a:cubicBezTo>
                                    <a:pt x="61" y="7"/>
                                    <a:pt x="61" y="7"/>
                                    <a:pt x="61" y="7"/>
                                  </a:cubicBezTo>
                                  <a:cubicBezTo>
                                    <a:pt x="60" y="7"/>
                                    <a:pt x="60" y="7"/>
                                    <a:pt x="60" y="6"/>
                                  </a:cubicBezTo>
                                  <a:cubicBezTo>
                                    <a:pt x="59" y="6"/>
                                    <a:pt x="59" y="7"/>
                                    <a:pt x="58" y="6"/>
                                  </a:cubicBezTo>
                                  <a:cubicBezTo>
                                    <a:pt x="57" y="7"/>
                                    <a:pt x="55" y="6"/>
                                    <a:pt x="54" y="6"/>
                                  </a:cubicBezTo>
                                  <a:cubicBezTo>
                                    <a:pt x="52" y="6"/>
                                    <a:pt x="50" y="6"/>
                                    <a:pt x="48" y="6"/>
                                  </a:cubicBezTo>
                                  <a:cubicBezTo>
                                    <a:pt x="47" y="6"/>
                                    <a:pt x="45" y="6"/>
                                    <a:pt x="43" y="6"/>
                                  </a:cubicBezTo>
                                  <a:cubicBezTo>
                                    <a:pt x="41" y="5"/>
                                    <a:pt x="39" y="5"/>
                                    <a:pt x="38" y="5"/>
                                  </a:cubicBezTo>
                                  <a:cubicBezTo>
                                    <a:pt x="36" y="6"/>
                                    <a:pt x="35" y="6"/>
                                    <a:pt x="33" y="6"/>
                                  </a:cubicBezTo>
                                  <a:cubicBezTo>
                                    <a:pt x="33" y="6"/>
                                    <a:pt x="32" y="6"/>
                                    <a:pt x="31" y="6"/>
                                  </a:cubicBezTo>
                                  <a:cubicBezTo>
                                    <a:pt x="31" y="6"/>
                                    <a:pt x="30" y="5"/>
                                    <a:pt x="30" y="5"/>
                                  </a:cubicBezTo>
                                  <a:cubicBezTo>
                                    <a:pt x="30" y="4"/>
                                    <a:pt x="29" y="2"/>
                                    <a:pt x="30" y="1"/>
                                  </a:cubicBezTo>
                                  <a:cubicBezTo>
                                    <a:pt x="30" y="1"/>
                                    <a:pt x="31" y="2"/>
                                    <a:pt x="31" y="2"/>
                                  </a:cubicBezTo>
                                  <a:cubicBezTo>
                                    <a:pt x="31" y="3"/>
                                    <a:pt x="32" y="3"/>
                                    <a:pt x="32" y="3"/>
                                  </a:cubicBezTo>
                                  <a:cubicBezTo>
                                    <a:pt x="32" y="2"/>
                                    <a:pt x="31" y="2"/>
                                    <a:pt x="31" y="1"/>
                                  </a:cubicBezTo>
                                  <a:cubicBezTo>
                                    <a:pt x="30" y="1"/>
                                    <a:pt x="29" y="0"/>
                                    <a:pt x="28" y="1"/>
                                  </a:cubicBezTo>
                                  <a:cubicBezTo>
                                    <a:pt x="26" y="1"/>
                                    <a:pt x="24" y="1"/>
                                    <a:pt x="22" y="2"/>
                                  </a:cubicBezTo>
                                  <a:cubicBezTo>
                                    <a:pt x="21" y="2"/>
                                    <a:pt x="20" y="3"/>
                                    <a:pt x="19" y="3"/>
                                  </a:cubicBezTo>
                                  <a:cubicBezTo>
                                    <a:pt x="19" y="4"/>
                                    <a:pt x="17" y="4"/>
                                    <a:pt x="17" y="4"/>
                                  </a:cubicBezTo>
                                  <a:cubicBezTo>
                                    <a:pt x="16" y="5"/>
                                    <a:pt x="15" y="7"/>
                                    <a:pt x="14" y="7"/>
                                  </a:cubicBezTo>
                                  <a:cubicBezTo>
                                    <a:pt x="13" y="8"/>
                                    <a:pt x="12" y="8"/>
                                    <a:pt x="11" y="8"/>
                                  </a:cubicBezTo>
                                  <a:cubicBezTo>
                                    <a:pt x="10" y="9"/>
                                    <a:pt x="9" y="9"/>
                                    <a:pt x="8" y="9"/>
                                  </a:cubicBezTo>
                                  <a:cubicBezTo>
                                    <a:pt x="7" y="9"/>
                                    <a:pt x="6" y="10"/>
                                    <a:pt x="5" y="10"/>
                                  </a:cubicBezTo>
                                  <a:cubicBezTo>
                                    <a:pt x="5" y="10"/>
                                    <a:pt x="3" y="10"/>
                                    <a:pt x="3" y="11"/>
                                  </a:cubicBezTo>
                                  <a:cubicBezTo>
                                    <a:pt x="2" y="12"/>
                                    <a:pt x="3" y="12"/>
                                    <a:pt x="4" y="12"/>
                                  </a:cubicBezTo>
                                  <a:cubicBezTo>
                                    <a:pt x="4" y="13"/>
                                    <a:pt x="3" y="13"/>
                                    <a:pt x="4" y="14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2" y="13"/>
                                    <a:pt x="1" y="13"/>
                                  </a:cubicBezTo>
                                  <a:cubicBezTo>
                                    <a:pt x="1" y="14"/>
                                    <a:pt x="2" y="15"/>
                                    <a:pt x="2" y="16"/>
                                  </a:cubicBezTo>
                                  <a:cubicBezTo>
                                    <a:pt x="2" y="17"/>
                                    <a:pt x="3" y="18"/>
                                    <a:pt x="2" y="19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1" y="22"/>
                                    <a:pt x="0" y="23"/>
                                    <a:pt x="1" y="24"/>
                                  </a:cubicBezTo>
                                  <a:cubicBezTo>
                                    <a:pt x="2" y="24"/>
                                    <a:pt x="3" y="25"/>
                                    <a:pt x="4" y="26"/>
                                  </a:cubicBezTo>
                                  <a:cubicBezTo>
                                    <a:pt x="4" y="27"/>
                                    <a:pt x="3" y="28"/>
                                    <a:pt x="3" y="29"/>
                                  </a:cubicBezTo>
                                  <a:cubicBezTo>
                                    <a:pt x="3" y="29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4" y="31"/>
                                    <a:pt x="4" y="31"/>
                                  </a:cubicBezTo>
                                  <a:cubicBezTo>
                                    <a:pt x="4" y="32"/>
                                    <a:pt x="5" y="32"/>
                                    <a:pt x="5" y="33"/>
                                  </a:cubicBezTo>
                                  <a:cubicBezTo>
                                    <a:pt x="5" y="33"/>
                                    <a:pt x="4" y="33"/>
                                    <a:pt x="4" y="33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3" y="34"/>
                                    <a:pt x="4" y="36"/>
                                    <a:pt x="4" y="36"/>
                                  </a:cubicBezTo>
                                  <a:cubicBezTo>
                                    <a:pt x="5" y="37"/>
                                    <a:pt x="4" y="38"/>
                                    <a:pt x="5" y="38"/>
                                  </a:cubicBezTo>
                                  <a:cubicBezTo>
                                    <a:pt x="6" y="39"/>
                                    <a:pt x="7" y="40"/>
                                    <a:pt x="6" y="41"/>
                                  </a:cubicBezTo>
                                  <a:cubicBezTo>
                                    <a:pt x="6" y="42"/>
                                    <a:pt x="6" y="42"/>
                                    <a:pt x="6" y="43"/>
                                  </a:cubicBezTo>
                                  <a:cubicBezTo>
                                    <a:pt x="6" y="44"/>
                                    <a:pt x="6" y="44"/>
                                    <a:pt x="5" y="45"/>
                                  </a:cubicBezTo>
                                  <a:cubicBezTo>
                                    <a:pt x="6" y="45"/>
                                    <a:pt x="6" y="45"/>
                                    <a:pt x="6" y="4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80" name="Freeform 777">
                              <a:extLst>
                                <a:ext uri="{FF2B5EF4-FFF2-40B4-BE49-F238E27FC236}">
                                  <a16:creationId xmlns:a16="http://schemas.microsoft.com/office/drawing/2014/main" id="{19120BAE-A98A-CDC3-01EB-5CF9326D74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00750" y="3146425"/>
                              <a:ext cx="508000" cy="341313"/>
                            </a:xfrm>
                            <a:custGeom>
                              <a:avLst/>
                              <a:gdLst>
                                <a:gd name="T0" fmla="*/ 110 w 122"/>
                                <a:gd name="T1" fmla="*/ 51 h 82"/>
                                <a:gd name="T2" fmla="*/ 119 w 122"/>
                                <a:gd name="T3" fmla="*/ 48 h 82"/>
                                <a:gd name="T4" fmla="*/ 121 w 122"/>
                                <a:gd name="T5" fmla="*/ 44 h 82"/>
                                <a:gd name="T6" fmla="*/ 121 w 122"/>
                                <a:gd name="T7" fmla="*/ 38 h 82"/>
                                <a:gd name="T8" fmla="*/ 121 w 122"/>
                                <a:gd name="T9" fmla="*/ 32 h 82"/>
                                <a:gd name="T10" fmla="*/ 118 w 122"/>
                                <a:gd name="T11" fmla="*/ 29 h 82"/>
                                <a:gd name="T12" fmla="*/ 111 w 122"/>
                                <a:gd name="T13" fmla="*/ 27 h 82"/>
                                <a:gd name="T14" fmla="*/ 106 w 122"/>
                                <a:gd name="T15" fmla="*/ 26 h 82"/>
                                <a:gd name="T16" fmla="*/ 95 w 122"/>
                                <a:gd name="T17" fmla="*/ 23 h 82"/>
                                <a:gd name="T18" fmla="*/ 90 w 122"/>
                                <a:gd name="T19" fmla="*/ 21 h 82"/>
                                <a:gd name="T20" fmla="*/ 89 w 122"/>
                                <a:gd name="T21" fmla="*/ 15 h 82"/>
                                <a:gd name="T22" fmla="*/ 81 w 122"/>
                                <a:gd name="T23" fmla="*/ 13 h 82"/>
                                <a:gd name="T24" fmla="*/ 82 w 122"/>
                                <a:gd name="T25" fmla="*/ 8 h 82"/>
                                <a:gd name="T26" fmla="*/ 80 w 122"/>
                                <a:gd name="T27" fmla="*/ 2 h 82"/>
                                <a:gd name="T28" fmla="*/ 71 w 122"/>
                                <a:gd name="T29" fmla="*/ 1 h 82"/>
                                <a:gd name="T30" fmla="*/ 65 w 122"/>
                                <a:gd name="T31" fmla="*/ 3 h 82"/>
                                <a:gd name="T32" fmla="*/ 59 w 122"/>
                                <a:gd name="T33" fmla="*/ 6 h 82"/>
                                <a:gd name="T34" fmla="*/ 53 w 122"/>
                                <a:gd name="T35" fmla="*/ 11 h 82"/>
                                <a:gd name="T36" fmla="*/ 46 w 122"/>
                                <a:gd name="T37" fmla="*/ 9 h 82"/>
                                <a:gd name="T38" fmla="*/ 40 w 122"/>
                                <a:gd name="T39" fmla="*/ 9 h 82"/>
                                <a:gd name="T40" fmla="*/ 34 w 122"/>
                                <a:gd name="T41" fmla="*/ 8 h 82"/>
                                <a:gd name="T42" fmla="*/ 29 w 122"/>
                                <a:gd name="T43" fmla="*/ 7 h 82"/>
                                <a:gd name="T44" fmla="*/ 16 w 122"/>
                                <a:gd name="T45" fmla="*/ 6 h 82"/>
                                <a:gd name="T46" fmla="*/ 11 w 122"/>
                                <a:gd name="T47" fmla="*/ 12 h 82"/>
                                <a:gd name="T48" fmla="*/ 13 w 122"/>
                                <a:gd name="T49" fmla="*/ 22 h 82"/>
                                <a:gd name="T50" fmla="*/ 4 w 122"/>
                                <a:gd name="T51" fmla="*/ 30 h 82"/>
                                <a:gd name="T52" fmla="*/ 3 w 122"/>
                                <a:gd name="T53" fmla="*/ 36 h 82"/>
                                <a:gd name="T54" fmla="*/ 4 w 122"/>
                                <a:gd name="T55" fmla="*/ 46 h 82"/>
                                <a:gd name="T56" fmla="*/ 13 w 122"/>
                                <a:gd name="T57" fmla="*/ 47 h 82"/>
                                <a:gd name="T58" fmla="*/ 21 w 122"/>
                                <a:gd name="T59" fmla="*/ 48 h 82"/>
                                <a:gd name="T60" fmla="*/ 31 w 122"/>
                                <a:gd name="T61" fmla="*/ 44 h 82"/>
                                <a:gd name="T62" fmla="*/ 35 w 122"/>
                                <a:gd name="T63" fmla="*/ 42 h 82"/>
                                <a:gd name="T64" fmla="*/ 40 w 122"/>
                                <a:gd name="T65" fmla="*/ 43 h 82"/>
                                <a:gd name="T66" fmla="*/ 42 w 122"/>
                                <a:gd name="T67" fmla="*/ 44 h 82"/>
                                <a:gd name="T68" fmla="*/ 45 w 122"/>
                                <a:gd name="T69" fmla="*/ 46 h 82"/>
                                <a:gd name="T70" fmla="*/ 48 w 122"/>
                                <a:gd name="T71" fmla="*/ 49 h 82"/>
                                <a:gd name="T72" fmla="*/ 50 w 122"/>
                                <a:gd name="T73" fmla="*/ 54 h 82"/>
                                <a:gd name="T74" fmla="*/ 51 w 122"/>
                                <a:gd name="T75" fmla="*/ 57 h 82"/>
                                <a:gd name="T76" fmla="*/ 52 w 122"/>
                                <a:gd name="T77" fmla="*/ 63 h 82"/>
                                <a:gd name="T78" fmla="*/ 48 w 122"/>
                                <a:gd name="T79" fmla="*/ 63 h 82"/>
                                <a:gd name="T80" fmla="*/ 46 w 122"/>
                                <a:gd name="T81" fmla="*/ 66 h 82"/>
                                <a:gd name="T82" fmla="*/ 43 w 122"/>
                                <a:gd name="T83" fmla="*/ 71 h 82"/>
                                <a:gd name="T84" fmla="*/ 51 w 122"/>
                                <a:gd name="T85" fmla="*/ 73 h 82"/>
                                <a:gd name="T86" fmla="*/ 52 w 122"/>
                                <a:gd name="T87" fmla="*/ 70 h 82"/>
                                <a:gd name="T88" fmla="*/ 58 w 122"/>
                                <a:gd name="T89" fmla="*/ 61 h 82"/>
                                <a:gd name="T90" fmla="*/ 65 w 122"/>
                                <a:gd name="T91" fmla="*/ 56 h 82"/>
                                <a:gd name="T92" fmla="*/ 63 w 122"/>
                                <a:gd name="T93" fmla="*/ 61 h 82"/>
                                <a:gd name="T94" fmla="*/ 69 w 122"/>
                                <a:gd name="T95" fmla="*/ 65 h 82"/>
                                <a:gd name="T96" fmla="*/ 76 w 122"/>
                                <a:gd name="T97" fmla="*/ 66 h 82"/>
                                <a:gd name="T98" fmla="*/ 71 w 122"/>
                                <a:gd name="T99" fmla="*/ 71 h 82"/>
                                <a:gd name="T100" fmla="*/ 76 w 122"/>
                                <a:gd name="T101" fmla="*/ 75 h 82"/>
                                <a:gd name="T102" fmla="*/ 77 w 122"/>
                                <a:gd name="T103" fmla="*/ 81 h 82"/>
                                <a:gd name="T104" fmla="*/ 88 w 122"/>
                                <a:gd name="T105" fmla="*/ 78 h 82"/>
                                <a:gd name="T106" fmla="*/ 94 w 122"/>
                                <a:gd name="T107" fmla="*/ 76 h 82"/>
                                <a:gd name="T108" fmla="*/ 96 w 122"/>
                                <a:gd name="T109" fmla="*/ 72 h 82"/>
                                <a:gd name="T110" fmla="*/ 88 w 122"/>
                                <a:gd name="T111" fmla="*/ 71 h 82"/>
                                <a:gd name="T112" fmla="*/ 88 w 122"/>
                                <a:gd name="T113" fmla="*/ 66 h 82"/>
                                <a:gd name="T114" fmla="*/ 99 w 122"/>
                                <a:gd name="T115" fmla="*/ 60 h 82"/>
                                <a:gd name="T116" fmla="*/ 105 w 122"/>
                                <a:gd name="T117" fmla="*/ 56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122" h="82">
                                  <a:moveTo>
                                    <a:pt x="108" y="55"/>
                                  </a:moveTo>
                                  <a:cubicBezTo>
                                    <a:pt x="109" y="55"/>
                                    <a:pt x="109" y="54"/>
                                    <a:pt x="109" y="54"/>
                                  </a:cubicBezTo>
                                  <a:cubicBezTo>
                                    <a:pt x="109" y="54"/>
                                    <a:pt x="109" y="54"/>
                                    <a:pt x="109" y="54"/>
                                  </a:cubicBezTo>
                                  <a:cubicBezTo>
                                    <a:pt x="109" y="53"/>
                                    <a:pt x="109" y="52"/>
                                    <a:pt x="109" y="52"/>
                                  </a:cubicBezTo>
                                  <a:cubicBezTo>
                                    <a:pt x="109" y="51"/>
                                    <a:pt x="109" y="51"/>
                                    <a:pt x="110" y="51"/>
                                  </a:cubicBezTo>
                                  <a:cubicBezTo>
                                    <a:pt x="111" y="50"/>
                                    <a:pt x="111" y="51"/>
                                    <a:pt x="112" y="50"/>
                                  </a:cubicBezTo>
                                  <a:cubicBezTo>
                                    <a:pt x="113" y="50"/>
                                    <a:pt x="112" y="50"/>
                                    <a:pt x="113" y="49"/>
                                  </a:cubicBezTo>
                                  <a:cubicBezTo>
                                    <a:pt x="113" y="48"/>
                                    <a:pt x="113" y="48"/>
                                    <a:pt x="114" y="48"/>
                                  </a:cubicBezTo>
                                  <a:cubicBezTo>
                                    <a:pt x="115" y="48"/>
                                    <a:pt x="116" y="48"/>
                                    <a:pt x="116" y="48"/>
                                  </a:cubicBezTo>
                                  <a:cubicBezTo>
                                    <a:pt x="117" y="48"/>
                                    <a:pt x="118" y="49"/>
                                    <a:pt x="119" y="48"/>
                                  </a:cubicBezTo>
                                  <a:cubicBezTo>
                                    <a:pt x="119" y="48"/>
                                    <a:pt x="119" y="48"/>
                                    <a:pt x="119" y="47"/>
                                  </a:cubicBezTo>
                                  <a:cubicBezTo>
                                    <a:pt x="119" y="47"/>
                                    <a:pt x="119" y="47"/>
                                    <a:pt x="119" y="47"/>
                                  </a:cubicBezTo>
                                  <a:cubicBezTo>
                                    <a:pt x="119" y="46"/>
                                    <a:pt x="120" y="46"/>
                                    <a:pt x="120" y="46"/>
                                  </a:cubicBezTo>
                                  <a:cubicBezTo>
                                    <a:pt x="120" y="46"/>
                                    <a:pt x="120" y="45"/>
                                    <a:pt x="120" y="45"/>
                                  </a:cubicBezTo>
                                  <a:cubicBezTo>
                                    <a:pt x="120" y="45"/>
                                    <a:pt x="121" y="45"/>
                                    <a:pt x="121" y="44"/>
                                  </a:cubicBezTo>
                                  <a:cubicBezTo>
                                    <a:pt x="121" y="44"/>
                                    <a:pt x="120" y="44"/>
                                    <a:pt x="120" y="44"/>
                                  </a:cubicBezTo>
                                  <a:cubicBezTo>
                                    <a:pt x="120" y="43"/>
                                    <a:pt x="120" y="43"/>
                                    <a:pt x="120" y="42"/>
                                  </a:cubicBezTo>
                                  <a:cubicBezTo>
                                    <a:pt x="120" y="42"/>
                                    <a:pt x="120" y="42"/>
                                    <a:pt x="120" y="41"/>
                                  </a:cubicBezTo>
                                  <a:cubicBezTo>
                                    <a:pt x="119" y="41"/>
                                    <a:pt x="118" y="40"/>
                                    <a:pt x="119" y="39"/>
                                  </a:cubicBezTo>
                                  <a:cubicBezTo>
                                    <a:pt x="119" y="39"/>
                                    <a:pt x="121" y="39"/>
                                    <a:pt x="121" y="38"/>
                                  </a:cubicBezTo>
                                  <a:cubicBezTo>
                                    <a:pt x="121" y="38"/>
                                    <a:pt x="120" y="38"/>
                                    <a:pt x="120" y="38"/>
                                  </a:cubicBezTo>
                                  <a:cubicBezTo>
                                    <a:pt x="119" y="38"/>
                                    <a:pt x="119" y="38"/>
                                    <a:pt x="119" y="37"/>
                                  </a:cubicBezTo>
                                  <a:cubicBezTo>
                                    <a:pt x="118" y="36"/>
                                    <a:pt x="119" y="36"/>
                                    <a:pt x="120" y="36"/>
                                  </a:cubicBezTo>
                                  <a:cubicBezTo>
                                    <a:pt x="120" y="35"/>
                                    <a:pt x="121" y="34"/>
                                    <a:pt x="122" y="34"/>
                                  </a:cubicBezTo>
                                  <a:cubicBezTo>
                                    <a:pt x="122" y="33"/>
                                    <a:pt x="122" y="33"/>
                                    <a:pt x="121" y="32"/>
                                  </a:cubicBezTo>
                                  <a:cubicBezTo>
                                    <a:pt x="121" y="32"/>
                                    <a:pt x="122" y="31"/>
                                    <a:pt x="121" y="30"/>
                                  </a:cubicBezTo>
                                  <a:cubicBezTo>
                                    <a:pt x="121" y="30"/>
                                    <a:pt x="121" y="30"/>
                                    <a:pt x="120" y="30"/>
                                  </a:cubicBezTo>
                                  <a:cubicBezTo>
                                    <a:pt x="120" y="30"/>
                                    <a:pt x="120" y="31"/>
                                    <a:pt x="119" y="31"/>
                                  </a:cubicBezTo>
                                  <a:cubicBezTo>
                                    <a:pt x="119" y="31"/>
                                    <a:pt x="119" y="30"/>
                                    <a:pt x="118" y="30"/>
                                  </a:cubicBezTo>
                                  <a:cubicBezTo>
                                    <a:pt x="118" y="30"/>
                                    <a:pt x="118" y="29"/>
                                    <a:pt x="118" y="29"/>
                                  </a:cubicBezTo>
                                  <a:cubicBezTo>
                                    <a:pt x="117" y="29"/>
                                    <a:pt x="116" y="29"/>
                                    <a:pt x="116" y="29"/>
                                  </a:cubicBezTo>
                                  <a:cubicBezTo>
                                    <a:pt x="116" y="28"/>
                                    <a:pt x="116" y="28"/>
                                    <a:pt x="115" y="28"/>
                                  </a:cubicBezTo>
                                  <a:cubicBezTo>
                                    <a:pt x="114" y="28"/>
                                    <a:pt x="114" y="28"/>
                                    <a:pt x="114" y="28"/>
                                  </a:cubicBezTo>
                                  <a:cubicBezTo>
                                    <a:pt x="114" y="28"/>
                                    <a:pt x="113" y="28"/>
                                    <a:pt x="112" y="27"/>
                                  </a:cubicBezTo>
                                  <a:cubicBezTo>
                                    <a:pt x="112" y="27"/>
                                    <a:pt x="112" y="27"/>
                                    <a:pt x="111" y="27"/>
                                  </a:cubicBezTo>
                                  <a:cubicBezTo>
                                    <a:pt x="110" y="27"/>
                                    <a:pt x="110" y="26"/>
                                    <a:pt x="110" y="26"/>
                                  </a:cubicBezTo>
                                  <a:cubicBezTo>
                                    <a:pt x="109" y="26"/>
                                    <a:pt x="109" y="25"/>
                                    <a:pt x="109" y="25"/>
                                  </a:cubicBezTo>
                                  <a:cubicBezTo>
                                    <a:pt x="108" y="25"/>
                                    <a:pt x="108" y="26"/>
                                    <a:pt x="108" y="27"/>
                                  </a:cubicBezTo>
                                  <a:cubicBezTo>
                                    <a:pt x="108" y="27"/>
                                    <a:pt x="107" y="27"/>
                                    <a:pt x="107" y="27"/>
                                  </a:cubicBezTo>
                                  <a:cubicBezTo>
                                    <a:pt x="107" y="26"/>
                                    <a:pt x="106" y="26"/>
                                    <a:pt x="106" y="26"/>
                                  </a:cubicBezTo>
                                  <a:cubicBezTo>
                                    <a:pt x="105" y="25"/>
                                    <a:pt x="105" y="23"/>
                                    <a:pt x="104" y="22"/>
                                  </a:cubicBezTo>
                                  <a:cubicBezTo>
                                    <a:pt x="103" y="21"/>
                                    <a:pt x="102" y="22"/>
                                    <a:pt x="101" y="23"/>
                                  </a:cubicBezTo>
                                  <a:cubicBezTo>
                                    <a:pt x="100" y="23"/>
                                    <a:pt x="100" y="22"/>
                                    <a:pt x="99" y="23"/>
                                  </a:cubicBezTo>
                                  <a:cubicBezTo>
                                    <a:pt x="99" y="23"/>
                                    <a:pt x="98" y="24"/>
                                    <a:pt x="98" y="24"/>
                                  </a:cubicBezTo>
                                  <a:cubicBezTo>
                                    <a:pt x="98" y="23"/>
                                    <a:pt x="96" y="23"/>
                                    <a:pt x="95" y="23"/>
                                  </a:cubicBezTo>
                                  <a:cubicBezTo>
                                    <a:pt x="95" y="22"/>
                                    <a:pt x="94" y="22"/>
                                    <a:pt x="93" y="22"/>
                                  </a:cubicBezTo>
                                  <a:cubicBezTo>
                                    <a:pt x="93" y="22"/>
                                    <a:pt x="92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1" y="21"/>
                                  </a:cubicBezTo>
                                  <a:cubicBezTo>
                                    <a:pt x="90" y="21"/>
                                    <a:pt x="90" y="21"/>
                                    <a:pt x="90" y="21"/>
                                  </a:cubicBezTo>
                                  <a:cubicBezTo>
                                    <a:pt x="89" y="20"/>
                                    <a:pt x="90" y="19"/>
                                    <a:pt x="90" y="19"/>
                                  </a:cubicBezTo>
                                  <a:cubicBezTo>
                                    <a:pt x="90" y="18"/>
                                    <a:pt x="90" y="18"/>
                                    <a:pt x="90" y="18"/>
                                  </a:cubicBezTo>
                                  <a:cubicBezTo>
                                    <a:pt x="89" y="17"/>
                                    <a:pt x="90" y="17"/>
                                    <a:pt x="89" y="17"/>
                                  </a:cubicBezTo>
                                  <a:cubicBezTo>
                                    <a:pt x="89" y="16"/>
                                    <a:pt x="89" y="16"/>
                                    <a:pt x="89" y="16"/>
                                  </a:cubicBezTo>
                                  <a:cubicBezTo>
                                    <a:pt x="89" y="16"/>
                                    <a:pt x="89" y="15"/>
                                    <a:pt x="89" y="15"/>
                                  </a:cubicBezTo>
                                  <a:cubicBezTo>
                                    <a:pt x="89" y="15"/>
                                    <a:pt x="88" y="15"/>
                                    <a:pt x="88" y="14"/>
                                  </a:cubicBezTo>
                                  <a:cubicBezTo>
                                    <a:pt x="87" y="13"/>
                                    <a:pt x="87" y="13"/>
                                    <a:pt x="86" y="13"/>
                                  </a:cubicBezTo>
                                  <a:cubicBezTo>
                                    <a:pt x="86" y="13"/>
                                    <a:pt x="85" y="14"/>
                                    <a:pt x="85" y="14"/>
                                  </a:cubicBezTo>
                                  <a:cubicBezTo>
                                    <a:pt x="85" y="14"/>
                                    <a:pt x="85" y="13"/>
                                    <a:pt x="84" y="13"/>
                                  </a:cubicBezTo>
                                  <a:cubicBezTo>
                                    <a:pt x="83" y="13"/>
                                    <a:pt x="82" y="13"/>
                                    <a:pt x="81" y="13"/>
                                  </a:cubicBezTo>
                                  <a:cubicBezTo>
                                    <a:pt x="82" y="13"/>
                                    <a:pt x="82" y="12"/>
                                    <a:pt x="82" y="12"/>
                                  </a:cubicBezTo>
                                  <a:cubicBezTo>
                                    <a:pt x="82" y="11"/>
                                    <a:pt x="82" y="12"/>
                                    <a:pt x="82" y="11"/>
                                  </a:cubicBezTo>
                                  <a:cubicBezTo>
                                    <a:pt x="82" y="11"/>
                                    <a:pt x="82" y="10"/>
                                    <a:pt x="82" y="10"/>
                                  </a:cubicBezTo>
                                  <a:cubicBezTo>
                                    <a:pt x="82" y="9"/>
                                    <a:pt x="81" y="9"/>
                                    <a:pt x="81" y="9"/>
                                  </a:cubicBezTo>
                                  <a:cubicBezTo>
                                    <a:pt x="80" y="8"/>
                                    <a:pt x="81" y="8"/>
                                    <a:pt x="82" y="8"/>
                                  </a:cubicBezTo>
                                  <a:cubicBezTo>
                                    <a:pt x="82" y="8"/>
                                    <a:pt x="83" y="8"/>
                                    <a:pt x="83" y="7"/>
                                  </a:cubicBezTo>
                                  <a:cubicBezTo>
                                    <a:pt x="83" y="7"/>
                                    <a:pt x="83" y="6"/>
                                    <a:pt x="82" y="6"/>
                                  </a:cubicBezTo>
                                  <a:cubicBezTo>
                                    <a:pt x="82" y="6"/>
                                    <a:pt x="82" y="6"/>
                                    <a:pt x="81" y="6"/>
                                  </a:cubicBezTo>
                                  <a:cubicBezTo>
                                    <a:pt x="81" y="5"/>
                                    <a:pt x="81" y="5"/>
                                    <a:pt x="81" y="5"/>
                                  </a:cubicBezTo>
                                  <a:cubicBezTo>
                                    <a:pt x="81" y="4"/>
                                    <a:pt x="80" y="3"/>
                                    <a:pt x="80" y="2"/>
                                  </a:cubicBezTo>
                                  <a:cubicBezTo>
                                    <a:pt x="80" y="2"/>
                                    <a:pt x="79" y="1"/>
                                    <a:pt x="78" y="1"/>
                                  </a:cubicBezTo>
                                  <a:cubicBezTo>
                                    <a:pt x="78" y="1"/>
                                    <a:pt x="78" y="1"/>
                                    <a:pt x="77" y="1"/>
                                  </a:cubicBezTo>
                                  <a:cubicBezTo>
                                    <a:pt x="77" y="0"/>
                                    <a:pt x="75" y="1"/>
                                    <a:pt x="74" y="1"/>
                                  </a:cubicBezTo>
                                  <a:cubicBezTo>
                                    <a:pt x="74" y="2"/>
                                    <a:pt x="73" y="2"/>
                                    <a:pt x="72" y="2"/>
                                  </a:cubicBezTo>
                                  <a:cubicBezTo>
                                    <a:pt x="72" y="2"/>
                                    <a:pt x="71" y="2"/>
                                    <a:pt x="71" y="1"/>
                                  </a:cubicBezTo>
                                  <a:cubicBezTo>
                                    <a:pt x="69" y="1"/>
                                    <a:pt x="69" y="2"/>
                                    <a:pt x="69" y="3"/>
                                  </a:cubicBezTo>
                                  <a:cubicBezTo>
                                    <a:pt x="69" y="4"/>
                                    <a:pt x="68" y="4"/>
                                    <a:pt x="67" y="4"/>
                                  </a:cubicBezTo>
                                  <a:cubicBezTo>
                                    <a:pt x="66" y="4"/>
                                    <a:pt x="66" y="4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4"/>
                                    <a:pt x="65" y="3"/>
                                    <a:pt x="65" y="3"/>
                                  </a:cubicBezTo>
                                  <a:cubicBezTo>
                                    <a:pt x="65" y="4"/>
                                    <a:pt x="64" y="4"/>
                                    <a:pt x="64" y="3"/>
                                  </a:cubicBezTo>
                                  <a:cubicBezTo>
                                    <a:pt x="63" y="3"/>
                                    <a:pt x="63" y="4"/>
                                    <a:pt x="62" y="4"/>
                                  </a:cubicBezTo>
                                  <a:cubicBezTo>
                                    <a:pt x="61" y="4"/>
                                    <a:pt x="60" y="3"/>
                                    <a:pt x="60" y="4"/>
                                  </a:cubicBezTo>
                                  <a:cubicBezTo>
                                    <a:pt x="60" y="4"/>
                                    <a:pt x="60" y="5"/>
                                    <a:pt x="59" y="5"/>
                                  </a:cubicBezTo>
                                  <a:cubicBezTo>
                                    <a:pt x="59" y="5"/>
                                    <a:pt x="59" y="5"/>
                                    <a:pt x="59" y="6"/>
                                  </a:cubicBezTo>
                                  <a:cubicBezTo>
                                    <a:pt x="57" y="7"/>
                                    <a:pt x="56" y="8"/>
                                    <a:pt x="57" y="10"/>
                                  </a:cubicBezTo>
                                  <a:cubicBezTo>
                                    <a:pt x="57" y="10"/>
                                    <a:pt x="58" y="11"/>
                                    <a:pt x="57" y="12"/>
                                  </a:cubicBezTo>
                                  <a:cubicBezTo>
                                    <a:pt x="57" y="13"/>
                                    <a:pt x="56" y="13"/>
                                    <a:pt x="56" y="12"/>
                                  </a:cubicBezTo>
                                  <a:cubicBezTo>
                                    <a:pt x="55" y="12"/>
                                    <a:pt x="55" y="11"/>
                                    <a:pt x="55" y="11"/>
                                  </a:cubicBezTo>
                                  <a:cubicBezTo>
                                    <a:pt x="54" y="10"/>
                                    <a:pt x="54" y="11"/>
                                    <a:pt x="53" y="11"/>
                                  </a:cubicBezTo>
                                  <a:cubicBezTo>
                                    <a:pt x="52" y="11"/>
                                    <a:pt x="52" y="10"/>
                                    <a:pt x="51" y="10"/>
                                  </a:cubicBezTo>
                                  <a:cubicBezTo>
                                    <a:pt x="50" y="10"/>
                                    <a:pt x="50" y="11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49" y="11"/>
                                  </a:cubicBezTo>
                                  <a:cubicBezTo>
                                    <a:pt x="48" y="12"/>
                                    <a:pt x="49" y="9"/>
                                    <a:pt x="47" y="9"/>
                                  </a:cubicBezTo>
                                  <a:cubicBezTo>
                                    <a:pt x="47" y="9"/>
                                    <a:pt x="46" y="9"/>
                                    <a:pt x="46" y="9"/>
                                  </a:cubicBezTo>
                                  <a:cubicBezTo>
                                    <a:pt x="45" y="10"/>
                                    <a:pt x="45" y="10"/>
                                    <a:pt x="45" y="11"/>
                                  </a:cubicBezTo>
                                  <a:cubicBezTo>
                                    <a:pt x="44" y="11"/>
                                    <a:pt x="44" y="10"/>
                                    <a:pt x="44" y="10"/>
                                  </a:cubicBezTo>
                                  <a:cubicBezTo>
                                    <a:pt x="43" y="9"/>
                                    <a:pt x="43" y="10"/>
                                    <a:pt x="42" y="10"/>
                                  </a:cubicBezTo>
                                  <a:cubicBezTo>
                                    <a:pt x="42" y="10"/>
                                    <a:pt x="42" y="9"/>
                                    <a:pt x="41" y="9"/>
                                  </a:cubicBezTo>
                                  <a:cubicBezTo>
                                    <a:pt x="41" y="9"/>
                                    <a:pt x="41" y="9"/>
                                    <a:pt x="40" y="9"/>
                                  </a:cubicBezTo>
                                  <a:cubicBezTo>
                                    <a:pt x="40" y="10"/>
                                    <a:pt x="39" y="9"/>
                                    <a:pt x="39" y="9"/>
                                  </a:cubicBezTo>
                                  <a:cubicBezTo>
                                    <a:pt x="38" y="9"/>
                                    <a:pt x="39" y="10"/>
                                    <a:pt x="38" y="10"/>
                                  </a:cubicBezTo>
                                  <a:cubicBezTo>
                                    <a:pt x="38" y="11"/>
                                    <a:pt x="38" y="10"/>
                                    <a:pt x="37" y="9"/>
                                  </a:cubicBezTo>
                                  <a:cubicBezTo>
                                    <a:pt x="37" y="9"/>
                                    <a:pt x="37" y="9"/>
                                    <a:pt x="36" y="9"/>
                                  </a:cubicBezTo>
                                  <a:cubicBezTo>
                                    <a:pt x="36" y="10"/>
                                    <a:pt x="35" y="9"/>
                                    <a:pt x="34" y="8"/>
                                  </a:cubicBezTo>
                                  <a:cubicBezTo>
                                    <a:pt x="34" y="8"/>
                                    <a:pt x="34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2" y="7"/>
                                    <a:pt x="32" y="7"/>
                                  </a:cubicBezTo>
                                  <a:cubicBezTo>
                                    <a:pt x="32" y="7"/>
                                    <a:pt x="31" y="7"/>
                                    <a:pt x="31" y="7"/>
                                  </a:cubicBezTo>
                                  <a:cubicBezTo>
                                    <a:pt x="30" y="7"/>
                                    <a:pt x="30" y="7"/>
                                    <a:pt x="29" y="7"/>
                                  </a:cubicBezTo>
                                  <a:cubicBezTo>
                                    <a:pt x="28" y="6"/>
                                    <a:pt x="27" y="6"/>
                                    <a:pt x="26" y="6"/>
                                  </a:cubicBezTo>
                                  <a:cubicBezTo>
                                    <a:pt x="25" y="6"/>
                                    <a:pt x="24" y="5"/>
                                    <a:pt x="23" y="5"/>
                                  </a:cubicBezTo>
                                  <a:cubicBezTo>
                                    <a:pt x="22" y="5"/>
                                    <a:pt x="21" y="5"/>
                                    <a:pt x="20" y="5"/>
                                  </a:cubicBezTo>
                                  <a:cubicBezTo>
                                    <a:pt x="20" y="5"/>
                                    <a:pt x="19" y="6"/>
                                    <a:pt x="18" y="6"/>
                                  </a:cubicBezTo>
                                  <a:cubicBezTo>
                                    <a:pt x="18" y="6"/>
                                    <a:pt x="17" y="6"/>
                                    <a:pt x="16" y="6"/>
                                  </a:cubicBezTo>
                                  <a:cubicBezTo>
                                    <a:pt x="15" y="6"/>
                                    <a:pt x="15" y="7"/>
                                    <a:pt x="14" y="8"/>
                                  </a:cubicBezTo>
                                  <a:cubicBezTo>
                                    <a:pt x="13" y="9"/>
                                    <a:pt x="13" y="9"/>
                                    <a:pt x="12" y="9"/>
                                  </a:cubicBezTo>
                                  <a:cubicBezTo>
                                    <a:pt x="11" y="9"/>
                                    <a:pt x="11" y="8"/>
                                    <a:pt x="10" y="9"/>
                                  </a:cubicBezTo>
                                  <a:cubicBezTo>
                                    <a:pt x="10" y="9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0" y="12"/>
                                    <a:pt x="11" y="12"/>
                                  </a:cubicBezTo>
                                  <a:cubicBezTo>
                                    <a:pt x="11" y="13"/>
                                    <a:pt x="12" y="14"/>
                                    <a:pt x="12" y="15"/>
                                  </a:cubicBezTo>
                                  <a:cubicBezTo>
                                    <a:pt x="12" y="15"/>
                                    <a:pt x="13" y="16"/>
                                    <a:pt x="13" y="16"/>
                                  </a:cubicBezTo>
                                  <a:cubicBezTo>
                                    <a:pt x="13" y="17"/>
                                    <a:pt x="14" y="17"/>
                                    <a:pt x="14" y="17"/>
                                  </a:cubicBezTo>
                                  <a:cubicBezTo>
                                    <a:pt x="13" y="17"/>
                                    <a:pt x="12" y="18"/>
                                    <a:pt x="13" y="18"/>
                                  </a:cubicBezTo>
                                  <a:cubicBezTo>
                                    <a:pt x="14" y="20"/>
                                    <a:pt x="13" y="21"/>
                                    <a:pt x="13" y="22"/>
                                  </a:cubicBezTo>
                                  <a:cubicBezTo>
                                    <a:pt x="12" y="22"/>
                                    <a:pt x="12" y="22"/>
                                    <a:pt x="11" y="22"/>
                                  </a:cubicBezTo>
                                  <a:cubicBezTo>
                                    <a:pt x="11" y="23"/>
                                    <a:pt x="11" y="23"/>
                                    <a:pt x="10" y="23"/>
                                  </a:cubicBezTo>
                                  <a:cubicBezTo>
                                    <a:pt x="10" y="24"/>
                                    <a:pt x="9" y="24"/>
                                    <a:pt x="8" y="25"/>
                                  </a:cubicBezTo>
                                  <a:cubicBezTo>
                                    <a:pt x="7" y="26"/>
                                    <a:pt x="7" y="27"/>
                                    <a:pt x="6" y="28"/>
                                  </a:cubicBezTo>
                                  <a:cubicBezTo>
                                    <a:pt x="5" y="29"/>
                                    <a:pt x="4" y="29"/>
                                    <a:pt x="4" y="30"/>
                                  </a:cubicBezTo>
                                  <a:cubicBezTo>
                                    <a:pt x="3" y="31"/>
                                    <a:pt x="4" y="32"/>
                                    <a:pt x="4" y="33"/>
                                  </a:cubicBezTo>
                                  <a:cubicBezTo>
                                    <a:pt x="4" y="33"/>
                                    <a:pt x="4" y="34"/>
                                    <a:pt x="4" y="35"/>
                                  </a:cubicBezTo>
                                  <a:cubicBezTo>
                                    <a:pt x="4" y="35"/>
                                    <a:pt x="5" y="36"/>
                                    <a:pt x="5" y="36"/>
                                  </a:cubicBezTo>
                                  <a:cubicBezTo>
                                    <a:pt x="5" y="37"/>
                                    <a:pt x="4" y="36"/>
                                    <a:pt x="3" y="36"/>
                                  </a:cubicBezTo>
                                  <a:cubicBezTo>
                                    <a:pt x="3" y="36"/>
                                    <a:pt x="3" y="36"/>
                                    <a:pt x="3" y="36"/>
                                  </a:cubicBezTo>
                                  <a:cubicBezTo>
                                    <a:pt x="2" y="37"/>
                                    <a:pt x="2" y="38"/>
                                    <a:pt x="2" y="39"/>
                                  </a:cubicBezTo>
                                  <a:cubicBezTo>
                                    <a:pt x="1" y="40"/>
                                    <a:pt x="0" y="41"/>
                                    <a:pt x="0" y="43"/>
                                  </a:cubicBezTo>
                                  <a:cubicBezTo>
                                    <a:pt x="1" y="43"/>
                                    <a:pt x="1" y="43"/>
                                    <a:pt x="2" y="44"/>
                                  </a:cubicBezTo>
                                  <a:cubicBezTo>
                                    <a:pt x="2" y="45"/>
                                    <a:pt x="3" y="44"/>
                                    <a:pt x="3" y="45"/>
                                  </a:cubicBezTo>
                                  <a:cubicBezTo>
                                    <a:pt x="4" y="46"/>
                                    <a:pt x="3" y="46"/>
                                    <a:pt x="4" y="46"/>
                                  </a:cubicBezTo>
                                  <a:cubicBezTo>
                                    <a:pt x="5" y="46"/>
                                    <a:pt x="6" y="46"/>
                                    <a:pt x="5" y="47"/>
                                  </a:cubicBezTo>
                                  <a:cubicBezTo>
                                    <a:pt x="7" y="47"/>
                                    <a:pt x="7" y="45"/>
                                    <a:pt x="8" y="46"/>
                                  </a:cubicBezTo>
                                  <a:cubicBezTo>
                                    <a:pt x="9" y="47"/>
                                    <a:pt x="9" y="47"/>
                                    <a:pt x="10" y="47"/>
                                  </a:cubicBezTo>
                                  <a:cubicBezTo>
                                    <a:pt x="10" y="46"/>
                                    <a:pt x="11" y="46"/>
                                    <a:pt x="11" y="47"/>
                                  </a:cubicBezTo>
                                  <a:cubicBezTo>
                                    <a:pt x="12" y="47"/>
                                    <a:pt x="12" y="47"/>
                                    <a:pt x="13" y="47"/>
                                  </a:cubicBezTo>
                                  <a:cubicBezTo>
                                    <a:pt x="14" y="47"/>
                                    <a:pt x="14" y="48"/>
                                    <a:pt x="15" y="48"/>
                                  </a:cubicBezTo>
                                  <a:cubicBezTo>
                                    <a:pt x="15" y="47"/>
                                    <a:pt x="16" y="47"/>
                                    <a:pt x="16" y="47"/>
                                  </a:cubicBezTo>
                                  <a:cubicBezTo>
                                    <a:pt x="17" y="47"/>
                                    <a:pt x="17" y="48"/>
                                    <a:pt x="18" y="48"/>
                                  </a:cubicBezTo>
                                  <a:cubicBezTo>
                                    <a:pt x="18" y="49"/>
                                    <a:pt x="19" y="49"/>
                                    <a:pt x="19" y="49"/>
                                  </a:cubicBezTo>
                                  <a:cubicBezTo>
                                    <a:pt x="20" y="49"/>
                                    <a:pt x="20" y="48"/>
                                    <a:pt x="21" y="48"/>
                                  </a:cubicBezTo>
                                  <a:cubicBezTo>
                                    <a:pt x="22" y="47"/>
                                    <a:pt x="24" y="47"/>
                                    <a:pt x="25" y="47"/>
                                  </a:cubicBezTo>
                                  <a:cubicBezTo>
                                    <a:pt x="26" y="47"/>
                                    <a:pt x="27" y="47"/>
                                    <a:pt x="28" y="45"/>
                                  </a:cubicBezTo>
                                  <a:cubicBezTo>
                                    <a:pt x="28" y="45"/>
                                    <a:pt x="28" y="45"/>
                                    <a:pt x="29" y="44"/>
                                  </a:cubicBezTo>
                                  <a:cubicBezTo>
                                    <a:pt x="29" y="44"/>
                                    <a:pt x="30" y="44"/>
                                    <a:pt x="30" y="44"/>
                                  </a:cubicBezTo>
                                  <a:cubicBezTo>
                                    <a:pt x="31" y="44"/>
                                    <a:pt x="31" y="44"/>
                                    <a:pt x="31" y="44"/>
                                  </a:cubicBezTo>
                                  <a:cubicBezTo>
                                    <a:pt x="31" y="43"/>
                                    <a:pt x="32" y="43"/>
                                    <a:pt x="32" y="43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4" y="42"/>
                                    <a:pt x="34" y="43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2"/>
                                  </a:cubicBezTo>
                                  <a:cubicBezTo>
                                    <a:pt x="36" y="42"/>
                                    <a:pt x="36" y="42"/>
                                    <a:pt x="36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9" y="42"/>
                                    <a:pt x="39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4"/>
                                  </a:cubicBezTo>
                                  <a:cubicBezTo>
                                    <a:pt x="41" y="44"/>
                                    <a:pt x="40" y="44"/>
                                    <a:pt x="41" y="44"/>
                                  </a:cubicBezTo>
                                  <a:cubicBezTo>
                                    <a:pt x="41" y="44"/>
                                    <a:pt x="41" y="44"/>
                                    <a:pt x="41" y="44"/>
                                  </a:cubicBezTo>
                                  <a:cubicBezTo>
                                    <a:pt x="41" y="44"/>
                                    <a:pt x="41" y="44"/>
                                    <a:pt x="41" y="44"/>
                                  </a:cubicBezTo>
                                  <a:cubicBezTo>
                                    <a:pt x="41" y="45"/>
                                    <a:pt x="42" y="44"/>
                                    <a:pt x="42" y="44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3" y="45"/>
                                    <a:pt x="43" y="46"/>
                                    <a:pt x="43" y="46"/>
                                  </a:cubicBezTo>
                                  <a:cubicBezTo>
                                    <a:pt x="43" y="46"/>
                                    <a:pt x="43" y="46"/>
                                    <a:pt x="43" y="46"/>
                                  </a:cubicBezTo>
                                  <a:cubicBezTo>
                                    <a:pt x="43" y="45"/>
                                    <a:pt x="43" y="45"/>
                                    <a:pt x="44" y="45"/>
                                  </a:cubicBezTo>
                                  <a:cubicBezTo>
                                    <a:pt x="44" y="45"/>
                                    <a:pt x="45" y="46"/>
                                    <a:pt x="45" y="46"/>
                                  </a:cubicBezTo>
                                  <a:cubicBezTo>
                                    <a:pt x="45" y="46"/>
                                    <a:pt x="46" y="46"/>
                                    <a:pt x="46" y="47"/>
                                  </a:cubicBezTo>
                                  <a:cubicBezTo>
                                    <a:pt x="46" y="47"/>
                                    <a:pt x="46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8" y="47"/>
                                  </a:cubicBezTo>
                                  <a:cubicBezTo>
                                    <a:pt x="48" y="47"/>
                                    <a:pt x="48" y="48"/>
                                    <a:pt x="48" y="49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48" y="49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7" y="51"/>
                                    <a:pt x="47" y="52"/>
                                  </a:cubicBezTo>
                                  <a:cubicBezTo>
                                    <a:pt x="48" y="52"/>
                                    <a:pt x="48" y="52"/>
                                    <a:pt x="48" y="52"/>
                                  </a:cubicBezTo>
                                  <a:cubicBezTo>
                                    <a:pt x="48" y="53"/>
                                    <a:pt x="49" y="53"/>
                                    <a:pt x="49" y="53"/>
                                  </a:cubicBezTo>
                                  <a:cubicBezTo>
                                    <a:pt x="49" y="54"/>
                                    <a:pt x="49" y="54"/>
                                    <a:pt x="50" y="54"/>
                                  </a:cubicBezTo>
                                  <a:cubicBezTo>
                                    <a:pt x="50" y="54"/>
                                    <a:pt x="50" y="53"/>
                                    <a:pt x="50" y="54"/>
                                  </a:cubicBezTo>
                                  <a:cubicBezTo>
                                    <a:pt x="50" y="54"/>
                                    <a:pt x="50" y="55"/>
                                    <a:pt x="50" y="55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50" y="56"/>
                                    <a:pt x="50" y="56"/>
                                    <a:pt x="51" y="56"/>
                                  </a:cubicBezTo>
                                  <a:cubicBezTo>
                                    <a:pt x="51" y="57"/>
                                    <a:pt x="51" y="57"/>
                                    <a:pt x="51" y="57"/>
                                  </a:cubicBezTo>
                                  <a:cubicBezTo>
                                    <a:pt x="51" y="57"/>
                                    <a:pt x="51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3" y="58"/>
                                  </a:cubicBezTo>
                                  <a:cubicBezTo>
                                    <a:pt x="53" y="59"/>
                                    <a:pt x="53" y="61"/>
                                    <a:pt x="53" y="61"/>
                                  </a:cubicBezTo>
                                  <a:cubicBezTo>
                                    <a:pt x="53" y="62"/>
                                    <a:pt x="54" y="62"/>
                                    <a:pt x="54" y="63"/>
                                  </a:cubicBezTo>
                                  <a:cubicBezTo>
                                    <a:pt x="54" y="63"/>
                                    <a:pt x="53" y="63"/>
                                    <a:pt x="52" y="63"/>
                                  </a:cubicBezTo>
                                  <a:cubicBezTo>
                                    <a:pt x="52" y="63"/>
                                    <a:pt x="52" y="62"/>
                                    <a:pt x="52" y="62"/>
                                  </a:cubicBezTo>
                                  <a:cubicBezTo>
                                    <a:pt x="52" y="62"/>
                                    <a:pt x="51" y="63"/>
                                    <a:pt x="51" y="63"/>
                                  </a:cubicBezTo>
                                  <a:cubicBezTo>
                                    <a:pt x="51" y="63"/>
                                    <a:pt x="50" y="62"/>
                                    <a:pt x="50" y="62"/>
                                  </a:cubicBezTo>
                                  <a:cubicBezTo>
                                    <a:pt x="50" y="62"/>
                                    <a:pt x="49" y="63"/>
                                    <a:pt x="49" y="62"/>
                                  </a:cubicBezTo>
                                  <a:cubicBezTo>
                                    <a:pt x="49" y="62"/>
                                    <a:pt x="48" y="63"/>
                                    <a:pt x="48" y="63"/>
                                  </a:cubicBezTo>
                                  <a:cubicBezTo>
                                    <a:pt x="48" y="62"/>
                                    <a:pt x="48" y="61"/>
                                    <a:pt x="48" y="61"/>
                                  </a:cubicBezTo>
                                  <a:cubicBezTo>
                                    <a:pt x="47" y="61"/>
                                    <a:pt x="46" y="62"/>
                                    <a:pt x="46" y="62"/>
                                  </a:cubicBezTo>
                                  <a:cubicBezTo>
                                    <a:pt x="46" y="63"/>
                                    <a:pt x="46" y="64"/>
                                    <a:pt x="46" y="64"/>
                                  </a:cubicBezTo>
                                  <a:cubicBezTo>
                                    <a:pt x="46" y="65"/>
                                    <a:pt x="47" y="64"/>
                                    <a:pt x="47" y="65"/>
                                  </a:cubicBezTo>
                                  <a:cubicBezTo>
                                    <a:pt x="47" y="65"/>
                                    <a:pt x="46" y="66"/>
                                    <a:pt x="46" y="66"/>
                                  </a:cubicBezTo>
                                  <a:cubicBezTo>
                                    <a:pt x="46" y="66"/>
                                    <a:pt x="46" y="67"/>
                                    <a:pt x="46" y="67"/>
                                  </a:cubicBezTo>
                                  <a:cubicBezTo>
                                    <a:pt x="46" y="67"/>
                                    <a:pt x="45" y="67"/>
                                    <a:pt x="45" y="67"/>
                                  </a:cubicBezTo>
                                  <a:cubicBezTo>
                                    <a:pt x="45" y="67"/>
                                    <a:pt x="45" y="68"/>
                                    <a:pt x="44" y="68"/>
                                  </a:cubicBezTo>
                                  <a:cubicBezTo>
                                    <a:pt x="44" y="69"/>
                                    <a:pt x="44" y="70"/>
                                    <a:pt x="43" y="70"/>
                                  </a:cubicBezTo>
                                  <a:cubicBezTo>
                                    <a:pt x="43" y="70"/>
                                    <a:pt x="44" y="71"/>
                                    <a:pt x="43" y="71"/>
                                  </a:cubicBezTo>
                                  <a:cubicBezTo>
                                    <a:pt x="42" y="71"/>
                                    <a:pt x="42" y="71"/>
                                    <a:pt x="41" y="71"/>
                                  </a:cubicBezTo>
                                  <a:cubicBezTo>
                                    <a:pt x="42" y="73"/>
                                    <a:pt x="43" y="74"/>
                                    <a:pt x="45" y="74"/>
                                  </a:cubicBezTo>
                                  <a:cubicBezTo>
                                    <a:pt x="45" y="73"/>
                                    <a:pt x="46" y="73"/>
                                    <a:pt x="46" y="73"/>
                                  </a:cubicBezTo>
                                  <a:cubicBezTo>
                                    <a:pt x="47" y="73"/>
                                    <a:pt x="47" y="72"/>
                                    <a:pt x="48" y="72"/>
                                  </a:cubicBezTo>
                                  <a:cubicBezTo>
                                    <a:pt x="49" y="72"/>
                                    <a:pt x="50" y="72"/>
                                    <a:pt x="51" y="73"/>
                                  </a:cubicBezTo>
                                  <a:cubicBezTo>
                                    <a:pt x="52" y="73"/>
                                    <a:pt x="52" y="73"/>
                                    <a:pt x="52" y="72"/>
                                  </a:cubicBezTo>
                                  <a:cubicBezTo>
                                    <a:pt x="51" y="72"/>
                                    <a:pt x="51" y="72"/>
                                    <a:pt x="51" y="72"/>
                                  </a:cubicBezTo>
                                  <a:cubicBezTo>
                                    <a:pt x="51" y="71"/>
                                    <a:pt x="51" y="71"/>
                                    <a:pt x="51" y="70"/>
                                  </a:cubicBezTo>
                                  <a:cubicBezTo>
                                    <a:pt x="51" y="70"/>
                                    <a:pt x="51" y="69"/>
                                    <a:pt x="51" y="69"/>
                                  </a:cubicBezTo>
                                  <a:cubicBezTo>
                                    <a:pt x="52" y="69"/>
                                    <a:pt x="52" y="69"/>
                                    <a:pt x="52" y="70"/>
                                  </a:cubicBezTo>
                                  <a:cubicBezTo>
                                    <a:pt x="52" y="69"/>
                                    <a:pt x="53" y="68"/>
                                    <a:pt x="53" y="68"/>
                                  </a:cubicBezTo>
                                  <a:cubicBezTo>
                                    <a:pt x="54" y="68"/>
                                    <a:pt x="55" y="68"/>
                                    <a:pt x="56" y="67"/>
                                  </a:cubicBezTo>
                                  <a:cubicBezTo>
                                    <a:pt x="56" y="66"/>
                                    <a:pt x="57" y="65"/>
                                    <a:pt x="57" y="64"/>
                                  </a:cubicBezTo>
                                  <a:cubicBezTo>
                                    <a:pt x="58" y="64"/>
                                    <a:pt x="58" y="64"/>
                                    <a:pt x="58" y="63"/>
                                  </a:cubicBezTo>
                                  <a:cubicBezTo>
                                    <a:pt x="58" y="62"/>
                                    <a:pt x="58" y="62"/>
                                    <a:pt x="58" y="61"/>
                                  </a:cubicBezTo>
                                  <a:cubicBezTo>
                                    <a:pt x="59" y="61"/>
                                    <a:pt x="60" y="61"/>
                                    <a:pt x="60" y="61"/>
                                  </a:cubicBezTo>
                                  <a:cubicBezTo>
                                    <a:pt x="61" y="60"/>
                                    <a:pt x="62" y="61"/>
                                    <a:pt x="62" y="60"/>
                                  </a:cubicBezTo>
                                  <a:cubicBezTo>
                                    <a:pt x="63" y="60"/>
                                    <a:pt x="63" y="60"/>
                                    <a:pt x="64" y="60"/>
                                  </a:cubicBezTo>
                                  <a:cubicBezTo>
                                    <a:pt x="64" y="60"/>
                                    <a:pt x="64" y="60"/>
                                    <a:pt x="65" y="60"/>
                                  </a:cubicBezTo>
                                  <a:cubicBezTo>
                                    <a:pt x="66" y="59"/>
                                    <a:pt x="65" y="57"/>
                                    <a:pt x="65" y="56"/>
                                  </a:cubicBezTo>
                                  <a:cubicBezTo>
                                    <a:pt x="67" y="57"/>
                                    <a:pt x="65" y="59"/>
                                    <a:pt x="67" y="61"/>
                                  </a:cubicBezTo>
                                  <a:cubicBezTo>
                                    <a:pt x="68" y="61"/>
                                    <a:pt x="69" y="60"/>
                                    <a:pt x="71" y="61"/>
                                  </a:cubicBezTo>
                                  <a:cubicBezTo>
                                    <a:pt x="70" y="61"/>
                                    <a:pt x="70" y="62"/>
                                    <a:pt x="69" y="62"/>
                                  </a:cubicBezTo>
                                  <a:cubicBezTo>
                                    <a:pt x="68" y="62"/>
                                    <a:pt x="67" y="62"/>
                                    <a:pt x="67" y="61"/>
                                  </a:cubicBezTo>
                                  <a:cubicBezTo>
                                    <a:pt x="66" y="61"/>
                                    <a:pt x="64" y="60"/>
                                    <a:pt x="63" y="61"/>
                                  </a:cubicBezTo>
                                  <a:cubicBezTo>
                                    <a:pt x="62" y="62"/>
                                    <a:pt x="66" y="62"/>
                                    <a:pt x="66" y="62"/>
                                  </a:cubicBezTo>
                                  <a:cubicBezTo>
                                    <a:pt x="67" y="63"/>
                                    <a:pt x="66" y="63"/>
                                    <a:pt x="65" y="63"/>
                                  </a:cubicBezTo>
                                  <a:cubicBezTo>
                                    <a:pt x="65" y="64"/>
                                    <a:pt x="67" y="64"/>
                                    <a:pt x="67" y="64"/>
                                  </a:cubicBezTo>
                                  <a:cubicBezTo>
                                    <a:pt x="67" y="64"/>
                                    <a:pt x="68" y="64"/>
                                    <a:pt x="68" y="65"/>
                                  </a:cubicBezTo>
                                  <a:cubicBezTo>
                                    <a:pt x="68" y="65"/>
                                    <a:pt x="68" y="65"/>
                                    <a:pt x="69" y="65"/>
                                  </a:cubicBezTo>
                                  <a:cubicBezTo>
                                    <a:pt x="69" y="66"/>
                                    <a:pt x="70" y="66"/>
                                    <a:pt x="71" y="66"/>
                                  </a:cubicBezTo>
                                  <a:cubicBezTo>
                                    <a:pt x="72" y="65"/>
                                    <a:pt x="73" y="65"/>
                                    <a:pt x="74" y="65"/>
                                  </a:cubicBezTo>
                                  <a:cubicBezTo>
                                    <a:pt x="74" y="65"/>
                                    <a:pt x="74" y="65"/>
                                    <a:pt x="75" y="65"/>
                                  </a:cubicBezTo>
                                  <a:cubicBezTo>
                                    <a:pt x="75" y="65"/>
                                    <a:pt x="75" y="65"/>
                                    <a:pt x="75" y="65"/>
                                  </a:cubicBezTo>
                                  <a:cubicBezTo>
                                    <a:pt x="76" y="65"/>
                                    <a:pt x="76" y="66"/>
                                    <a:pt x="76" y="66"/>
                                  </a:cubicBezTo>
                                  <a:cubicBezTo>
                                    <a:pt x="77" y="66"/>
                                    <a:pt x="77" y="65"/>
                                    <a:pt x="78" y="65"/>
                                  </a:cubicBezTo>
                                  <a:cubicBezTo>
                                    <a:pt x="79" y="65"/>
                                    <a:pt x="78" y="67"/>
                                    <a:pt x="78" y="68"/>
                                  </a:cubicBezTo>
                                  <a:cubicBezTo>
                                    <a:pt x="77" y="68"/>
                                    <a:pt x="76" y="68"/>
                                    <a:pt x="76" y="69"/>
                                  </a:cubicBezTo>
                                  <a:cubicBezTo>
                                    <a:pt x="75" y="69"/>
                                    <a:pt x="73" y="69"/>
                                    <a:pt x="73" y="70"/>
                                  </a:cubicBezTo>
                                  <a:cubicBezTo>
                                    <a:pt x="72" y="71"/>
                                    <a:pt x="72" y="71"/>
                                    <a:pt x="71" y="71"/>
                                  </a:cubicBezTo>
                                  <a:cubicBezTo>
                                    <a:pt x="71" y="71"/>
                                    <a:pt x="70" y="72"/>
                                    <a:pt x="70" y="73"/>
                                  </a:cubicBezTo>
                                  <a:cubicBezTo>
                                    <a:pt x="71" y="73"/>
                                    <a:pt x="71" y="73"/>
                                    <a:pt x="72" y="73"/>
                                  </a:cubicBezTo>
                                  <a:cubicBezTo>
                                    <a:pt x="73" y="73"/>
                                    <a:pt x="73" y="73"/>
                                    <a:pt x="74" y="73"/>
                                  </a:cubicBezTo>
                                  <a:cubicBezTo>
                                    <a:pt x="74" y="74"/>
                                    <a:pt x="75" y="74"/>
                                    <a:pt x="75" y="74"/>
                                  </a:cubicBezTo>
                                  <a:cubicBezTo>
                                    <a:pt x="75" y="75"/>
                                    <a:pt x="76" y="75"/>
                                    <a:pt x="76" y="75"/>
                                  </a:cubicBezTo>
                                  <a:cubicBezTo>
                                    <a:pt x="77" y="75"/>
                                    <a:pt x="78" y="76"/>
                                    <a:pt x="78" y="77"/>
                                  </a:cubicBezTo>
                                  <a:cubicBezTo>
                                    <a:pt x="78" y="78"/>
                                    <a:pt x="77" y="78"/>
                                    <a:pt x="77" y="79"/>
                                  </a:cubicBezTo>
                                  <a:cubicBezTo>
                                    <a:pt x="77" y="79"/>
                                    <a:pt x="77" y="79"/>
                                    <a:pt x="77" y="80"/>
                                  </a:cubicBezTo>
                                  <a:cubicBezTo>
                                    <a:pt x="77" y="80"/>
                                    <a:pt x="77" y="80"/>
                                    <a:pt x="76" y="80"/>
                                  </a:cubicBezTo>
                                  <a:cubicBezTo>
                                    <a:pt x="76" y="80"/>
                                    <a:pt x="76" y="81"/>
                                    <a:pt x="77" y="81"/>
                                  </a:cubicBezTo>
                                  <a:cubicBezTo>
                                    <a:pt x="77" y="81"/>
                                    <a:pt x="78" y="81"/>
                                    <a:pt x="78" y="82"/>
                                  </a:cubicBezTo>
                                  <a:cubicBezTo>
                                    <a:pt x="80" y="82"/>
                                    <a:pt x="81" y="81"/>
                                    <a:pt x="82" y="80"/>
                                  </a:cubicBezTo>
                                  <a:cubicBezTo>
                                    <a:pt x="83" y="80"/>
                                    <a:pt x="83" y="79"/>
                                    <a:pt x="84" y="78"/>
                                  </a:cubicBezTo>
                                  <a:cubicBezTo>
                                    <a:pt x="84" y="78"/>
                                    <a:pt x="86" y="78"/>
                                    <a:pt x="86" y="78"/>
                                  </a:cubicBezTo>
                                  <a:cubicBezTo>
                                    <a:pt x="87" y="78"/>
                                    <a:pt x="87" y="78"/>
                                    <a:pt x="88" y="78"/>
                                  </a:cubicBezTo>
                                  <a:cubicBezTo>
                                    <a:pt x="88" y="78"/>
                                    <a:pt x="88" y="77"/>
                                    <a:pt x="88" y="77"/>
                                  </a:cubicBezTo>
                                  <a:cubicBezTo>
                                    <a:pt x="89" y="77"/>
                                    <a:pt x="89" y="77"/>
                                    <a:pt x="90" y="76"/>
                                  </a:cubicBezTo>
                                  <a:cubicBezTo>
                                    <a:pt x="90" y="76"/>
                                    <a:pt x="90" y="75"/>
                                    <a:pt x="90" y="75"/>
                                  </a:cubicBezTo>
                                  <a:cubicBezTo>
                                    <a:pt x="91" y="75"/>
                                    <a:pt x="92" y="76"/>
                                    <a:pt x="93" y="76"/>
                                  </a:cubicBezTo>
                                  <a:cubicBezTo>
                                    <a:pt x="94" y="76"/>
                                    <a:pt x="94" y="76"/>
                                    <a:pt x="94" y="76"/>
                                  </a:cubicBezTo>
                                  <a:cubicBezTo>
                                    <a:pt x="95" y="76"/>
                                    <a:pt x="95" y="76"/>
                                    <a:pt x="95" y="76"/>
                                  </a:cubicBezTo>
                                  <a:cubicBezTo>
                                    <a:pt x="96" y="75"/>
                                    <a:pt x="96" y="76"/>
                                    <a:pt x="97" y="76"/>
                                  </a:cubicBezTo>
                                  <a:cubicBezTo>
                                    <a:pt x="97" y="75"/>
                                    <a:pt x="96" y="75"/>
                                    <a:pt x="96" y="75"/>
                                  </a:cubicBezTo>
                                  <a:cubicBezTo>
                                    <a:pt x="96" y="73"/>
                                    <a:pt x="98" y="73"/>
                                    <a:pt x="98" y="73"/>
                                  </a:cubicBezTo>
                                  <a:cubicBezTo>
                                    <a:pt x="98" y="72"/>
                                    <a:pt x="97" y="72"/>
                                    <a:pt x="96" y="72"/>
                                  </a:cubicBezTo>
                                  <a:cubicBezTo>
                                    <a:pt x="96" y="72"/>
                                    <a:pt x="96" y="72"/>
                                    <a:pt x="95" y="72"/>
                                  </a:cubicBezTo>
                                  <a:cubicBezTo>
                                    <a:pt x="95" y="72"/>
                                    <a:pt x="94" y="73"/>
                                    <a:pt x="93" y="73"/>
                                  </a:cubicBezTo>
                                  <a:cubicBezTo>
                                    <a:pt x="93" y="72"/>
                                    <a:pt x="93" y="72"/>
                                    <a:pt x="92" y="71"/>
                                  </a:cubicBezTo>
                                  <a:cubicBezTo>
                                    <a:pt x="92" y="71"/>
                                    <a:pt x="91" y="72"/>
                                    <a:pt x="91" y="73"/>
                                  </a:cubicBezTo>
                                  <a:cubicBezTo>
                                    <a:pt x="90" y="74"/>
                                    <a:pt x="89" y="72"/>
                                    <a:pt x="88" y="71"/>
                                  </a:cubicBezTo>
                                  <a:cubicBezTo>
                                    <a:pt x="87" y="69"/>
                                    <a:pt x="86" y="68"/>
                                    <a:pt x="86" y="66"/>
                                  </a:cubicBezTo>
                                  <a:cubicBezTo>
                                    <a:pt x="86" y="65"/>
                                    <a:pt x="86" y="65"/>
                                    <a:pt x="86" y="64"/>
                                  </a:cubicBezTo>
                                  <a:cubicBezTo>
                                    <a:pt x="87" y="64"/>
                                    <a:pt x="88" y="63"/>
                                    <a:pt x="89" y="63"/>
                                  </a:cubicBezTo>
                                  <a:cubicBezTo>
                                    <a:pt x="89" y="63"/>
                                    <a:pt x="88" y="64"/>
                                    <a:pt x="88" y="64"/>
                                  </a:cubicBezTo>
                                  <a:cubicBezTo>
                                    <a:pt x="88" y="65"/>
                                    <a:pt x="87" y="65"/>
                                    <a:pt x="88" y="66"/>
                                  </a:cubicBezTo>
                                  <a:cubicBezTo>
                                    <a:pt x="88" y="66"/>
                                    <a:pt x="89" y="64"/>
                                    <a:pt x="89" y="63"/>
                                  </a:cubicBezTo>
                                  <a:cubicBezTo>
                                    <a:pt x="91" y="62"/>
                                    <a:pt x="94" y="59"/>
                                    <a:pt x="96" y="61"/>
                                  </a:cubicBezTo>
                                  <a:cubicBezTo>
                                    <a:pt x="96" y="60"/>
                                    <a:pt x="96" y="59"/>
                                    <a:pt x="97" y="59"/>
                                  </a:cubicBezTo>
                                  <a:cubicBezTo>
                                    <a:pt x="98" y="59"/>
                                    <a:pt x="98" y="59"/>
                                    <a:pt x="99" y="59"/>
                                  </a:cubicBezTo>
                                  <a:cubicBezTo>
                                    <a:pt x="99" y="59"/>
                                    <a:pt x="99" y="60"/>
                                    <a:pt x="99" y="60"/>
                                  </a:cubicBezTo>
                                  <a:cubicBezTo>
                                    <a:pt x="99" y="59"/>
                                    <a:pt x="100" y="59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3" y="58"/>
                                  </a:cubicBezTo>
                                  <a:cubicBezTo>
                                    <a:pt x="103" y="57"/>
                                    <a:pt x="103" y="57"/>
                                    <a:pt x="103" y="57"/>
                                  </a:cubicBezTo>
                                  <a:cubicBezTo>
                                    <a:pt x="104" y="56"/>
                                    <a:pt x="104" y="56"/>
                                    <a:pt x="105" y="56"/>
                                  </a:cubicBezTo>
                                  <a:cubicBezTo>
                                    <a:pt x="106" y="56"/>
                                    <a:pt x="107" y="56"/>
                                    <a:pt x="108" y="56"/>
                                  </a:cubicBezTo>
                                  <a:cubicBezTo>
                                    <a:pt x="108" y="56"/>
                                    <a:pt x="108" y="56"/>
                                    <a:pt x="108" y="56"/>
                                  </a:cubicBezTo>
                                  <a:cubicBezTo>
                                    <a:pt x="108" y="56"/>
                                    <a:pt x="108" y="56"/>
                                    <a:pt x="109" y="56"/>
                                  </a:cubicBezTo>
                                  <a:cubicBezTo>
                                    <a:pt x="108" y="56"/>
                                    <a:pt x="108" y="56"/>
                                    <a:pt x="108" y="5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84" name="Freeform 778">
                              <a:extLst>
                                <a:ext uri="{FF2B5EF4-FFF2-40B4-BE49-F238E27FC236}">
                                  <a16:creationId xmlns:a16="http://schemas.microsoft.com/office/drawing/2014/main" id="{D84FAC61-B53B-AF57-FE01-4FA72645E3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46725" y="3351213"/>
                              <a:ext cx="128587" cy="79375"/>
                            </a:xfrm>
                            <a:custGeom>
                              <a:avLst/>
                              <a:gdLst>
                                <a:gd name="T0" fmla="*/ 12 w 31"/>
                                <a:gd name="T1" fmla="*/ 18 h 19"/>
                                <a:gd name="T2" fmla="*/ 14 w 31"/>
                                <a:gd name="T3" fmla="*/ 18 h 19"/>
                                <a:gd name="T4" fmla="*/ 15 w 31"/>
                                <a:gd name="T5" fmla="*/ 16 h 19"/>
                                <a:gd name="T6" fmla="*/ 16 w 31"/>
                                <a:gd name="T7" fmla="*/ 13 h 19"/>
                                <a:gd name="T8" fmla="*/ 18 w 31"/>
                                <a:gd name="T9" fmla="*/ 16 h 19"/>
                                <a:gd name="T10" fmla="*/ 19 w 31"/>
                                <a:gd name="T11" fmla="*/ 16 h 19"/>
                                <a:gd name="T12" fmla="*/ 20 w 31"/>
                                <a:gd name="T13" fmla="*/ 18 h 19"/>
                                <a:gd name="T14" fmla="*/ 20 w 31"/>
                                <a:gd name="T15" fmla="*/ 19 h 19"/>
                                <a:gd name="T16" fmla="*/ 21 w 31"/>
                                <a:gd name="T17" fmla="*/ 18 h 19"/>
                                <a:gd name="T18" fmla="*/ 22 w 31"/>
                                <a:gd name="T19" fmla="*/ 16 h 19"/>
                                <a:gd name="T20" fmla="*/ 23 w 31"/>
                                <a:gd name="T21" fmla="*/ 13 h 19"/>
                                <a:gd name="T22" fmla="*/ 26 w 31"/>
                                <a:gd name="T23" fmla="*/ 14 h 19"/>
                                <a:gd name="T24" fmla="*/ 29 w 31"/>
                                <a:gd name="T25" fmla="*/ 15 h 19"/>
                                <a:gd name="T26" fmla="*/ 28 w 31"/>
                                <a:gd name="T27" fmla="*/ 13 h 19"/>
                                <a:gd name="T28" fmla="*/ 28 w 31"/>
                                <a:gd name="T29" fmla="*/ 12 h 19"/>
                                <a:gd name="T30" fmla="*/ 30 w 31"/>
                                <a:gd name="T31" fmla="*/ 12 h 19"/>
                                <a:gd name="T32" fmla="*/ 30 w 31"/>
                                <a:gd name="T33" fmla="*/ 11 h 19"/>
                                <a:gd name="T34" fmla="*/ 31 w 31"/>
                                <a:gd name="T35" fmla="*/ 8 h 19"/>
                                <a:gd name="T36" fmla="*/ 28 w 31"/>
                                <a:gd name="T37" fmla="*/ 9 h 19"/>
                                <a:gd name="T38" fmla="*/ 24 w 31"/>
                                <a:gd name="T39" fmla="*/ 7 h 19"/>
                                <a:gd name="T40" fmla="*/ 25 w 31"/>
                                <a:gd name="T41" fmla="*/ 5 h 19"/>
                                <a:gd name="T42" fmla="*/ 25 w 31"/>
                                <a:gd name="T43" fmla="*/ 2 h 19"/>
                                <a:gd name="T44" fmla="*/ 20 w 31"/>
                                <a:gd name="T45" fmla="*/ 1 h 19"/>
                                <a:gd name="T46" fmla="*/ 17 w 31"/>
                                <a:gd name="T47" fmla="*/ 1 h 19"/>
                                <a:gd name="T48" fmla="*/ 15 w 31"/>
                                <a:gd name="T49" fmla="*/ 2 h 19"/>
                                <a:gd name="T50" fmla="*/ 11 w 31"/>
                                <a:gd name="T51" fmla="*/ 2 h 19"/>
                                <a:gd name="T52" fmla="*/ 10 w 31"/>
                                <a:gd name="T53" fmla="*/ 3 h 19"/>
                                <a:gd name="T54" fmla="*/ 9 w 31"/>
                                <a:gd name="T55" fmla="*/ 3 h 19"/>
                                <a:gd name="T56" fmla="*/ 7 w 31"/>
                                <a:gd name="T57" fmla="*/ 3 h 19"/>
                                <a:gd name="T58" fmla="*/ 7 w 31"/>
                                <a:gd name="T59" fmla="*/ 4 h 19"/>
                                <a:gd name="T60" fmla="*/ 7 w 31"/>
                                <a:gd name="T61" fmla="*/ 5 h 19"/>
                                <a:gd name="T62" fmla="*/ 6 w 31"/>
                                <a:gd name="T63" fmla="*/ 7 h 19"/>
                                <a:gd name="T64" fmla="*/ 3 w 31"/>
                                <a:gd name="T65" fmla="*/ 8 h 19"/>
                                <a:gd name="T66" fmla="*/ 4 w 31"/>
                                <a:gd name="T67" fmla="*/ 10 h 19"/>
                                <a:gd name="T68" fmla="*/ 1 w 31"/>
                                <a:gd name="T69" fmla="*/ 12 h 19"/>
                                <a:gd name="T70" fmla="*/ 2 w 31"/>
                                <a:gd name="T71" fmla="*/ 14 h 19"/>
                                <a:gd name="T72" fmla="*/ 0 w 31"/>
                                <a:gd name="T73" fmla="*/ 16 h 19"/>
                                <a:gd name="T74" fmla="*/ 2 w 31"/>
                                <a:gd name="T75" fmla="*/ 14 h 19"/>
                                <a:gd name="T76" fmla="*/ 4 w 31"/>
                                <a:gd name="T77" fmla="*/ 13 h 19"/>
                                <a:gd name="T78" fmla="*/ 6 w 31"/>
                                <a:gd name="T79" fmla="*/ 15 h 19"/>
                                <a:gd name="T80" fmla="*/ 6 w 31"/>
                                <a:gd name="T81" fmla="*/ 17 h 19"/>
                                <a:gd name="T82" fmla="*/ 10 w 31"/>
                                <a:gd name="T83" fmla="*/ 18 h 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</a:cxnLst>
                              <a:rect l="0" t="0" r="r" b="b"/>
                              <a:pathLst>
                                <a:path w="31" h="19">
                                  <a:moveTo>
                                    <a:pt x="10" y="18"/>
                                  </a:moveTo>
                                  <a:cubicBezTo>
                                    <a:pt x="11" y="18"/>
                                    <a:pt x="11" y="18"/>
                                    <a:pt x="12" y="18"/>
                                  </a:cubicBezTo>
                                  <a:cubicBezTo>
                                    <a:pt x="12" y="18"/>
                                    <a:pt x="13" y="18"/>
                                    <a:pt x="13" y="18"/>
                                  </a:cubicBezTo>
                                  <a:cubicBezTo>
                                    <a:pt x="13" y="18"/>
                                    <a:pt x="14" y="18"/>
                                    <a:pt x="14" y="18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5" y="16"/>
                                    <a:pt x="15" y="16"/>
                                    <a:pt x="15" y="16"/>
                                  </a:cubicBezTo>
                                  <a:cubicBezTo>
                                    <a:pt x="15" y="15"/>
                                    <a:pt x="14" y="15"/>
                                    <a:pt x="15" y="15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7" y="13"/>
                                    <a:pt x="17" y="14"/>
                                    <a:pt x="17" y="14"/>
                                  </a:cubicBezTo>
                                  <a:cubicBezTo>
                                    <a:pt x="17" y="15"/>
                                    <a:pt x="17" y="15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6"/>
                                  </a:cubicBezTo>
                                  <a:cubicBezTo>
                                    <a:pt x="20" y="17"/>
                                    <a:pt x="19" y="17"/>
                                    <a:pt x="20" y="17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9"/>
                                    <a:pt x="20" y="19"/>
                                  </a:cubicBezTo>
                                  <a:cubicBezTo>
                                    <a:pt x="20" y="19"/>
                                    <a:pt x="20" y="19"/>
                                    <a:pt x="21" y="19"/>
                                  </a:cubicBezTo>
                                  <a:cubicBezTo>
                                    <a:pt x="22" y="19"/>
                                    <a:pt x="21" y="18"/>
                                    <a:pt x="21" y="18"/>
                                  </a:cubicBezTo>
                                  <a:cubicBezTo>
                                    <a:pt x="20" y="17"/>
                                    <a:pt x="21" y="17"/>
                                    <a:pt x="21" y="17"/>
                                  </a:cubicBezTo>
                                  <a:cubicBezTo>
                                    <a:pt x="21" y="16"/>
                                    <a:pt x="21" y="16"/>
                                    <a:pt x="22" y="16"/>
                                  </a:cubicBezTo>
                                  <a:cubicBezTo>
                                    <a:pt x="22" y="15"/>
                                    <a:pt x="22" y="15"/>
                                    <a:pt x="22" y="15"/>
                                  </a:cubicBezTo>
                                  <a:cubicBezTo>
                                    <a:pt x="23" y="14"/>
                                    <a:pt x="22" y="14"/>
                                    <a:pt x="23" y="13"/>
                                  </a:cubicBezTo>
                                  <a:cubicBezTo>
                                    <a:pt x="23" y="12"/>
                                    <a:pt x="24" y="13"/>
                                    <a:pt x="24" y="14"/>
                                  </a:cubicBezTo>
                                  <a:cubicBezTo>
                                    <a:pt x="25" y="15"/>
                                    <a:pt x="25" y="14"/>
                                    <a:pt x="26" y="14"/>
                                  </a:cubicBezTo>
                                  <a:cubicBezTo>
                                    <a:pt x="27" y="14"/>
                                    <a:pt x="27" y="14"/>
                                    <a:pt x="28" y="15"/>
                                  </a:cubicBezTo>
                                  <a:cubicBezTo>
                                    <a:pt x="28" y="15"/>
                                    <a:pt x="28" y="16"/>
                                    <a:pt x="29" y="15"/>
                                  </a:cubicBezTo>
                                  <a:cubicBezTo>
                                    <a:pt x="29" y="15"/>
                                    <a:pt x="28" y="15"/>
                                    <a:pt x="28" y="14"/>
                                  </a:cubicBezTo>
                                  <a:cubicBezTo>
                                    <a:pt x="28" y="14"/>
                                    <a:pt x="28" y="14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30" y="12"/>
                                  </a:cubicBezTo>
                                  <a:cubicBezTo>
                                    <a:pt x="30" y="13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0" y="11"/>
                                    <a:pt x="30" y="11"/>
                                  </a:cubicBezTo>
                                  <a:cubicBezTo>
                                    <a:pt x="30" y="10"/>
                                    <a:pt x="30" y="10"/>
                                    <a:pt x="31" y="10"/>
                                  </a:cubicBezTo>
                                  <a:cubicBezTo>
                                    <a:pt x="31" y="9"/>
                                    <a:pt x="31" y="8"/>
                                    <a:pt x="31" y="8"/>
                                  </a:cubicBezTo>
                                  <a:cubicBezTo>
                                    <a:pt x="30" y="7"/>
                                    <a:pt x="30" y="8"/>
                                    <a:pt x="29" y="9"/>
                                  </a:cubicBezTo>
                                  <a:cubicBezTo>
                                    <a:pt x="29" y="9"/>
                                    <a:pt x="28" y="9"/>
                                    <a:pt x="28" y="9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6" y="7"/>
                                    <a:pt x="25" y="7"/>
                                    <a:pt x="24" y="7"/>
                                  </a:cubicBezTo>
                                  <a:cubicBezTo>
                                    <a:pt x="24" y="7"/>
                                    <a:pt x="24" y="6"/>
                                    <a:pt x="24" y="6"/>
                                  </a:cubicBezTo>
                                  <a:cubicBezTo>
                                    <a:pt x="24" y="5"/>
                                    <a:pt x="24" y="5"/>
                                    <a:pt x="25" y="5"/>
                                  </a:cubicBezTo>
                                  <a:cubicBezTo>
                                    <a:pt x="25" y="4"/>
                                    <a:pt x="25" y="4"/>
                                    <a:pt x="25" y="3"/>
                                  </a:cubicBezTo>
                                  <a:cubicBezTo>
                                    <a:pt x="25" y="3"/>
                                    <a:pt x="25" y="3"/>
                                    <a:pt x="25" y="2"/>
                                  </a:cubicBezTo>
                                  <a:cubicBezTo>
                                    <a:pt x="23" y="2"/>
                                    <a:pt x="23" y="1"/>
                                    <a:pt x="21" y="1"/>
                                  </a:cubicBezTo>
                                  <a:cubicBezTo>
                                    <a:pt x="21" y="1"/>
                                    <a:pt x="20" y="1"/>
                                    <a:pt x="20" y="1"/>
                                  </a:cubicBezTo>
                                  <a:cubicBezTo>
                                    <a:pt x="19" y="1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7" y="0"/>
                                    <a:pt x="17" y="1"/>
                                  </a:cubicBezTo>
                                  <a:cubicBezTo>
                                    <a:pt x="17" y="1"/>
                                    <a:pt x="18" y="1"/>
                                    <a:pt x="18" y="2"/>
                                  </a:cubicBezTo>
                                  <a:cubicBezTo>
                                    <a:pt x="17" y="2"/>
                                    <a:pt x="16" y="1"/>
                                    <a:pt x="15" y="2"/>
                                  </a:cubicBezTo>
                                  <a:cubicBezTo>
                                    <a:pt x="14" y="2"/>
                                    <a:pt x="13" y="2"/>
                                    <a:pt x="12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4"/>
                                    <a:pt x="6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8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7"/>
                                    <a:pt x="6" y="7"/>
                                  </a:cubicBezTo>
                                  <a:cubicBezTo>
                                    <a:pt x="5" y="7"/>
                                    <a:pt x="5" y="7"/>
                                    <a:pt x="5" y="8"/>
                                  </a:cubicBezTo>
                                  <a:cubicBezTo>
                                    <a:pt x="5" y="8"/>
                                    <a:pt x="4" y="8"/>
                                    <a:pt x="3" y="8"/>
                                  </a:cubicBezTo>
                                  <a:cubicBezTo>
                                    <a:pt x="3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10"/>
                                    <a:pt x="4" y="10"/>
                                  </a:cubicBezTo>
                                  <a:cubicBezTo>
                                    <a:pt x="3" y="11"/>
                                    <a:pt x="2" y="11"/>
                                    <a:pt x="2" y="11"/>
                                  </a:cubicBezTo>
                                  <a:cubicBezTo>
                                    <a:pt x="2" y="12"/>
                                    <a:pt x="2" y="12"/>
                                    <a:pt x="1" y="12"/>
                                  </a:cubicBezTo>
                                  <a:cubicBezTo>
                                    <a:pt x="1" y="12"/>
                                    <a:pt x="1" y="13"/>
                                    <a:pt x="1" y="13"/>
                                  </a:cubicBezTo>
                                  <a:cubicBezTo>
                                    <a:pt x="1" y="14"/>
                                    <a:pt x="1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1" y="15"/>
                                  </a:cubicBezTo>
                                  <a:cubicBezTo>
                                    <a:pt x="1" y="15"/>
                                    <a:pt x="1" y="15"/>
                                    <a:pt x="0" y="16"/>
                                  </a:cubicBezTo>
                                  <a:cubicBezTo>
                                    <a:pt x="0" y="17"/>
                                    <a:pt x="3" y="16"/>
                                    <a:pt x="3" y="15"/>
                                  </a:cubicBezTo>
                                  <a:cubicBezTo>
                                    <a:pt x="3" y="15"/>
                                    <a:pt x="2" y="15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3" y="14"/>
                                  </a:cubicBezTo>
                                  <a:cubicBezTo>
                                    <a:pt x="3" y="14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6" y="13"/>
                                  </a:cubicBezTo>
                                  <a:cubicBezTo>
                                    <a:pt x="6" y="14"/>
                                    <a:pt x="6" y="14"/>
                                    <a:pt x="6" y="15"/>
                                  </a:cubicBezTo>
                                  <a:cubicBezTo>
                                    <a:pt x="7" y="15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7" y="16"/>
                                    <a:pt x="6" y="17"/>
                                  </a:cubicBezTo>
                                  <a:cubicBezTo>
                                    <a:pt x="7" y="17"/>
                                    <a:pt x="8" y="17"/>
                                    <a:pt x="7" y="18"/>
                                  </a:cubicBezTo>
                                  <a:cubicBezTo>
                                    <a:pt x="8" y="18"/>
                                    <a:pt x="9" y="19"/>
                                    <a:pt x="10" y="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96" name="Freeform 779">
                              <a:extLst>
                                <a:ext uri="{FF2B5EF4-FFF2-40B4-BE49-F238E27FC236}">
                                  <a16:creationId xmlns:a16="http://schemas.microsoft.com/office/drawing/2014/main" id="{12DC0851-B6ED-3A10-E6F3-BC8A7745CF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08675" y="3417888"/>
                              <a:ext cx="115887" cy="153988"/>
                            </a:xfrm>
                            <a:custGeom>
                              <a:avLst/>
                              <a:gdLst>
                                <a:gd name="T0" fmla="*/ 24 w 28"/>
                                <a:gd name="T1" fmla="*/ 33 h 37"/>
                                <a:gd name="T2" fmla="*/ 24 w 28"/>
                                <a:gd name="T3" fmla="*/ 31 h 37"/>
                                <a:gd name="T4" fmla="*/ 27 w 28"/>
                                <a:gd name="T5" fmla="*/ 30 h 37"/>
                                <a:gd name="T6" fmla="*/ 27 w 28"/>
                                <a:gd name="T7" fmla="*/ 27 h 37"/>
                                <a:gd name="T8" fmla="*/ 25 w 28"/>
                                <a:gd name="T9" fmla="*/ 26 h 37"/>
                                <a:gd name="T10" fmla="*/ 24 w 28"/>
                                <a:gd name="T11" fmla="*/ 21 h 37"/>
                                <a:gd name="T12" fmla="*/ 26 w 28"/>
                                <a:gd name="T13" fmla="*/ 19 h 37"/>
                                <a:gd name="T14" fmla="*/ 25 w 28"/>
                                <a:gd name="T15" fmla="*/ 17 h 37"/>
                                <a:gd name="T16" fmla="*/ 25 w 28"/>
                                <a:gd name="T17" fmla="*/ 16 h 37"/>
                                <a:gd name="T18" fmla="*/ 26 w 28"/>
                                <a:gd name="T19" fmla="*/ 15 h 37"/>
                                <a:gd name="T20" fmla="*/ 25 w 28"/>
                                <a:gd name="T21" fmla="*/ 14 h 37"/>
                                <a:gd name="T22" fmla="*/ 22 w 28"/>
                                <a:gd name="T23" fmla="*/ 16 h 37"/>
                                <a:gd name="T24" fmla="*/ 20 w 28"/>
                                <a:gd name="T25" fmla="*/ 14 h 37"/>
                                <a:gd name="T26" fmla="*/ 17 w 28"/>
                                <a:gd name="T27" fmla="*/ 13 h 37"/>
                                <a:gd name="T28" fmla="*/ 17 w 28"/>
                                <a:gd name="T29" fmla="*/ 11 h 37"/>
                                <a:gd name="T30" fmla="*/ 18 w 28"/>
                                <a:gd name="T31" fmla="*/ 10 h 37"/>
                                <a:gd name="T32" fmla="*/ 15 w 28"/>
                                <a:gd name="T33" fmla="*/ 8 h 37"/>
                                <a:gd name="T34" fmla="*/ 13 w 28"/>
                                <a:gd name="T35" fmla="*/ 6 h 37"/>
                                <a:gd name="T36" fmla="*/ 13 w 28"/>
                                <a:gd name="T37" fmla="*/ 4 h 37"/>
                                <a:gd name="T38" fmla="*/ 10 w 28"/>
                                <a:gd name="T39" fmla="*/ 2 h 37"/>
                                <a:gd name="T40" fmla="*/ 7 w 28"/>
                                <a:gd name="T41" fmla="*/ 0 h 37"/>
                                <a:gd name="T42" fmla="*/ 5 w 28"/>
                                <a:gd name="T43" fmla="*/ 0 h 37"/>
                                <a:gd name="T44" fmla="*/ 3 w 28"/>
                                <a:gd name="T45" fmla="*/ 2 h 37"/>
                                <a:gd name="T46" fmla="*/ 0 w 28"/>
                                <a:gd name="T47" fmla="*/ 4 h 37"/>
                                <a:gd name="T48" fmla="*/ 1 w 28"/>
                                <a:gd name="T49" fmla="*/ 6 h 37"/>
                                <a:gd name="T50" fmla="*/ 1 w 28"/>
                                <a:gd name="T51" fmla="*/ 7 h 37"/>
                                <a:gd name="T52" fmla="*/ 4 w 28"/>
                                <a:gd name="T53" fmla="*/ 9 h 37"/>
                                <a:gd name="T54" fmla="*/ 2 w 28"/>
                                <a:gd name="T55" fmla="*/ 12 h 37"/>
                                <a:gd name="T56" fmla="*/ 3 w 28"/>
                                <a:gd name="T57" fmla="*/ 15 h 37"/>
                                <a:gd name="T58" fmla="*/ 3 w 28"/>
                                <a:gd name="T59" fmla="*/ 18 h 37"/>
                                <a:gd name="T60" fmla="*/ 5 w 28"/>
                                <a:gd name="T61" fmla="*/ 21 h 37"/>
                                <a:gd name="T62" fmla="*/ 5 w 28"/>
                                <a:gd name="T63" fmla="*/ 24 h 37"/>
                                <a:gd name="T64" fmla="*/ 4 w 28"/>
                                <a:gd name="T65" fmla="*/ 25 h 37"/>
                                <a:gd name="T66" fmla="*/ 2 w 28"/>
                                <a:gd name="T67" fmla="*/ 25 h 37"/>
                                <a:gd name="T68" fmla="*/ 4 w 28"/>
                                <a:gd name="T69" fmla="*/ 27 h 37"/>
                                <a:gd name="T70" fmla="*/ 8 w 28"/>
                                <a:gd name="T71" fmla="*/ 29 h 37"/>
                                <a:gd name="T72" fmla="*/ 10 w 28"/>
                                <a:gd name="T73" fmla="*/ 31 h 37"/>
                                <a:gd name="T74" fmla="*/ 11 w 28"/>
                                <a:gd name="T75" fmla="*/ 31 h 37"/>
                                <a:gd name="T76" fmla="*/ 12 w 28"/>
                                <a:gd name="T77" fmla="*/ 29 h 37"/>
                                <a:gd name="T78" fmla="*/ 14 w 28"/>
                                <a:gd name="T79" fmla="*/ 28 h 37"/>
                                <a:gd name="T80" fmla="*/ 15 w 28"/>
                                <a:gd name="T81" fmla="*/ 29 h 37"/>
                                <a:gd name="T82" fmla="*/ 17 w 28"/>
                                <a:gd name="T83" fmla="*/ 31 h 37"/>
                                <a:gd name="T84" fmla="*/ 17 w 28"/>
                                <a:gd name="T85" fmla="*/ 32 h 37"/>
                                <a:gd name="T86" fmla="*/ 20 w 28"/>
                                <a:gd name="T87" fmla="*/ 33 h 37"/>
                                <a:gd name="T88" fmla="*/ 19 w 28"/>
                                <a:gd name="T89" fmla="*/ 35 h 37"/>
                                <a:gd name="T90" fmla="*/ 18 w 28"/>
                                <a:gd name="T91" fmla="*/ 36 h 37"/>
                                <a:gd name="T92" fmla="*/ 21 w 28"/>
                                <a:gd name="T93" fmla="*/ 36 h 37"/>
                                <a:gd name="T94" fmla="*/ 23 w 28"/>
                                <a:gd name="T95" fmla="*/ 36 h 37"/>
                                <a:gd name="T96" fmla="*/ 25 w 28"/>
                                <a:gd name="T97" fmla="*/ 34 h 3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28" h="37">
                                  <a:moveTo>
                                    <a:pt x="25" y="34"/>
                                  </a:moveTo>
                                  <a:cubicBezTo>
                                    <a:pt x="24" y="34"/>
                                    <a:pt x="24" y="34"/>
                                    <a:pt x="24" y="33"/>
                                  </a:cubicBezTo>
                                  <a:cubicBezTo>
                                    <a:pt x="24" y="33"/>
                                    <a:pt x="25" y="33"/>
                                    <a:pt x="25" y="32"/>
                                  </a:cubicBezTo>
                                  <a:cubicBezTo>
                                    <a:pt x="25" y="32"/>
                                    <a:pt x="24" y="32"/>
                                    <a:pt x="24" y="31"/>
                                  </a:cubicBezTo>
                                  <a:cubicBezTo>
                                    <a:pt x="25" y="31"/>
                                    <a:pt x="26" y="31"/>
                                    <a:pt x="26" y="31"/>
                                  </a:cubicBezTo>
                                  <a:cubicBezTo>
                                    <a:pt x="27" y="31"/>
                                    <a:pt x="27" y="30"/>
                                    <a:pt x="27" y="30"/>
                                  </a:cubicBezTo>
                                  <a:cubicBezTo>
                                    <a:pt x="28" y="29"/>
                                    <a:pt x="28" y="29"/>
                                    <a:pt x="28" y="28"/>
                                  </a:cubicBezTo>
                                  <a:cubicBezTo>
                                    <a:pt x="28" y="28"/>
                                    <a:pt x="27" y="28"/>
                                    <a:pt x="27" y="27"/>
                                  </a:cubicBezTo>
                                  <a:cubicBezTo>
                                    <a:pt x="27" y="27"/>
                                    <a:pt x="27" y="27"/>
                                    <a:pt x="27" y="27"/>
                                  </a:cubicBezTo>
                                  <a:cubicBezTo>
                                    <a:pt x="26" y="26"/>
                                    <a:pt x="26" y="26"/>
                                    <a:pt x="25" y="26"/>
                                  </a:cubicBezTo>
                                  <a:cubicBezTo>
                                    <a:pt x="25" y="25"/>
                                    <a:pt x="25" y="24"/>
                                    <a:pt x="24" y="24"/>
                                  </a:cubicBezTo>
                                  <a:cubicBezTo>
                                    <a:pt x="24" y="23"/>
                                    <a:pt x="24" y="22"/>
                                    <a:pt x="24" y="21"/>
                                  </a:cubicBezTo>
                                  <a:cubicBezTo>
                                    <a:pt x="24" y="20"/>
                                    <a:pt x="25" y="20"/>
                                    <a:pt x="25" y="20"/>
                                  </a:cubicBezTo>
                                  <a:cubicBezTo>
                                    <a:pt x="26" y="20"/>
                                    <a:pt x="26" y="19"/>
                                    <a:pt x="26" y="19"/>
                                  </a:cubicBezTo>
                                  <a:cubicBezTo>
                                    <a:pt x="26" y="19"/>
                                    <a:pt x="26" y="18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5" y="16"/>
                                  </a:cubicBezTo>
                                  <a:cubicBezTo>
                                    <a:pt x="25" y="16"/>
                                    <a:pt x="24" y="16"/>
                                    <a:pt x="25" y="16"/>
                                  </a:cubicBezTo>
                                  <a:cubicBezTo>
                                    <a:pt x="25" y="15"/>
                                    <a:pt x="25" y="15"/>
                                    <a:pt x="26" y="15"/>
                                  </a:cubicBezTo>
                                  <a:cubicBezTo>
                                    <a:pt x="26" y="15"/>
                                    <a:pt x="27" y="16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4"/>
                                  </a:cubicBezTo>
                                  <a:cubicBezTo>
                                    <a:pt x="25" y="14"/>
                                    <a:pt x="25" y="14"/>
                                    <a:pt x="25" y="14"/>
                                  </a:cubicBezTo>
                                  <a:cubicBezTo>
                                    <a:pt x="24" y="14"/>
                                    <a:pt x="24" y="14"/>
                                    <a:pt x="23" y="15"/>
                                  </a:cubicBezTo>
                                  <a:cubicBezTo>
                                    <a:pt x="23" y="15"/>
                                    <a:pt x="23" y="16"/>
                                    <a:pt x="22" y="16"/>
                                  </a:cubicBezTo>
                                  <a:cubicBezTo>
                                    <a:pt x="22" y="16"/>
                                    <a:pt x="22" y="15"/>
                                    <a:pt x="21" y="15"/>
                                  </a:cubicBezTo>
                                  <a:cubicBezTo>
                                    <a:pt x="21" y="14"/>
                                    <a:pt x="20" y="14"/>
                                    <a:pt x="20" y="14"/>
                                  </a:cubicBezTo>
                                  <a:cubicBezTo>
                                    <a:pt x="19" y="14"/>
                                    <a:pt x="19" y="13"/>
                                    <a:pt x="18" y="13"/>
                                  </a:cubicBezTo>
                                  <a:cubicBezTo>
                                    <a:pt x="18" y="13"/>
                                    <a:pt x="17" y="13"/>
                                    <a:pt x="17" y="13"/>
                                  </a:cubicBezTo>
                                  <a:cubicBezTo>
                                    <a:pt x="17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7" y="9"/>
                                    <a:pt x="17" y="9"/>
                                  </a:cubicBezTo>
                                  <a:cubicBezTo>
                                    <a:pt x="16" y="9"/>
                                    <a:pt x="15" y="8"/>
                                    <a:pt x="15" y="8"/>
                                  </a:cubicBezTo>
                                  <a:cubicBezTo>
                                    <a:pt x="14" y="7"/>
                                    <a:pt x="14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4" y="4"/>
                                    <a:pt x="13" y="4"/>
                                  </a:cubicBezTo>
                                  <a:cubicBezTo>
                                    <a:pt x="12" y="4"/>
                                    <a:pt x="12" y="3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0" y="2"/>
                                  </a:cubicBezTo>
                                  <a:cubicBezTo>
                                    <a:pt x="10" y="1"/>
                                    <a:pt x="10" y="1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5" y="0"/>
                                    <a:pt x="5" y="0"/>
                                    <a:pt x="5" y="0"/>
                                  </a:cubicBezTo>
                                  <a:cubicBezTo>
                                    <a:pt x="4" y="1"/>
                                    <a:pt x="4" y="1"/>
                                    <a:pt x="3" y="1"/>
                                  </a:cubicBezTo>
                                  <a:cubicBezTo>
                                    <a:pt x="3" y="1"/>
                                    <a:pt x="3" y="2"/>
                                    <a:pt x="3" y="2"/>
                                  </a:cubicBezTo>
                                  <a:cubicBezTo>
                                    <a:pt x="2" y="2"/>
                                    <a:pt x="2" y="1"/>
                                    <a:pt x="2" y="1"/>
                                  </a:cubicBezTo>
                                  <a:cubicBezTo>
                                    <a:pt x="1" y="2"/>
                                    <a:pt x="0" y="3"/>
                                    <a:pt x="0" y="4"/>
                                  </a:cubicBezTo>
                                  <a:cubicBezTo>
                                    <a:pt x="0" y="4"/>
                                    <a:pt x="1" y="4"/>
                                    <a:pt x="1" y="5"/>
                                  </a:cubicBezTo>
                                  <a:cubicBezTo>
                                    <a:pt x="1" y="5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8"/>
                                    <a:pt x="1" y="8"/>
                                  </a:cubicBezTo>
                                  <a:cubicBezTo>
                                    <a:pt x="2" y="8"/>
                                    <a:pt x="4" y="9"/>
                                    <a:pt x="4" y="9"/>
                                  </a:cubicBezTo>
                                  <a:cubicBezTo>
                                    <a:pt x="3" y="10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1"/>
                                    <a:pt x="2" y="12"/>
                                  </a:cubicBezTo>
                                  <a:cubicBezTo>
                                    <a:pt x="3" y="12"/>
                                    <a:pt x="4" y="12"/>
                                    <a:pt x="4" y="13"/>
                                  </a:cubicBezTo>
                                  <a:cubicBezTo>
                                    <a:pt x="4" y="14"/>
                                    <a:pt x="3" y="14"/>
                                    <a:pt x="3" y="15"/>
                                  </a:cubicBezTo>
                                  <a:cubicBezTo>
                                    <a:pt x="2" y="16"/>
                                    <a:pt x="2" y="17"/>
                                    <a:pt x="2" y="18"/>
                                  </a:cubicBezTo>
                                  <a:cubicBezTo>
                                    <a:pt x="3" y="18"/>
                                    <a:pt x="3" y="18"/>
                                    <a:pt x="3" y="18"/>
                                  </a:cubicBezTo>
                                  <a:cubicBezTo>
                                    <a:pt x="4" y="18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6" y="20"/>
                                    <a:pt x="5" y="21"/>
                                  </a:cubicBezTo>
                                  <a:cubicBezTo>
                                    <a:pt x="5" y="21"/>
                                    <a:pt x="4" y="21"/>
                                    <a:pt x="3" y="20"/>
                                  </a:cubicBezTo>
                                  <a:cubicBezTo>
                                    <a:pt x="3" y="21"/>
                                    <a:pt x="5" y="23"/>
                                    <a:pt x="5" y="24"/>
                                  </a:cubicBezTo>
                                  <a:cubicBezTo>
                                    <a:pt x="5" y="24"/>
                                    <a:pt x="5" y="24"/>
                                    <a:pt x="5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5"/>
                                    <a:pt x="4" y="24"/>
                                    <a:pt x="3" y="24"/>
                                  </a:cubicBezTo>
                                  <a:cubicBezTo>
                                    <a:pt x="3" y="25"/>
                                    <a:pt x="3" y="25"/>
                                    <a:pt x="2" y="25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4" y="26"/>
                                    <a:pt x="4" y="26"/>
                                    <a:pt x="4" y="27"/>
                                  </a:cubicBezTo>
                                  <a:cubicBezTo>
                                    <a:pt x="5" y="28"/>
                                    <a:pt x="6" y="29"/>
                                    <a:pt x="7" y="29"/>
                                  </a:cubicBezTo>
                                  <a:cubicBezTo>
                                    <a:pt x="8" y="29"/>
                                    <a:pt x="8" y="29"/>
                                    <a:pt x="8" y="29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10" y="30"/>
                                    <a:pt x="10" y="30"/>
                                    <a:pt x="10" y="31"/>
                                  </a:cubicBezTo>
                                  <a:cubicBezTo>
                                    <a:pt x="11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11" y="32"/>
                                    <a:pt x="11" y="31"/>
                                  </a:cubicBezTo>
                                  <a:cubicBezTo>
                                    <a:pt x="11" y="31"/>
                                    <a:pt x="11" y="31"/>
                                    <a:pt x="11" y="30"/>
                                  </a:cubicBezTo>
                                  <a:cubicBezTo>
                                    <a:pt x="11" y="30"/>
                                    <a:pt x="12" y="30"/>
                                    <a:pt x="12" y="29"/>
                                  </a:cubicBezTo>
                                  <a:cubicBezTo>
                                    <a:pt x="13" y="29"/>
                                    <a:pt x="11" y="29"/>
                                    <a:pt x="12" y="28"/>
                                  </a:cubicBezTo>
                                  <a:cubicBezTo>
                                    <a:pt x="13" y="27"/>
                                    <a:pt x="13" y="27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9"/>
                                  </a:cubicBezTo>
                                  <a:cubicBezTo>
                                    <a:pt x="14" y="29"/>
                                    <a:pt x="15" y="29"/>
                                    <a:pt x="15" y="29"/>
                                  </a:cubicBezTo>
                                  <a:cubicBezTo>
                                    <a:pt x="15" y="29"/>
                                    <a:pt x="16" y="30"/>
                                    <a:pt x="16" y="30"/>
                                  </a:cubicBezTo>
                                  <a:cubicBezTo>
                                    <a:pt x="16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2"/>
                                    <a:pt x="17" y="32"/>
                                    <a:pt x="17" y="32"/>
                                  </a:cubicBezTo>
                                  <a:cubicBezTo>
                                    <a:pt x="18" y="33"/>
                                    <a:pt x="19" y="32"/>
                                    <a:pt x="19" y="33"/>
                                  </a:cubicBezTo>
                                  <a:cubicBezTo>
                                    <a:pt x="19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19" y="34"/>
                                    <a:pt x="19" y="34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7"/>
                                    <a:pt x="19" y="37"/>
                                  </a:cubicBezTo>
                                  <a:cubicBezTo>
                                    <a:pt x="20" y="37"/>
                                    <a:pt x="20" y="36"/>
                                    <a:pt x="21" y="36"/>
                                  </a:cubicBezTo>
                                  <a:cubicBezTo>
                                    <a:pt x="21" y="36"/>
                                    <a:pt x="22" y="36"/>
                                    <a:pt x="22" y="36"/>
                                  </a:cubicBezTo>
                                  <a:cubicBezTo>
                                    <a:pt x="22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4" y="36"/>
                                    <a:pt x="24" y="36"/>
                                  </a:cubicBezTo>
                                  <a:cubicBezTo>
                                    <a:pt x="24" y="36"/>
                                    <a:pt x="25" y="35"/>
                                    <a:pt x="25" y="34"/>
                                  </a:cubicBezTo>
                                  <a:cubicBezTo>
                                    <a:pt x="25" y="34"/>
                                    <a:pt x="25" y="35"/>
                                    <a:pt x="25" y="3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18" name="Freeform 780">
                              <a:extLst>
                                <a:ext uri="{FF2B5EF4-FFF2-40B4-BE49-F238E27FC236}">
                                  <a16:creationId xmlns:a16="http://schemas.microsoft.com/office/drawing/2014/main" id="{4B8C1C58-0344-724B-7B82-7B103D49CA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95975" y="3521075"/>
                              <a:ext cx="58737" cy="63500"/>
                            </a:xfrm>
                            <a:custGeom>
                              <a:avLst/>
                              <a:gdLst>
                                <a:gd name="T0" fmla="*/ 7 w 14"/>
                                <a:gd name="T1" fmla="*/ 14 h 15"/>
                                <a:gd name="T2" fmla="*/ 6 w 14"/>
                                <a:gd name="T3" fmla="*/ 12 h 15"/>
                                <a:gd name="T4" fmla="*/ 7 w 14"/>
                                <a:gd name="T5" fmla="*/ 10 h 15"/>
                                <a:gd name="T6" fmla="*/ 7 w 14"/>
                                <a:gd name="T7" fmla="*/ 10 h 15"/>
                                <a:gd name="T8" fmla="*/ 9 w 14"/>
                                <a:gd name="T9" fmla="*/ 8 h 15"/>
                                <a:gd name="T10" fmla="*/ 11 w 14"/>
                                <a:gd name="T11" fmla="*/ 9 h 15"/>
                                <a:gd name="T12" fmla="*/ 12 w 14"/>
                                <a:gd name="T13" fmla="*/ 8 h 15"/>
                                <a:gd name="T14" fmla="*/ 11 w 14"/>
                                <a:gd name="T15" fmla="*/ 7 h 15"/>
                                <a:gd name="T16" fmla="*/ 12 w 14"/>
                                <a:gd name="T17" fmla="*/ 7 h 15"/>
                                <a:gd name="T18" fmla="*/ 13 w 14"/>
                                <a:gd name="T19" fmla="*/ 6 h 15"/>
                                <a:gd name="T20" fmla="*/ 13 w 14"/>
                                <a:gd name="T21" fmla="*/ 6 h 15"/>
                                <a:gd name="T22" fmla="*/ 12 w 14"/>
                                <a:gd name="T23" fmla="*/ 5 h 15"/>
                                <a:gd name="T24" fmla="*/ 11 w 14"/>
                                <a:gd name="T25" fmla="*/ 4 h 15"/>
                                <a:gd name="T26" fmla="*/ 10 w 14"/>
                                <a:gd name="T27" fmla="*/ 4 h 15"/>
                                <a:gd name="T28" fmla="*/ 8 w 14"/>
                                <a:gd name="T29" fmla="*/ 2 h 15"/>
                                <a:gd name="T30" fmla="*/ 6 w 14"/>
                                <a:gd name="T31" fmla="*/ 1 h 15"/>
                                <a:gd name="T32" fmla="*/ 5 w 14"/>
                                <a:gd name="T33" fmla="*/ 0 h 15"/>
                                <a:gd name="T34" fmla="*/ 5 w 14"/>
                                <a:gd name="T35" fmla="*/ 0 h 15"/>
                                <a:gd name="T36" fmla="*/ 4 w 14"/>
                                <a:gd name="T37" fmla="*/ 0 h 15"/>
                                <a:gd name="T38" fmla="*/ 4 w 14"/>
                                <a:gd name="T39" fmla="*/ 2 h 15"/>
                                <a:gd name="T40" fmla="*/ 3 w 14"/>
                                <a:gd name="T41" fmla="*/ 2 h 15"/>
                                <a:gd name="T42" fmla="*/ 2 w 14"/>
                                <a:gd name="T43" fmla="*/ 4 h 15"/>
                                <a:gd name="T44" fmla="*/ 2 w 14"/>
                                <a:gd name="T45" fmla="*/ 4 h 15"/>
                                <a:gd name="T46" fmla="*/ 1 w 14"/>
                                <a:gd name="T47" fmla="*/ 5 h 15"/>
                                <a:gd name="T48" fmla="*/ 1 w 14"/>
                                <a:gd name="T49" fmla="*/ 6 h 15"/>
                                <a:gd name="T50" fmla="*/ 1 w 14"/>
                                <a:gd name="T51" fmla="*/ 8 h 15"/>
                                <a:gd name="T52" fmla="*/ 0 w 14"/>
                                <a:gd name="T53" fmla="*/ 9 h 15"/>
                                <a:gd name="T54" fmla="*/ 0 w 14"/>
                                <a:gd name="T55" fmla="*/ 10 h 15"/>
                                <a:gd name="T56" fmla="*/ 2 w 14"/>
                                <a:gd name="T57" fmla="*/ 10 h 15"/>
                                <a:gd name="T58" fmla="*/ 2 w 14"/>
                                <a:gd name="T59" fmla="*/ 11 h 15"/>
                                <a:gd name="T60" fmla="*/ 3 w 14"/>
                                <a:gd name="T61" fmla="*/ 12 h 15"/>
                                <a:gd name="T62" fmla="*/ 5 w 14"/>
                                <a:gd name="T63" fmla="*/ 13 h 15"/>
                                <a:gd name="T64" fmla="*/ 6 w 14"/>
                                <a:gd name="T65" fmla="*/ 15 h 15"/>
                                <a:gd name="T66" fmla="*/ 7 w 14"/>
                                <a:gd name="T67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</a:cxnLst>
                              <a:rect l="0" t="0" r="r" b="b"/>
                              <a:pathLst>
                                <a:path w="14" h="15">
                                  <a:moveTo>
                                    <a:pt x="7" y="14"/>
                                  </a:moveTo>
                                  <a:cubicBezTo>
                                    <a:pt x="7" y="13"/>
                                    <a:pt x="6" y="13"/>
                                    <a:pt x="6" y="12"/>
                                  </a:cubicBezTo>
                                  <a:cubicBezTo>
                                    <a:pt x="6" y="11"/>
                                    <a:pt x="7" y="11"/>
                                    <a:pt x="7" y="10"/>
                                  </a:cubicBezTo>
                                  <a:cubicBezTo>
                                    <a:pt x="7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8" y="8"/>
                                    <a:pt x="9" y="8"/>
                                  </a:cubicBezTo>
                                  <a:cubicBezTo>
                                    <a:pt x="10" y="9"/>
                                    <a:pt x="9" y="10"/>
                                    <a:pt x="11" y="9"/>
                                  </a:cubicBezTo>
                                  <a:cubicBezTo>
                                    <a:pt x="11" y="9"/>
                                    <a:pt x="12" y="9"/>
                                    <a:pt x="12" y="8"/>
                                  </a:cubicBezTo>
                                  <a:cubicBezTo>
                                    <a:pt x="12" y="8"/>
                                    <a:pt x="11" y="8"/>
                                    <a:pt x="11" y="7"/>
                                  </a:cubicBezTo>
                                  <a:cubicBezTo>
                                    <a:pt x="11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3" y="7"/>
                                    <a:pt x="13" y="6"/>
                                  </a:cubicBezTo>
                                  <a:cubicBezTo>
                                    <a:pt x="13" y="6"/>
                                    <a:pt x="14" y="6"/>
                                    <a:pt x="13" y="6"/>
                                  </a:cubicBezTo>
                                  <a:cubicBezTo>
                                    <a:pt x="13" y="5"/>
                                    <a:pt x="13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1" y="4"/>
                                  </a:cubicBezTo>
                                  <a:cubicBezTo>
                                    <a:pt x="11" y="4"/>
                                    <a:pt x="10" y="4"/>
                                    <a:pt x="10" y="4"/>
                                  </a:cubicBezTo>
                                  <a:cubicBezTo>
                                    <a:pt x="9" y="4"/>
                                    <a:pt x="8" y="3"/>
                                    <a:pt x="8" y="2"/>
                                  </a:cubicBezTo>
                                  <a:cubicBezTo>
                                    <a:pt x="7" y="2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5" y="0"/>
                                  </a:cubicBezTo>
                                  <a:cubicBezTo>
                                    <a:pt x="5" y="0"/>
                                    <a:pt x="4" y="0"/>
                                    <a:pt x="4" y="0"/>
                                  </a:cubicBezTo>
                                  <a:cubicBezTo>
                                    <a:pt x="4" y="0"/>
                                    <a:pt x="5" y="2"/>
                                    <a:pt x="4" y="2"/>
                                  </a:cubicBezTo>
                                  <a:cubicBezTo>
                                    <a:pt x="3" y="2"/>
                                    <a:pt x="3" y="1"/>
                                    <a:pt x="3" y="2"/>
                                  </a:cubicBezTo>
                                  <a:cubicBezTo>
                                    <a:pt x="2" y="2"/>
                                    <a:pt x="2" y="3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6"/>
                                  </a:cubicBezTo>
                                  <a:cubicBezTo>
                                    <a:pt x="1" y="7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1" y="9"/>
                                    <a:pt x="0" y="9"/>
                                  </a:cubicBezTo>
                                  <a:cubicBezTo>
                                    <a:pt x="1" y="9"/>
                                    <a:pt x="0" y="9"/>
                                    <a:pt x="0" y="10"/>
                                  </a:cubicBezTo>
                                  <a:cubicBezTo>
                                    <a:pt x="1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1"/>
                                    <a:pt x="2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4" y="12"/>
                                    <a:pt x="4" y="13"/>
                                    <a:pt x="5" y="13"/>
                                  </a:cubicBezTo>
                                  <a:cubicBezTo>
                                    <a:pt x="5" y="14"/>
                                    <a:pt x="6" y="15"/>
                                    <a:pt x="6" y="15"/>
                                  </a:cubicBezTo>
                                  <a:cubicBezTo>
                                    <a:pt x="7" y="15"/>
                                    <a:pt x="7" y="14"/>
                                    <a:pt x="7" y="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19" name="Freeform 781">
                              <a:extLst>
                                <a:ext uri="{FF2B5EF4-FFF2-40B4-BE49-F238E27FC236}">
                                  <a16:creationId xmlns:a16="http://schemas.microsoft.com/office/drawing/2014/main" id="{CA557CF2-9812-902A-12F3-7BB35EDF04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54713" y="3567113"/>
                              <a:ext cx="69850" cy="53975"/>
                            </a:xfrm>
                            <a:custGeom>
                              <a:avLst/>
                              <a:gdLst>
                                <a:gd name="T0" fmla="*/ 17 w 17"/>
                                <a:gd name="T1" fmla="*/ 7 h 13"/>
                                <a:gd name="T2" fmla="*/ 17 w 17"/>
                                <a:gd name="T3" fmla="*/ 6 h 13"/>
                                <a:gd name="T4" fmla="*/ 17 w 17"/>
                                <a:gd name="T5" fmla="*/ 5 h 13"/>
                                <a:gd name="T6" fmla="*/ 16 w 17"/>
                                <a:gd name="T7" fmla="*/ 3 h 13"/>
                                <a:gd name="T8" fmla="*/ 14 w 17"/>
                                <a:gd name="T9" fmla="*/ 2 h 13"/>
                                <a:gd name="T10" fmla="*/ 13 w 17"/>
                                <a:gd name="T11" fmla="*/ 1 h 13"/>
                                <a:gd name="T12" fmla="*/ 12 w 17"/>
                                <a:gd name="T13" fmla="*/ 0 h 13"/>
                                <a:gd name="T14" fmla="*/ 10 w 17"/>
                                <a:gd name="T15" fmla="*/ 0 h 13"/>
                                <a:gd name="T16" fmla="*/ 9 w 17"/>
                                <a:gd name="T17" fmla="*/ 0 h 13"/>
                                <a:gd name="T18" fmla="*/ 7 w 17"/>
                                <a:gd name="T19" fmla="*/ 1 h 13"/>
                                <a:gd name="T20" fmla="*/ 6 w 17"/>
                                <a:gd name="T21" fmla="*/ 2 h 13"/>
                                <a:gd name="T22" fmla="*/ 5 w 17"/>
                                <a:gd name="T23" fmla="*/ 1 h 13"/>
                                <a:gd name="T24" fmla="*/ 3 w 17"/>
                                <a:gd name="T25" fmla="*/ 2 h 13"/>
                                <a:gd name="T26" fmla="*/ 1 w 17"/>
                                <a:gd name="T27" fmla="*/ 4 h 13"/>
                                <a:gd name="T28" fmla="*/ 0 w 17"/>
                                <a:gd name="T29" fmla="*/ 6 h 13"/>
                                <a:gd name="T30" fmla="*/ 1 w 17"/>
                                <a:gd name="T31" fmla="*/ 7 h 13"/>
                                <a:gd name="T32" fmla="*/ 0 w 17"/>
                                <a:gd name="T33" fmla="*/ 7 h 13"/>
                                <a:gd name="T34" fmla="*/ 0 w 17"/>
                                <a:gd name="T35" fmla="*/ 8 h 13"/>
                                <a:gd name="T36" fmla="*/ 1 w 17"/>
                                <a:gd name="T37" fmla="*/ 9 h 13"/>
                                <a:gd name="T38" fmla="*/ 0 w 17"/>
                                <a:gd name="T39" fmla="*/ 9 h 13"/>
                                <a:gd name="T40" fmla="*/ 2 w 17"/>
                                <a:gd name="T41" fmla="*/ 12 h 13"/>
                                <a:gd name="T42" fmla="*/ 2 w 17"/>
                                <a:gd name="T43" fmla="*/ 13 h 13"/>
                                <a:gd name="T44" fmla="*/ 4 w 17"/>
                                <a:gd name="T45" fmla="*/ 13 h 13"/>
                                <a:gd name="T46" fmla="*/ 5 w 17"/>
                                <a:gd name="T47" fmla="*/ 13 h 13"/>
                                <a:gd name="T48" fmla="*/ 7 w 17"/>
                                <a:gd name="T49" fmla="*/ 13 h 13"/>
                                <a:gd name="T50" fmla="*/ 8 w 17"/>
                                <a:gd name="T51" fmla="*/ 13 h 13"/>
                                <a:gd name="T52" fmla="*/ 8 w 17"/>
                                <a:gd name="T53" fmla="*/ 13 h 13"/>
                                <a:gd name="T54" fmla="*/ 9 w 17"/>
                                <a:gd name="T55" fmla="*/ 12 h 13"/>
                                <a:gd name="T56" fmla="*/ 10 w 17"/>
                                <a:gd name="T57" fmla="*/ 11 h 13"/>
                                <a:gd name="T58" fmla="*/ 11 w 17"/>
                                <a:gd name="T59" fmla="*/ 11 h 13"/>
                                <a:gd name="T60" fmla="*/ 13 w 17"/>
                                <a:gd name="T61" fmla="*/ 11 h 13"/>
                                <a:gd name="T62" fmla="*/ 15 w 17"/>
                                <a:gd name="T63" fmla="*/ 10 h 13"/>
                                <a:gd name="T64" fmla="*/ 16 w 17"/>
                                <a:gd name="T65" fmla="*/ 9 h 13"/>
                                <a:gd name="T66" fmla="*/ 17 w 17"/>
                                <a:gd name="T67" fmla="*/ 7 h 13"/>
                                <a:gd name="T68" fmla="*/ 17 w 17"/>
                                <a:gd name="T69" fmla="*/ 7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17" h="13">
                                  <a:moveTo>
                                    <a:pt x="17" y="7"/>
                                  </a:moveTo>
                                  <a:cubicBezTo>
                                    <a:pt x="17" y="7"/>
                                    <a:pt x="17" y="6"/>
                                    <a:pt x="17" y="6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6" y="4"/>
                                    <a:pt x="16" y="3"/>
                                    <a:pt x="16" y="3"/>
                                  </a:cubicBezTo>
                                  <a:cubicBezTo>
                                    <a:pt x="16" y="2"/>
                                    <a:pt x="15" y="2"/>
                                    <a:pt x="14" y="2"/>
                                  </a:cubicBezTo>
                                  <a:cubicBezTo>
                                    <a:pt x="14" y="1"/>
                                    <a:pt x="13" y="1"/>
                                    <a:pt x="13" y="1"/>
                                  </a:cubicBezTo>
                                  <a:cubicBezTo>
                                    <a:pt x="13" y="0"/>
                                    <a:pt x="13" y="0"/>
                                    <a:pt x="12" y="0"/>
                                  </a:cubicBezTo>
                                  <a:cubicBezTo>
                                    <a:pt x="12" y="0"/>
                                    <a:pt x="11" y="0"/>
                                    <a:pt x="10" y="0"/>
                                  </a:cubicBezTo>
                                  <a:cubicBezTo>
                                    <a:pt x="10" y="0"/>
                                    <a:pt x="9" y="0"/>
                                    <a:pt x="9" y="0"/>
                                  </a:cubicBezTo>
                                  <a:cubicBezTo>
                                    <a:pt x="8" y="1"/>
                                    <a:pt x="8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5" y="1"/>
                                  </a:cubicBezTo>
                                  <a:cubicBezTo>
                                    <a:pt x="4" y="1"/>
                                    <a:pt x="3" y="2"/>
                                    <a:pt x="3" y="2"/>
                                  </a:cubicBezTo>
                                  <a:cubicBezTo>
                                    <a:pt x="2" y="3"/>
                                    <a:pt x="2" y="4"/>
                                    <a:pt x="1" y="4"/>
                                  </a:cubicBezTo>
                                  <a:cubicBezTo>
                                    <a:pt x="1" y="5"/>
                                    <a:pt x="0" y="5"/>
                                    <a:pt x="0" y="6"/>
                                  </a:cubicBezTo>
                                  <a:cubicBezTo>
                                    <a:pt x="0" y="6"/>
                                    <a:pt x="1" y="6"/>
                                    <a:pt x="1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8"/>
                                  </a:cubicBezTo>
                                  <a:cubicBezTo>
                                    <a:pt x="0" y="8"/>
                                    <a:pt x="1" y="8"/>
                                    <a:pt x="1" y="9"/>
                                  </a:cubicBezTo>
                                  <a:cubicBezTo>
                                    <a:pt x="1" y="9"/>
                                    <a:pt x="0" y="9"/>
                                    <a:pt x="0" y="9"/>
                                  </a:cubicBezTo>
                                  <a:cubicBezTo>
                                    <a:pt x="0" y="10"/>
                                    <a:pt x="1" y="11"/>
                                    <a:pt x="2" y="12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3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9" y="13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10" y="11"/>
                                  </a:cubicBezTo>
                                  <a:cubicBezTo>
                                    <a:pt x="10" y="11"/>
                                    <a:pt x="11" y="11"/>
                                    <a:pt x="11" y="11"/>
                                  </a:cubicBezTo>
                                  <a:cubicBezTo>
                                    <a:pt x="12" y="11"/>
                                    <a:pt x="12" y="11"/>
                                    <a:pt x="13" y="11"/>
                                  </a:cubicBezTo>
                                  <a:cubicBezTo>
                                    <a:pt x="14" y="11"/>
                                    <a:pt x="14" y="11"/>
                                    <a:pt x="15" y="10"/>
                                  </a:cubicBezTo>
                                  <a:cubicBezTo>
                                    <a:pt x="15" y="9"/>
                                    <a:pt x="16" y="9"/>
                                    <a:pt x="16" y="9"/>
                                  </a:cubicBezTo>
                                  <a:cubicBezTo>
                                    <a:pt x="16" y="8"/>
                                    <a:pt x="17" y="8"/>
                                    <a:pt x="17" y="7"/>
                                  </a:cubicBezTo>
                                  <a:cubicBezTo>
                                    <a:pt x="17" y="7"/>
                                    <a:pt x="17" y="8"/>
                                    <a:pt x="17" y="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0" name="Freeform 782">
                              <a:extLst>
                                <a:ext uri="{FF2B5EF4-FFF2-40B4-BE49-F238E27FC236}">
                                  <a16:creationId xmlns:a16="http://schemas.microsoft.com/office/drawing/2014/main" id="{C2AA101F-C2C5-F8A9-A0D4-8E1DFB4DDAC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16563" y="1992313"/>
                              <a:ext cx="738187" cy="879475"/>
                            </a:xfrm>
                            <a:custGeom>
                              <a:avLst/>
                              <a:gdLst>
                                <a:gd name="T0" fmla="*/ 76 w 177"/>
                                <a:gd name="T1" fmla="*/ 79 h 211"/>
                                <a:gd name="T2" fmla="*/ 49 w 177"/>
                                <a:gd name="T3" fmla="*/ 143 h 211"/>
                                <a:gd name="T4" fmla="*/ 39 w 177"/>
                                <a:gd name="T5" fmla="*/ 195 h 211"/>
                                <a:gd name="T6" fmla="*/ 28 w 177"/>
                                <a:gd name="T7" fmla="*/ 204 h 211"/>
                                <a:gd name="T8" fmla="*/ 4 w 177"/>
                                <a:gd name="T9" fmla="*/ 202 h 211"/>
                                <a:gd name="T10" fmla="*/ 4 w 177"/>
                                <a:gd name="T11" fmla="*/ 194 h 211"/>
                                <a:gd name="T12" fmla="*/ 8 w 177"/>
                                <a:gd name="T13" fmla="*/ 181 h 211"/>
                                <a:gd name="T14" fmla="*/ 1 w 177"/>
                                <a:gd name="T15" fmla="*/ 172 h 211"/>
                                <a:gd name="T16" fmla="*/ 16 w 177"/>
                                <a:gd name="T17" fmla="*/ 166 h 211"/>
                                <a:gd name="T18" fmla="*/ 6 w 177"/>
                                <a:gd name="T19" fmla="*/ 165 h 211"/>
                                <a:gd name="T20" fmla="*/ 3 w 177"/>
                                <a:gd name="T21" fmla="*/ 158 h 211"/>
                                <a:gd name="T22" fmla="*/ 14 w 177"/>
                                <a:gd name="T23" fmla="*/ 152 h 211"/>
                                <a:gd name="T24" fmla="*/ 21 w 177"/>
                                <a:gd name="T25" fmla="*/ 147 h 211"/>
                                <a:gd name="T26" fmla="*/ 23 w 177"/>
                                <a:gd name="T27" fmla="*/ 142 h 211"/>
                                <a:gd name="T28" fmla="*/ 34 w 177"/>
                                <a:gd name="T29" fmla="*/ 137 h 211"/>
                                <a:gd name="T30" fmla="*/ 43 w 177"/>
                                <a:gd name="T31" fmla="*/ 128 h 211"/>
                                <a:gd name="T32" fmla="*/ 38 w 177"/>
                                <a:gd name="T33" fmla="*/ 123 h 211"/>
                                <a:gd name="T34" fmla="*/ 45 w 177"/>
                                <a:gd name="T35" fmla="*/ 116 h 211"/>
                                <a:gd name="T36" fmla="*/ 53 w 177"/>
                                <a:gd name="T37" fmla="*/ 101 h 211"/>
                                <a:gd name="T38" fmla="*/ 56 w 177"/>
                                <a:gd name="T39" fmla="*/ 91 h 211"/>
                                <a:gd name="T40" fmla="*/ 61 w 177"/>
                                <a:gd name="T41" fmla="*/ 79 h 211"/>
                                <a:gd name="T42" fmla="*/ 66 w 177"/>
                                <a:gd name="T43" fmla="*/ 75 h 211"/>
                                <a:gd name="T44" fmla="*/ 70 w 177"/>
                                <a:gd name="T45" fmla="*/ 67 h 211"/>
                                <a:gd name="T46" fmla="*/ 76 w 177"/>
                                <a:gd name="T47" fmla="*/ 61 h 211"/>
                                <a:gd name="T48" fmla="*/ 84 w 177"/>
                                <a:gd name="T49" fmla="*/ 55 h 211"/>
                                <a:gd name="T50" fmla="*/ 87 w 177"/>
                                <a:gd name="T51" fmla="*/ 47 h 211"/>
                                <a:gd name="T52" fmla="*/ 93 w 177"/>
                                <a:gd name="T53" fmla="*/ 33 h 211"/>
                                <a:gd name="T54" fmla="*/ 100 w 177"/>
                                <a:gd name="T55" fmla="*/ 32 h 211"/>
                                <a:gd name="T56" fmla="*/ 106 w 177"/>
                                <a:gd name="T57" fmla="*/ 31 h 211"/>
                                <a:gd name="T58" fmla="*/ 114 w 177"/>
                                <a:gd name="T59" fmla="*/ 23 h 211"/>
                                <a:gd name="T60" fmla="*/ 119 w 177"/>
                                <a:gd name="T61" fmla="*/ 19 h 211"/>
                                <a:gd name="T62" fmla="*/ 127 w 177"/>
                                <a:gd name="T63" fmla="*/ 15 h 211"/>
                                <a:gd name="T64" fmla="*/ 138 w 177"/>
                                <a:gd name="T65" fmla="*/ 6 h 211"/>
                                <a:gd name="T66" fmla="*/ 141 w 177"/>
                                <a:gd name="T67" fmla="*/ 14 h 211"/>
                                <a:gd name="T68" fmla="*/ 151 w 177"/>
                                <a:gd name="T69" fmla="*/ 8 h 211"/>
                                <a:gd name="T70" fmla="*/ 159 w 177"/>
                                <a:gd name="T71" fmla="*/ 4 h 211"/>
                                <a:gd name="T72" fmla="*/ 158 w 177"/>
                                <a:gd name="T73" fmla="*/ 16 h 211"/>
                                <a:gd name="T74" fmla="*/ 170 w 177"/>
                                <a:gd name="T75" fmla="*/ 13 h 211"/>
                                <a:gd name="T76" fmla="*/ 166 w 177"/>
                                <a:gd name="T77" fmla="*/ 24 h 211"/>
                                <a:gd name="T78" fmla="*/ 175 w 177"/>
                                <a:gd name="T79" fmla="*/ 33 h 211"/>
                                <a:gd name="T80" fmla="*/ 144 w 177"/>
                                <a:gd name="T81" fmla="*/ 28 h 211"/>
                                <a:gd name="T82" fmla="*/ 117 w 177"/>
                                <a:gd name="T83" fmla="*/ 45 h 211"/>
                                <a:gd name="T84" fmla="*/ 25 w 177"/>
                                <a:gd name="T85" fmla="*/ 133 h 211"/>
                                <a:gd name="T86" fmla="*/ 74 w 177"/>
                                <a:gd name="T87" fmla="*/ 60 h 211"/>
                                <a:gd name="T88" fmla="*/ 57 w 177"/>
                                <a:gd name="T89" fmla="*/ 58 h 211"/>
                                <a:gd name="T90" fmla="*/ 65 w 177"/>
                                <a:gd name="T91" fmla="*/ 55 h 211"/>
                                <a:gd name="T92" fmla="*/ 69 w 177"/>
                                <a:gd name="T93" fmla="*/ 44 h 211"/>
                                <a:gd name="T94" fmla="*/ 71 w 177"/>
                                <a:gd name="T95" fmla="*/ 42 h 211"/>
                                <a:gd name="T96" fmla="*/ 74 w 177"/>
                                <a:gd name="T97" fmla="*/ 54 h 211"/>
                                <a:gd name="T98" fmla="*/ 77 w 177"/>
                                <a:gd name="T99" fmla="*/ 43 h 211"/>
                                <a:gd name="T100" fmla="*/ 88 w 177"/>
                                <a:gd name="T101" fmla="*/ 35 h 211"/>
                                <a:gd name="T102" fmla="*/ 82 w 177"/>
                                <a:gd name="T103" fmla="*/ 39 h 211"/>
                                <a:gd name="T104" fmla="*/ 93 w 177"/>
                                <a:gd name="T105" fmla="*/ 27 h 211"/>
                                <a:gd name="T106" fmla="*/ 94 w 177"/>
                                <a:gd name="T107" fmla="*/ 25 h 211"/>
                                <a:gd name="T108" fmla="*/ 98 w 177"/>
                                <a:gd name="T109" fmla="*/ 21 h 211"/>
                                <a:gd name="T110" fmla="*/ 105 w 177"/>
                                <a:gd name="T111" fmla="*/ 20 h 211"/>
                                <a:gd name="T112" fmla="*/ 123 w 177"/>
                                <a:gd name="T113" fmla="*/ 16 h 211"/>
                                <a:gd name="T114" fmla="*/ 118 w 177"/>
                                <a:gd name="T115" fmla="*/ 13 h 211"/>
                                <a:gd name="T116" fmla="*/ 120 w 177"/>
                                <a:gd name="T117" fmla="*/ 10 h 211"/>
                                <a:gd name="T118" fmla="*/ 134 w 177"/>
                                <a:gd name="T119" fmla="*/ 3 h 211"/>
                                <a:gd name="T120" fmla="*/ 139 w 177"/>
                                <a:gd name="T121" fmla="*/ 3 h 211"/>
                                <a:gd name="T122" fmla="*/ 22 w 177"/>
                                <a:gd name="T123" fmla="*/ 139 h 21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177" h="211">
                                  <a:moveTo>
                                    <a:pt x="106" y="42"/>
                                  </a:moveTo>
                                  <a:cubicBezTo>
                                    <a:pt x="105" y="42"/>
                                    <a:pt x="104" y="42"/>
                                    <a:pt x="103" y="42"/>
                                  </a:cubicBezTo>
                                  <a:cubicBezTo>
                                    <a:pt x="103" y="43"/>
                                    <a:pt x="103" y="43"/>
                                    <a:pt x="104" y="43"/>
                                  </a:cubicBezTo>
                                  <a:cubicBezTo>
                                    <a:pt x="104" y="44"/>
                                    <a:pt x="104" y="45"/>
                                    <a:pt x="105" y="46"/>
                                  </a:cubicBezTo>
                                  <a:cubicBezTo>
                                    <a:pt x="105" y="47"/>
                                    <a:pt x="104" y="49"/>
                                    <a:pt x="103" y="50"/>
                                  </a:cubicBezTo>
                                  <a:cubicBezTo>
                                    <a:pt x="103" y="50"/>
                                    <a:pt x="102" y="50"/>
                                    <a:pt x="102" y="51"/>
                                  </a:cubicBezTo>
                                  <a:cubicBezTo>
                                    <a:pt x="101" y="51"/>
                                    <a:pt x="102" y="52"/>
                                    <a:pt x="103" y="52"/>
                                  </a:cubicBezTo>
                                  <a:cubicBezTo>
                                    <a:pt x="103" y="52"/>
                                    <a:pt x="104" y="52"/>
                                    <a:pt x="103" y="53"/>
                                  </a:cubicBezTo>
                                  <a:cubicBezTo>
                                    <a:pt x="103" y="54"/>
                                    <a:pt x="102" y="54"/>
                                    <a:pt x="102" y="54"/>
                                  </a:cubicBezTo>
                                  <a:cubicBezTo>
                                    <a:pt x="101" y="54"/>
                                    <a:pt x="100" y="54"/>
                                    <a:pt x="99" y="53"/>
                                  </a:cubicBezTo>
                                  <a:cubicBezTo>
                                    <a:pt x="99" y="53"/>
                                    <a:pt x="98" y="53"/>
                                    <a:pt x="97" y="52"/>
                                  </a:cubicBezTo>
                                  <a:cubicBezTo>
                                    <a:pt x="96" y="52"/>
                                    <a:pt x="96" y="52"/>
                                    <a:pt x="95" y="52"/>
                                  </a:cubicBezTo>
                                  <a:cubicBezTo>
                                    <a:pt x="94" y="52"/>
                                    <a:pt x="93" y="52"/>
                                    <a:pt x="93" y="51"/>
                                  </a:cubicBezTo>
                                  <a:cubicBezTo>
                                    <a:pt x="92" y="51"/>
                                    <a:pt x="92" y="51"/>
                                    <a:pt x="91" y="51"/>
                                  </a:cubicBezTo>
                                  <a:cubicBezTo>
                                    <a:pt x="91" y="51"/>
                                    <a:pt x="90" y="51"/>
                                    <a:pt x="90" y="51"/>
                                  </a:cubicBezTo>
                                  <a:cubicBezTo>
                                    <a:pt x="89" y="52"/>
                                    <a:pt x="90" y="53"/>
                                    <a:pt x="90" y="53"/>
                                  </a:cubicBezTo>
                                  <a:cubicBezTo>
                                    <a:pt x="90" y="54"/>
                                    <a:pt x="90" y="55"/>
                                    <a:pt x="90" y="56"/>
                                  </a:cubicBezTo>
                                  <a:cubicBezTo>
                                    <a:pt x="90" y="57"/>
                                    <a:pt x="90" y="57"/>
                                    <a:pt x="90" y="58"/>
                                  </a:cubicBezTo>
                                  <a:cubicBezTo>
                                    <a:pt x="89" y="59"/>
                                    <a:pt x="89" y="60"/>
                                    <a:pt x="89" y="60"/>
                                  </a:cubicBezTo>
                                  <a:cubicBezTo>
                                    <a:pt x="88" y="61"/>
                                    <a:pt x="88" y="61"/>
                                    <a:pt x="88" y="61"/>
                                  </a:cubicBezTo>
                                  <a:cubicBezTo>
                                    <a:pt x="87" y="62"/>
                                    <a:pt x="86" y="61"/>
                                    <a:pt x="86" y="60"/>
                                  </a:cubicBezTo>
                                  <a:cubicBezTo>
                                    <a:pt x="86" y="60"/>
                                    <a:pt x="85" y="59"/>
                                    <a:pt x="84" y="59"/>
                                  </a:cubicBezTo>
                                  <a:cubicBezTo>
                                    <a:pt x="84" y="59"/>
                                    <a:pt x="83" y="60"/>
                                    <a:pt x="83" y="61"/>
                                  </a:cubicBezTo>
                                  <a:cubicBezTo>
                                    <a:pt x="82" y="62"/>
                                    <a:pt x="80" y="63"/>
                                    <a:pt x="80" y="65"/>
                                  </a:cubicBezTo>
                                  <a:cubicBezTo>
                                    <a:pt x="79" y="66"/>
                                    <a:pt x="79" y="68"/>
                                    <a:pt x="78" y="69"/>
                                  </a:cubicBezTo>
                                  <a:cubicBezTo>
                                    <a:pt x="77" y="70"/>
                                    <a:pt x="75" y="70"/>
                                    <a:pt x="76" y="71"/>
                                  </a:cubicBezTo>
                                  <a:cubicBezTo>
                                    <a:pt x="76" y="73"/>
                                    <a:pt x="78" y="74"/>
                                    <a:pt x="78" y="76"/>
                                  </a:cubicBezTo>
                                  <a:cubicBezTo>
                                    <a:pt x="78" y="77"/>
                                    <a:pt x="78" y="78"/>
                                    <a:pt x="76" y="79"/>
                                  </a:cubicBezTo>
                                  <a:cubicBezTo>
                                    <a:pt x="75" y="80"/>
                                    <a:pt x="74" y="82"/>
                                    <a:pt x="74" y="83"/>
                                  </a:cubicBezTo>
                                  <a:cubicBezTo>
                                    <a:pt x="73" y="84"/>
                                    <a:pt x="73" y="85"/>
                                    <a:pt x="73" y="85"/>
                                  </a:cubicBezTo>
                                  <a:cubicBezTo>
                                    <a:pt x="73" y="86"/>
                                    <a:pt x="72" y="86"/>
                                    <a:pt x="71" y="87"/>
                                  </a:cubicBezTo>
                                  <a:cubicBezTo>
                                    <a:pt x="71" y="88"/>
                                    <a:pt x="72" y="90"/>
                                    <a:pt x="71" y="91"/>
                                  </a:cubicBezTo>
                                  <a:cubicBezTo>
                                    <a:pt x="71" y="91"/>
                                    <a:pt x="70" y="92"/>
                                    <a:pt x="70" y="92"/>
                                  </a:cubicBezTo>
                                  <a:cubicBezTo>
                                    <a:pt x="69" y="93"/>
                                    <a:pt x="69" y="93"/>
                                    <a:pt x="68" y="93"/>
                                  </a:cubicBezTo>
                                  <a:cubicBezTo>
                                    <a:pt x="66" y="93"/>
                                    <a:pt x="65" y="93"/>
                                    <a:pt x="65" y="95"/>
                                  </a:cubicBezTo>
                                  <a:cubicBezTo>
                                    <a:pt x="66" y="96"/>
                                    <a:pt x="66" y="98"/>
                                    <a:pt x="66" y="99"/>
                                  </a:cubicBezTo>
                                  <a:cubicBezTo>
                                    <a:pt x="66" y="100"/>
                                    <a:pt x="65" y="101"/>
                                    <a:pt x="65" y="101"/>
                                  </a:cubicBezTo>
                                  <a:cubicBezTo>
                                    <a:pt x="65" y="102"/>
                                    <a:pt x="65" y="103"/>
                                    <a:pt x="65" y="104"/>
                                  </a:cubicBezTo>
                                  <a:cubicBezTo>
                                    <a:pt x="65" y="105"/>
                                    <a:pt x="65" y="106"/>
                                    <a:pt x="65" y="107"/>
                                  </a:cubicBezTo>
                                  <a:cubicBezTo>
                                    <a:pt x="65" y="107"/>
                                    <a:pt x="64" y="107"/>
                                    <a:pt x="64" y="108"/>
                                  </a:cubicBezTo>
                                  <a:cubicBezTo>
                                    <a:pt x="64" y="108"/>
                                    <a:pt x="64" y="109"/>
                                    <a:pt x="64" y="109"/>
                                  </a:cubicBezTo>
                                  <a:cubicBezTo>
                                    <a:pt x="64" y="110"/>
                                    <a:pt x="63" y="112"/>
                                    <a:pt x="62" y="113"/>
                                  </a:cubicBezTo>
                                  <a:cubicBezTo>
                                    <a:pt x="62" y="114"/>
                                    <a:pt x="61" y="115"/>
                                    <a:pt x="61" y="115"/>
                                  </a:cubicBezTo>
                                  <a:cubicBezTo>
                                    <a:pt x="61" y="116"/>
                                    <a:pt x="60" y="116"/>
                                    <a:pt x="60" y="117"/>
                                  </a:cubicBezTo>
                                  <a:cubicBezTo>
                                    <a:pt x="59" y="118"/>
                                    <a:pt x="60" y="119"/>
                                    <a:pt x="61" y="120"/>
                                  </a:cubicBezTo>
                                  <a:cubicBezTo>
                                    <a:pt x="62" y="120"/>
                                    <a:pt x="62" y="120"/>
                                    <a:pt x="63" y="121"/>
                                  </a:cubicBezTo>
                                  <a:cubicBezTo>
                                    <a:pt x="63" y="122"/>
                                    <a:pt x="63" y="123"/>
                                    <a:pt x="63" y="124"/>
                                  </a:cubicBezTo>
                                  <a:cubicBezTo>
                                    <a:pt x="63" y="125"/>
                                    <a:pt x="62" y="127"/>
                                    <a:pt x="61" y="127"/>
                                  </a:cubicBezTo>
                                  <a:cubicBezTo>
                                    <a:pt x="60" y="127"/>
                                    <a:pt x="60" y="127"/>
                                    <a:pt x="59" y="127"/>
                                  </a:cubicBezTo>
                                  <a:cubicBezTo>
                                    <a:pt x="58" y="126"/>
                                    <a:pt x="57" y="126"/>
                                    <a:pt x="56" y="126"/>
                                  </a:cubicBezTo>
                                  <a:cubicBezTo>
                                    <a:pt x="55" y="127"/>
                                    <a:pt x="53" y="128"/>
                                    <a:pt x="52" y="129"/>
                                  </a:cubicBezTo>
                                  <a:cubicBezTo>
                                    <a:pt x="51" y="130"/>
                                    <a:pt x="51" y="132"/>
                                    <a:pt x="50" y="133"/>
                                  </a:cubicBezTo>
                                  <a:cubicBezTo>
                                    <a:pt x="49" y="134"/>
                                    <a:pt x="50" y="134"/>
                                    <a:pt x="50" y="135"/>
                                  </a:cubicBezTo>
                                  <a:cubicBezTo>
                                    <a:pt x="50" y="136"/>
                                    <a:pt x="49" y="136"/>
                                    <a:pt x="49" y="137"/>
                                  </a:cubicBezTo>
                                  <a:cubicBezTo>
                                    <a:pt x="48" y="139"/>
                                    <a:pt x="49" y="140"/>
                                    <a:pt x="49" y="141"/>
                                  </a:cubicBezTo>
                                  <a:cubicBezTo>
                                    <a:pt x="50" y="142"/>
                                    <a:pt x="50" y="143"/>
                                    <a:pt x="49" y="143"/>
                                  </a:cubicBezTo>
                                  <a:cubicBezTo>
                                    <a:pt x="49" y="144"/>
                                    <a:pt x="49" y="145"/>
                                    <a:pt x="49" y="145"/>
                                  </a:cubicBezTo>
                                  <a:cubicBezTo>
                                    <a:pt x="49" y="146"/>
                                    <a:pt x="49" y="147"/>
                                    <a:pt x="49" y="148"/>
                                  </a:cubicBezTo>
                                  <a:cubicBezTo>
                                    <a:pt x="49" y="149"/>
                                    <a:pt x="49" y="149"/>
                                    <a:pt x="49" y="150"/>
                                  </a:cubicBezTo>
                                  <a:cubicBezTo>
                                    <a:pt x="50" y="152"/>
                                    <a:pt x="50" y="153"/>
                                    <a:pt x="50" y="155"/>
                                  </a:cubicBezTo>
                                  <a:cubicBezTo>
                                    <a:pt x="50" y="156"/>
                                    <a:pt x="50" y="157"/>
                                    <a:pt x="50" y="158"/>
                                  </a:cubicBezTo>
                                  <a:cubicBezTo>
                                    <a:pt x="50" y="159"/>
                                    <a:pt x="49" y="159"/>
                                    <a:pt x="49" y="160"/>
                                  </a:cubicBezTo>
                                  <a:cubicBezTo>
                                    <a:pt x="49" y="161"/>
                                    <a:pt x="50" y="162"/>
                                    <a:pt x="50" y="162"/>
                                  </a:cubicBezTo>
                                  <a:cubicBezTo>
                                    <a:pt x="51" y="163"/>
                                    <a:pt x="51" y="163"/>
                                    <a:pt x="52" y="164"/>
                                  </a:cubicBezTo>
                                  <a:cubicBezTo>
                                    <a:pt x="53" y="164"/>
                                    <a:pt x="54" y="166"/>
                                    <a:pt x="54" y="167"/>
                                  </a:cubicBezTo>
                                  <a:cubicBezTo>
                                    <a:pt x="54" y="168"/>
                                    <a:pt x="54" y="168"/>
                                    <a:pt x="53" y="169"/>
                                  </a:cubicBezTo>
                                  <a:cubicBezTo>
                                    <a:pt x="53" y="169"/>
                                    <a:pt x="53" y="170"/>
                                    <a:pt x="53" y="171"/>
                                  </a:cubicBezTo>
                                  <a:cubicBezTo>
                                    <a:pt x="52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50" y="173"/>
                                    <a:pt x="50" y="174"/>
                                  </a:cubicBezTo>
                                  <a:cubicBezTo>
                                    <a:pt x="51" y="175"/>
                                    <a:pt x="52" y="177"/>
                                    <a:pt x="52" y="179"/>
                                  </a:cubicBezTo>
                                  <a:cubicBezTo>
                                    <a:pt x="52" y="180"/>
                                    <a:pt x="52" y="181"/>
                                    <a:pt x="52" y="182"/>
                                  </a:cubicBezTo>
                                  <a:cubicBezTo>
                                    <a:pt x="52" y="183"/>
                                    <a:pt x="52" y="184"/>
                                    <a:pt x="51" y="184"/>
                                  </a:cubicBezTo>
                                  <a:cubicBezTo>
                                    <a:pt x="51" y="185"/>
                                    <a:pt x="50" y="186"/>
                                    <a:pt x="49" y="186"/>
                                  </a:cubicBezTo>
                                  <a:cubicBezTo>
                                    <a:pt x="49" y="186"/>
                                    <a:pt x="48" y="186"/>
                                    <a:pt x="47" y="187"/>
                                  </a:cubicBezTo>
                                  <a:cubicBezTo>
                                    <a:pt x="47" y="188"/>
                                    <a:pt x="48" y="189"/>
                                    <a:pt x="47" y="189"/>
                                  </a:cubicBezTo>
                                  <a:cubicBezTo>
                                    <a:pt x="47" y="190"/>
                                    <a:pt x="46" y="190"/>
                                    <a:pt x="46" y="191"/>
                                  </a:cubicBezTo>
                                  <a:cubicBezTo>
                                    <a:pt x="46" y="192"/>
                                    <a:pt x="46" y="193"/>
                                    <a:pt x="47" y="194"/>
                                  </a:cubicBezTo>
                                  <a:cubicBezTo>
                                    <a:pt x="47" y="195"/>
                                    <a:pt x="47" y="195"/>
                                    <a:pt x="46" y="197"/>
                                  </a:cubicBezTo>
                                  <a:cubicBezTo>
                                    <a:pt x="46" y="197"/>
                                    <a:pt x="46" y="200"/>
                                    <a:pt x="45" y="200"/>
                                  </a:cubicBezTo>
                                  <a:cubicBezTo>
                                    <a:pt x="43" y="199"/>
                                    <a:pt x="45" y="197"/>
                                    <a:pt x="43" y="197"/>
                                  </a:cubicBezTo>
                                  <a:cubicBezTo>
                                    <a:pt x="43" y="197"/>
                                    <a:pt x="43" y="196"/>
                                    <a:pt x="43" y="196"/>
                                  </a:cubicBezTo>
                                  <a:cubicBezTo>
                                    <a:pt x="42" y="196"/>
                                    <a:pt x="42" y="196"/>
                                    <a:pt x="41" y="196"/>
                                  </a:cubicBezTo>
                                  <a:cubicBezTo>
                                    <a:pt x="41" y="196"/>
                                    <a:pt x="41" y="196"/>
                                    <a:pt x="41" y="196"/>
                                  </a:cubicBezTo>
                                  <a:cubicBezTo>
                                    <a:pt x="41" y="196"/>
                                    <a:pt x="40" y="196"/>
                                    <a:pt x="39" y="195"/>
                                  </a:cubicBezTo>
                                  <a:cubicBezTo>
                                    <a:pt x="39" y="195"/>
                                    <a:pt x="40" y="195"/>
                                    <a:pt x="40" y="194"/>
                                  </a:cubicBezTo>
                                  <a:cubicBezTo>
                                    <a:pt x="40" y="194"/>
                                    <a:pt x="39" y="194"/>
                                    <a:pt x="39" y="193"/>
                                  </a:cubicBezTo>
                                  <a:cubicBezTo>
                                    <a:pt x="39" y="193"/>
                                    <a:pt x="39" y="193"/>
                                    <a:pt x="39" y="192"/>
                                  </a:cubicBezTo>
                                  <a:cubicBezTo>
                                    <a:pt x="39" y="192"/>
                                    <a:pt x="39" y="192"/>
                                    <a:pt x="39" y="192"/>
                                  </a:cubicBezTo>
                                  <a:cubicBezTo>
                                    <a:pt x="39" y="191"/>
                                    <a:pt x="39" y="191"/>
                                    <a:pt x="39" y="190"/>
                                  </a:cubicBezTo>
                                  <a:cubicBezTo>
                                    <a:pt x="39" y="190"/>
                                    <a:pt x="39" y="189"/>
                                    <a:pt x="39" y="189"/>
                                  </a:cubicBezTo>
                                  <a:cubicBezTo>
                                    <a:pt x="38" y="189"/>
                                    <a:pt x="38" y="191"/>
                                    <a:pt x="38" y="191"/>
                                  </a:cubicBezTo>
                                  <a:cubicBezTo>
                                    <a:pt x="37" y="191"/>
                                    <a:pt x="38" y="190"/>
                                    <a:pt x="37" y="189"/>
                                  </a:cubicBezTo>
                                  <a:cubicBezTo>
                                    <a:pt x="37" y="189"/>
                                    <a:pt x="36" y="189"/>
                                    <a:pt x="37" y="190"/>
                                  </a:cubicBezTo>
                                  <a:cubicBezTo>
                                    <a:pt x="37" y="190"/>
                                    <a:pt x="37" y="191"/>
                                    <a:pt x="36" y="191"/>
                                  </a:cubicBezTo>
                                  <a:cubicBezTo>
                                    <a:pt x="36" y="192"/>
                                    <a:pt x="37" y="192"/>
                                    <a:pt x="38" y="192"/>
                                  </a:cubicBezTo>
                                  <a:cubicBezTo>
                                    <a:pt x="38" y="193"/>
                                    <a:pt x="38" y="194"/>
                                    <a:pt x="38" y="195"/>
                                  </a:cubicBezTo>
                                  <a:cubicBezTo>
                                    <a:pt x="37" y="195"/>
                                    <a:pt x="37" y="195"/>
                                    <a:pt x="37" y="196"/>
                                  </a:cubicBezTo>
                                  <a:cubicBezTo>
                                    <a:pt x="37" y="196"/>
                                    <a:pt x="37" y="197"/>
                                    <a:pt x="37" y="197"/>
                                  </a:cubicBezTo>
                                  <a:cubicBezTo>
                                    <a:pt x="37" y="197"/>
                                    <a:pt x="37" y="199"/>
                                    <a:pt x="36" y="198"/>
                                  </a:cubicBezTo>
                                  <a:cubicBezTo>
                                    <a:pt x="36" y="198"/>
                                    <a:pt x="36" y="198"/>
                                    <a:pt x="36" y="198"/>
                                  </a:cubicBezTo>
                                  <a:cubicBezTo>
                                    <a:pt x="35" y="198"/>
                                    <a:pt x="35" y="198"/>
                                    <a:pt x="35" y="198"/>
                                  </a:cubicBezTo>
                                  <a:cubicBezTo>
                                    <a:pt x="34" y="198"/>
                                    <a:pt x="35" y="199"/>
                                    <a:pt x="34" y="199"/>
                                  </a:cubicBezTo>
                                  <a:cubicBezTo>
                                    <a:pt x="33" y="199"/>
                                    <a:pt x="33" y="198"/>
                                    <a:pt x="33" y="198"/>
                                  </a:cubicBezTo>
                                  <a:cubicBezTo>
                                    <a:pt x="33" y="197"/>
                                    <a:pt x="32" y="197"/>
                                    <a:pt x="32" y="197"/>
                                  </a:cubicBezTo>
                                  <a:cubicBezTo>
                                    <a:pt x="31" y="198"/>
                                    <a:pt x="33" y="198"/>
                                    <a:pt x="32" y="199"/>
                                  </a:cubicBezTo>
                                  <a:cubicBezTo>
                                    <a:pt x="32" y="200"/>
                                    <a:pt x="29" y="199"/>
                                    <a:pt x="30" y="201"/>
                                  </a:cubicBezTo>
                                  <a:cubicBezTo>
                                    <a:pt x="30" y="201"/>
                                    <a:pt x="31" y="200"/>
                                    <a:pt x="31" y="201"/>
                                  </a:cubicBezTo>
                                  <a:cubicBezTo>
                                    <a:pt x="31" y="202"/>
                                    <a:pt x="30" y="202"/>
                                    <a:pt x="29" y="202"/>
                                  </a:cubicBezTo>
                                  <a:cubicBezTo>
                                    <a:pt x="29" y="202"/>
                                    <a:pt x="28" y="201"/>
                                    <a:pt x="28" y="202"/>
                                  </a:cubicBezTo>
                                  <a:cubicBezTo>
                                    <a:pt x="28" y="202"/>
                                    <a:pt x="29" y="202"/>
                                    <a:pt x="28" y="203"/>
                                  </a:cubicBezTo>
                                  <a:cubicBezTo>
                                    <a:pt x="29" y="203"/>
                                    <a:pt x="29" y="203"/>
                                    <a:pt x="29" y="203"/>
                                  </a:cubicBezTo>
                                  <a:cubicBezTo>
                                    <a:pt x="29" y="203"/>
                                    <a:pt x="28" y="204"/>
                                    <a:pt x="28" y="204"/>
                                  </a:cubicBezTo>
                                  <a:cubicBezTo>
                                    <a:pt x="27" y="204"/>
                                    <a:pt x="27" y="205"/>
                                    <a:pt x="26" y="205"/>
                                  </a:cubicBezTo>
                                  <a:cubicBezTo>
                                    <a:pt x="26" y="205"/>
                                    <a:pt x="26" y="205"/>
                                    <a:pt x="26" y="206"/>
                                  </a:cubicBezTo>
                                  <a:cubicBezTo>
                                    <a:pt x="26" y="206"/>
                                    <a:pt x="26" y="206"/>
                                    <a:pt x="26" y="206"/>
                                  </a:cubicBezTo>
                                  <a:cubicBezTo>
                                    <a:pt x="25" y="207"/>
                                    <a:pt x="25" y="207"/>
                                    <a:pt x="25" y="207"/>
                                  </a:cubicBezTo>
                                  <a:cubicBezTo>
                                    <a:pt x="24" y="207"/>
                                    <a:pt x="24" y="208"/>
                                    <a:pt x="24" y="208"/>
                                  </a:cubicBezTo>
                                  <a:cubicBezTo>
                                    <a:pt x="24" y="208"/>
                                    <a:pt x="23" y="208"/>
                                    <a:pt x="23" y="209"/>
                                  </a:cubicBezTo>
                                  <a:cubicBezTo>
                                    <a:pt x="23" y="209"/>
                                    <a:pt x="22" y="210"/>
                                    <a:pt x="22" y="209"/>
                                  </a:cubicBezTo>
                                  <a:cubicBezTo>
                                    <a:pt x="21" y="209"/>
                                    <a:pt x="22" y="208"/>
                                    <a:pt x="22" y="208"/>
                                  </a:cubicBezTo>
                                  <a:cubicBezTo>
                                    <a:pt x="21" y="208"/>
                                    <a:pt x="21" y="209"/>
                                    <a:pt x="21" y="210"/>
                                  </a:cubicBezTo>
                                  <a:cubicBezTo>
                                    <a:pt x="20" y="210"/>
                                    <a:pt x="20" y="210"/>
                                    <a:pt x="19" y="210"/>
                                  </a:cubicBezTo>
                                  <a:cubicBezTo>
                                    <a:pt x="19" y="210"/>
                                    <a:pt x="18" y="211"/>
                                    <a:pt x="18" y="211"/>
                                  </a:cubicBezTo>
                                  <a:cubicBezTo>
                                    <a:pt x="17" y="211"/>
                                    <a:pt x="17" y="211"/>
                                    <a:pt x="17" y="211"/>
                                  </a:cubicBezTo>
                                  <a:cubicBezTo>
                                    <a:pt x="16" y="210"/>
                                    <a:pt x="16" y="211"/>
                                    <a:pt x="16" y="211"/>
                                  </a:cubicBezTo>
                                  <a:cubicBezTo>
                                    <a:pt x="15" y="210"/>
                                    <a:pt x="16" y="210"/>
                                    <a:pt x="15" y="210"/>
                                  </a:cubicBezTo>
                                  <a:cubicBezTo>
                                    <a:pt x="15" y="210"/>
                                    <a:pt x="15" y="210"/>
                                    <a:pt x="15" y="210"/>
                                  </a:cubicBezTo>
                                  <a:cubicBezTo>
                                    <a:pt x="15" y="210"/>
                                    <a:pt x="15" y="210"/>
                                    <a:pt x="14" y="210"/>
                                  </a:cubicBezTo>
                                  <a:cubicBezTo>
                                    <a:pt x="14" y="210"/>
                                    <a:pt x="13" y="209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8"/>
                                  </a:cubicBezTo>
                                  <a:cubicBezTo>
                                    <a:pt x="13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3" y="208"/>
                                    <a:pt x="13" y="208"/>
                                  </a:cubicBezTo>
                                  <a:cubicBezTo>
                                    <a:pt x="12" y="208"/>
                                    <a:pt x="12" y="208"/>
                                    <a:pt x="12" y="208"/>
                                  </a:cubicBezTo>
                                  <a:cubicBezTo>
                                    <a:pt x="11" y="208"/>
                                    <a:pt x="11" y="208"/>
                                    <a:pt x="10" y="208"/>
                                  </a:cubicBezTo>
                                  <a:cubicBezTo>
                                    <a:pt x="10" y="208"/>
                                    <a:pt x="10" y="207"/>
                                    <a:pt x="9" y="207"/>
                                  </a:cubicBezTo>
                                  <a:cubicBezTo>
                                    <a:pt x="8" y="207"/>
                                    <a:pt x="8" y="206"/>
                                    <a:pt x="8" y="206"/>
                                  </a:cubicBezTo>
                                  <a:cubicBezTo>
                                    <a:pt x="7" y="205"/>
                                    <a:pt x="8" y="205"/>
                                    <a:pt x="7" y="205"/>
                                  </a:cubicBezTo>
                                  <a:cubicBezTo>
                                    <a:pt x="7" y="205"/>
                                    <a:pt x="6" y="205"/>
                                    <a:pt x="6" y="205"/>
                                  </a:cubicBezTo>
                                  <a:cubicBezTo>
                                    <a:pt x="5" y="204"/>
                                    <a:pt x="5" y="203"/>
                                    <a:pt x="5" y="203"/>
                                  </a:cubicBezTo>
                                  <a:cubicBezTo>
                                    <a:pt x="5" y="202"/>
                                    <a:pt x="4" y="202"/>
                                    <a:pt x="4" y="202"/>
                                  </a:cubicBezTo>
                                  <a:cubicBezTo>
                                    <a:pt x="4" y="201"/>
                                    <a:pt x="4" y="201"/>
                                    <a:pt x="5" y="201"/>
                                  </a:cubicBezTo>
                                  <a:cubicBezTo>
                                    <a:pt x="5" y="200"/>
                                    <a:pt x="5" y="199"/>
                                    <a:pt x="5" y="199"/>
                                  </a:cubicBezTo>
                                  <a:cubicBezTo>
                                    <a:pt x="5" y="198"/>
                                    <a:pt x="5" y="198"/>
                                    <a:pt x="5" y="198"/>
                                  </a:cubicBezTo>
                                  <a:cubicBezTo>
                                    <a:pt x="5" y="198"/>
                                    <a:pt x="6" y="198"/>
                                    <a:pt x="6" y="198"/>
                                  </a:cubicBezTo>
                                  <a:cubicBezTo>
                                    <a:pt x="6" y="199"/>
                                    <a:pt x="5" y="199"/>
                                    <a:pt x="6" y="200"/>
                                  </a:cubicBezTo>
                                  <a:cubicBezTo>
                                    <a:pt x="6" y="200"/>
                                    <a:pt x="6" y="199"/>
                                    <a:pt x="7" y="199"/>
                                  </a:cubicBezTo>
                                  <a:cubicBezTo>
                                    <a:pt x="7" y="199"/>
                                    <a:pt x="7" y="199"/>
                                    <a:pt x="7" y="199"/>
                                  </a:cubicBezTo>
                                  <a:cubicBezTo>
                                    <a:pt x="7" y="200"/>
                                    <a:pt x="8" y="200"/>
                                    <a:pt x="8" y="200"/>
                                  </a:cubicBezTo>
                                  <a:cubicBezTo>
                                    <a:pt x="9" y="200"/>
                                    <a:pt x="8" y="200"/>
                                    <a:pt x="8" y="199"/>
                                  </a:cubicBezTo>
                                  <a:cubicBezTo>
                                    <a:pt x="8" y="199"/>
                                    <a:pt x="10" y="198"/>
                                    <a:pt x="11" y="198"/>
                                  </a:cubicBezTo>
                                  <a:cubicBezTo>
                                    <a:pt x="10" y="198"/>
                                    <a:pt x="9" y="198"/>
                                    <a:pt x="9" y="198"/>
                                  </a:cubicBezTo>
                                  <a:cubicBezTo>
                                    <a:pt x="8" y="198"/>
                                    <a:pt x="8" y="199"/>
                                    <a:pt x="8" y="199"/>
                                  </a:cubicBezTo>
                                  <a:cubicBezTo>
                                    <a:pt x="7" y="198"/>
                                    <a:pt x="8" y="198"/>
                                    <a:pt x="8" y="198"/>
                                  </a:cubicBezTo>
                                  <a:cubicBezTo>
                                    <a:pt x="8" y="198"/>
                                    <a:pt x="7" y="198"/>
                                    <a:pt x="7" y="197"/>
                                  </a:cubicBezTo>
                                  <a:cubicBezTo>
                                    <a:pt x="7" y="197"/>
                                    <a:pt x="7" y="197"/>
                                    <a:pt x="8" y="197"/>
                                  </a:cubicBezTo>
                                  <a:cubicBezTo>
                                    <a:pt x="8" y="197"/>
                                    <a:pt x="8" y="196"/>
                                    <a:pt x="8" y="196"/>
                                  </a:cubicBezTo>
                                  <a:cubicBezTo>
                                    <a:pt x="8" y="196"/>
                                    <a:pt x="8" y="196"/>
                                    <a:pt x="8" y="196"/>
                                  </a:cubicBezTo>
                                  <a:cubicBezTo>
                                    <a:pt x="9" y="195"/>
                                    <a:pt x="9" y="195"/>
                                    <a:pt x="10" y="194"/>
                                  </a:cubicBezTo>
                                  <a:cubicBezTo>
                                    <a:pt x="10" y="194"/>
                                    <a:pt x="9" y="194"/>
                                    <a:pt x="9" y="194"/>
                                  </a:cubicBezTo>
                                  <a:cubicBezTo>
                                    <a:pt x="8" y="194"/>
                                    <a:pt x="8" y="193"/>
                                    <a:pt x="8" y="193"/>
                                  </a:cubicBezTo>
                                  <a:cubicBezTo>
                                    <a:pt x="9" y="193"/>
                                    <a:pt x="9" y="192"/>
                                    <a:pt x="9" y="192"/>
                                  </a:cubicBezTo>
                                  <a:cubicBezTo>
                                    <a:pt x="10" y="191"/>
                                    <a:pt x="10" y="191"/>
                                    <a:pt x="11" y="191"/>
                                  </a:cubicBezTo>
                                  <a:cubicBezTo>
                                    <a:pt x="11" y="191"/>
                                    <a:pt x="10" y="191"/>
                                    <a:pt x="10" y="191"/>
                                  </a:cubicBezTo>
                                  <a:cubicBezTo>
                                    <a:pt x="10" y="191"/>
                                    <a:pt x="10" y="190"/>
                                    <a:pt x="10" y="190"/>
                                  </a:cubicBezTo>
                                  <a:cubicBezTo>
                                    <a:pt x="9" y="190"/>
                                    <a:pt x="9" y="193"/>
                                    <a:pt x="7" y="192"/>
                                  </a:cubicBezTo>
                                  <a:cubicBezTo>
                                    <a:pt x="6" y="192"/>
                                    <a:pt x="7" y="191"/>
                                    <a:pt x="6" y="192"/>
                                  </a:cubicBezTo>
                                  <a:cubicBezTo>
                                    <a:pt x="6" y="192"/>
                                    <a:pt x="5" y="193"/>
                                    <a:pt x="5" y="193"/>
                                  </a:cubicBezTo>
                                  <a:cubicBezTo>
                                    <a:pt x="4" y="194"/>
                                    <a:pt x="4" y="195"/>
                                    <a:pt x="4" y="194"/>
                                  </a:cubicBezTo>
                                  <a:cubicBezTo>
                                    <a:pt x="4" y="194"/>
                                    <a:pt x="4" y="193"/>
                                    <a:pt x="4" y="193"/>
                                  </a:cubicBezTo>
                                  <a:cubicBezTo>
                                    <a:pt x="4" y="193"/>
                                    <a:pt x="3" y="193"/>
                                    <a:pt x="3" y="193"/>
                                  </a:cubicBezTo>
                                  <a:cubicBezTo>
                                    <a:pt x="2" y="193"/>
                                    <a:pt x="3" y="191"/>
                                    <a:pt x="3" y="191"/>
                                  </a:cubicBezTo>
                                  <a:cubicBezTo>
                                    <a:pt x="3" y="190"/>
                                    <a:pt x="3" y="189"/>
                                    <a:pt x="4" y="190"/>
                                  </a:cubicBezTo>
                                  <a:cubicBezTo>
                                    <a:pt x="4" y="190"/>
                                    <a:pt x="3" y="191"/>
                                    <a:pt x="4" y="191"/>
                                  </a:cubicBezTo>
                                  <a:cubicBezTo>
                                    <a:pt x="5" y="192"/>
                                    <a:pt x="4" y="190"/>
                                    <a:pt x="5" y="190"/>
                                  </a:cubicBezTo>
                                  <a:cubicBezTo>
                                    <a:pt x="5" y="190"/>
                                    <a:pt x="5" y="189"/>
                                    <a:pt x="5" y="189"/>
                                  </a:cubicBezTo>
                                  <a:cubicBezTo>
                                    <a:pt x="6" y="190"/>
                                    <a:pt x="6" y="190"/>
                                    <a:pt x="6" y="190"/>
                                  </a:cubicBezTo>
                                  <a:cubicBezTo>
                                    <a:pt x="6" y="190"/>
                                    <a:pt x="6" y="190"/>
                                    <a:pt x="6" y="190"/>
                                  </a:cubicBezTo>
                                  <a:cubicBezTo>
                                    <a:pt x="6" y="190"/>
                                    <a:pt x="7" y="190"/>
                                    <a:pt x="7" y="190"/>
                                  </a:cubicBezTo>
                                  <a:cubicBezTo>
                                    <a:pt x="7" y="190"/>
                                    <a:pt x="6" y="189"/>
                                    <a:pt x="7" y="189"/>
                                  </a:cubicBezTo>
                                  <a:cubicBezTo>
                                    <a:pt x="7" y="188"/>
                                    <a:pt x="7" y="188"/>
                                    <a:pt x="7" y="188"/>
                                  </a:cubicBezTo>
                                  <a:cubicBezTo>
                                    <a:pt x="8" y="188"/>
                                    <a:pt x="9" y="188"/>
                                    <a:pt x="9" y="187"/>
                                  </a:cubicBezTo>
                                  <a:cubicBezTo>
                                    <a:pt x="9" y="187"/>
                                    <a:pt x="8" y="188"/>
                                    <a:pt x="7" y="188"/>
                                  </a:cubicBezTo>
                                  <a:cubicBezTo>
                                    <a:pt x="7" y="188"/>
                                    <a:pt x="7" y="188"/>
                                    <a:pt x="7" y="187"/>
                                  </a:cubicBezTo>
                                  <a:cubicBezTo>
                                    <a:pt x="7" y="187"/>
                                    <a:pt x="7" y="188"/>
                                    <a:pt x="6" y="188"/>
                                  </a:cubicBezTo>
                                  <a:cubicBezTo>
                                    <a:pt x="6" y="187"/>
                                    <a:pt x="5" y="187"/>
                                    <a:pt x="6" y="186"/>
                                  </a:cubicBezTo>
                                  <a:cubicBezTo>
                                    <a:pt x="6" y="186"/>
                                    <a:pt x="7" y="186"/>
                                    <a:pt x="7" y="185"/>
                                  </a:cubicBezTo>
                                  <a:cubicBezTo>
                                    <a:pt x="8" y="185"/>
                                    <a:pt x="7" y="185"/>
                                    <a:pt x="8" y="185"/>
                                  </a:cubicBezTo>
                                  <a:cubicBezTo>
                                    <a:pt x="8" y="184"/>
                                    <a:pt x="9" y="184"/>
                                    <a:pt x="9" y="183"/>
                                  </a:cubicBezTo>
                                  <a:cubicBezTo>
                                    <a:pt x="9" y="183"/>
                                    <a:pt x="9" y="183"/>
                                    <a:pt x="9" y="183"/>
                                  </a:cubicBezTo>
                                  <a:cubicBezTo>
                                    <a:pt x="8" y="182"/>
                                    <a:pt x="9" y="182"/>
                                    <a:pt x="9" y="181"/>
                                  </a:cubicBezTo>
                                  <a:cubicBezTo>
                                    <a:pt x="10" y="181"/>
                                    <a:pt x="10" y="180"/>
                                    <a:pt x="11" y="180"/>
                                  </a:cubicBezTo>
                                  <a:cubicBezTo>
                                    <a:pt x="11" y="179"/>
                                    <a:pt x="13" y="178"/>
                                    <a:pt x="12" y="178"/>
                                  </a:cubicBezTo>
                                  <a:cubicBezTo>
                                    <a:pt x="11" y="178"/>
                                    <a:pt x="11" y="179"/>
                                    <a:pt x="11" y="179"/>
                                  </a:cubicBezTo>
                                  <a:cubicBezTo>
                                    <a:pt x="10" y="179"/>
                                    <a:pt x="10" y="179"/>
                                    <a:pt x="10" y="179"/>
                                  </a:cubicBezTo>
                                  <a:cubicBezTo>
                                    <a:pt x="9" y="179"/>
                                    <a:pt x="9" y="180"/>
                                    <a:pt x="9" y="180"/>
                                  </a:cubicBezTo>
                                  <a:cubicBezTo>
                                    <a:pt x="9" y="180"/>
                                    <a:pt x="8" y="181"/>
                                    <a:pt x="8" y="181"/>
                                  </a:cubicBezTo>
                                  <a:cubicBezTo>
                                    <a:pt x="8" y="182"/>
                                    <a:pt x="8" y="181"/>
                                    <a:pt x="8" y="181"/>
                                  </a:cubicBezTo>
                                  <a:cubicBezTo>
                                    <a:pt x="7" y="182"/>
                                    <a:pt x="7" y="182"/>
                                    <a:pt x="7" y="183"/>
                                  </a:cubicBezTo>
                                  <a:cubicBezTo>
                                    <a:pt x="7" y="183"/>
                                    <a:pt x="7" y="183"/>
                                    <a:pt x="7" y="184"/>
                                  </a:cubicBezTo>
                                  <a:cubicBezTo>
                                    <a:pt x="6" y="184"/>
                                    <a:pt x="7" y="184"/>
                                    <a:pt x="6" y="185"/>
                                  </a:cubicBezTo>
                                  <a:cubicBezTo>
                                    <a:pt x="6" y="185"/>
                                    <a:pt x="6" y="185"/>
                                    <a:pt x="6" y="185"/>
                                  </a:cubicBezTo>
                                  <a:cubicBezTo>
                                    <a:pt x="5" y="184"/>
                                    <a:pt x="6" y="184"/>
                                    <a:pt x="6" y="184"/>
                                  </a:cubicBezTo>
                                  <a:cubicBezTo>
                                    <a:pt x="6" y="184"/>
                                    <a:pt x="6" y="184"/>
                                    <a:pt x="6" y="183"/>
                                  </a:cubicBezTo>
                                  <a:cubicBezTo>
                                    <a:pt x="6" y="183"/>
                                    <a:pt x="6" y="183"/>
                                    <a:pt x="6" y="182"/>
                                  </a:cubicBezTo>
                                  <a:cubicBezTo>
                                    <a:pt x="5" y="182"/>
                                    <a:pt x="5" y="183"/>
                                    <a:pt x="5" y="183"/>
                                  </a:cubicBezTo>
                                  <a:cubicBezTo>
                                    <a:pt x="5" y="183"/>
                                    <a:pt x="5" y="183"/>
                                    <a:pt x="5" y="182"/>
                                  </a:cubicBezTo>
                                  <a:cubicBezTo>
                                    <a:pt x="5" y="182"/>
                                    <a:pt x="5" y="182"/>
                                    <a:pt x="5" y="182"/>
                                  </a:cubicBezTo>
                                  <a:cubicBezTo>
                                    <a:pt x="5" y="181"/>
                                    <a:pt x="6" y="180"/>
                                    <a:pt x="6" y="180"/>
                                  </a:cubicBezTo>
                                  <a:cubicBezTo>
                                    <a:pt x="5" y="180"/>
                                    <a:pt x="5" y="182"/>
                                    <a:pt x="4" y="182"/>
                                  </a:cubicBezTo>
                                  <a:cubicBezTo>
                                    <a:pt x="4" y="182"/>
                                    <a:pt x="4" y="183"/>
                                    <a:pt x="4" y="183"/>
                                  </a:cubicBezTo>
                                  <a:cubicBezTo>
                                    <a:pt x="3" y="183"/>
                                    <a:pt x="3" y="182"/>
                                    <a:pt x="3" y="182"/>
                                  </a:cubicBezTo>
                                  <a:cubicBezTo>
                                    <a:pt x="3" y="181"/>
                                    <a:pt x="2" y="181"/>
                                    <a:pt x="2" y="181"/>
                                  </a:cubicBezTo>
                                  <a:cubicBezTo>
                                    <a:pt x="2" y="180"/>
                                    <a:pt x="2" y="180"/>
                                    <a:pt x="3" y="180"/>
                                  </a:cubicBezTo>
                                  <a:cubicBezTo>
                                    <a:pt x="3" y="179"/>
                                    <a:pt x="3" y="178"/>
                                    <a:pt x="4" y="178"/>
                                  </a:cubicBezTo>
                                  <a:cubicBezTo>
                                    <a:pt x="4" y="178"/>
                                    <a:pt x="4" y="179"/>
                                    <a:pt x="5" y="179"/>
                                  </a:cubicBezTo>
                                  <a:cubicBezTo>
                                    <a:pt x="5" y="180"/>
                                    <a:pt x="5" y="179"/>
                                    <a:pt x="6" y="178"/>
                                  </a:cubicBezTo>
                                  <a:cubicBezTo>
                                    <a:pt x="6" y="178"/>
                                    <a:pt x="6" y="177"/>
                                    <a:pt x="6" y="176"/>
                                  </a:cubicBezTo>
                                  <a:cubicBezTo>
                                    <a:pt x="5" y="174"/>
                                    <a:pt x="4" y="177"/>
                                    <a:pt x="4" y="176"/>
                                  </a:cubicBezTo>
                                  <a:cubicBezTo>
                                    <a:pt x="4" y="176"/>
                                    <a:pt x="4" y="176"/>
                                    <a:pt x="4" y="175"/>
                                  </a:cubicBezTo>
                                  <a:cubicBezTo>
                                    <a:pt x="4" y="175"/>
                                    <a:pt x="3" y="174"/>
                                    <a:pt x="3" y="174"/>
                                  </a:cubicBezTo>
                                  <a:cubicBezTo>
                                    <a:pt x="3" y="174"/>
                                    <a:pt x="4" y="174"/>
                                    <a:pt x="4" y="173"/>
                                  </a:cubicBezTo>
                                  <a:cubicBezTo>
                                    <a:pt x="4" y="173"/>
                                    <a:pt x="2" y="174"/>
                                    <a:pt x="2" y="174"/>
                                  </a:cubicBezTo>
                                  <a:cubicBezTo>
                                    <a:pt x="2" y="174"/>
                                    <a:pt x="1" y="173"/>
                                    <a:pt x="1" y="173"/>
                                  </a:cubicBezTo>
                                  <a:cubicBezTo>
                                    <a:pt x="1" y="173"/>
                                    <a:pt x="1" y="172"/>
                                    <a:pt x="1" y="172"/>
                                  </a:cubicBezTo>
                                  <a:cubicBezTo>
                                    <a:pt x="1" y="172"/>
                                    <a:pt x="1" y="171"/>
                                    <a:pt x="1" y="171"/>
                                  </a:cubicBezTo>
                                  <a:cubicBezTo>
                                    <a:pt x="2" y="170"/>
                                    <a:pt x="2" y="171"/>
                                    <a:pt x="3" y="171"/>
                                  </a:cubicBezTo>
                                  <a:cubicBezTo>
                                    <a:pt x="3" y="171"/>
                                    <a:pt x="3" y="171"/>
                                    <a:pt x="4" y="171"/>
                                  </a:cubicBezTo>
                                  <a:cubicBezTo>
                                    <a:pt x="4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1"/>
                                    <a:pt x="4" y="171"/>
                                    <a:pt x="4" y="171"/>
                                  </a:cubicBezTo>
                                  <a:cubicBezTo>
                                    <a:pt x="5" y="170"/>
                                    <a:pt x="5" y="170"/>
                                    <a:pt x="5" y="170"/>
                                  </a:cubicBezTo>
                                  <a:cubicBezTo>
                                    <a:pt x="5" y="170"/>
                                    <a:pt x="6" y="170"/>
                                    <a:pt x="6" y="170"/>
                                  </a:cubicBezTo>
                                  <a:cubicBezTo>
                                    <a:pt x="6" y="171"/>
                                    <a:pt x="7" y="170"/>
                                    <a:pt x="7" y="170"/>
                                  </a:cubicBezTo>
                                  <a:cubicBezTo>
                                    <a:pt x="8" y="170"/>
                                    <a:pt x="8" y="170"/>
                                    <a:pt x="8" y="170"/>
                                  </a:cubicBezTo>
                                  <a:cubicBezTo>
                                    <a:pt x="9" y="170"/>
                                    <a:pt x="9" y="170"/>
                                    <a:pt x="9" y="170"/>
                                  </a:cubicBezTo>
                                  <a:cubicBezTo>
                                    <a:pt x="9" y="170"/>
                                    <a:pt x="9" y="171"/>
                                    <a:pt x="9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10" y="170"/>
                                    <a:pt x="11" y="170"/>
                                  </a:cubicBezTo>
                                  <a:cubicBezTo>
                                    <a:pt x="11" y="170"/>
                                    <a:pt x="11" y="170"/>
                                    <a:pt x="11" y="170"/>
                                  </a:cubicBezTo>
                                  <a:cubicBezTo>
                                    <a:pt x="12" y="169"/>
                                    <a:pt x="13" y="169"/>
                                    <a:pt x="14" y="170"/>
                                  </a:cubicBezTo>
                                  <a:cubicBezTo>
                                    <a:pt x="14" y="170"/>
                                    <a:pt x="14" y="171"/>
                                    <a:pt x="14" y="171"/>
                                  </a:cubicBezTo>
                                  <a:cubicBezTo>
                                    <a:pt x="14" y="172"/>
                                    <a:pt x="13" y="172"/>
                                    <a:pt x="13" y="172"/>
                                  </a:cubicBezTo>
                                  <a:cubicBezTo>
                                    <a:pt x="14" y="172"/>
                                    <a:pt x="14" y="172"/>
                                    <a:pt x="15" y="172"/>
                                  </a:cubicBezTo>
                                  <a:cubicBezTo>
                                    <a:pt x="15" y="172"/>
                                    <a:pt x="15" y="173"/>
                                    <a:pt x="15" y="173"/>
                                  </a:cubicBezTo>
                                  <a:cubicBezTo>
                                    <a:pt x="16" y="172"/>
                                    <a:pt x="13" y="170"/>
                                    <a:pt x="16" y="170"/>
                                  </a:cubicBezTo>
                                  <a:cubicBezTo>
                                    <a:pt x="16" y="170"/>
                                    <a:pt x="17" y="170"/>
                                    <a:pt x="17" y="170"/>
                                  </a:cubicBezTo>
                                  <a:cubicBezTo>
                                    <a:pt x="17" y="170"/>
                                    <a:pt x="17" y="170"/>
                                    <a:pt x="17" y="169"/>
                                  </a:cubicBezTo>
                                  <a:cubicBezTo>
                                    <a:pt x="17" y="169"/>
                                    <a:pt x="19" y="169"/>
                                    <a:pt x="19" y="169"/>
                                  </a:cubicBezTo>
                                  <a:cubicBezTo>
                                    <a:pt x="19" y="169"/>
                                    <a:pt x="17" y="168"/>
                                    <a:pt x="17" y="168"/>
                                  </a:cubicBezTo>
                                  <a:cubicBezTo>
                                    <a:pt x="17" y="167"/>
                                    <a:pt x="17" y="166"/>
                                    <a:pt x="17" y="166"/>
                                  </a:cubicBezTo>
                                  <a:cubicBezTo>
                                    <a:pt x="18" y="165"/>
                                    <a:pt x="18" y="165"/>
                                    <a:pt x="18" y="165"/>
                                  </a:cubicBezTo>
                                  <a:cubicBezTo>
                                    <a:pt x="17" y="164"/>
                                    <a:pt x="17" y="166"/>
                                    <a:pt x="16" y="166"/>
                                  </a:cubicBezTo>
                                  <a:cubicBezTo>
                                    <a:pt x="16" y="167"/>
                                    <a:pt x="16" y="167"/>
                                    <a:pt x="16" y="168"/>
                                  </a:cubicBezTo>
                                  <a:cubicBezTo>
                                    <a:pt x="16" y="168"/>
                                    <a:pt x="17" y="169"/>
                                    <a:pt x="16" y="169"/>
                                  </a:cubicBezTo>
                                  <a:cubicBezTo>
                                    <a:pt x="15" y="169"/>
                                    <a:pt x="14" y="169"/>
                                    <a:pt x="13" y="169"/>
                                  </a:cubicBezTo>
                                  <a:cubicBezTo>
                                    <a:pt x="13" y="168"/>
                                    <a:pt x="12" y="168"/>
                                    <a:pt x="12" y="168"/>
                                  </a:cubicBezTo>
                                  <a:cubicBezTo>
                                    <a:pt x="11" y="167"/>
                                    <a:pt x="12" y="167"/>
                                    <a:pt x="12" y="166"/>
                                  </a:cubicBezTo>
                                  <a:cubicBezTo>
                                    <a:pt x="12" y="166"/>
                                    <a:pt x="12" y="167"/>
                                    <a:pt x="12" y="167"/>
                                  </a:cubicBezTo>
                                  <a:cubicBezTo>
                                    <a:pt x="11" y="167"/>
                                    <a:pt x="11" y="167"/>
                                    <a:pt x="11" y="168"/>
                                  </a:cubicBezTo>
                                  <a:cubicBezTo>
                                    <a:pt x="10" y="168"/>
                                    <a:pt x="11" y="170"/>
                                    <a:pt x="10" y="169"/>
                                  </a:cubicBezTo>
                                  <a:cubicBezTo>
                                    <a:pt x="10" y="169"/>
                                    <a:pt x="9" y="169"/>
                                    <a:pt x="9" y="169"/>
                                  </a:cubicBezTo>
                                  <a:cubicBezTo>
                                    <a:pt x="9" y="169"/>
                                    <a:pt x="8" y="169"/>
                                    <a:pt x="8" y="169"/>
                                  </a:cubicBezTo>
                                  <a:cubicBezTo>
                                    <a:pt x="8" y="169"/>
                                    <a:pt x="8" y="169"/>
                                    <a:pt x="8" y="169"/>
                                  </a:cubicBezTo>
                                  <a:cubicBezTo>
                                    <a:pt x="8" y="168"/>
                                    <a:pt x="7" y="169"/>
                                    <a:pt x="7" y="169"/>
                                  </a:cubicBezTo>
                                  <a:cubicBezTo>
                                    <a:pt x="7" y="169"/>
                                    <a:pt x="6" y="169"/>
                                    <a:pt x="6" y="169"/>
                                  </a:cubicBezTo>
                                  <a:cubicBezTo>
                                    <a:pt x="6" y="169"/>
                                    <a:pt x="6" y="169"/>
                                    <a:pt x="5" y="169"/>
                                  </a:cubicBezTo>
                                  <a:cubicBezTo>
                                    <a:pt x="5" y="169"/>
                                    <a:pt x="5" y="169"/>
                                    <a:pt x="4" y="170"/>
                                  </a:cubicBezTo>
                                  <a:cubicBezTo>
                                    <a:pt x="4" y="170"/>
                                    <a:pt x="4" y="170"/>
                                    <a:pt x="4" y="170"/>
                                  </a:cubicBezTo>
                                  <a:cubicBezTo>
                                    <a:pt x="4" y="170"/>
                                    <a:pt x="2" y="170"/>
                                    <a:pt x="2" y="169"/>
                                  </a:cubicBezTo>
                                  <a:cubicBezTo>
                                    <a:pt x="2" y="169"/>
                                    <a:pt x="2" y="169"/>
                                    <a:pt x="2" y="168"/>
                                  </a:cubicBezTo>
                                  <a:cubicBezTo>
                                    <a:pt x="2" y="168"/>
                                    <a:pt x="1" y="168"/>
                                    <a:pt x="1" y="168"/>
                                  </a:cubicBezTo>
                                  <a:cubicBezTo>
                                    <a:pt x="0" y="167"/>
                                    <a:pt x="2" y="167"/>
                                    <a:pt x="3" y="167"/>
                                  </a:cubicBezTo>
                                  <a:cubicBezTo>
                                    <a:pt x="3" y="167"/>
                                    <a:pt x="2" y="168"/>
                                    <a:pt x="3" y="168"/>
                                  </a:cubicBezTo>
                                  <a:cubicBezTo>
                                    <a:pt x="3" y="167"/>
                                    <a:pt x="3" y="167"/>
                                    <a:pt x="3" y="167"/>
                                  </a:cubicBezTo>
                                  <a:cubicBezTo>
                                    <a:pt x="3" y="166"/>
                                    <a:pt x="4" y="166"/>
                                    <a:pt x="5" y="166"/>
                                  </a:cubicBezTo>
                                  <a:cubicBezTo>
                                    <a:pt x="4" y="166"/>
                                    <a:pt x="3" y="166"/>
                                    <a:pt x="2" y="166"/>
                                  </a:cubicBezTo>
                                  <a:cubicBezTo>
                                    <a:pt x="2" y="166"/>
                                    <a:pt x="0" y="167"/>
                                    <a:pt x="1" y="166"/>
                                  </a:cubicBezTo>
                                  <a:cubicBezTo>
                                    <a:pt x="1" y="165"/>
                                    <a:pt x="2" y="165"/>
                                    <a:pt x="3" y="165"/>
                                  </a:cubicBezTo>
                                  <a:cubicBezTo>
                                    <a:pt x="3" y="165"/>
                                    <a:pt x="4" y="165"/>
                                    <a:pt x="4" y="165"/>
                                  </a:cubicBezTo>
                                  <a:cubicBezTo>
                                    <a:pt x="5" y="165"/>
                                    <a:pt x="5" y="165"/>
                                    <a:pt x="6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5"/>
                                  </a:cubicBezTo>
                                  <a:cubicBezTo>
                                    <a:pt x="3" y="165"/>
                                    <a:pt x="3" y="164"/>
                                    <a:pt x="2" y="164"/>
                                  </a:cubicBezTo>
                                  <a:cubicBezTo>
                                    <a:pt x="2" y="164"/>
                                    <a:pt x="3" y="164"/>
                                    <a:pt x="3" y="163"/>
                                  </a:cubicBezTo>
                                  <a:cubicBezTo>
                                    <a:pt x="3" y="163"/>
                                    <a:pt x="3" y="163"/>
                                    <a:pt x="2" y="163"/>
                                  </a:cubicBezTo>
                                  <a:cubicBezTo>
                                    <a:pt x="2" y="163"/>
                                    <a:pt x="1" y="163"/>
                                    <a:pt x="0" y="162"/>
                                  </a:cubicBezTo>
                                  <a:cubicBezTo>
                                    <a:pt x="0" y="162"/>
                                    <a:pt x="1" y="161"/>
                                    <a:pt x="1" y="161"/>
                                  </a:cubicBezTo>
                                  <a:cubicBezTo>
                                    <a:pt x="1" y="161"/>
                                    <a:pt x="2" y="161"/>
                                    <a:pt x="2" y="161"/>
                                  </a:cubicBezTo>
                                  <a:cubicBezTo>
                                    <a:pt x="2" y="160"/>
                                    <a:pt x="2" y="160"/>
                                    <a:pt x="2" y="160"/>
                                  </a:cubicBezTo>
                                  <a:cubicBezTo>
                                    <a:pt x="2" y="160"/>
                                    <a:pt x="3" y="160"/>
                                    <a:pt x="3" y="160"/>
                                  </a:cubicBezTo>
                                  <a:cubicBezTo>
                                    <a:pt x="3" y="159"/>
                                    <a:pt x="3" y="159"/>
                                    <a:pt x="3" y="159"/>
                                  </a:cubicBezTo>
                                  <a:cubicBezTo>
                                    <a:pt x="3" y="159"/>
                                    <a:pt x="4" y="159"/>
                                    <a:pt x="4" y="159"/>
                                  </a:cubicBezTo>
                                  <a:cubicBezTo>
                                    <a:pt x="4" y="159"/>
                                    <a:pt x="4" y="159"/>
                                    <a:pt x="4" y="159"/>
                                  </a:cubicBezTo>
                                  <a:cubicBezTo>
                                    <a:pt x="4" y="159"/>
                                    <a:pt x="5" y="159"/>
                                    <a:pt x="5" y="159"/>
                                  </a:cubicBezTo>
                                  <a:cubicBezTo>
                                    <a:pt x="6" y="159"/>
                                    <a:pt x="5" y="159"/>
                                    <a:pt x="5" y="160"/>
                                  </a:cubicBezTo>
                                  <a:cubicBezTo>
                                    <a:pt x="6" y="160"/>
                                    <a:pt x="7" y="159"/>
                                    <a:pt x="7" y="159"/>
                                  </a:cubicBezTo>
                                  <a:cubicBezTo>
                                    <a:pt x="7" y="160"/>
                                    <a:pt x="7" y="160"/>
                                    <a:pt x="7" y="161"/>
                                  </a:cubicBezTo>
                                  <a:cubicBezTo>
                                    <a:pt x="7" y="160"/>
                                    <a:pt x="8" y="160"/>
                                    <a:pt x="8" y="160"/>
                                  </a:cubicBezTo>
                                  <a:cubicBezTo>
                                    <a:pt x="8" y="160"/>
                                    <a:pt x="8" y="160"/>
                                    <a:pt x="9" y="160"/>
                                  </a:cubicBezTo>
                                  <a:cubicBezTo>
                                    <a:pt x="9" y="160"/>
                                    <a:pt x="9" y="160"/>
                                    <a:pt x="9" y="160"/>
                                  </a:cubicBezTo>
                                  <a:cubicBezTo>
                                    <a:pt x="10" y="160"/>
                                    <a:pt x="10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0"/>
                                    <a:pt x="12" y="159"/>
                                  </a:cubicBezTo>
                                  <a:cubicBezTo>
                                    <a:pt x="12" y="159"/>
                                    <a:pt x="13" y="159"/>
                                    <a:pt x="13" y="159"/>
                                  </a:cubicBezTo>
                                  <a:cubicBezTo>
                                    <a:pt x="12" y="159"/>
                                    <a:pt x="11" y="159"/>
                                    <a:pt x="11" y="159"/>
                                  </a:cubicBezTo>
                                  <a:cubicBezTo>
                                    <a:pt x="10" y="159"/>
                                    <a:pt x="10" y="159"/>
                                    <a:pt x="9" y="159"/>
                                  </a:cubicBezTo>
                                  <a:cubicBezTo>
                                    <a:pt x="9" y="159"/>
                                    <a:pt x="9" y="159"/>
                                    <a:pt x="8" y="159"/>
                                  </a:cubicBezTo>
                                  <a:cubicBezTo>
                                    <a:pt x="8" y="159"/>
                                    <a:pt x="7" y="159"/>
                                    <a:pt x="7" y="159"/>
                                  </a:cubicBezTo>
                                  <a:cubicBezTo>
                                    <a:pt x="6" y="158"/>
                                    <a:pt x="6" y="158"/>
                                    <a:pt x="5" y="158"/>
                                  </a:cubicBezTo>
                                  <a:cubicBezTo>
                                    <a:pt x="4" y="158"/>
                                    <a:pt x="4" y="158"/>
                                    <a:pt x="3" y="158"/>
                                  </a:cubicBezTo>
                                  <a:cubicBezTo>
                                    <a:pt x="2" y="158"/>
                                    <a:pt x="2" y="158"/>
                                    <a:pt x="2" y="158"/>
                                  </a:cubicBezTo>
                                  <a:cubicBezTo>
                                    <a:pt x="1" y="158"/>
                                    <a:pt x="1" y="157"/>
                                    <a:pt x="1" y="157"/>
                                  </a:cubicBezTo>
                                  <a:cubicBezTo>
                                    <a:pt x="2" y="157"/>
                                    <a:pt x="2" y="157"/>
                                    <a:pt x="2" y="158"/>
                                  </a:cubicBezTo>
                                  <a:cubicBezTo>
                                    <a:pt x="3" y="158"/>
                                    <a:pt x="3" y="157"/>
                                    <a:pt x="3" y="157"/>
                                  </a:cubicBezTo>
                                  <a:cubicBezTo>
                                    <a:pt x="3" y="156"/>
                                    <a:pt x="3" y="156"/>
                                    <a:pt x="2" y="156"/>
                                  </a:cubicBezTo>
                                  <a:cubicBezTo>
                                    <a:pt x="2" y="155"/>
                                    <a:pt x="2" y="155"/>
                                    <a:pt x="2" y="155"/>
                                  </a:cubicBezTo>
                                  <a:cubicBezTo>
                                    <a:pt x="2" y="155"/>
                                    <a:pt x="2" y="154"/>
                                    <a:pt x="2" y="154"/>
                                  </a:cubicBezTo>
                                  <a:cubicBezTo>
                                    <a:pt x="3" y="154"/>
                                    <a:pt x="3" y="155"/>
                                    <a:pt x="3" y="156"/>
                                  </a:cubicBezTo>
                                  <a:cubicBezTo>
                                    <a:pt x="3" y="156"/>
                                    <a:pt x="4" y="157"/>
                                    <a:pt x="4" y="157"/>
                                  </a:cubicBezTo>
                                  <a:cubicBezTo>
                                    <a:pt x="5" y="157"/>
                                    <a:pt x="4" y="156"/>
                                    <a:pt x="4" y="156"/>
                                  </a:cubicBezTo>
                                  <a:cubicBezTo>
                                    <a:pt x="4" y="155"/>
                                    <a:pt x="4" y="155"/>
                                    <a:pt x="5" y="155"/>
                                  </a:cubicBezTo>
                                  <a:cubicBezTo>
                                    <a:pt x="5" y="155"/>
                                    <a:pt x="6" y="156"/>
                                    <a:pt x="6" y="156"/>
                                  </a:cubicBezTo>
                                  <a:cubicBezTo>
                                    <a:pt x="6" y="156"/>
                                    <a:pt x="6" y="155"/>
                                    <a:pt x="6" y="155"/>
                                  </a:cubicBezTo>
                                  <a:cubicBezTo>
                                    <a:pt x="6" y="155"/>
                                    <a:pt x="7" y="155"/>
                                    <a:pt x="7" y="155"/>
                                  </a:cubicBezTo>
                                  <a:cubicBezTo>
                                    <a:pt x="7" y="156"/>
                                    <a:pt x="7" y="156"/>
                                    <a:pt x="6" y="157"/>
                                  </a:cubicBezTo>
                                  <a:cubicBezTo>
                                    <a:pt x="7" y="157"/>
                                    <a:pt x="7" y="156"/>
                                    <a:pt x="7" y="156"/>
                                  </a:cubicBezTo>
                                  <a:cubicBezTo>
                                    <a:pt x="8" y="155"/>
                                    <a:pt x="7" y="156"/>
                                    <a:pt x="8" y="156"/>
                                  </a:cubicBezTo>
                                  <a:cubicBezTo>
                                    <a:pt x="8" y="156"/>
                                    <a:pt x="10" y="157"/>
                                    <a:pt x="10" y="156"/>
                                  </a:cubicBezTo>
                                  <a:cubicBezTo>
                                    <a:pt x="10" y="156"/>
                                    <a:pt x="9" y="156"/>
                                    <a:pt x="9" y="156"/>
                                  </a:cubicBezTo>
                                  <a:cubicBezTo>
                                    <a:pt x="9" y="156"/>
                                    <a:pt x="8" y="155"/>
                                    <a:pt x="8" y="155"/>
                                  </a:cubicBezTo>
                                  <a:cubicBezTo>
                                    <a:pt x="8" y="154"/>
                                    <a:pt x="8" y="153"/>
                                    <a:pt x="8" y="153"/>
                                  </a:cubicBezTo>
                                  <a:cubicBezTo>
                                    <a:pt x="9" y="152"/>
                                    <a:pt x="10" y="152"/>
                                    <a:pt x="10" y="153"/>
                                  </a:cubicBezTo>
                                  <a:cubicBezTo>
                                    <a:pt x="11" y="153"/>
                                    <a:pt x="11" y="155"/>
                                    <a:pt x="11" y="156"/>
                                  </a:cubicBezTo>
                                  <a:cubicBezTo>
                                    <a:pt x="12" y="156"/>
                                    <a:pt x="11" y="154"/>
                                    <a:pt x="11" y="153"/>
                                  </a:cubicBezTo>
                                  <a:cubicBezTo>
                                    <a:pt x="11" y="153"/>
                                    <a:pt x="10" y="152"/>
                                    <a:pt x="11" y="152"/>
                                  </a:cubicBezTo>
                                  <a:cubicBezTo>
                                    <a:pt x="11" y="151"/>
                                    <a:pt x="11" y="152"/>
                                    <a:pt x="11" y="152"/>
                                  </a:cubicBezTo>
                                  <a:cubicBezTo>
                                    <a:pt x="12" y="152"/>
                                    <a:pt x="11" y="152"/>
                                    <a:pt x="12" y="152"/>
                                  </a:cubicBezTo>
                                  <a:cubicBezTo>
                                    <a:pt x="12" y="150"/>
                                    <a:pt x="13" y="152"/>
                                    <a:pt x="14" y="152"/>
                                  </a:cubicBezTo>
                                  <a:cubicBezTo>
                                    <a:pt x="14" y="153"/>
                                    <a:pt x="15" y="154"/>
                                    <a:pt x="14" y="155"/>
                                  </a:cubicBezTo>
                                  <a:cubicBezTo>
                                    <a:pt x="14" y="155"/>
                                    <a:pt x="14" y="156"/>
                                    <a:pt x="14" y="156"/>
                                  </a:cubicBezTo>
                                  <a:cubicBezTo>
                                    <a:pt x="14" y="156"/>
                                    <a:pt x="15" y="156"/>
                                    <a:pt x="15" y="156"/>
                                  </a:cubicBezTo>
                                  <a:cubicBezTo>
                                    <a:pt x="15" y="156"/>
                                    <a:pt x="16" y="156"/>
                                    <a:pt x="16" y="156"/>
                                  </a:cubicBezTo>
                                  <a:cubicBezTo>
                                    <a:pt x="16" y="155"/>
                                    <a:pt x="15" y="155"/>
                                    <a:pt x="15" y="155"/>
                                  </a:cubicBezTo>
                                  <a:cubicBezTo>
                                    <a:pt x="15" y="155"/>
                                    <a:pt x="15" y="156"/>
                                    <a:pt x="15" y="155"/>
                                  </a:cubicBezTo>
                                  <a:cubicBezTo>
                                    <a:pt x="15" y="155"/>
                                    <a:pt x="15" y="154"/>
                                    <a:pt x="15" y="153"/>
                                  </a:cubicBezTo>
                                  <a:cubicBezTo>
                                    <a:pt x="15" y="154"/>
                                    <a:pt x="16" y="154"/>
                                    <a:pt x="16" y="154"/>
                                  </a:cubicBezTo>
                                  <a:cubicBezTo>
                                    <a:pt x="16" y="154"/>
                                    <a:pt x="16" y="153"/>
                                    <a:pt x="17" y="154"/>
                                  </a:cubicBezTo>
                                  <a:cubicBezTo>
                                    <a:pt x="17" y="154"/>
                                    <a:pt x="17" y="154"/>
                                    <a:pt x="17" y="154"/>
                                  </a:cubicBezTo>
                                  <a:cubicBezTo>
                                    <a:pt x="17" y="154"/>
                                    <a:pt x="17" y="153"/>
                                    <a:pt x="17" y="153"/>
                                  </a:cubicBezTo>
                                  <a:cubicBezTo>
                                    <a:pt x="17" y="153"/>
                                    <a:pt x="16" y="153"/>
                                    <a:pt x="16" y="153"/>
                                  </a:cubicBezTo>
                                  <a:cubicBezTo>
                                    <a:pt x="15" y="153"/>
                                    <a:pt x="14" y="152"/>
                                    <a:pt x="14" y="151"/>
                                  </a:cubicBezTo>
                                  <a:cubicBezTo>
                                    <a:pt x="13" y="151"/>
                                    <a:pt x="13" y="150"/>
                                    <a:pt x="12" y="150"/>
                                  </a:cubicBezTo>
                                  <a:cubicBezTo>
                                    <a:pt x="11" y="149"/>
                                    <a:pt x="11" y="150"/>
                                    <a:pt x="10" y="150"/>
                                  </a:cubicBezTo>
                                  <a:cubicBezTo>
                                    <a:pt x="9" y="149"/>
                                    <a:pt x="9" y="149"/>
                                    <a:pt x="10" y="148"/>
                                  </a:cubicBezTo>
                                  <a:cubicBezTo>
                                    <a:pt x="10" y="148"/>
                                    <a:pt x="11" y="148"/>
                                    <a:pt x="12" y="148"/>
                                  </a:cubicBezTo>
                                  <a:cubicBezTo>
                                    <a:pt x="12" y="149"/>
                                    <a:pt x="11" y="149"/>
                                    <a:pt x="12" y="149"/>
                                  </a:cubicBezTo>
                                  <a:cubicBezTo>
                                    <a:pt x="12" y="149"/>
                                    <a:pt x="12" y="148"/>
                                    <a:pt x="13" y="148"/>
                                  </a:cubicBezTo>
                                  <a:cubicBezTo>
                                    <a:pt x="13" y="148"/>
                                    <a:pt x="13" y="149"/>
                                    <a:pt x="14" y="149"/>
                                  </a:cubicBezTo>
                                  <a:cubicBezTo>
                                    <a:pt x="14" y="149"/>
                                    <a:pt x="14" y="147"/>
                                    <a:pt x="15" y="148"/>
                                  </a:cubicBezTo>
                                  <a:cubicBezTo>
                                    <a:pt x="15" y="148"/>
                                    <a:pt x="15" y="149"/>
                                    <a:pt x="15" y="149"/>
                                  </a:cubicBezTo>
                                  <a:cubicBezTo>
                                    <a:pt x="16" y="149"/>
                                    <a:pt x="16" y="148"/>
                                    <a:pt x="16" y="148"/>
                                  </a:cubicBezTo>
                                  <a:cubicBezTo>
                                    <a:pt x="16" y="148"/>
                                    <a:pt x="18" y="149"/>
                                    <a:pt x="18" y="150"/>
                                  </a:cubicBezTo>
                                  <a:cubicBezTo>
                                    <a:pt x="18" y="150"/>
                                    <a:pt x="18" y="149"/>
                                    <a:pt x="18" y="149"/>
                                  </a:cubicBezTo>
                                  <a:cubicBezTo>
                                    <a:pt x="19" y="149"/>
                                    <a:pt x="19" y="149"/>
                                    <a:pt x="19" y="149"/>
                                  </a:cubicBezTo>
                                  <a:cubicBezTo>
                                    <a:pt x="19" y="149"/>
                                    <a:pt x="18" y="149"/>
                                    <a:pt x="18" y="148"/>
                                  </a:cubicBezTo>
                                  <a:cubicBezTo>
                                    <a:pt x="19" y="147"/>
                                    <a:pt x="19" y="147"/>
                                    <a:pt x="21" y="147"/>
                                  </a:cubicBezTo>
                                  <a:cubicBezTo>
                                    <a:pt x="21" y="147"/>
                                    <a:pt x="23" y="147"/>
                                    <a:pt x="22" y="146"/>
                                  </a:cubicBezTo>
                                  <a:cubicBezTo>
                                    <a:pt x="21" y="146"/>
                                    <a:pt x="20" y="146"/>
                                    <a:pt x="19" y="146"/>
                                  </a:cubicBezTo>
                                  <a:cubicBezTo>
                                    <a:pt x="19" y="147"/>
                                    <a:pt x="17" y="148"/>
                                    <a:pt x="17" y="147"/>
                                  </a:cubicBezTo>
                                  <a:cubicBezTo>
                                    <a:pt x="17" y="146"/>
                                    <a:pt x="18" y="146"/>
                                    <a:pt x="17" y="146"/>
                                  </a:cubicBezTo>
                                  <a:cubicBezTo>
                                    <a:pt x="17" y="146"/>
                                    <a:pt x="17" y="146"/>
                                    <a:pt x="16" y="146"/>
                                  </a:cubicBezTo>
                                  <a:cubicBezTo>
                                    <a:pt x="16" y="146"/>
                                    <a:pt x="14" y="147"/>
                                    <a:pt x="15" y="146"/>
                                  </a:cubicBezTo>
                                  <a:cubicBezTo>
                                    <a:pt x="15" y="145"/>
                                    <a:pt x="16" y="146"/>
                                    <a:pt x="16" y="145"/>
                                  </a:cubicBezTo>
                                  <a:cubicBezTo>
                                    <a:pt x="15" y="145"/>
                                    <a:pt x="13" y="144"/>
                                    <a:pt x="14" y="144"/>
                                  </a:cubicBezTo>
                                  <a:cubicBezTo>
                                    <a:pt x="15" y="143"/>
                                    <a:pt x="15" y="142"/>
                                    <a:pt x="16" y="142"/>
                                  </a:cubicBezTo>
                                  <a:cubicBezTo>
                                    <a:pt x="17" y="143"/>
                                    <a:pt x="17" y="143"/>
                                    <a:pt x="17" y="143"/>
                                  </a:cubicBezTo>
                                  <a:cubicBezTo>
                                    <a:pt x="17" y="143"/>
                                    <a:pt x="17" y="144"/>
                                    <a:pt x="17" y="144"/>
                                  </a:cubicBezTo>
                                  <a:cubicBezTo>
                                    <a:pt x="18" y="144"/>
                                    <a:pt x="18" y="143"/>
                                    <a:pt x="19" y="143"/>
                                  </a:cubicBezTo>
                                  <a:cubicBezTo>
                                    <a:pt x="20" y="143"/>
                                    <a:pt x="20" y="143"/>
                                    <a:pt x="19" y="144"/>
                                  </a:cubicBezTo>
                                  <a:cubicBezTo>
                                    <a:pt x="20" y="144"/>
                                    <a:pt x="20" y="143"/>
                                    <a:pt x="21" y="143"/>
                                  </a:cubicBezTo>
                                  <a:cubicBezTo>
                                    <a:pt x="22" y="143"/>
                                    <a:pt x="22" y="144"/>
                                    <a:pt x="22" y="144"/>
                                  </a:cubicBezTo>
                                  <a:cubicBezTo>
                                    <a:pt x="22" y="145"/>
                                    <a:pt x="23" y="146"/>
                                    <a:pt x="23" y="146"/>
                                  </a:cubicBezTo>
                                  <a:cubicBezTo>
                                    <a:pt x="24" y="146"/>
                                    <a:pt x="24" y="147"/>
                                    <a:pt x="25" y="148"/>
                                  </a:cubicBezTo>
                                  <a:cubicBezTo>
                                    <a:pt x="25" y="147"/>
                                    <a:pt x="24" y="146"/>
                                    <a:pt x="24" y="146"/>
                                  </a:cubicBezTo>
                                  <a:cubicBezTo>
                                    <a:pt x="24" y="146"/>
                                    <a:pt x="23" y="145"/>
                                    <a:pt x="23" y="145"/>
                                  </a:cubicBezTo>
                                  <a:cubicBezTo>
                                    <a:pt x="22" y="144"/>
                                    <a:pt x="22" y="144"/>
                                    <a:pt x="22" y="143"/>
                                  </a:cubicBezTo>
                                  <a:cubicBezTo>
                                    <a:pt x="22" y="143"/>
                                    <a:pt x="21" y="142"/>
                                    <a:pt x="21" y="142"/>
                                  </a:cubicBezTo>
                                  <a:cubicBezTo>
                                    <a:pt x="21" y="141"/>
                                    <a:pt x="21" y="141"/>
                                    <a:pt x="22" y="141"/>
                                  </a:cubicBezTo>
                                  <a:cubicBezTo>
                                    <a:pt x="22" y="141"/>
                                    <a:pt x="22" y="142"/>
                                    <a:pt x="22" y="142"/>
                                  </a:cubicBezTo>
                                  <a:cubicBezTo>
                                    <a:pt x="22" y="142"/>
                                    <a:pt x="23" y="142"/>
                                    <a:pt x="23" y="143"/>
                                  </a:cubicBezTo>
                                  <a:cubicBezTo>
                                    <a:pt x="24" y="144"/>
                                    <a:pt x="24" y="146"/>
                                    <a:pt x="26" y="145"/>
                                  </a:cubicBezTo>
                                  <a:cubicBezTo>
                                    <a:pt x="26" y="144"/>
                                    <a:pt x="25" y="144"/>
                                    <a:pt x="24" y="144"/>
                                  </a:cubicBezTo>
                                  <a:cubicBezTo>
                                    <a:pt x="24" y="143"/>
                                    <a:pt x="25" y="143"/>
                                    <a:pt x="25" y="143"/>
                                  </a:cubicBezTo>
                                  <a:cubicBezTo>
                                    <a:pt x="25" y="142"/>
                                    <a:pt x="24" y="142"/>
                                    <a:pt x="23" y="142"/>
                                  </a:cubicBezTo>
                                  <a:cubicBezTo>
                                    <a:pt x="23" y="142"/>
                                    <a:pt x="22" y="141"/>
                                    <a:pt x="23" y="141"/>
                                  </a:cubicBezTo>
                                  <a:cubicBezTo>
                                    <a:pt x="23" y="142"/>
                                    <a:pt x="23" y="141"/>
                                    <a:pt x="24" y="141"/>
                                  </a:cubicBezTo>
                                  <a:cubicBezTo>
                                    <a:pt x="24" y="140"/>
                                    <a:pt x="25" y="141"/>
                                    <a:pt x="25" y="141"/>
                                  </a:cubicBezTo>
                                  <a:cubicBezTo>
                                    <a:pt x="26" y="141"/>
                                    <a:pt x="25" y="140"/>
                                    <a:pt x="25" y="140"/>
                                  </a:cubicBezTo>
                                  <a:cubicBezTo>
                                    <a:pt x="26" y="140"/>
                                    <a:pt x="26" y="140"/>
                                    <a:pt x="27" y="140"/>
                                  </a:cubicBezTo>
                                  <a:cubicBezTo>
                                    <a:pt x="27" y="139"/>
                                    <a:pt x="26" y="139"/>
                                    <a:pt x="26" y="139"/>
                                  </a:cubicBezTo>
                                  <a:cubicBezTo>
                                    <a:pt x="25" y="139"/>
                                    <a:pt x="25" y="139"/>
                                    <a:pt x="25" y="139"/>
                                  </a:cubicBezTo>
                                  <a:cubicBezTo>
                                    <a:pt x="25" y="139"/>
                                    <a:pt x="24" y="139"/>
                                    <a:pt x="25" y="138"/>
                                  </a:cubicBezTo>
                                  <a:cubicBezTo>
                                    <a:pt x="25" y="138"/>
                                    <a:pt x="26" y="138"/>
                                    <a:pt x="26" y="138"/>
                                  </a:cubicBezTo>
                                  <a:cubicBezTo>
                                    <a:pt x="26" y="137"/>
                                    <a:pt x="25" y="137"/>
                                    <a:pt x="26" y="137"/>
                                  </a:cubicBezTo>
                                  <a:cubicBezTo>
                                    <a:pt x="26" y="137"/>
                                    <a:pt x="27" y="136"/>
                                    <a:pt x="27" y="136"/>
                                  </a:cubicBezTo>
                                  <a:cubicBezTo>
                                    <a:pt x="27" y="136"/>
                                    <a:pt x="27" y="137"/>
                                    <a:pt x="27" y="137"/>
                                  </a:cubicBezTo>
                                  <a:cubicBezTo>
                                    <a:pt x="28" y="137"/>
                                    <a:pt x="28" y="136"/>
                                    <a:pt x="28" y="136"/>
                                  </a:cubicBezTo>
                                  <a:cubicBezTo>
                                    <a:pt x="28" y="136"/>
                                    <a:pt x="29" y="137"/>
                                    <a:pt x="29" y="137"/>
                                  </a:cubicBezTo>
                                  <a:cubicBezTo>
                                    <a:pt x="29" y="137"/>
                                    <a:pt x="28" y="138"/>
                                    <a:pt x="29" y="138"/>
                                  </a:cubicBezTo>
                                  <a:cubicBezTo>
                                    <a:pt x="29" y="138"/>
                                    <a:pt x="29" y="138"/>
                                    <a:pt x="29" y="137"/>
                                  </a:cubicBezTo>
                                  <a:cubicBezTo>
                                    <a:pt x="30" y="137"/>
                                    <a:pt x="31" y="137"/>
                                    <a:pt x="31" y="137"/>
                                  </a:cubicBezTo>
                                  <a:cubicBezTo>
                                    <a:pt x="31" y="137"/>
                                    <a:pt x="29" y="137"/>
                                    <a:pt x="29" y="136"/>
                                  </a:cubicBezTo>
                                  <a:cubicBezTo>
                                    <a:pt x="29" y="136"/>
                                    <a:pt x="31" y="136"/>
                                    <a:pt x="31" y="136"/>
                                  </a:cubicBezTo>
                                  <a:cubicBezTo>
                                    <a:pt x="31" y="136"/>
                                    <a:pt x="31" y="136"/>
                                    <a:pt x="31" y="135"/>
                                  </a:cubicBezTo>
                                  <a:cubicBezTo>
                                    <a:pt x="31" y="135"/>
                                    <a:pt x="30" y="136"/>
                                    <a:pt x="30" y="135"/>
                                  </a:cubicBezTo>
                                  <a:cubicBezTo>
                                    <a:pt x="30" y="134"/>
                                    <a:pt x="31" y="134"/>
                                    <a:pt x="31" y="135"/>
                                  </a:cubicBezTo>
                                  <a:cubicBezTo>
                                    <a:pt x="31" y="135"/>
                                    <a:pt x="31" y="134"/>
                                    <a:pt x="31" y="134"/>
                                  </a:cubicBezTo>
                                  <a:cubicBezTo>
                                    <a:pt x="32" y="135"/>
                                    <a:pt x="32" y="134"/>
                                    <a:pt x="32" y="134"/>
                                  </a:cubicBezTo>
                                  <a:cubicBezTo>
                                    <a:pt x="32" y="133"/>
                                    <a:pt x="32" y="133"/>
                                    <a:pt x="33" y="133"/>
                                  </a:cubicBezTo>
                                  <a:cubicBezTo>
                                    <a:pt x="33" y="133"/>
                                    <a:pt x="33" y="134"/>
                                    <a:pt x="33" y="134"/>
                                  </a:cubicBezTo>
                                  <a:cubicBezTo>
                                    <a:pt x="33" y="134"/>
                                    <a:pt x="33" y="135"/>
                                    <a:pt x="34" y="135"/>
                                  </a:cubicBezTo>
                                  <a:cubicBezTo>
                                    <a:pt x="34" y="136"/>
                                    <a:pt x="34" y="136"/>
                                    <a:pt x="34" y="137"/>
                                  </a:cubicBezTo>
                                  <a:cubicBezTo>
                                    <a:pt x="33" y="138"/>
                                    <a:pt x="34" y="137"/>
                                    <a:pt x="35" y="137"/>
                                  </a:cubicBezTo>
                                  <a:cubicBezTo>
                                    <a:pt x="35" y="137"/>
                                    <a:pt x="35" y="138"/>
                                    <a:pt x="35" y="138"/>
                                  </a:cubicBezTo>
                                  <a:cubicBezTo>
                                    <a:pt x="36" y="138"/>
                                    <a:pt x="36" y="138"/>
                                    <a:pt x="36" y="138"/>
                                  </a:cubicBezTo>
                                  <a:cubicBezTo>
                                    <a:pt x="36" y="138"/>
                                    <a:pt x="36" y="139"/>
                                    <a:pt x="36" y="139"/>
                                  </a:cubicBezTo>
                                  <a:cubicBezTo>
                                    <a:pt x="37" y="139"/>
                                    <a:pt x="37" y="138"/>
                                    <a:pt x="36" y="138"/>
                                  </a:cubicBezTo>
                                  <a:cubicBezTo>
                                    <a:pt x="36" y="138"/>
                                    <a:pt x="36" y="138"/>
                                    <a:pt x="36" y="137"/>
                                  </a:cubicBezTo>
                                  <a:cubicBezTo>
                                    <a:pt x="36" y="137"/>
                                    <a:pt x="35" y="137"/>
                                    <a:pt x="35" y="137"/>
                                  </a:cubicBezTo>
                                  <a:cubicBezTo>
                                    <a:pt x="35" y="137"/>
                                    <a:pt x="35" y="136"/>
                                    <a:pt x="36" y="136"/>
                                  </a:cubicBezTo>
                                  <a:cubicBezTo>
                                    <a:pt x="36" y="136"/>
                                    <a:pt x="36" y="136"/>
                                    <a:pt x="37" y="136"/>
                                  </a:cubicBezTo>
                                  <a:cubicBezTo>
                                    <a:pt x="37" y="136"/>
                                    <a:pt x="38" y="136"/>
                                    <a:pt x="38" y="136"/>
                                  </a:cubicBezTo>
                                  <a:cubicBezTo>
                                    <a:pt x="38" y="136"/>
                                    <a:pt x="38" y="136"/>
                                    <a:pt x="38" y="136"/>
                                  </a:cubicBezTo>
                                  <a:cubicBezTo>
                                    <a:pt x="39" y="136"/>
                                    <a:pt x="39" y="136"/>
                                    <a:pt x="40" y="136"/>
                                  </a:cubicBezTo>
                                  <a:cubicBezTo>
                                    <a:pt x="40" y="136"/>
                                    <a:pt x="40" y="136"/>
                                    <a:pt x="40" y="136"/>
                                  </a:cubicBezTo>
                                  <a:cubicBezTo>
                                    <a:pt x="40" y="136"/>
                                    <a:pt x="41" y="136"/>
                                    <a:pt x="41" y="136"/>
                                  </a:cubicBezTo>
                                  <a:cubicBezTo>
                                    <a:pt x="41" y="135"/>
                                    <a:pt x="41" y="135"/>
                                    <a:pt x="40" y="135"/>
                                  </a:cubicBezTo>
                                  <a:cubicBezTo>
                                    <a:pt x="40" y="135"/>
                                    <a:pt x="40" y="135"/>
                                    <a:pt x="40" y="135"/>
                                  </a:cubicBezTo>
                                  <a:cubicBezTo>
                                    <a:pt x="40" y="134"/>
                                    <a:pt x="41" y="134"/>
                                    <a:pt x="40" y="134"/>
                                  </a:cubicBezTo>
                                  <a:cubicBezTo>
                                    <a:pt x="40" y="133"/>
                                    <a:pt x="40" y="134"/>
                                    <a:pt x="40" y="134"/>
                                  </a:cubicBezTo>
                                  <a:cubicBezTo>
                                    <a:pt x="39" y="134"/>
                                    <a:pt x="39" y="134"/>
                                    <a:pt x="40" y="133"/>
                                  </a:cubicBezTo>
                                  <a:cubicBezTo>
                                    <a:pt x="40" y="133"/>
                                    <a:pt x="40" y="133"/>
                                    <a:pt x="41" y="132"/>
                                  </a:cubicBezTo>
                                  <a:cubicBezTo>
                                    <a:pt x="41" y="132"/>
                                    <a:pt x="41" y="132"/>
                                    <a:pt x="42" y="132"/>
                                  </a:cubicBezTo>
                                  <a:cubicBezTo>
                                    <a:pt x="42" y="132"/>
                                    <a:pt x="42" y="132"/>
                                    <a:pt x="42" y="132"/>
                                  </a:cubicBezTo>
                                  <a:cubicBezTo>
                                    <a:pt x="43" y="132"/>
                                    <a:pt x="42" y="132"/>
                                    <a:pt x="43" y="131"/>
                                  </a:cubicBezTo>
                                  <a:cubicBezTo>
                                    <a:pt x="43" y="131"/>
                                    <a:pt x="43" y="131"/>
                                    <a:pt x="44" y="131"/>
                                  </a:cubicBezTo>
                                  <a:cubicBezTo>
                                    <a:pt x="44" y="131"/>
                                    <a:pt x="44" y="131"/>
                                    <a:pt x="45" y="130"/>
                                  </a:cubicBezTo>
                                  <a:cubicBezTo>
                                    <a:pt x="44" y="130"/>
                                    <a:pt x="42" y="130"/>
                                    <a:pt x="42" y="130"/>
                                  </a:cubicBezTo>
                                  <a:cubicBezTo>
                                    <a:pt x="42" y="129"/>
                                    <a:pt x="42" y="129"/>
                                    <a:pt x="42" y="129"/>
                                  </a:cubicBezTo>
                                  <a:cubicBezTo>
                                    <a:pt x="43" y="129"/>
                                    <a:pt x="43" y="129"/>
                                    <a:pt x="43" y="128"/>
                                  </a:cubicBezTo>
                                  <a:cubicBezTo>
                                    <a:pt x="44" y="128"/>
                                    <a:pt x="44" y="128"/>
                                    <a:pt x="44" y="128"/>
                                  </a:cubicBezTo>
                                  <a:cubicBezTo>
                                    <a:pt x="44" y="127"/>
                                    <a:pt x="44" y="127"/>
                                    <a:pt x="43" y="127"/>
                                  </a:cubicBezTo>
                                  <a:cubicBezTo>
                                    <a:pt x="43" y="127"/>
                                    <a:pt x="44" y="127"/>
                                    <a:pt x="43" y="126"/>
                                  </a:cubicBezTo>
                                  <a:cubicBezTo>
                                    <a:pt x="43" y="126"/>
                                    <a:pt x="43" y="127"/>
                                    <a:pt x="43" y="127"/>
                                  </a:cubicBezTo>
                                  <a:cubicBezTo>
                                    <a:pt x="42" y="128"/>
                                    <a:pt x="42" y="128"/>
                                    <a:pt x="41" y="128"/>
                                  </a:cubicBezTo>
                                  <a:cubicBezTo>
                                    <a:pt x="40" y="129"/>
                                    <a:pt x="39" y="129"/>
                                    <a:pt x="38" y="130"/>
                                  </a:cubicBezTo>
                                  <a:cubicBezTo>
                                    <a:pt x="39" y="130"/>
                                    <a:pt x="40" y="130"/>
                                    <a:pt x="40" y="129"/>
                                  </a:cubicBezTo>
                                  <a:cubicBezTo>
                                    <a:pt x="41" y="129"/>
                                    <a:pt x="42" y="130"/>
                                    <a:pt x="41" y="131"/>
                                  </a:cubicBezTo>
                                  <a:cubicBezTo>
                                    <a:pt x="41" y="131"/>
                                    <a:pt x="40" y="132"/>
                                    <a:pt x="39" y="132"/>
                                  </a:cubicBezTo>
                                  <a:cubicBezTo>
                                    <a:pt x="39" y="132"/>
                                    <a:pt x="39" y="133"/>
                                    <a:pt x="39" y="133"/>
                                  </a:cubicBezTo>
                                  <a:cubicBezTo>
                                    <a:pt x="38" y="134"/>
                                    <a:pt x="36" y="134"/>
                                    <a:pt x="35" y="135"/>
                                  </a:cubicBezTo>
                                  <a:cubicBezTo>
                                    <a:pt x="35" y="135"/>
                                    <a:pt x="35" y="135"/>
                                    <a:pt x="34" y="134"/>
                                  </a:cubicBezTo>
                                  <a:cubicBezTo>
                                    <a:pt x="34" y="134"/>
                                    <a:pt x="33" y="133"/>
                                    <a:pt x="33" y="133"/>
                                  </a:cubicBezTo>
                                  <a:cubicBezTo>
                                    <a:pt x="33" y="132"/>
                                    <a:pt x="36" y="132"/>
                                    <a:pt x="35" y="131"/>
                                  </a:cubicBezTo>
                                  <a:cubicBezTo>
                                    <a:pt x="35" y="130"/>
                                    <a:pt x="33" y="132"/>
                                    <a:pt x="33" y="132"/>
                                  </a:cubicBezTo>
                                  <a:cubicBezTo>
                                    <a:pt x="32" y="132"/>
                                    <a:pt x="32" y="133"/>
                                    <a:pt x="32" y="132"/>
                                  </a:cubicBezTo>
                                  <a:cubicBezTo>
                                    <a:pt x="32" y="131"/>
                                    <a:pt x="33" y="131"/>
                                    <a:pt x="33" y="131"/>
                                  </a:cubicBezTo>
                                  <a:cubicBezTo>
                                    <a:pt x="32" y="131"/>
                                    <a:pt x="32" y="131"/>
                                    <a:pt x="31" y="131"/>
                                  </a:cubicBezTo>
                                  <a:cubicBezTo>
                                    <a:pt x="32" y="130"/>
                                    <a:pt x="33" y="130"/>
                                    <a:pt x="34" y="130"/>
                                  </a:cubicBezTo>
                                  <a:cubicBezTo>
                                    <a:pt x="34" y="129"/>
                                    <a:pt x="34" y="129"/>
                                    <a:pt x="35" y="129"/>
                                  </a:cubicBezTo>
                                  <a:cubicBezTo>
                                    <a:pt x="35" y="129"/>
                                    <a:pt x="36" y="129"/>
                                    <a:pt x="36" y="128"/>
                                  </a:cubicBezTo>
                                  <a:cubicBezTo>
                                    <a:pt x="35" y="128"/>
                                    <a:pt x="35" y="128"/>
                                    <a:pt x="35" y="127"/>
                                  </a:cubicBezTo>
                                  <a:cubicBezTo>
                                    <a:pt x="35" y="126"/>
                                    <a:pt x="35" y="125"/>
                                    <a:pt x="36" y="126"/>
                                  </a:cubicBezTo>
                                  <a:cubicBezTo>
                                    <a:pt x="36" y="126"/>
                                    <a:pt x="36" y="126"/>
                                    <a:pt x="36" y="126"/>
                                  </a:cubicBezTo>
                                  <a:cubicBezTo>
                                    <a:pt x="36" y="125"/>
                                    <a:pt x="36" y="125"/>
                                    <a:pt x="36" y="125"/>
                                  </a:cubicBezTo>
                                  <a:cubicBezTo>
                                    <a:pt x="36" y="124"/>
                                    <a:pt x="37" y="125"/>
                                    <a:pt x="37" y="124"/>
                                  </a:cubicBezTo>
                                  <a:cubicBezTo>
                                    <a:pt x="37" y="124"/>
                                    <a:pt x="37" y="124"/>
                                    <a:pt x="37" y="123"/>
                                  </a:cubicBezTo>
                                  <a:cubicBezTo>
                                    <a:pt x="37" y="123"/>
                                    <a:pt x="38" y="123"/>
                                    <a:pt x="38" y="123"/>
                                  </a:cubicBezTo>
                                  <a:cubicBezTo>
                                    <a:pt x="38" y="123"/>
                                    <a:pt x="38" y="123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9" y="122"/>
                                  </a:cubicBezTo>
                                  <a:cubicBezTo>
                                    <a:pt x="39" y="122"/>
                                    <a:pt x="39" y="122"/>
                                    <a:pt x="39" y="121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9" y="121"/>
                                    <a:pt x="39" y="121"/>
                                    <a:pt x="40" y="121"/>
                                  </a:cubicBezTo>
                                  <a:cubicBezTo>
                                    <a:pt x="40" y="122"/>
                                    <a:pt x="41" y="121"/>
                                    <a:pt x="40" y="121"/>
                                  </a:cubicBezTo>
                                  <a:cubicBezTo>
                                    <a:pt x="40" y="121"/>
                                    <a:pt x="39" y="121"/>
                                    <a:pt x="39" y="121"/>
                                  </a:cubicBezTo>
                                  <a:cubicBezTo>
                                    <a:pt x="39" y="120"/>
                                    <a:pt x="40" y="120"/>
                                    <a:pt x="40" y="120"/>
                                  </a:cubicBezTo>
                                  <a:cubicBezTo>
                                    <a:pt x="41" y="120"/>
                                    <a:pt x="41" y="120"/>
                                    <a:pt x="41" y="119"/>
                                  </a:cubicBezTo>
                                  <a:cubicBezTo>
                                    <a:pt x="41" y="119"/>
                                    <a:pt x="41" y="119"/>
                                    <a:pt x="41" y="118"/>
                                  </a:cubicBezTo>
                                  <a:cubicBezTo>
                                    <a:pt x="41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9"/>
                                    <a:pt x="42" y="119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2" y="120"/>
                                    <a:pt x="42" y="120"/>
                                    <a:pt x="43" y="121"/>
                                  </a:cubicBezTo>
                                  <a:cubicBezTo>
                                    <a:pt x="43" y="121"/>
                                    <a:pt x="43" y="121"/>
                                    <a:pt x="44" y="121"/>
                                  </a:cubicBezTo>
                                  <a:cubicBezTo>
                                    <a:pt x="44" y="121"/>
                                    <a:pt x="43" y="122"/>
                                    <a:pt x="43" y="122"/>
                                  </a:cubicBezTo>
                                  <a:cubicBezTo>
                                    <a:pt x="44" y="123"/>
                                    <a:pt x="44" y="121"/>
                                    <a:pt x="44" y="121"/>
                                  </a:cubicBezTo>
                                  <a:cubicBezTo>
                                    <a:pt x="44" y="121"/>
                                    <a:pt x="44" y="121"/>
                                    <a:pt x="44" y="121"/>
                                  </a:cubicBezTo>
                                  <a:cubicBezTo>
                                    <a:pt x="44" y="120"/>
                                    <a:pt x="45" y="121"/>
                                    <a:pt x="45" y="120"/>
                                  </a:cubicBezTo>
                                  <a:cubicBezTo>
                                    <a:pt x="46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19"/>
                                    <a:pt x="46" y="119"/>
                                    <a:pt x="46" y="118"/>
                                  </a:cubicBezTo>
                                  <a:cubicBezTo>
                                    <a:pt x="46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4" y="118"/>
                                    <a:pt x="44" y="118"/>
                                  </a:cubicBezTo>
                                  <a:cubicBezTo>
                                    <a:pt x="44" y="117"/>
                                    <a:pt x="44" y="117"/>
                                    <a:pt x="44" y="117"/>
                                  </a:cubicBezTo>
                                  <a:cubicBezTo>
                                    <a:pt x="44" y="116"/>
                                    <a:pt x="44" y="116"/>
                                    <a:pt x="45" y="116"/>
                                  </a:cubicBezTo>
                                  <a:cubicBezTo>
                                    <a:pt x="45" y="116"/>
                                    <a:pt x="45" y="116"/>
                                    <a:pt x="46" y="116"/>
                                  </a:cubicBezTo>
                                  <a:cubicBezTo>
                                    <a:pt x="46" y="116"/>
                                    <a:pt x="45" y="115"/>
                                    <a:pt x="45" y="115"/>
                                  </a:cubicBezTo>
                                  <a:cubicBezTo>
                                    <a:pt x="46" y="115"/>
                                    <a:pt x="47" y="115"/>
                                    <a:pt x="47" y="115"/>
                                  </a:cubicBezTo>
                                  <a:cubicBezTo>
                                    <a:pt x="47" y="114"/>
                                    <a:pt x="46" y="115"/>
                                    <a:pt x="47" y="114"/>
                                  </a:cubicBezTo>
                                  <a:cubicBezTo>
                                    <a:pt x="46" y="114"/>
                                    <a:pt x="46" y="113"/>
                                    <a:pt x="45" y="113"/>
                                  </a:cubicBezTo>
                                  <a:cubicBezTo>
                                    <a:pt x="46" y="112"/>
                                    <a:pt x="46" y="113"/>
                                    <a:pt x="47" y="112"/>
                                  </a:cubicBezTo>
                                  <a:cubicBezTo>
                                    <a:pt x="47" y="112"/>
                                    <a:pt x="47" y="112"/>
                                    <a:pt x="47" y="112"/>
                                  </a:cubicBezTo>
                                  <a:cubicBezTo>
                                    <a:pt x="47" y="111"/>
                                    <a:pt x="48" y="111"/>
                                    <a:pt x="48" y="111"/>
                                  </a:cubicBezTo>
                                  <a:cubicBezTo>
                                    <a:pt x="48" y="111"/>
                                    <a:pt x="49" y="111"/>
                                    <a:pt x="50" y="111"/>
                                  </a:cubicBezTo>
                                  <a:cubicBezTo>
                                    <a:pt x="50" y="110"/>
                                    <a:pt x="51" y="111"/>
                                    <a:pt x="51" y="110"/>
                                  </a:cubicBezTo>
                                  <a:cubicBezTo>
                                    <a:pt x="52" y="110"/>
                                    <a:pt x="52" y="110"/>
                                    <a:pt x="52" y="110"/>
                                  </a:cubicBezTo>
                                  <a:cubicBezTo>
                                    <a:pt x="53" y="109"/>
                                    <a:pt x="54" y="108"/>
                                    <a:pt x="54" y="107"/>
                                  </a:cubicBezTo>
                                  <a:cubicBezTo>
                                    <a:pt x="54" y="106"/>
                                    <a:pt x="53" y="108"/>
                                    <a:pt x="52" y="108"/>
                                  </a:cubicBezTo>
                                  <a:cubicBezTo>
                                    <a:pt x="52" y="109"/>
                                    <a:pt x="52" y="110"/>
                                    <a:pt x="50" y="109"/>
                                  </a:cubicBezTo>
                                  <a:cubicBezTo>
                                    <a:pt x="51" y="109"/>
                                    <a:pt x="50" y="109"/>
                                    <a:pt x="50" y="109"/>
                                  </a:cubicBezTo>
                                  <a:cubicBezTo>
                                    <a:pt x="51" y="109"/>
                                    <a:pt x="51" y="109"/>
                                    <a:pt x="51" y="109"/>
                                  </a:cubicBezTo>
                                  <a:cubicBezTo>
                                    <a:pt x="51" y="109"/>
                                    <a:pt x="51" y="108"/>
                                    <a:pt x="51" y="108"/>
                                  </a:cubicBezTo>
                                  <a:cubicBezTo>
                                    <a:pt x="51" y="108"/>
                                    <a:pt x="50" y="108"/>
                                    <a:pt x="50" y="108"/>
                                  </a:cubicBezTo>
                                  <a:cubicBezTo>
                                    <a:pt x="50" y="108"/>
                                    <a:pt x="51" y="107"/>
                                    <a:pt x="51" y="107"/>
                                  </a:cubicBezTo>
                                  <a:cubicBezTo>
                                    <a:pt x="51" y="107"/>
                                    <a:pt x="51" y="106"/>
                                    <a:pt x="51" y="106"/>
                                  </a:cubicBezTo>
                                  <a:cubicBezTo>
                                    <a:pt x="51" y="106"/>
                                    <a:pt x="51" y="105"/>
                                    <a:pt x="52" y="105"/>
                                  </a:cubicBezTo>
                                  <a:cubicBezTo>
                                    <a:pt x="52" y="104"/>
                                    <a:pt x="52" y="105"/>
                                    <a:pt x="52" y="104"/>
                                  </a:cubicBezTo>
                                  <a:cubicBezTo>
                                    <a:pt x="52" y="104"/>
                                    <a:pt x="52" y="103"/>
                                    <a:pt x="52" y="102"/>
                                  </a:cubicBezTo>
                                  <a:cubicBezTo>
                                    <a:pt x="52" y="102"/>
                                    <a:pt x="51" y="103"/>
                                    <a:pt x="51" y="103"/>
                                  </a:cubicBezTo>
                                  <a:cubicBezTo>
                                    <a:pt x="51" y="103"/>
                                    <a:pt x="51" y="102"/>
                                    <a:pt x="51" y="101"/>
                                  </a:cubicBezTo>
                                  <a:cubicBezTo>
                                    <a:pt x="51" y="101"/>
                                    <a:pt x="51" y="100"/>
                                    <a:pt x="52" y="100"/>
                                  </a:cubicBezTo>
                                  <a:cubicBezTo>
                                    <a:pt x="52" y="101"/>
                                    <a:pt x="52" y="101"/>
                                    <a:pt x="53" y="102"/>
                                  </a:cubicBezTo>
                                  <a:cubicBezTo>
                                    <a:pt x="53" y="102"/>
                                    <a:pt x="53" y="101"/>
                                    <a:pt x="53" y="101"/>
                                  </a:cubicBezTo>
                                  <a:cubicBezTo>
                                    <a:pt x="53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2" y="98"/>
                                  </a:cubicBezTo>
                                  <a:cubicBezTo>
                                    <a:pt x="52" y="98"/>
                                    <a:pt x="53" y="97"/>
                                    <a:pt x="53" y="97"/>
                                  </a:cubicBezTo>
                                  <a:cubicBezTo>
                                    <a:pt x="54" y="96"/>
                                    <a:pt x="54" y="97"/>
                                    <a:pt x="55" y="97"/>
                                  </a:cubicBezTo>
                                  <a:cubicBezTo>
                                    <a:pt x="55" y="98"/>
                                    <a:pt x="56" y="98"/>
                                    <a:pt x="56" y="98"/>
                                  </a:cubicBezTo>
                                  <a:cubicBezTo>
                                    <a:pt x="56" y="97"/>
                                    <a:pt x="56" y="97"/>
                                    <a:pt x="55" y="96"/>
                                  </a:cubicBezTo>
                                  <a:cubicBezTo>
                                    <a:pt x="55" y="96"/>
                                    <a:pt x="54" y="96"/>
                                    <a:pt x="55" y="95"/>
                                  </a:cubicBezTo>
                                  <a:cubicBezTo>
                                    <a:pt x="54" y="95"/>
                                    <a:pt x="53" y="95"/>
                                    <a:pt x="53" y="94"/>
                                  </a:cubicBezTo>
                                  <a:cubicBezTo>
                                    <a:pt x="53" y="94"/>
                                    <a:pt x="53" y="94"/>
                                    <a:pt x="54" y="94"/>
                                  </a:cubicBezTo>
                                  <a:cubicBezTo>
                                    <a:pt x="55" y="93"/>
                                    <a:pt x="55" y="93"/>
                                    <a:pt x="56" y="93"/>
                                  </a:cubicBezTo>
                                  <a:cubicBezTo>
                                    <a:pt x="56" y="93"/>
                                    <a:pt x="57" y="92"/>
                                    <a:pt x="57" y="92"/>
                                  </a:cubicBezTo>
                                  <a:cubicBezTo>
                                    <a:pt x="58" y="92"/>
                                    <a:pt x="58" y="92"/>
                                    <a:pt x="58" y="92"/>
                                  </a:cubicBezTo>
                                  <a:cubicBezTo>
                                    <a:pt x="58" y="92"/>
                                    <a:pt x="58" y="92"/>
                                    <a:pt x="58" y="92"/>
                                  </a:cubicBezTo>
                                  <a:cubicBezTo>
                                    <a:pt x="58" y="93"/>
                                    <a:pt x="58" y="93"/>
                                    <a:pt x="58" y="93"/>
                                  </a:cubicBezTo>
                                  <a:cubicBezTo>
                                    <a:pt x="58" y="93"/>
                                    <a:pt x="58" y="93"/>
                                    <a:pt x="58" y="93"/>
                                  </a:cubicBezTo>
                                  <a:cubicBezTo>
                                    <a:pt x="58" y="95"/>
                                    <a:pt x="59" y="93"/>
                                    <a:pt x="60" y="93"/>
                                  </a:cubicBezTo>
                                  <a:cubicBezTo>
                                    <a:pt x="60" y="93"/>
                                    <a:pt x="59" y="92"/>
                                    <a:pt x="59" y="92"/>
                                  </a:cubicBezTo>
                                  <a:cubicBezTo>
                                    <a:pt x="59" y="91"/>
                                    <a:pt x="60" y="91"/>
                                    <a:pt x="60" y="92"/>
                                  </a:cubicBezTo>
                                  <a:cubicBezTo>
                                    <a:pt x="60" y="92"/>
                                    <a:pt x="60" y="92"/>
                                    <a:pt x="61" y="92"/>
                                  </a:cubicBezTo>
                                  <a:cubicBezTo>
                                    <a:pt x="61" y="92"/>
                                    <a:pt x="61" y="92"/>
                                    <a:pt x="62" y="91"/>
                                  </a:cubicBezTo>
                                  <a:cubicBezTo>
                                    <a:pt x="62" y="91"/>
                                    <a:pt x="62" y="91"/>
                                    <a:pt x="63" y="91"/>
                                  </a:cubicBezTo>
                                  <a:cubicBezTo>
                                    <a:pt x="63" y="90"/>
                                    <a:pt x="63" y="90"/>
                                    <a:pt x="62" y="90"/>
                                  </a:cubicBezTo>
                                  <a:cubicBezTo>
                                    <a:pt x="62" y="90"/>
                                    <a:pt x="62" y="91"/>
                                    <a:pt x="61" y="91"/>
                                  </a:cubicBezTo>
                                  <a:cubicBezTo>
                                    <a:pt x="61" y="91"/>
                                    <a:pt x="61" y="91"/>
                                    <a:pt x="60" y="91"/>
                                  </a:cubicBezTo>
                                  <a:cubicBezTo>
                                    <a:pt x="60" y="90"/>
                                    <a:pt x="59" y="91"/>
                                    <a:pt x="59" y="91"/>
                                  </a:cubicBezTo>
                                  <a:cubicBezTo>
                                    <a:pt x="59" y="91"/>
                                    <a:pt x="58" y="90"/>
                                    <a:pt x="57" y="90"/>
                                  </a:cubicBezTo>
                                  <a:cubicBezTo>
                                    <a:pt x="57" y="90"/>
                                    <a:pt x="57" y="91"/>
                                    <a:pt x="56" y="91"/>
                                  </a:cubicBezTo>
                                  <a:cubicBezTo>
                                    <a:pt x="56" y="90"/>
                                    <a:pt x="56" y="91"/>
                                    <a:pt x="55" y="90"/>
                                  </a:cubicBezTo>
                                  <a:cubicBezTo>
                                    <a:pt x="55" y="90"/>
                                    <a:pt x="55" y="90"/>
                                    <a:pt x="55" y="89"/>
                                  </a:cubicBezTo>
                                  <a:cubicBezTo>
                                    <a:pt x="56" y="88"/>
                                    <a:pt x="56" y="88"/>
                                    <a:pt x="55" y="87"/>
                                  </a:cubicBezTo>
                                  <a:cubicBezTo>
                                    <a:pt x="55" y="87"/>
                                    <a:pt x="56" y="86"/>
                                    <a:pt x="56" y="87"/>
                                  </a:cubicBezTo>
                                  <a:cubicBezTo>
                                    <a:pt x="57" y="87"/>
                                    <a:pt x="56" y="88"/>
                                    <a:pt x="57" y="88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8" y="86"/>
                                    <a:pt x="59" y="87"/>
                                    <a:pt x="59" y="87"/>
                                  </a:cubicBezTo>
                                  <a:cubicBezTo>
                                    <a:pt x="59" y="87"/>
                                    <a:pt x="58" y="86"/>
                                    <a:pt x="58" y="86"/>
                                  </a:cubicBezTo>
                                  <a:cubicBezTo>
                                    <a:pt x="59" y="85"/>
                                    <a:pt x="60" y="86"/>
                                    <a:pt x="60" y="86"/>
                                  </a:cubicBezTo>
                                  <a:cubicBezTo>
                                    <a:pt x="59" y="85"/>
                                    <a:pt x="57" y="86"/>
                                    <a:pt x="56" y="86"/>
                                  </a:cubicBezTo>
                                  <a:cubicBezTo>
                                    <a:pt x="56" y="86"/>
                                    <a:pt x="57" y="86"/>
                                    <a:pt x="57" y="85"/>
                                  </a:cubicBezTo>
                                  <a:cubicBezTo>
                                    <a:pt x="57" y="85"/>
                                    <a:pt x="57" y="85"/>
                                    <a:pt x="58" y="85"/>
                                  </a:cubicBezTo>
                                  <a:cubicBezTo>
                                    <a:pt x="58" y="85"/>
                                    <a:pt x="58" y="85"/>
                                    <a:pt x="58" y="85"/>
                                  </a:cubicBezTo>
                                  <a:cubicBezTo>
                                    <a:pt x="59" y="84"/>
                                    <a:pt x="57" y="84"/>
                                    <a:pt x="57" y="84"/>
                                  </a:cubicBezTo>
                                  <a:cubicBezTo>
                                    <a:pt x="57" y="83"/>
                                    <a:pt x="58" y="84"/>
                                    <a:pt x="58" y="84"/>
                                  </a:cubicBezTo>
                                  <a:cubicBezTo>
                                    <a:pt x="59" y="84"/>
                                    <a:pt x="59" y="84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3"/>
                                    <a:pt x="61" y="84"/>
                                    <a:pt x="61" y="83"/>
                                  </a:cubicBezTo>
                                  <a:cubicBezTo>
                                    <a:pt x="61" y="83"/>
                                    <a:pt x="59" y="83"/>
                                    <a:pt x="60" y="82"/>
                                  </a:cubicBezTo>
                                  <a:cubicBezTo>
                                    <a:pt x="59" y="82"/>
                                    <a:pt x="59" y="82"/>
                                    <a:pt x="58" y="82"/>
                                  </a:cubicBezTo>
                                  <a:cubicBezTo>
                                    <a:pt x="59" y="82"/>
                                    <a:pt x="59" y="82"/>
                                    <a:pt x="59" y="82"/>
                                  </a:cubicBezTo>
                                  <a:cubicBezTo>
                                    <a:pt x="60" y="82"/>
                                    <a:pt x="61" y="83"/>
                                    <a:pt x="60" y="82"/>
                                  </a:cubicBezTo>
                                  <a:cubicBezTo>
                                    <a:pt x="60" y="82"/>
                                    <a:pt x="60" y="81"/>
                                    <a:pt x="60" y="81"/>
                                  </a:cubicBezTo>
                                  <a:cubicBezTo>
                                    <a:pt x="59" y="81"/>
                                    <a:pt x="59" y="80"/>
                                    <a:pt x="58" y="80"/>
                                  </a:cubicBezTo>
                                  <a:cubicBezTo>
                                    <a:pt x="59" y="80"/>
                                    <a:pt x="60" y="80"/>
                                    <a:pt x="60" y="80"/>
                                  </a:cubicBezTo>
                                  <a:cubicBezTo>
                                    <a:pt x="60" y="79"/>
                                    <a:pt x="60" y="79"/>
                                    <a:pt x="60" y="79"/>
                                  </a:cubicBezTo>
                                  <a:cubicBezTo>
                                    <a:pt x="60" y="79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80"/>
                                    <a:pt x="61" y="80"/>
                                  </a:cubicBezTo>
                                  <a:cubicBezTo>
                                    <a:pt x="62" y="79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9"/>
                                    <a:pt x="62" y="79"/>
                                  </a:cubicBezTo>
                                  <a:cubicBezTo>
                                    <a:pt x="63" y="79"/>
                                    <a:pt x="63" y="78"/>
                                    <a:pt x="63" y="78"/>
                                  </a:cubicBezTo>
                                  <a:cubicBezTo>
                                    <a:pt x="64" y="78"/>
                                    <a:pt x="65" y="78"/>
                                    <a:pt x="65" y="78"/>
                                  </a:cubicBezTo>
                                  <a:cubicBezTo>
                                    <a:pt x="66" y="77"/>
                                    <a:pt x="64" y="78"/>
                                    <a:pt x="64" y="77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6"/>
                                    <a:pt x="64" y="76"/>
                                    <a:pt x="65" y="76"/>
                                  </a:cubicBezTo>
                                  <a:cubicBezTo>
                                    <a:pt x="65" y="77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6" y="76"/>
                                  </a:cubicBezTo>
                                  <a:cubicBezTo>
                                    <a:pt x="66" y="76"/>
                                    <a:pt x="66" y="77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5"/>
                                    <a:pt x="67" y="75"/>
                                    <a:pt x="67" y="75"/>
                                  </a:cubicBezTo>
                                  <a:cubicBezTo>
                                    <a:pt x="68" y="75"/>
                                    <a:pt x="67" y="76"/>
                                    <a:pt x="68" y="76"/>
                                  </a:cubicBezTo>
                                  <a:cubicBezTo>
                                    <a:pt x="68" y="77"/>
                                    <a:pt x="68" y="76"/>
                                    <a:pt x="68" y="76"/>
                                  </a:cubicBezTo>
                                  <a:cubicBezTo>
                                    <a:pt x="68" y="75"/>
                                    <a:pt x="69" y="75"/>
                                    <a:pt x="70" y="75"/>
                                  </a:cubicBezTo>
                                  <a:cubicBezTo>
                                    <a:pt x="70" y="76"/>
                                    <a:pt x="71" y="76"/>
                                    <a:pt x="71" y="76"/>
                                  </a:cubicBezTo>
                                  <a:cubicBezTo>
                                    <a:pt x="71" y="76"/>
                                    <a:pt x="70" y="77"/>
                                    <a:pt x="71" y="77"/>
                                  </a:cubicBezTo>
                                  <a:cubicBezTo>
                                    <a:pt x="71" y="77"/>
                                    <a:pt x="71" y="77"/>
                                    <a:pt x="72" y="77"/>
                                  </a:cubicBezTo>
                                  <a:cubicBezTo>
                                    <a:pt x="72" y="76"/>
                                    <a:pt x="72" y="76"/>
                                    <a:pt x="71" y="76"/>
                                  </a:cubicBezTo>
                                  <a:cubicBezTo>
                                    <a:pt x="71" y="76"/>
                                    <a:pt x="71" y="76"/>
                                    <a:pt x="71" y="75"/>
                                  </a:cubicBezTo>
                                  <a:cubicBezTo>
                                    <a:pt x="71" y="75"/>
                                    <a:pt x="72" y="75"/>
                                    <a:pt x="72" y="75"/>
                                  </a:cubicBezTo>
                                  <a:cubicBezTo>
                                    <a:pt x="72" y="76"/>
                                    <a:pt x="74" y="76"/>
                                    <a:pt x="73" y="75"/>
                                  </a:cubicBezTo>
                                  <a:cubicBezTo>
                                    <a:pt x="72" y="75"/>
                                    <a:pt x="70" y="74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70" y="73"/>
                                  </a:cubicBezTo>
                                  <a:cubicBezTo>
                                    <a:pt x="69" y="73"/>
                                    <a:pt x="69" y="74"/>
                                    <a:pt x="68" y="74"/>
                                  </a:cubicBezTo>
                                  <a:cubicBezTo>
                                    <a:pt x="68" y="74"/>
                                    <a:pt x="68" y="74"/>
                                    <a:pt x="67" y="74"/>
                                  </a:cubicBezTo>
                                  <a:cubicBezTo>
                                    <a:pt x="67" y="74"/>
                                    <a:pt x="67" y="75"/>
                                    <a:pt x="66" y="75"/>
                                  </a:cubicBezTo>
                                  <a:cubicBezTo>
                                    <a:pt x="66" y="75"/>
                                    <a:pt x="66" y="74"/>
                                    <a:pt x="66" y="74"/>
                                  </a:cubicBezTo>
                                  <a:cubicBezTo>
                                    <a:pt x="66" y="74"/>
                                    <a:pt x="65" y="75"/>
                                    <a:pt x="64" y="74"/>
                                  </a:cubicBezTo>
                                  <a:cubicBezTo>
                                    <a:pt x="64" y="74"/>
                                    <a:pt x="65" y="73"/>
                                    <a:pt x="65" y="73"/>
                                  </a:cubicBezTo>
                                  <a:cubicBezTo>
                                    <a:pt x="65" y="72"/>
                                    <a:pt x="66" y="71"/>
                                    <a:pt x="66" y="71"/>
                                  </a:cubicBezTo>
                                  <a:cubicBezTo>
                                    <a:pt x="67" y="71"/>
                                    <a:pt x="67" y="72"/>
                                    <a:pt x="67" y="72"/>
                                  </a:cubicBezTo>
                                  <a:cubicBezTo>
                                    <a:pt x="67" y="72"/>
                                    <a:pt x="68" y="71"/>
                                    <a:pt x="69" y="71"/>
                                  </a:cubicBezTo>
                                  <a:cubicBezTo>
                                    <a:pt x="68" y="71"/>
                                    <a:pt x="68" y="71"/>
                                    <a:pt x="69" y="71"/>
                                  </a:cubicBezTo>
                                  <a:cubicBezTo>
                                    <a:pt x="69" y="71"/>
                                    <a:pt x="69" y="70"/>
                                    <a:pt x="69" y="70"/>
                                  </a:cubicBezTo>
                                  <a:cubicBezTo>
                                    <a:pt x="69" y="70"/>
                                    <a:pt x="69" y="71"/>
                                    <a:pt x="69" y="71"/>
                                  </a:cubicBezTo>
                                  <a:cubicBezTo>
                                    <a:pt x="70" y="71"/>
                                    <a:pt x="70" y="71"/>
                                    <a:pt x="70" y="70"/>
                                  </a:cubicBezTo>
                                  <a:cubicBezTo>
                                    <a:pt x="70" y="70"/>
                                    <a:pt x="71" y="70"/>
                                    <a:pt x="71" y="71"/>
                                  </a:cubicBezTo>
                                  <a:cubicBezTo>
                                    <a:pt x="72" y="71"/>
                                    <a:pt x="72" y="72"/>
                                    <a:pt x="72" y="72"/>
                                  </a:cubicBezTo>
                                  <a:cubicBezTo>
                                    <a:pt x="72" y="72"/>
                                    <a:pt x="73" y="75"/>
                                    <a:pt x="73" y="73"/>
                                  </a:cubicBezTo>
                                  <a:cubicBezTo>
                                    <a:pt x="73" y="73"/>
                                    <a:pt x="73" y="73"/>
                                    <a:pt x="72" y="72"/>
                                  </a:cubicBezTo>
                                  <a:cubicBezTo>
                                    <a:pt x="72" y="72"/>
                                    <a:pt x="72" y="71"/>
                                    <a:pt x="72" y="71"/>
                                  </a:cubicBezTo>
                                  <a:cubicBezTo>
                                    <a:pt x="72" y="70"/>
                                    <a:pt x="72" y="70"/>
                                    <a:pt x="73" y="70"/>
                                  </a:cubicBezTo>
                                  <a:cubicBezTo>
                                    <a:pt x="73" y="69"/>
                                    <a:pt x="74" y="70"/>
                                    <a:pt x="74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3" y="69"/>
                                    <a:pt x="73" y="69"/>
                                    <a:pt x="73" y="69"/>
                                  </a:cubicBezTo>
                                  <a:cubicBezTo>
                                    <a:pt x="72" y="69"/>
                                    <a:pt x="72" y="70"/>
                                    <a:pt x="72" y="70"/>
                                  </a:cubicBezTo>
                                  <a:cubicBezTo>
                                    <a:pt x="71" y="70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68"/>
                                  </a:cubicBezTo>
                                  <a:cubicBezTo>
                                    <a:pt x="70" y="68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0" y="68"/>
                                    <a:pt x="70" y="68"/>
                                    <a:pt x="70" y="68"/>
                                  </a:cubicBezTo>
                                  <a:cubicBezTo>
                                    <a:pt x="70" y="68"/>
                                    <a:pt x="70" y="68"/>
                                    <a:pt x="69" y="68"/>
                                  </a:cubicBezTo>
                                  <a:cubicBezTo>
                                    <a:pt x="69" y="67"/>
                                    <a:pt x="70" y="67"/>
                                    <a:pt x="70" y="67"/>
                                  </a:cubicBezTo>
                                  <a:cubicBezTo>
                                    <a:pt x="70" y="67"/>
                                    <a:pt x="70" y="66"/>
                                    <a:pt x="70" y="66"/>
                                  </a:cubicBezTo>
                                  <a:cubicBezTo>
                                    <a:pt x="71" y="66"/>
                                    <a:pt x="71" y="66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2" y="67"/>
                                  </a:cubicBezTo>
                                  <a:cubicBezTo>
                                    <a:pt x="72" y="67"/>
                                    <a:pt x="73" y="67"/>
                                    <a:pt x="72" y="66"/>
                                  </a:cubicBezTo>
                                  <a:cubicBezTo>
                                    <a:pt x="72" y="66"/>
                                    <a:pt x="72" y="66"/>
                                    <a:pt x="72" y="66"/>
                                  </a:cubicBezTo>
                                  <a:cubicBezTo>
                                    <a:pt x="71" y="66"/>
                                    <a:pt x="72" y="66"/>
                                    <a:pt x="72" y="66"/>
                                  </a:cubicBezTo>
                                  <a:cubicBezTo>
                                    <a:pt x="73" y="66"/>
                                    <a:pt x="73" y="66"/>
                                    <a:pt x="73" y="67"/>
                                  </a:cubicBezTo>
                                  <a:cubicBezTo>
                                    <a:pt x="73" y="67"/>
                                    <a:pt x="74" y="67"/>
                                    <a:pt x="74" y="67"/>
                                  </a:cubicBezTo>
                                  <a:cubicBezTo>
                                    <a:pt x="74" y="66"/>
                                    <a:pt x="73" y="66"/>
                                    <a:pt x="73" y="66"/>
                                  </a:cubicBezTo>
                                  <a:cubicBezTo>
                                    <a:pt x="73" y="65"/>
                                    <a:pt x="71" y="64"/>
                                    <a:pt x="71" y="65"/>
                                  </a:cubicBezTo>
                                  <a:cubicBezTo>
                                    <a:pt x="70" y="66"/>
                                    <a:pt x="69" y="67"/>
                                    <a:pt x="68" y="67"/>
                                  </a:cubicBezTo>
                                  <a:cubicBezTo>
                                    <a:pt x="67" y="67"/>
                                    <a:pt x="67" y="68"/>
                                    <a:pt x="67" y="67"/>
                                  </a:cubicBezTo>
                                  <a:cubicBezTo>
                                    <a:pt x="67" y="67"/>
                                    <a:pt x="67" y="67"/>
                                    <a:pt x="67" y="67"/>
                                  </a:cubicBezTo>
                                  <a:cubicBezTo>
                                    <a:pt x="67" y="66"/>
                                    <a:pt x="67" y="66"/>
                                    <a:pt x="67" y="66"/>
                                  </a:cubicBezTo>
                                  <a:cubicBezTo>
                                    <a:pt x="67" y="65"/>
                                    <a:pt x="68" y="66"/>
                                    <a:pt x="69" y="66"/>
                                  </a:cubicBezTo>
                                  <a:cubicBezTo>
                                    <a:pt x="69" y="65"/>
                                    <a:pt x="68" y="65"/>
                                    <a:pt x="69" y="65"/>
                                  </a:cubicBezTo>
                                  <a:cubicBezTo>
                                    <a:pt x="68" y="65"/>
                                    <a:pt x="66" y="65"/>
                                    <a:pt x="67" y="64"/>
                                  </a:cubicBezTo>
                                  <a:cubicBezTo>
                                    <a:pt x="67" y="64"/>
                                    <a:pt x="68" y="64"/>
                                    <a:pt x="69" y="64"/>
                                  </a:cubicBezTo>
                                  <a:cubicBezTo>
                                    <a:pt x="69" y="64"/>
                                    <a:pt x="69" y="64"/>
                                    <a:pt x="69" y="64"/>
                                  </a:cubicBezTo>
                                  <a:cubicBezTo>
                                    <a:pt x="69" y="63"/>
                                    <a:pt x="69" y="63"/>
                                    <a:pt x="69" y="63"/>
                                  </a:cubicBezTo>
                                  <a:cubicBezTo>
                                    <a:pt x="70" y="64"/>
                                    <a:pt x="69" y="64"/>
                                    <a:pt x="70" y="64"/>
                                  </a:cubicBezTo>
                                  <a:cubicBezTo>
                                    <a:pt x="70" y="64"/>
                                    <a:pt x="70" y="64"/>
                                    <a:pt x="70" y="63"/>
                                  </a:cubicBezTo>
                                  <a:cubicBezTo>
                                    <a:pt x="71" y="63"/>
                                    <a:pt x="71" y="63"/>
                                    <a:pt x="72" y="63"/>
                                  </a:cubicBezTo>
                                  <a:cubicBezTo>
                                    <a:pt x="72" y="63"/>
                                    <a:pt x="71" y="63"/>
                                    <a:pt x="72" y="64"/>
                                  </a:cubicBezTo>
                                  <a:cubicBezTo>
                                    <a:pt x="72" y="64"/>
                                    <a:pt x="72" y="63"/>
                                    <a:pt x="73" y="62"/>
                                  </a:cubicBezTo>
                                  <a:cubicBezTo>
                                    <a:pt x="73" y="62"/>
                                    <a:pt x="73" y="62"/>
                                    <a:pt x="73" y="62"/>
                                  </a:cubicBezTo>
                                  <a:cubicBezTo>
                                    <a:pt x="74" y="62"/>
                                    <a:pt x="73" y="63"/>
                                    <a:pt x="74" y="63"/>
                                  </a:cubicBezTo>
                                  <a:cubicBezTo>
                                    <a:pt x="74" y="63"/>
                                    <a:pt x="75" y="60"/>
                                    <a:pt x="76" y="61"/>
                                  </a:cubicBezTo>
                                  <a:cubicBezTo>
                                    <a:pt x="76" y="62"/>
                                    <a:pt x="77" y="64"/>
                                    <a:pt x="78" y="65"/>
                                  </a:cubicBezTo>
                                  <a:cubicBezTo>
                                    <a:pt x="78" y="64"/>
                                    <a:pt x="78" y="64"/>
                                    <a:pt x="77" y="63"/>
                                  </a:cubicBezTo>
                                  <a:cubicBezTo>
                                    <a:pt x="77" y="63"/>
                                    <a:pt x="77" y="62"/>
                                    <a:pt x="77" y="62"/>
                                  </a:cubicBezTo>
                                  <a:cubicBezTo>
                                    <a:pt x="78" y="62"/>
                                    <a:pt x="78" y="62"/>
                                    <a:pt x="78" y="63"/>
                                  </a:cubicBezTo>
                                  <a:cubicBezTo>
                                    <a:pt x="78" y="63"/>
                                    <a:pt x="78" y="62"/>
                                    <a:pt x="78" y="62"/>
                                  </a:cubicBezTo>
                                  <a:cubicBezTo>
                                    <a:pt x="78" y="61"/>
                                    <a:pt x="78" y="61"/>
                                    <a:pt x="78" y="61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9" y="60"/>
                                    <a:pt x="79" y="61"/>
                                    <a:pt x="80" y="60"/>
                                  </a:cubicBezTo>
                                  <a:cubicBezTo>
                                    <a:pt x="79" y="60"/>
                                    <a:pt x="79" y="59"/>
                                    <a:pt x="79" y="59"/>
                                  </a:cubicBezTo>
                                  <a:cubicBezTo>
                                    <a:pt x="78" y="59"/>
                                    <a:pt x="78" y="59"/>
                                    <a:pt x="78" y="59"/>
                                  </a:cubicBezTo>
                                  <a:cubicBezTo>
                                    <a:pt x="78" y="59"/>
                                    <a:pt x="77" y="60"/>
                                    <a:pt x="77" y="59"/>
                                  </a:cubicBezTo>
                                  <a:cubicBezTo>
                                    <a:pt x="77" y="59"/>
                                    <a:pt x="77" y="59"/>
                                    <a:pt x="77" y="59"/>
                                  </a:cubicBezTo>
                                  <a:cubicBezTo>
                                    <a:pt x="77" y="59"/>
                                    <a:pt x="78" y="59"/>
                                    <a:pt x="78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9" y="58"/>
                                    <a:pt x="80" y="59"/>
                                    <a:pt x="80" y="59"/>
                                  </a:cubicBezTo>
                                  <a:cubicBezTo>
                                    <a:pt x="80" y="58"/>
                                    <a:pt x="79" y="58"/>
                                    <a:pt x="79" y="57"/>
                                  </a:cubicBezTo>
                                  <a:cubicBezTo>
                                    <a:pt x="79" y="57"/>
                                    <a:pt x="79" y="56"/>
                                    <a:pt x="78" y="56"/>
                                  </a:cubicBezTo>
                                  <a:cubicBezTo>
                                    <a:pt x="78" y="55"/>
                                    <a:pt x="77" y="55"/>
                                    <a:pt x="77" y="55"/>
                                  </a:cubicBezTo>
                                  <a:cubicBezTo>
                                    <a:pt x="77" y="54"/>
                                    <a:pt x="78" y="54"/>
                                    <a:pt x="79" y="54"/>
                                  </a:cubicBezTo>
                                  <a:cubicBezTo>
                                    <a:pt x="79" y="54"/>
                                    <a:pt x="80" y="54"/>
                                    <a:pt x="80" y="54"/>
                                  </a:cubicBezTo>
                                  <a:cubicBezTo>
                                    <a:pt x="80" y="54"/>
                                    <a:pt x="81" y="54"/>
                                    <a:pt x="81" y="54"/>
                                  </a:cubicBezTo>
                                  <a:cubicBezTo>
                                    <a:pt x="81" y="55"/>
                                    <a:pt x="81" y="55"/>
                                    <a:pt x="81" y="55"/>
                                  </a:cubicBezTo>
                                  <a:cubicBezTo>
                                    <a:pt x="81" y="55"/>
                                    <a:pt x="81" y="55"/>
                                    <a:pt x="82" y="55"/>
                                  </a:cubicBezTo>
                                  <a:cubicBezTo>
                                    <a:pt x="82" y="55"/>
                                    <a:pt x="82" y="54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6"/>
                                  </a:cubicBezTo>
                                  <a:cubicBezTo>
                                    <a:pt x="83" y="56"/>
                                    <a:pt x="84" y="56"/>
                                    <a:pt x="84" y="57"/>
                                  </a:cubicBezTo>
                                  <a:cubicBezTo>
                                    <a:pt x="84" y="57"/>
                                    <a:pt x="84" y="59"/>
                                    <a:pt x="84" y="57"/>
                                  </a:cubicBezTo>
                                  <a:cubicBezTo>
                                    <a:pt x="85" y="56"/>
                                    <a:pt x="84" y="56"/>
                                    <a:pt x="84" y="55"/>
                                  </a:cubicBezTo>
                                  <a:cubicBezTo>
                                    <a:pt x="83" y="55"/>
                                    <a:pt x="83" y="54"/>
                                    <a:pt x="84" y="54"/>
                                  </a:cubicBezTo>
                                  <a:cubicBezTo>
                                    <a:pt x="84" y="54"/>
                                    <a:pt x="85" y="55"/>
                                    <a:pt x="85" y="55"/>
                                  </a:cubicBezTo>
                                  <a:cubicBezTo>
                                    <a:pt x="86" y="55"/>
                                    <a:pt x="85" y="54"/>
                                    <a:pt x="85" y="54"/>
                                  </a:cubicBezTo>
                                  <a:cubicBezTo>
                                    <a:pt x="85" y="53"/>
                                    <a:pt x="85" y="53"/>
                                    <a:pt x="86" y="53"/>
                                  </a:cubicBezTo>
                                  <a:cubicBezTo>
                                    <a:pt x="86" y="54"/>
                                    <a:pt x="86" y="54"/>
                                    <a:pt x="87" y="54"/>
                                  </a:cubicBezTo>
                                  <a:cubicBezTo>
                                    <a:pt x="87" y="54"/>
                                    <a:pt x="86" y="53"/>
                                    <a:pt x="86" y="53"/>
                                  </a:cubicBezTo>
                                  <a:cubicBezTo>
                                    <a:pt x="86" y="53"/>
                                    <a:pt x="85" y="53"/>
                                    <a:pt x="85" y="53"/>
                                  </a:cubicBezTo>
                                  <a:cubicBezTo>
                                    <a:pt x="85" y="52"/>
                                    <a:pt x="86" y="52"/>
                                    <a:pt x="85" y="51"/>
                                  </a:cubicBezTo>
                                  <a:cubicBezTo>
                                    <a:pt x="85" y="51"/>
                                    <a:pt x="84" y="52"/>
                                    <a:pt x="84" y="52"/>
                                  </a:cubicBezTo>
                                  <a:cubicBezTo>
                                    <a:pt x="84" y="52"/>
                                    <a:pt x="83" y="53"/>
                                    <a:pt x="83" y="53"/>
                                  </a:cubicBezTo>
                                  <a:cubicBezTo>
                                    <a:pt x="82" y="53"/>
                                    <a:pt x="82" y="52"/>
                                    <a:pt x="82" y="52"/>
                                  </a:cubicBezTo>
                                  <a:cubicBezTo>
                                    <a:pt x="82" y="52"/>
                                    <a:pt x="81" y="53"/>
                                    <a:pt x="81" y="53"/>
                                  </a:cubicBezTo>
                                  <a:cubicBezTo>
                                    <a:pt x="80" y="53"/>
                                    <a:pt x="79" y="53"/>
                                    <a:pt x="79" y="53"/>
                                  </a:cubicBezTo>
                                  <a:cubicBezTo>
                                    <a:pt x="79" y="53"/>
                                    <a:pt x="78" y="52"/>
                                    <a:pt x="79" y="52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0"/>
                                    <a:pt x="79" y="50"/>
                                  </a:cubicBezTo>
                                  <a:cubicBezTo>
                                    <a:pt x="79" y="50"/>
                                    <a:pt x="79" y="49"/>
                                    <a:pt x="80" y="49"/>
                                  </a:cubicBezTo>
                                  <a:cubicBezTo>
                                    <a:pt x="81" y="49"/>
                                    <a:pt x="81" y="49"/>
                                    <a:pt x="81" y="49"/>
                                  </a:cubicBezTo>
                                  <a:cubicBezTo>
                                    <a:pt x="82" y="48"/>
                                    <a:pt x="82" y="48"/>
                                    <a:pt x="82" y="49"/>
                                  </a:cubicBezTo>
                                  <a:cubicBezTo>
                                    <a:pt x="82" y="49"/>
                                    <a:pt x="83" y="50"/>
                                    <a:pt x="83" y="49"/>
                                  </a:cubicBezTo>
                                  <a:cubicBezTo>
                                    <a:pt x="83" y="49"/>
                                    <a:pt x="82" y="49"/>
                                    <a:pt x="83" y="48"/>
                                  </a:cubicBezTo>
                                  <a:cubicBezTo>
                                    <a:pt x="84" y="47"/>
                                    <a:pt x="85" y="50"/>
                                    <a:pt x="86" y="49"/>
                                  </a:cubicBezTo>
                                  <a:cubicBezTo>
                                    <a:pt x="86" y="48"/>
                                    <a:pt x="85" y="49"/>
                                    <a:pt x="85" y="48"/>
                                  </a:cubicBezTo>
                                  <a:cubicBezTo>
                                    <a:pt x="85" y="48"/>
                                    <a:pt x="85" y="48"/>
                                    <a:pt x="85" y="48"/>
                                  </a:cubicBezTo>
                                  <a:cubicBezTo>
                                    <a:pt x="84" y="47"/>
                                    <a:pt x="84" y="48"/>
                                    <a:pt x="84" y="47"/>
                                  </a:cubicBezTo>
                                  <a:cubicBezTo>
                                    <a:pt x="83" y="47"/>
                                    <a:pt x="85" y="46"/>
                                    <a:pt x="85" y="47"/>
                                  </a:cubicBezTo>
                                  <a:cubicBezTo>
                                    <a:pt x="86" y="47"/>
                                    <a:pt x="86" y="48"/>
                                    <a:pt x="87" y="47"/>
                                  </a:cubicBezTo>
                                  <a:cubicBezTo>
                                    <a:pt x="87" y="47"/>
                                    <a:pt x="86" y="46"/>
                                    <a:pt x="86" y="46"/>
                                  </a:cubicBezTo>
                                  <a:cubicBezTo>
                                    <a:pt x="85" y="45"/>
                                    <a:pt x="87" y="45"/>
                                    <a:pt x="87" y="45"/>
                                  </a:cubicBezTo>
                                  <a:cubicBezTo>
                                    <a:pt x="88" y="45"/>
                                    <a:pt x="87" y="45"/>
                                    <a:pt x="87" y="45"/>
                                  </a:cubicBezTo>
                                  <a:cubicBezTo>
                                    <a:pt x="87" y="44"/>
                                    <a:pt x="87" y="44"/>
                                    <a:pt x="87" y="44"/>
                                  </a:cubicBezTo>
                                  <a:cubicBezTo>
                                    <a:pt x="86" y="44"/>
                                    <a:pt x="85" y="44"/>
                                    <a:pt x="85" y="44"/>
                                  </a:cubicBezTo>
                                  <a:cubicBezTo>
                                    <a:pt x="85" y="44"/>
                                    <a:pt x="85" y="43"/>
                                    <a:pt x="85" y="43"/>
                                  </a:cubicBezTo>
                                  <a:cubicBezTo>
                                    <a:pt x="85" y="43"/>
                                    <a:pt x="85" y="42"/>
                                    <a:pt x="86" y="42"/>
                                  </a:cubicBezTo>
                                  <a:cubicBezTo>
                                    <a:pt x="86" y="42"/>
                                    <a:pt x="86" y="42"/>
                                    <a:pt x="86" y="41"/>
                                  </a:cubicBezTo>
                                  <a:cubicBezTo>
                                    <a:pt x="86" y="41"/>
                                    <a:pt x="86" y="41"/>
                                    <a:pt x="86" y="41"/>
                                  </a:cubicBezTo>
                                  <a:cubicBezTo>
                                    <a:pt x="87" y="40"/>
                                    <a:pt x="87" y="40"/>
                                    <a:pt x="87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90" y="40"/>
                                    <a:pt x="89" y="40"/>
                                  </a:cubicBezTo>
                                  <a:cubicBezTo>
                                    <a:pt x="89" y="40"/>
                                    <a:pt x="89" y="40"/>
                                    <a:pt x="89" y="40"/>
                                  </a:cubicBezTo>
                                  <a:cubicBezTo>
                                    <a:pt x="89" y="39"/>
                                    <a:pt x="89" y="39"/>
                                    <a:pt x="89" y="38"/>
                                  </a:cubicBezTo>
                                  <a:cubicBezTo>
                                    <a:pt x="88" y="37"/>
                                    <a:pt x="89" y="37"/>
                                    <a:pt x="89" y="37"/>
                                  </a:cubicBezTo>
                                  <a:cubicBezTo>
                                    <a:pt x="90" y="36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4"/>
                                    <a:pt x="90" y="34"/>
                                  </a:cubicBezTo>
                                  <a:cubicBezTo>
                                    <a:pt x="90" y="34"/>
                                    <a:pt x="90" y="34"/>
                                    <a:pt x="91" y="34"/>
                                  </a:cubicBezTo>
                                  <a:cubicBezTo>
                                    <a:pt x="91" y="34"/>
                                    <a:pt x="91" y="35"/>
                                    <a:pt x="92" y="35"/>
                                  </a:cubicBezTo>
                                  <a:cubicBezTo>
                                    <a:pt x="92" y="36"/>
                                    <a:pt x="91" y="38"/>
                                    <a:pt x="92" y="38"/>
                                  </a:cubicBezTo>
                                  <a:cubicBezTo>
                                    <a:pt x="92" y="39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3" y="38"/>
                                    <a:pt x="93" y="38"/>
                                  </a:cubicBezTo>
                                  <a:cubicBezTo>
                                    <a:pt x="93" y="37"/>
                                    <a:pt x="93" y="37"/>
                                    <a:pt x="94" y="37"/>
                                  </a:cubicBezTo>
                                  <a:cubicBezTo>
                                    <a:pt x="94" y="37"/>
                                    <a:pt x="95" y="37"/>
                                    <a:pt x="95" y="37"/>
                                  </a:cubicBezTo>
                                  <a:cubicBezTo>
                                    <a:pt x="96" y="37"/>
                                    <a:pt x="95" y="36"/>
                                    <a:pt x="94" y="36"/>
                                  </a:cubicBezTo>
                                  <a:cubicBezTo>
                                    <a:pt x="93" y="36"/>
                                    <a:pt x="93" y="35"/>
                                    <a:pt x="93" y="35"/>
                                  </a:cubicBezTo>
                                  <a:cubicBezTo>
                                    <a:pt x="92" y="34"/>
                                    <a:pt x="92" y="34"/>
                                    <a:pt x="92" y="34"/>
                                  </a:cubicBezTo>
                                  <a:cubicBezTo>
                                    <a:pt x="92" y="33"/>
                                    <a:pt x="93" y="33"/>
                                    <a:pt x="93" y="33"/>
                                  </a:cubicBezTo>
                                  <a:cubicBezTo>
                                    <a:pt x="94" y="32"/>
                                    <a:pt x="94" y="32"/>
                                    <a:pt x="94" y="33"/>
                                  </a:cubicBezTo>
                                  <a:cubicBezTo>
                                    <a:pt x="94" y="34"/>
                                    <a:pt x="95" y="34"/>
                                    <a:pt x="95" y="34"/>
                                  </a:cubicBezTo>
                                  <a:cubicBezTo>
                                    <a:pt x="95" y="35"/>
                                    <a:pt x="95" y="35"/>
                                    <a:pt x="96" y="36"/>
                                  </a:cubicBezTo>
                                  <a:cubicBezTo>
                                    <a:pt x="96" y="36"/>
                                    <a:pt x="97" y="36"/>
                                    <a:pt x="97" y="36"/>
                                  </a:cubicBezTo>
                                  <a:cubicBezTo>
                                    <a:pt x="97" y="36"/>
                                    <a:pt x="98" y="36"/>
                                    <a:pt x="98" y="36"/>
                                  </a:cubicBezTo>
                                  <a:cubicBezTo>
                                    <a:pt x="99" y="37"/>
                                    <a:pt x="97" y="38"/>
                                    <a:pt x="97" y="38"/>
                                  </a:cubicBezTo>
                                  <a:cubicBezTo>
                                    <a:pt x="97" y="38"/>
                                    <a:pt x="97" y="38"/>
                                    <a:pt x="97" y="38"/>
                                  </a:cubicBezTo>
                                  <a:cubicBezTo>
                                    <a:pt x="97" y="38"/>
                                    <a:pt x="98" y="38"/>
                                    <a:pt x="98" y="38"/>
                                  </a:cubicBezTo>
                                  <a:cubicBezTo>
                                    <a:pt x="98" y="38"/>
                                    <a:pt x="98" y="38"/>
                                    <a:pt x="98" y="38"/>
                                  </a:cubicBezTo>
                                  <a:cubicBezTo>
                                    <a:pt x="99" y="38"/>
                                    <a:pt x="98" y="39"/>
                                    <a:pt x="99" y="38"/>
                                  </a:cubicBezTo>
                                  <a:cubicBezTo>
                                    <a:pt x="99" y="38"/>
                                    <a:pt x="99" y="37"/>
                                    <a:pt x="98" y="36"/>
                                  </a:cubicBezTo>
                                  <a:cubicBezTo>
                                    <a:pt x="98" y="35"/>
                                    <a:pt x="97" y="35"/>
                                    <a:pt x="97" y="35"/>
                                  </a:cubicBezTo>
                                  <a:cubicBezTo>
                                    <a:pt x="96" y="35"/>
                                    <a:pt x="95" y="35"/>
                                    <a:pt x="95" y="34"/>
                                  </a:cubicBezTo>
                                  <a:cubicBezTo>
                                    <a:pt x="95" y="33"/>
                                    <a:pt x="96" y="33"/>
                                    <a:pt x="97" y="32"/>
                                  </a:cubicBezTo>
                                  <a:cubicBezTo>
                                    <a:pt x="96" y="32"/>
                                    <a:pt x="95" y="33"/>
                                    <a:pt x="95" y="31"/>
                                  </a:cubicBezTo>
                                  <a:cubicBezTo>
                                    <a:pt x="95" y="31"/>
                                    <a:pt x="95" y="31"/>
                                    <a:pt x="96" y="30"/>
                                  </a:cubicBezTo>
                                  <a:cubicBezTo>
                                    <a:pt x="96" y="30"/>
                                    <a:pt x="96" y="29"/>
                                    <a:pt x="96" y="29"/>
                                  </a:cubicBezTo>
                                  <a:cubicBezTo>
                                    <a:pt x="96" y="29"/>
                                    <a:pt x="96" y="29"/>
                                    <a:pt x="97" y="28"/>
                                  </a:cubicBezTo>
                                  <a:cubicBezTo>
                                    <a:pt x="97" y="28"/>
                                    <a:pt x="97" y="28"/>
                                    <a:pt x="97" y="28"/>
                                  </a:cubicBezTo>
                                  <a:cubicBezTo>
                                    <a:pt x="98" y="28"/>
                                    <a:pt x="99" y="28"/>
                                    <a:pt x="99" y="27"/>
                                  </a:cubicBezTo>
                                  <a:cubicBezTo>
                                    <a:pt x="100" y="27"/>
                                    <a:pt x="100" y="27"/>
                                    <a:pt x="100" y="28"/>
                                  </a:cubicBezTo>
                                  <a:cubicBezTo>
                                    <a:pt x="101" y="28"/>
                                    <a:pt x="100" y="29"/>
                                    <a:pt x="100" y="30"/>
                                  </a:cubicBezTo>
                                  <a:cubicBezTo>
                                    <a:pt x="100" y="30"/>
                                    <a:pt x="100" y="31"/>
                                    <a:pt x="100" y="31"/>
                                  </a:cubicBezTo>
                                  <a:cubicBezTo>
                                    <a:pt x="100" y="32"/>
                                    <a:pt x="100" y="32"/>
                                    <a:pt x="100" y="33"/>
                                  </a:cubicBezTo>
                                  <a:cubicBezTo>
                                    <a:pt x="99" y="33"/>
                                    <a:pt x="99" y="34"/>
                                    <a:pt x="99" y="34"/>
                                  </a:cubicBezTo>
                                  <a:cubicBezTo>
                                    <a:pt x="99" y="35"/>
                                    <a:pt x="99" y="35"/>
                                    <a:pt x="99" y="35"/>
                                  </a:cubicBezTo>
                                  <a:cubicBezTo>
                                    <a:pt x="99" y="35"/>
                                    <a:pt x="100" y="34"/>
                                    <a:pt x="100" y="34"/>
                                  </a:cubicBezTo>
                                  <a:cubicBezTo>
                                    <a:pt x="100" y="33"/>
                                    <a:pt x="100" y="32"/>
                                    <a:pt x="100" y="32"/>
                                  </a:cubicBezTo>
                                  <a:cubicBezTo>
                                    <a:pt x="101" y="30"/>
                                    <a:pt x="102" y="32"/>
                                    <a:pt x="103" y="32"/>
                                  </a:cubicBezTo>
                                  <a:cubicBezTo>
                                    <a:pt x="103" y="32"/>
                                    <a:pt x="102" y="32"/>
                                    <a:pt x="102" y="31"/>
                                  </a:cubicBezTo>
                                  <a:cubicBezTo>
                                    <a:pt x="101" y="31"/>
                                    <a:pt x="101" y="31"/>
                                    <a:pt x="101" y="30"/>
                                  </a:cubicBezTo>
                                  <a:cubicBezTo>
                                    <a:pt x="101" y="29"/>
                                    <a:pt x="101" y="29"/>
                                    <a:pt x="101" y="29"/>
                                  </a:cubicBezTo>
                                  <a:cubicBezTo>
                                    <a:pt x="101" y="28"/>
                                    <a:pt x="101" y="27"/>
                                    <a:pt x="102" y="27"/>
                                  </a:cubicBezTo>
                                  <a:cubicBezTo>
                                    <a:pt x="102" y="27"/>
                                    <a:pt x="102" y="28"/>
                                    <a:pt x="102" y="28"/>
                                  </a:cubicBezTo>
                                  <a:cubicBezTo>
                                    <a:pt x="102" y="28"/>
                                    <a:pt x="102" y="27"/>
                                    <a:pt x="102" y="27"/>
                                  </a:cubicBezTo>
                                  <a:cubicBezTo>
                                    <a:pt x="102" y="27"/>
                                    <a:pt x="102" y="26"/>
                                    <a:pt x="102" y="26"/>
                                  </a:cubicBezTo>
                                  <a:cubicBezTo>
                                    <a:pt x="102" y="26"/>
                                    <a:pt x="103" y="26"/>
                                    <a:pt x="103" y="26"/>
                                  </a:cubicBezTo>
                                  <a:cubicBezTo>
                                    <a:pt x="103" y="25"/>
                                    <a:pt x="103" y="25"/>
                                    <a:pt x="103" y="25"/>
                                  </a:cubicBezTo>
                                  <a:cubicBezTo>
                                    <a:pt x="103" y="25"/>
                                    <a:pt x="104" y="24"/>
                                    <a:pt x="104" y="24"/>
                                  </a:cubicBezTo>
                                  <a:cubicBezTo>
                                    <a:pt x="105" y="25"/>
                                    <a:pt x="105" y="26"/>
                                    <a:pt x="105" y="28"/>
                                  </a:cubicBezTo>
                                  <a:cubicBezTo>
                                    <a:pt x="104" y="28"/>
                                    <a:pt x="104" y="29"/>
                                    <a:pt x="104" y="29"/>
                                  </a:cubicBezTo>
                                  <a:cubicBezTo>
                                    <a:pt x="104" y="30"/>
                                    <a:pt x="105" y="30"/>
                                    <a:pt x="105" y="31"/>
                                  </a:cubicBezTo>
                                  <a:cubicBezTo>
                                    <a:pt x="105" y="32"/>
                                    <a:pt x="104" y="32"/>
                                    <a:pt x="104" y="32"/>
                                  </a:cubicBezTo>
                                  <a:cubicBezTo>
                                    <a:pt x="104" y="32"/>
                                    <a:pt x="104" y="33"/>
                                    <a:pt x="104" y="34"/>
                                  </a:cubicBezTo>
                                  <a:cubicBezTo>
                                    <a:pt x="104" y="34"/>
                                    <a:pt x="104" y="35"/>
                                    <a:pt x="103" y="35"/>
                                  </a:cubicBezTo>
                                  <a:cubicBezTo>
                                    <a:pt x="103" y="36"/>
                                    <a:pt x="102" y="36"/>
                                    <a:pt x="102" y="36"/>
                                  </a:cubicBezTo>
                                  <a:cubicBezTo>
                                    <a:pt x="102" y="36"/>
                                    <a:pt x="102" y="37"/>
                                    <a:pt x="101" y="37"/>
                                  </a:cubicBezTo>
                                  <a:cubicBezTo>
                                    <a:pt x="101" y="38"/>
                                    <a:pt x="102" y="38"/>
                                    <a:pt x="102" y="37"/>
                                  </a:cubicBezTo>
                                  <a:cubicBezTo>
                                    <a:pt x="102" y="37"/>
                                    <a:pt x="103" y="36"/>
                                    <a:pt x="103" y="36"/>
                                  </a:cubicBezTo>
                                  <a:cubicBezTo>
                                    <a:pt x="104" y="36"/>
                                    <a:pt x="104" y="35"/>
                                    <a:pt x="104" y="35"/>
                                  </a:cubicBezTo>
                                  <a:cubicBezTo>
                                    <a:pt x="104" y="34"/>
                                    <a:pt x="105" y="34"/>
                                    <a:pt x="105" y="33"/>
                                  </a:cubicBezTo>
                                  <a:cubicBezTo>
                                    <a:pt x="105" y="33"/>
                                    <a:pt x="105" y="32"/>
                                    <a:pt x="105" y="32"/>
                                  </a:cubicBezTo>
                                  <a:cubicBezTo>
                                    <a:pt x="106" y="32"/>
                                    <a:pt x="106" y="33"/>
                                    <a:pt x="106" y="33"/>
                                  </a:cubicBezTo>
                                  <a:cubicBezTo>
                                    <a:pt x="107" y="33"/>
                                    <a:pt x="107" y="33"/>
                                    <a:pt x="108" y="33"/>
                                  </a:cubicBezTo>
                                  <a:cubicBezTo>
                                    <a:pt x="108" y="33"/>
                                    <a:pt x="107" y="33"/>
                                    <a:pt x="107" y="32"/>
                                  </a:cubicBezTo>
                                  <a:cubicBezTo>
                                    <a:pt x="106" y="32"/>
                                    <a:pt x="106" y="32"/>
                                    <a:pt x="106" y="31"/>
                                  </a:cubicBezTo>
                                  <a:cubicBezTo>
                                    <a:pt x="106" y="31"/>
                                    <a:pt x="106" y="31"/>
                                    <a:pt x="106" y="31"/>
                                  </a:cubicBezTo>
                                  <a:cubicBezTo>
                                    <a:pt x="105" y="30"/>
                                    <a:pt x="105" y="30"/>
                                    <a:pt x="105" y="30"/>
                                  </a:cubicBezTo>
                                  <a:cubicBezTo>
                                    <a:pt x="106" y="29"/>
                                    <a:pt x="106" y="29"/>
                                    <a:pt x="106" y="29"/>
                                  </a:cubicBezTo>
                                  <a:cubicBezTo>
                                    <a:pt x="105" y="29"/>
                                    <a:pt x="105" y="29"/>
                                    <a:pt x="105" y="28"/>
                                  </a:cubicBezTo>
                                  <a:cubicBezTo>
                                    <a:pt x="105" y="28"/>
                                    <a:pt x="107" y="28"/>
                                    <a:pt x="107" y="27"/>
                                  </a:cubicBezTo>
                                  <a:cubicBezTo>
                                    <a:pt x="107" y="27"/>
                                    <a:pt x="107" y="26"/>
                                    <a:pt x="108" y="26"/>
                                  </a:cubicBezTo>
                                  <a:cubicBezTo>
                                    <a:pt x="108" y="25"/>
                                    <a:pt x="109" y="25"/>
                                    <a:pt x="109" y="25"/>
                                  </a:cubicBezTo>
                                  <a:cubicBezTo>
                                    <a:pt x="109" y="25"/>
                                    <a:pt x="108" y="26"/>
                                    <a:pt x="108" y="27"/>
                                  </a:cubicBezTo>
                                  <a:cubicBezTo>
                                    <a:pt x="108" y="27"/>
                                    <a:pt x="109" y="28"/>
                                    <a:pt x="109" y="27"/>
                                  </a:cubicBezTo>
                                  <a:cubicBezTo>
                                    <a:pt x="109" y="27"/>
                                    <a:pt x="109" y="26"/>
                                    <a:pt x="110" y="26"/>
                                  </a:cubicBezTo>
                                  <a:cubicBezTo>
                                    <a:pt x="110" y="26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6"/>
                                    <a:pt x="110" y="26"/>
                                  </a:cubicBezTo>
                                  <a:cubicBezTo>
                                    <a:pt x="110" y="25"/>
                                    <a:pt x="111" y="25"/>
                                    <a:pt x="111" y="25"/>
                                  </a:cubicBezTo>
                                  <a:cubicBezTo>
                                    <a:pt x="110" y="24"/>
                                    <a:pt x="110" y="24"/>
                                    <a:pt x="110" y="24"/>
                                  </a:cubicBezTo>
                                  <a:cubicBezTo>
                                    <a:pt x="110" y="24"/>
                                    <a:pt x="111" y="23"/>
                                    <a:pt x="111" y="23"/>
                                  </a:cubicBezTo>
                                  <a:cubicBezTo>
                                    <a:pt x="111" y="22"/>
                                    <a:pt x="112" y="24"/>
                                    <a:pt x="112" y="24"/>
                                  </a:cubicBezTo>
                                  <a:cubicBezTo>
                                    <a:pt x="113" y="25"/>
                                    <a:pt x="113" y="25"/>
                                    <a:pt x="113" y="25"/>
                                  </a:cubicBezTo>
                                  <a:cubicBezTo>
                                    <a:pt x="114" y="25"/>
                                    <a:pt x="114" y="25"/>
                                    <a:pt x="114" y="26"/>
                                  </a:cubicBezTo>
                                  <a:cubicBezTo>
                                    <a:pt x="115" y="27"/>
                                    <a:pt x="115" y="28"/>
                                    <a:pt x="116" y="29"/>
                                  </a:cubicBezTo>
                                  <a:cubicBezTo>
                                    <a:pt x="117" y="29"/>
                                    <a:pt x="116" y="27"/>
                                    <a:pt x="116" y="27"/>
                                  </a:cubicBezTo>
                                  <a:cubicBezTo>
                                    <a:pt x="116" y="27"/>
                                    <a:pt x="116" y="26"/>
                                    <a:pt x="115" y="26"/>
                                  </a:cubicBezTo>
                                  <a:cubicBezTo>
                                    <a:pt x="115" y="26"/>
                                    <a:pt x="115" y="26"/>
                                    <a:pt x="115" y="25"/>
                                  </a:cubicBezTo>
                                  <a:cubicBezTo>
                                    <a:pt x="115" y="24"/>
                                    <a:pt x="116" y="23"/>
                                    <a:pt x="116" y="25"/>
                                  </a:cubicBezTo>
                                  <a:cubicBezTo>
                                    <a:pt x="116" y="25"/>
                                    <a:pt x="116" y="24"/>
                                    <a:pt x="116" y="23"/>
                                  </a:cubicBezTo>
                                  <a:cubicBezTo>
                                    <a:pt x="116" y="23"/>
                                    <a:pt x="116" y="23"/>
                                    <a:pt x="116" y="23"/>
                                  </a:cubicBezTo>
                                  <a:cubicBezTo>
                                    <a:pt x="115" y="23"/>
                                    <a:pt x="115" y="23"/>
                                    <a:pt x="115" y="23"/>
                                  </a:cubicBezTo>
                                  <a:cubicBezTo>
                                    <a:pt x="115" y="23"/>
                                    <a:pt x="114" y="23"/>
                                    <a:pt x="114" y="23"/>
                                  </a:cubicBezTo>
                                  <a:cubicBezTo>
                                    <a:pt x="114" y="23"/>
                                    <a:pt x="115" y="23"/>
                                    <a:pt x="115" y="22"/>
                                  </a:cubicBezTo>
                                  <a:cubicBezTo>
                                    <a:pt x="115" y="22"/>
                                    <a:pt x="116" y="22"/>
                                    <a:pt x="116" y="22"/>
                                  </a:cubicBezTo>
                                  <a:cubicBezTo>
                                    <a:pt x="116" y="22"/>
                                    <a:pt x="116" y="21"/>
                                    <a:pt x="116" y="21"/>
                                  </a:cubicBezTo>
                                  <a:cubicBezTo>
                                    <a:pt x="116" y="21"/>
                                    <a:pt x="115" y="22"/>
                                    <a:pt x="114" y="22"/>
                                  </a:cubicBezTo>
                                  <a:cubicBezTo>
                                    <a:pt x="114" y="22"/>
                                    <a:pt x="114" y="22"/>
                                    <a:pt x="114" y="22"/>
                                  </a:cubicBezTo>
                                  <a:cubicBezTo>
                                    <a:pt x="113" y="22"/>
                                    <a:pt x="113" y="22"/>
                                    <a:pt x="113" y="22"/>
                                  </a:cubicBezTo>
                                  <a:cubicBezTo>
                                    <a:pt x="113" y="22"/>
                                    <a:pt x="112" y="22"/>
                                    <a:pt x="112" y="21"/>
                                  </a:cubicBezTo>
                                  <a:cubicBezTo>
                                    <a:pt x="112" y="21"/>
                                    <a:pt x="112" y="21"/>
                                    <a:pt x="112" y="20"/>
                                  </a:cubicBezTo>
                                  <a:cubicBezTo>
                                    <a:pt x="112" y="20"/>
                                    <a:pt x="110" y="20"/>
                                    <a:pt x="110" y="19"/>
                                  </a:cubicBezTo>
                                  <a:cubicBezTo>
                                    <a:pt x="111" y="18"/>
                                    <a:pt x="112" y="18"/>
                                    <a:pt x="112" y="19"/>
                                  </a:cubicBezTo>
                                  <a:cubicBezTo>
                                    <a:pt x="113" y="19"/>
                                    <a:pt x="112" y="18"/>
                                    <a:pt x="112" y="17"/>
                                  </a:cubicBezTo>
                                  <a:cubicBezTo>
                                    <a:pt x="113" y="17"/>
                                    <a:pt x="113" y="18"/>
                                    <a:pt x="113" y="18"/>
                                  </a:cubicBezTo>
                                  <a:cubicBezTo>
                                    <a:pt x="114" y="18"/>
                                    <a:pt x="113" y="17"/>
                                    <a:pt x="113" y="16"/>
                                  </a:cubicBezTo>
                                  <a:cubicBezTo>
                                    <a:pt x="114" y="16"/>
                                    <a:pt x="114" y="18"/>
                                    <a:pt x="114" y="18"/>
                                  </a:cubicBezTo>
                                  <a:cubicBezTo>
                                    <a:pt x="114" y="19"/>
                                    <a:pt x="114" y="20"/>
                                    <a:pt x="115" y="21"/>
                                  </a:cubicBezTo>
                                  <a:cubicBezTo>
                                    <a:pt x="115" y="21"/>
                                    <a:pt x="115" y="20"/>
                                    <a:pt x="115" y="19"/>
                                  </a:cubicBezTo>
                                  <a:cubicBezTo>
                                    <a:pt x="115" y="19"/>
                                    <a:pt x="114" y="18"/>
                                    <a:pt x="115" y="18"/>
                                  </a:cubicBezTo>
                                  <a:cubicBezTo>
                                    <a:pt x="115" y="17"/>
                                    <a:pt x="115" y="17"/>
                                    <a:pt x="115" y="17"/>
                                  </a:cubicBezTo>
                                  <a:cubicBezTo>
                                    <a:pt x="116" y="17"/>
                                    <a:pt x="115" y="18"/>
                                    <a:pt x="115" y="18"/>
                                  </a:cubicBezTo>
                                  <a:cubicBezTo>
                                    <a:pt x="116" y="18"/>
                                    <a:pt x="116" y="17"/>
                                    <a:pt x="116" y="17"/>
                                  </a:cubicBezTo>
                                  <a:cubicBezTo>
                                    <a:pt x="116" y="18"/>
                                    <a:pt x="116" y="19"/>
                                    <a:pt x="117" y="18"/>
                                  </a:cubicBezTo>
                                  <a:cubicBezTo>
                                    <a:pt x="117" y="18"/>
                                    <a:pt x="116" y="18"/>
                                    <a:pt x="117" y="18"/>
                                  </a:cubicBezTo>
                                  <a:cubicBezTo>
                                    <a:pt x="117" y="18"/>
                                    <a:pt x="117" y="18"/>
                                    <a:pt x="117" y="18"/>
                                  </a:cubicBezTo>
                                  <a:cubicBezTo>
                                    <a:pt x="118" y="18"/>
                                    <a:pt x="117" y="20"/>
                                    <a:pt x="117" y="20"/>
                                  </a:cubicBezTo>
                                  <a:cubicBezTo>
                                    <a:pt x="117" y="21"/>
                                    <a:pt x="119" y="21"/>
                                    <a:pt x="119" y="21"/>
                                  </a:cubicBezTo>
                                  <a:cubicBezTo>
                                    <a:pt x="119" y="21"/>
                                    <a:pt x="119" y="21"/>
                                    <a:pt x="118" y="20"/>
                                  </a:cubicBezTo>
                                  <a:cubicBezTo>
                                    <a:pt x="118" y="20"/>
                                    <a:pt x="118" y="20"/>
                                    <a:pt x="118" y="19"/>
                                  </a:cubicBezTo>
                                  <a:cubicBezTo>
                                    <a:pt x="118" y="19"/>
                                    <a:pt x="118" y="18"/>
                                    <a:pt x="119" y="19"/>
                                  </a:cubicBezTo>
                                  <a:cubicBezTo>
                                    <a:pt x="119" y="19"/>
                                    <a:pt x="119" y="19"/>
                                    <a:pt x="119" y="19"/>
                                  </a:cubicBezTo>
                                  <a:cubicBezTo>
                                    <a:pt x="120" y="19"/>
                                    <a:pt x="120" y="19"/>
                                    <a:pt x="120" y="19"/>
                                  </a:cubicBezTo>
                                  <a:cubicBezTo>
                                    <a:pt x="121" y="19"/>
                                    <a:pt x="122" y="19"/>
                                    <a:pt x="122" y="20"/>
                                  </a:cubicBezTo>
                                  <a:cubicBezTo>
                                    <a:pt x="122" y="20"/>
                                    <a:pt x="121" y="21"/>
                                    <a:pt x="121" y="21"/>
                                  </a:cubicBezTo>
                                  <a:cubicBezTo>
                                    <a:pt x="120" y="21"/>
                                    <a:pt x="117" y="21"/>
                                    <a:pt x="118" y="23"/>
                                  </a:cubicBezTo>
                                  <a:cubicBezTo>
                                    <a:pt x="118" y="23"/>
                                    <a:pt x="118" y="22"/>
                                    <a:pt x="119" y="22"/>
                                  </a:cubicBezTo>
                                  <a:cubicBezTo>
                                    <a:pt x="119" y="22"/>
                                    <a:pt x="120" y="22"/>
                                    <a:pt x="120" y="22"/>
                                  </a:cubicBezTo>
                                  <a:cubicBezTo>
                                    <a:pt x="121" y="22"/>
                                    <a:pt x="121" y="21"/>
                                    <a:pt x="122" y="21"/>
                                  </a:cubicBezTo>
                                  <a:cubicBezTo>
                                    <a:pt x="122" y="21"/>
                                    <a:pt x="122" y="22"/>
                                    <a:pt x="122" y="23"/>
                                  </a:cubicBezTo>
                                  <a:cubicBezTo>
                                    <a:pt x="122" y="23"/>
                                    <a:pt x="123" y="23"/>
                                    <a:pt x="123" y="23"/>
                                  </a:cubicBezTo>
                                  <a:cubicBezTo>
                                    <a:pt x="123" y="23"/>
                                    <a:pt x="123" y="23"/>
                                    <a:pt x="123" y="24"/>
                                  </a:cubicBezTo>
                                  <a:cubicBezTo>
                                    <a:pt x="123" y="24"/>
                                    <a:pt x="123" y="24"/>
                                    <a:pt x="124" y="24"/>
                                  </a:cubicBezTo>
                                  <a:cubicBezTo>
                                    <a:pt x="124" y="24"/>
                                    <a:pt x="124" y="24"/>
                                    <a:pt x="124" y="24"/>
                                  </a:cubicBezTo>
                                  <a:cubicBezTo>
                                    <a:pt x="124" y="24"/>
                                    <a:pt x="124" y="24"/>
                                    <a:pt x="124" y="24"/>
                                  </a:cubicBezTo>
                                  <a:cubicBezTo>
                                    <a:pt x="125" y="24"/>
                                    <a:pt x="124" y="24"/>
                                    <a:pt x="125" y="24"/>
                                  </a:cubicBezTo>
                                  <a:cubicBezTo>
                                    <a:pt x="125" y="24"/>
                                    <a:pt x="125" y="24"/>
                                    <a:pt x="125" y="24"/>
                                  </a:cubicBezTo>
                                  <a:cubicBezTo>
                                    <a:pt x="126" y="23"/>
                                    <a:pt x="125" y="23"/>
                                    <a:pt x="125" y="23"/>
                                  </a:cubicBezTo>
                                  <a:cubicBezTo>
                                    <a:pt x="125" y="23"/>
                                    <a:pt x="124" y="22"/>
                                    <a:pt x="124" y="22"/>
                                  </a:cubicBezTo>
                                  <a:cubicBezTo>
                                    <a:pt x="123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0"/>
                                    <a:pt x="124" y="20"/>
                                    <a:pt x="125" y="20"/>
                                  </a:cubicBezTo>
                                  <a:cubicBezTo>
                                    <a:pt x="125" y="19"/>
                                    <a:pt x="124" y="20"/>
                                    <a:pt x="124" y="19"/>
                                  </a:cubicBezTo>
                                  <a:cubicBezTo>
                                    <a:pt x="123" y="19"/>
                                    <a:pt x="124" y="19"/>
                                    <a:pt x="124" y="19"/>
                                  </a:cubicBezTo>
                                  <a:cubicBezTo>
                                    <a:pt x="125" y="19"/>
                                    <a:pt x="126" y="19"/>
                                    <a:pt x="126" y="19"/>
                                  </a:cubicBezTo>
                                  <a:cubicBezTo>
                                    <a:pt x="126" y="18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5" y="18"/>
                                    <a:pt x="125" y="18"/>
                                  </a:cubicBezTo>
                                  <a:cubicBezTo>
                                    <a:pt x="126" y="18"/>
                                    <a:pt x="126" y="18"/>
                                    <a:pt x="126" y="17"/>
                                  </a:cubicBezTo>
                                  <a:cubicBezTo>
                                    <a:pt x="126" y="16"/>
                                    <a:pt x="126" y="16"/>
                                    <a:pt x="127" y="15"/>
                                  </a:cubicBezTo>
                                  <a:cubicBezTo>
                                    <a:pt x="127" y="15"/>
                                    <a:pt x="127" y="14"/>
                                    <a:pt x="128" y="14"/>
                                  </a:cubicBezTo>
                                  <a:cubicBezTo>
                                    <a:pt x="129" y="14"/>
                                    <a:pt x="129" y="14"/>
                                    <a:pt x="130" y="14"/>
                                  </a:cubicBezTo>
                                  <a:cubicBezTo>
                                    <a:pt x="130" y="14"/>
                                    <a:pt x="131" y="15"/>
                                    <a:pt x="131" y="14"/>
                                  </a:cubicBezTo>
                                  <a:cubicBezTo>
                                    <a:pt x="132" y="14"/>
                                    <a:pt x="131" y="13"/>
                                    <a:pt x="131" y="13"/>
                                  </a:cubicBezTo>
                                  <a:cubicBezTo>
                                    <a:pt x="130" y="13"/>
                                    <a:pt x="130" y="13"/>
                                    <a:pt x="130" y="13"/>
                                  </a:cubicBezTo>
                                  <a:cubicBezTo>
                                    <a:pt x="130" y="12"/>
                                    <a:pt x="130" y="12"/>
                                    <a:pt x="130" y="12"/>
                                  </a:cubicBezTo>
                                  <a:cubicBezTo>
                                    <a:pt x="131" y="11"/>
                                    <a:pt x="131" y="11"/>
                                    <a:pt x="131" y="10"/>
                                  </a:cubicBezTo>
                                  <a:cubicBezTo>
                                    <a:pt x="131" y="10"/>
                                    <a:pt x="132" y="9"/>
                                    <a:pt x="132" y="10"/>
                                  </a:cubicBezTo>
                                  <a:cubicBezTo>
                                    <a:pt x="133" y="10"/>
                                    <a:pt x="133" y="11"/>
                                    <a:pt x="133" y="11"/>
                                  </a:cubicBezTo>
                                  <a:cubicBezTo>
                                    <a:pt x="134" y="11"/>
                                    <a:pt x="134" y="11"/>
                                    <a:pt x="134" y="10"/>
                                  </a:cubicBezTo>
                                  <a:cubicBezTo>
                                    <a:pt x="134" y="10"/>
                                    <a:pt x="133" y="9"/>
                                    <a:pt x="133" y="9"/>
                                  </a:cubicBezTo>
                                  <a:cubicBezTo>
                                    <a:pt x="132" y="8"/>
                                    <a:pt x="132" y="9"/>
                                    <a:pt x="131" y="8"/>
                                  </a:cubicBezTo>
                                  <a:cubicBezTo>
                                    <a:pt x="131" y="8"/>
                                    <a:pt x="131" y="8"/>
                                    <a:pt x="131" y="7"/>
                                  </a:cubicBezTo>
                                  <a:cubicBezTo>
                                    <a:pt x="131" y="7"/>
                                    <a:pt x="131" y="7"/>
                                    <a:pt x="131" y="6"/>
                                  </a:cubicBezTo>
                                  <a:cubicBezTo>
                                    <a:pt x="131" y="6"/>
                                    <a:pt x="132" y="6"/>
                                    <a:pt x="132" y="6"/>
                                  </a:cubicBezTo>
                                  <a:cubicBezTo>
                                    <a:pt x="132" y="6"/>
                                    <a:pt x="132" y="7"/>
                                    <a:pt x="132" y="7"/>
                                  </a:cubicBezTo>
                                  <a:cubicBezTo>
                                    <a:pt x="132" y="7"/>
                                    <a:pt x="132" y="7"/>
                                    <a:pt x="133" y="7"/>
                                  </a:cubicBezTo>
                                  <a:cubicBezTo>
                                    <a:pt x="133" y="7"/>
                                    <a:pt x="133" y="8"/>
                                    <a:pt x="133" y="8"/>
                                  </a:cubicBezTo>
                                  <a:cubicBezTo>
                                    <a:pt x="134" y="7"/>
                                    <a:pt x="133" y="6"/>
                                    <a:pt x="134" y="6"/>
                                  </a:cubicBezTo>
                                  <a:cubicBezTo>
                                    <a:pt x="134" y="6"/>
                                    <a:pt x="133" y="6"/>
                                    <a:pt x="133" y="5"/>
                                  </a:cubicBezTo>
                                  <a:cubicBezTo>
                                    <a:pt x="133" y="5"/>
                                    <a:pt x="133" y="5"/>
                                    <a:pt x="133" y="4"/>
                                  </a:cubicBezTo>
                                  <a:cubicBezTo>
                                    <a:pt x="133" y="4"/>
                                    <a:pt x="134" y="4"/>
                                    <a:pt x="134" y="4"/>
                                  </a:cubicBezTo>
                                  <a:cubicBezTo>
                                    <a:pt x="135" y="4"/>
                                    <a:pt x="135" y="5"/>
                                    <a:pt x="134" y="5"/>
                                  </a:cubicBezTo>
                                  <a:cubicBezTo>
                                    <a:pt x="136" y="6"/>
                                    <a:pt x="135" y="4"/>
                                    <a:pt x="136" y="4"/>
                                  </a:cubicBezTo>
                                  <a:cubicBezTo>
                                    <a:pt x="136" y="4"/>
                                    <a:pt x="136" y="5"/>
                                    <a:pt x="136" y="5"/>
                                  </a:cubicBezTo>
                                  <a:cubicBezTo>
                                    <a:pt x="136" y="6"/>
                                    <a:pt x="135" y="6"/>
                                    <a:pt x="136" y="6"/>
                                  </a:cubicBezTo>
                                  <a:cubicBezTo>
                                    <a:pt x="136" y="6"/>
                                    <a:pt x="136" y="5"/>
                                    <a:pt x="137" y="5"/>
                                  </a:cubicBezTo>
                                  <a:cubicBezTo>
                                    <a:pt x="137" y="5"/>
                                    <a:pt x="137" y="6"/>
                                    <a:pt x="138" y="6"/>
                                  </a:cubicBezTo>
                                  <a:cubicBezTo>
                                    <a:pt x="138" y="7"/>
                                    <a:pt x="137" y="8"/>
                                    <a:pt x="138" y="8"/>
                                  </a:cubicBezTo>
                                  <a:cubicBezTo>
                                    <a:pt x="138" y="7"/>
                                    <a:pt x="138" y="6"/>
                                    <a:pt x="138" y="6"/>
                                  </a:cubicBezTo>
                                  <a:cubicBezTo>
                                    <a:pt x="138" y="5"/>
                                    <a:pt x="138" y="4"/>
                                    <a:pt x="138" y="4"/>
                                  </a:cubicBezTo>
                                  <a:cubicBezTo>
                                    <a:pt x="139" y="4"/>
                                    <a:pt x="139" y="5"/>
                                    <a:pt x="139" y="6"/>
                                  </a:cubicBezTo>
                                  <a:cubicBezTo>
                                    <a:pt x="139" y="6"/>
                                    <a:pt x="139" y="6"/>
                                    <a:pt x="140" y="6"/>
                                  </a:cubicBezTo>
                                  <a:cubicBezTo>
                                    <a:pt x="140" y="5"/>
                                    <a:pt x="140" y="5"/>
                                    <a:pt x="141" y="6"/>
                                  </a:cubicBezTo>
                                  <a:cubicBezTo>
                                    <a:pt x="141" y="6"/>
                                    <a:pt x="141" y="5"/>
                                    <a:pt x="142" y="5"/>
                                  </a:cubicBezTo>
                                  <a:cubicBezTo>
                                    <a:pt x="142" y="6"/>
                                    <a:pt x="142" y="6"/>
                                    <a:pt x="142" y="7"/>
                                  </a:cubicBezTo>
                                  <a:cubicBezTo>
                                    <a:pt x="142" y="7"/>
                                    <a:pt x="141" y="7"/>
                                    <a:pt x="141" y="8"/>
                                  </a:cubicBezTo>
                                  <a:cubicBezTo>
                                    <a:pt x="141" y="8"/>
                                    <a:pt x="140" y="8"/>
                                    <a:pt x="140" y="8"/>
                                  </a:cubicBezTo>
                                  <a:cubicBezTo>
                                    <a:pt x="140" y="9"/>
                                    <a:pt x="140" y="9"/>
                                    <a:pt x="140" y="9"/>
                                  </a:cubicBezTo>
                                  <a:cubicBezTo>
                                    <a:pt x="140" y="10"/>
                                    <a:pt x="139" y="10"/>
                                    <a:pt x="139" y="10"/>
                                  </a:cubicBezTo>
                                  <a:cubicBezTo>
                                    <a:pt x="138" y="10"/>
                                    <a:pt x="138" y="11"/>
                                    <a:pt x="138" y="11"/>
                                  </a:cubicBezTo>
                                  <a:cubicBezTo>
                                    <a:pt x="137" y="12"/>
                                    <a:pt x="137" y="12"/>
                                    <a:pt x="136" y="13"/>
                                  </a:cubicBezTo>
                                  <a:cubicBezTo>
                                    <a:pt x="137" y="13"/>
                                    <a:pt x="137" y="13"/>
                                    <a:pt x="137" y="14"/>
                                  </a:cubicBezTo>
                                  <a:cubicBezTo>
                                    <a:pt x="137" y="14"/>
                                    <a:pt x="138" y="15"/>
                                    <a:pt x="138" y="16"/>
                                  </a:cubicBezTo>
                                  <a:cubicBezTo>
                                    <a:pt x="137" y="16"/>
                                    <a:pt x="137" y="16"/>
                                    <a:pt x="137" y="17"/>
                                  </a:cubicBezTo>
                                  <a:cubicBezTo>
                                    <a:pt x="136" y="17"/>
                                    <a:pt x="137" y="17"/>
                                    <a:pt x="137" y="17"/>
                                  </a:cubicBezTo>
                                  <a:cubicBezTo>
                                    <a:pt x="137" y="18"/>
                                    <a:pt x="137" y="18"/>
                                    <a:pt x="136" y="18"/>
                                  </a:cubicBezTo>
                                  <a:cubicBezTo>
                                    <a:pt x="136" y="18"/>
                                    <a:pt x="136" y="19"/>
                                    <a:pt x="136" y="19"/>
                                  </a:cubicBezTo>
                                  <a:cubicBezTo>
                                    <a:pt x="135" y="20"/>
                                    <a:pt x="135" y="22"/>
                                    <a:pt x="136" y="22"/>
                                  </a:cubicBezTo>
                                  <a:cubicBezTo>
                                    <a:pt x="136" y="22"/>
                                    <a:pt x="135" y="21"/>
                                    <a:pt x="136" y="21"/>
                                  </a:cubicBezTo>
                                  <a:cubicBezTo>
                                    <a:pt x="136" y="21"/>
                                    <a:pt x="136" y="22"/>
                                    <a:pt x="137" y="22"/>
                                  </a:cubicBezTo>
                                  <a:cubicBezTo>
                                    <a:pt x="137" y="22"/>
                                    <a:pt x="137" y="21"/>
                                    <a:pt x="138" y="20"/>
                                  </a:cubicBezTo>
                                  <a:cubicBezTo>
                                    <a:pt x="138" y="20"/>
                                    <a:pt x="138" y="19"/>
                                    <a:pt x="139" y="18"/>
                                  </a:cubicBezTo>
                                  <a:cubicBezTo>
                                    <a:pt x="139" y="18"/>
                                    <a:pt x="139" y="18"/>
                                    <a:pt x="139" y="17"/>
                                  </a:cubicBezTo>
                                  <a:cubicBezTo>
                                    <a:pt x="139" y="17"/>
                                    <a:pt x="139" y="17"/>
                                    <a:pt x="139" y="17"/>
                                  </a:cubicBezTo>
                                  <a:cubicBezTo>
                                    <a:pt x="138" y="16"/>
                                    <a:pt x="140" y="15"/>
                                    <a:pt x="141" y="14"/>
                                  </a:cubicBezTo>
                                  <a:cubicBezTo>
                                    <a:pt x="142" y="13"/>
                                    <a:pt x="142" y="11"/>
                                    <a:pt x="143" y="10"/>
                                  </a:cubicBezTo>
                                  <a:cubicBezTo>
                                    <a:pt x="143" y="9"/>
                                    <a:pt x="144" y="8"/>
                                    <a:pt x="144" y="8"/>
                                  </a:cubicBezTo>
                                  <a:cubicBezTo>
                                    <a:pt x="144" y="7"/>
                                    <a:pt x="144" y="6"/>
                                    <a:pt x="145" y="6"/>
                                  </a:cubicBezTo>
                                  <a:cubicBezTo>
                                    <a:pt x="145" y="5"/>
                                    <a:pt x="147" y="3"/>
                                    <a:pt x="147" y="5"/>
                                  </a:cubicBezTo>
                                  <a:cubicBezTo>
                                    <a:pt x="148" y="6"/>
                                    <a:pt x="147" y="6"/>
                                    <a:pt x="147" y="7"/>
                                  </a:cubicBezTo>
                                  <a:cubicBezTo>
                                    <a:pt x="147" y="7"/>
                                    <a:pt x="147" y="7"/>
                                    <a:pt x="147" y="8"/>
                                  </a:cubicBezTo>
                                  <a:cubicBezTo>
                                    <a:pt x="147" y="8"/>
                                    <a:pt x="147" y="9"/>
                                    <a:pt x="147" y="10"/>
                                  </a:cubicBezTo>
                                  <a:cubicBezTo>
                                    <a:pt x="146" y="10"/>
                                    <a:pt x="145" y="10"/>
                                    <a:pt x="145" y="11"/>
                                  </a:cubicBezTo>
                                  <a:cubicBezTo>
                                    <a:pt x="145" y="11"/>
                                    <a:pt x="146" y="10"/>
                                    <a:pt x="147" y="10"/>
                                  </a:cubicBezTo>
                                  <a:cubicBezTo>
                                    <a:pt x="147" y="11"/>
                                    <a:pt x="147" y="12"/>
                                    <a:pt x="147" y="13"/>
                                  </a:cubicBezTo>
                                  <a:cubicBezTo>
                                    <a:pt x="146" y="13"/>
                                    <a:pt x="146" y="14"/>
                                    <a:pt x="146" y="15"/>
                                  </a:cubicBezTo>
                                  <a:cubicBezTo>
                                    <a:pt x="146" y="15"/>
                                    <a:pt x="146" y="16"/>
                                    <a:pt x="146" y="16"/>
                                  </a:cubicBezTo>
                                  <a:cubicBezTo>
                                    <a:pt x="146" y="17"/>
                                    <a:pt x="146" y="16"/>
                                    <a:pt x="146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4"/>
                                  </a:cubicBezTo>
                                  <a:cubicBezTo>
                                    <a:pt x="148" y="14"/>
                                    <a:pt x="148" y="14"/>
                                    <a:pt x="148" y="14"/>
                                  </a:cubicBezTo>
                                  <a:cubicBezTo>
                                    <a:pt x="149" y="14"/>
                                    <a:pt x="149" y="14"/>
                                    <a:pt x="150" y="14"/>
                                  </a:cubicBezTo>
                                  <a:cubicBezTo>
                                    <a:pt x="150" y="14"/>
                                    <a:pt x="149" y="13"/>
                                    <a:pt x="149" y="13"/>
                                  </a:cubicBezTo>
                                  <a:cubicBezTo>
                                    <a:pt x="149" y="12"/>
                                    <a:pt x="149" y="11"/>
                                    <a:pt x="150" y="11"/>
                                  </a:cubicBezTo>
                                  <a:cubicBezTo>
                                    <a:pt x="150" y="12"/>
                                    <a:pt x="151" y="13"/>
                                    <a:pt x="151" y="12"/>
                                  </a:cubicBezTo>
                                  <a:cubicBezTo>
                                    <a:pt x="151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0"/>
                                    <a:pt x="150" y="10"/>
                                  </a:cubicBezTo>
                                  <a:cubicBezTo>
                                    <a:pt x="150" y="10"/>
                                    <a:pt x="150" y="10"/>
                                    <a:pt x="150" y="10"/>
                                  </a:cubicBezTo>
                                  <a:cubicBezTo>
                                    <a:pt x="150" y="10"/>
                                    <a:pt x="150" y="9"/>
                                    <a:pt x="150" y="9"/>
                                  </a:cubicBezTo>
                                  <a:cubicBezTo>
                                    <a:pt x="150" y="9"/>
                                    <a:pt x="150" y="9"/>
                                    <a:pt x="150" y="9"/>
                                  </a:cubicBezTo>
                                  <a:cubicBezTo>
                                    <a:pt x="151" y="8"/>
                                    <a:pt x="151" y="9"/>
                                    <a:pt x="151" y="8"/>
                                  </a:cubicBezTo>
                                  <a:cubicBezTo>
                                    <a:pt x="151" y="8"/>
                                    <a:pt x="151" y="8"/>
                                    <a:pt x="151" y="8"/>
                                  </a:cubicBezTo>
                                  <a:cubicBezTo>
                                    <a:pt x="151" y="7"/>
                                    <a:pt x="151" y="7"/>
                                    <a:pt x="152" y="7"/>
                                  </a:cubicBezTo>
                                  <a:cubicBezTo>
                                    <a:pt x="152" y="7"/>
                                    <a:pt x="153" y="8"/>
                                    <a:pt x="153" y="7"/>
                                  </a:cubicBezTo>
                                  <a:cubicBezTo>
                                    <a:pt x="153" y="7"/>
                                    <a:pt x="153" y="7"/>
                                    <a:pt x="153" y="7"/>
                                  </a:cubicBezTo>
                                  <a:cubicBezTo>
                                    <a:pt x="153" y="7"/>
                                    <a:pt x="153" y="7"/>
                                    <a:pt x="153" y="7"/>
                                  </a:cubicBezTo>
                                  <a:cubicBezTo>
                                    <a:pt x="153" y="6"/>
                                    <a:pt x="152" y="6"/>
                                    <a:pt x="152" y="5"/>
                                  </a:cubicBezTo>
                                  <a:cubicBezTo>
                                    <a:pt x="151" y="5"/>
                                    <a:pt x="151" y="6"/>
                                    <a:pt x="151" y="5"/>
                                  </a:cubicBezTo>
                                  <a:cubicBezTo>
                                    <a:pt x="150" y="5"/>
                                    <a:pt x="150" y="5"/>
                                    <a:pt x="150" y="4"/>
                                  </a:cubicBezTo>
                                  <a:cubicBezTo>
                                    <a:pt x="150" y="4"/>
                                    <a:pt x="152" y="5"/>
                                    <a:pt x="151" y="4"/>
                                  </a:cubicBezTo>
                                  <a:cubicBezTo>
                                    <a:pt x="151" y="4"/>
                                    <a:pt x="150" y="3"/>
                                    <a:pt x="151" y="3"/>
                                  </a:cubicBezTo>
                                  <a:cubicBezTo>
                                    <a:pt x="151" y="3"/>
                                    <a:pt x="152" y="3"/>
                                    <a:pt x="152" y="3"/>
                                  </a:cubicBezTo>
                                  <a:cubicBezTo>
                                    <a:pt x="152" y="3"/>
                                    <a:pt x="152" y="3"/>
                                    <a:pt x="152" y="3"/>
                                  </a:cubicBezTo>
                                  <a:cubicBezTo>
                                    <a:pt x="152" y="3"/>
                                    <a:pt x="152" y="3"/>
                                    <a:pt x="152" y="4"/>
                                  </a:cubicBezTo>
                                  <a:cubicBezTo>
                                    <a:pt x="153" y="4"/>
                                    <a:pt x="153" y="4"/>
                                    <a:pt x="153" y="4"/>
                                  </a:cubicBezTo>
                                  <a:cubicBezTo>
                                    <a:pt x="153" y="3"/>
                                    <a:pt x="153" y="3"/>
                                    <a:pt x="153" y="2"/>
                                  </a:cubicBezTo>
                                  <a:cubicBezTo>
                                    <a:pt x="153" y="2"/>
                                    <a:pt x="153" y="2"/>
                                    <a:pt x="153" y="1"/>
                                  </a:cubicBezTo>
                                  <a:cubicBezTo>
                                    <a:pt x="154" y="1"/>
                                    <a:pt x="153" y="1"/>
                                    <a:pt x="154" y="1"/>
                                  </a:cubicBezTo>
                                  <a:cubicBezTo>
                                    <a:pt x="154" y="1"/>
                                    <a:pt x="154" y="2"/>
                                    <a:pt x="154" y="2"/>
                                  </a:cubicBezTo>
                                  <a:cubicBezTo>
                                    <a:pt x="154" y="2"/>
                                    <a:pt x="155" y="2"/>
                                    <a:pt x="155" y="2"/>
                                  </a:cubicBezTo>
                                  <a:cubicBezTo>
                                    <a:pt x="155" y="2"/>
                                    <a:pt x="155" y="2"/>
                                    <a:pt x="155" y="2"/>
                                  </a:cubicBezTo>
                                  <a:cubicBezTo>
                                    <a:pt x="155" y="2"/>
                                    <a:pt x="156" y="3"/>
                                    <a:pt x="156" y="2"/>
                                  </a:cubicBezTo>
                                  <a:cubicBezTo>
                                    <a:pt x="156" y="2"/>
                                    <a:pt x="156" y="2"/>
                                    <a:pt x="156" y="2"/>
                                  </a:cubicBezTo>
                                  <a:cubicBezTo>
                                    <a:pt x="156" y="2"/>
                                    <a:pt x="156" y="2"/>
                                    <a:pt x="156" y="2"/>
                                  </a:cubicBezTo>
                                  <a:cubicBezTo>
                                    <a:pt x="157" y="2"/>
                                    <a:pt x="157" y="2"/>
                                    <a:pt x="157" y="2"/>
                                  </a:cubicBezTo>
                                  <a:cubicBezTo>
                                    <a:pt x="157" y="2"/>
                                    <a:pt x="157" y="2"/>
                                    <a:pt x="157" y="1"/>
                                  </a:cubicBezTo>
                                  <a:cubicBezTo>
                                    <a:pt x="158" y="2"/>
                                    <a:pt x="157" y="3"/>
                                    <a:pt x="157" y="3"/>
                                  </a:cubicBezTo>
                                  <a:cubicBezTo>
                                    <a:pt x="158" y="4"/>
                                    <a:pt x="158" y="3"/>
                                    <a:pt x="159" y="3"/>
                                  </a:cubicBezTo>
                                  <a:cubicBezTo>
                                    <a:pt x="159" y="3"/>
                                    <a:pt x="159" y="3"/>
                                    <a:pt x="159" y="4"/>
                                  </a:cubicBezTo>
                                  <a:cubicBezTo>
                                    <a:pt x="159" y="5"/>
                                    <a:pt x="159" y="5"/>
                                    <a:pt x="159" y="5"/>
                                  </a:cubicBezTo>
                                  <a:cubicBezTo>
                                    <a:pt x="159" y="6"/>
                                    <a:pt x="159" y="6"/>
                                    <a:pt x="158" y="6"/>
                                  </a:cubicBezTo>
                                  <a:cubicBezTo>
                                    <a:pt x="159" y="6"/>
                                    <a:pt x="159" y="6"/>
                                    <a:pt x="159" y="6"/>
                                  </a:cubicBezTo>
                                  <a:cubicBezTo>
                                    <a:pt x="159" y="7"/>
                                    <a:pt x="158" y="7"/>
                                    <a:pt x="158" y="7"/>
                                  </a:cubicBezTo>
                                  <a:cubicBezTo>
                                    <a:pt x="157" y="7"/>
                                    <a:pt x="157" y="7"/>
                                    <a:pt x="157" y="7"/>
                                  </a:cubicBezTo>
                                  <a:cubicBezTo>
                                    <a:pt x="157" y="7"/>
                                    <a:pt x="158" y="7"/>
                                    <a:pt x="158" y="8"/>
                                  </a:cubicBezTo>
                                  <a:cubicBezTo>
                                    <a:pt x="157" y="9"/>
                                    <a:pt x="157" y="8"/>
                                    <a:pt x="156" y="7"/>
                                  </a:cubicBezTo>
                                  <a:cubicBezTo>
                                    <a:pt x="156" y="7"/>
                                    <a:pt x="156" y="7"/>
                                    <a:pt x="155" y="8"/>
                                  </a:cubicBezTo>
                                  <a:cubicBezTo>
                                    <a:pt x="155" y="8"/>
                                    <a:pt x="154" y="7"/>
                                    <a:pt x="154" y="8"/>
                                  </a:cubicBezTo>
                                  <a:cubicBezTo>
                                    <a:pt x="154" y="8"/>
                                    <a:pt x="155" y="8"/>
                                    <a:pt x="155" y="8"/>
                                  </a:cubicBezTo>
                                  <a:cubicBezTo>
                                    <a:pt x="155" y="9"/>
                                    <a:pt x="156" y="8"/>
                                    <a:pt x="156" y="8"/>
                                  </a:cubicBezTo>
                                  <a:cubicBezTo>
                                    <a:pt x="156" y="8"/>
                                    <a:pt x="156" y="8"/>
                                    <a:pt x="156" y="9"/>
                                  </a:cubicBezTo>
                                  <a:cubicBezTo>
                                    <a:pt x="156" y="9"/>
                                    <a:pt x="157" y="8"/>
                                    <a:pt x="157" y="9"/>
                                  </a:cubicBezTo>
                                  <a:cubicBezTo>
                                    <a:pt x="157" y="9"/>
                                    <a:pt x="156" y="10"/>
                                    <a:pt x="156" y="10"/>
                                  </a:cubicBezTo>
                                  <a:cubicBezTo>
                                    <a:pt x="155" y="10"/>
                                    <a:pt x="155" y="10"/>
                                    <a:pt x="155" y="10"/>
                                  </a:cubicBezTo>
                                  <a:cubicBezTo>
                                    <a:pt x="154" y="11"/>
                                    <a:pt x="154" y="11"/>
                                    <a:pt x="153" y="11"/>
                                  </a:cubicBezTo>
                                  <a:cubicBezTo>
                                    <a:pt x="154" y="12"/>
                                    <a:pt x="157" y="9"/>
                                    <a:pt x="158" y="9"/>
                                  </a:cubicBezTo>
                                  <a:cubicBezTo>
                                    <a:pt x="158" y="11"/>
                                    <a:pt x="157" y="12"/>
                                    <a:pt x="156" y="13"/>
                                  </a:cubicBezTo>
                                  <a:cubicBezTo>
                                    <a:pt x="155" y="13"/>
                                    <a:pt x="155" y="14"/>
                                    <a:pt x="155" y="14"/>
                                  </a:cubicBezTo>
                                  <a:cubicBezTo>
                                    <a:pt x="156" y="14"/>
                                    <a:pt x="156" y="13"/>
                                    <a:pt x="156" y="14"/>
                                  </a:cubicBezTo>
                                  <a:cubicBezTo>
                                    <a:pt x="157" y="15"/>
                                    <a:pt x="157" y="14"/>
                                    <a:pt x="158" y="13"/>
                                  </a:cubicBezTo>
                                  <a:cubicBezTo>
                                    <a:pt x="158" y="14"/>
                                    <a:pt x="158" y="14"/>
                                    <a:pt x="158" y="14"/>
                                  </a:cubicBezTo>
                                  <a:cubicBezTo>
                                    <a:pt x="157" y="14"/>
                                    <a:pt x="157" y="15"/>
                                    <a:pt x="157" y="15"/>
                                  </a:cubicBezTo>
                                  <a:cubicBezTo>
                                    <a:pt x="157" y="16"/>
                                    <a:pt x="157" y="17"/>
                                    <a:pt x="157" y="18"/>
                                  </a:cubicBezTo>
                                  <a:cubicBezTo>
                                    <a:pt x="157" y="18"/>
                                    <a:pt x="157" y="19"/>
                                    <a:pt x="157" y="20"/>
                                  </a:cubicBezTo>
                                  <a:cubicBezTo>
                                    <a:pt x="157" y="20"/>
                                    <a:pt x="156" y="21"/>
                                    <a:pt x="157" y="22"/>
                                  </a:cubicBezTo>
                                  <a:cubicBezTo>
                                    <a:pt x="158" y="22"/>
                                    <a:pt x="157" y="19"/>
                                    <a:pt x="157" y="18"/>
                                  </a:cubicBezTo>
                                  <a:cubicBezTo>
                                    <a:pt x="157" y="17"/>
                                    <a:pt x="158" y="16"/>
                                    <a:pt x="158" y="16"/>
                                  </a:cubicBezTo>
                                  <a:cubicBezTo>
                                    <a:pt x="158" y="15"/>
                                    <a:pt x="158" y="14"/>
                                    <a:pt x="159" y="14"/>
                                  </a:cubicBezTo>
                                  <a:cubicBezTo>
                                    <a:pt x="159" y="14"/>
                                    <a:pt x="159" y="14"/>
                                    <a:pt x="159" y="15"/>
                                  </a:cubicBezTo>
                                  <a:cubicBezTo>
                                    <a:pt x="159" y="14"/>
                                    <a:pt x="159" y="14"/>
                                    <a:pt x="159" y="14"/>
                                  </a:cubicBezTo>
                                  <a:cubicBezTo>
                                    <a:pt x="159" y="13"/>
                                    <a:pt x="159" y="13"/>
                                    <a:pt x="159" y="13"/>
                                  </a:cubicBezTo>
                                  <a:cubicBezTo>
                                    <a:pt x="159" y="12"/>
                                    <a:pt x="159" y="12"/>
                                    <a:pt x="159" y="12"/>
                                  </a:cubicBezTo>
                                  <a:cubicBezTo>
                                    <a:pt x="159" y="11"/>
                                    <a:pt x="159" y="11"/>
                                    <a:pt x="159" y="10"/>
                                  </a:cubicBezTo>
                                  <a:cubicBezTo>
                                    <a:pt x="160" y="10"/>
                                    <a:pt x="160" y="10"/>
                                    <a:pt x="160" y="10"/>
                                  </a:cubicBezTo>
                                  <a:cubicBezTo>
                                    <a:pt x="160" y="9"/>
                                    <a:pt x="160" y="9"/>
                                    <a:pt x="160" y="9"/>
                                  </a:cubicBezTo>
                                  <a:cubicBezTo>
                                    <a:pt x="160" y="8"/>
                                    <a:pt x="160" y="7"/>
                                    <a:pt x="161" y="6"/>
                                  </a:cubicBezTo>
                                  <a:cubicBezTo>
                                    <a:pt x="161" y="6"/>
                                    <a:pt x="162" y="6"/>
                                    <a:pt x="163" y="6"/>
                                  </a:cubicBezTo>
                                  <a:cubicBezTo>
                                    <a:pt x="163" y="6"/>
                                    <a:pt x="163" y="6"/>
                                    <a:pt x="163" y="6"/>
                                  </a:cubicBezTo>
                                  <a:cubicBezTo>
                                    <a:pt x="163" y="6"/>
                                    <a:pt x="163" y="6"/>
                                    <a:pt x="163" y="6"/>
                                  </a:cubicBezTo>
                                  <a:cubicBezTo>
                                    <a:pt x="163" y="6"/>
                                    <a:pt x="164" y="6"/>
                                    <a:pt x="164" y="6"/>
                                  </a:cubicBezTo>
                                  <a:cubicBezTo>
                                    <a:pt x="164" y="7"/>
                                    <a:pt x="164" y="7"/>
                                    <a:pt x="164" y="7"/>
                                  </a:cubicBezTo>
                                  <a:cubicBezTo>
                                    <a:pt x="165" y="7"/>
                                    <a:pt x="165" y="7"/>
                                    <a:pt x="165" y="8"/>
                                  </a:cubicBezTo>
                                  <a:cubicBezTo>
                                    <a:pt x="165" y="8"/>
                                    <a:pt x="164" y="9"/>
                                    <a:pt x="165" y="9"/>
                                  </a:cubicBezTo>
                                  <a:cubicBezTo>
                                    <a:pt x="165" y="9"/>
                                    <a:pt x="164" y="10"/>
                                    <a:pt x="165" y="10"/>
                                  </a:cubicBezTo>
                                  <a:cubicBezTo>
                                    <a:pt x="165" y="10"/>
                                    <a:pt x="165" y="10"/>
                                    <a:pt x="165" y="10"/>
                                  </a:cubicBezTo>
                                  <a:cubicBezTo>
                                    <a:pt x="166" y="9"/>
                                    <a:pt x="166" y="9"/>
                                    <a:pt x="166" y="9"/>
                                  </a:cubicBezTo>
                                  <a:cubicBezTo>
                                    <a:pt x="167" y="9"/>
                                    <a:pt x="167" y="9"/>
                                    <a:pt x="167" y="9"/>
                                  </a:cubicBezTo>
                                  <a:cubicBezTo>
                                    <a:pt x="168" y="9"/>
                                    <a:pt x="167" y="9"/>
                                    <a:pt x="168" y="9"/>
                                  </a:cubicBezTo>
                                  <a:cubicBezTo>
                                    <a:pt x="168" y="9"/>
                                    <a:pt x="167" y="10"/>
                                    <a:pt x="167" y="11"/>
                                  </a:cubicBezTo>
                                  <a:cubicBezTo>
                                    <a:pt x="168" y="11"/>
                                    <a:pt x="168" y="10"/>
                                    <a:pt x="169" y="9"/>
                                  </a:cubicBezTo>
                                  <a:cubicBezTo>
                                    <a:pt x="170" y="9"/>
                                    <a:pt x="170" y="9"/>
                                    <a:pt x="171" y="9"/>
                                  </a:cubicBezTo>
                                  <a:cubicBezTo>
                                    <a:pt x="171" y="10"/>
                                    <a:pt x="171" y="10"/>
                                    <a:pt x="170" y="10"/>
                                  </a:cubicBezTo>
                                  <a:cubicBezTo>
                                    <a:pt x="170" y="11"/>
                                    <a:pt x="171" y="11"/>
                                    <a:pt x="171" y="11"/>
                                  </a:cubicBezTo>
                                  <a:cubicBezTo>
                                    <a:pt x="171" y="11"/>
                                    <a:pt x="172" y="11"/>
                                    <a:pt x="172" y="11"/>
                                  </a:cubicBezTo>
                                  <a:cubicBezTo>
                                    <a:pt x="172" y="13"/>
                                    <a:pt x="170" y="12"/>
                                    <a:pt x="170" y="13"/>
                                  </a:cubicBezTo>
                                  <a:cubicBezTo>
                                    <a:pt x="170" y="13"/>
                                    <a:pt x="171" y="13"/>
                                    <a:pt x="172" y="13"/>
                                  </a:cubicBezTo>
                                  <a:cubicBezTo>
                                    <a:pt x="172" y="13"/>
                                    <a:pt x="173" y="12"/>
                                    <a:pt x="173" y="13"/>
                                  </a:cubicBezTo>
                                  <a:cubicBezTo>
                                    <a:pt x="173" y="13"/>
                                    <a:pt x="173" y="13"/>
                                    <a:pt x="173" y="13"/>
                                  </a:cubicBezTo>
                                  <a:cubicBezTo>
                                    <a:pt x="174" y="14"/>
                                    <a:pt x="174" y="14"/>
                                    <a:pt x="174" y="14"/>
                                  </a:cubicBezTo>
                                  <a:cubicBezTo>
                                    <a:pt x="174" y="14"/>
                                    <a:pt x="174" y="15"/>
                                    <a:pt x="175" y="15"/>
                                  </a:cubicBezTo>
                                  <a:cubicBezTo>
                                    <a:pt x="175" y="15"/>
                                    <a:pt x="175" y="15"/>
                                    <a:pt x="175" y="14"/>
                                  </a:cubicBezTo>
                                  <a:cubicBezTo>
                                    <a:pt x="176" y="14"/>
                                    <a:pt x="176" y="15"/>
                                    <a:pt x="176" y="15"/>
                                  </a:cubicBezTo>
                                  <a:cubicBezTo>
                                    <a:pt x="176" y="16"/>
                                    <a:pt x="176" y="16"/>
                                    <a:pt x="176" y="17"/>
                                  </a:cubicBezTo>
                                  <a:cubicBezTo>
                                    <a:pt x="176" y="17"/>
                                    <a:pt x="177" y="17"/>
                                    <a:pt x="176" y="17"/>
                                  </a:cubicBezTo>
                                  <a:cubicBezTo>
                                    <a:pt x="176" y="18"/>
                                    <a:pt x="176" y="18"/>
                                    <a:pt x="175" y="18"/>
                                  </a:cubicBezTo>
                                  <a:cubicBezTo>
                                    <a:pt x="175" y="18"/>
                                    <a:pt x="174" y="18"/>
                                    <a:pt x="173" y="18"/>
                                  </a:cubicBezTo>
                                  <a:cubicBezTo>
                                    <a:pt x="173" y="18"/>
                                    <a:pt x="173" y="19"/>
                                    <a:pt x="173" y="19"/>
                                  </a:cubicBezTo>
                                  <a:cubicBezTo>
                                    <a:pt x="173" y="19"/>
                                    <a:pt x="173" y="19"/>
                                    <a:pt x="173" y="19"/>
                                  </a:cubicBezTo>
                                  <a:cubicBezTo>
                                    <a:pt x="172" y="20"/>
                                    <a:pt x="172" y="19"/>
                                    <a:pt x="172" y="20"/>
                                  </a:cubicBezTo>
                                  <a:cubicBezTo>
                                    <a:pt x="172" y="20"/>
                                    <a:pt x="172" y="21"/>
                                    <a:pt x="172" y="21"/>
                                  </a:cubicBezTo>
                                  <a:cubicBezTo>
                                    <a:pt x="171" y="21"/>
                                    <a:pt x="171" y="21"/>
                                    <a:pt x="171" y="22"/>
                                  </a:cubicBezTo>
                                  <a:cubicBezTo>
                                    <a:pt x="170" y="22"/>
                                    <a:pt x="170" y="22"/>
                                    <a:pt x="169" y="22"/>
                                  </a:cubicBezTo>
                                  <a:cubicBezTo>
                                    <a:pt x="168" y="22"/>
                                    <a:pt x="166" y="21"/>
                                    <a:pt x="165" y="21"/>
                                  </a:cubicBezTo>
                                  <a:cubicBezTo>
                                    <a:pt x="164" y="21"/>
                                    <a:pt x="163" y="21"/>
                                    <a:pt x="161" y="20"/>
                                  </a:cubicBezTo>
                                  <a:cubicBezTo>
                                    <a:pt x="161" y="20"/>
                                    <a:pt x="160" y="20"/>
                                    <a:pt x="160" y="20"/>
                                  </a:cubicBezTo>
                                  <a:cubicBezTo>
                                    <a:pt x="159" y="20"/>
                                    <a:pt x="161" y="20"/>
                                    <a:pt x="161" y="21"/>
                                  </a:cubicBezTo>
                                  <a:cubicBezTo>
                                    <a:pt x="161" y="21"/>
                                    <a:pt x="160" y="21"/>
                                    <a:pt x="160" y="21"/>
                                  </a:cubicBezTo>
                                  <a:cubicBezTo>
                                    <a:pt x="160" y="22"/>
                                    <a:pt x="161" y="21"/>
                                    <a:pt x="161" y="21"/>
                                  </a:cubicBezTo>
                                  <a:cubicBezTo>
                                    <a:pt x="162" y="22"/>
                                    <a:pt x="161" y="22"/>
                                    <a:pt x="162" y="22"/>
                                  </a:cubicBezTo>
                                  <a:cubicBezTo>
                                    <a:pt x="162" y="22"/>
                                    <a:pt x="162" y="22"/>
                                    <a:pt x="162" y="22"/>
                                  </a:cubicBezTo>
                                  <a:cubicBezTo>
                                    <a:pt x="163" y="22"/>
                                    <a:pt x="164" y="22"/>
                                    <a:pt x="164" y="23"/>
                                  </a:cubicBezTo>
                                  <a:cubicBezTo>
                                    <a:pt x="164" y="23"/>
                                    <a:pt x="164" y="23"/>
                                    <a:pt x="165" y="23"/>
                                  </a:cubicBezTo>
                                  <a:cubicBezTo>
                                    <a:pt x="165" y="23"/>
                                    <a:pt x="166" y="23"/>
                                    <a:pt x="166" y="24"/>
                                  </a:cubicBezTo>
                                  <a:cubicBezTo>
                                    <a:pt x="167" y="24"/>
                                    <a:pt x="168" y="24"/>
                                    <a:pt x="166" y="25"/>
                                  </a:cubicBezTo>
                                  <a:cubicBezTo>
                                    <a:pt x="166" y="25"/>
                                    <a:pt x="165" y="25"/>
                                    <a:pt x="165" y="26"/>
                                  </a:cubicBezTo>
                                  <a:cubicBezTo>
                                    <a:pt x="165" y="27"/>
                                    <a:pt x="167" y="25"/>
                                    <a:pt x="167" y="25"/>
                                  </a:cubicBezTo>
                                  <a:cubicBezTo>
                                    <a:pt x="167" y="26"/>
                                    <a:pt x="167" y="25"/>
                                    <a:pt x="167" y="25"/>
                                  </a:cubicBezTo>
                                  <a:cubicBezTo>
                                    <a:pt x="168" y="26"/>
                                    <a:pt x="168" y="27"/>
                                    <a:pt x="167" y="28"/>
                                  </a:cubicBezTo>
                                  <a:cubicBezTo>
                                    <a:pt x="167" y="28"/>
                                    <a:pt x="167" y="28"/>
                                    <a:pt x="167" y="29"/>
                                  </a:cubicBezTo>
                                  <a:cubicBezTo>
                                    <a:pt x="167" y="29"/>
                                    <a:pt x="166" y="29"/>
                                    <a:pt x="166" y="30"/>
                                  </a:cubicBezTo>
                                  <a:cubicBezTo>
                                    <a:pt x="167" y="30"/>
                                    <a:pt x="167" y="29"/>
                                    <a:pt x="167" y="29"/>
                                  </a:cubicBezTo>
                                  <a:cubicBezTo>
                                    <a:pt x="168" y="29"/>
                                    <a:pt x="168" y="29"/>
                                    <a:pt x="168" y="29"/>
                                  </a:cubicBezTo>
                                  <a:cubicBezTo>
                                    <a:pt x="169" y="29"/>
                                    <a:pt x="169" y="28"/>
                                    <a:pt x="169" y="28"/>
                                  </a:cubicBezTo>
                                  <a:cubicBezTo>
                                    <a:pt x="170" y="29"/>
                                    <a:pt x="169" y="29"/>
                                    <a:pt x="169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30"/>
                                    <a:pt x="171" y="29"/>
                                  </a:cubicBezTo>
                                  <a:cubicBezTo>
                                    <a:pt x="171" y="29"/>
                                    <a:pt x="170" y="29"/>
                                    <a:pt x="170" y="28"/>
                                  </a:cubicBezTo>
                                  <a:cubicBezTo>
                                    <a:pt x="170" y="28"/>
                                    <a:pt x="171" y="28"/>
                                    <a:pt x="171" y="28"/>
                                  </a:cubicBezTo>
                                  <a:cubicBezTo>
                                    <a:pt x="171" y="28"/>
                                    <a:pt x="171" y="27"/>
                                    <a:pt x="171" y="27"/>
                                  </a:cubicBezTo>
                                  <a:cubicBezTo>
                                    <a:pt x="171" y="27"/>
                                    <a:pt x="171" y="26"/>
                                    <a:pt x="171" y="26"/>
                                  </a:cubicBezTo>
                                  <a:cubicBezTo>
                                    <a:pt x="171" y="26"/>
                                    <a:pt x="171" y="26"/>
                                    <a:pt x="171" y="26"/>
                                  </a:cubicBezTo>
                                  <a:cubicBezTo>
                                    <a:pt x="172" y="26"/>
                                    <a:pt x="171" y="26"/>
                                    <a:pt x="171" y="27"/>
                                  </a:cubicBezTo>
                                  <a:cubicBezTo>
                                    <a:pt x="171" y="27"/>
                                    <a:pt x="171" y="27"/>
                                    <a:pt x="171" y="27"/>
                                  </a:cubicBezTo>
                                  <a:cubicBezTo>
                                    <a:pt x="171" y="27"/>
                                    <a:pt x="172" y="27"/>
                                    <a:pt x="172" y="27"/>
                                  </a:cubicBezTo>
                                  <a:cubicBezTo>
                                    <a:pt x="172" y="28"/>
                                    <a:pt x="172" y="28"/>
                                    <a:pt x="172" y="29"/>
                                  </a:cubicBezTo>
                                  <a:cubicBezTo>
                                    <a:pt x="172" y="30"/>
                                    <a:pt x="172" y="30"/>
                                    <a:pt x="173" y="29"/>
                                  </a:cubicBezTo>
                                  <a:cubicBezTo>
                                    <a:pt x="173" y="29"/>
                                    <a:pt x="172" y="28"/>
                                    <a:pt x="173" y="27"/>
                                  </a:cubicBezTo>
                                  <a:cubicBezTo>
                                    <a:pt x="174" y="27"/>
                                    <a:pt x="174" y="27"/>
                                    <a:pt x="174" y="28"/>
                                  </a:cubicBezTo>
                                  <a:cubicBezTo>
                                    <a:pt x="174" y="28"/>
                                    <a:pt x="175" y="27"/>
                                    <a:pt x="175" y="27"/>
                                  </a:cubicBezTo>
                                  <a:cubicBezTo>
                                    <a:pt x="175" y="28"/>
                                    <a:pt x="175" y="29"/>
                                    <a:pt x="176" y="30"/>
                                  </a:cubicBezTo>
                                  <a:cubicBezTo>
                                    <a:pt x="176" y="31"/>
                                    <a:pt x="176" y="32"/>
                                    <a:pt x="175" y="33"/>
                                  </a:cubicBezTo>
                                  <a:cubicBezTo>
                                    <a:pt x="175" y="33"/>
                                    <a:pt x="174" y="33"/>
                                    <a:pt x="173" y="33"/>
                                  </a:cubicBezTo>
                                  <a:cubicBezTo>
                                    <a:pt x="172" y="32"/>
                                    <a:pt x="173" y="32"/>
                                    <a:pt x="172" y="31"/>
                                  </a:cubicBezTo>
                                  <a:cubicBezTo>
                                    <a:pt x="172" y="31"/>
                                    <a:pt x="171" y="30"/>
                                    <a:pt x="171" y="30"/>
                                  </a:cubicBezTo>
                                  <a:cubicBezTo>
                                    <a:pt x="170" y="30"/>
                                    <a:pt x="171" y="31"/>
                                    <a:pt x="171" y="32"/>
                                  </a:cubicBezTo>
                                  <a:cubicBezTo>
                                    <a:pt x="171" y="32"/>
                                    <a:pt x="171" y="34"/>
                                    <a:pt x="170" y="34"/>
                                  </a:cubicBezTo>
                                  <a:cubicBezTo>
                                    <a:pt x="170" y="35"/>
                                    <a:pt x="169" y="36"/>
                                    <a:pt x="169" y="36"/>
                                  </a:cubicBezTo>
                                  <a:cubicBezTo>
                                    <a:pt x="168" y="36"/>
                                    <a:pt x="168" y="36"/>
                                    <a:pt x="167" y="36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6" y="37"/>
                                    <a:pt x="166" y="37"/>
                                    <a:pt x="165" y="37"/>
                                  </a:cubicBezTo>
                                  <a:cubicBezTo>
                                    <a:pt x="164" y="38"/>
                                    <a:pt x="165" y="39"/>
                                    <a:pt x="164" y="40"/>
                                  </a:cubicBezTo>
                                  <a:cubicBezTo>
                                    <a:pt x="164" y="42"/>
                                    <a:pt x="162" y="43"/>
                                    <a:pt x="161" y="41"/>
                                  </a:cubicBezTo>
                                  <a:cubicBezTo>
                                    <a:pt x="161" y="40"/>
                                    <a:pt x="162" y="38"/>
                                    <a:pt x="163" y="37"/>
                                  </a:cubicBezTo>
                                  <a:cubicBezTo>
                                    <a:pt x="163" y="37"/>
                                    <a:pt x="164" y="36"/>
                                    <a:pt x="164" y="35"/>
                                  </a:cubicBezTo>
                                  <a:cubicBezTo>
                                    <a:pt x="165" y="34"/>
                                    <a:pt x="165" y="33"/>
                                    <a:pt x="164" y="33"/>
                                  </a:cubicBezTo>
                                  <a:cubicBezTo>
                                    <a:pt x="164" y="32"/>
                                    <a:pt x="164" y="31"/>
                                    <a:pt x="164" y="30"/>
                                  </a:cubicBezTo>
                                  <a:cubicBezTo>
                                    <a:pt x="163" y="30"/>
                                    <a:pt x="162" y="29"/>
                                    <a:pt x="162" y="29"/>
                                  </a:cubicBezTo>
                                  <a:cubicBezTo>
                                    <a:pt x="161" y="28"/>
                                    <a:pt x="160" y="28"/>
                                    <a:pt x="159" y="27"/>
                                  </a:cubicBezTo>
                                  <a:cubicBezTo>
                                    <a:pt x="159" y="27"/>
                                    <a:pt x="159" y="27"/>
                                    <a:pt x="158" y="27"/>
                                  </a:cubicBezTo>
                                  <a:cubicBezTo>
                                    <a:pt x="158" y="26"/>
                                    <a:pt x="158" y="26"/>
                                    <a:pt x="158" y="26"/>
                                  </a:cubicBezTo>
                                  <a:cubicBezTo>
                                    <a:pt x="157" y="25"/>
                                    <a:pt x="157" y="25"/>
                                    <a:pt x="156" y="24"/>
                                  </a:cubicBezTo>
                                  <a:cubicBezTo>
                                    <a:pt x="156" y="24"/>
                                    <a:pt x="156" y="24"/>
                                    <a:pt x="156" y="23"/>
                                  </a:cubicBezTo>
                                  <a:cubicBezTo>
                                    <a:pt x="155" y="23"/>
                                    <a:pt x="155" y="22"/>
                                    <a:pt x="155" y="22"/>
                                  </a:cubicBezTo>
                                  <a:cubicBezTo>
                                    <a:pt x="154" y="22"/>
                                    <a:pt x="154" y="22"/>
                                    <a:pt x="153" y="22"/>
                                  </a:cubicBezTo>
                                  <a:cubicBezTo>
                                    <a:pt x="153" y="23"/>
                                    <a:pt x="152" y="23"/>
                                    <a:pt x="152" y="24"/>
                                  </a:cubicBezTo>
                                  <a:cubicBezTo>
                                    <a:pt x="151" y="25"/>
                                    <a:pt x="151" y="25"/>
                                    <a:pt x="150" y="25"/>
                                  </a:cubicBezTo>
                                  <a:cubicBezTo>
                                    <a:pt x="149" y="25"/>
                                    <a:pt x="149" y="25"/>
                                    <a:pt x="148" y="25"/>
                                  </a:cubicBezTo>
                                  <a:cubicBezTo>
                                    <a:pt x="147" y="25"/>
                                    <a:pt x="146" y="25"/>
                                    <a:pt x="145" y="27"/>
                                  </a:cubicBezTo>
                                  <a:cubicBezTo>
                                    <a:pt x="145" y="27"/>
                                    <a:pt x="145" y="28"/>
                                    <a:pt x="144" y="28"/>
                                  </a:cubicBezTo>
                                  <a:cubicBezTo>
                                    <a:pt x="144" y="29"/>
                                    <a:pt x="143" y="29"/>
                                    <a:pt x="143" y="29"/>
                                  </a:cubicBezTo>
                                  <a:cubicBezTo>
                                    <a:pt x="142" y="30"/>
                                    <a:pt x="142" y="31"/>
                                    <a:pt x="142" y="31"/>
                                  </a:cubicBezTo>
                                  <a:cubicBezTo>
                                    <a:pt x="142" y="32"/>
                                    <a:pt x="142" y="33"/>
                                    <a:pt x="142" y="34"/>
                                  </a:cubicBezTo>
                                  <a:cubicBezTo>
                                    <a:pt x="141" y="35"/>
                                    <a:pt x="142" y="35"/>
                                    <a:pt x="142" y="36"/>
                                  </a:cubicBezTo>
                                  <a:cubicBezTo>
                                    <a:pt x="141" y="37"/>
                                    <a:pt x="141" y="37"/>
                                    <a:pt x="141" y="38"/>
                                  </a:cubicBezTo>
                                  <a:cubicBezTo>
                                    <a:pt x="141" y="39"/>
                                    <a:pt x="141" y="40"/>
                                    <a:pt x="141" y="41"/>
                                  </a:cubicBezTo>
                                  <a:cubicBezTo>
                                    <a:pt x="141" y="41"/>
                                    <a:pt x="141" y="41"/>
                                    <a:pt x="141" y="42"/>
                                  </a:cubicBezTo>
                                  <a:cubicBezTo>
                                    <a:pt x="141" y="42"/>
                                    <a:pt x="141" y="42"/>
                                    <a:pt x="141" y="43"/>
                                  </a:cubicBezTo>
                                  <a:cubicBezTo>
                                    <a:pt x="141" y="43"/>
                                    <a:pt x="141" y="43"/>
                                    <a:pt x="141" y="44"/>
                                  </a:cubicBezTo>
                                  <a:cubicBezTo>
                                    <a:pt x="141" y="44"/>
                                    <a:pt x="141" y="44"/>
                                    <a:pt x="140" y="44"/>
                                  </a:cubicBezTo>
                                  <a:cubicBezTo>
                                    <a:pt x="140" y="45"/>
                                    <a:pt x="139" y="45"/>
                                    <a:pt x="139" y="45"/>
                                  </a:cubicBezTo>
                                  <a:cubicBezTo>
                                    <a:pt x="138" y="45"/>
                                    <a:pt x="137" y="46"/>
                                    <a:pt x="137" y="48"/>
                                  </a:cubicBezTo>
                                  <a:cubicBezTo>
                                    <a:pt x="137" y="48"/>
                                    <a:pt x="137" y="49"/>
                                    <a:pt x="136" y="49"/>
                                  </a:cubicBezTo>
                                  <a:cubicBezTo>
                                    <a:pt x="136" y="50"/>
                                    <a:pt x="136" y="50"/>
                                    <a:pt x="136" y="50"/>
                                  </a:cubicBezTo>
                                  <a:cubicBezTo>
                                    <a:pt x="136" y="50"/>
                                    <a:pt x="136" y="50"/>
                                    <a:pt x="135" y="50"/>
                                  </a:cubicBezTo>
                                  <a:cubicBezTo>
                                    <a:pt x="135" y="51"/>
                                    <a:pt x="135" y="51"/>
                                    <a:pt x="135" y="50"/>
                                  </a:cubicBezTo>
                                  <a:cubicBezTo>
                                    <a:pt x="134" y="50"/>
                                    <a:pt x="134" y="50"/>
                                    <a:pt x="133" y="49"/>
                                  </a:cubicBezTo>
                                  <a:cubicBezTo>
                                    <a:pt x="133" y="49"/>
                                    <a:pt x="132" y="49"/>
                                    <a:pt x="132" y="48"/>
                                  </a:cubicBezTo>
                                  <a:cubicBezTo>
                                    <a:pt x="131" y="48"/>
                                    <a:pt x="131" y="48"/>
                                    <a:pt x="130" y="47"/>
                                  </a:cubicBezTo>
                                  <a:cubicBezTo>
                                    <a:pt x="130" y="47"/>
                                    <a:pt x="129" y="47"/>
                                    <a:pt x="128" y="47"/>
                                  </a:cubicBezTo>
                                  <a:cubicBezTo>
                                    <a:pt x="128" y="47"/>
                                    <a:pt x="128" y="47"/>
                                    <a:pt x="127" y="47"/>
                                  </a:cubicBezTo>
                                  <a:cubicBezTo>
                                    <a:pt x="127" y="48"/>
                                    <a:pt x="127" y="48"/>
                                    <a:pt x="126" y="49"/>
                                  </a:cubicBezTo>
                                  <a:cubicBezTo>
                                    <a:pt x="125" y="49"/>
                                    <a:pt x="125" y="49"/>
                                    <a:pt x="124" y="49"/>
                                  </a:cubicBezTo>
                                  <a:cubicBezTo>
                                    <a:pt x="124" y="50"/>
                                    <a:pt x="123" y="50"/>
                                    <a:pt x="123" y="49"/>
                                  </a:cubicBezTo>
                                  <a:cubicBezTo>
                                    <a:pt x="122" y="49"/>
                                    <a:pt x="122" y="49"/>
                                    <a:pt x="122" y="49"/>
                                  </a:cubicBezTo>
                                  <a:cubicBezTo>
                                    <a:pt x="121" y="49"/>
                                    <a:pt x="121" y="49"/>
                                    <a:pt x="120" y="48"/>
                                  </a:cubicBezTo>
                                  <a:cubicBezTo>
                                    <a:pt x="119" y="48"/>
                                    <a:pt x="119" y="48"/>
                                    <a:pt x="118" y="48"/>
                                  </a:cubicBezTo>
                                  <a:cubicBezTo>
                                    <a:pt x="118" y="47"/>
                                    <a:pt x="118" y="46"/>
                                    <a:pt x="117" y="45"/>
                                  </a:cubicBezTo>
                                  <a:cubicBezTo>
                                    <a:pt x="117" y="44"/>
                                    <a:pt x="117" y="44"/>
                                    <a:pt x="117" y="43"/>
                                  </a:cubicBezTo>
                                  <a:cubicBezTo>
                                    <a:pt x="116" y="43"/>
                                    <a:pt x="116" y="43"/>
                                    <a:pt x="116" y="42"/>
                                  </a:cubicBezTo>
                                  <a:cubicBezTo>
                                    <a:pt x="115" y="41"/>
                                    <a:pt x="114" y="40"/>
                                    <a:pt x="114" y="39"/>
                                  </a:cubicBezTo>
                                  <a:cubicBezTo>
                                    <a:pt x="113" y="39"/>
                                    <a:pt x="113" y="38"/>
                                    <a:pt x="113" y="38"/>
                                  </a:cubicBezTo>
                                  <a:cubicBezTo>
                                    <a:pt x="113" y="38"/>
                                    <a:pt x="112" y="38"/>
                                    <a:pt x="112" y="38"/>
                                  </a:cubicBezTo>
                                  <a:cubicBezTo>
                                    <a:pt x="112" y="37"/>
                                    <a:pt x="111" y="37"/>
                                    <a:pt x="111" y="37"/>
                                  </a:cubicBezTo>
                                  <a:cubicBezTo>
                                    <a:pt x="110" y="38"/>
                                    <a:pt x="110" y="38"/>
                                    <a:pt x="109" y="39"/>
                                  </a:cubicBezTo>
                                  <a:cubicBezTo>
                                    <a:pt x="109" y="39"/>
                                    <a:pt x="110" y="40"/>
                                    <a:pt x="110" y="41"/>
                                  </a:cubicBezTo>
                                  <a:cubicBezTo>
                                    <a:pt x="110" y="42"/>
                                    <a:pt x="109" y="42"/>
                                    <a:pt x="108" y="41"/>
                                  </a:cubicBezTo>
                                  <a:cubicBezTo>
                                    <a:pt x="108" y="41"/>
                                    <a:pt x="107" y="41"/>
                                    <a:pt x="107" y="41"/>
                                  </a:cubicBezTo>
                                  <a:cubicBezTo>
                                    <a:pt x="106" y="41"/>
                                    <a:pt x="106" y="42"/>
                                    <a:pt x="106" y="42"/>
                                  </a:cubicBezTo>
                                  <a:cubicBezTo>
                                    <a:pt x="106" y="42"/>
                                    <a:pt x="106" y="42"/>
                                    <a:pt x="106" y="42"/>
                                  </a:cubicBezTo>
                                  <a:close/>
                                  <a:moveTo>
                                    <a:pt x="21" y="136"/>
                                  </a:moveTo>
                                  <a:cubicBezTo>
                                    <a:pt x="21" y="136"/>
                                    <a:pt x="21" y="136"/>
                                    <a:pt x="20" y="136"/>
                                  </a:cubicBezTo>
                                  <a:cubicBezTo>
                                    <a:pt x="20" y="136"/>
                                    <a:pt x="20" y="136"/>
                                    <a:pt x="20" y="137"/>
                                  </a:cubicBezTo>
                                  <a:cubicBezTo>
                                    <a:pt x="20" y="137"/>
                                    <a:pt x="20" y="137"/>
                                    <a:pt x="20" y="137"/>
                                  </a:cubicBezTo>
                                  <a:cubicBezTo>
                                    <a:pt x="20" y="137"/>
                                    <a:pt x="21" y="138"/>
                                    <a:pt x="21" y="138"/>
                                  </a:cubicBezTo>
                                  <a:cubicBezTo>
                                    <a:pt x="21" y="138"/>
                                    <a:pt x="22" y="138"/>
                                    <a:pt x="22" y="137"/>
                                  </a:cubicBezTo>
                                  <a:cubicBezTo>
                                    <a:pt x="22" y="137"/>
                                    <a:pt x="22" y="136"/>
                                    <a:pt x="22" y="136"/>
                                  </a:cubicBezTo>
                                  <a:cubicBezTo>
                                    <a:pt x="22" y="136"/>
                                    <a:pt x="22" y="135"/>
                                    <a:pt x="21" y="136"/>
                                  </a:cubicBezTo>
                                  <a:close/>
                                  <a:moveTo>
                                    <a:pt x="24" y="134"/>
                                  </a:moveTo>
                                  <a:cubicBezTo>
                                    <a:pt x="24" y="135"/>
                                    <a:pt x="22" y="136"/>
                                    <a:pt x="23" y="136"/>
                                  </a:cubicBezTo>
                                  <a:cubicBezTo>
                                    <a:pt x="24" y="137"/>
                                    <a:pt x="24" y="136"/>
                                    <a:pt x="25" y="136"/>
                                  </a:cubicBezTo>
                                  <a:cubicBezTo>
                                    <a:pt x="26" y="136"/>
                                    <a:pt x="26" y="136"/>
                                    <a:pt x="27" y="135"/>
                                  </a:cubicBezTo>
                                  <a:cubicBezTo>
                                    <a:pt x="27" y="135"/>
                                    <a:pt x="28" y="135"/>
                                    <a:pt x="29" y="134"/>
                                  </a:cubicBezTo>
                                  <a:cubicBezTo>
                                    <a:pt x="29" y="134"/>
                                    <a:pt x="28" y="134"/>
                                    <a:pt x="28" y="134"/>
                                  </a:cubicBezTo>
                                  <a:cubicBezTo>
                                    <a:pt x="28" y="133"/>
                                    <a:pt x="28" y="133"/>
                                    <a:pt x="27" y="133"/>
                                  </a:cubicBezTo>
                                  <a:cubicBezTo>
                                    <a:pt x="27" y="133"/>
                                    <a:pt x="25" y="133"/>
                                    <a:pt x="25" y="133"/>
                                  </a:cubicBezTo>
                                  <a:cubicBezTo>
                                    <a:pt x="25" y="134"/>
                                    <a:pt x="25" y="134"/>
                                    <a:pt x="25" y="134"/>
                                  </a:cubicBezTo>
                                  <a:cubicBezTo>
                                    <a:pt x="25" y="135"/>
                                    <a:pt x="24" y="134"/>
                                    <a:pt x="24" y="134"/>
                                  </a:cubicBezTo>
                                  <a:cubicBezTo>
                                    <a:pt x="24" y="135"/>
                                    <a:pt x="24" y="134"/>
                                    <a:pt x="24" y="134"/>
                                  </a:cubicBezTo>
                                  <a:close/>
                                  <a:moveTo>
                                    <a:pt x="26" y="131"/>
                                  </a:moveTo>
                                  <a:cubicBezTo>
                                    <a:pt x="25" y="132"/>
                                    <a:pt x="24" y="132"/>
                                    <a:pt x="24" y="132"/>
                                  </a:cubicBezTo>
                                  <a:cubicBezTo>
                                    <a:pt x="23" y="132"/>
                                    <a:pt x="23" y="132"/>
                                    <a:pt x="23" y="132"/>
                                  </a:cubicBezTo>
                                  <a:cubicBezTo>
                                    <a:pt x="24" y="132"/>
                                    <a:pt x="24" y="132"/>
                                    <a:pt x="25" y="132"/>
                                  </a:cubicBezTo>
                                  <a:cubicBezTo>
                                    <a:pt x="25" y="132"/>
                                    <a:pt x="25" y="132"/>
                                    <a:pt x="25" y="132"/>
                                  </a:cubicBezTo>
                                  <a:cubicBezTo>
                                    <a:pt x="27" y="133"/>
                                    <a:pt x="26" y="131"/>
                                    <a:pt x="27" y="130"/>
                                  </a:cubicBezTo>
                                  <a:cubicBezTo>
                                    <a:pt x="26" y="131"/>
                                    <a:pt x="26" y="131"/>
                                    <a:pt x="26" y="131"/>
                                  </a:cubicBezTo>
                                  <a:close/>
                                  <a:moveTo>
                                    <a:pt x="69" y="62"/>
                                  </a:moveTo>
                                  <a:cubicBezTo>
                                    <a:pt x="69" y="62"/>
                                    <a:pt x="69" y="61"/>
                                    <a:pt x="68" y="62"/>
                                  </a:cubicBezTo>
                                  <a:cubicBezTo>
                                    <a:pt x="68" y="62"/>
                                    <a:pt x="68" y="62"/>
                                    <a:pt x="68" y="62"/>
                                  </a:cubicBezTo>
                                  <a:cubicBezTo>
                                    <a:pt x="69" y="63"/>
                                    <a:pt x="70" y="62"/>
                                    <a:pt x="69" y="62"/>
                                  </a:cubicBezTo>
                                  <a:moveTo>
                                    <a:pt x="70" y="61"/>
                                  </a:moveTo>
                                  <a:cubicBezTo>
                                    <a:pt x="71" y="61"/>
                                    <a:pt x="71" y="61"/>
                                    <a:pt x="71" y="60"/>
                                  </a:cubicBezTo>
                                  <a:cubicBezTo>
                                    <a:pt x="72" y="60"/>
                                    <a:pt x="72" y="60"/>
                                    <a:pt x="73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9"/>
                                    <a:pt x="72" y="59"/>
                                    <a:pt x="72" y="59"/>
                                  </a:cubicBezTo>
                                  <a:cubicBezTo>
                                    <a:pt x="72" y="59"/>
                                    <a:pt x="72" y="59"/>
                                    <a:pt x="71" y="59"/>
                                  </a:cubicBezTo>
                                  <a:cubicBezTo>
                                    <a:pt x="71" y="59"/>
                                    <a:pt x="71" y="59"/>
                                    <a:pt x="71" y="59"/>
                                  </a:cubicBezTo>
                                  <a:cubicBezTo>
                                    <a:pt x="71" y="59"/>
                                    <a:pt x="71" y="60"/>
                                    <a:pt x="71" y="60"/>
                                  </a:cubicBezTo>
                                  <a:cubicBezTo>
                                    <a:pt x="70" y="60"/>
                                    <a:pt x="70" y="61"/>
                                    <a:pt x="70" y="61"/>
                                  </a:cubicBezTo>
                                  <a:cubicBezTo>
                                    <a:pt x="71" y="61"/>
                                    <a:pt x="70" y="61"/>
                                    <a:pt x="70" y="61"/>
                                  </a:cubicBezTo>
                                  <a:close/>
                                  <a:moveTo>
                                    <a:pt x="73" y="60"/>
                                  </a:moveTo>
                                  <a:cubicBezTo>
                                    <a:pt x="73" y="60"/>
                                    <a:pt x="72" y="61"/>
                                    <a:pt x="73" y="61"/>
                                  </a:cubicBezTo>
                                  <a:cubicBezTo>
                                    <a:pt x="73" y="61"/>
                                    <a:pt x="74" y="61"/>
                                    <a:pt x="74" y="60"/>
                                  </a:cubicBezTo>
                                  <a:cubicBezTo>
                                    <a:pt x="74" y="60"/>
                                    <a:pt x="74" y="60"/>
                                    <a:pt x="74" y="60"/>
                                  </a:cubicBezTo>
                                  <a:cubicBezTo>
                                    <a:pt x="74" y="61"/>
                                    <a:pt x="75" y="61"/>
                                    <a:pt x="75" y="60"/>
                                  </a:cubicBezTo>
                                  <a:cubicBezTo>
                                    <a:pt x="76" y="60"/>
                                    <a:pt x="76" y="60"/>
                                    <a:pt x="76" y="59"/>
                                  </a:cubicBezTo>
                                  <a:cubicBezTo>
                                    <a:pt x="76" y="59"/>
                                    <a:pt x="76" y="59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7"/>
                                  </a:cubicBezTo>
                                  <a:cubicBezTo>
                                    <a:pt x="75" y="57"/>
                                    <a:pt x="75" y="57"/>
                                    <a:pt x="75" y="57"/>
                                  </a:cubicBezTo>
                                  <a:cubicBezTo>
                                    <a:pt x="74" y="57"/>
                                    <a:pt x="75" y="57"/>
                                    <a:pt x="74" y="58"/>
                                  </a:cubicBezTo>
                                  <a:cubicBezTo>
                                    <a:pt x="74" y="58"/>
                                    <a:pt x="74" y="58"/>
                                    <a:pt x="74" y="58"/>
                                  </a:cubicBezTo>
                                  <a:cubicBezTo>
                                    <a:pt x="74" y="58"/>
                                    <a:pt x="74" y="58"/>
                                    <a:pt x="74" y="58"/>
                                  </a:cubicBezTo>
                                  <a:cubicBezTo>
                                    <a:pt x="74" y="59"/>
                                    <a:pt x="74" y="59"/>
                                    <a:pt x="74" y="59"/>
                                  </a:cubicBezTo>
                                  <a:cubicBezTo>
                                    <a:pt x="74" y="59"/>
                                    <a:pt x="74" y="59"/>
                                    <a:pt x="74" y="59"/>
                                  </a:cubicBezTo>
                                  <a:cubicBezTo>
                                    <a:pt x="73" y="60"/>
                                    <a:pt x="73" y="60"/>
                                    <a:pt x="73" y="60"/>
                                  </a:cubicBezTo>
                                  <a:close/>
                                  <a:moveTo>
                                    <a:pt x="54" y="63"/>
                                  </a:moveTo>
                                  <a:cubicBezTo>
                                    <a:pt x="53" y="64"/>
                                    <a:pt x="54" y="64"/>
                                    <a:pt x="55" y="64"/>
                                  </a:cubicBezTo>
                                  <a:cubicBezTo>
                                    <a:pt x="55" y="63"/>
                                    <a:pt x="55" y="63"/>
                                    <a:pt x="55" y="62"/>
                                  </a:cubicBezTo>
                                  <a:cubicBezTo>
                                    <a:pt x="55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4" y="63"/>
                                    <a:pt x="54" y="63"/>
                                  </a:cubicBezTo>
                                  <a:cubicBezTo>
                                    <a:pt x="54" y="63"/>
                                    <a:pt x="54" y="63"/>
                                    <a:pt x="54" y="63"/>
                                  </a:cubicBezTo>
                                  <a:close/>
                                  <a:moveTo>
                                    <a:pt x="55" y="60"/>
                                  </a:moveTo>
                                  <a:cubicBezTo>
                                    <a:pt x="55" y="60"/>
                                    <a:pt x="56" y="60"/>
                                    <a:pt x="56" y="59"/>
                                  </a:cubicBezTo>
                                  <a:cubicBezTo>
                                    <a:pt x="55" y="59"/>
                                    <a:pt x="55" y="60"/>
                                    <a:pt x="55" y="60"/>
                                  </a:cubicBezTo>
                                  <a:cubicBezTo>
                                    <a:pt x="55" y="61"/>
                                    <a:pt x="55" y="62"/>
                                    <a:pt x="55" y="62"/>
                                  </a:cubicBezTo>
                                  <a:cubicBezTo>
                                    <a:pt x="56" y="62"/>
                                    <a:pt x="56" y="61"/>
                                    <a:pt x="55" y="60"/>
                                  </a:cubicBezTo>
                                  <a:cubicBezTo>
                                    <a:pt x="55" y="60"/>
                                    <a:pt x="56" y="61"/>
                                    <a:pt x="55" y="60"/>
                                  </a:cubicBezTo>
                                  <a:close/>
                                  <a:moveTo>
                                    <a:pt x="56" y="60"/>
                                  </a:moveTo>
                                  <a:cubicBezTo>
                                    <a:pt x="56" y="61"/>
                                    <a:pt x="56" y="61"/>
                                    <a:pt x="57" y="61"/>
                                  </a:cubicBezTo>
                                  <a:cubicBezTo>
                                    <a:pt x="57" y="61"/>
                                    <a:pt x="57" y="61"/>
                                    <a:pt x="57" y="60"/>
                                  </a:cubicBezTo>
                                  <a:cubicBezTo>
                                    <a:pt x="58" y="60"/>
                                    <a:pt x="58" y="59"/>
                                    <a:pt x="58" y="59"/>
                                  </a:cubicBezTo>
                                  <a:cubicBezTo>
                                    <a:pt x="58" y="59"/>
                                    <a:pt x="57" y="58"/>
                                    <a:pt x="57" y="58"/>
                                  </a:cubicBezTo>
                                  <a:cubicBezTo>
                                    <a:pt x="57" y="59"/>
                                    <a:pt x="57" y="60"/>
                                    <a:pt x="56" y="60"/>
                                  </a:cubicBezTo>
                                  <a:cubicBezTo>
                                    <a:pt x="56" y="61"/>
                                    <a:pt x="56" y="60"/>
                                    <a:pt x="56" y="60"/>
                                  </a:cubicBezTo>
                                  <a:close/>
                                  <a:moveTo>
                                    <a:pt x="59" y="60"/>
                                  </a:moveTo>
                                  <a:cubicBezTo>
                                    <a:pt x="58" y="59"/>
                                    <a:pt x="59" y="60"/>
                                    <a:pt x="59" y="60"/>
                                  </a:cubicBezTo>
                                  <a:cubicBezTo>
                                    <a:pt x="59" y="60"/>
                                    <a:pt x="59" y="60"/>
                                    <a:pt x="60" y="60"/>
                                  </a:cubicBezTo>
                                  <a:cubicBezTo>
                                    <a:pt x="60" y="60"/>
                                    <a:pt x="60" y="59"/>
                                    <a:pt x="60" y="59"/>
                                  </a:cubicBezTo>
                                  <a:cubicBezTo>
                                    <a:pt x="60" y="60"/>
                                    <a:pt x="61" y="59"/>
                                    <a:pt x="61" y="59"/>
                                  </a:cubicBezTo>
                                  <a:cubicBezTo>
                                    <a:pt x="61" y="59"/>
                                    <a:pt x="61" y="58"/>
                                    <a:pt x="61" y="58"/>
                                  </a:cubicBezTo>
                                  <a:cubicBezTo>
                                    <a:pt x="61" y="58"/>
                                    <a:pt x="61" y="58"/>
                                    <a:pt x="61" y="58"/>
                                  </a:cubicBezTo>
                                  <a:cubicBezTo>
                                    <a:pt x="62" y="58"/>
                                    <a:pt x="62" y="57"/>
                                    <a:pt x="62" y="57"/>
                                  </a:cubicBezTo>
                                  <a:cubicBezTo>
                                    <a:pt x="63" y="56"/>
                                    <a:pt x="62" y="57"/>
                                    <a:pt x="62" y="57"/>
                                  </a:cubicBezTo>
                                  <a:cubicBezTo>
                                    <a:pt x="61" y="57"/>
                                    <a:pt x="61" y="56"/>
                                    <a:pt x="61" y="56"/>
                                  </a:cubicBezTo>
                                  <a:cubicBezTo>
                                    <a:pt x="60" y="56"/>
                                    <a:pt x="60" y="56"/>
                                    <a:pt x="60" y="56"/>
                                  </a:cubicBezTo>
                                  <a:cubicBezTo>
                                    <a:pt x="60" y="56"/>
                                    <a:pt x="59" y="56"/>
                                    <a:pt x="59" y="56"/>
                                  </a:cubicBezTo>
                                  <a:cubicBezTo>
                                    <a:pt x="59" y="57"/>
                                    <a:pt x="58" y="57"/>
                                    <a:pt x="59" y="57"/>
                                  </a:cubicBezTo>
                                  <a:cubicBezTo>
                                    <a:pt x="59" y="57"/>
                                    <a:pt x="58" y="57"/>
                                    <a:pt x="58" y="58"/>
                                  </a:cubicBezTo>
                                  <a:cubicBezTo>
                                    <a:pt x="58" y="58"/>
                                    <a:pt x="58" y="59"/>
                                    <a:pt x="59" y="60"/>
                                  </a:cubicBezTo>
                                  <a:cubicBezTo>
                                    <a:pt x="58" y="59"/>
                                    <a:pt x="58" y="59"/>
                                    <a:pt x="59" y="60"/>
                                  </a:cubicBezTo>
                                  <a:close/>
                                  <a:moveTo>
                                    <a:pt x="64" y="57"/>
                                  </a:moveTo>
                                  <a:cubicBezTo>
                                    <a:pt x="64" y="57"/>
                                    <a:pt x="63" y="57"/>
                                    <a:pt x="63" y="58"/>
                                  </a:cubicBezTo>
                                  <a:cubicBezTo>
                                    <a:pt x="63" y="58"/>
                                    <a:pt x="64" y="58"/>
                                    <a:pt x="64" y="58"/>
                                  </a:cubicBezTo>
                                  <a:cubicBezTo>
                                    <a:pt x="64" y="58"/>
                                    <a:pt x="65" y="57"/>
                                    <a:pt x="65" y="57"/>
                                  </a:cubicBezTo>
                                  <a:cubicBezTo>
                                    <a:pt x="66" y="57"/>
                                    <a:pt x="66" y="57"/>
                                    <a:pt x="66" y="56"/>
                                  </a:cubicBezTo>
                                  <a:cubicBezTo>
                                    <a:pt x="66" y="55"/>
                                    <a:pt x="67" y="55"/>
                                    <a:pt x="67" y="54"/>
                                  </a:cubicBezTo>
                                  <a:cubicBezTo>
                                    <a:pt x="67" y="54"/>
                                    <a:pt x="67" y="53"/>
                                    <a:pt x="67" y="53"/>
                                  </a:cubicBezTo>
                                  <a:cubicBezTo>
                                    <a:pt x="66" y="53"/>
                                    <a:pt x="66" y="54"/>
                                    <a:pt x="66" y="54"/>
                                  </a:cubicBezTo>
                                  <a:cubicBezTo>
                                    <a:pt x="66" y="54"/>
                                    <a:pt x="66" y="53"/>
                                    <a:pt x="65" y="53"/>
                                  </a:cubicBezTo>
                                  <a:cubicBezTo>
                                    <a:pt x="65" y="54"/>
                                    <a:pt x="65" y="54"/>
                                    <a:pt x="65" y="55"/>
                                  </a:cubicBezTo>
                                  <a:cubicBezTo>
                                    <a:pt x="65" y="55"/>
                                    <a:pt x="64" y="54"/>
                                    <a:pt x="64" y="55"/>
                                  </a:cubicBezTo>
                                  <a:cubicBezTo>
                                    <a:pt x="64" y="55"/>
                                    <a:pt x="65" y="55"/>
                                    <a:pt x="64" y="56"/>
                                  </a:cubicBezTo>
                                  <a:cubicBezTo>
                                    <a:pt x="64" y="56"/>
                                    <a:pt x="64" y="55"/>
                                    <a:pt x="64" y="56"/>
                                  </a:cubicBezTo>
                                  <a:cubicBezTo>
                                    <a:pt x="63" y="56"/>
                                    <a:pt x="64" y="57"/>
                                    <a:pt x="64" y="57"/>
                                  </a:cubicBezTo>
                                  <a:cubicBezTo>
                                    <a:pt x="64" y="57"/>
                                    <a:pt x="64" y="57"/>
                                    <a:pt x="64" y="57"/>
                                  </a:cubicBezTo>
                                  <a:close/>
                                  <a:moveTo>
                                    <a:pt x="67" y="56"/>
                                  </a:moveTo>
                                  <a:cubicBezTo>
                                    <a:pt x="67" y="56"/>
                                    <a:pt x="68" y="55"/>
                                    <a:pt x="68" y="55"/>
                                  </a:cubicBezTo>
                                  <a:cubicBezTo>
                                    <a:pt x="68" y="54"/>
                                    <a:pt x="68" y="54"/>
                                    <a:pt x="69" y="54"/>
                                  </a:cubicBezTo>
                                  <a:cubicBezTo>
                                    <a:pt x="69" y="53"/>
                                    <a:pt x="69" y="53"/>
                                    <a:pt x="68" y="53"/>
                                  </a:cubicBezTo>
                                  <a:cubicBezTo>
                                    <a:pt x="67" y="53"/>
                                    <a:pt x="68" y="54"/>
                                    <a:pt x="67" y="55"/>
                                  </a:cubicBezTo>
                                  <a:cubicBezTo>
                                    <a:pt x="67" y="55"/>
                                    <a:pt x="66" y="56"/>
                                    <a:pt x="67" y="56"/>
                                  </a:cubicBezTo>
                                  <a:cubicBezTo>
                                    <a:pt x="67" y="56"/>
                                    <a:pt x="67" y="56"/>
                                    <a:pt x="67" y="56"/>
                                  </a:cubicBezTo>
                                  <a:cubicBezTo>
                                    <a:pt x="67" y="56"/>
                                    <a:pt x="67" y="56"/>
                                    <a:pt x="67" y="56"/>
                                  </a:cubicBezTo>
                                  <a:close/>
                                  <a:moveTo>
                                    <a:pt x="67" y="49"/>
                                  </a:moveTo>
                                  <a:cubicBezTo>
                                    <a:pt x="67" y="49"/>
                                    <a:pt x="68" y="49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9" y="48"/>
                                  </a:cubicBezTo>
                                  <a:cubicBezTo>
                                    <a:pt x="69" y="47"/>
                                    <a:pt x="70" y="48"/>
                                    <a:pt x="70" y="48"/>
                                  </a:cubicBezTo>
                                  <a:cubicBezTo>
                                    <a:pt x="69" y="48"/>
                                    <a:pt x="68" y="49"/>
                                    <a:pt x="68" y="49"/>
                                  </a:cubicBezTo>
                                  <a:cubicBezTo>
                                    <a:pt x="67" y="49"/>
                                    <a:pt x="67" y="49"/>
                                    <a:pt x="67" y="50"/>
                                  </a:cubicBezTo>
                                  <a:cubicBezTo>
                                    <a:pt x="68" y="51"/>
                                    <a:pt x="70" y="50"/>
                                    <a:pt x="70" y="50"/>
                                  </a:cubicBezTo>
                                  <a:cubicBezTo>
                                    <a:pt x="71" y="49"/>
                                    <a:pt x="71" y="49"/>
                                    <a:pt x="71" y="48"/>
                                  </a:cubicBezTo>
                                  <a:cubicBezTo>
                                    <a:pt x="71" y="47"/>
                                    <a:pt x="70" y="47"/>
                                    <a:pt x="70" y="47"/>
                                  </a:cubicBezTo>
                                  <a:cubicBezTo>
                                    <a:pt x="70" y="47"/>
                                    <a:pt x="71" y="47"/>
                                    <a:pt x="71" y="46"/>
                                  </a:cubicBezTo>
                                  <a:cubicBezTo>
                                    <a:pt x="71" y="46"/>
                                    <a:pt x="71" y="46"/>
                                    <a:pt x="71" y="46"/>
                                  </a:cubicBezTo>
                                  <a:cubicBezTo>
                                    <a:pt x="70" y="46"/>
                                    <a:pt x="70" y="46"/>
                                    <a:pt x="70" y="46"/>
                                  </a:cubicBezTo>
                                  <a:cubicBezTo>
                                    <a:pt x="70" y="45"/>
                                    <a:pt x="70" y="45"/>
                                    <a:pt x="70" y="45"/>
                                  </a:cubicBezTo>
                                  <a:cubicBezTo>
                                    <a:pt x="69" y="46"/>
                                    <a:pt x="70" y="42"/>
                                    <a:pt x="69" y="43"/>
                                  </a:cubicBezTo>
                                  <a:cubicBezTo>
                                    <a:pt x="68" y="43"/>
                                    <a:pt x="69" y="44"/>
                                    <a:pt x="69" y="44"/>
                                  </a:cubicBezTo>
                                  <a:cubicBezTo>
                                    <a:pt x="69" y="45"/>
                                    <a:pt x="69" y="45"/>
                                    <a:pt x="69" y="45"/>
                                  </a:cubicBezTo>
                                  <a:cubicBezTo>
                                    <a:pt x="69" y="45"/>
                                    <a:pt x="69" y="46"/>
                                    <a:pt x="69" y="46"/>
                                  </a:cubicBezTo>
                                  <a:cubicBezTo>
                                    <a:pt x="69" y="46"/>
                                    <a:pt x="69" y="46"/>
                                    <a:pt x="69" y="46"/>
                                  </a:cubicBezTo>
                                  <a:cubicBezTo>
                                    <a:pt x="68" y="46"/>
                                    <a:pt x="68" y="46"/>
                                    <a:pt x="68" y="46"/>
                                  </a:cubicBezTo>
                                  <a:cubicBezTo>
                                    <a:pt x="68" y="45"/>
                                    <a:pt x="68" y="44"/>
                                    <a:pt x="68" y="44"/>
                                  </a:cubicBezTo>
                                  <a:cubicBezTo>
                                    <a:pt x="67" y="44"/>
                                    <a:pt x="67" y="45"/>
                                    <a:pt x="68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8" y="46"/>
                                    <a:pt x="68" y="46"/>
                                    <a:pt x="68" y="46"/>
                                  </a:cubicBezTo>
                                  <a:cubicBezTo>
                                    <a:pt x="68" y="46"/>
                                    <a:pt x="68" y="47"/>
                                    <a:pt x="68" y="47"/>
                                  </a:cubicBezTo>
                                  <a:cubicBezTo>
                                    <a:pt x="67" y="47"/>
                                    <a:pt x="67" y="47"/>
                                    <a:pt x="67" y="46"/>
                                  </a:cubicBezTo>
                                  <a:cubicBezTo>
                                    <a:pt x="67" y="47"/>
                                    <a:pt x="67" y="47"/>
                                    <a:pt x="66" y="47"/>
                                  </a:cubicBezTo>
                                  <a:cubicBezTo>
                                    <a:pt x="66" y="47"/>
                                    <a:pt x="66" y="46"/>
                                    <a:pt x="66" y="46"/>
                                  </a:cubicBezTo>
                                  <a:cubicBezTo>
                                    <a:pt x="66" y="46"/>
                                    <a:pt x="66" y="47"/>
                                    <a:pt x="66" y="47"/>
                                  </a:cubicBezTo>
                                  <a:cubicBezTo>
                                    <a:pt x="65" y="47"/>
                                    <a:pt x="66" y="46"/>
                                    <a:pt x="65" y="46"/>
                                  </a:cubicBezTo>
                                  <a:cubicBezTo>
                                    <a:pt x="64" y="46"/>
                                    <a:pt x="65" y="47"/>
                                    <a:pt x="65" y="47"/>
                                  </a:cubicBezTo>
                                  <a:cubicBezTo>
                                    <a:pt x="65" y="47"/>
                                    <a:pt x="65" y="47"/>
                                    <a:pt x="65" y="48"/>
                                  </a:cubicBezTo>
                                  <a:cubicBezTo>
                                    <a:pt x="65" y="48"/>
                                    <a:pt x="65" y="48"/>
                                    <a:pt x="65" y="48"/>
                                  </a:cubicBezTo>
                                  <a:cubicBezTo>
                                    <a:pt x="64" y="48"/>
                                    <a:pt x="64" y="48"/>
                                    <a:pt x="64" y="49"/>
                                  </a:cubicBezTo>
                                  <a:cubicBezTo>
                                    <a:pt x="64" y="49"/>
                                    <a:pt x="65" y="49"/>
                                    <a:pt x="65" y="49"/>
                                  </a:cubicBezTo>
                                  <a:cubicBezTo>
                                    <a:pt x="65" y="50"/>
                                    <a:pt x="64" y="50"/>
                                    <a:pt x="65" y="50"/>
                                  </a:cubicBezTo>
                                  <a:cubicBezTo>
                                    <a:pt x="66" y="51"/>
                                    <a:pt x="66" y="48"/>
                                    <a:pt x="66" y="48"/>
                                  </a:cubicBezTo>
                                  <a:cubicBezTo>
                                    <a:pt x="66" y="48"/>
                                    <a:pt x="66" y="48"/>
                                    <a:pt x="67" y="49"/>
                                  </a:cubicBezTo>
                                  <a:close/>
                                  <a:moveTo>
                                    <a:pt x="72" y="44"/>
                                  </a:moveTo>
                                  <a:cubicBezTo>
                                    <a:pt x="72" y="44"/>
                                    <a:pt x="72" y="43"/>
                                    <a:pt x="72" y="43"/>
                                  </a:cubicBezTo>
                                  <a:cubicBezTo>
                                    <a:pt x="74" y="43"/>
                                    <a:pt x="74" y="42"/>
                                    <a:pt x="75" y="40"/>
                                  </a:cubicBezTo>
                                  <a:cubicBezTo>
                                    <a:pt x="76" y="40"/>
                                    <a:pt x="76" y="38"/>
                                    <a:pt x="76" y="37"/>
                                  </a:cubicBezTo>
                                  <a:cubicBezTo>
                                    <a:pt x="74" y="37"/>
                                    <a:pt x="74" y="39"/>
                                    <a:pt x="73" y="40"/>
                                  </a:cubicBezTo>
                                  <a:cubicBezTo>
                                    <a:pt x="72" y="41"/>
                                    <a:pt x="72" y="41"/>
                                    <a:pt x="71" y="42"/>
                                  </a:cubicBezTo>
                                  <a:cubicBezTo>
                                    <a:pt x="71" y="43"/>
                                    <a:pt x="71" y="44"/>
                                    <a:pt x="71" y="44"/>
                                  </a:cubicBezTo>
                                  <a:cubicBezTo>
                                    <a:pt x="71" y="44"/>
                                    <a:pt x="72" y="44"/>
                                    <a:pt x="72" y="44"/>
                                  </a:cubicBezTo>
                                  <a:close/>
                                  <a:moveTo>
                                    <a:pt x="74" y="45"/>
                                  </a:moveTo>
                                  <a:cubicBezTo>
                                    <a:pt x="74" y="45"/>
                                    <a:pt x="75" y="44"/>
                                    <a:pt x="74" y="43"/>
                                  </a:cubicBezTo>
                                  <a:cubicBezTo>
                                    <a:pt x="74" y="43"/>
                                    <a:pt x="73" y="44"/>
                                    <a:pt x="72" y="44"/>
                                  </a:cubicBezTo>
                                  <a:cubicBezTo>
                                    <a:pt x="72" y="45"/>
                                    <a:pt x="73" y="46"/>
                                    <a:pt x="72" y="46"/>
                                  </a:cubicBezTo>
                                  <a:cubicBezTo>
                                    <a:pt x="72" y="47"/>
                                    <a:pt x="71" y="46"/>
                                    <a:pt x="72" y="47"/>
                                  </a:cubicBezTo>
                                  <a:cubicBezTo>
                                    <a:pt x="72" y="47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8"/>
                                    <a:pt x="71" y="49"/>
                                    <a:pt x="71" y="49"/>
                                  </a:cubicBezTo>
                                  <a:cubicBezTo>
                                    <a:pt x="72" y="49"/>
                                    <a:pt x="72" y="50"/>
                                    <a:pt x="72" y="50"/>
                                  </a:cubicBezTo>
                                  <a:cubicBezTo>
                                    <a:pt x="72" y="50"/>
                                    <a:pt x="72" y="50"/>
                                    <a:pt x="72" y="50"/>
                                  </a:cubicBezTo>
                                  <a:cubicBezTo>
                                    <a:pt x="71" y="50"/>
                                    <a:pt x="71" y="50"/>
                                    <a:pt x="71" y="51"/>
                                  </a:cubicBezTo>
                                  <a:cubicBezTo>
                                    <a:pt x="71" y="51"/>
                                    <a:pt x="70" y="51"/>
                                    <a:pt x="70" y="51"/>
                                  </a:cubicBezTo>
                                  <a:cubicBezTo>
                                    <a:pt x="70" y="51"/>
                                    <a:pt x="70" y="52"/>
                                    <a:pt x="70" y="52"/>
                                  </a:cubicBezTo>
                                  <a:cubicBezTo>
                                    <a:pt x="70" y="53"/>
                                    <a:pt x="70" y="53"/>
                                    <a:pt x="70" y="53"/>
                                  </a:cubicBezTo>
                                  <a:cubicBezTo>
                                    <a:pt x="69" y="54"/>
                                    <a:pt x="69" y="55"/>
                                    <a:pt x="69" y="55"/>
                                  </a:cubicBezTo>
                                  <a:cubicBezTo>
                                    <a:pt x="68" y="56"/>
                                    <a:pt x="69" y="57"/>
                                    <a:pt x="69" y="55"/>
                                  </a:cubicBezTo>
                                  <a:cubicBezTo>
                                    <a:pt x="70" y="54"/>
                                    <a:pt x="71" y="54"/>
                                    <a:pt x="72" y="52"/>
                                  </a:cubicBezTo>
                                  <a:cubicBezTo>
                                    <a:pt x="72" y="53"/>
                                    <a:pt x="72" y="53"/>
                                    <a:pt x="72" y="53"/>
                                  </a:cubicBezTo>
                                  <a:cubicBezTo>
                                    <a:pt x="72" y="54"/>
                                    <a:pt x="71" y="54"/>
                                    <a:pt x="71" y="55"/>
                                  </a:cubicBezTo>
                                  <a:cubicBezTo>
                                    <a:pt x="71" y="55"/>
                                    <a:pt x="72" y="55"/>
                                    <a:pt x="72" y="55"/>
                                  </a:cubicBezTo>
                                  <a:cubicBezTo>
                                    <a:pt x="72" y="55"/>
                                    <a:pt x="73" y="56"/>
                                    <a:pt x="73" y="55"/>
                                  </a:cubicBezTo>
                                  <a:cubicBezTo>
                                    <a:pt x="73" y="55"/>
                                    <a:pt x="73" y="55"/>
                                    <a:pt x="73" y="54"/>
                                  </a:cubicBezTo>
                                  <a:cubicBezTo>
                                    <a:pt x="73" y="54"/>
                                    <a:pt x="73" y="53"/>
                                    <a:pt x="73" y="53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3"/>
                                    <a:pt x="74" y="53"/>
                                    <a:pt x="74" y="52"/>
                                  </a:cubicBezTo>
                                  <a:cubicBezTo>
                                    <a:pt x="75" y="53"/>
                                    <a:pt x="74" y="54"/>
                                    <a:pt x="74" y="54"/>
                                  </a:cubicBezTo>
                                  <a:cubicBezTo>
                                    <a:pt x="75" y="54"/>
                                    <a:pt x="75" y="53"/>
                                    <a:pt x="76" y="52"/>
                                  </a:cubicBezTo>
                                  <a:cubicBezTo>
                                    <a:pt x="76" y="51"/>
                                    <a:pt x="77" y="51"/>
                                    <a:pt x="78" y="51"/>
                                  </a:cubicBezTo>
                                  <a:cubicBezTo>
                                    <a:pt x="78" y="51"/>
                                    <a:pt x="78" y="51"/>
                                    <a:pt x="78" y="50"/>
                                  </a:cubicBezTo>
                                  <a:cubicBezTo>
                                    <a:pt x="79" y="50"/>
                                    <a:pt x="79" y="50"/>
                                    <a:pt x="79" y="49"/>
                                  </a:cubicBezTo>
                                  <a:cubicBezTo>
                                    <a:pt x="79" y="48"/>
                                    <a:pt x="79" y="48"/>
                                    <a:pt x="79" y="47"/>
                                  </a:cubicBezTo>
                                  <a:cubicBezTo>
                                    <a:pt x="78" y="47"/>
                                    <a:pt x="78" y="46"/>
                                    <a:pt x="78" y="46"/>
                                  </a:cubicBezTo>
                                  <a:cubicBezTo>
                                    <a:pt x="78" y="46"/>
                                    <a:pt x="78" y="45"/>
                                    <a:pt x="77" y="45"/>
                                  </a:cubicBezTo>
                                  <a:cubicBezTo>
                                    <a:pt x="77" y="45"/>
                                    <a:pt x="77" y="44"/>
                                    <a:pt x="77" y="45"/>
                                  </a:cubicBezTo>
                                  <a:cubicBezTo>
                                    <a:pt x="77" y="45"/>
                                    <a:pt x="77" y="45"/>
                                    <a:pt x="77" y="46"/>
                                  </a:cubicBezTo>
                                  <a:cubicBezTo>
                                    <a:pt x="77" y="46"/>
                                    <a:pt x="76" y="46"/>
                                    <a:pt x="76" y="46"/>
                                  </a:cubicBezTo>
                                  <a:cubicBezTo>
                                    <a:pt x="76" y="46"/>
                                    <a:pt x="76" y="46"/>
                                    <a:pt x="76" y="46"/>
                                  </a:cubicBezTo>
                                  <a:cubicBezTo>
                                    <a:pt x="76" y="47"/>
                                    <a:pt x="77" y="47"/>
                                    <a:pt x="76" y="47"/>
                                  </a:cubicBezTo>
                                  <a:cubicBezTo>
                                    <a:pt x="76" y="48"/>
                                    <a:pt x="76" y="47"/>
                                    <a:pt x="76" y="48"/>
                                  </a:cubicBezTo>
                                  <a:cubicBezTo>
                                    <a:pt x="75" y="48"/>
                                    <a:pt x="76" y="49"/>
                                    <a:pt x="76" y="49"/>
                                  </a:cubicBezTo>
                                  <a:cubicBezTo>
                                    <a:pt x="75" y="49"/>
                                    <a:pt x="76" y="49"/>
                                    <a:pt x="75" y="49"/>
                                  </a:cubicBezTo>
                                  <a:cubicBezTo>
                                    <a:pt x="75" y="49"/>
                                    <a:pt x="75" y="49"/>
                                    <a:pt x="74" y="50"/>
                                  </a:cubicBezTo>
                                  <a:cubicBezTo>
                                    <a:pt x="74" y="50"/>
                                    <a:pt x="74" y="51"/>
                                    <a:pt x="74" y="51"/>
                                  </a:cubicBezTo>
                                  <a:cubicBezTo>
                                    <a:pt x="73" y="51"/>
                                    <a:pt x="73" y="50"/>
                                    <a:pt x="74" y="49"/>
                                  </a:cubicBezTo>
                                  <a:cubicBezTo>
                                    <a:pt x="75" y="49"/>
                                    <a:pt x="75" y="48"/>
                                    <a:pt x="75" y="47"/>
                                  </a:cubicBezTo>
                                  <a:cubicBezTo>
                                    <a:pt x="74" y="47"/>
                                    <a:pt x="74" y="48"/>
                                    <a:pt x="73" y="47"/>
                                  </a:cubicBezTo>
                                  <a:cubicBezTo>
                                    <a:pt x="73" y="47"/>
                                    <a:pt x="74" y="46"/>
                                    <a:pt x="74" y="45"/>
                                  </a:cubicBezTo>
                                  <a:cubicBezTo>
                                    <a:pt x="74" y="45"/>
                                    <a:pt x="74" y="46"/>
                                    <a:pt x="74" y="45"/>
                                  </a:cubicBezTo>
                                  <a:close/>
                                  <a:moveTo>
                                    <a:pt x="76" y="43"/>
                                  </a:moveTo>
                                  <a:cubicBezTo>
                                    <a:pt x="76" y="44"/>
                                    <a:pt x="77" y="44"/>
                                    <a:pt x="77" y="44"/>
                                  </a:cubicBezTo>
                                  <a:cubicBezTo>
                                    <a:pt x="78" y="44"/>
                                    <a:pt x="78" y="45"/>
                                    <a:pt x="79" y="45"/>
                                  </a:cubicBezTo>
                                  <a:cubicBezTo>
                                    <a:pt x="79" y="45"/>
                                    <a:pt x="79" y="44"/>
                                    <a:pt x="79" y="43"/>
                                  </a:cubicBezTo>
                                  <a:cubicBezTo>
                                    <a:pt x="79" y="43"/>
                                    <a:pt x="79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6" y="43"/>
                                  </a:cubicBezTo>
                                  <a:close/>
                                  <a:moveTo>
                                    <a:pt x="77" y="54"/>
                                  </a:moveTo>
                                  <a:cubicBezTo>
                                    <a:pt x="77" y="54"/>
                                    <a:pt x="77" y="53"/>
                                    <a:pt x="78" y="53"/>
                                  </a:cubicBezTo>
                                  <a:cubicBezTo>
                                    <a:pt x="78" y="53"/>
                                    <a:pt x="78" y="52"/>
                                    <a:pt x="77" y="52"/>
                                  </a:cubicBezTo>
                                  <a:cubicBezTo>
                                    <a:pt x="76" y="51"/>
                                    <a:pt x="76" y="53"/>
                                    <a:pt x="76" y="54"/>
                                  </a:cubicBezTo>
                                  <a:cubicBezTo>
                                    <a:pt x="76" y="54"/>
                                    <a:pt x="77" y="54"/>
                                    <a:pt x="77" y="54"/>
                                  </a:cubicBezTo>
                                  <a:close/>
                                  <a:moveTo>
                                    <a:pt x="81" y="47"/>
                                  </a:moveTo>
                                  <a:cubicBezTo>
                                    <a:pt x="80" y="47"/>
                                    <a:pt x="81" y="48"/>
                                    <a:pt x="81" y="48"/>
                                  </a:cubicBezTo>
                                  <a:cubicBezTo>
                                    <a:pt x="82" y="48"/>
                                    <a:pt x="83" y="47"/>
                                    <a:pt x="83" y="47"/>
                                  </a:cubicBezTo>
                                  <a:cubicBezTo>
                                    <a:pt x="83" y="47"/>
                                    <a:pt x="82" y="47"/>
                                    <a:pt x="82" y="46"/>
                                  </a:cubicBezTo>
                                  <a:cubicBezTo>
                                    <a:pt x="82" y="47"/>
                                    <a:pt x="82" y="46"/>
                                    <a:pt x="82" y="46"/>
                                  </a:cubicBezTo>
                                  <a:cubicBezTo>
                                    <a:pt x="81" y="45"/>
                                    <a:pt x="82" y="46"/>
                                    <a:pt x="81" y="46"/>
                                  </a:cubicBezTo>
                                  <a:cubicBezTo>
                                    <a:pt x="81" y="47"/>
                                    <a:pt x="81" y="47"/>
                                    <a:pt x="81" y="47"/>
                                  </a:cubicBezTo>
                                  <a:close/>
                                  <a:moveTo>
                                    <a:pt x="83" y="45"/>
                                  </a:moveTo>
                                  <a:cubicBezTo>
                                    <a:pt x="83" y="46"/>
                                    <a:pt x="83" y="47"/>
                                    <a:pt x="84" y="46"/>
                                  </a:cubicBezTo>
                                  <a:cubicBezTo>
                                    <a:pt x="84" y="46"/>
                                    <a:pt x="84" y="45"/>
                                    <a:pt x="85" y="45"/>
                                  </a:cubicBezTo>
                                  <a:cubicBezTo>
                                    <a:pt x="85" y="45"/>
                                    <a:pt x="84" y="44"/>
                                    <a:pt x="84" y="44"/>
                                  </a:cubicBezTo>
                                  <a:cubicBezTo>
                                    <a:pt x="83" y="44"/>
                                    <a:pt x="83" y="45"/>
                                    <a:pt x="83" y="45"/>
                                  </a:cubicBezTo>
                                  <a:close/>
                                  <a:moveTo>
                                    <a:pt x="85" y="41"/>
                                  </a:moveTo>
                                  <a:cubicBezTo>
                                    <a:pt x="85" y="41"/>
                                    <a:pt x="83" y="42"/>
                                    <a:pt x="84" y="43"/>
                                  </a:cubicBezTo>
                                  <a:cubicBezTo>
                                    <a:pt x="85" y="43"/>
                                    <a:pt x="85" y="41"/>
                                    <a:pt x="86" y="41"/>
                                  </a:cubicBezTo>
                                  <a:cubicBezTo>
                                    <a:pt x="85" y="41"/>
                                    <a:pt x="85" y="41"/>
                                    <a:pt x="85" y="41"/>
                                  </a:cubicBezTo>
                                  <a:close/>
                                  <a:moveTo>
                                    <a:pt x="88" y="39"/>
                                  </a:moveTo>
                                  <a:cubicBezTo>
                                    <a:pt x="88" y="39"/>
                                    <a:pt x="88" y="38"/>
                                    <a:pt x="88" y="38"/>
                                  </a:cubicBezTo>
                                  <a:cubicBezTo>
                                    <a:pt x="88" y="37"/>
                                    <a:pt x="88" y="37"/>
                                    <a:pt x="88" y="36"/>
                                  </a:cubicBezTo>
                                  <a:cubicBezTo>
                                    <a:pt x="88" y="36"/>
                                    <a:pt x="89" y="36"/>
                                    <a:pt x="89" y="36"/>
                                  </a:cubicBezTo>
                                  <a:cubicBezTo>
                                    <a:pt x="89" y="36"/>
                                    <a:pt x="89" y="35"/>
                                    <a:pt x="89" y="34"/>
                                  </a:cubicBezTo>
                                  <a:cubicBezTo>
                                    <a:pt x="89" y="34"/>
                                    <a:pt x="89" y="35"/>
                                    <a:pt x="88" y="35"/>
                                  </a:cubicBezTo>
                                  <a:cubicBezTo>
                                    <a:pt x="88" y="35"/>
                                    <a:pt x="88" y="34"/>
                                    <a:pt x="88" y="34"/>
                                  </a:cubicBezTo>
                                  <a:cubicBezTo>
                                    <a:pt x="89" y="34"/>
                                    <a:pt x="89" y="34"/>
                                    <a:pt x="89" y="33"/>
                                  </a:cubicBezTo>
                                  <a:cubicBezTo>
                                    <a:pt x="89" y="33"/>
                                    <a:pt x="88" y="33"/>
                                    <a:pt x="88" y="33"/>
                                  </a:cubicBezTo>
                                  <a:cubicBezTo>
                                    <a:pt x="88" y="33"/>
                                    <a:pt x="88" y="35"/>
                                    <a:pt x="87" y="34"/>
                                  </a:cubicBezTo>
                                  <a:cubicBezTo>
                                    <a:pt x="87" y="34"/>
                                    <a:pt x="88" y="32"/>
                                    <a:pt x="88" y="32"/>
                                  </a:cubicBezTo>
                                  <a:cubicBezTo>
                                    <a:pt x="87" y="31"/>
                                    <a:pt x="87" y="32"/>
                                    <a:pt x="87" y="32"/>
                                  </a:cubicBezTo>
                                  <a:cubicBezTo>
                                    <a:pt x="87" y="32"/>
                                    <a:pt x="87" y="32"/>
                                    <a:pt x="86" y="32"/>
                                  </a:cubicBezTo>
                                  <a:cubicBezTo>
                                    <a:pt x="86" y="32"/>
                                    <a:pt x="87" y="33"/>
                                    <a:pt x="86" y="33"/>
                                  </a:cubicBezTo>
                                  <a:cubicBezTo>
                                    <a:pt x="86" y="33"/>
                                    <a:pt x="86" y="31"/>
                                    <a:pt x="85" y="32"/>
                                  </a:cubicBezTo>
                                  <a:cubicBezTo>
                                    <a:pt x="85" y="32"/>
                                    <a:pt x="86" y="33"/>
                                    <a:pt x="86" y="33"/>
                                  </a:cubicBezTo>
                                  <a:cubicBezTo>
                                    <a:pt x="86" y="34"/>
                                    <a:pt x="86" y="34"/>
                                    <a:pt x="85" y="34"/>
                                  </a:cubicBezTo>
                                  <a:cubicBezTo>
                                    <a:pt x="85" y="33"/>
                                    <a:pt x="84" y="32"/>
                                    <a:pt x="84" y="33"/>
                                  </a:cubicBezTo>
                                  <a:cubicBezTo>
                                    <a:pt x="84" y="33"/>
                                    <a:pt x="85" y="33"/>
                                    <a:pt x="84" y="34"/>
                                  </a:cubicBezTo>
                                  <a:cubicBezTo>
                                    <a:pt x="84" y="34"/>
                                    <a:pt x="83" y="33"/>
                                    <a:pt x="83" y="34"/>
                                  </a:cubicBezTo>
                                  <a:cubicBezTo>
                                    <a:pt x="84" y="34"/>
                                    <a:pt x="85" y="34"/>
                                    <a:pt x="85" y="35"/>
                                  </a:cubicBezTo>
                                  <a:cubicBezTo>
                                    <a:pt x="85" y="35"/>
                                    <a:pt x="84" y="35"/>
                                    <a:pt x="84" y="35"/>
                                  </a:cubicBezTo>
                                  <a:cubicBezTo>
                                    <a:pt x="84" y="35"/>
                                    <a:pt x="85" y="35"/>
                                    <a:pt x="84" y="36"/>
                                  </a:cubicBezTo>
                                  <a:cubicBezTo>
                                    <a:pt x="84" y="36"/>
                                    <a:pt x="84" y="35"/>
                                    <a:pt x="84" y="35"/>
                                  </a:cubicBezTo>
                                  <a:cubicBezTo>
                                    <a:pt x="83" y="35"/>
                                    <a:pt x="83" y="35"/>
                                    <a:pt x="82" y="35"/>
                                  </a:cubicBezTo>
                                  <a:cubicBezTo>
                                    <a:pt x="82" y="35"/>
                                    <a:pt x="81" y="35"/>
                                    <a:pt x="81" y="36"/>
                                  </a:cubicBezTo>
                                  <a:cubicBezTo>
                                    <a:pt x="81" y="36"/>
                                    <a:pt x="82" y="36"/>
                                    <a:pt x="82" y="36"/>
                                  </a:cubicBezTo>
                                  <a:cubicBezTo>
                                    <a:pt x="82" y="36"/>
                                    <a:pt x="82" y="36"/>
                                    <a:pt x="82" y="36"/>
                                  </a:cubicBezTo>
                                  <a:cubicBezTo>
                                    <a:pt x="83" y="37"/>
                                    <a:pt x="83" y="37"/>
                                    <a:pt x="82" y="37"/>
                                  </a:cubicBezTo>
                                  <a:cubicBezTo>
                                    <a:pt x="81" y="37"/>
                                    <a:pt x="81" y="37"/>
                                    <a:pt x="82" y="37"/>
                                  </a:cubicBezTo>
                                  <a:cubicBezTo>
                                    <a:pt x="82" y="37"/>
                                    <a:pt x="82" y="37"/>
                                    <a:pt x="83" y="38"/>
                                  </a:cubicBezTo>
                                  <a:cubicBezTo>
                                    <a:pt x="83" y="38"/>
                                    <a:pt x="83" y="37"/>
                                    <a:pt x="83" y="38"/>
                                  </a:cubicBezTo>
                                  <a:cubicBezTo>
                                    <a:pt x="83" y="38"/>
                                    <a:pt x="81" y="38"/>
                                    <a:pt x="81" y="39"/>
                                  </a:cubicBezTo>
                                  <a:cubicBezTo>
                                    <a:pt x="81" y="39"/>
                                    <a:pt x="82" y="39"/>
                                    <a:pt x="82" y="39"/>
                                  </a:cubicBezTo>
                                  <a:cubicBezTo>
                                    <a:pt x="82" y="39"/>
                                    <a:pt x="83" y="39"/>
                                    <a:pt x="83" y="39"/>
                                  </a:cubicBezTo>
                                  <a:cubicBezTo>
                                    <a:pt x="83" y="39"/>
                                    <a:pt x="82" y="40"/>
                                    <a:pt x="82" y="40"/>
                                  </a:cubicBezTo>
                                  <a:cubicBezTo>
                                    <a:pt x="81" y="40"/>
                                    <a:pt x="81" y="40"/>
                                    <a:pt x="80" y="41"/>
                                  </a:cubicBezTo>
                                  <a:cubicBezTo>
                                    <a:pt x="80" y="41"/>
                                    <a:pt x="80" y="41"/>
                                    <a:pt x="81" y="42"/>
                                  </a:cubicBezTo>
                                  <a:cubicBezTo>
                                    <a:pt x="81" y="42"/>
                                    <a:pt x="82" y="41"/>
                                    <a:pt x="82" y="41"/>
                                  </a:cubicBezTo>
                                  <a:cubicBezTo>
                                    <a:pt x="83" y="42"/>
                                    <a:pt x="82" y="42"/>
                                    <a:pt x="82" y="42"/>
                                  </a:cubicBezTo>
                                  <a:cubicBezTo>
                                    <a:pt x="83" y="43"/>
                                    <a:pt x="83" y="42"/>
                                    <a:pt x="83" y="42"/>
                                  </a:cubicBezTo>
                                  <a:cubicBezTo>
                                    <a:pt x="83" y="41"/>
                                    <a:pt x="83" y="41"/>
                                    <a:pt x="83" y="41"/>
                                  </a:cubicBezTo>
                                  <a:cubicBezTo>
                                    <a:pt x="84" y="40"/>
                                    <a:pt x="84" y="40"/>
                                    <a:pt x="85" y="39"/>
                                  </a:cubicBezTo>
                                  <a:cubicBezTo>
                                    <a:pt x="85" y="39"/>
                                    <a:pt x="85" y="38"/>
                                    <a:pt x="85" y="39"/>
                                  </a:cubicBezTo>
                                  <a:cubicBezTo>
                                    <a:pt x="86" y="39"/>
                                    <a:pt x="85" y="40"/>
                                    <a:pt x="86" y="40"/>
                                  </a:cubicBezTo>
                                  <a:cubicBezTo>
                                    <a:pt x="86" y="40"/>
                                    <a:pt x="88" y="39"/>
                                    <a:pt x="88" y="39"/>
                                  </a:cubicBezTo>
                                  <a:close/>
                                  <a:moveTo>
                                    <a:pt x="93" y="30"/>
                                  </a:moveTo>
                                  <a:cubicBezTo>
                                    <a:pt x="92" y="29"/>
                                    <a:pt x="91" y="29"/>
                                    <a:pt x="91" y="29"/>
                                  </a:cubicBezTo>
                                  <a:cubicBezTo>
                                    <a:pt x="90" y="29"/>
                                    <a:pt x="90" y="29"/>
                                    <a:pt x="90" y="30"/>
                                  </a:cubicBezTo>
                                  <a:cubicBezTo>
                                    <a:pt x="91" y="30"/>
                                    <a:pt x="92" y="31"/>
                                    <a:pt x="91" y="31"/>
                                  </a:cubicBezTo>
                                  <a:cubicBezTo>
                                    <a:pt x="90" y="32"/>
                                    <a:pt x="90" y="31"/>
                                    <a:pt x="90" y="31"/>
                                  </a:cubicBezTo>
                                  <a:cubicBezTo>
                                    <a:pt x="90" y="31"/>
                                    <a:pt x="90" y="31"/>
                                    <a:pt x="89" y="31"/>
                                  </a:cubicBezTo>
                                  <a:cubicBezTo>
                                    <a:pt x="89" y="31"/>
                                    <a:pt x="88" y="31"/>
                                    <a:pt x="89" y="32"/>
                                  </a:cubicBezTo>
                                  <a:cubicBezTo>
                                    <a:pt x="90" y="33"/>
                                    <a:pt x="90" y="33"/>
                                    <a:pt x="91" y="32"/>
                                  </a:cubicBezTo>
                                  <a:cubicBezTo>
                                    <a:pt x="92" y="32"/>
                                    <a:pt x="92" y="32"/>
                                    <a:pt x="92" y="32"/>
                                  </a:cubicBezTo>
                                  <a:cubicBezTo>
                                    <a:pt x="93" y="32"/>
                                    <a:pt x="93" y="32"/>
                                    <a:pt x="93" y="32"/>
                                  </a:cubicBezTo>
                                  <a:cubicBezTo>
                                    <a:pt x="94" y="32"/>
                                    <a:pt x="94" y="31"/>
                                    <a:pt x="94" y="30"/>
                                  </a:cubicBezTo>
                                  <a:cubicBezTo>
                                    <a:pt x="93" y="30"/>
                                    <a:pt x="93" y="30"/>
                                    <a:pt x="93" y="30"/>
                                  </a:cubicBezTo>
                                  <a:close/>
                                  <a:moveTo>
                                    <a:pt x="91" y="29"/>
                                  </a:moveTo>
                                  <a:cubicBezTo>
                                    <a:pt x="92" y="29"/>
                                    <a:pt x="92" y="29"/>
                                    <a:pt x="93" y="29"/>
                                  </a:cubicBezTo>
                                  <a:cubicBezTo>
                                    <a:pt x="93" y="29"/>
                                    <a:pt x="93" y="28"/>
                                    <a:pt x="93" y="28"/>
                                  </a:cubicBezTo>
                                  <a:cubicBezTo>
                                    <a:pt x="93" y="28"/>
                                    <a:pt x="93" y="27"/>
                                    <a:pt x="93" y="27"/>
                                  </a:cubicBezTo>
                                  <a:cubicBezTo>
                                    <a:pt x="92" y="27"/>
                                    <a:pt x="92" y="28"/>
                                    <a:pt x="92" y="28"/>
                                  </a:cubicBezTo>
                                  <a:cubicBezTo>
                                    <a:pt x="92" y="28"/>
                                    <a:pt x="92" y="28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8"/>
                                    <a:pt x="91" y="28"/>
                                  </a:cubicBezTo>
                                  <a:cubicBezTo>
                                    <a:pt x="91" y="28"/>
                                    <a:pt x="91" y="29"/>
                                    <a:pt x="91" y="29"/>
                                  </a:cubicBezTo>
                                  <a:close/>
                                  <a:moveTo>
                                    <a:pt x="94" y="28"/>
                                  </a:moveTo>
                                  <a:cubicBezTo>
                                    <a:pt x="93" y="30"/>
                                    <a:pt x="95" y="29"/>
                                    <a:pt x="95" y="28"/>
                                  </a:cubicBezTo>
                                  <a:cubicBezTo>
                                    <a:pt x="96" y="27"/>
                                    <a:pt x="94" y="27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3" y="26"/>
                                    <a:pt x="93" y="27"/>
                                  </a:cubicBezTo>
                                  <a:cubicBezTo>
                                    <a:pt x="94" y="27"/>
                                    <a:pt x="94" y="28"/>
                                    <a:pt x="94" y="28"/>
                                  </a:cubicBezTo>
                                  <a:close/>
                                  <a:moveTo>
                                    <a:pt x="96" y="28"/>
                                  </a:moveTo>
                                  <a:cubicBezTo>
                                    <a:pt x="98" y="28"/>
                                    <a:pt x="98" y="27"/>
                                    <a:pt x="98" y="26"/>
                                  </a:cubicBezTo>
                                  <a:cubicBezTo>
                                    <a:pt x="99" y="25"/>
                                    <a:pt x="99" y="25"/>
                                    <a:pt x="99" y="24"/>
                                  </a:cubicBezTo>
                                  <a:cubicBezTo>
                                    <a:pt x="100" y="24"/>
                                    <a:pt x="100" y="23"/>
                                    <a:pt x="100" y="23"/>
                                  </a:cubicBezTo>
                                  <a:cubicBezTo>
                                    <a:pt x="99" y="24"/>
                                    <a:pt x="99" y="23"/>
                                    <a:pt x="99" y="23"/>
                                  </a:cubicBezTo>
                                  <a:cubicBezTo>
                                    <a:pt x="99" y="22"/>
                                    <a:pt x="98" y="24"/>
                                    <a:pt x="98" y="24"/>
                                  </a:cubicBezTo>
                                  <a:cubicBezTo>
                                    <a:pt x="98" y="24"/>
                                    <a:pt x="97" y="23"/>
                                    <a:pt x="97" y="23"/>
                                  </a:cubicBezTo>
                                  <a:cubicBezTo>
                                    <a:pt x="97" y="23"/>
                                    <a:pt x="97" y="22"/>
                                    <a:pt x="97" y="22"/>
                                  </a:cubicBezTo>
                                  <a:cubicBezTo>
                                    <a:pt x="97" y="22"/>
                                    <a:pt x="97" y="22"/>
                                    <a:pt x="97" y="22"/>
                                  </a:cubicBezTo>
                                  <a:cubicBezTo>
                                    <a:pt x="96" y="22"/>
                                    <a:pt x="97" y="22"/>
                                    <a:pt x="96" y="22"/>
                                  </a:cubicBezTo>
                                  <a:cubicBezTo>
                                    <a:pt x="96" y="22"/>
                                    <a:pt x="96" y="22"/>
                                    <a:pt x="96" y="22"/>
                                  </a:cubicBezTo>
                                  <a:cubicBezTo>
                                    <a:pt x="96" y="22"/>
                                    <a:pt x="96" y="23"/>
                                    <a:pt x="96" y="23"/>
                                  </a:cubicBezTo>
                                  <a:cubicBezTo>
                                    <a:pt x="96" y="23"/>
                                    <a:pt x="95" y="23"/>
                                    <a:pt x="95" y="23"/>
                                  </a:cubicBezTo>
                                  <a:cubicBezTo>
                                    <a:pt x="95" y="23"/>
                                    <a:pt x="94" y="23"/>
                                    <a:pt x="94" y="24"/>
                                  </a:cubicBezTo>
                                  <a:cubicBezTo>
                                    <a:pt x="95" y="24"/>
                                    <a:pt x="95" y="24"/>
                                    <a:pt x="95" y="24"/>
                                  </a:cubicBezTo>
                                  <a:cubicBezTo>
                                    <a:pt x="94" y="25"/>
                                    <a:pt x="94" y="24"/>
                                    <a:pt x="94" y="24"/>
                                  </a:cubicBezTo>
                                  <a:cubicBezTo>
                                    <a:pt x="93" y="25"/>
                                    <a:pt x="94" y="25"/>
                                    <a:pt x="94" y="25"/>
                                  </a:cubicBezTo>
                                  <a:cubicBezTo>
                                    <a:pt x="95" y="26"/>
                                    <a:pt x="95" y="26"/>
                                    <a:pt x="96" y="27"/>
                                  </a:cubicBezTo>
                                  <a:cubicBezTo>
                                    <a:pt x="96" y="27"/>
                                    <a:pt x="96" y="27"/>
                                    <a:pt x="96" y="28"/>
                                  </a:cubicBezTo>
                                  <a:close/>
                                  <a:moveTo>
                                    <a:pt x="101" y="25"/>
                                  </a:moveTo>
                                  <a:cubicBezTo>
                                    <a:pt x="101" y="25"/>
                                    <a:pt x="101" y="23"/>
                                    <a:pt x="100" y="24"/>
                                  </a:cubicBezTo>
                                  <a:cubicBezTo>
                                    <a:pt x="100" y="24"/>
                                    <a:pt x="100" y="24"/>
                                    <a:pt x="100" y="24"/>
                                  </a:cubicBezTo>
                                  <a:cubicBezTo>
                                    <a:pt x="100" y="25"/>
                                    <a:pt x="99" y="25"/>
                                    <a:pt x="99" y="25"/>
                                  </a:cubicBezTo>
                                  <a:cubicBezTo>
                                    <a:pt x="99" y="25"/>
                                    <a:pt x="99" y="26"/>
                                    <a:pt x="99" y="27"/>
                                  </a:cubicBezTo>
                                  <a:cubicBezTo>
                                    <a:pt x="100" y="27"/>
                                    <a:pt x="100" y="26"/>
                                    <a:pt x="100" y="26"/>
                                  </a:cubicBezTo>
                                  <a:cubicBezTo>
                                    <a:pt x="100" y="25"/>
                                    <a:pt x="100" y="25"/>
                                    <a:pt x="101" y="25"/>
                                  </a:cubicBezTo>
                                  <a:close/>
                                  <a:moveTo>
                                    <a:pt x="94" y="23"/>
                                  </a:moveTo>
                                  <a:cubicBezTo>
                                    <a:pt x="94" y="23"/>
                                    <a:pt x="95" y="23"/>
                                    <a:pt x="95" y="22"/>
                                  </a:cubicBezTo>
                                  <a:cubicBezTo>
                                    <a:pt x="95" y="21"/>
                                    <a:pt x="94" y="22"/>
                                    <a:pt x="94" y="22"/>
                                  </a:cubicBezTo>
                                  <a:cubicBezTo>
                                    <a:pt x="94" y="21"/>
                                    <a:pt x="93" y="21"/>
                                    <a:pt x="93" y="22"/>
                                  </a:cubicBezTo>
                                  <a:cubicBezTo>
                                    <a:pt x="93" y="23"/>
                                    <a:pt x="93" y="23"/>
                                    <a:pt x="93" y="24"/>
                                  </a:cubicBezTo>
                                  <a:cubicBezTo>
                                    <a:pt x="94" y="24"/>
                                    <a:pt x="94" y="23"/>
                                    <a:pt x="94" y="23"/>
                                  </a:cubicBezTo>
                                  <a:close/>
                                  <a:moveTo>
                                    <a:pt x="95" y="21"/>
                                  </a:moveTo>
                                  <a:cubicBezTo>
                                    <a:pt x="95" y="21"/>
                                    <a:pt x="96" y="21"/>
                                    <a:pt x="96" y="21"/>
                                  </a:cubicBezTo>
                                  <a:cubicBezTo>
                                    <a:pt x="97" y="21"/>
                                    <a:pt x="97" y="21"/>
                                    <a:pt x="97" y="21"/>
                                  </a:cubicBezTo>
                                  <a:cubicBezTo>
                                    <a:pt x="97" y="20"/>
                                    <a:pt x="97" y="20"/>
                                    <a:pt x="97" y="20"/>
                                  </a:cubicBezTo>
                                  <a:cubicBezTo>
                                    <a:pt x="97" y="19"/>
                                    <a:pt x="97" y="19"/>
                                    <a:pt x="97" y="19"/>
                                  </a:cubicBezTo>
                                  <a:cubicBezTo>
                                    <a:pt x="97" y="19"/>
                                    <a:pt x="97" y="19"/>
                                    <a:pt x="97" y="18"/>
                                  </a:cubicBezTo>
                                  <a:cubicBezTo>
                                    <a:pt x="96" y="19"/>
                                    <a:pt x="96" y="19"/>
                                    <a:pt x="96" y="19"/>
                                  </a:cubicBezTo>
                                  <a:cubicBezTo>
                                    <a:pt x="96" y="20"/>
                                    <a:pt x="96" y="20"/>
                                    <a:pt x="96" y="20"/>
                                  </a:cubicBezTo>
                                  <a:cubicBezTo>
                                    <a:pt x="96" y="20"/>
                                    <a:pt x="95" y="20"/>
                                    <a:pt x="95" y="21"/>
                                  </a:cubicBezTo>
                                  <a:close/>
                                  <a:moveTo>
                                    <a:pt x="98" y="21"/>
                                  </a:moveTo>
                                  <a:cubicBezTo>
                                    <a:pt x="98" y="21"/>
                                    <a:pt x="98" y="21"/>
                                    <a:pt x="98" y="21"/>
                                  </a:cubicBezTo>
                                  <a:cubicBezTo>
                                    <a:pt x="98" y="22"/>
                                    <a:pt x="99" y="22"/>
                                    <a:pt x="99" y="22"/>
                                  </a:cubicBezTo>
                                  <a:cubicBezTo>
                                    <a:pt x="100" y="21"/>
                                    <a:pt x="98" y="20"/>
                                    <a:pt x="98" y="21"/>
                                  </a:cubicBezTo>
                                  <a:cubicBezTo>
                                    <a:pt x="98" y="21"/>
                                    <a:pt x="98" y="20"/>
                                    <a:pt x="98" y="21"/>
                                  </a:cubicBezTo>
                                  <a:close/>
                                  <a:moveTo>
                                    <a:pt x="102" y="22"/>
                                  </a:moveTo>
                                  <a:cubicBezTo>
                                    <a:pt x="102" y="22"/>
                                    <a:pt x="102" y="22"/>
                                    <a:pt x="102" y="22"/>
                                  </a:cubicBezTo>
                                  <a:cubicBezTo>
                                    <a:pt x="103" y="21"/>
                                    <a:pt x="103" y="21"/>
                                    <a:pt x="103" y="21"/>
                                  </a:cubicBezTo>
                                  <a:cubicBezTo>
                                    <a:pt x="102" y="21"/>
                                    <a:pt x="102" y="21"/>
                                    <a:pt x="102" y="21"/>
                                  </a:cubicBezTo>
                                  <a:cubicBezTo>
                                    <a:pt x="102" y="20"/>
                                    <a:pt x="102" y="20"/>
                                    <a:pt x="102" y="20"/>
                                  </a:cubicBezTo>
                                  <a:cubicBezTo>
                                    <a:pt x="101" y="19"/>
                                    <a:pt x="101" y="19"/>
                                    <a:pt x="101" y="20"/>
                                  </a:cubicBezTo>
                                  <a:cubicBezTo>
                                    <a:pt x="100" y="20"/>
                                    <a:pt x="101" y="20"/>
                                    <a:pt x="101" y="19"/>
                                  </a:cubicBezTo>
                                  <a:cubicBezTo>
                                    <a:pt x="100" y="19"/>
                                    <a:pt x="100" y="19"/>
                                    <a:pt x="100" y="18"/>
                                  </a:cubicBezTo>
                                  <a:cubicBezTo>
                                    <a:pt x="100" y="18"/>
                                    <a:pt x="100" y="18"/>
                                    <a:pt x="100" y="18"/>
                                  </a:cubicBezTo>
                                  <a:cubicBezTo>
                                    <a:pt x="100" y="18"/>
                                    <a:pt x="99" y="18"/>
                                    <a:pt x="99" y="18"/>
                                  </a:cubicBezTo>
                                  <a:cubicBezTo>
                                    <a:pt x="99" y="19"/>
                                    <a:pt x="99" y="18"/>
                                    <a:pt x="99" y="19"/>
                                  </a:cubicBezTo>
                                  <a:cubicBezTo>
                                    <a:pt x="99" y="19"/>
                                    <a:pt x="100" y="19"/>
                                    <a:pt x="100" y="20"/>
                                  </a:cubicBezTo>
                                  <a:cubicBezTo>
                                    <a:pt x="100" y="20"/>
                                    <a:pt x="100" y="20"/>
                                    <a:pt x="100" y="20"/>
                                  </a:cubicBezTo>
                                  <a:cubicBezTo>
                                    <a:pt x="100" y="21"/>
                                    <a:pt x="100" y="21"/>
                                    <a:pt x="100" y="22"/>
                                  </a:cubicBezTo>
                                  <a:cubicBezTo>
                                    <a:pt x="100" y="22"/>
                                    <a:pt x="100" y="22"/>
                                    <a:pt x="101" y="22"/>
                                  </a:cubicBezTo>
                                  <a:cubicBezTo>
                                    <a:pt x="101" y="22"/>
                                    <a:pt x="101" y="22"/>
                                    <a:pt x="102" y="22"/>
                                  </a:cubicBezTo>
                                  <a:close/>
                                  <a:moveTo>
                                    <a:pt x="105" y="22"/>
                                  </a:moveTo>
                                  <a:cubicBezTo>
                                    <a:pt x="106" y="22"/>
                                    <a:pt x="105" y="22"/>
                                    <a:pt x="106" y="22"/>
                                  </a:cubicBezTo>
                                  <a:cubicBezTo>
                                    <a:pt x="106" y="21"/>
                                    <a:pt x="106" y="21"/>
                                    <a:pt x="106" y="22"/>
                                  </a:cubicBezTo>
                                  <a:cubicBezTo>
                                    <a:pt x="106" y="22"/>
                                    <a:pt x="106" y="22"/>
                                    <a:pt x="106" y="22"/>
                                  </a:cubicBezTo>
                                  <a:cubicBezTo>
                                    <a:pt x="107" y="22"/>
                                    <a:pt x="107" y="22"/>
                                    <a:pt x="107" y="22"/>
                                  </a:cubicBezTo>
                                  <a:cubicBezTo>
                                    <a:pt x="107" y="22"/>
                                    <a:pt x="107" y="23"/>
                                    <a:pt x="107" y="22"/>
                                  </a:cubicBezTo>
                                  <a:cubicBezTo>
                                    <a:pt x="107" y="22"/>
                                    <a:pt x="107" y="21"/>
                                    <a:pt x="107" y="21"/>
                                  </a:cubicBezTo>
                                  <a:cubicBezTo>
                                    <a:pt x="107" y="21"/>
                                    <a:pt x="107" y="20"/>
                                    <a:pt x="107" y="20"/>
                                  </a:cubicBezTo>
                                  <a:cubicBezTo>
                                    <a:pt x="107" y="19"/>
                                    <a:pt x="107" y="19"/>
                                    <a:pt x="107" y="19"/>
                                  </a:cubicBezTo>
                                  <a:cubicBezTo>
                                    <a:pt x="106" y="18"/>
                                    <a:pt x="106" y="19"/>
                                    <a:pt x="106" y="19"/>
                                  </a:cubicBezTo>
                                  <a:cubicBezTo>
                                    <a:pt x="105" y="20"/>
                                    <a:pt x="105" y="20"/>
                                    <a:pt x="105" y="20"/>
                                  </a:cubicBezTo>
                                  <a:cubicBezTo>
                                    <a:pt x="105" y="21"/>
                                    <a:pt x="105" y="21"/>
                                    <a:pt x="105" y="22"/>
                                  </a:cubicBezTo>
                                  <a:cubicBezTo>
                                    <a:pt x="105" y="22"/>
                                    <a:pt x="105" y="22"/>
                                    <a:pt x="105" y="22"/>
                                  </a:cubicBezTo>
                                  <a:close/>
                                  <a:moveTo>
                                    <a:pt x="106" y="26"/>
                                  </a:moveTo>
                                  <a:cubicBezTo>
                                    <a:pt x="106" y="26"/>
                                    <a:pt x="105" y="26"/>
                                    <a:pt x="106" y="27"/>
                                  </a:cubicBezTo>
                                  <a:cubicBezTo>
                                    <a:pt x="106" y="28"/>
                                    <a:pt x="106" y="28"/>
                                    <a:pt x="107" y="27"/>
                                  </a:cubicBezTo>
                                  <a:cubicBezTo>
                                    <a:pt x="107" y="27"/>
                                    <a:pt x="107" y="26"/>
                                    <a:pt x="107" y="26"/>
                                  </a:cubicBezTo>
                                  <a:cubicBezTo>
                                    <a:pt x="107" y="25"/>
                                    <a:pt x="106" y="25"/>
                                    <a:pt x="106" y="26"/>
                                  </a:cubicBezTo>
                                  <a:cubicBezTo>
                                    <a:pt x="106" y="26"/>
                                    <a:pt x="106" y="25"/>
                                    <a:pt x="106" y="26"/>
                                  </a:cubicBezTo>
                                  <a:close/>
                                  <a:moveTo>
                                    <a:pt x="107" y="23"/>
                                  </a:moveTo>
                                  <a:cubicBezTo>
                                    <a:pt x="107" y="24"/>
                                    <a:pt x="107" y="25"/>
                                    <a:pt x="108" y="25"/>
                                  </a:cubicBezTo>
                                  <a:cubicBezTo>
                                    <a:pt x="109" y="25"/>
                                    <a:pt x="109" y="24"/>
                                    <a:pt x="109" y="24"/>
                                  </a:cubicBezTo>
                                  <a:cubicBezTo>
                                    <a:pt x="109" y="24"/>
                                    <a:pt x="109" y="24"/>
                                    <a:pt x="109" y="23"/>
                                  </a:cubicBezTo>
                                  <a:cubicBezTo>
                                    <a:pt x="109" y="23"/>
                                    <a:pt x="108" y="23"/>
                                    <a:pt x="108" y="23"/>
                                  </a:cubicBezTo>
                                  <a:cubicBezTo>
                                    <a:pt x="108" y="23"/>
                                    <a:pt x="108" y="23"/>
                                    <a:pt x="107" y="23"/>
                                  </a:cubicBezTo>
                                  <a:cubicBezTo>
                                    <a:pt x="107" y="23"/>
                                    <a:pt x="108" y="23"/>
                                    <a:pt x="107" y="23"/>
                                  </a:cubicBezTo>
                                  <a:close/>
                                  <a:moveTo>
                                    <a:pt x="122" y="18"/>
                                  </a:moveTo>
                                  <a:cubicBezTo>
                                    <a:pt x="122" y="18"/>
                                    <a:pt x="122" y="17"/>
                                    <a:pt x="121" y="17"/>
                                  </a:cubicBezTo>
                                  <a:cubicBezTo>
                                    <a:pt x="121" y="17"/>
                                    <a:pt x="121" y="17"/>
                                    <a:pt x="121" y="16"/>
                                  </a:cubicBezTo>
                                  <a:cubicBezTo>
                                    <a:pt x="120" y="16"/>
                                    <a:pt x="120" y="17"/>
                                    <a:pt x="120" y="16"/>
                                  </a:cubicBezTo>
                                  <a:cubicBezTo>
                                    <a:pt x="120" y="16"/>
                                    <a:pt x="119" y="16"/>
                                    <a:pt x="119" y="16"/>
                                  </a:cubicBezTo>
                                  <a:cubicBezTo>
                                    <a:pt x="119" y="16"/>
                                    <a:pt x="119" y="17"/>
                                    <a:pt x="119" y="17"/>
                                  </a:cubicBezTo>
                                  <a:cubicBezTo>
                                    <a:pt x="119" y="17"/>
                                    <a:pt x="118" y="16"/>
                                    <a:pt x="118" y="16"/>
                                  </a:cubicBezTo>
                                  <a:cubicBezTo>
                                    <a:pt x="118" y="17"/>
                                    <a:pt x="118" y="17"/>
                                    <a:pt x="119" y="18"/>
                                  </a:cubicBezTo>
                                  <a:cubicBezTo>
                                    <a:pt x="119" y="18"/>
                                    <a:pt x="119" y="18"/>
                                    <a:pt x="120" y="18"/>
                                  </a:cubicBezTo>
                                  <a:cubicBezTo>
                                    <a:pt x="120" y="18"/>
                                    <a:pt x="121" y="18"/>
                                    <a:pt x="121" y="18"/>
                                  </a:cubicBezTo>
                                  <a:cubicBezTo>
                                    <a:pt x="121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lose/>
                                  <a:moveTo>
                                    <a:pt x="123" y="16"/>
                                  </a:moveTo>
                                  <a:cubicBezTo>
                                    <a:pt x="123" y="17"/>
                                    <a:pt x="123" y="18"/>
                                    <a:pt x="124" y="18"/>
                                  </a:cubicBezTo>
                                  <a:cubicBezTo>
                                    <a:pt x="124" y="18"/>
                                    <a:pt x="124" y="17"/>
                                    <a:pt x="124" y="17"/>
                                  </a:cubicBezTo>
                                  <a:cubicBezTo>
                                    <a:pt x="125" y="17"/>
                                    <a:pt x="124" y="17"/>
                                    <a:pt x="124" y="17"/>
                                  </a:cubicBezTo>
                                  <a:cubicBezTo>
                                    <a:pt x="124" y="17"/>
                                    <a:pt x="126" y="16"/>
                                    <a:pt x="126" y="15"/>
                                  </a:cubicBezTo>
                                  <a:cubicBezTo>
                                    <a:pt x="126" y="15"/>
                                    <a:pt x="127" y="14"/>
                                    <a:pt x="126" y="13"/>
                                  </a:cubicBezTo>
                                  <a:cubicBezTo>
                                    <a:pt x="126" y="13"/>
                                    <a:pt x="125" y="13"/>
                                    <a:pt x="125" y="13"/>
                                  </a:cubicBezTo>
                                  <a:cubicBezTo>
                                    <a:pt x="124" y="13"/>
                                    <a:pt x="125" y="13"/>
                                    <a:pt x="124" y="14"/>
                                  </a:cubicBezTo>
                                  <a:cubicBezTo>
                                    <a:pt x="124" y="14"/>
                                    <a:pt x="124" y="14"/>
                                    <a:pt x="124" y="13"/>
                                  </a:cubicBezTo>
                                  <a:cubicBezTo>
                                    <a:pt x="123" y="13"/>
                                    <a:pt x="123" y="14"/>
                                    <a:pt x="123" y="14"/>
                                  </a:cubicBezTo>
                                  <a:cubicBezTo>
                                    <a:pt x="123" y="14"/>
                                    <a:pt x="123" y="13"/>
                                    <a:pt x="123" y="13"/>
                                  </a:cubicBezTo>
                                  <a:cubicBezTo>
                                    <a:pt x="123" y="13"/>
                                    <a:pt x="123" y="13"/>
                                    <a:pt x="122" y="14"/>
                                  </a:cubicBezTo>
                                  <a:cubicBezTo>
                                    <a:pt x="122" y="14"/>
                                    <a:pt x="122" y="14"/>
                                    <a:pt x="122" y="14"/>
                                  </a:cubicBezTo>
                                  <a:cubicBezTo>
                                    <a:pt x="122" y="15"/>
                                    <a:pt x="122" y="15"/>
                                    <a:pt x="122" y="15"/>
                                  </a:cubicBezTo>
                                  <a:cubicBezTo>
                                    <a:pt x="122" y="16"/>
                                    <a:pt x="121" y="15"/>
                                    <a:pt x="122" y="16"/>
                                  </a:cubicBezTo>
                                  <a:cubicBezTo>
                                    <a:pt x="123" y="17"/>
                                    <a:pt x="123" y="16"/>
                                    <a:pt x="123" y="15"/>
                                  </a:cubicBezTo>
                                  <a:cubicBezTo>
                                    <a:pt x="123" y="15"/>
                                    <a:pt x="123" y="16"/>
                                    <a:pt x="123" y="16"/>
                                  </a:cubicBezTo>
                                  <a:close/>
                                  <a:moveTo>
                                    <a:pt x="127" y="12"/>
                                  </a:moveTo>
                                  <a:cubicBezTo>
                                    <a:pt x="127" y="12"/>
                                    <a:pt x="127" y="13"/>
                                    <a:pt x="128" y="13"/>
                                  </a:cubicBezTo>
                                  <a:cubicBezTo>
                                    <a:pt x="128" y="13"/>
                                    <a:pt x="129" y="13"/>
                                    <a:pt x="129" y="12"/>
                                  </a:cubicBezTo>
                                  <a:cubicBezTo>
                                    <a:pt x="130" y="12"/>
                                    <a:pt x="130" y="11"/>
                                    <a:pt x="130" y="11"/>
                                  </a:cubicBezTo>
                                  <a:cubicBezTo>
                                    <a:pt x="129" y="10"/>
                                    <a:pt x="129" y="10"/>
                                    <a:pt x="129" y="9"/>
                                  </a:cubicBezTo>
                                  <a:cubicBezTo>
                                    <a:pt x="129" y="9"/>
                                    <a:pt x="128" y="9"/>
                                    <a:pt x="128" y="9"/>
                                  </a:cubicBezTo>
                                  <a:cubicBezTo>
                                    <a:pt x="128" y="9"/>
                                    <a:pt x="128" y="9"/>
                                    <a:pt x="128" y="9"/>
                                  </a:cubicBezTo>
                                  <a:cubicBezTo>
                                    <a:pt x="128" y="8"/>
                                    <a:pt x="127" y="8"/>
                                    <a:pt x="127" y="9"/>
                                  </a:cubicBezTo>
                                  <a:cubicBezTo>
                                    <a:pt x="126" y="9"/>
                                    <a:pt x="127" y="11"/>
                                    <a:pt x="127" y="11"/>
                                  </a:cubicBezTo>
                                  <a:cubicBezTo>
                                    <a:pt x="127" y="12"/>
                                    <a:pt x="127" y="12"/>
                                    <a:pt x="127" y="12"/>
                                  </a:cubicBezTo>
                                  <a:close/>
                                  <a:moveTo>
                                    <a:pt x="118" y="13"/>
                                  </a:moveTo>
                                  <a:cubicBezTo>
                                    <a:pt x="118" y="14"/>
                                    <a:pt x="118" y="13"/>
                                    <a:pt x="118" y="13"/>
                                  </a:cubicBezTo>
                                  <a:cubicBezTo>
                                    <a:pt x="118" y="13"/>
                                    <a:pt x="119" y="14"/>
                                    <a:pt x="119" y="14"/>
                                  </a:cubicBezTo>
                                  <a:cubicBezTo>
                                    <a:pt x="119" y="14"/>
                                    <a:pt x="119" y="13"/>
                                    <a:pt x="119" y="13"/>
                                  </a:cubicBezTo>
                                  <a:cubicBezTo>
                                    <a:pt x="119" y="13"/>
                                    <a:pt x="119" y="13"/>
                                    <a:pt x="119" y="13"/>
                                  </a:cubicBezTo>
                                  <a:cubicBezTo>
                                    <a:pt x="120" y="13"/>
                                    <a:pt x="119" y="13"/>
                                    <a:pt x="120" y="13"/>
                                  </a:cubicBezTo>
                                  <a:cubicBezTo>
                                    <a:pt x="120" y="12"/>
                                    <a:pt x="120" y="13"/>
                                    <a:pt x="121" y="13"/>
                                  </a:cubicBezTo>
                                  <a:cubicBezTo>
                                    <a:pt x="121" y="13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3" y="12"/>
                                    <a:pt x="123" y="11"/>
                                  </a:cubicBezTo>
                                  <a:cubicBezTo>
                                    <a:pt x="123" y="11"/>
                                    <a:pt x="123" y="11"/>
                                    <a:pt x="123" y="11"/>
                                  </a:cubicBezTo>
                                  <a:cubicBezTo>
                                    <a:pt x="123" y="10"/>
                                    <a:pt x="123" y="10"/>
                                    <a:pt x="123" y="10"/>
                                  </a:cubicBezTo>
                                  <a:cubicBezTo>
                                    <a:pt x="123" y="10"/>
                                    <a:pt x="124" y="10"/>
                                    <a:pt x="124" y="10"/>
                                  </a:cubicBezTo>
                                  <a:cubicBezTo>
                                    <a:pt x="124" y="10"/>
                                    <a:pt x="124" y="9"/>
                                    <a:pt x="124" y="9"/>
                                  </a:cubicBezTo>
                                  <a:cubicBezTo>
                                    <a:pt x="124" y="9"/>
                                    <a:pt x="124" y="9"/>
                                    <a:pt x="125" y="9"/>
                                  </a:cubicBezTo>
                                  <a:cubicBezTo>
                                    <a:pt x="125" y="9"/>
                                    <a:pt x="125" y="9"/>
                                    <a:pt x="125" y="9"/>
                                  </a:cubicBezTo>
                                  <a:cubicBezTo>
                                    <a:pt x="125" y="8"/>
                                    <a:pt x="125" y="8"/>
                                    <a:pt x="125" y="8"/>
                                  </a:cubicBezTo>
                                  <a:cubicBezTo>
                                    <a:pt x="125" y="7"/>
                                    <a:pt x="126" y="8"/>
                                    <a:pt x="125" y="7"/>
                                  </a:cubicBezTo>
                                  <a:cubicBezTo>
                                    <a:pt x="125" y="7"/>
                                    <a:pt x="125" y="6"/>
                                    <a:pt x="125" y="6"/>
                                  </a:cubicBezTo>
                                  <a:cubicBezTo>
                                    <a:pt x="125" y="6"/>
                                    <a:pt x="125" y="6"/>
                                    <a:pt x="124" y="7"/>
                                  </a:cubicBezTo>
                                  <a:cubicBezTo>
                                    <a:pt x="124" y="7"/>
                                    <a:pt x="125" y="7"/>
                                    <a:pt x="125" y="7"/>
                                  </a:cubicBezTo>
                                  <a:cubicBezTo>
                                    <a:pt x="124" y="8"/>
                                    <a:pt x="124" y="7"/>
                                    <a:pt x="124" y="7"/>
                                  </a:cubicBezTo>
                                  <a:cubicBezTo>
                                    <a:pt x="123" y="7"/>
                                    <a:pt x="123" y="7"/>
                                    <a:pt x="123" y="8"/>
                                  </a:cubicBezTo>
                                  <a:cubicBezTo>
                                    <a:pt x="122" y="8"/>
                                    <a:pt x="123" y="8"/>
                                    <a:pt x="123" y="9"/>
                                  </a:cubicBezTo>
                                  <a:cubicBezTo>
                                    <a:pt x="123" y="9"/>
                                    <a:pt x="122" y="10"/>
                                    <a:pt x="122" y="10"/>
                                  </a:cubicBezTo>
                                  <a:cubicBezTo>
                                    <a:pt x="122" y="10"/>
                                    <a:pt x="122" y="9"/>
                                    <a:pt x="121" y="9"/>
                                  </a:cubicBezTo>
                                  <a:cubicBezTo>
                                    <a:pt x="121" y="8"/>
                                    <a:pt x="121" y="8"/>
                                    <a:pt x="121" y="8"/>
                                  </a:cubicBezTo>
                                  <a:cubicBezTo>
                                    <a:pt x="120" y="9"/>
                                    <a:pt x="121" y="9"/>
                                    <a:pt x="121" y="9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1"/>
                                    <a:pt x="120" y="10"/>
                                    <a:pt x="120" y="10"/>
                                  </a:cubicBezTo>
                                  <a:cubicBezTo>
                                    <a:pt x="120" y="11"/>
                                    <a:pt x="120" y="11"/>
                                    <a:pt x="120" y="10"/>
                                  </a:cubicBezTo>
                                  <a:cubicBezTo>
                                    <a:pt x="120" y="10"/>
                                    <a:pt x="120" y="9"/>
                                    <a:pt x="119" y="9"/>
                                  </a:cubicBezTo>
                                  <a:cubicBezTo>
                                    <a:pt x="119" y="9"/>
                                    <a:pt x="119" y="10"/>
                                    <a:pt x="119" y="10"/>
                                  </a:cubicBezTo>
                                  <a:cubicBezTo>
                                    <a:pt x="118" y="10"/>
                                    <a:pt x="119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0"/>
                                    <a:pt x="117" y="10"/>
                                  </a:cubicBezTo>
                                  <a:cubicBezTo>
                                    <a:pt x="117" y="10"/>
                                    <a:pt x="117" y="11"/>
                                    <a:pt x="116" y="11"/>
                                  </a:cubicBezTo>
                                  <a:cubicBezTo>
                                    <a:pt x="116" y="11"/>
                                    <a:pt x="115" y="10"/>
                                    <a:pt x="115" y="11"/>
                                  </a:cubicBezTo>
                                  <a:cubicBezTo>
                                    <a:pt x="115" y="11"/>
                                    <a:pt x="116" y="11"/>
                                    <a:pt x="116" y="11"/>
                                  </a:cubicBezTo>
                                  <a:cubicBezTo>
                                    <a:pt x="116" y="11"/>
                                    <a:pt x="116" y="11"/>
                                    <a:pt x="116" y="11"/>
                                  </a:cubicBezTo>
                                  <a:cubicBezTo>
                                    <a:pt x="116" y="11"/>
                                    <a:pt x="117" y="11"/>
                                    <a:pt x="117" y="11"/>
                                  </a:cubicBezTo>
                                  <a:cubicBezTo>
                                    <a:pt x="118" y="11"/>
                                    <a:pt x="117" y="12"/>
                                    <a:pt x="117" y="12"/>
                                  </a:cubicBezTo>
                                  <a:cubicBezTo>
                                    <a:pt x="117" y="12"/>
                                    <a:pt x="116" y="13"/>
                                    <a:pt x="117" y="14"/>
                                  </a:cubicBezTo>
                                  <a:cubicBezTo>
                                    <a:pt x="117" y="14"/>
                                    <a:pt x="117" y="13"/>
                                    <a:pt x="117" y="13"/>
                                  </a:cubicBezTo>
                                  <a:cubicBezTo>
                                    <a:pt x="118" y="13"/>
                                    <a:pt x="118" y="13"/>
                                    <a:pt x="118" y="13"/>
                                  </a:cubicBezTo>
                                  <a:close/>
                                  <a:moveTo>
                                    <a:pt x="130" y="4"/>
                                  </a:moveTo>
                                  <a:cubicBezTo>
                                    <a:pt x="130" y="4"/>
                                    <a:pt x="130" y="3"/>
                                    <a:pt x="130" y="3"/>
                                  </a:cubicBezTo>
                                  <a:cubicBezTo>
                                    <a:pt x="130" y="3"/>
                                    <a:pt x="129" y="3"/>
                                    <a:pt x="129" y="3"/>
                                  </a:cubicBezTo>
                                  <a:cubicBezTo>
                                    <a:pt x="128" y="3"/>
                                    <a:pt x="128" y="3"/>
                                    <a:pt x="128" y="4"/>
                                  </a:cubicBezTo>
                                  <a:cubicBezTo>
                                    <a:pt x="128" y="4"/>
                                    <a:pt x="129" y="4"/>
                                    <a:pt x="129" y="4"/>
                                  </a:cubicBezTo>
                                  <a:cubicBezTo>
                                    <a:pt x="129" y="4"/>
                                    <a:pt x="128" y="4"/>
                                    <a:pt x="128" y="4"/>
                                  </a:cubicBezTo>
                                  <a:cubicBezTo>
                                    <a:pt x="128" y="4"/>
                                    <a:pt x="129" y="5"/>
                                    <a:pt x="129" y="5"/>
                                  </a:cubicBezTo>
                                  <a:cubicBezTo>
                                    <a:pt x="129" y="5"/>
                                    <a:pt x="129" y="5"/>
                                    <a:pt x="130" y="5"/>
                                  </a:cubicBezTo>
                                  <a:cubicBezTo>
                                    <a:pt x="130" y="5"/>
                                    <a:pt x="131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ubicBezTo>
                                    <a:pt x="129" y="4"/>
                                    <a:pt x="130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lose/>
                                  <a:moveTo>
                                    <a:pt x="134" y="3"/>
                                  </a:moveTo>
                                  <a:cubicBezTo>
                                    <a:pt x="134" y="3"/>
                                    <a:pt x="134" y="3"/>
                                    <a:pt x="134" y="3"/>
                                  </a:cubicBezTo>
                                  <a:cubicBezTo>
                                    <a:pt x="134" y="3"/>
                                    <a:pt x="134" y="2"/>
                                    <a:pt x="134" y="2"/>
                                  </a:cubicBezTo>
                                  <a:cubicBezTo>
                                    <a:pt x="134" y="2"/>
                                    <a:pt x="134" y="1"/>
                                    <a:pt x="134" y="1"/>
                                  </a:cubicBezTo>
                                  <a:cubicBezTo>
                                    <a:pt x="134" y="1"/>
                                    <a:pt x="133" y="1"/>
                                    <a:pt x="133" y="2"/>
                                  </a:cubicBezTo>
                                  <a:cubicBezTo>
                                    <a:pt x="133" y="2"/>
                                    <a:pt x="133" y="2"/>
                                    <a:pt x="134" y="3"/>
                                  </a:cubicBezTo>
                                  <a:cubicBezTo>
                                    <a:pt x="134" y="3"/>
                                    <a:pt x="133" y="2"/>
                                    <a:pt x="134" y="3"/>
                                  </a:cubicBezTo>
                                  <a:close/>
                                  <a:moveTo>
                                    <a:pt x="139" y="3"/>
                                  </a:moveTo>
                                  <a:cubicBezTo>
                                    <a:pt x="139" y="4"/>
                                    <a:pt x="139" y="4"/>
                                    <a:pt x="139" y="5"/>
                                  </a:cubicBezTo>
                                  <a:cubicBezTo>
                                    <a:pt x="139" y="5"/>
                                    <a:pt x="140" y="5"/>
                                    <a:pt x="140" y="5"/>
                                  </a:cubicBezTo>
                                  <a:cubicBezTo>
                                    <a:pt x="140" y="5"/>
                                    <a:pt x="140" y="4"/>
                                    <a:pt x="140" y="4"/>
                                  </a:cubicBezTo>
                                  <a:cubicBezTo>
                                    <a:pt x="141" y="4"/>
                                    <a:pt x="141" y="4"/>
                                    <a:pt x="141" y="4"/>
                                  </a:cubicBezTo>
                                  <a:cubicBezTo>
                                    <a:pt x="142" y="4"/>
                                    <a:pt x="142" y="4"/>
                                    <a:pt x="143" y="4"/>
                                  </a:cubicBezTo>
                                  <a:cubicBezTo>
                                    <a:pt x="143" y="4"/>
                                    <a:pt x="144" y="3"/>
                                    <a:pt x="144" y="3"/>
                                  </a:cubicBezTo>
                                  <a:cubicBezTo>
                                    <a:pt x="144" y="2"/>
                                    <a:pt x="144" y="2"/>
                                    <a:pt x="143" y="2"/>
                                  </a:cubicBezTo>
                                  <a:cubicBezTo>
                                    <a:pt x="143" y="2"/>
                                    <a:pt x="143" y="3"/>
                                    <a:pt x="142" y="3"/>
                                  </a:cubicBezTo>
                                  <a:cubicBezTo>
                                    <a:pt x="142" y="3"/>
                                    <a:pt x="142" y="3"/>
                                    <a:pt x="142" y="3"/>
                                  </a:cubicBezTo>
                                  <a:cubicBezTo>
                                    <a:pt x="142" y="3"/>
                                    <a:pt x="142" y="3"/>
                                    <a:pt x="142" y="2"/>
                                  </a:cubicBezTo>
                                  <a:cubicBezTo>
                                    <a:pt x="142" y="2"/>
                                    <a:pt x="143" y="2"/>
                                    <a:pt x="143" y="1"/>
                                  </a:cubicBezTo>
                                  <a:cubicBezTo>
                                    <a:pt x="142" y="1"/>
                                    <a:pt x="142" y="1"/>
                                    <a:pt x="141" y="1"/>
                                  </a:cubicBezTo>
                                  <a:cubicBezTo>
                                    <a:pt x="141" y="1"/>
                                    <a:pt x="141" y="0"/>
                                    <a:pt x="141" y="0"/>
                                  </a:cubicBezTo>
                                  <a:cubicBezTo>
                                    <a:pt x="141" y="0"/>
                                    <a:pt x="141" y="0"/>
                                    <a:pt x="140" y="0"/>
                                  </a:cubicBezTo>
                                  <a:cubicBezTo>
                                    <a:pt x="140" y="0"/>
                                    <a:pt x="140" y="0"/>
                                    <a:pt x="140" y="0"/>
                                  </a:cubicBezTo>
                                  <a:cubicBezTo>
                                    <a:pt x="139" y="1"/>
                                    <a:pt x="141" y="2"/>
                                    <a:pt x="141" y="3"/>
                                  </a:cubicBezTo>
                                  <a:cubicBezTo>
                                    <a:pt x="140" y="2"/>
                                    <a:pt x="140" y="2"/>
                                    <a:pt x="140" y="1"/>
                                  </a:cubicBezTo>
                                  <a:cubicBezTo>
                                    <a:pt x="139" y="1"/>
                                    <a:pt x="139" y="1"/>
                                    <a:pt x="139" y="2"/>
                                  </a:cubicBezTo>
                                  <a:cubicBezTo>
                                    <a:pt x="139" y="2"/>
                                    <a:pt x="138" y="2"/>
                                    <a:pt x="138" y="2"/>
                                  </a:cubicBezTo>
                                  <a:cubicBezTo>
                                    <a:pt x="138" y="2"/>
                                    <a:pt x="138" y="2"/>
                                    <a:pt x="138" y="2"/>
                                  </a:cubicBezTo>
                                  <a:cubicBezTo>
                                    <a:pt x="138" y="3"/>
                                    <a:pt x="139" y="3"/>
                                    <a:pt x="139" y="3"/>
                                  </a:cubicBezTo>
                                  <a:cubicBezTo>
                                    <a:pt x="139" y="3"/>
                                    <a:pt x="139" y="3"/>
                                    <a:pt x="139" y="3"/>
                                  </a:cubicBezTo>
                                  <a:close/>
                                  <a:moveTo>
                                    <a:pt x="169" y="26"/>
                                  </a:moveTo>
                                  <a:cubicBezTo>
                                    <a:pt x="168" y="26"/>
                                    <a:pt x="168" y="26"/>
                                    <a:pt x="168" y="27"/>
                                  </a:cubicBezTo>
                                  <a:cubicBezTo>
                                    <a:pt x="168" y="27"/>
                                    <a:pt x="168" y="28"/>
                                    <a:pt x="168" y="28"/>
                                  </a:cubicBezTo>
                                  <a:cubicBezTo>
                                    <a:pt x="168" y="28"/>
                                    <a:pt x="169" y="27"/>
                                    <a:pt x="170" y="27"/>
                                  </a:cubicBezTo>
                                  <a:cubicBezTo>
                                    <a:pt x="170" y="27"/>
                                    <a:pt x="170" y="27"/>
                                    <a:pt x="170" y="27"/>
                                  </a:cubicBezTo>
                                  <a:cubicBezTo>
                                    <a:pt x="170" y="27"/>
                                    <a:pt x="169" y="27"/>
                                    <a:pt x="169" y="26"/>
                                  </a:cubicBezTo>
                                  <a:cubicBezTo>
                                    <a:pt x="169" y="26"/>
                                    <a:pt x="169" y="26"/>
                                    <a:pt x="169" y="26"/>
                                  </a:cubicBezTo>
                                  <a:cubicBezTo>
                                    <a:pt x="169" y="26"/>
                                    <a:pt x="169" y="26"/>
                                    <a:pt x="169" y="26"/>
                                  </a:cubicBezTo>
                                  <a:close/>
                                  <a:moveTo>
                                    <a:pt x="3" y="187"/>
                                  </a:moveTo>
                                  <a:cubicBezTo>
                                    <a:pt x="3" y="187"/>
                                    <a:pt x="4" y="188"/>
                                    <a:pt x="4" y="188"/>
                                  </a:cubicBezTo>
                                  <a:cubicBezTo>
                                    <a:pt x="4" y="188"/>
                                    <a:pt x="4" y="186"/>
                                    <a:pt x="4" y="186"/>
                                  </a:cubicBezTo>
                                  <a:cubicBezTo>
                                    <a:pt x="3" y="185"/>
                                    <a:pt x="3" y="186"/>
                                    <a:pt x="3" y="187"/>
                                  </a:cubicBezTo>
                                  <a:cubicBezTo>
                                    <a:pt x="3" y="187"/>
                                    <a:pt x="3" y="186"/>
                                    <a:pt x="3" y="187"/>
                                  </a:cubicBezTo>
                                  <a:close/>
                                  <a:moveTo>
                                    <a:pt x="1" y="174"/>
                                  </a:moveTo>
                                  <a:cubicBezTo>
                                    <a:pt x="1" y="175"/>
                                    <a:pt x="2" y="178"/>
                                    <a:pt x="3" y="177"/>
                                  </a:cubicBezTo>
                                  <a:cubicBezTo>
                                    <a:pt x="3" y="176"/>
                                    <a:pt x="3" y="175"/>
                                    <a:pt x="2" y="175"/>
                                  </a:cubicBezTo>
                                  <a:cubicBezTo>
                                    <a:pt x="2" y="175"/>
                                    <a:pt x="1" y="174"/>
                                    <a:pt x="1" y="174"/>
                                  </a:cubicBezTo>
                                  <a:cubicBezTo>
                                    <a:pt x="1" y="175"/>
                                    <a:pt x="1" y="174"/>
                                    <a:pt x="1" y="174"/>
                                  </a:cubicBezTo>
                                  <a:close/>
                                  <a:moveTo>
                                    <a:pt x="8" y="153"/>
                                  </a:moveTo>
                                  <a:cubicBezTo>
                                    <a:pt x="8" y="152"/>
                                    <a:pt x="7" y="150"/>
                                    <a:pt x="7" y="152"/>
                                  </a:cubicBezTo>
                                  <a:cubicBezTo>
                                    <a:pt x="6" y="152"/>
                                    <a:pt x="7" y="154"/>
                                    <a:pt x="8" y="153"/>
                                  </a:cubicBezTo>
                                  <a:close/>
                                  <a:moveTo>
                                    <a:pt x="5" y="153"/>
                                  </a:moveTo>
                                  <a:cubicBezTo>
                                    <a:pt x="5" y="154"/>
                                    <a:pt x="5" y="155"/>
                                    <a:pt x="6" y="154"/>
                                  </a:cubicBezTo>
                                  <a:cubicBezTo>
                                    <a:pt x="6" y="154"/>
                                    <a:pt x="6" y="154"/>
                                    <a:pt x="6" y="154"/>
                                  </a:cubicBezTo>
                                  <a:cubicBezTo>
                                    <a:pt x="6" y="153"/>
                                    <a:pt x="5" y="153"/>
                                    <a:pt x="5" y="153"/>
                                  </a:cubicBezTo>
                                  <a:cubicBezTo>
                                    <a:pt x="5" y="153"/>
                                    <a:pt x="5" y="153"/>
                                    <a:pt x="5" y="153"/>
                                  </a:cubicBezTo>
                                  <a:close/>
                                  <a:moveTo>
                                    <a:pt x="22" y="139"/>
                                  </a:moveTo>
                                  <a:cubicBezTo>
                                    <a:pt x="22" y="139"/>
                                    <a:pt x="20" y="140"/>
                                    <a:pt x="21" y="140"/>
                                  </a:cubicBezTo>
                                  <a:cubicBezTo>
                                    <a:pt x="22" y="140"/>
                                    <a:pt x="22" y="139"/>
                                    <a:pt x="22" y="139"/>
                                  </a:cubicBezTo>
                                  <a:cubicBezTo>
                                    <a:pt x="22" y="139"/>
                                    <a:pt x="22" y="139"/>
                                    <a:pt x="22" y="139"/>
                                  </a:cubicBezTo>
                                  <a:close/>
                                  <a:moveTo>
                                    <a:pt x="18" y="142"/>
                                  </a:moveTo>
                                  <a:cubicBezTo>
                                    <a:pt x="18" y="142"/>
                                    <a:pt x="18" y="142"/>
                                    <a:pt x="17" y="142"/>
                                  </a:cubicBezTo>
                                  <a:cubicBezTo>
                                    <a:pt x="17" y="142"/>
                                    <a:pt x="17" y="143"/>
                                    <a:pt x="18" y="143"/>
                                  </a:cubicBezTo>
                                  <a:cubicBezTo>
                                    <a:pt x="18" y="143"/>
                                    <a:pt x="19" y="143"/>
                                    <a:pt x="19" y="143"/>
                                  </a:cubicBezTo>
                                  <a:cubicBezTo>
                                    <a:pt x="19" y="142"/>
                                    <a:pt x="19" y="141"/>
                                    <a:pt x="19" y="141"/>
                                  </a:cubicBezTo>
                                  <a:cubicBezTo>
                                    <a:pt x="18" y="141"/>
                                    <a:pt x="18" y="142"/>
                                    <a:pt x="18" y="14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1" name="Freeform 783">
                              <a:extLst>
                                <a:ext uri="{FF2B5EF4-FFF2-40B4-BE49-F238E27FC236}">
                                  <a16:creationId xmlns:a16="http://schemas.microsoft.com/office/drawing/2014/main" id="{84CEE7B7-4428-838A-FB05-35EF8D5D17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42013" y="3530600"/>
                              <a:ext cx="49212" cy="53975"/>
                            </a:xfrm>
                            <a:custGeom>
                              <a:avLst/>
                              <a:gdLst>
                                <a:gd name="T0" fmla="*/ 11 w 12"/>
                                <a:gd name="T1" fmla="*/ 8 h 13"/>
                                <a:gd name="T2" fmla="*/ 11 w 12"/>
                                <a:gd name="T3" fmla="*/ 8 h 13"/>
                                <a:gd name="T4" fmla="*/ 11 w 12"/>
                                <a:gd name="T5" fmla="*/ 7 h 13"/>
                                <a:gd name="T6" fmla="*/ 12 w 12"/>
                                <a:gd name="T7" fmla="*/ 6 h 13"/>
                                <a:gd name="T8" fmla="*/ 11 w 12"/>
                                <a:gd name="T9" fmla="*/ 6 h 13"/>
                                <a:gd name="T10" fmla="*/ 9 w 12"/>
                                <a:gd name="T11" fmla="*/ 5 h 13"/>
                                <a:gd name="T12" fmla="*/ 9 w 12"/>
                                <a:gd name="T13" fmla="*/ 5 h 13"/>
                                <a:gd name="T14" fmla="*/ 9 w 12"/>
                                <a:gd name="T15" fmla="*/ 4 h 13"/>
                                <a:gd name="T16" fmla="*/ 8 w 12"/>
                                <a:gd name="T17" fmla="*/ 3 h 13"/>
                                <a:gd name="T18" fmla="*/ 7 w 12"/>
                                <a:gd name="T19" fmla="*/ 2 h 13"/>
                                <a:gd name="T20" fmla="*/ 6 w 12"/>
                                <a:gd name="T21" fmla="*/ 2 h 13"/>
                                <a:gd name="T22" fmla="*/ 6 w 12"/>
                                <a:gd name="T23" fmla="*/ 1 h 13"/>
                                <a:gd name="T24" fmla="*/ 4 w 12"/>
                                <a:gd name="T25" fmla="*/ 1 h 13"/>
                                <a:gd name="T26" fmla="*/ 4 w 12"/>
                                <a:gd name="T27" fmla="*/ 2 h 13"/>
                                <a:gd name="T28" fmla="*/ 3 w 12"/>
                                <a:gd name="T29" fmla="*/ 3 h 13"/>
                                <a:gd name="T30" fmla="*/ 3 w 12"/>
                                <a:gd name="T31" fmla="*/ 4 h 13"/>
                                <a:gd name="T32" fmla="*/ 2 w 12"/>
                                <a:gd name="T33" fmla="*/ 4 h 13"/>
                                <a:gd name="T34" fmla="*/ 1 w 12"/>
                                <a:gd name="T35" fmla="*/ 5 h 13"/>
                                <a:gd name="T36" fmla="*/ 0 w 12"/>
                                <a:gd name="T37" fmla="*/ 5 h 13"/>
                                <a:gd name="T38" fmla="*/ 1 w 12"/>
                                <a:gd name="T39" fmla="*/ 6 h 13"/>
                                <a:gd name="T40" fmla="*/ 0 w 12"/>
                                <a:gd name="T41" fmla="*/ 7 h 13"/>
                                <a:gd name="T42" fmla="*/ 1 w 12"/>
                                <a:gd name="T43" fmla="*/ 9 h 13"/>
                                <a:gd name="T44" fmla="*/ 3 w 12"/>
                                <a:gd name="T45" fmla="*/ 9 h 13"/>
                                <a:gd name="T46" fmla="*/ 4 w 12"/>
                                <a:gd name="T47" fmla="*/ 13 h 13"/>
                                <a:gd name="T48" fmla="*/ 5 w 12"/>
                                <a:gd name="T49" fmla="*/ 12 h 13"/>
                                <a:gd name="T50" fmla="*/ 7 w 12"/>
                                <a:gd name="T51" fmla="*/ 11 h 13"/>
                                <a:gd name="T52" fmla="*/ 8 w 12"/>
                                <a:gd name="T53" fmla="*/ 11 h 13"/>
                                <a:gd name="T54" fmla="*/ 9 w 12"/>
                                <a:gd name="T55" fmla="*/ 11 h 13"/>
                                <a:gd name="T56" fmla="*/ 9 w 12"/>
                                <a:gd name="T57" fmla="*/ 10 h 13"/>
                                <a:gd name="T58" fmla="*/ 11 w 12"/>
                                <a:gd name="T59" fmla="*/ 10 h 13"/>
                                <a:gd name="T60" fmla="*/ 10 w 12"/>
                                <a:gd name="T61" fmla="*/ 9 h 13"/>
                                <a:gd name="T62" fmla="*/ 11 w 12"/>
                                <a:gd name="T63" fmla="*/ 8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</a:cxnLst>
                              <a:rect l="0" t="0" r="r" b="b"/>
                              <a:pathLst>
                                <a:path w="12" h="13">
                                  <a:moveTo>
                                    <a:pt x="11" y="8"/>
                                  </a:move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7"/>
                                    <a:pt x="11" y="7"/>
                                  </a:cubicBezTo>
                                  <a:cubicBezTo>
                                    <a:pt x="12" y="7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1" y="6"/>
                                  </a:cubicBezTo>
                                  <a:cubicBezTo>
                                    <a:pt x="11" y="5"/>
                                    <a:pt x="10" y="6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8" y="3"/>
                                  </a:cubicBezTo>
                                  <a:cubicBezTo>
                                    <a:pt x="8" y="3"/>
                                    <a:pt x="8" y="2"/>
                                    <a:pt x="7" y="2"/>
                                  </a:cubicBezTo>
                                  <a:cubicBezTo>
                                    <a:pt x="7" y="2"/>
                                    <a:pt x="6" y="2"/>
                                    <a:pt x="6" y="2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5" y="0"/>
                                    <a:pt x="5" y="0"/>
                                    <a:pt x="4" y="1"/>
                                  </a:cubicBezTo>
                                  <a:cubicBezTo>
                                    <a:pt x="3" y="2"/>
                                    <a:pt x="4" y="1"/>
                                    <a:pt x="4" y="2"/>
                                  </a:cubicBezTo>
                                  <a:cubicBezTo>
                                    <a:pt x="5" y="3"/>
                                    <a:pt x="3" y="3"/>
                                    <a:pt x="3" y="3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5"/>
                                    <a:pt x="2" y="4"/>
                                    <a:pt x="2" y="4"/>
                                  </a:cubicBezTo>
                                  <a:cubicBezTo>
                                    <a:pt x="2" y="5"/>
                                    <a:pt x="2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0" y="7"/>
                                  </a:cubicBezTo>
                                  <a:cubicBezTo>
                                    <a:pt x="1" y="7"/>
                                    <a:pt x="1" y="8"/>
                                    <a:pt x="1" y="9"/>
                                  </a:cubicBezTo>
                                  <a:cubicBezTo>
                                    <a:pt x="2" y="9"/>
                                    <a:pt x="2" y="9"/>
                                    <a:pt x="3" y="9"/>
                                  </a:cubicBezTo>
                                  <a:cubicBezTo>
                                    <a:pt x="4" y="10"/>
                                    <a:pt x="4" y="12"/>
                                    <a:pt x="4" y="13"/>
                                  </a:cubicBezTo>
                                  <a:cubicBezTo>
                                    <a:pt x="5" y="13"/>
                                    <a:pt x="5" y="13"/>
                                    <a:pt x="5" y="12"/>
                                  </a:cubicBezTo>
                                  <a:cubicBezTo>
                                    <a:pt x="5" y="11"/>
                                    <a:pt x="6" y="11"/>
                                    <a:pt x="7" y="11"/>
                                  </a:cubicBezTo>
                                  <a:cubicBezTo>
                                    <a:pt x="7" y="10"/>
                                    <a:pt x="7" y="10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9" y="11"/>
                                  </a:cubicBezTo>
                                  <a:cubicBezTo>
                                    <a:pt x="9" y="11"/>
                                    <a:pt x="9" y="10"/>
                                    <a:pt x="9" y="10"/>
                                  </a:cubicBezTo>
                                  <a:cubicBezTo>
                                    <a:pt x="10" y="10"/>
                                    <a:pt x="10" y="10"/>
                                    <a:pt x="11" y="10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1" y="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2" name="Freeform 784">
                              <a:extLst>
                                <a:ext uri="{FF2B5EF4-FFF2-40B4-BE49-F238E27FC236}">
                                  <a16:creationId xmlns:a16="http://schemas.microsoft.com/office/drawing/2014/main" id="{1415E48B-C779-7060-0A6A-E85FE35E4C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13301" y="2559050"/>
                              <a:ext cx="4762" cy="4763"/>
                            </a:xfrm>
                            <a:custGeom>
                              <a:avLst/>
                              <a:gdLst>
                                <a:gd name="T0" fmla="*/ 0 w 3"/>
                                <a:gd name="T1" fmla="*/ 3 h 3"/>
                                <a:gd name="T2" fmla="*/ 0 w 3"/>
                                <a:gd name="T3" fmla="*/ 3 h 3"/>
                                <a:gd name="T4" fmla="*/ 3 w 3"/>
                                <a:gd name="T5" fmla="*/ 3 h 3"/>
                                <a:gd name="T6" fmla="*/ 0 w 3"/>
                                <a:gd name="T7" fmla="*/ 0 h 3"/>
                                <a:gd name="T8" fmla="*/ 0 w 3"/>
                                <a:gd name="T9" fmla="*/ 3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3" h="3">
                                  <a:moveTo>
                                    <a:pt x="0" y="3"/>
                                  </a:moveTo>
                                  <a:lnTo>
                                    <a:pt x="0" y="3"/>
                                  </a:lnTo>
                                  <a:lnTo>
                                    <a:pt x="3" y="3"/>
                                  </a:lnTo>
                                  <a:lnTo>
                                    <a:pt x="0" y="0"/>
                                  </a:lnTo>
                                  <a:lnTo>
                                    <a:pt x="0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3" name="Freeform 785">
                              <a:extLst>
                                <a:ext uri="{FF2B5EF4-FFF2-40B4-BE49-F238E27FC236}">
                                  <a16:creationId xmlns:a16="http://schemas.microsoft.com/office/drawing/2014/main" id="{5063247C-02D6-B65A-CAE4-47D2F9AACF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89501" y="2543175"/>
                              <a:ext cx="3175" cy="0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0 w 2"/>
                                <a:gd name="T2" fmla="*/ 2 w 2"/>
                                <a:gd name="T3" fmla="*/ 0 w 2"/>
                                <a:gd name="T4" fmla="*/ 0 w 2"/>
                              </a:gdLst>
                              <a:ahLst/>
                              <a:cxnLst>
                                <a:cxn ang="0">
                                  <a:pos x="T0" y="0"/>
                                </a:cxn>
                                <a:cxn ang="0">
                                  <a:pos x="T1" y="0"/>
                                </a:cxn>
                                <a:cxn ang="0">
                                  <a:pos x="T2" y="0"/>
                                </a:cxn>
                                <a:cxn ang="0">
                                  <a:pos x="T3" y="0"/>
                                </a:cxn>
                                <a:cxn ang="0">
                                  <a:pos x="T4" y="0"/>
                                </a:cxn>
                              </a:cxnLst>
                              <a:rect l="0" t="0" r="r" b="b"/>
                              <a:pathLst>
                                <a:path w="2">
                                  <a:moveTo>
                                    <a:pt x="0" y="0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2" y="0"/>
                                  </a:ln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4" name="Freeform 786">
                              <a:extLst>
                                <a:ext uri="{FF2B5EF4-FFF2-40B4-BE49-F238E27FC236}">
                                  <a16:creationId xmlns:a16="http://schemas.microsoft.com/office/drawing/2014/main" id="{4C0D943B-9E88-400D-2B0B-8423B27563B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689476" y="2351088"/>
                              <a:ext cx="320675" cy="212725"/>
                            </a:xfrm>
                            <a:custGeom>
                              <a:avLst/>
                              <a:gdLst>
                                <a:gd name="T0" fmla="*/ 76 w 77"/>
                                <a:gd name="T1" fmla="*/ 19 h 51"/>
                                <a:gd name="T2" fmla="*/ 76 w 77"/>
                                <a:gd name="T3" fmla="*/ 15 h 51"/>
                                <a:gd name="T4" fmla="*/ 70 w 77"/>
                                <a:gd name="T5" fmla="*/ 13 h 51"/>
                                <a:gd name="T6" fmla="*/ 67 w 77"/>
                                <a:gd name="T7" fmla="*/ 11 h 51"/>
                                <a:gd name="T8" fmla="*/ 65 w 77"/>
                                <a:gd name="T9" fmla="*/ 6 h 51"/>
                                <a:gd name="T10" fmla="*/ 63 w 77"/>
                                <a:gd name="T11" fmla="*/ 4 h 51"/>
                                <a:gd name="T12" fmla="*/ 58 w 77"/>
                                <a:gd name="T13" fmla="*/ 2 h 51"/>
                                <a:gd name="T14" fmla="*/ 55 w 77"/>
                                <a:gd name="T15" fmla="*/ 1 h 51"/>
                                <a:gd name="T16" fmla="*/ 54 w 77"/>
                                <a:gd name="T17" fmla="*/ 7 h 51"/>
                                <a:gd name="T18" fmla="*/ 48 w 77"/>
                                <a:gd name="T19" fmla="*/ 9 h 51"/>
                                <a:gd name="T20" fmla="*/ 45 w 77"/>
                                <a:gd name="T21" fmla="*/ 13 h 51"/>
                                <a:gd name="T22" fmla="*/ 41 w 77"/>
                                <a:gd name="T23" fmla="*/ 7 h 51"/>
                                <a:gd name="T24" fmla="*/ 37 w 77"/>
                                <a:gd name="T25" fmla="*/ 8 h 51"/>
                                <a:gd name="T26" fmla="*/ 32 w 77"/>
                                <a:gd name="T27" fmla="*/ 11 h 51"/>
                                <a:gd name="T28" fmla="*/ 28 w 77"/>
                                <a:gd name="T29" fmla="*/ 9 h 51"/>
                                <a:gd name="T30" fmla="*/ 28 w 77"/>
                                <a:gd name="T31" fmla="*/ 17 h 51"/>
                                <a:gd name="T32" fmla="*/ 25 w 77"/>
                                <a:gd name="T33" fmla="*/ 20 h 51"/>
                                <a:gd name="T34" fmla="*/ 21 w 77"/>
                                <a:gd name="T35" fmla="*/ 17 h 51"/>
                                <a:gd name="T36" fmla="*/ 22 w 77"/>
                                <a:gd name="T37" fmla="*/ 11 h 51"/>
                                <a:gd name="T38" fmla="*/ 21 w 77"/>
                                <a:gd name="T39" fmla="*/ 8 h 51"/>
                                <a:gd name="T40" fmla="*/ 17 w 77"/>
                                <a:gd name="T41" fmla="*/ 5 h 51"/>
                                <a:gd name="T42" fmla="*/ 11 w 77"/>
                                <a:gd name="T43" fmla="*/ 2 h 51"/>
                                <a:gd name="T44" fmla="*/ 12 w 77"/>
                                <a:gd name="T45" fmla="*/ 4 h 51"/>
                                <a:gd name="T46" fmla="*/ 14 w 77"/>
                                <a:gd name="T47" fmla="*/ 6 h 51"/>
                                <a:gd name="T48" fmla="*/ 15 w 77"/>
                                <a:gd name="T49" fmla="*/ 11 h 51"/>
                                <a:gd name="T50" fmla="*/ 11 w 77"/>
                                <a:gd name="T51" fmla="*/ 9 h 51"/>
                                <a:gd name="T52" fmla="*/ 6 w 77"/>
                                <a:gd name="T53" fmla="*/ 8 h 51"/>
                                <a:gd name="T54" fmla="*/ 7 w 77"/>
                                <a:gd name="T55" fmla="*/ 13 h 51"/>
                                <a:gd name="T56" fmla="*/ 7 w 77"/>
                                <a:gd name="T57" fmla="*/ 16 h 51"/>
                                <a:gd name="T58" fmla="*/ 4 w 77"/>
                                <a:gd name="T59" fmla="*/ 18 h 51"/>
                                <a:gd name="T60" fmla="*/ 11 w 77"/>
                                <a:gd name="T61" fmla="*/ 17 h 51"/>
                                <a:gd name="T62" fmla="*/ 14 w 77"/>
                                <a:gd name="T63" fmla="*/ 16 h 51"/>
                                <a:gd name="T64" fmla="*/ 17 w 77"/>
                                <a:gd name="T65" fmla="*/ 18 h 51"/>
                                <a:gd name="T66" fmla="*/ 14 w 77"/>
                                <a:gd name="T67" fmla="*/ 23 h 51"/>
                                <a:gd name="T68" fmla="*/ 13 w 77"/>
                                <a:gd name="T69" fmla="*/ 25 h 51"/>
                                <a:gd name="T70" fmla="*/ 10 w 77"/>
                                <a:gd name="T71" fmla="*/ 25 h 51"/>
                                <a:gd name="T72" fmla="*/ 8 w 77"/>
                                <a:gd name="T73" fmla="*/ 26 h 51"/>
                                <a:gd name="T74" fmla="*/ 5 w 77"/>
                                <a:gd name="T75" fmla="*/ 30 h 51"/>
                                <a:gd name="T76" fmla="*/ 13 w 77"/>
                                <a:gd name="T77" fmla="*/ 29 h 51"/>
                                <a:gd name="T78" fmla="*/ 15 w 77"/>
                                <a:gd name="T79" fmla="*/ 32 h 51"/>
                                <a:gd name="T80" fmla="*/ 19 w 77"/>
                                <a:gd name="T81" fmla="*/ 32 h 51"/>
                                <a:gd name="T82" fmla="*/ 19 w 77"/>
                                <a:gd name="T83" fmla="*/ 33 h 51"/>
                                <a:gd name="T84" fmla="*/ 19 w 77"/>
                                <a:gd name="T85" fmla="*/ 36 h 51"/>
                                <a:gd name="T86" fmla="*/ 17 w 77"/>
                                <a:gd name="T87" fmla="*/ 39 h 51"/>
                                <a:gd name="T88" fmla="*/ 13 w 77"/>
                                <a:gd name="T89" fmla="*/ 41 h 51"/>
                                <a:gd name="T90" fmla="*/ 14 w 77"/>
                                <a:gd name="T91" fmla="*/ 44 h 51"/>
                                <a:gd name="T92" fmla="*/ 26 w 77"/>
                                <a:gd name="T93" fmla="*/ 45 h 51"/>
                                <a:gd name="T94" fmla="*/ 30 w 77"/>
                                <a:gd name="T95" fmla="*/ 46 h 51"/>
                                <a:gd name="T96" fmla="*/ 38 w 77"/>
                                <a:gd name="T97" fmla="*/ 51 h 51"/>
                                <a:gd name="T98" fmla="*/ 48 w 77"/>
                                <a:gd name="T99" fmla="*/ 47 h 51"/>
                                <a:gd name="T100" fmla="*/ 49 w 77"/>
                                <a:gd name="T101" fmla="*/ 45 h 51"/>
                                <a:gd name="T102" fmla="*/ 54 w 77"/>
                                <a:gd name="T103" fmla="*/ 43 h 51"/>
                                <a:gd name="T104" fmla="*/ 59 w 77"/>
                                <a:gd name="T105" fmla="*/ 41 h 51"/>
                                <a:gd name="T106" fmla="*/ 65 w 77"/>
                                <a:gd name="T107" fmla="*/ 36 h 51"/>
                                <a:gd name="T108" fmla="*/ 67 w 77"/>
                                <a:gd name="T109" fmla="*/ 35 h 51"/>
                                <a:gd name="T110" fmla="*/ 72 w 77"/>
                                <a:gd name="T111" fmla="*/ 30 h 51"/>
                                <a:gd name="T112" fmla="*/ 71 w 77"/>
                                <a:gd name="T113" fmla="*/ 27 h 51"/>
                                <a:gd name="T114" fmla="*/ 74 w 77"/>
                                <a:gd name="T115" fmla="*/ 23 h 51"/>
                                <a:gd name="T116" fmla="*/ 20 w 77"/>
                                <a:gd name="T117" fmla="*/ 18 h 5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77" h="51">
                                  <a:moveTo>
                                    <a:pt x="77" y="22"/>
                                  </a:moveTo>
                                  <a:cubicBezTo>
                                    <a:pt x="77" y="21"/>
                                    <a:pt x="77" y="21"/>
                                    <a:pt x="77" y="21"/>
                                  </a:cubicBezTo>
                                  <a:cubicBezTo>
                                    <a:pt x="77" y="21"/>
                                    <a:pt x="77" y="21"/>
                                    <a:pt x="77" y="20"/>
                                  </a:cubicBezTo>
                                  <a:cubicBezTo>
                                    <a:pt x="77" y="20"/>
                                    <a:pt x="76" y="21"/>
                                    <a:pt x="76" y="21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5" y="21"/>
                                    <a:pt x="75" y="21"/>
                                    <a:pt x="75" y="21"/>
                                  </a:cubicBezTo>
                                  <a:cubicBezTo>
                                    <a:pt x="76" y="20"/>
                                    <a:pt x="76" y="20"/>
                                    <a:pt x="76" y="20"/>
                                  </a:cubicBezTo>
                                  <a:cubicBezTo>
                                    <a:pt x="76" y="20"/>
                                    <a:pt x="76" y="20"/>
                                    <a:pt x="76" y="20"/>
                                  </a:cubicBezTo>
                                  <a:cubicBezTo>
                                    <a:pt x="75" y="20"/>
                                    <a:pt x="74" y="20"/>
                                    <a:pt x="74" y="20"/>
                                  </a:cubicBezTo>
                                  <a:cubicBezTo>
                                    <a:pt x="73" y="20"/>
                                    <a:pt x="73" y="20"/>
                                    <a:pt x="73" y="20"/>
                                  </a:cubicBezTo>
                                  <a:cubicBezTo>
                                    <a:pt x="74" y="20"/>
                                    <a:pt x="76" y="20"/>
                                    <a:pt x="76" y="19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5" y="18"/>
                                    <a:pt x="74" y="18"/>
                                    <a:pt x="73" y="19"/>
                                  </a:cubicBezTo>
                                  <a:cubicBezTo>
                                    <a:pt x="74" y="18"/>
                                    <a:pt x="74" y="18"/>
                                    <a:pt x="75" y="18"/>
                                  </a:cubicBezTo>
                                  <a:cubicBezTo>
                                    <a:pt x="75" y="18"/>
                                    <a:pt x="75" y="18"/>
                                    <a:pt x="75" y="18"/>
                                  </a:cubicBezTo>
                                  <a:cubicBezTo>
                                    <a:pt x="75" y="18"/>
                                    <a:pt x="75" y="18"/>
                                    <a:pt x="75" y="18"/>
                                  </a:cubicBezTo>
                                  <a:cubicBezTo>
                                    <a:pt x="74" y="17"/>
                                    <a:pt x="74" y="17"/>
                                    <a:pt x="74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6"/>
                                    <a:pt x="75" y="16"/>
                                    <a:pt x="75" y="16"/>
                                  </a:cubicBezTo>
                                  <a:cubicBezTo>
                                    <a:pt x="76" y="16"/>
                                    <a:pt x="76" y="16"/>
                                    <a:pt x="76" y="16"/>
                                  </a:cubicBezTo>
                                  <a:cubicBezTo>
                                    <a:pt x="75" y="16"/>
                                    <a:pt x="76" y="15"/>
                                    <a:pt x="76" y="15"/>
                                  </a:cubicBezTo>
                                  <a:cubicBezTo>
                                    <a:pt x="75" y="14"/>
                                    <a:pt x="75" y="14"/>
                                    <a:pt x="75" y="14"/>
                                  </a:cubicBezTo>
                                  <a:cubicBezTo>
                                    <a:pt x="75" y="14"/>
                                    <a:pt x="75" y="14"/>
                                    <a:pt x="75" y="14"/>
                                  </a:cubicBezTo>
                                  <a:cubicBezTo>
                                    <a:pt x="75" y="14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4"/>
                                    <a:pt x="74" y="14"/>
                                  </a:cubicBezTo>
                                  <a:cubicBezTo>
                                    <a:pt x="74" y="14"/>
                                    <a:pt x="74" y="14"/>
                                    <a:pt x="74" y="14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3" y="13"/>
                                    <a:pt x="73" y="13"/>
                                    <a:pt x="73" y="13"/>
                                  </a:cubicBezTo>
                                  <a:cubicBezTo>
                                    <a:pt x="73" y="13"/>
                                    <a:pt x="73" y="13"/>
                                    <a:pt x="73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0" y="13"/>
                                    <a:pt x="70" y="13"/>
                                    <a:pt x="70" y="13"/>
                                  </a:cubicBezTo>
                                  <a:cubicBezTo>
                                    <a:pt x="70" y="14"/>
                                    <a:pt x="70" y="15"/>
                                    <a:pt x="69" y="15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70" y="14"/>
                                    <a:pt x="70" y="14"/>
                                    <a:pt x="70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0" y="12"/>
                                    <a:pt x="70" y="12"/>
                                    <a:pt x="70" y="12"/>
                                  </a:cubicBezTo>
                                  <a:cubicBezTo>
                                    <a:pt x="70" y="11"/>
                                    <a:pt x="70" y="11"/>
                                    <a:pt x="70" y="11"/>
                                  </a:cubicBezTo>
                                  <a:cubicBezTo>
                                    <a:pt x="70" y="11"/>
                                    <a:pt x="70" y="11"/>
                                    <a:pt x="70" y="11"/>
                                  </a:cubicBezTo>
                                  <a:cubicBezTo>
                                    <a:pt x="69" y="11"/>
                                    <a:pt x="68" y="12"/>
                                    <a:pt x="67" y="12"/>
                                  </a:cubicBezTo>
                                  <a:cubicBezTo>
                                    <a:pt x="67" y="12"/>
                                    <a:pt x="67" y="12"/>
                                    <a:pt x="67" y="12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1"/>
                                    <a:pt x="67" y="12"/>
                                    <a:pt x="66" y="12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0"/>
                                    <a:pt x="68" y="9"/>
                                    <a:pt x="68" y="8"/>
                                  </a:cubicBezTo>
                                  <a:cubicBezTo>
                                    <a:pt x="68" y="8"/>
                                    <a:pt x="67" y="7"/>
                                    <a:pt x="67" y="7"/>
                                  </a:cubicBezTo>
                                  <a:cubicBezTo>
                                    <a:pt x="67" y="7"/>
                                    <a:pt x="67" y="7"/>
                                    <a:pt x="67" y="7"/>
                                  </a:cubicBezTo>
                                  <a:cubicBezTo>
                                    <a:pt x="67" y="7"/>
                                    <a:pt x="67" y="7"/>
                                    <a:pt x="67" y="7"/>
                                  </a:cubicBezTo>
                                  <a:cubicBezTo>
                                    <a:pt x="66" y="7"/>
                                    <a:pt x="66" y="7"/>
                                    <a:pt x="66" y="7"/>
                                  </a:cubicBezTo>
                                  <a:cubicBezTo>
                                    <a:pt x="66" y="7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5" y="6"/>
                                    <a:pt x="65" y="6"/>
                                    <a:pt x="65" y="6"/>
                                  </a:cubicBezTo>
                                  <a:cubicBezTo>
                                    <a:pt x="64" y="6"/>
                                    <a:pt x="64" y="6"/>
                                    <a:pt x="64" y="6"/>
                                  </a:cubicBezTo>
                                  <a:cubicBezTo>
                                    <a:pt x="64" y="6"/>
                                    <a:pt x="64" y="6"/>
                                    <a:pt x="64" y="6"/>
                                  </a:cubicBezTo>
                                  <a:cubicBezTo>
                                    <a:pt x="65" y="6"/>
                                    <a:pt x="65" y="6"/>
                                    <a:pt x="65" y="6"/>
                                  </a:cubicBezTo>
                                  <a:cubicBezTo>
                                    <a:pt x="65" y="5"/>
                                    <a:pt x="65" y="5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3"/>
                                    <a:pt x="65" y="3"/>
                                    <a:pt x="65" y="3"/>
                                  </a:cubicBezTo>
                                  <a:cubicBezTo>
                                    <a:pt x="66" y="3"/>
                                    <a:pt x="67" y="2"/>
                                    <a:pt x="68" y="1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cubicBezTo>
                                    <a:pt x="65" y="2"/>
                                    <a:pt x="65" y="2"/>
                                    <a:pt x="65" y="3"/>
                                  </a:cubicBezTo>
                                  <a:cubicBezTo>
                                    <a:pt x="64" y="3"/>
                                    <a:pt x="64" y="3"/>
                                    <a:pt x="64" y="3"/>
                                  </a:cubicBezTo>
                                  <a:cubicBezTo>
                                    <a:pt x="64" y="4"/>
                                    <a:pt x="64" y="4"/>
                                    <a:pt x="64" y="4"/>
                                  </a:cubicBezTo>
                                  <a:cubicBezTo>
                                    <a:pt x="64" y="4"/>
                                    <a:pt x="63" y="4"/>
                                    <a:pt x="63" y="4"/>
                                  </a:cubicBezTo>
                                  <a:cubicBezTo>
                                    <a:pt x="63" y="4"/>
                                    <a:pt x="63" y="4"/>
                                    <a:pt x="63" y="4"/>
                                  </a:cubicBezTo>
                                  <a:cubicBezTo>
                                    <a:pt x="63" y="5"/>
                                    <a:pt x="63" y="5"/>
                                    <a:pt x="62" y="6"/>
                                  </a:cubicBezTo>
                                  <a:cubicBezTo>
                                    <a:pt x="62" y="5"/>
                                    <a:pt x="62" y="5"/>
                                    <a:pt x="61" y="5"/>
                                  </a:cubicBezTo>
                                  <a:cubicBezTo>
                                    <a:pt x="61" y="5"/>
                                    <a:pt x="61" y="5"/>
                                    <a:pt x="61" y="5"/>
                                  </a:cubicBezTo>
                                  <a:cubicBezTo>
                                    <a:pt x="60" y="5"/>
                                    <a:pt x="60" y="5"/>
                                    <a:pt x="60" y="5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60" y="3"/>
                                    <a:pt x="60" y="3"/>
                                    <a:pt x="60" y="3"/>
                                  </a:cubicBezTo>
                                  <a:cubicBezTo>
                                    <a:pt x="60" y="2"/>
                                    <a:pt x="60" y="2"/>
                                    <a:pt x="60" y="2"/>
                                  </a:cubicBezTo>
                                  <a:cubicBezTo>
                                    <a:pt x="60" y="2"/>
                                    <a:pt x="60" y="2"/>
                                    <a:pt x="60" y="2"/>
                                  </a:cubicBezTo>
                                  <a:cubicBezTo>
                                    <a:pt x="59" y="2"/>
                                    <a:pt x="59" y="2"/>
                                    <a:pt x="59" y="2"/>
                                  </a:cubicBezTo>
                                  <a:cubicBezTo>
                                    <a:pt x="59" y="2"/>
                                    <a:pt x="59" y="2"/>
                                    <a:pt x="59" y="2"/>
                                  </a:cubicBezTo>
                                  <a:cubicBezTo>
                                    <a:pt x="58" y="2"/>
                                    <a:pt x="58" y="2"/>
                                    <a:pt x="58" y="2"/>
                                  </a:cubicBezTo>
                                  <a:cubicBezTo>
                                    <a:pt x="58" y="1"/>
                                    <a:pt x="58" y="1"/>
                                    <a:pt x="58" y="1"/>
                                  </a:cubicBezTo>
                                  <a:cubicBezTo>
                                    <a:pt x="58" y="1"/>
                                    <a:pt x="58" y="1"/>
                                    <a:pt x="59" y="0"/>
                                  </a:cubicBezTo>
                                  <a:cubicBezTo>
                                    <a:pt x="58" y="0"/>
                                    <a:pt x="58" y="0"/>
                                    <a:pt x="58" y="0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1"/>
                                    <a:pt x="56" y="1"/>
                                    <a:pt x="56" y="1"/>
                                  </a:cubicBezTo>
                                  <a:cubicBezTo>
                                    <a:pt x="56" y="1"/>
                                    <a:pt x="56" y="1"/>
                                    <a:pt x="56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5" y="1"/>
                                    <a:pt x="55" y="1"/>
                                    <a:pt x="55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5" y="1"/>
                                    <a:pt x="55" y="1"/>
                                    <a:pt x="55" y="1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4" y="1"/>
                                    <a:pt x="54" y="2"/>
                                    <a:pt x="55" y="3"/>
                                  </a:cubicBezTo>
                                  <a:cubicBezTo>
                                    <a:pt x="55" y="4"/>
                                    <a:pt x="55" y="4"/>
                                    <a:pt x="55" y="6"/>
                                  </a:cubicBezTo>
                                  <a:cubicBezTo>
                                    <a:pt x="55" y="6"/>
                                    <a:pt x="55" y="6"/>
                                    <a:pt x="55" y="6"/>
                                  </a:cubicBezTo>
                                  <a:cubicBezTo>
                                    <a:pt x="55" y="6"/>
                                    <a:pt x="55" y="6"/>
                                    <a:pt x="55" y="6"/>
                                  </a:cubicBezTo>
                                  <a:cubicBezTo>
                                    <a:pt x="54" y="6"/>
                                    <a:pt x="54" y="6"/>
                                    <a:pt x="54" y="6"/>
                                  </a:cubicBezTo>
                                  <a:cubicBezTo>
                                    <a:pt x="54" y="6"/>
                                    <a:pt x="55" y="6"/>
                                    <a:pt x="55" y="6"/>
                                  </a:cubicBezTo>
                                  <a:cubicBezTo>
                                    <a:pt x="54" y="6"/>
                                    <a:pt x="53" y="6"/>
                                    <a:pt x="54" y="7"/>
                                  </a:cubicBezTo>
                                  <a:cubicBezTo>
                                    <a:pt x="54" y="7"/>
                                    <a:pt x="54" y="7"/>
                                    <a:pt x="54" y="7"/>
                                  </a:cubicBezTo>
                                  <a:cubicBezTo>
                                    <a:pt x="54" y="7"/>
                                    <a:pt x="54" y="7"/>
                                    <a:pt x="54" y="7"/>
                                  </a:cubicBezTo>
                                  <a:cubicBezTo>
                                    <a:pt x="53" y="7"/>
                                    <a:pt x="53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6"/>
                                  </a:cubicBezTo>
                                  <a:cubicBezTo>
                                    <a:pt x="53" y="7"/>
                                    <a:pt x="52" y="7"/>
                                    <a:pt x="52" y="7"/>
                                  </a:cubicBezTo>
                                  <a:cubicBezTo>
                                    <a:pt x="52" y="7"/>
                                    <a:pt x="52" y="7"/>
                                    <a:pt x="52" y="7"/>
                                  </a:cubicBezTo>
                                  <a:cubicBezTo>
                                    <a:pt x="52" y="5"/>
                                    <a:pt x="50" y="5"/>
                                    <a:pt x="50" y="6"/>
                                  </a:cubicBezTo>
                                  <a:cubicBezTo>
                                    <a:pt x="50" y="7"/>
                                    <a:pt x="49" y="8"/>
                                    <a:pt x="49" y="10"/>
                                  </a:cubicBezTo>
                                  <a:cubicBezTo>
                                    <a:pt x="49" y="9"/>
                                    <a:pt x="49" y="9"/>
                                    <a:pt x="49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7" y="9"/>
                                    <a:pt x="48" y="10"/>
                                    <a:pt x="48" y="11"/>
                                  </a:cubicBezTo>
                                  <a:cubicBezTo>
                                    <a:pt x="47" y="9"/>
                                    <a:pt x="47" y="8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3" y="6"/>
                                    <a:pt x="43" y="7"/>
                                  </a:cubicBezTo>
                                  <a:cubicBezTo>
                                    <a:pt x="42" y="8"/>
                                    <a:pt x="43" y="9"/>
                                    <a:pt x="43" y="10"/>
                                  </a:cubicBezTo>
                                  <a:cubicBezTo>
                                    <a:pt x="44" y="11"/>
                                    <a:pt x="44" y="11"/>
                                    <a:pt x="44" y="11"/>
                                  </a:cubicBezTo>
                                  <a:cubicBezTo>
                                    <a:pt x="44" y="11"/>
                                    <a:pt x="44" y="11"/>
                                    <a:pt x="44" y="11"/>
                                  </a:cubicBezTo>
                                  <a:cubicBezTo>
                                    <a:pt x="44" y="11"/>
                                    <a:pt x="45" y="12"/>
                                    <a:pt x="45" y="13"/>
                                  </a:cubicBezTo>
                                  <a:cubicBezTo>
                                    <a:pt x="44" y="13"/>
                                    <a:pt x="44" y="13"/>
                                    <a:pt x="44" y="13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5" y="14"/>
                                    <a:pt x="45" y="14"/>
                                    <a:pt x="45" y="15"/>
                                  </a:cubicBezTo>
                                  <a:cubicBezTo>
                                    <a:pt x="45" y="15"/>
                                    <a:pt x="45" y="15"/>
                                    <a:pt x="45" y="15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3"/>
                                    <a:pt x="44" y="12"/>
                                    <a:pt x="44" y="12"/>
                                  </a:cubicBezTo>
                                  <a:cubicBezTo>
                                    <a:pt x="43" y="11"/>
                                    <a:pt x="43" y="11"/>
                                    <a:pt x="43" y="11"/>
                                  </a:cubicBezTo>
                                  <a:cubicBezTo>
                                    <a:pt x="43" y="11"/>
                                    <a:pt x="43" y="11"/>
                                    <a:pt x="43" y="10"/>
                                  </a:cubicBezTo>
                                  <a:cubicBezTo>
                                    <a:pt x="42" y="10"/>
                                    <a:pt x="42" y="10"/>
                                    <a:pt x="41" y="10"/>
                                  </a:cubicBezTo>
                                  <a:cubicBezTo>
                                    <a:pt x="41" y="9"/>
                                    <a:pt x="41" y="8"/>
                                    <a:pt x="41" y="8"/>
                                  </a:cubicBezTo>
                                  <a:cubicBezTo>
                                    <a:pt x="40" y="8"/>
                                    <a:pt x="40" y="8"/>
                                    <a:pt x="40" y="8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9" y="7"/>
                                    <a:pt x="39" y="7"/>
                                    <a:pt x="39" y="6"/>
                                  </a:cubicBezTo>
                                  <a:cubicBezTo>
                                    <a:pt x="39" y="6"/>
                                    <a:pt x="39" y="6"/>
                                    <a:pt x="39" y="6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7" y="7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6" y="8"/>
                                    <a:pt x="36" y="8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9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1"/>
                                    <a:pt x="36" y="13"/>
                                    <a:pt x="35" y="14"/>
                                  </a:cubicBezTo>
                                  <a:cubicBezTo>
                                    <a:pt x="35" y="14"/>
                                    <a:pt x="35" y="14"/>
                                    <a:pt x="34" y="13"/>
                                  </a:cubicBezTo>
                                  <a:cubicBezTo>
                                    <a:pt x="34" y="14"/>
                                    <a:pt x="34" y="14"/>
                                    <a:pt x="34" y="14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4" y="13"/>
                                    <a:pt x="33" y="12"/>
                                    <a:pt x="33" y="12"/>
                                  </a:cubicBezTo>
                                  <a:cubicBezTo>
                                    <a:pt x="33" y="12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1" y="10"/>
                                    <a:pt x="31" y="9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8" y="8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9" y="10"/>
                                    <a:pt x="28" y="10"/>
                                    <a:pt x="29" y="11"/>
                                  </a:cubicBezTo>
                                  <a:cubicBezTo>
                                    <a:pt x="29" y="11"/>
                                    <a:pt x="29" y="12"/>
                                    <a:pt x="29" y="12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9" y="13"/>
                                    <a:pt x="30" y="14"/>
                                    <a:pt x="29" y="15"/>
                                  </a:cubicBezTo>
                                  <a:cubicBezTo>
                                    <a:pt x="29" y="15"/>
                                    <a:pt x="29" y="15"/>
                                    <a:pt x="29" y="15"/>
                                  </a:cubicBezTo>
                                  <a:cubicBezTo>
                                    <a:pt x="29" y="15"/>
                                    <a:pt x="29" y="15"/>
                                    <a:pt x="29" y="15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6" y="15"/>
                                    <a:pt x="25" y="16"/>
                                    <a:pt x="25" y="17"/>
                                  </a:cubicBezTo>
                                  <a:cubicBezTo>
                                    <a:pt x="24" y="18"/>
                                    <a:pt x="25" y="19"/>
                                    <a:pt x="25" y="20"/>
                                  </a:cubicBezTo>
                                  <a:cubicBezTo>
                                    <a:pt x="25" y="20"/>
                                    <a:pt x="25" y="20"/>
                                    <a:pt x="25" y="20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20"/>
                                    <a:pt x="24" y="21"/>
                                    <a:pt x="24" y="22"/>
                                  </a:cubicBezTo>
                                  <a:cubicBezTo>
                                    <a:pt x="24" y="22"/>
                                    <a:pt x="24" y="22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2"/>
                                    <a:pt x="23" y="21"/>
                                    <a:pt x="23" y="20"/>
                                  </a:cubicBezTo>
                                  <a:cubicBezTo>
                                    <a:pt x="23" y="19"/>
                                    <a:pt x="23" y="18"/>
                                    <a:pt x="22" y="18"/>
                                  </a:cubicBezTo>
                                  <a:cubicBezTo>
                                    <a:pt x="22" y="18"/>
                                    <a:pt x="21" y="19"/>
                                    <a:pt x="21" y="19"/>
                                  </a:cubicBezTo>
                                  <a:cubicBezTo>
                                    <a:pt x="22" y="18"/>
                                    <a:pt x="22" y="17"/>
                                    <a:pt x="22" y="16"/>
                                  </a:cubicBezTo>
                                  <a:cubicBezTo>
                                    <a:pt x="22" y="16"/>
                                    <a:pt x="21" y="17"/>
                                    <a:pt x="21" y="17"/>
                                  </a:cubicBezTo>
                                  <a:cubicBezTo>
                                    <a:pt x="21" y="16"/>
                                    <a:pt x="22" y="16"/>
                                    <a:pt x="21" y="16"/>
                                  </a:cubicBezTo>
                                  <a:cubicBezTo>
                                    <a:pt x="20" y="15"/>
                                    <a:pt x="20" y="16"/>
                                    <a:pt x="20" y="15"/>
                                  </a:cubicBezTo>
                                  <a:cubicBezTo>
                                    <a:pt x="20" y="14"/>
                                    <a:pt x="20" y="14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20" y="13"/>
                                    <a:pt x="20" y="14"/>
                                    <a:pt x="20" y="15"/>
                                  </a:cubicBezTo>
                                  <a:cubicBezTo>
                                    <a:pt x="21" y="15"/>
                                    <a:pt x="21" y="15"/>
                                    <a:pt x="21" y="15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4"/>
                                    <a:pt x="21" y="14"/>
                                    <a:pt x="21" y="13"/>
                                  </a:cubicBezTo>
                                  <a:cubicBezTo>
                                    <a:pt x="22" y="13"/>
                                    <a:pt x="22" y="13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2" y="12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1" y="10"/>
                                    <a:pt x="20" y="11"/>
                                  </a:cubicBezTo>
                                  <a:cubicBezTo>
                                    <a:pt x="20" y="11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2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8"/>
                                    <a:pt x="21" y="8"/>
                                    <a:pt x="21" y="8"/>
                                  </a:cubicBezTo>
                                  <a:cubicBezTo>
                                    <a:pt x="20" y="9"/>
                                    <a:pt x="20" y="8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9" y="9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5" y="3"/>
                                    <a:pt x="15" y="3"/>
                                    <a:pt x="15" y="2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2"/>
                                    <a:pt x="14" y="2"/>
                                  </a:cubicBezTo>
                                  <a:cubicBezTo>
                                    <a:pt x="13" y="3"/>
                                    <a:pt x="12" y="2"/>
                                    <a:pt x="11" y="2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1" y="5"/>
                                    <a:pt x="11" y="5"/>
                                  </a:cubicBezTo>
                                  <a:cubicBezTo>
                                    <a:pt x="12" y="5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5"/>
                                  </a:cubicBezTo>
                                  <a:cubicBezTo>
                                    <a:pt x="13" y="5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5"/>
                                    <a:pt x="13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5"/>
                                    <a:pt x="11" y="5"/>
                                    <a:pt x="11" y="6"/>
                                  </a:cubicBezTo>
                                  <a:cubicBezTo>
                                    <a:pt x="12" y="7"/>
                                    <a:pt x="13" y="8"/>
                                    <a:pt x="14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4" y="9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4" y="12"/>
                                    <a:pt x="14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4" y="11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1" y="10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10"/>
                                    <a:pt x="10" y="10"/>
                                  </a:cubicBezTo>
                                  <a:cubicBezTo>
                                    <a:pt x="11" y="9"/>
                                    <a:pt x="11" y="9"/>
                                    <a:pt x="11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7"/>
                                    <a:pt x="9" y="6"/>
                                    <a:pt x="8" y="6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8"/>
                                    <a:pt x="8" y="8"/>
                                  </a:cubicBezTo>
                                  <a:cubicBezTo>
                                    <a:pt x="8" y="7"/>
                                    <a:pt x="7" y="7"/>
                                    <a:pt x="6" y="8"/>
                                  </a:cubicBezTo>
                                  <a:cubicBezTo>
                                    <a:pt x="7" y="8"/>
                                    <a:pt x="7" y="9"/>
                                    <a:pt x="8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7" y="10"/>
                                    <a:pt x="6" y="7"/>
                                    <a:pt x="5" y="9"/>
                                  </a:cubicBezTo>
                                  <a:cubicBezTo>
                                    <a:pt x="5" y="10"/>
                                    <a:pt x="7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8" y="11"/>
                                    <a:pt x="7" y="11"/>
                                  </a:cubicBezTo>
                                  <a:cubicBezTo>
                                    <a:pt x="7" y="12"/>
                                    <a:pt x="6" y="11"/>
                                    <a:pt x="5" y="11"/>
                                  </a:cubicBezTo>
                                  <a:cubicBezTo>
                                    <a:pt x="4" y="11"/>
                                    <a:pt x="5" y="12"/>
                                    <a:pt x="6" y="13"/>
                                  </a:cubicBezTo>
                                  <a:cubicBezTo>
                                    <a:pt x="6" y="13"/>
                                    <a:pt x="7" y="13"/>
                                    <a:pt x="7" y="13"/>
                                  </a:cubicBezTo>
                                  <a:cubicBezTo>
                                    <a:pt x="8" y="14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3"/>
                                    <a:pt x="8" y="14"/>
                                    <a:pt x="8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5"/>
                                    <a:pt x="8" y="15"/>
                                    <a:pt x="9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7" y="14"/>
                                    <a:pt x="4" y="12"/>
                                    <a:pt x="3" y="12"/>
                                  </a:cubicBezTo>
                                  <a:cubicBezTo>
                                    <a:pt x="3" y="13"/>
                                    <a:pt x="3" y="14"/>
                                    <a:pt x="3" y="14"/>
                                  </a:cubicBezTo>
                                  <a:cubicBezTo>
                                    <a:pt x="4" y="15"/>
                                    <a:pt x="5" y="15"/>
                                    <a:pt x="5" y="16"/>
                                  </a:cubicBezTo>
                                  <a:cubicBezTo>
                                    <a:pt x="4" y="15"/>
                                    <a:pt x="4" y="15"/>
                                    <a:pt x="3" y="15"/>
                                  </a:cubicBezTo>
                                  <a:cubicBezTo>
                                    <a:pt x="3" y="16"/>
                                    <a:pt x="4" y="16"/>
                                    <a:pt x="4" y="17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3" y="17"/>
                                    <a:pt x="3" y="15"/>
                                    <a:pt x="2" y="15"/>
                                  </a:cubicBezTo>
                                  <a:cubicBezTo>
                                    <a:pt x="1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1" y="17"/>
                                    <a:pt x="0" y="17"/>
                                  </a:cubicBezTo>
                                  <a:cubicBezTo>
                                    <a:pt x="0" y="18"/>
                                    <a:pt x="1" y="17"/>
                                    <a:pt x="1" y="17"/>
                                  </a:cubicBezTo>
                                  <a:cubicBezTo>
                                    <a:pt x="2" y="17"/>
                                    <a:pt x="3" y="18"/>
                                    <a:pt x="4" y="18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6" y="18"/>
                                    <a:pt x="7" y="18"/>
                                    <a:pt x="8" y="18"/>
                                  </a:cubicBezTo>
                                  <a:cubicBezTo>
                                    <a:pt x="9" y="18"/>
                                    <a:pt x="9" y="18"/>
                                    <a:pt x="9" y="18"/>
                                  </a:cubicBezTo>
                                  <a:cubicBezTo>
                                    <a:pt x="9" y="17"/>
                                    <a:pt x="9" y="17"/>
                                    <a:pt x="9" y="16"/>
                                  </a:cubicBezTo>
                                  <a:cubicBezTo>
                                    <a:pt x="10" y="17"/>
                                    <a:pt x="10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7"/>
                                  </a:cubicBezTo>
                                  <a:cubicBezTo>
                                    <a:pt x="11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1" y="17"/>
                                    <a:pt x="11" y="17"/>
                                    <a:pt x="11" y="17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2" y="18"/>
                                    <a:pt x="12" y="18"/>
                                    <a:pt x="12" y="18"/>
                                  </a:cubicBezTo>
                                  <a:cubicBezTo>
                                    <a:pt x="12" y="18"/>
                                    <a:pt x="12" y="18"/>
                                    <a:pt x="12" y="18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3" y="16"/>
                                    <a:pt x="13" y="16"/>
                                  </a:cubicBezTo>
                                  <a:cubicBezTo>
                                    <a:pt x="12" y="16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4" y="17"/>
                                    <a:pt x="14" y="16"/>
                                    <a:pt x="14" y="16"/>
                                  </a:cubicBezTo>
                                  <a:cubicBezTo>
                                    <a:pt x="14" y="16"/>
                                    <a:pt x="14" y="17"/>
                                    <a:pt x="14" y="18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6" y="17"/>
                                    <a:pt x="16" y="17"/>
                                    <a:pt x="17" y="16"/>
                                  </a:cubicBezTo>
                                  <a:cubicBezTo>
                                    <a:pt x="16" y="17"/>
                                    <a:pt x="16" y="17"/>
                                    <a:pt x="15" y="17"/>
                                  </a:cubicBezTo>
                                  <a:cubicBezTo>
                                    <a:pt x="14" y="18"/>
                                    <a:pt x="15" y="18"/>
                                    <a:pt x="16" y="19"/>
                                  </a:cubicBezTo>
                                  <a:cubicBezTo>
                                    <a:pt x="16" y="19"/>
                                    <a:pt x="17" y="18"/>
                                    <a:pt x="17" y="17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8" y="18"/>
                                  </a:cubicBezTo>
                                  <a:cubicBezTo>
                                    <a:pt x="18" y="18"/>
                                    <a:pt x="18" y="18"/>
                                    <a:pt x="18" y="18"/>
                                  </a:cubicBezTo>
                                  <a:cubicBezTo>
                                    <a:pt x="18" y="18"/>
                                    <a:pt x="18" y="19"/>
                                    <a:pt x="18" y="19"/>
                                  </a:cubicBezTo>
                                  <a:cubicBezTo>
                                    <a:pt x="18" y="19"/>
                                    <a:pt x="19" y="19"/>
                                    <a:pt x="19" y="19"/>
                                  </a:cubicBezTo>
                                  <a:cubicBezTo>
                                    <a:pt x="19" y="19"/>
                                    <a:pt x="18" y="19"/>
                                    <a:pt x="18" y="19"/>
                                  </a:cubicBezTo>
                                  <a:cubicBezTo>
                                    <a:pt x="18" y="20"/>
                                    <a:pt x="18" y="20"/>
                                    <a:pt x="18" y="20"/>
                                  </a:cubicBezTo>
                                  <a:cubicBezTo>
                                    <a:pt x="18" y="19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6" y="21"/>
                                    <a:pt x="15" y="21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2"/>
                                    <a:pt x="14" y="22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5" y="23"/>
                                  </a:cubicBezTo>
                                  <a:cubicBezTo>
                                    <a:pt x="15" y="23"/>
                                    <a:pt x="16" y="24"/>
                                    <a:pt x="16" y="24"/>
                                  </a:cubicBezTo>
                                  <a:cubicBezTo>
                                    <a:pt x="17" y="24"/>
                                    <a:pt x="18" y="24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2"/>
                                    <a:pt x="19" y="22"/>
                                    <a:pt x="19" y="22"/>
                                  </a:cubicBezTo>
                                  <a:cubicBezTo>
                                    <a:pt x="20" y="23"/>
                                    <a:pt x="19" y="24"/>
                                    <a:pt x="19" y="25"/>
                                  </a:cubicBezTo>
                                  <a:cubicBezTo>
                                    <a:pt x="19" y="26"/>
                                    <a:pt x="17" y="25"/>
                                    <a:pt x="16" y="25"/>
                                  </a:cubicBezTo>
                                  <a:cubicBezTo>
                                    <a:pt x="16" y="26"/>
                                    <a:pt x="15" y="25"/>
                                    <a:pt x="15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1" y="25"/>
                                    <a:pt x="11" y="25"/>
                                    <a:pt x="11" y="25"/>
                                  </a:cubicBezTo>
                                  <a:cubicBezTo>
                                    <a:pt x="11" y="25"/>
                                    <a:pt x="12" y="25"/>
                                    <a:pt x="12" y="25"/>
                                  </a:cubicBezTo>
                                  <a:cubicBezTo>
                                    <a:pt x="11" y="26"/>
                                    <a:pt x="11" y="25"/>
                                    <a:pt x="11" y="26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6"/>
                                    <a:pt x="8" y="26"/>
                                    <a:pt x="8" y="26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8"/>
                                    <a:pt x="4" y="26"/>
                                    <a:pt x="3" y="27"/>
                                  </a:cubicBezTo>
                                  <a:cubicBezTo>
                                    <a:pt x="3" y="27"/>
                                    <a:pt x="3" y="27"/>
                                    <a:pt x="3" y="27"/>
                                  </a:cubicBezTo>
                                  <a:cubicBezTo>
                                    <a:pt x="3" y="28"/>
                                    <a:pt x="3" y="28"/>
                                    <a:pt x="3" y="29"/>
                                  </a:cubicBezTo>
                                  <a:cubicBezTo>
                                    <a:pt x="4" y="29"/>
                                    <a:pt x="4" y="30"/>
                                    <a:pt x="4" y="30"/>
                                  </a:cubicBezTo>
                                  <a:cubicBezTo>
                                    <a:pt x="5" y="30"/>
                                    <a:pt x="5" y="30"/>
                                    <a:pt x="5" y="30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7" y="29"/>
                                    <a:pt x="7" y="29"/>
                                    <a:pt x="7" y="29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9" y="29"/>
                                    <a:pt x="11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5" y="29"/>
                                    <a:pt x="15" y="29"/>
                                    <a:pt x="15" y="29"/>
                                  </a:cubicBezTo>
                                  <a:cubicBezTo>
                                    <a:pt x="15" y="30"/>
                                    <a:pt x="15" y="30"/>
                                    <a:pt x="14" y="31"/>
                                  </a:cubicBezTo>
                                  <a:cubicBezTo>
                                    <a:pt x="14" y="31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2"/>
                                    <a:pt x="15" y="32"/>
                                    <a:pt x="15" y="32"/>
                                  </a:cubicBezTo>
                                  <a:cubicBezTo>
                                    <a:pt x="14" y="31"/>
                                    <a:pt x="14" y="31"/>
                                    <a:pt x="14" y="31"/>
                                  </a:cubicBezTo>
                                  <a:cubicBezTo>
                                    <a:pt x="14" y="31"/>
                                    <a:pt x="14" y="32"/>
                                    <a:pt x="15" y="32"/>
                                  </a:cubicBezTo>
                                  <a:cubicBezTo>
                                    <a:pt x="15" y="32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7" y="34"/>
                                    <a:pt x="17" y="34"/>
                                    <a:pt x="17" y="33"/>
                                  </a:cubicBezTo>
                                  <a:cubicBezTo>
                                    <a:pt x="17" y="33"/>
                                    <a:pt x="17" y="33"/>
                                    <a:pt x="17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1" y="31"/>
                                    <a:pt x="21" y="31"/>
                                    <a:pt x="21" y="31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19" y="32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8" y="33"/>
                                    <a:pt x="18" y="34"/>
                                    <a:pt x="17" y="34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6"/>
                                    <a:pt x="18" y="35"/>
                                    <a:pt x="18" y="36"/>
                                  </a:cubicBezTo>
                                  <a:cubicBezTo>
                                    <a:pt x="17" y="36"/>
                                    <a:pt x="17" y="36"/>
                                    <a:pt x="16" y="37"/>
                                  </a:cubicBezTo>
                                  <a:cubicBezTo>
                                    <a:pt x="17" y="37"/>
                                    <a:pt x="18" y="37"/>
                                    <a:pt x="19" y="36"/>
                                  </a:cubicBezTo>
                                  <a:cubicBezTo>
                                    <a:pt x="19" y="35"/>
                                    <a:pt x="20" y="35"/>
                                    <a:pt x="21" y="36"/>
                                  </a:cubicBezTo>
                                  <a:cubicBezTo>
                                    <a:pt x="21" y="36"/>
                                    <a:pt x="21" y="36"/>
                                    <a:pt x="21" y="36"/>
                                  </a:cubicBezTo>
                                  <a:cubicBezTo>
                                    <a:pt x="21" y="36"/>
                                    <a:pt x="21" y="36"/>
                                    <a:pt x="21" y="36"/>
                                  </a:cubicBezTo>
                                  <a:cubicBezTo>
                                    <a:pt x="21" y="36"/>
                                    <a:pt x="20" y="36"/>
                                    <a:pt x="19" y="36"/>
                                  </a:cubicBezTo>
                                  <a:cubicBezTo>
                                    <a:pt x="19" y="36"/>
                                    <a:pt x="19" y="37"/>
                                    <a:pt x="18" y="37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8" y="40"/>
                                    <a:pt x="18" y="40"/>
                                  </a:cubicBezTo>
                                  <a:cubicBezTo>
                                    <a:pt x="18" y="40"/>
                                    <a:pt x="18" y="40"/>
                                    <a:pt x="18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6" y="41"/>
                                  </a:cubicBezTo>
                                  <a:cubicBezTo>
                                    <a:pt x="16" y="42"/>
                                    <a:pt x="16" y="42"/>
                                    <a:pt x="16" y="42"/>
                                  </a:cubicBezTo>
                                  <a:cubicBezTo>
                                    <a:pt x="15" y="41"/>
                                    <a:pt x="15" y="41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2"/>
                                    <a:pt x="13" y="42"/>
                                    <a:pt x="13" y="41"/>
                                  </a:cubicBezTo>
                                  <a:cubicBezTo>
                                    <a:pt x="13" y="41"/>
                                    <a:pt x="12" y="41"/>
                                    <a:pt x="12" y="40"/>
                                  </a:cubicBezTo>
                                  <a:cubicBezTo>
                                    <a:pt x="12" y="41"/>
                                    <a:pt x="12" y="42"/>
                                    <a:pt x="12" y="42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4" y="44"/>
                                    <a:pt x="14" y="44"/>
                                    <a:pt x="14" y="44"/>
                                  </a:cubicBezTo>
                                  <a:cubicBezTo>
                                    <a:pt x="14" y="44"/>
                                    <a:pt x="14" y="44"/>
                                    <a:pt x="14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6" y="44"/>
                                    <a:pt x="16" y="45"/>
                                    <a:pt x="18" y="44"/>
                                  </a:cubicBezTo>
                                  <a:cubicBezTo>
                                    <a:pt x="19" y="44"/>
                                    <a:pt x="19" y="44"/>
                                    <a:pt x="20" y="45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2" y="43"/>
                                    <a:pt x="22" y="43"/>
                                    <a:pt x="22" y="43"/>
                                  </a:cubicBezTo>
                                  <a:cubicBezTo>
                                    <a:pt x="23" y="43"/>
                                    <a:pt x="23" y="43"/>
                                    <a:pt x="23" y="43"/>
                                  </a:cubicBezTo>
                                  <a:cubicBezTo>
                                    <a:pt x="23" y="43"/>
                                    <a:pt x="24" y="43"/>
                                    <a:pt x="24" y="43"/>
                                  </a:cubicBezTo>
                                  <a:cubicBezTo>
                                    <a:pt x="24" y="43"/>
                                    <a:pt x="23" y="43"/>
                                    <a:pt x="23" y="43"/>
                                  </a:cubicBezTo>
                                  <a:cubicBezTo>
                                    <a:pt x="23" y="44"/>
                                    <a:pt x="24" y="44"/>
                                    <a:pt x="25" y="45"/>
                                  </a:cubicBezTo>
                                  <a:cubicBezTo>
                                    <a:pt x="25" y="45"/>
                                    <a:pt x="26" y="46"/>
                                    <a:pt x="26" y="45"/>
                                  </a:cubicBezTo>
                                  <a:cubicBezTo>
                                    <a:pt x="26" y="45"/>
                                    <a:pt x="27" y="44"/>
                                    <a:pt x="27" y="44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27" y="46"/>
                                    <a:pt x="28" y="45"/>
                                    <a:pt x="29" y="45"/>
                                  </a:cubicBezTo>
                                  <a:cubicBezTo>
                                    <a:pt x="29" y="45"/>
                                    <a:pt x="29" y="45"/>
                                    <a:pt x="29" y="45"/>
                                  </a:cubicBezTo>
                                  <a:cubicBezTo>
                                    <a:pt x="29" y="46"/>
                                    <a:pt x="29" y="46"/>
                                    <a:pt x="30" y="46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29" y="46"/>
                                    <a:pt x="28" y="45"/>
                                    <a:pt x="28" y="46"/>
                                  </a:cubicBezTo>
                                  <a:cubicBezTo>
                                    <a:pt x="28" y="47"/>
                                    <a:pt x="28" y="47"/>
                                    <a:pt x="29" y="48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28" y="47"/>
                                    <a:pt x="29" y="47"/>
                                    <a:pt x="29" y="48"/>
                                  </a:cubicBezTo>
                                  <a:cubicBezTo>
                                    <a:pt x="30" y="48"/>
                                    <a:pt x="30" y="48"/>
                                    <a:pt x="30" y="48"/>
                                  </a:cubicBezTo>
                                  <a:cubicBezTo>
                                    <a:pt x="29" y="48"/>
                                    <a:pt x="29" y="48"/>
                                    <a:pt x="29" y="48"/>
                                  </a:cubicBezTo>
                                  <a:cubicBezTo>
                                    <a:pt x="30" y="49"/>
                                    <a:pt x="30" y="49"/>
                                    <a:pt x="31" y="49"/>
                                  </a:cubicBezTo>
                                  <a:cubicBezTo>
                                    <a:pt x="32" y="49"/>
                                    <a:pt x="33" y="49"/>
                                    <a:pt x="34" y="49"/>
                                  </a:cubicBezTo>
                                  <a:cubicBezTo>
                                    <a:pt x="33" y="49"/>
                                    <a:pt x="33" y="49"/>
                                    <a:pt x="33" y="49"/>
                                  </a:cubicBezTo>
                                  <a:cubicBezTo>
                                    <a:pt x="34" y="49"/>
                                    <a:pt x="34" y="49"/>
                                    <a:pt x="34" y="49"/>
                                  </a:cubicBezTo>
                                  <a:cubicBezTo>
                                    <a:pt x="34" y="50"/>
                                    <a:pt x="37" y="51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9" y="51"/>
                                    <a:pt x="40" y="51"/>
                                    <a:pt x="41" y="51"/>
                                  </a:cubicBezTo>
                                  <a:cubicBezTo>
                                    <a:pt x="43" y="51"/>
                                    <a:pt x="44" y="50"/>
                                    <a:pt x="45" y="50"/>
                                  </a:cubicBezTo>
                                  <a:cubicBezTo>
                                    <a:pt x="45" y="50"/>
                                    <a:pt x="45" y="49"/>
                                    <a:pt x="44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9"/>
                                    <a:pt x="46" y="49"/>
                                    <a:pt x="46" y="49"/>
                                  </a:cubicBezTo>
                                  <a:cubicBezTo>
                                    <a:pt x="46" y="49"/>
                                    <a:pt x="45" y="49"/>
                                    <a:pt x="45" y="50"/>
                                  </a:cubicBezTo>
                                  <a:cubicBezTo>
                                    <a:pt x="46" y="51"/>
                                    <a:pt x="48" y="49"/>
                                    <a:pt x="48" y="48"/>
                                  </a:cubicBezTo>
                                  <a:cubicBezTo>
                                    <a:pt x="47" y="48"/>
                                    <a:pt x="47" y="48"/>
                                    <a:pt x="47" y="48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6"/>
                                    <a:pt x="47" y="46"/>
                                    <a:pt x="48" y="46"/>
                                  </a:cubicBezTo>
                                  <a:cubicBezTo>
                                    <a:pt x="48" y="46"/>
                                    <a:pt x="48" y="46"/>
                                    <a:pt x="48" y="46"/>
                                  </a:cubicBezTo>
                                  <a:cubicBezTo>
                                    <a:pt x="48" y="45"/>
                                    <a:pt x="48" y="45"/>
                                    <a:pt x="48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6"/>
                                    <a:pt x="49" y="46"/>
                                    <a:pt x="49" y="46"/>
                                  </a:cubicBezTo>
                                  <a:cubicBezTo>
                                    <a:pt x="49" y="46"/>
                                    <a:pt x="49" y="46"/>
                                    <a:pt x="49" y="46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2" y="45"/>
                                    <a:pt x="52" y="44"/>
                                    <a:pt x="52" y="44"/>
                                  </a:cubicBezTo>
                                  <a:cubicBezTo>
                                    <a:pt x="52" y="44"/>
                                    <a:pt x="52" y="44"/>
                                    <a:pt x="52" y="44"/>
                                  </a:cubicBezTo>
                                  <a:cubicBezTo>
                                    <a:pt x="53" y="44"/>
                                    <a:pt x="53" y="44"/>
                                    <a:pt x="53" y="44"/>
                                  </a:cubicBezTo>
                                  <a:cubicBezTo>
                                    <a:pt x="53" y="44"/>
                                    <a:pt x="53" y="44"/>
                                    <a:pt x="53" y="44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2"/>
                                    <a:pt x="54" y="42"/>
                                    <a:pt x="54" y="42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4"/>
                                    <a:pt x="54" y="44"/>
                                    <a:pt x="54" y="43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5" y="43"/>
                                    <a:pt x="58" y="42"/>
                                    <a:pt x="59" y="41"/>
                                  </a:cubicBezTo>
                                  <a:cubicBezTo>
                                    <a:pt x="59" y="41"/>
                                    <a:pt x="59" y="41"/>
                                    <a:pt x="59" y="41"/>
                                  </a:cubicBezTo>
                                  <a:cubicBezTo>
                                    <a:pt x="59" y="41"/>
                                    <a:pt x="59" y="40"/>
                                    <a:pt x="59" y="40"/>
                                  </a:cubicBezTo>
                                  <a:cubicBezTo>
                                    <a:pt x="59" y="40"/>
                                    <a:pt x="59" y="40"/>
                                    <a:pt x="59" y="40"/>
                                  </a:cubicBezTo>
                                  <a:cubicBezTo>
                                    <a:pt x="60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61" y="39"/>
                                    <a:pt x="61" y="39"/>
                                  </a:cubicBezTo>
                                  <a:cubicBezTo>
                                    <a:pt x="61" y="39"/>
                                    <a:pt x="61" y="38"/>
                                    <a:pt x="61" y="38"/>
                                  </a:cubicBezTo>
                                  <a:cubicBezTo>
                                    <a:pt x="61" y="38"/>
                                    <a:pt x="62" y="38"/>
                                    <a:pt x="63" y="38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2" y="37"/>
                                    <a:pt x="62" y="37"/>
                                  </a:cubicBezTo>
                                  <a:cubicBezTo>
                                    <a:pt x="63" y="37"/>
                                    <a:pt x="64" y="37"/>
                                    <a:pt x="65" y="36"/>
                                  </a:cubicBezTo>
                                  <a:cubicBezTo>
                                    <a:pt x="64" y="36"/>
                                    <a:pt x="64" y="36"/>
                                    <a:pt x="64" y="36"/>
                                  </a:cubicBezTo>
                                  <a:cubicBezTo>
                                    <a:pt x="65" y="36"/>
                                    <a:pt x="65" y="36"/>
                                    <a:pt x="65" y="36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4"/>
                                    <a:pt x="65" y="34"/>
                                  </a:cubicBezTo>
                                  <a:cubicBezTo>
                                    <a:pt x="65" y="34"/>
                                    <a:pt x="65" y="35"/>
                                    <a:pt x="66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6"/>
                                    <a:pt x="66" y="36"/>
                                  </a:cubicBezTo>
                                  <a:cubicBezTo>
                                    <a:pt x="67" y="36"/>
                                    <a:pt x="67" y="35"/>
                                    <a:pt x="67" y="35"/>
                                  </a:cubicBezTo>
                                  <a:cubicBezTo>
                                    <a:pt x="68" y="35"/>
                                    <a:pt x="68" y="36"/>
                                    <a:pt x="68" y="36"/>
                                  </a:cubicBezTo>
                                  <a:cubicBezTo>
                                    <a:pt x="69" y="35"/>
                                    <a:pt x="69" y="35"/>
                                    <a:pt x="69" y="35"/>
                                  </a:cubicBezTo>
                                  <a:cubicBezTo>
                                    <a:pt x="69" y="35"/>
                                    <a:pt x="69" y="35"/>
                                    <a:pt x="69" y="35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9" y="34"/>
                                    <a:pt x="69" y="34"/>
                                    <a:pt x="69" y="34"/>
                                  </a:cubicBezTo>
                                  <a:cubicBezTo>
                                    <a:pt x="69" y="34"/>
                                    <a:pt x="69" y="34"/>
                                    <a:pt x="69" y="35"/>
                                  </a:cubicBezTo>
                                  <a:cubicBezTo>
                                    <a:pt x="69" y="34"/>
                                    <a:pt x="70" y="34"/>
                                    <a:pt x="70" y="33"/>
                                  </a:cubicBezTo>
                                  <a:cubicBezTo>
                                    <a:pt x="70" y="33"/>
                                    <a:pt x="71" y="33"/>
                                    <a:pt x="71" y="33"/>
                                  </a:cubicBezTo>
                                  <a:cubicBezTo>
                                    <a:pt x="70" y="33"/>
                                    <a:pt x="70" y="33"/>
                                    <a:pt x="70" y="34"/>
                                  </a:cubicBezTo>
                                  <a:cubicBezTo>
                                    <a:pt x="70" y="33"/>
                                    <a:pt x="71" y="33"/>
                                    <a:pt x="71" y="33"/>
                                  </a:cubicBezTo>
                                  <a:cubicBezTo>
                                    <a:pt x="72" y="32"/>
                                    <a:pt x="71" y="31"/>
                                    <a:pt x="72" y="30"/>
                                  </a:cubicBezTo>
                                  <a:cubicBezTo>
                                    <a:pt x="72" y="30"/>
                                    <a:pt x="72" y="31"/>
                                    <a:pt x="71" y="31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2" y="30"/>
                                    <a:pt x="72" y="30"/>
                                    <a:pt x="72" y="30"/>
                                  </a:cubicBezTo>
                                  <a:cubicBezTo>
                                    <a:pt x="72" y="29"/>
                                    <a:pt x="72" y="29"/>
                                    <a:pt x="72" y="29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73" y="29"/>
                                    <a:pt x="73" y="29"/>
                                    <a:pt x="73" y="29"/>
                                  </a:cubicBezTo>
                                  <a:cubicBezTo>
                                    <a:pt x="72" y="28"/>
                                    <a:pt x="72" y="28"/>
                                    <a:pt x="72" y="28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2" y="27"/>
                                    <a:pt x="72" y="28"/>
                                    <a:pt x="72" y="28"/>
                                  </a:cubicBezTo>
                                  <a:cubicBezTo>
                                    <a:pt x="73" y="28"/>
                                    <a:pt x="74" y="28"/>
                                    <a:pt x="74" y="27"/>
                                  </a:cubicBezTo>
                                  <a:cubicBezTo>
                                    <a:pt x="74" y="27"/>
                                    <a:pt x="74" y="27"/>
                                    <a:pt x="74" y="27"/>
                                  </a:cubicBezTo>
                                  <a:cubicBezTo>
                                    <a:pt x="74" y="26"/>
                                    <a:pt x="75" y="26"/>
                                    <a:pt x="75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4" y="26"/>
                                    <a:pt x="74" y="26"/>
                                    <a:pt x="74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7" y="25"/>
                                    <a:pt x="74" y="25"/>
                                    <a:pt x="74" y="24"/>
                                  </a:cubicBezTo>
                                  <a:cubicBezTo>
                                    <a:pt x="74" y="25"/>
                                    <a:pt x="75" y="24"/>
                                    <a:pt x="76" y="24"/>
                                  </a:cubicBezTo>
                                  <a:cubicBezTo>
                                    <a:pt x="76" y="24"/>
                                    <a:pt x="76" y="24"/>
                                    <a:pt x="76" y="24"/>
                                  </a:cubicBezTo>
                                  <a:cubicBezTo>
                                    <a:pt x="76" y="24"/>
                                    <a:pt x="75" y="24"/>
                                    <a:pt x="74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4" y="23"/>
                                    <a:pt x="74" y="23"/>
                                    <a:pt x="74" y="23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4" y="22"/>
                                    <a:pt x="74" y="22"/>
                                    <a:pt x="73" y="22"/>
                                  </a:cubicBezTo>
                                  <a:cubicBezTo>
                                    <a:pt x="74" y="22"/>
                                    <a:pt x="74" y="22"/>
                                    <a:pt x="75" y="23"/>
                                  </a:cubicBezTo>
                                  <a:cubicBezTo>
                                    <a:pt x="75" y="23"/>
                                    <a:pt x="75" y="23"/>
                                    <a:pt x="75" y="23"/>
                                  </a:cubicBezTo>
                                  <a:cubicBezTo>
                                    <a:pt x="76" y="23"/>
                                    <a:pt x="76" y="23"/>
                                    <a:pt x="76" y="23"/>
                                  </a:cubicBezTo>
                                  <a:cubicBezTo>
                                    <a:pt x="77" y="23"/>
                                    <a:pt x="77" y="23"/>
                                    <a:pt x="77" y="23"/>
                                  </a:cubicBezTo>
                                  <a:cubicBezTo>
                                    <a:pt x="77" y="22"/>
                                    <a:pt x="77" y="22"/>
                                    <a:pt x="77" y="22"/>
                                  </a:cubicBezTo>
                                  <a:cubicBezTo>
                                    <a:pt x="77" y="22"/>
                                    <a:pt x="77" y="22"/>
                                    <a:pt x="77" y="22"/>
                                  </a:cubicBezTo>
                                  <a:close/>
                                  <a:moveTo>
                                    <a:pt x="20" y="18"/>
                                  </a:move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5" name="Freeform 787">
                              <a:extLst>
                                <a:ext uri="{FF2B5EF4-FFF2-40B4-BE49-F238E27FC236}">
                                  <a16:creationId xmlns:a16="http://schemas.microsoft.com/office/drawing/2014/main" id="{0BCF23EC-8D62-8383-AF92-3A6E42E0A0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21363" y="3451225"/>
                              <a:ext cx="112712" cy="107950"/>
                            </a:xfrm>
                            <a:custGeom>
                              <a:avLst/>
                              <a:gdLst>
                                <a:gd name="T0" fmla="*/ 19 w 27"/>
                                <a:gd name="T1" fmla="*/ 25 h 26"/>
                                <a:gd name="T2" fmla="*/ 19 w 27"/>
                                <a:gd name="T3" fmla="*/ 24 h 26"/>
                                <a:gd name="T4" fmla="*/ 19 w 27"/>
                                <a:gd name="T5" fmla="*/ 23 h 26"/>
                                <a:gd name="T6" fmla="*/ 19 w 27"/>
                                <a:gd name="T7" fmla="*/ 22 h 26"/>
                                <a:gd name="T8" fmla="*/ 20 w 27"/>
                                <a:gd name="T9" fmla="*/ 21 h 26"/>
                                <a:gd name="T10" fmla="*/ 20 w 27"/>
                                <a:gd name="T11" fmla="*/ 20 h 26"/>
                                <a:gd name="T12" fmla="*/ 21 w 27"/>
                                <a:gd name="T13" fmla="*/ 19 h 26"/>
                                <a:gd name="T14" fmla="*/ 22 w 27"/>
                                <a:gd name="T15" fmla="*/ 19 h 26"/>
                                <a:gd name="T16" fmla="*/ 22 w 27"/>
                                <a:gd name="T17" fmla="*/ 17 h 26"/>
                                <a:gd name="T18" fmla="*/ 23 w 27"/>
                                <a:gd name="T19" fmla="*/ 17 h 26"/>
                                <a:gd name="T20" fmla="*/ 24 w 27"/>
                                <a:gd name="T21" fmla="*/ 17 h 26"/>
                                <a:gd name="T22" fmla="*/ 25 w 27"/>
                                <a:gd name="T23" fmla="*/ 17 h 26"/>
                                <a:gd name="T24" fmla="*/ 25 w 27"/>
                                <a:gd name="T25" fmla="*/ 17 h 26"/>
                                <a:gd name="T26" fmla="*/ 26 w 27"/>
                                <a:gd name="T27" fmla="*/ 16 h 26"/>
                                <a:gd name="T28" fmla="*/ 25 w 27"/>
                                <a:gd name="T29" fmla="*/ 14 h 26"/>
                                <a:gd name="T30" fmla="*/ 24 w 27"/>
                                <a:gd name="T31" fmla="*/ 12 h 26"/>
                                <a:gd name="T32" fmla="*/ 26 w 27"/>
                                <a:gd name="T33" fmla="*/ 13 h 26"/>
                                <a:gd name="T34" fmla="*/ 25 w 27"/>
                                <a:gd name="T35" fmla="*/ 11 h 26"/>
                                <a:gd name="T36" fmla="*/ 24 w 27"/>
                                <a:gd name="T37" fmla="*/ 10 h 26"/>
                                <a:gd name="T38" fmla="*/ 23 w 27"/>
                                <a:gd name="T39" fmla="*/ 10 h 26"/>
                                <a:gd name="T40" fmla="*/ 24 w 27"/>
                                <a:gd name="T41" fmla="*/ 7 h 26"/>
                                <a:gd name="T42" fmla="*/ 25 w 27"/>
                                <a:gd name="T43" fmla="*/ 5 h 26"/>
                                <a:gd name="T44" fmla="*/ 23 w 27"/>
                                <a:gd name="T45" fmla="*/ 4 h 26"/>
                                <a:gd name="T46" fmla="*/ 22 w 27"/>
                                <a:gd name="T47" fmla="*/ 4 h 26"/>
                                <a:gd name="T48" fmla="*/ 21 w 27"/>
                                <a:gd name="T49" fmla="*/ 3 h 26"/>
                                <a:gd name="T50" fmla="*/ 19 w 27"/>
                                <a:gd name="T51" fmla="*/ 2 h 26"/>
                                <a:gd name="T52" fmla="*/ 17 w 27"/>
                                <a:gd name="T53" fmla="*/ 1 h 26"/>
                                <a:gd name="T54" fmla="*/ 16 w 27"/>
                                <a:gd name="T55" fmla="*/ 2 h 26"/>
                                <a:gd name="T56" fmla="*/ 15 w 27"/>
                                <a:gd name="T57" fmla="*/ 2 h 26"/>
                                <a:gd name="T58" fmla="*/ 13 w 27"/>
                                <a:gd name="T59" fmla="*/ 2 h 26"/>
                                <a:gd name="T60" fmla="*/ 12 w 27"/>
                                <a:gd name="T61" fmla="*/ 2 h 26"/>
                                <a:gd name="T62" fmla="*/ 11 w 27"/>
                                <a:gd name="T63" fmla="*/ 2 h 26"/>
                                <a:gd name="T64" fmla="*/ 11 w 27"/>
                                <a:gd name="T65" fmla="*/ 1 h 26"/>
                                <a:gd name="T66" fmla="*/ 10 w 27"/>
                                <a:gd name="T67" fmla="*/ 1 h 26"/>
                                <a:gd name="T68" fmla="*/ 8 w 27"/>
                                <a:gd name="T69" fmla="*/ 1 h 26"/>
                                <a:gd name="T70" fmla="*/ 6 w 27"/>
                                <a:gd name="T71" fmla="*/ 1 h 26"/>
                                <a:gd name="T72" fmla="*/ 5 w 27"/>
                                <a:gd name="T73" fmla="*/ 2 h 26"/>
                                <a:gd name="T74" fmla="*/ 4 w 27"/>
                                <a:gd name="T75" fmla="*/ 3 h 26"/>
                                <a:gd name="T76" fmla="*/ 3 w 27"/>
                                <a:gd name="T77" fmla="*/ 2 h 26"/>
                                <a:gd name="T78" fmla="*/ 2 w 27"/>
                                <a:gd name="T79" fmla="*/ 1 h 26"/>
                                <a:gd name="T80" fmla="*/ 0 w 27"/>
                                <a:gd name="T81" fmla="*/ 2 h 26"/>
                                <a:gd name="T82" fmla="*/ 0 w 27"/>
                                <a:gd name="T83" fmla="*/ 4 h 26"/>
                                <a:gd name="T84" fmla="*/ 1 w 27"/>
                                <a:gd name="T85" fmla="*/ 6 h 26"/>
                                <a:gd name="T86" fmla="*/ 2 w 27"/>
                                <a:gd name="T87" fmla="*/ 6 h 26"/>
                                <a:gd name="T88" fmla="*/ 2 w 27"/>
                                <a:gd name="T89" fmla="*/ 7 h 26"/>
                                <a:gd name="T90" fmla="*/ 2 w 27"/>
                                <a:gd name="T91" fmla="*/ 8 h 26"/>
                                <a:gd name="T92" fmla="*/ 3 w 27"/>
                                <a:gd name="T93" fmla="*/ 8 h 26"/>
                                <a:gd name="T94" fmla="*/ 3 w 27"/>
                                <a:gd name="T95" fmla="*/ 10 h 26"/>
                                <a:gd name="T96" fmla="*/ 7 w 27"/>
                                <a:gd name="T97" fmla="*/ 14 h 26"/>
                                <a:gd name="T98" fmla="*/ 9 w 27"/>
                                <a:gd name="T99" fmla="*/ 17 h 26"/>
                                <a:gd name="T100" fmla="*/ 11 w 27"/>
                                <a:gd name="T101" fmla="*/ 18 h 26"/>
                                <a:gd name="T102" fmla="*/ 12 w 27"/>
                                <a:gd name="T103" fmla="*/ 21 h 26"/>
                                <a:gd name="T104" fmla="*/ 14 w 27"/>
                                <a:gd name="T105" fmla="*/ 23 h 26"/>
                                <a:gd name="T106" fmla="*/ 15 w 27"/>
                                <a:gd name="T107" fmla="*/ 23 h 26"/>
                                <a:gd name="T108" fmla="*/ 16 w 27"/>
                                <a:gd name="T109" fmla="*/ 24 h 26"/>
                                <a:gd name="T110" fmla="*/ 18 w 27"/>
                                <a:gd name="T111" fmla="*/ 26 h 26"/>
                                <a:gd name="T112" fmla="*/ 19 w 27"/>
                                <a:gd name="T113" fmla="*/ 25 h 26"/>
                                <a:gd name="T114" fmla="*/ 19 w 27"/>
                                <a:gd name="T115" fmla="*/ 25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27" h="26">
                                  <a:moveTo>
                                    <a:pt x="19" y="25"/>
                                  </a:moveTo>
                                  <a:cubicBezTo>
                                    <a:pt x="19" y="25"/>
                                    <a:pt x="19" y="24"/>
                                    <a:pt x="19" y="24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9" y="22"/>
                                    <a:pt x="19" y="22"/>
                                  </a:cubicBezTo>
                                  <a:cubicBezTo>
                                    <a:pt x="19" y="22"/>
                                    <a:pt x="19" y="22"/>
                                    <a:pt x="20" y="21"/>
                                  </a:cubicBezTo>
                                  <a:cubicBezTo>
                                    <a:pt x="20" y="21"/>
                                    <a:pt x="20" y="20"/>
                                    <a:pt x="20" y="20"/>
                                  </a:cubicBezTo>
                                  <a:cubicBezTo>
                                    <a:pt x="20" y="19"/>
                                    <a:pt x="21" y="19"/>
                                    <a:pt x="21" y="19"/>
                                  </a:cubicBezTo>
                                  <a:cubicBezTo>
                                    <a:pt x="21" y="19"/>
                                    <a:pt x="22" y="19"/>
                                    <a:pt x="22" y="19"/>
                                  </a:cubicBezTo>
                                  <a:cubicBezTo>
                                    <a:pt x="23" y="19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4" y="17"/>
                                    <a:pt x="24" y="17"/>
                                  </a:cubicBezTo>
                                  <a:cubicBezTo>
                                    <a:pt x="24" y="17"/>
                                    <a:pt x="24" y="16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5" y="17"/>
                                  </a:cubicBezTo>
                                  <a:cubicBezTo>
                                    <a:pt x="26" y="17"/>
                                    <a:pt x="26" y="16"/>
                                    <a:pt x="26" y="16"/>
                                  </a:cubicBezTo>
                                  <a:cubicBezTo>
                                    <a:pt x="26" y="15"/>
                                    <a:pt x="25" y="15"/>
                                    <a:pt x="25" y="14"/>
                                  </a:cubicBezTo>
                                  <a:cubicBezTo>
                                    <a:pt x="25" y="14"/>
                                    <a:pt x="24" y="13"/>
                                    <a:pt x="24" y="12"/>
                                  </a:cubicBezTo>
                                  <a:cubicBezTo>
                                    <a:pt x="25" y="13"/>
                                    <a:pt x="26" y="13"/>
                                    <a:pt x="26" y="13"/>
                                  </a:cubicBezTo>
                                  <a:cubicBezTo>
                                    <a:pt x="27" y="12"/>
                                    <a:pt x="25" y="11"/>
                                    <a:pt x="25" y="11"/>
                                  </a:cubicBezTo>
                                  <a:cubicBezTo>
                                    <a:pt x="25" y="10"/>
                                    <a:pt x="25" y="10"/>
                                    <a:pt x="24" y="10"/>
                                  </a:cubicBezTo>
                                  <a:cubicBezTo>
                                    <a:pt x="24" y="10"/>
                                    <a:pt x="24" y="10"/>
                                    <a:pt x="23" y="10"/>
                                  </a:cubicBezTo>
                                  <a:cubicBezTo>
                                    <a:pt x="23" y="9"/>
                                    <a:pt x="23" y="8"/>
                                    <a:pt x="24" y="7"/>
                                  </a:cubicBezTo>
                                  <a:cubicBezTo>
                                    <a:pt x="24" y="6"/>
                                    <a:pt x="25" y="6"/>
                                    <a:pt x="25" y="5"/>
                                  </a:cubicBezTo>
                                  <a:cubicBezTo>
                                    <a:pt x="25" y="4"/>
                                    <a:pt x="24" y="4"/>
                                    <a:pt x="23" y="4"/>
                                  </a:cubicBezTo>
                                  <a:cubicBezTo>
                                    <a:pt x="23" y="4"/>
                                    <a:pt x="22" y="4"/>
                                    <a:pt x="22" y="4"/>
                                  </a:cubicBezTo>
                                  <a:cubicBezTo>
                                    <a:pt x="21" y="4"/>
                                    <a:pt x="21" y="3"/>
                                    <a:pt x="21" y="3"/>
                                  </a:cubicBezTo>
                                  <a:cubicBezTo>
                                    <a:pt x="20" y="2"/>
                                    <a:pt x="20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7" y="1"/>
                                  </a:cubicBezTo>
                                  <a:cubicBezTo>
                                    <a:pt x="17" y="2"/>
                                    <a:pt x="16" y="2"/>
                                    <a:pt x="16" y="2"/>
                                  </a:cubicBezTo>
                                  <a:cubicBezTo>
                                    <a:pt x="16" y="1"/>
                                    <a:pt x="15" y="2"/>
                                    <a:pt x="15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1"/>
                                    <a:pt x="13" y="1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1"/>
                                    <a:pt x="11" y="1"/>
                                  </a:cubicBezTo>
                                  <a:cubicBezTo>
                                    <a:pt x="10" y="1"/>
                                    <a:pt x="10" y="2"/>
                                    <a:pt x="10" y="1"/>
                                  </a:cubicBezTo>
                                  <a:cubicBezTo>
                                    <a:pt x="9" y="1"/>
                                    <a:pt x="9" y="0"/>
                                    <a:pt x="8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5" y="2"/>
                                  </a:cubicBezTo>
                                  <a:cubicBezTo>
                                    <a:pt x="4" y="2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2" y="1"/>
                                  </a:cubicBezTo>
                                  <a:cubicBezTo>
                                    <a:pt x="2" y="1"/>
                                    <a:pt x="1" y="1"/>
                                    <a:pt x="0" y="2"/>
                                  </a:cubicBezTo>
                                  <a:cubicBezTo>
                                    <a:pt x="0" y="3"/>
                                    <a:pt x="1" y="3"/>
                                    <a:pt x="0" y="4"/>
                                  </a:cubicBezTo>
                                  <a:cubicBezTo>
                                    <a:pt x="0" y="5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2" y="6"/>
                                  </a:cubicBezTo>
                                  <a:cubicBezTo>
                                    <a:pt x="2" y="6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10"/>
                                    <a:pt x="3" y="10"/>
                                  </a:cubicBezTo>
                                  <a:cubicBezTo>
                                    <a:pt x="4" y="12"/>
                                    <a:pt x="6" y="13"/>
                                    <a:pt x="7" y="14"/>
                                  </a:cubicBezTo>
                                  <a:cubicBezTo>
                                    <a:pt x="7" y="15"/>
                                    <a:pt x="8" y="16"/>
                                    <a:pt x="9" y="17"/>
                                  </a:cubicBezTo>
                                  <a:cubicBezTo>
                                    <a:pt x="10" y="17"/>
                                    <a:pt x="10" y="17"/>
                                    <a:pt x="11" y="18"/>
                                  </a:cubicBezTo>
                                  <a:cubicBezTo>
                                    <a:pt x="11" y="19"/>
                                    <a:pt x="12" y="20"/>
                                    <a:pt x="12" y="21"/>
                                  </a:cubicBezTo>
                                  <a:cubicBezTo>
                                    <a:pt x="13" y="21"/>
                                    <a:pt x="13" y="22"/>
                                    <a:pt x="14" y="23"/>
                                  </a:cubicBezTo>
                                  <a:cubicBezTo>
                                    <a:pt x="14" y="23"/>
                                    <a:pt x="15" y="23"/>
                                    <a:pt x="15" y="23"/>
                                  </a:cubicBezTo>
                                  <a:cubicBezTo>
                                    <a:pt x="15" y="23"/>
                                    <a:pt x="15" y="24"/>
                                    <a:pt x="16" y="24"/>
                                  </a:cubicBezTo>
                                  <a:cubicBezTo>
                                    <a:pt x="16" y="25"/>
                                    <a:pt x="18" y="25"/>
                                    <a:pt x="18" y="26"/>
                                  </a:cubicBezTo>
                                  <a:cubicBezTo>
                                    <a:pt x="19" y="26"/>
                                    <a:pt x="19" y="26"/>
                                    <a:pt x="19" y="25"/>
                                  </a:cubicBezTo>
                                  <a:cubicBezTo>
                                    <a:pt x="19" y="24"/>
                                    <a:pt x="19" y="26"/>
                                    <a:pt x="19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6" name="Freeform 788">
                              <a:extLst>
                                <a:ext uri="{FF2B5EF4-FFF2-40B4-BE49-F238E27FC236}">
                                  <a16:creationId xmlns:a16="http://schemas.microsoft.com/office/drawing/2014/main" id="{30B43C51-0674-38D8-862C-82C8A7A9C3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21375" y="3554413"/>
                              <a:ext cx="49212" cy="112713"/>
                            </a:xfrm>
                            <a:custGeom>
                              <a:avLst/>
                              <a:gdLst>
                                <a:gd name="T0" fmla="*/ 7 w 12"/>
                                <a:gd name="T1" fmla="*/ 27 h 27"/>
                                <a:gd name="T2" fmla="*/ 7 w 12"/>
                                <a:gd name="T3" fmla="*/ 26 h 27"/>
                                <a:gd name="T4" fmla="*/ 8 w 12"/>
                                <a:gd name="T5" fmla="*/ 26 h 27"/>
                                <a:gd name="T6" fmla="*/ 8 w 12"/>
                                <a:gd name="T7" fmla="*/ 25 h 27"/>
                                <a:gd name="T8" fmla="*/ 7 w 12"/>
                                <a:gd name="T9" fmla="*/ 24 h 27"/>
                                <a:gd name="T10" fmla="*/ 8 w 12"/>
                                <a:gd name="T11" fmla="*/ 23 h 27"/>
                                <a:gd name="T12" fmla="*/ 9 w 12"/>
                                <a:gd name="T13" fmla="*/ 23 h 27"/>
                                <a:gd name="T14" fmla="*/ 10 w 12"/>
                                <a:gd name="T15" fmla="*/ 21 h 27"/>
                                <a:gd name="T16" fmla="*/ 10 w 12"/>
                                <a:gd name="T17" fmla="*/ 20 h 27"/>
                                <a:gd name="T18" fmla="*/ 12 w 12"/>
                                <a:gd name="T19" fmla="*/ 19 h 27"/>
                                <a:gd name="T20" fmla="*/ 12 w 12"/>
                                <a:gd name="T21" fmla="*/ 17 h 27"/>
                                <a:gd name="T22" fmla="*/ 12 w 12"/>
                                <a:gd name="T23" fmla="*/ 16 h 27"/>
                                <a:gd name="T24" fmla="*/ 10 w 12"/>
                                <a:gd name="T25" fmla="*/ 16 h 27"/>
                                <a:gd name="T26" fmla="*/ 9 w 12"/>
                                <a:gd name="T27" fmla="*/ 15 h 27"/>
                                <a:gd name="T28" fmla="*/ 8 w 12"/>
                                <a:gd name="T29" fmla="*/ 13 h 27"/>
                                <a:gd name="T30" fmla="*/ 8 w 12"/>
                                <a:gd name="T31" fmla="*/ 11 h 27"/>
                                <a:gd name="T32" fmla="*/ 8 w 12"/>
                                <a:gd name="T33" fmla="*/ 10 h 27"/>
                                <a:gd name="T34" fmla="*/ 8 w 12"/>
                                <a:gd name="T35" fmla="*/ 10 h 27"/>
                                <a:gd name="T36" fmla="*/ 8 w 12"/>
                                <a:gd name="T37" fmla="*/ 9 h 27"/>
                                <a:gd name="T38" fmla="*/ 8 w 12"/>
                                <a:gd name="T39" fmla="*/ 8 h 27"/>
                                <a:gd name="T40" fmla="*/ 9 w 12"/>
                                <a:gd name="T41" fmla="*/ 6 h 27"/>
                                <a:gd name="T42" fmla="*/ 8 w 12"/>
                                <a:gd name="T43" fmla="*/ 3 h 27"/>
                                <a:gd name="T44" fmla="*/ 6 w 12"/>
                                <a:gd name="T45" fmla="*/ 3 h 27"/>
                                <a:gd name="T46" fmla="*/ 5 w 12"/>
                                <a:gd name="T47" fmla="*/ 1 h 27"/>
                                <a:gd name="T48" fmla="*/ 4 w 12"/>
                                <a:gd name="T49" fmla="*/ 2 h 27"/>
                                <a:gd name="T50" fmla="*/ 3 w 12"/>
                                <a:gd name="T51" fmla="*/ 0 h 27"/>
                                <a:gd name="T52" fmla="*/ 1 w 12"/>
                                <a:gd name="T53" fmla="*/ 2 h 27"/>
                                <a:gd name="T54" fmla="*/ 1 w 12"/>
                                <a:gd name="T55" fmla="*/ 2 h 27"/>
                                <a:gd name="T56" fmla="*/ 0 w 12"/>
                                <a:gd name="T57" fmla="*/ 5 h 27"/>
                                <a:gd name="T58" fmla="*/ 0 w 12"/>
                                <a:gd name="T59" fmla="*/ 7 h 27"/>
                                <a:gd name="T60" fmla="*/ 2 w 12"/>
                                <a:gd name="T61" fmla="*/ 8 h 27"/>
                                <a:gd name="T62" fmla="*/ 2 w 12"/>
                                <a:gd name="T63" fmla="*/ 10 h 27"/>
                                <a:gd name="T64" fmla="*/ 1 w 12"/>
                                <a:gd name="T65" fmla="*/ 10 h 27"/>
                                <a:gd name="T66" fmla="*/ 2 w 12"/>
                                <a:gd name="T67" fmla="*/ 11 h 27"/>
                                <a:gd name="T68" fmla="*/ 1 w 12"/>
                                <a:gd name="T69" fmla="*/ 12 h 27"/>
                                <a:gd name="T70" fmla="*/ 2 w 12"/>
                                <a:gd name="T71" fmla="*/ 12 h 27"/>
                                <a:gd name="T72" fmla="*/ 1 w 12"/>
                                <a:gd name="T73" fmla="*/ 14 h 27"/>
                                <a:gd name="T74" fmla="*/ 2 w 12"/>
                                <a:gd name="T75" fmla="*/ 15 h 27"/>
                                <a:gd name="T76" fmla="*/ 1 w 12"/>
                                <a:gd name="T77" fmla="*/ 16 h 27"/>
                                <a:gd name="T78" fmla="*/ 1 w 12"/>
                                <a:gd name="T79" fmla="*/ 17 h 27"/>
                                <a:gd name="T80" fmla="*/ 1 w 12"/>
                                <a:gd name="T81" fmla="*/ 18 h 27"/>
                                <a:gd name="T82" fmla="*/ 1 w 12"/>
                                <a:gd name="T83" fmla="*/ 20 h 27"/>
                                <a:gd name="T84" fmla="*/ 1 w 12"/>
                                <a:gd name="T85" fmla="*/ 21 h 27"/>
                                <a:gd name="T86" fmla="*/ 1 w 12"/>
                                <a:gd name="T87" fmla="*/ 20 h 27"/>
                                <a:gd name="T88" fmla="*/ 3 w 12"/>
                                <a:gd name="T89" fmla="*/ 23 h 27"/>
                                <a:gd name="T90" fmla="*/ 4 w 12"/>
                                <a:gd name="T91" fmla="*/ 24 h 27"/>
                                <a:gd name="T92" fmla="*/ 5 w 12"/>
                                <a:gd name="T93" fmla="*/ 25 h 27"/>
                                <a:gd name="T94" fmla="*/ 5 w 12"/>
                                <a:gd name="T95" fmla="*/ 25 h 27"/>
                                <a:gd name="T96" fmla="*/ 5 w 12"/>
                                <a:gd name="T97" fmla="*/ 26 h 27"/>
                                <a:gd name="T98" fmla="*/ 6 w 12"/>
                                <a:gd name="T99" fmla="*/ 27 h 27"/>
                                <a:gd name="T100" fmla="*/ 6 w 12"/>
                                <a:gd name="T101" fmla="*/ 27 h 27"/>
                                <a:gd name="T102" fmla="*/ 7 w 12"/>
                                <a:gd name="T103" fmla="*/ 27 h 2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12" h="27">
                                  <a:moveTo>
                                    <a:pt x="7" y="27"/>
                                  </a:move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5"/>
                                    <a:pt x="7" y="26"/>
                                    <a:pt x="8" y="26"/>
                                  </a:cubicBezTo>
                                  <a:cubicBezTo>
                                    <a:pt x="8" y="25"/>
                                    <a:pt x="8" y="25"/>
                                    <a:pt x="8" y="25"/>
                                  </a:cubicBezTo>
                                  <a:cubicBezTo>
                                    <a:pt x="7" y="25"/>
                                    <a:pt x="7" y="25"/>
                                    <a:pt x="7" y="24"/>
                                  </a:cubicBezTo>
                                  <a:cubicBezTo>
                                    <a:pt x="7" y="24"/>
                                    <a:pt x="7" y="24"/>
                                    <a:pt x="8" y="23"/>
                                  </a:cubicBezTo>
                                  <a:cubicBezTo>
                                    <a:pt x="8" y="23"/>
                                    <a:pt x="9" y="23"/>
                                    <a:pt x="9" y="23"/>
                                  </a:cubicBezTo>
                                  <a:cubicBezTo>
                                    <a:pt x="10" y="23"/>
                                    <a:pt x="10" y="22"/>
                                    <a:pt x="10" y="21"/>
                                  </a:cubicBezTo>
                                  <a:cubicBezTo>
                                    <a:pt x="10" y="21"/>
                                    <a:pt x="10" y="20"/>
                                    <a:pt x="10" y="20"/>
                                  </a:cubicBezTo>
                                  <a:cubicBezTo>
                                    <a:pt x="11" y="19"/>
                                    <a:pt x="12" y="20"/>
                                    <a:pt x="12" y="19"/>
                                  </a:cubicBezTo>
                                  <a:cubicBezTo>
                                    <a:pt x="12" y="19"/>
                                    <a:pt x="12" y="18"/>
                                    <a:pt x="12" y="17"/>
                                  </a:cubicBezTo>
                                  <a:cubicBezTo>
                                    <a:pt x="11" y="17"/>
                                    <a:pt x="11" y="17"/>
                                    <a:pt x="12" y="16"/>
                                  </a:cubicBezTo>
                                  <a:cubicBezTo>
                                    <a:pt x="12" y="16"/>
                                    <a:pt x="11" y="16"/>
                                    <a:pt x="10" y="16"/>
                                  </a:cubicBezTo>
                                  <a:cubicBezTo>
                                    <a:pt x="9" y="16"/>
                                    <a:pt x="10" y="15"/>
                                    <a:pt x="9" y="15"/>
                                  </a:cubicBezTo>
                                  <a:cubicBezTo>
                                    <a:pt x="9" y="14"/>
                                    <a:pt x="9" y="13"/>
                                    <a:pt x="8" y="13"/>
                                  </a:cubicBezTo>
                                  <a:cubicBezTo>
                                    <a:pt x="8" y="12"/>
                                    <a:pt x="9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8"/>
                                  </a:cubicBezTo>
                                  <a:cubicBezTo>
                                    <a:pt x="9" y="7"/>
                                    <a:pt x="9" y="7"/>
                                    <a:pt x="9" y="6"/>
                                  </a:cubicBezTo>
                                  <a:cubicBezTo>
                                    <a:pt x="9" y="5"/>
                                    <a:pt x="8" y="4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6" y="3"/>
                                  </a:cubicBezTo>
                                  <a:cubicBezTo>
                                    <a:pt x="6" y="2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4" y="2"/>
                                    <a:pt x="4" y="2"/>
                                  </a:cubicBezTo>
                                  <a:cubicBezTo>
                                    <a:pt x="3" y="1"/>
                                    <a:pt x="4" y="1"/>
                                    <a:pt x="3" y="0"/>
                                  </a:cubicBezTo>
                                  <a:cubicBezTo>
                                    <a:pt x="3" y="0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1" y="6"/>
                                    <a:pt x="0" y="7"/>
                                  </a:cubicBezTo>
                                  <a:cubicBezTo>
                                    <a:pt x="1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1" y="10"/>
                                  </a:cubicBezTo>
                                  <a:cubicBezTo>
                                    <a:pt x="1" y="10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1" y="11"/>
                                    <a:pt x="1" y="12"/>
                                  </a:cubicBezTo>
                                  <a:cubicBezTo>
                                    <a:pt x="1" y="12"/>
                                    <a:pt x="1" y="12"/>
                                    <a:pt x="2" y="12"/>
                                  </a:cubicBezTo>
                                  <a:cubicBezTo>
                                    <a:pt x="2" y="13"/>
                                    <a:pt x="1" y="14"/>
                                    <a:pt x="1" y="14"/>
                                  </a:cubicBezTo>
                                  <a:cubicBezTo>
                                    <a:pt x="1" y="15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1" y="16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0" y="18"/>
                                    <a:pt x="1" y="18"/>
                                  </a:cubicBezTo>
                                  <a:cubicBezTo>
                                    <a:pt x="1" y="19"/>
                                    <a:pt x="1" y="19"/>
                                    <a:pt x="1" y="20"/>
                                  </a:cubicBezTo>
                                  <a:cubicBezTo>
                                    <a:pt x="1" y="20"/>
                                    <a:pt x="2" y="21"/>
                                    <a:pt x="1" y="21"/>
                                  </a:cubicBezTo>
                                  <a:cubicBezTo>
                                    <a:pt x="1" y="21"/>
                                    <a:pt x="1" y="20"/>
                                    <a:pt x="1" y="20"/>
                                  </a:cubicBezTo>
                                  <a:cubicBezTo>
                                    <a:pt x="0" y="21"/>
                                    <a:pt x="2" y="22"/>
                                    <a:pt x="3" y="23"/>
                                  </a:cubicBezTo>
                                  <a:cubicBezTo>
                                    <a:pt x="3" y="23"/>
                                    <a:pt x="4" y="23"/>
                                    <a:pt x="4" y="24"/>
                                  </a:cubicBezTo>
                                  <a:cubicBezTo>
                                    <a:pt x="4" y="24"/>
                                    <a:pt x="4" y="24"/>
                                    <a:pt x="5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5" y="26"/>
                                    <a:pt x="5" y="26"/>
                                    <a:pt x="5" y="26"/>
                                  </a:cubicBezTo>
                                  <a:cubicBezTo>
                                    <a:pt x="5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7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7" name="Freeform 789">
                              <a:extLst>
                                <a:ext uri="{FF2B5EF4-FFF2-40B4-BE49-F238E27FC236}">
                                  <a16:creationId xmlns:a16="http://schemas.microsoft.com/office/drawing/2014/main" id="{1552331A-6E70-77A8-0EC8-C8630A74E02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92775" y="2166938"/>
                              <a:ext cx="365125" cy="842963"/>
                            </a:xfrm>
                            <a:custGeom>
                              <a:avLst/>
                              <a:gdLst>
                                <a:gd name="T0" fmla="*/ 85 w 88"/>
                                <a:gd name="T1" fmla="*/ 56 h 202"/>
                                <a:gd name="T2" fmla="*/ 81 w 88"/>
                                <a:gd name="T3" fmla="*/ 57 h 202"/>
                                <a:gd name="T4" fmla="*/ 77 w 88"/>
                                <a:gd name="T5" fmla="*/ 57 h 202"/>
                                <a:gd name="T6" fmla="*/ 75 w 88"/>
                                <a:gd name="T7" fmla="*/ 60 h 202"/>
                                <a:gd name="T8" fmla="*/ 73 w 88"/>
                                <a:gd name="T9" fmla="*/ 61 h 202"/>
                                <a:gd name="T10" fmla="*/ 71 w 88"/>
                                <a:gd name="T11" fmla="*/ 67 h 202"/>
                                <a:gd name="T12" fmla="*/ 67 w 88"/>
                                <a:gd name="T13" fmla="*/ 73 h 202"/>
                                <a:gd name="T14" fmla="*/ 70 w 88"/>
                                <a:gd name="T15" fmla="*/ 76 h 202"/>
                                <a:gd name="T16" fmla="*/ 69 w 88"/>
                                <a:gd name="T17" fmla="*/ 80 h 202"/>
                                <a:gd name="T18" fmla="*/ 65 w 88"/>
                                <a:gd name="T19" fmla="*/ 89 h 202"/>
                                <a:gd name="T20" fmla="*/ 60 w 88"/>
                                <a:gd name="T21" fmla="*/ 91 h 202"/>
                                <a:gd name="T22" fmla="*/ 54 w 88"/>
                                <a:gd name="T23" fmla="*/ 96 h 202"/>
                                <a:gd name="T24" fmla="*/ 50 w 88"/>
                                <a:gd name="T25" fmla="*/ 99 h 202"/>
                                <a:gd name="T26" fmla="*/ 48 w 88"/>
                                <a:gd name="T27" fmla="*/ 103 h 202"/>
                                <a:gd name="T28" fmla="*/ 46 w 88"/>
                                <a:gd name="T29" fmla="*/ 108 h 202"/>
                                <a:gd name="T30" fmla="*/ 43 w 88"/>
                                <a:gd name="T31" fmla="*/ 111 h 202"/>
                                <a:gd name="T32" fmla="*/ 42 w 88"/>
                                <a:gd name="T33" fmla="*/ 118 h 202"/>
                                <a:gd name="T34" fmla="*/ 41 w 88"/>
                                <a:gd name="T35" fmla="*/ 122 h 202"/>
                                <a:gd name="T36" fmla="*/ 41 w 88"/>
                                <a:gd name="T37" fmla="*/ 134 h 202"/>
                                <a:gd name="T38" fmla="*/ 47 w 88"/>
                                <a:gd name="T39" fmla="*/ 137 h 202"/>
                                <a:gd name="T40" fmla="*/ 50 w 88"/>
                                <a:gd name="T41" fmla="*/ 139 h 202"/>
                                <a:gd name="T42" fmla="*/ 52 w 88"/>
                                <a:gd name="T43" fmla="*/ 146 h 202"/>
                                <a:gd name="T44" fmla="*/ 43 w 88"/>
                                <a:gd name="T45" fmla="*/ 149 h 202"/>
                                <a:gd name="T46" fmla="*/ 35 w 88"/>
                                <a:gd name="T47" fmla="*/ 150 h 202"/>
                                <a:gd name="T48" fmla="*/ 42 w 88"/>
                                <a:gd name="T49" fmla="*/ 153 h 202"/>
                                <a:gd name="T50" fmla="*/ 48 w 88"/>
                                <a:gd name="T51" fmla="*/ 152 h 202"/>
                                <a:gd name="T52" fmla="*/ 45 w 88"/>
                                <a:gd name="T53" fmla="*/ 154 h 202"/>
                                <a:gd name="T54" fmla="*/ 36 w 88"/>
                                <a:gd name="T55" fmla="*/ 161 h 202"/>
                                <a:gd name="T56" fmla="*/ 39 w 88"/>
                                <a:gd name="T57" fmla="*/ 166 h 202"/>
                                <a:gd name="T58" fmla="*/ 36 w 88"/>
                                <a:gd name="T59" fmla="*/ 170 h 202"/>
                                <a:gd name="T60" fmla="*/ 37 w 88"/>
                                <a:gd name="T61" fmla="*/ 177 h 202"/>
                                <a:gd name="T62" fmla="*/ 36 w 88"/>
                                <a:gd name="T63" fmla="*/ 185 h 202"/>
                                <a:gd name="T64" fmla="*/ 32 w 88"/>
                                <a:gd name="T65" fmla="*/ 192 h 202"/>
                                <a:gd name="T66" fmla="*/ 24 w 88"/>
                                <a:gd name="T67" fmla="*/ 194 h 202"/>
                                <a:gd name="T68" fmla="*/ 16 w 88"/>
                                <a:gd name="T69" fmla="*/ 201 h 202"/>
                                <a:gd name="T70" fmla="*/ 9 w 88"/>
                                <a:gd name="T71" fmla="*/ 190 h 202"/>
                                <a:gd name="T72" fmla="*/ 8 w 88"/>
                                <a:gd name="T73" fmla="*/ 182 h 202"/>
                                <a:gd name="T74" fmla="*/ 4 w 88"/>
                                <a:gd name="T75" fmla="*/ 172 h 202"/>
                                <a:gd name="T76" fmla="*/ 2 w 88"/>
                                <a:gd name="T77" fmla="*/ 165 h 202"/>
                                <a:gd name="T78" fmla="*/ 3 w 88"/>
                                <a:gd name="T79" fmla="*/ 158 h 202"/>
                                <a:gd name="T80" fmla="*/ 10 w 88"/>
                                <a:gd name="T81" fmla="*/ 140 h 202"/>
                                <a:gd name="T82" fmla="*/ 8 w 88"/>
                                <a:gd name="T83" fmla="*/ 121 h 202"/>
                                <a:gd name="T84" fmla="*/ 7 w 88"/>
                                <a:gd name="T85" fmla="*/ 99 h 202"/>
                                <a:gd name="T86" fmla="*/ 19 w 88"/>
                                <a:gd name="T87" fmla="*/ 85 h 202"/>
                                <a:gd name="T88" fmla="*/ 23 w 88"/>
                                <a:gd name="T89" fmla="*/ 65 h 202"/>
                                <a:gd name="T90" fmla="*/ 29 w 88"/>
                                <a:gd name="T91" fmla="*/ 45 h 202"/>
                                <a:gd name="T92" fmla="*/ 41 w 88"/>
                                <a:gd name="T93" fmla="*/ 19 h 202"/>
                                <a:gd name="T94" fmla="*/ 48 w 88"/>
                                <a:gd name="T95" fmla="*/ 9 h 202"/>
                                <a:gd name="T96" fmla="*/ 61 w 88"/>
                                <a:gd name="T97" fmla="*/ 10 h 202"/>
                                <a:gd name="T98" fmla="*/ 66 w 88"/>
                                <a:gd name="T99" fmla="*/ 3 h 202"/>
                                <a:gd name="T100" fmla="*/ 75 w 88"/>
                                <a:gd name="T101" fmla="*/ 11 h 202"/>
                                <a:gd name="T102" fmla="*/ 84 w 88"/>
                                <a:gd name="T103" fmla="*/ 19 h 202"/>
                                <a:gd name="T104" fmla="*/ 85 w 88"/>
                                <a:gd name="T105" fmla="*/ 32 h 202"/>
                                <a:gd name="T106" fmla="*/ 84 w 88"/>
                                <a:gd name="T107" fmla="*/ 47 h 202"/>
                                <a:gd name="T108" fmla="*/ 37 w 88"/>
                                <a:gd name="T109" fmla="*/ 191 h 202"/>
                                <a:gd name="T110" fmla="*/ 37 w 88"/>
                                <a:gd name="T111" fmla="*/ 183 h 202"/>
                                <a:gd name="T112" fmla="*/ 52 w 88"/>
                                <a:gd name="T113" fmla="*/ 176 h 202"/>
                                <a:gd name="T114" fmla="*/ 55 w 88"/>
                                <a:gd name="T115" fmla="*/ 170 h 202"/>
                                <a:gd name="T116" fmla="*/ 47 w 88"/>
                                <a:gd name="T117" fmla="*/ 175 h 20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8" h="202">
                                  <a:moveTo>
                                    <a:pt x="88" y="56"/>
                                  </a:moveTo>
                                  <a:cubicBezTo>
                                    <a:pt x="88" y="56"/>
                                    <a:pt x="88" y="57"/>
                                    <a:pt x="88" y="57"/>
                                  </a:cubicBezTo>
                                  <a:cubicBezTo>
                                    <a:pt x="88" y="57"/>
                                    <a:pt x="88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6" y="57"/>
                                    <a:pt x="87" y="57"/>
                                    <a:pt x="86" y="58"/>
                                  </a:cubicBezTo>
                                  <a:cubicBezTo>
                                    <a:pt x="87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5" y="57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4" y="57"/>
                                    <a:pt x="85" y="57"/>
                                    <a:pt x="84" y="57"/>
                                  </a:cubicBezTo>
                                  <a:cubicBezTo>
                                    <a:pt x="84" y="57"/>
                                    <a:pt x="84" y="57"/>
                                    <a:pt x="84" y="57"/>
                                  </a:cubicBezTo>
                                  <a:cubicBezTo>
                                    <a:pt x="84" y="56"/>
                                    <a:pt x="83" y="56"/>
                                    <a:pt x="83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3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6"/>
                                    <a:pt x="82" y="56"/>
                                  </a:cubicBezTo>
                                  <a:cubicBezTo>
                                    <a:pt x="81" y="57"/>
                                    <a:pt x="82" y="57"/>
                                    <a:pt x="81" y="57"/>
                                  </a:cubicBezTo>
                                  <a:cubicBezTo>
                                    <a:pt x="81" y="58"/>
                                    <a:pt x="81" y="58"/>
                                    <a:pt x="81" y="59"/>
                                  </a:cubicBezTo>
                                  <a:cubicBezTo>
                                    <a:pt x="81" y="58"/>
                                    <a:pt x="81" y="58"/>
                                    <a:pt x="81" y="57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6"/>
                                    <a:pt x="79" y="55"/>
                                    <a:pt x="78" y="55"/>
                                  </a:cubicBezTo>
                                  <a:cubicBezTo>
                                    <a:pt x="78" y="56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6"/>
                                    <a:pt x="77" y="56"/>
                                  </a:cubicBezTo>
                                  <a:cubicBezTo>
                                    <a:pt x="76" y="56"/>
                                    <a:pt x="76" y="56"/>
                                    <a:pt x="76" y="57"/>
                                  </a:cubicBezTo>
                                  <a:cubicBezTo>
                                    <a:pt x="75" y="57"/>
                                    <a:pt x="76" y="57"/>
                                    <a:pt x="76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6" y="59"/>
                                    <a:pt x="76" y="59"/>
                                  </a:cubicBezTo>
                                  <a:cubicBezTo>
                                    <a:pt x="76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6" y="60"/>
                                    <a:pt x="76" y="61"/>
                                  </a:cubicBezTo>
                                  <a:cubicBezTo>
                                    <a:pt x="75" y="61"/>
                                    <a:pt x="74" y="60"/>
                                    <a:pt x="74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9"/>
                                  </a:cubicBezTo>
                                  <a:cubicBezTo>
                                    <a:pt x="73" y="59"/>
                                    <a:pt x="73" y="60"/>
                                    <a:pt x="73" y="60"/>
                                  </a:cubicBezTo>
                                  <a:cubicBezTo>
                                    <a:pt x="73" y="60"/>
                                    <a:pt x="74" y="60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3" y="61"/>
                                    <a:pt x="73" y="61"/>
                                    <a:pt x="73" y="61"/>
                                  </a:cubicBezTo>
                                  <a:cubicBezTo>
                                    <a:pt x="73" y="62"/>
                                    <a:pt x="74" y="62"/>
                                    <a:pt x="74" y="62"/>
                                  </a:cubicBezTo>
                                  <a:cubicBezTo>
                                    <a:pt x="74" y="63"/>
                                    <a:pt x="73" y="63"/>
                                    <a:pt x="73" y="63"/>
                                  </a:cubicBezTo>
                                  <a:cubicBezTo>
                                    <a:pt x="72" y="63"/>
                                    <a:pt x="71" y="63"/>
                                    <a:pt x="71" y="63"/>
                                  </a:cubicBezTo>
                                  <a:cubicBezTo>
                                    <a:pt x="70" y="63"/>
                                    <a:pt x="70" y="64"/>
                                    <a:pt x="70" y="64"/>
                                  </a:cubicBezTo>
                                  <a:cubicBezTo>
                                    <a:pt x="70" y="64"/>
                                    <a:pt x="69" y="64"/>
                                    <a:pt x="69" y="64"/>
                                  </a:cubicBezTo>
                                  <a:cubicBezTo>
                                    <a:pt x="68" y="65"/>
                                    <a:pt x="69" y="65"/>
                                    <a:pt x="70" y="65"/>
                                  </a:cubicBezTo>
                                  <a:cubicBezTo>
                                    <a:pt x="70" y="66"/>
                                    <a:pt x="70" y="66"/>
                                    <a:pt x="70" y="66"/>
                                  </a:cubicBezTo>
                                  <a:cubicBezTo>
                                    <a:pt x="70" y="66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9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70"/>
                                  </a:cubicBezTo>
                                  <a:cubicBezTo>
                                    <a:pt x="69" y="70"/>
                                    <a:pt x="69" y="70"/>
                                    <a:pt x="69" y="71"/>
                                  </a:cubicBezTo>
                                  <a:cubicBezTo>
                                    <a:pt x="69" y="71"/>
                                    <a:pt x="68" y="70"/>
                                    <a:pt x="68" y="71"/>
                                  </a:cubicBezTo>
                                  <a:cubicBezTo>
                                    <a:pt x="68" y="72"/>
                                    <a:pt x="68" y="72"/>
                                    <a:pt x="68" y="73"/>
                                  </a:cubicBezTo>
                                  <a:cubicBezTo>
                                    <a:pt x="67" y="72"/>
                                    <a:pt x="67" y="72"/>
                                    <a:pt x="67" y="73"/>
                                  </a:cubicBezTo>
                                  <a:cubicBezTo>
                                    <a:pt x="67" y="73"/>
                                    <a:pt x="68" y="73"/>
                                    <a:pt x="68" y="73"/>
                                  </a:cubicBezTo>
                                  <a:cubicBezTo>
                                    <a:pt x="68" y="73"/>
                                    <a:pt x="69" y="73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69" y="74"/>
                                  </a:cubicBezTo>
                                  <a:cubicBezTo>
                                    <a:pt x="69" y="74"/>
                                    <a:pt x="69" y="75"/>
                                    <a:pt x="69" y="75"/>
                                  </a:cubicBezTo>
                                  <a:cubicBezTo>
                                    <a:pt x="68" y="75"/>
                                    <a:pt x="68" y="74"/>
                                    <a:pt x="68" y="74"/>
                                  </a:cubicBezTo>
                                  <a:cubicBezTo>
                                    <a:pt x="67" y="75"/>
                                    <a:pt x="68" y="75"/>
                                    <a:pt x="68" y="76"/>
                                  </a:cubicBezTo>
                                  <a:cubicBezTo>
                                    <a:pt x="69" y="76"/>
                                    <a:pt x="69" y="76"/>
                                    <a:pt x="69" y="77"/>
                                  </a:cubicBezTo>
                                  <a:cubicBezTo>
                                    <a:pt x="69" y="76"/>
                                    <a:pt x="69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69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0" y="77"/>
                                    <a:pt x="70" y="78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0" y="79"/>
                                    <a:pt x="70" y="79"/>
                                  </a:cubicBezTo>
                                  <a:cubicBezTo>
                                    <a:pt x="70" y="80"/>
                                    <a:pt x="69" y="81"/>
                                    <a:pt x="69" y="80"/>
                                  </a:cubicBezTo>
                                  <a:cubicBezTo>
                                    <a:pt x="69" y="80"/>
                                    <a:pt x="69" y="80"/>
                                    <a:pt x="69" y="81"/>
                                  </a:cubicBezTo>
                                  <a:cubicBezTo>
                                    <a:pt x="69" y="81"/>
                                    <a:pt x="68" y="81"/>
                                    <a:pt x="68" y="81"/>
                                  </a:cubicBezTo>
                                  <a:cubicBezTo>
                                    <a:pt x="68" y="81"/>
                                    <a:pt x="68" y="82"/>
                                    <a:pt x="68" y="82"/>
                                  </a:cubicBezTo>
                                  <a:cubicBezTo>
                                    <a:pt x="67" y="82"/>
                                    <a:pt x="67" y="82"/>
                                    <a:pt x="67" y="83"/>
                                  </a:cubicBezTo>
                                  <a:cubicBezTo>
                                    <a:pt x="67" y="83"/>
                                    <a:pt x="66" y="84"/>
                                    <a:pt x="66" y="84"/>
                                  </a:cubicBezTo>
                                  <a:cubicBezTo>
                                    <a:pt x="66" y="85"/>
                                    <a:pt x="66" y="86"/>
                                    <a:pt x="65" y="87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65" y="88"/>
                                    <a:pt x="65" y="88"/>
                                    <a:pt x="65" y="89"/>
                                  </a:cubicBezTo>
                                  <a:cubicBezTo>
                                    <a:pt x="65" y="89"/>
                                    <a:pt x="65" y="88"/>
                                    <a:pt x="64" y="88"/>
                                  </a:cubicBezTo>
                                  <a:cubicBezTo>
                                    <a:pt x="64" y="88"/>
                                    <a:pt x="64" y="89"/>
                                    <a:pt x="64" y="89"/>
                                  </a:cubicBezTo>
                                  <a:cubicBezTo>
                                    <a:pt x="63" y="89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3" y="91"/>
                                    <a:pt x="62" y="90"/>
                                  </a:cubicBezTo>
                                  <a:cubicBezTo>
                                    <a:pt x="62" y="90"/>
                                    <a:pt x="62" y="89"/>
                                    <a:pt x="62" y="90"/>
                                  </a:cubicBezTo>
                                  <a:cubicBezTo>
                                    <a:pt x="62" y="90"/>
                                    <a:pt x="62" y="90"/>
                                    <a:pt x="62" y="90"/>
                                  </a:cubicBezTo>
                                  <a:cubicBezTo>
                                    <a:pt x="61" y="91"/>
                                    <a:pt x="61" y="91"/>
                                    <a:pt x="61" y="91"/>
                                  </a:cubicBezTo>
                                  <a:cubicBezTo>
                                    <a:pt x="60" y="91"/>
                                    <a:pt x="60" y="91"/>
                                    <a:pt x="60" y="91"/>
                                  </a:cubicBezTo>
                                  <a:cubicBezTo>
                                    <a:pt x="60" y="91"/>
                                    <a:pt x="59" y="92"/>
                                    <a:pt x="59" y="92"/>
                                  </a:cubicBezTo>
                                  <a:cubicBezTo>
                                    <a:pt x="58" y="93"/>
                                    <a:pt x="58" y="95"/>
                                    <a:pt x="57" y="93"/>
                                  </a:cubicBezTo>
                                  <a:cubicBezTo>
                                    <a:pt x="57" y="93"/>
                                    <a:pt x="57" y="92"/>
                                    <a:pt x="56" y="92"/>
                                  </a:cubicBezTo>
                                  <a:cubicBezTo>
                                    <a:pt x="56" y="92"/>
                                    <a:pt x="57" y="94"/>
                                    <a:pt x="57" y="94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5" y="94"/>
                                    <a:pt x="55" y="94"/>
                                  </a:cubicBezTo>
                                  <a:cubicBezTo>
                                    <a:pt x="55" y="94"/>
                                    <a:pt x="55" y="95"/>
                                    <a:pt x="55" y="95"/>
                                  </a:cubicBezTo>
                                  <a:cubicBezTo>
                                    <a:pt x="55" y="96"/>
                                    <a:pt x="55" y="96"/>
                                    <a:pt x="54" y="96"/>
                                  </a:cubicBezTo>
                                  <a:cubicBezTo>
                                    <a:pt x="54" y="96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4" y="98"/>
                                    <a:pt x="53" y="98"/>
                                  </a:cubicBezTo>
                                  <a:cubicBezTo>
                                    <a:pt x="53" y="98"/>
                                    <a:pt x="53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2" y="98"/>
                                  </a:cubicBezTo>
                                  <a:cubicBezTo>
                                    <a:pt x="52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9"/>
                                  </a:cubicBezTo>
                                  <a:cubicBezTo>
                                    <a:pt x="51" y="99"/>
                                    <a:pt x="50" y="99"/>
                                    <a:pt x="50" y="99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49" y="100"/>
                                    <a:pt x="49" y="100"/>
                                    <a:pt x="48" y="101"/>
                                  </a:cubicBezTo>
                                  <a:cubicBezTo>
                                    <a:pt x="49" y="101"/>
                                    <a:pt x="50" y="101"/>
                                    <a:pt x="50" y="101"/>
                                  </a:cubicBezTo>
                                  <a:cubicBezTo>
                                    <a:pt x="50" y="101"/>
                                    <a:pt x="49" y="101"/>
                                    <a:pt x="49" y="102"/>
                                  </a:cubicBezTo>
                                  <a:cubicBezTo>
                                    <a:pt x="50" y="102"/>
                                    <a:pt x="50" y="102"/>
                                    <a:pt x="50" y="103"/>
                                  </a:cubicBezTo>
                                  <a:cubicBezTo>
                                    <a:pt x="50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8" y="103"/>
                                  </a:cubicBezTo>
                                  <a:cubicBezTo>
                                    <a:pt x="48" y="103"/>
                                    <a:pt x="48" y="103"/>
                                    <a:pt x="48" y="103"/>
                                  </a:cubicBezTo>
                                  <a:cubicBezTo>
                                    <a:pt x="48" y="104"/>
                                    <a:pt x="47" y="103"/>
                                    <a:pt x="47" y="103"/>
                                  </a:cubicBezTo>
                                  <a:cubicBezTo>
                                    <a:pt x="46" y="104"/>
                                    <a:pt x="46" y="101"/>
                                    <a:pt x="45" y="101"/>
                                  </a:cubicBezTo>
                                  <a:cubicBezTo>
                                    <a:pt x="45" y="102"/>
                                    <a:pt x="45" y="102"/>
                                    <a:pt x="46" y="103"/>
                                  </a:cubicBezTo>
                                  <a:cubicBezTo>
                                    <a:pt x="46" y="104"/>
                                    <a:pt x="47" y="105"/>
                                    <a:pt x="47" y="105"/>
                                  </a:cubicBezTo>
                                  <a:cubicBezTo>
                                    <a:pt x="46" y="105"/>
                                    <a:pt x="46" y="105"/>
                                    <a:pt x="46" y="106"/>
                                  </a:cubicBezTo>
                                  <a:cubicBezTo>
                                    <a:pt x="46" y="106"/>
                                    <a:pt x="46" y="106"/>
                                    <a:pt x="46" y="106"/>
                                  </a:cubicBezTo>
                                  <a:cubicBezTo>
                                    <a:pt x="47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7"/>
                                    <a:pt x="46" y="108"/>
                                    <a:pt x="46" y="108"/>
                                  </a:cubicBezTo>
                                  <a:cubicBezTo>
                                    <a:pt x="45" y="108"/>
                                    <a:pt x="45" y="108"/>
                                    <a:pt x="45" y="108"/>
                                  </a:cubicBezTo>
                                  <a:cubicBezTo>
                                    <a:pt x="45" y="108"/>
                                    <a:pt x="45" y="108"/>
                                    <a:pt x="44" y="108"/>
                                  </a:cubicBezTo>
                                  <a:cubicBezTo>
                                    <a:pt x="44" y="108"/>
                                    <a:pt x="45" y="109"/>
                                    <a:pt x="44" y="109"/>
                                  </a:cubicBezTo>
                                  <a:cubicBezTo>
                                    <a:pt x="44" y="109"/>
                                    <a:pt x="44" y="109"/>
                                    <a:pt x="44" y="109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9"/>
                                  </a:cubicBezTo>
                                  <a:cubicBezTo>
                                    <a:pt x="42" y="109"/>
                                    <a:pt x="42" y="110"/>
                                    <a:pt x="42" y="110"/>
                                  </a:cubicBezTo>
                                  <a:cubicBezTo>
                                    <a:pt x="42" y="110"/>
                                    <a:pt x="43" y="110"/>
                                    <a:pt x="43" y="111"/>
                                  </a:cubicBezTo>
                                  <a:cubicBezTo>
                                    <a:pt x="43" y="111"/>
                                    <a:pt x="43" y="111"/>
                                    <a:pt x="43" y="111"/>
                                  </a:cubicBezTo>
                                  <a:cubicBezTo>
                                    <a:pt x="43" y="111"/>
                                    <a:pt x="44" y="111"/>
                                    <a:pt x="44" y="112"/>
                                  </a:cubicBezTo>
                                  <a:cubicBezTo>
                                    <a:pt x="44" y="112"/>
                                    <a:pt x="44" y="112"/>
                                    <a:pt x="43" y="112"/>
                                  </a:cubicBezTo>
                                  <a:cubicBezTo>
                                    <a:pt x="43" y="113"/>
                                    <a:pt x="43" y="113"/>
                                    <a:pt x="43" y="113"/>
                                  </a:cubicBezTo>
                                  <a:cubicBezTo>
                                    <a:pt x="43" y="114"/>
                                    <a:pt x="43" y="115"/>
                                    <a:pt x="43" y="115"/>
                                  </a:cubicBezTo>
                                  <a:cubicBezTo>
                                    <a:pt x="43" y="115"/>
                                    <a:pt x="42" y="116"/>
                                    <a:pt x="42" y="116"/>
                                  </a:cubicBezTo>
                                  <a:cubicBezTo>
                                    <a:pt x="42" y="117"/>
                                    <a:pt x="42" y="116"/>
                                    <a:pt x="42" y="117"/>
                                  </a:cubicBezTo>
                                  <a:cubicBezTo>
                                    <a:pt x="42" y="117"/>
                                    <a:pt x="42" y="117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9"/>
                                    <a:pt x="43" y="119"/>
                                    <a:pt x="43" y="119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2" y="120"/>
                                    <a:pt x="42" y="119"/>
                                    <a:pt x="42" y="119"/>
                                  </a:cubicBezTo>
                                  <a:cubicBezTo>
                                    <a:pt x="41" y="119"/>
                                    <a:pt x="42" y="120"/>
                                    <a:pt x="42" y="120"/>
                                  </a:cubicBezTo>
                                  <a:cubicBezTo>
                                    <a:pt x="41" y="120"/>
                                    <a:pt x="42" y="121"/>
                                    <a:pt x="41" y="121"/>
                                  </a:cubicBezTo>
                                  <a:cubicBezTo>
                                    <a:pt x="40" y="122"/>
                                    <a:pt x="41" y="122"/>
                                    <a:pt x="41" y="122"/>
                                  </a:cubicBezTo>
                                  <a:cubicBezTo>
                                    <a:pt x="41" y="123"/>
                                    <a:pt x="41" y="123"/>
                                    <a:pt x="41" y="124"/>
                                  </a:cubicBezTo>
                                  <a:cubicBezTo>
                                    <a:pt x="42" y="125"/>
                                    <a:pt x="41" y="125"/>
                                    <a:pt x="41" y="126"/>
                                  </a:cubicBezTo>
                                  <a:cubicBezTo>
                                    <a:pt x="41" y="126"/>
                                    <a:pt x="41" y="126"/>
                                    <a:pt x="41" y="127"/>
                                  </a:cubicBezTo>
                                  <a:cubicBezTo>
                                    <a:pt x="41" y="127"/>
                                    <a:pt x="41" y="127"/>
                                    <a:pt x="41" y="128"/>
                                  </a:cubicBezTo>
                                  <a:cubicBezTo>
                                    <a:pt x="41" y="128"/>
                                    <a:pt x="41" y="129"/>
                                    <a:pt x="41" y="129"/>
                                  </a:cubicBezTo>
                                  <a:cubicBezTo>
                                    <a:pt x="41" y="130"/>
                                    <a:pt x="41" y="130"/>
                                    <a:pt x="42" y="131"/>
                                  </a:cubicBezTo>
                                  <a:cubicBezTo>
                                    <a:pt x="42" y="132"/>
                                    <a:pt x="42" y="133"/>
                                    <a:pt x="42" y="133"/>
                                  </a:cubicBezTo>
                                  <a:cubicBezTo>
                                    <a:pt x="42" y="133"/>
                                    <a:pt x="41" y="133"/>
                                    <a:pt x="41" y="134"/>
                                  </a:cubicBezTo>
                                  <a:cubicBezTo>
                                    <a:pt x="41" y="134"/>
                                    <a:pt x="42" y="135"/>
                                    <a:pt x="42" y="135"/>
                                  </a:cubicBezTo>
                                  <a:cubicBezTo>
                                    <a:pt x="43" y="135"/>
                                    <a:pt x="43" y="134"/>
                                    <a:pt x="44" y="134"/>
                                  </a:cubicBezTo>
                                  <a:cubicBezTo>
                                    <a:pt x="44" y="135"/>
                                    <a:pt x="44" y="135"/>
                                    <a:pt x="44" y="136"/>
                                  </a:cubicBezTo>
                                  <a:cubicBezTo>
                                    <a:pt x="44" y="136"/>
                                    <a:pt x="44" y="137"/>
                                    <a:pt x="45" y="136"/>
                                  </a:cubicBezTo>
                                  <a:cubicBezTo>
                                    <a:pt x="45" y="136"/>
                                    <a:pt x="45" y="135"/>
                                    <a:pt x="45" y="135"/>
                                  </a:cubicBezTo>
                                  <a:cubicBezTo>
                                    <a:pt x="46" y="135"/>
                                    <a:pt x="46" y="135"/>
                                    <a:pt x="46" y="135"/>
                                  </a:cubicBezTo>
                                  <a:cubicBezTo>
                                    <a:pt x="47" y="136"/>
                                    <a:pt x="46" y="136"/>
                                    <a:pt x="46" y="136"/>
                                  </a:cubicBezTo>
                                  <a:cubicBezTo>
                                    <a:pt x="47" y="136"/>
                                    <a:pt x="47" y="137"/>
                                    <a:pt x="47" y="137"/>
                                  </a:cubicBezTo>
                                  <a:cubicBezTo>
                                    <a:pt x="47" y="137"/>
                                    <a:pt x="48" y="137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9" y="139"/>
                                    <a:pt x="49" y="138"/>
                                    <a:pt x="49" y="137"/>
                                  </a:cubicBezTo>
                                  <a:cubicBezTo>
                                    <a:pt x="49" y="137"/>
                                    <a:pt x="49" y="136"/>
                                    <a:pt x="49" y="136"/>
                                  </a:cubicBezTo>
                                  <a:cubicBezTo>
                                    <a:pt x="50" y="137"/>
                                    <a:pt x="50" y="138"/>
                                    <a:pt x="50" y="138"/>
                                  </a:cubicBezTo>
                                  <a:cubicBezTo>
                                    <a:pt x="50" y="138"/>
                                    <a:pt x="51" y="138"/>
                                    <a:pt x="50" y="139"/>
                                  </a:cubicBezTo>
                                  <a:cubicBezTo>
                                    <a:pt x="50" y="139"/>
                                    <a:pt x="50" y="139"/>
                                    <a:pt x="50" y="139"/>
                                  </a:cubicBezTo>
                                  <a:cubicBezTo>
                                    <a:pt x="49" y="139"/>
                                    <a:pt x="51" y="139"/>
                                    <a:pt x="50" y="140"/>
                                  </a:cubicBezTo>
                                  <a:cubicBezTo>
                                    <a:pt x="50" y="140"/>
                                    <a:pt x="49" y="140"/>
                                    <a:pt x="50" y="140"/>
                                  </a:cubicBezTo>
                                  <a:cubicBezTo>
                                    <a:pt x="50" y="141"/>
                                    <a:pt x="50" y="141"/>
                                    <a:pt x="50" y="141"/>
                                  </a:cubicBezTo>
                                  <a:cubicBezTo>
                                    <a:pt x="50" y="141"/>
                                    <a:pt x="50" y="141"/>
                                    <a:pt x="50" y="142"/>
                                  </a:cubicBezTo>
                                  <a:cubicBezTo>
                                    <a:pt x="51" y="142"/>
                                    <a:pt x="51" y="141"/>
                                    <a:pt x="51" y="141"/>
                                  </a:cubicBezTo>
                                  <a:cubicBezTo>
                                    <a:pt x="52" y="141"/>
                                    <a:pt x="52" y="143"/>
                                    <a:pt x="53" y="144"/>
                                  </a:cubicBezTo>
                                  <a:cubicBezTo>
                                    <a:pt x="53" y="144"/>
                                    <a:pt x="54" y="145"/>
                                    <a:pt x="53" y="145"/>
                                  </a:cubicBezTo>
                                  <a:cubicBezTo>
                                    <a:pt x="53" y="145"/>
                                    <a:pt x="52" y="145"/>
                                    <a:pt x="52" y="146"/>
                                  </a:cubicBezTo>
                                  <a:cubicBezTo>
                                    <a:pt x="52" y="146"/>
                                    <a:pt x="53" y="146"/>
                                    <a:pt x="54" y="146"/>
                                  </a:cubicBezTo>
                                  <a:cubicBezTo>
                                    <a:pt x="54" y="147"/>
                                    <a:pt x="53" y="147"/>
                                    <a:pt x="53" y="147"/>
                                  </a:cubicBezTo>
                                  <a:cubicBezTo>
                                    <a:pt x="52" y="147"/>
                                    <a:pt x="52" y="148"/>
                                    <a:pt x="51" y="148"/>
                                  </a:cubicBezTo>
                                  <a:cubicBezTo>
                                    <a:pt x="50" y="148"/>
                                    <a:pt x="50" y="150"/>
                                    <a:pt x="49" y="150"/>
                                  </a:cubicBezTo>
                                  <a:cubicBezTo>
                                    <a:pt x="49" y="150"/>
                                    <a:pt x="49" y="150"/>
                                    <a:pt x="48" y="151"/>
                                  </a:cubicBezTo>
                                  <a:cubicBezTo>
                                    <a:pt x="48" y="151"/>
                                    <a:pt x="47" y="151"/>
                                    <a:pt x="47" y="152"/>
                                  </a:cubicBezTo>
                                  <a:cubicBezTo>
                                    <a:pt x="45" y="152"/>
                                    <a:pt x="45" y="150"/>
                                    <a:pt x="44" y="150"/>
                                  </a:cubicBezTo>
                                  <a:cubicBezTo>
                                    <a:pt x="44" y="149"/>
                                    <a:pt x="44" y="149"/>
                                    <a:pt x="43" y="149"/>
                                  </a:cubicBezTo>
                                  <a:cubicBezTo>
                                    <a:pt x="43" y="149"/>
                                    <a:pt x="43" y="149"/>
                                    <a:pt x="43" y="149"/>
                                  </a:cubicBezTo>
                                  <a:cubicBezTo>
                                    <a:pt x="42" y="149"/>
                                    <a:pt x="43" y="149"/>
                                    <a:pt x="42" y="150"/>
                                  </a:cubicBezTo>
                                  <a:cubicBezTo>
                                    <a:pt x="41" y="150"/>
                                    <a:pt x="41" y="149"/>
                                    <a:pt x="40" y="149"/>
                                  </a:cubicBezTo>
                                  <a:cubicBezTo>
                                    <a:pt x="40" y="148"/>
                                    <a:pt x="40" y="148"/>
                                    <a:pt x="39" y="149"/>
                                  </a:cubicBezTo>
                                  <a:cubicBezTo>
                                    <a:pt x="39" y="148"/>
                                    <a:pt x="38" y="149"/>
                                    <a:pt x="38" y="149"/>
                                  </a:cubicBezTo>
                                  <a:cubicBezTo>
                                    <a:pt x="37" y="149"/>
                                    <a:pt x="36" y="147"/>
                                    <a:pt x="36" y="149"/>
                                  </a:cubicBezTo>
                                  <a:cubicBezTo>
                                    <a:pt x="36" y="149"/>
                                    <a:pt x="36" y="149"/>
                                    <a:pt x="36" y="149"/>
                                  </a:cubicBezTo>
                                  <a:cubicBezTo>
                                    <a:pt x="36" y="150"/>
                                    <a:pt x="35" y="150"/>
                                    <a:pt x="35" y="150"/>
                                  </a:cubicBezTo>
                                  <a:cubicBezTo>
                                    <a:pt x="35" y="150"/>
                                    <a:pt x="33" y="149"/>
                                    <a:pt x="33" y="149"/>
                                  </a:cubicBezTo>
                                  <a:cubicBezTo>
                                    <a:pt x="32" y="150"/>
                                    <a:pt x="34" y="150"/>
                                    <a:pt x="35" y="150"/>
                                  </a:cubicBezTo>
                                  <a:cubicBezTo>
                                    <a:pt x="36" y="150"/>
                                    <a:pt x="37" y="150"/>
                                    <a:pt x="38" y="150"/>
                                  </a:cubicBezTo>
                                  <a:cubicBezTo>
                                    <a:pt x="38" y="151"/>
                                    <a:pt x="39" y="152"/>
                                    <a:pt x="39" y="151"/>
                                  </a:cubicBezTo>
                                  <a:cubicBezTo>
                                    <a:pt x="39" y="150"/>
                                    <a:pt x="38" y="150"/>
                                    <a:pt x="38" y="150"/>
                                  </a:cubicBezTo>
                                  <a:cubicBezTo>
                                    <a:pt x="39" y="149"/>
                                    <a:pt x="40" y="151"/>
                                    <a:pt x="40" y="151"/>
                                  </a:cubicBezTo>
                                  <a:cubicBezTo>
                                    <a:pt x="41" y="151"/>
                                    <a:pt x="41" y="151"/>
                                    <a:pt x="41" y="152"/>
                                  </a:cubicBezTo>
                                  <a:cubicBezTo>
                                    <a:pt x="42" y="152"/>
                                    <a:pt x="42" y="152"/>
                                    <a:pt x="42" y="153"/>
                                  </a:cubicBezTo>
                                  <a:cubicBezTo>
                                    <a:pt x="42" y="153"/>
                                    <a:pt x="42" y="152"/>
                                    <a:pt x="43" y="152"/>
                                  </a:cubicBezTo>
                                  <a:cubicBezTo>
                                    <a:pt x="43" y="152"/>
                                    <a:pt x="43" y="153"/>
                                    <a:pt x="44" y="153"/>
                                  </a:cubicBezTo>
                                  <a:cubicBezTo>
                                    <a:pt x="44" y="153"/>
                                    <a:pt x="44" y="153"/>
                                    <a:pt x="45" y="153"/>
                                  </a:cubicBezTo>
                                  <a:cubicBezTo>
                                    <a:pt x="45" y="153"/>
                                    <a:pt x="45" y="153"/>
                                    <a:pt x="46" y="153"/>
                                  </a:cubicBezTo>
                                  <a:cubicBezTo>
                                    <a:pt x="46" y="152"/>
                                    <a:pt x="46" y="152"/>
                                    <a:pt x="46" y="152"/>
                                  </a:cubicBezTo>
                                  <a:cubicBezTo>
                                    <a:pt x="47" y="152"/>
                                    <a:pt x="47" y="152"/>
                                    <a:pt x="47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3"/>
                                    <a:pt x="48" y="153"/>
                                  </a:cubicBezTo>
                                  <a:cubicBezTo>
                                    <a:pt x="49" y="153"/>
                                    <a:pt x="49" y="153"/>
                                    <a:pt x="49" y="154"/>
                                  </a:cubicBezTo>
                                  <a:cubicBezTo>
                                    <a:pt x="49" y="154"/>
                                    <a:pt x="49" y="155"/>
                                    <a:pt x="49" y="155"/>
                                  </a:cubicBezTo>
                                  <a:cubicBezTo>
                                    <a:pt x="48" y="155"/>
                                    <a:pt x="48" y="155"/>
                                    <a:pt x="47" y="155"/>
                                  </a:cubicBezTo>
                                  <a:cubicBezTo>
                                    <a:pt x="47" y="156"/>
                                    <a:pt x="47" y="156"/>
                                    <a:pt x="46" y="156"/>
                                  </a:cubicBezTo>
                                  <a:cubicBezTo>
                                    <a:pt x="46" y="157"/>
                                    <a:pt x="46" y="157"/>
                                    <a:pt x="46" y="157"/>
                                  </a:cubicBezTo>
                                  <a:cubicBezTo>
                                    <a:pt x="45" y="157"/>
                                    <a:pt x="45" y="157"/>
                                    <a:pt x="45" y="157"/>
                                  </a:cubicBezTo>
                                  <a:cubicBezTo>
                                    <a:pt x="45" y="156"/>
                                    <a:pt x="45" y="155"/>
                                    <a:pt x="45" y="154"/>
                                  </a:cubicBezTo>
                                  <a:cubicBezTo>
                                    <a:pt x="44" y="155"/>
                                    <a:pt x="44" y="156"/>
                                    <a:pt x="44" y="157"/>
                                  </a:cubicBezTo>
                                  <a:cubicBezTo>
                                    <a:pt x="44" y="157"/>
                                    <a:pt x="44" y="157"/>
                                    <a:pt x="44" y="157"/>
                                  </a:cubicBezTo>
                                  <a:cubicBezTo>
                                    <a:pt x="44" y="158"/>
                                    <a:pt x="44" y="158"/>
                                    <a:pt x="43" y="158"/>
                                  </a:cubicBezTo>
                                  <a:cubicBezTo>
                                    <a:pt x="43" y="159"/>
                                    <a:pt x="42" y="160"/>
                                    <a:pt x="41" y="159"/>
                                  </a:cubicBezTo>
                                  <a:cubicBezTo>
                                    <a:pt x="40" y="160"/>
                                    <a:pt x="40" y="160"/>
                                    <a:pt x="40" y="160"/>
                                  </a:cubicBezTo>
                                  <a:cubicBezTo>
                                    <a:pt x="40" y="161"/>
                                    <a:pt x="40" y="161"/>
                                    <a:pt x="40" y="161"/>
                                  </a:cubicBezTo>
                                  <a:cubicBezTo>
                                    <a:pt x="39" y="161"/>
                                    <a:pt x="39" y="161"/>
                                    <a:pt x="38" y="161"/>
                                  </a:cubicBezTo>
                                  <a:cubicBezTo>
                                    <a:pt x="37" y="161"/>
                                    <a:pt x="36" y="161"/>
                                    <a:pt x="36" y="161"/>
                                  </a:cubicBezTo>
                                  <a:cubicBezTo>
                                    <a:pt x="35" y="161"/>
                                    <a:pt x="34" y="161"/>
                                    <a:pt x="35" y="161"/>
                                  </a:cubicBezTo>
                                  <a:cubicBezTo>
                                    <a:pt x="35" y="161"/>
                                    <a:pt x="37" y="161"/>
                                    <a:pt x="37" y="161"/>
                                  </a:cubicBezTo>
                                  <a:cubicBezTo>
                                    <a:pt x="38" y="162"/>
                                    <a:pt x="39" y="162"/>
                                    <a:pt x="39" y="162"/>
                                  </a:cubicBezTo>
                                  <a:cubicBezTo>
                                    <a:pt x="40" y="164"/>
                                    <a:pt x="37" y="163"/>
                                    <a:pt x="36" y="163"/>
                                  </a:cubicBezTo>
                                  <a:cubicBezTo>
                                    <a:pt x="36" y="163"/>
                                    <a:pt x="38" y="164"/>
                                    <a:pt x="38" y="164"/>
                                  </a:cubicBezTo>
                                  <a:cubicBezTo>
                                    <a:pt x="38" y="164"/>
                                    <a:pt x="39" y="164"/>
                                    <a:pt x="39" y="165"/>
                                  </a:cubicBezTo>
                                  <a:cubicBezTo>
                                    <a:pt x="39" y="165"/>
                                    <a:pt x="39" y="165"/>
                                    <a:pt x="38" y="165"/>
                                  </a:cubicBezTo>
                                  <a:cubicBezTo>
                                    <a:pt x="38" y="166"/>
                                    <a:pt x="38" y="166"/>
                                    <a:pt x="39" y="166"/>
                                  </a:cubicBezTo>
                                  <a:cubicBezTo>
                                    <a:pt x="39" y="167"/>
                                    <a:pt x="39" y="167"/>
                                    <a:pt x="38" y="167"/>
                                  </a:cubicBezTo>
                                  <a:cubicBezTo>
                                    <a:pt x="38" y="167"/>
                                    <a:pt x="38" y="166"/>
                                    <a:pt x="37" y="166"/>
                                  </a:cubicBezTo>
                                  <a:cubicBezTo>
                                    <a:pt x="37" y="167"/>
                                    <a:pt x="38" y="168"/>
                                    <a:pt x="38" y="168"/>
                                  </a:cubicBezTo>
                                  <a:cubicBezTo>
                                    <a:pt x="38" y="169"/>
                                    <a:pt x="38" y="169"/>
                                    <a:pt x="38" y="169"/>
                                  </a:cubicBezTo>
                                  <a:cubicBezTo>
                                    <a:pt x="38" y="170"/>
                                    <a:pt x="38" y="170"/>
                                    <a:pt x="38" y="170"/>
                                  </a:cubicBezTo>
                                  <a:cubicBezTo>
                                    <a:pt x="37" y="171"/>
                                    <a:pt x="37" y="170"/>
                                    <a:pt x="37" y="169"/>
                                  </a:cubicBezTo>
                                  <a:cubicBezTo>
                                    <a:pt x="36" y="170"/>
                                    <a:pt x="37" y="170"/>
                                    <a:pt x="37" y="170"/>
                                  </a:cubicBezTo>
                                  <a:cubicBezTo>
                                    <a:pt x="37" y="170"/>
                                    <a:pt x="36" y="170"/>
                                    <a:pt x="36" y="170"/>
                                  </a:cubicBezTo>
                                  <a:cubicBezTo>
                                    <a:pt x="36" y="171"/>
                                    <a:pt x="37" y="171"/>
                                    <a:pt x="37" y="172"/>
                                  </a:cubicBezTo>
                                  <a:cubicBezTo>
                                    <a:pt x="37" y="172"/>
                                    <a:pt x="38" y="173"/>
                                    <a:pt x="38" y="173"/>
                                  </a:cubicBezTo>
                                  <a:cubicBezTo>
                                    <a:pt x="38" y="173"/>
                                    <a:pt x="37" y="173"/>
                                    <a:pt x="37" y="173"/>
                                  </a:cubicBezTo>
                                  <a:cubicBezTo>
                                    <a:pt x="37" y="173"/>
                                    <a:pt x="37" y="174"/>
                                    <a:pt x="37" y="174"/>
                                  </a:cubicBezTo>
                                  <a:cubicBezTo>
                                    <a:pt x="37" y="174"/>
                                    <a:pt x="36" y="174"/>
                                    <a:pt x="36" y="174"/>
                                  </a:cubicBezTo>
                                  <a:cubicBezTo>
                                    <a:pt x="36" y="175"/>
                                    <a:pt x="37" y="175"/>
                                    <a:pt x="37" y="175"/>
                                  </a:cubicBezTo>
                                  <a:cubicBezTo>
                                    <a:pt x="38" y="175"/>
                                    <a:pt x="38" y="176"/>
                                    <a:pt x="38" y="176"/>
                                  </a:cubicBezTo>
                                  <a:cubicBezTo>
                                    <a:pt x="37" y="177"/>
                                    <a:pt x="37" y="177"/>
                                    <a:pt x="37" y="177"/>
                                  </a:cubicBezTo>
                                  <a:cubicBezTo>
                                    <a:pt x="37" y="177"/>
                                    <a:pt x="37" y="177"/>
                                    <a:pt x="37" y="178"/>
                                  </a:cubicBezTo>
                                  <a:cubicBezTo>
                                    <a:pt x="36" y="178"/>
                                    <a:pt x="36" y="179"/>
                                    <a:pt x="36" y="180"/>
                                  </a:cubicBezTo>
                                  <a:cubicBezTo>
                                    <a:pt x="36" y="180"/>
                                    <a:pt x="38" y="181"/>
                                    <a:pt x="36" y="181"/>
                                  </a:cubicBezTo>
                                  <a:cubicBezTo>
                                    <a:pt x="36" y="182"/>
                                    <a:pt x="36" y="183"/>
                                    <a:pt x="36" y="183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6"/>
                                  </a:cubicBezTo>
                                  <a:cubicBezTo>
                                    <a:pt x="35" y="186"/>
                                    <a:pt x="35" y="186"/>
                                    <a:pt x="35" y="187"/>
                                  </a:cubicBezTo>
                                  <a:cubicBezTo>
                                    <a:pt x="34" y="187"/>
                                    <a:pt x="35" y="187"/>
                                    <a:pt x="34" y="187"/>
                                  </a:cubicBezTo>
                                  <a:cubicBezTo>
                                    <a:pt x="34" y="188"/>
                                    <a:pt x="34" y="188"/>
                                    <a:pt x="34" y="188"/>
                                  </a:cubicBezTo>
                                  <a:cubicBezTo>
                                    <a:pt x="34" y="188"/>
                                    <a:pt x="34" y="189"/>
                                    <a:pt x="34" y="189"/>
                                  </a:cubicBezTo>
                                  <a:cubicBezTo>
                                    <a:pt x="34" y="190"/>
                                    <a:pt x="34" y="190"/>
                                    <a:pt x="33" y="190"/>
                                  </a:cubicBezTo>
                                  <a:cubicBezTo>
                                    <a:pt x="33" y="191"/>
                                    <a:pt x="33" y="191"/>
                                    <a:pt x="33" y="192"/>
                                  </a:cubicBezTo>
                                  <a:cubicBezTo>
                                    <a:pt x="32" y="192"/>
                                    <a:pt x="32" y="193"/>
                                    <a:pt x="32" y="192"/>
                                  </a:cubicBezTo>
                                  <a:cubicBezTo>
                                    <a:pt x="31" y="192"/>
                                    <a:pt x="30" y="191"/>
                                    <a:pt x="30" y="192"/>
                                  </a:cubicBezTo>
                                  <a:cubicBezTo>
                                    <a:pt x="29" y="192"/>
                                    <a:pt x="29" y="192"/>
                                    <a:pt x="29" y="192"/>
                                  </a:cubicBezTo>
                                  <a:cubicBezTo>
                                    <a:pt x="29" y="192"/>
                                    <a:pt x="29" y="192"/>
                                    <a:pt x="28" y="192"/>
                                  </a:cubicBezTo>
                                  <a:cubicBezTo>
                                    <a:pt x="28" y="192"/>
                                    <a:pt x="28" y="192"/>
                                    <a:pt x="28" y="192"/>
                                  </a:cubicBezTo>
                                  <a:cubicBezTo>
                                    <a:pt x="28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6" y="192"/>
                                    <a:pt x="26" y="192"/>
                                  </a:cubicBezTo>
                                  <a:cubicBezTo>
                                    <a:pt x="25" y="192"/>
                                    <a:pt x="25" y="192"/>
                                    <a:pt x="24" y="192"/>
                                  </a:cubicBezTo>
                                  <a:cubicBezTo>
                                    <a:pt x="24" y="192"/>
                                    <a:pt x="25" y="193"/>
                                    <a:pt x="24" y="194"/>
                                  </a:cubicBezTo>
                                  <a:cubicBezTo>
                                    <a:pt x="24" y="194"/>
                                    <a:pt x="23" y="193"/>
                                    <a:pt x="23" y="193"/>
                                  </a:cubicBezTo>
                                  <a:cubicBezTo>
                                    <a:pt x="23" y="193"/>
                                    <a:pt x="23" y="194"/>
                                    <a:pt x="23" y="194"/>
                                  </a:cubicBezTo>
                                  <a:cubicBezTo>
                                    <a:pt x="22" y="195"/>
                                    <a:pt x="21" y="196"/>
                                    <a:pt x="21" y="197"/>
                                  </a:cubicBezTo>
                                  <a:cubicBezTo>
                                    <a:pt x="21" y="198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1"/>
                                    <a:pt x="21" y="201"/>
                                  </a:cubicBezTo>
                                  <a:cubicBezTo>
                                    <a:pt x="20" y="202"/>
                                    <a:pt x="20" y="201"/>
                                    <a:pt x="19" y="201"/>
                                  </a:cubicBezTo>
                                  <a:cubicBezTo>
                                    <a:pt x="19" y="201"/>
                                    <a:pt x="19" y="201"/>
                                    <a:pt x="18" y="201"/>
                                  </a:cubicBezTo>
                                  <a:cubicBezTo>
                                    <a:pt x="17" y="201"/>
                                    <a:pt x="17" y="201"/>
                                    <a:pt x="16" y="201"/>
                                  </a:cubicBezTo>
                                  <a:cubicBezTo>
                                    <a:pt x="15" y="202"/>
                                    <a:pt x="13" y="202"/>
                                    <a:pt x="13" y="201"/>
                                  </a:cubicBezTo>
                                  <a:cubicBezTo>
                                    <a:pt x="13" y="200"/>
                                    <a:pt x="12" y="199"/>
                                    <a:pt x="13" y="199"/>
                                  </a:cubicBezTo>
                                  <a:cubicBezTo>
                                    <a:pt x="13" y="198"/>
                                    <a:pt x="13" y="198"/>
                                    <a:pt x="13" y="198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2" y="197"/>
                                    <a:pt x="12" y="196"/>
                                    <a:pt x="12" y="196"/>
                                  </a:cubicBezTo>
                                  <a:cubicBezTo>
                                    <a:pt x="12" y="195"/>
                                    <a:pt x="12" y="195"/>
                                    <a:pt x="11" y="195"/>
                                  </a:cubicBezTo>
                                  <a:cubicBezTo>
                                    <a:pt x="11" y="194"/>
                                    <a:pt x="11" y="193"/>
                                    <a:pt x="11" y="192"/>
                                  </a:cubicBezTo>
                                  <a:cubicBezTo>
                                    <a:pt x="10" y="192"/>
                                    <a:pt x="10" y="191"/>
                                    <a:pt x="9" y="190"/>
                                  </a:cubicBezTo>
                                  <a:cubicBezTo>
                                    <a:pt x="10" y="190"/>
                                    <a:pt x="11" y="191"/>
                                    <a:pt x="11" y="191"/>
                                  </a:cubicBezTo>
                                  <a:cubicBezTo>
                                    <a:pt x="12" y="191"/>
                                    <a:pt x="12" y="191"/>
                                    <a:pt x="11" y="190"/>
                                  </a:cubicBezTo>
                                  <a:cubicBezTo>
                                    <a:pt x="11" y="190"/>
                                    <a:pt x="10" y="189"/>
                                    <a:pt x="11" y="188"/>
                                  </a:cubicBezTo>
                                  <a:cubicBezTo>
                                    <a:pt x="11" y="188"/>
                                    <a:pt x="12" y="189"/>
                                    <a:pt x="12" y="188"/>
                                  </a:cubicBezTo>
                                  <a:cubicBezTo>
                                    <a:pt x="12" y="187"/>
                                    <a:pt x="12" y="187"/>
                                    <a:pt x="12" y="186"/>
                                  </a:cubicBezTo>
                                  <a:cubicBezTo>
                                    <a:pt x="12" y="186"/>
                                    <a:pt x="12" y="186"/>
                                    <a:pt x="11" y="186"/>
                                  </a:cubicBezTo>
                                  <a:cubicBezTo>
                                    <a:pt x="10" y="186"/>
                                    <a:pt x="10" y="185"/>
                                    <a:pt x="10" y="184"/>
                                  </a:cubicBezTo>
                                  <a:cubicBezTo>
                                    <a:pt x="10" y="183"/>
                                    <a:pt x="9" y="183"/>
                                    <a:pt x="8" y="182"/>
                                  </a:cubicBezTo>
                                  <a:cubicBezTo>
                                    <a:pt x="8" y="182"/>
                                    <a:pt x="8" y="182"/>
                                    <a:pt x="8" y="181"/>
                                  </a:cubicBezTo>
                                  <a:cubicBezTo>
                                    <a:pt x="8" y="181"/>
                                    <a:pt x="8" y="180"/>
                                    <a:pt x="7" y="180"/>
                                  </a:cubicBezTo>
                                  <a:cubicBezTo>
                                    <a:pt x="7" y="179"/>
                                    <a:pt x="7" y="178"/>
                                    <a:pt x="7" y="177"/>
                                  </a:cubicBezTo>
                                  <a:cubicBezTo>
                                    <a:pt x="7" y="177"/>
                                    <a:pt x="7" y="176"/>
                                    <a:pt x="6" y="176"/>
                                  </a:cubicBezTo>
                                  <a:cubicBezTo>
                                    <a:pt x="6" y="176"/>
                                    <a:pt x="6" y="177"/>
                                    <a:pt x="6" y="177"/>
                                  </a:cubicBezTo>
                                  <a:cubicBezTo>
                                    <a:pt x="6" y="176"/>
                                    <a:pt x="6" y="176"/>
                                    <a:pt x="5" y="175"/>
                                  </a:cubicBezTo>
                                  <a:cubicBezTo>
                                    <a:pt x="5" y="174"/>
                                    <a:pt x="5" y="173"/>
                                    <a:pt x="5" y="173"/>
                                  </a:cubicBezTo>
                                  <a:cubicBezTo>
                                    <a:pt x="5" y="173"/>
                                    <a:pt x="4" y="173"/>
                                    <a:pt x="4" y="172"/>
                                  </a:cubicBezTo>
                                  <a:cubicBezTo>
                                    <a:pt x="4" y="172"/>
                                    <a:pt x="5" y="172"/>
                                    <a:pt x="5" y="172"/>
                                  </a:cubicBezTo>
                                  <a:cubicBezTo>
                                    <a:pt x="5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0"/>
                                    <a:pt x="5" y="170"/>
                                    <a:pt x="5" y="169"/>
                                  </a:cubicBezTo>
                                  <a:cubicBezTo>
                                    <a:pt x="5" y="169"/>
                                    <a:pt x="5" y="168"/>
                                    <a:pt x="5" y="168"/>
                                  </a:cubicBezTo>
                                  <a:cubicBezTo>
                                    <a:pt x="5" y="167"/>
                                    <a:pt x="5" y="166"/>
                                    <a:pt x="5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6"/>
                                  </a:cubicBezTo>
                                  <a:cubicBezTo>
                                    <a:pt x="2" y="167"/>
                                    <a:pt x="3" y="165"/>
                                    <a:pt x="3" y="165"/>
                                  </a:cubicBezTo>
                                  <a:cubicBezTo>
                                    <a:pt x="3" y="164"/>
                                    <a:pt x="2" y="165"/>
                                    <a:pt x="2" y="165"/>
                                  </a:cubicBezTo>
                                  <a:cubicBezTo>
                                    <a:pt x="2" y="165"/>
                                    <a:pt x="2" y="165"/>
                                    <a:pt x="2" y="164"/>
                                  </a:cubicBezTo>
                                  <a:cubicBezTo>
                                    <a:pt x="1" y="165"/>
                                    <a:pt x="1" y="164"/>
                                    <a:pt x="1" y="163"/>
                                  </a:cubicBezTo>
                                  <a:cubicBezTo>
                                    <a:pt x="1" y="162"/>
                                    <a:pt x="1" y="162"/>
                                    <a:pt x="1" y="160"/>
                                  </a:cubicBezTo>
                                  <a:cubicBezTo>
                                    <a:pt x="1" y="160"/>
                                    <a:pt x="1" y="159"/>
                                    <a:pt x="1" y="159"/>
                                  </a:cubicBezTo>
                                  <a:cubicBezTo>
                                    <a:pt x="1" y="158"/>
                                    <a:pt x="0" y="158"/>
                                    <a:pt x="0" y="157"/>
                                  </a:cubicBezTo>
                                  <a:cubicBezTo>
                                    <a:pt x="0" y="157"/>
                                    <a:pt x="0" y="155"/>
                                    <a:pt x="1" y="155"/>
                                  </a:cubicBezTo>
                                  <a:cubicBezTo>
                                    <a:pt x="1" y="155"/>
                                    <a:pt x="1" y="155"/>
                                    <a:pt x="1" y="155"/>
                                  </a:cubicBezTo>
                                  <a:cubicBezTo>
                                    <a:pt x="3" y="155"/>
                                    <a:pt x="1" y="157"/>
                                    <a:pt x="3" y="158"/>
                                  </a:cubicBezTo>
                                  <a:cubicBezTo>
                                    <a:pt x="4" y="158"/>
                                    <a:pt x="4" y="155"/>
                                    <a:pt x="4" y="155"/>
                                  </a:cubicBezTo>
                                  <a:cubicBezTo>
                                    <a:pt x="5" y="153"/>
                                    <a:pt x="5" y="153"/>
                                    <a:pt x="5" y="152"/>
                                  </a:cubicBezTo>
                                  <a:cubicBezTo>
                                    <a:pt x="4" y="151"/>
                                    <a:pt x="4" y="150"/>
                                    <a:pt x="4" y="149"/>
                                  </a:cubicBezTo>
                                  <a:cubicBezTo>
                                    <a:pt x="4" y="148"/>
                                    <a:pt x="5" y="148"/>
                                    <a:pt x="5" y="147"/>
                                  </a:cubicBezTo>
                                  <a:cubicBezTo>
                                    <a:pt x="6" y="147"/>
                                    <a:pt x="5" y="146"/>
                                    <a:pt x="5" y="145"/>
                                  </a:cubicBezTo>
                                  <a:cubicBezTo>
                                    <a:pt x="6" y="144"/>
                                    <a:pt x="7" y="144"/>
                                    <a:pt x="7" y="144"/>
                                  </a:cubicBezTo>
                                  <a:cubicBezTo>
                                    <a:pt x="8" y="144"/>
                                    <a:pt x="9" y="143"/>
                                    <a:pt x="9" y="142"/>
                                  </a:cubicBezTo>
                                  <a:cubicBezTo>
                                    <a:pt x="10" y="142"/>
                                    <a:pt x="10" y="141"/>
                                    <a:pt x="10" y="140"/>
                                  </a:cubicBezTo>
                                  <a:cubicBezTo>
                                    <a:pt x="10" y="139"/>
                                    <a:pt x="10" y="138"/>
                                    <a:pt x="10" y="137"/>
                                  </a:cubicBezTo>
                                  <a:cubicBezTo>
                                    <a:pt x="10" y="135"/>
                                    <a:pt x="9" y="133"/>
                                    <a:pt x="8" y="132"/>
                                  </a:cubicBezTo>
                                  <a:cubicBezTo>
                                    <a:pt x="8" y="131"/>
                                    <a:pt x="8" y="130"/>
                                    <a:pt x="8" y="129"/>
                                  </a:cubicBezTo>
                                  <a:cubicBezTo>
                                    <a:pt x="9" y="129"/>
                                    <a:pt x="10" y="129"/>
                                    <a:pt x="11" y="129"/>
                                  </a:cubicBezTo>
                                  <a:cubicBezTo>
                                    <a:pt x="11" y="128"/>
                                    <a:pt x="11" y="128"/>
                                    <a:pt x="11" y="127"/>
                                  </a:cubicBezTo>
                                  <a:cubicBezTo>
                                    <a:pt x="12" y="126"/>
                                    <a:pt x="12" y="126"/>
                                    <a:pt x="12" y="125"/>
                                  </a:cubicBezTo>
                                  <a:cubicBezTo>
                                    <a:pt x="12" y="124"/>
                                    <a:pt x="11" y="122"/>
                                    <a:pt x="10" y="122"/>
                                  </a:cubicBezTo>
                                  <a:cubicBezTo>
                                    <a:pt x="9" y="121"/>
                                    <a:pt x="9" y="121"/>
                                    <a:pt x="8" y="121"/>
                                  </a:cubicBezTo>
                                  <a:cubicBezTo>
                                    <a:pt x="8" y="120"/>
                                    <a:pt x="7" y="119"/>
                                    <a:pt x="7" y="118"/>
                                  </a:cubicBezTo>
                                  <a:cubicBezTo>
                                    <a:pt x="7" y="117"/>
                                    <a:pt x="8" y="117"/>
                                    <a:pt x="8" y="116"/>
                                  </a:cubicBezTo>
                                  <a:cubicBezTo>
                                    <a:pt x="8" y="115"/>
                                    <a:pt x="8" y="114"/>
                                    <a:pt x="8" y="113"/>
                                  </a:cubicBezTo>
                                  <a:cubicBezTo>
                                    <a:pt x="8" y="111"/>
                                    <a:pt x="8" y="110"/>
                                    <a:pt x="7" y="108"/>
                                  </a:cubicBezTo>
                                  <a:cubicBezTo>
                                    <a:pt x="7" y="107"/>
                                    <a:pt x="7" y="107"/>
                                    <a:pt x="7" y="106"/>
                                  </a:cubicBezTo>
                                  <a:cubicBezTo>
                                    <a:pt x="7" y="105"/>
                                    <a:pt x="7" y="104"/>
                                    <a:pt x="7" y="103"/>
                                  </a:cubicBezTo>
                                  <a:cubicBezTo>
                                    <a:pt x="7" y="103"/>
                                    <a:pt x="7" y="102"/>
                                    <a:pt x="7" y="101"/>
                                  </a:cubicBezTo>
                                  <a:cubicBezTo>
                                    <a:pt x="7" y="101"/>
                                    <a:pt x="8" y="100"/>
                                    <a:pt x="7" y="99"/>
                                  </a:cubicBezTo>
                                  <a:cubicBezTo>
                                    <a:pt x="7" y="98"/>
                                    <a:pt x="6" y="97"/>
                                    <a:pt x="7" y="95"/>
                                  </a:cubicBezTo>
                                  <a:cubicBezTo>
                                    <a:pt x="7" y="94"/>
                                    <a:pt x="8" y="94"/>
                                    <a:pt x="8" y="93"/>
                                  </a:cubicBezTo>
                                  <a:cubicBezTo>
                                    <a:pt x="8" y="92"/>
                                    <a:pt x="7" y="92"/>
                                    <a:pt x="8" y="91"/>
                                  </a:cubicBezTo>
                                  <a:cubicBezTo>
                                    <a:pt x="9" y="90"/>
                                    <a:pt x="9" y="88"/>
                                    <a:pt x="10" y="87"/>
                                  </a:cubicBezTo>
                                  <a:cubicBezTo>
                                    <a:pt x="11" y="86"/>
                                    <a:pt x="13" y="85"/>
                                    <a:pt x="14" y="84"/>
                                  </a:cubicBezTo>
                                  <a:cubicBezTo>
                                    <a:pt x="15" y="84"/>
                                    <a:pt x="16" y="84"/>
                                    <a:pt x="17" y="84"/>
                                  </a:cubicBezTo>
                                  <a:cubicBezTo>
                                    <a:pt x="17" y="85"/>
                                    <a:pt x="17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20" y="85"/>
                                    <a:pt x="21" y="83"/>
                                    <a:pt x="21" y="82"/>
                                  </a:cubicBezTo>
                                  <a:cubicBezTo>
                                    <a:pt x="21" y="81"/>
                                    <a:pt x="21" y="80"/>
                                    <a:pt x="21" y="79"/>
                                  </a:cubicBezTo>
                                  <a:cubicBezTo>
                                    <a:pt x="20" y="78"/>
                                    <a:pt x="20" y="78"/>
                                    <a:pt x="19" y="78"/>
                                  </a:cubicBezTo>
                                  <a:cubicBezTo>
                                    <a:pt x="18" y="77"/>
                                    <a:pt x="17" y="76"/>
                                    <a:pt x="18" y="75"/>
                                  </a:cubicBezTo>
                                  <a:cubicBezTo>
                                    <a:pt x="18" y="74"/>
                                    <a:pt x="19" y="74"/>
                                    <a:pt x="19" y="73"/>
                                  </a:cubicBezTo>
                                  <a:cubicBezTo>
                                    <a:pt x="19" y="73"/>
                                    <a:pt x="20" y="72"/>
                                    <a:pt x="20" y="71"/>
                                  </a:cubicBezTo>
                                  <a:cubicBezTo>
                                    <a:pt x="21" y="70"/>
                                    <a:pt x="22" y="68"/>
                                    <a:pt x="22" y="67"/>
                                  </a:cubicBezTo>
                                  <a:cubicBezTo>
                                    <a:pt x="22" y="66"/>
                                    <a:pt x="22" y="66"/>
                                    <a:pt x="23" y="65"/>
                                  </a:cubicBezTo>
                                  <a:cubicBezTo>
                                    <a:pt x="23" y="64"/>
                                    <a:pt x="23" y="63"/>
                                    <a:pt x="23" y="62"/>
                                  </a:cubicBezTo>
                                  <a:cubicBezTo>
                                    <a:pt x="23" y="61"/>
                                    <a:pt x="23" y="60"/>
                                    <a:pt x="23" y="60"/>
                                  </a:cubicBezTo>
                                  <a:cubicBezTo>
                                    <a:pt x="23" y="59"/>
                                    <a:pt x="24" y="58"/>
                                    <a:pt x="24" y="57"/>
                                  </a:cubicBezTo>
                                  <a:cubicBezTo>
                                    <a:pt x="24" y="56"/>
                                    <a:pt x="24" y="54"/>
                                    <a:pt x="23" y="53"/>
                                  </a:cubicBezTo>
                                  <a:cubicBezTo>
                                    <a:pt x="23" y="51"/>
                                    <a:pt x="24" y="51"/>
                                    <a:pt x="26" y="51"/>
                                  </a:cubicBezTo>
                                  <a:cubicBezTo>
                                    <a:pt x="27" y="51"/>
                                    <a:pt x="27" y="51"/>
                                    <a:pt x="28" y="50"/>
                                  </a:cubicBezTo>
                                  <a:cubicBezTo>
                                    <a:pt x="28" y="50"/>
                                    <a:pt x="29" y="50"/>
                                    <a:pt x="29" y="49"/>
                                  </a:cubicBezTo>
                                  <a:cubicBezTo>
                                    <a:pt x="30" y="48"/>
                                    <a:pt x="29" y="46"/>
                                    <a:pt x="29" y="45"/>
                                  </a:cubicBezTo>
                                  <a:cubicBezTo>
                                    <a:pt x="30" y="44"/>
                                    <a:pt x="30" y="44"/>
                                    <a:pt x="31" y="43"/>
                                  </a:cubicBezTo>
                                  <a:cubicBezTo>
                                    <a:pt x="31" y="43"/>
                                    <a:pt x="31" y="42"/>
                                    <a:pt x="32" y="41"/>
                                  </a:cubicBezTo>
                                  <a:cubicBezTo>
                                    <a:pt x="32" y="40"/>
                                    <a:pt x="33" y="38"/>
                                    <a:pt x="34" y="37"/>
                                  </a:cubicBezTo>
                                  <a:cubicBezTo>
                                    <a:pt x="36" y="36"/>
                                    <a:pt x="36" y="35"/>
                                    <a:pt x="36" y="34"/>
                                  </a:cubicBezTo>
                                  <a:cubicBezTo>
                                    <a:pt x="36" y="32"/>
                                    <a:pt x="34" y="31"/>
                                    <a:pt x="34" y="29"/>
                                  </a:cubicBezTo>
                                  <a:cubicBezTo>
                                    <a:pt x="33" y="28"/>
                                    <a:pt x="35" y="28"/>
                                    <a:pt x="36" y="27"/>
                                  </a:cubicBezTo>
                                  <a:cubicBezTo>
                                    <a:pt x="37" y="26"/>
                                    <a:pt x="37" y="24"/>
                                    <a:pt x="38" y="22"/>
                                  </a:cubicBezTo>
                                  <a:cubicBezTo>
                                    <a:pt x="38" y="21"/>
                                    <a:pt x="40" y="20"/>
                                    <a:pt x="41" y="19"/>
                                  </a:cubicBezTo>
                                  <a:cubicBezTo>
                                    <a:pt x="41" y="18"/>
                                    <a:pt x="41" y="18"/>
                                    <a:pt x="42" y="17"/>
                                  </a:cubicBezTo>
                                  <a:cubicBezTo>
                                    <a:pt x="42" y="17"/>
                                    <a:pt x="43" y="18"/>
                                    <a:pt x="44" y="18"/>
                                  </a:cubicBezTo>
                                  <a:cubicBezTo>
                                    <a:pt x="44" y="19"/>
                                    <a:pt x="45" y="19"/>
                                    <a:pt x="46" y="19"/>
                                  </a:cubicBezTo>
                                  <a:cubicBezTo>
                                    <a:pt x="46" y="19"/>
                                    <a:pt x="46" y="19"/>
                                    <a:pt x="47" y="18"/>
                                  </a:cubicBezTo>
                                  <a:cubicBezTo>
                                    <a:pt x="47" y="18"/>
                                    <a:pt x="47" y="17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8" y="14"/>
                                  </a:cubicBezTo>
                                  <a:cubicBezTo>
                                    <a:pt x="48" y="13"/>
                                    <a:pt x="48" y="12"/>
                                    <a:pt x="48" y="11"/>
                                  </a:cubicBezTo>
                                  <a:cubicBezTo>
                                    <a:pt x="48" y="11"/>
                                    <a:pt x="47" y="10"/>
                                    <a:pt x="48" y="9"/>
                                  </a:cubicBezTo>
                                  <a:cubicBezTo>
                                    <a:pt x="48" y="9"/>
                                    <a:pt x="49" y="9"/>
                                    <a:pt x="49" y="9"/>
                                  </a:cubicBezTo>
                                  <a:cubicBezTo>
                                    <a:pt x="50" y="9"/>
                                    <a:pt x="50" y="9"/>
                                    <a:pt x="51" y="9"/>
                                  </a:cubicBezTo>
                                  <a:cubicBezTo>
                                    <a:pt x="51" y="10"/>
                                    <a:pt x="52" y="10"/>
                                    <a:pt x="53" y="10"/>
                                  </a:cubicBezTo>
                                  <a:cubicBezTo>
                                    <a:pt x="54" y="10"/>
                                    <a:pt x="54" y="10"/>
                                    <a:pt x="55" y="10"/>
                                  </a:cubicBezTo>
                                  <a:cubicBezTo>
                                    <a:pt x="56" y="11"/>
                                    <a:pt x="57" y="11"/>
                                    <a:pt x="57" y="11"/>
                                  </a:cubicBezTo>
                                  <a:cubicBezTo>
                                    <a:pt x="58" y="12"/>
                                    <a:pt x="59" y="12"/>
                                    <a:pt x="60" y="12"/>
                                  </a:cubicBezTo>
                                  <a:cubicBezTo>
                                    <a:pt x="60" y="12"/>
                                    <a:pt x="61" y="12"/>
                                    <a:pt x="61" y="11"/>
                                  </a:cubicBezTo>
                                  <a:cubicBezTo>
                                    <a:pt x="62" y="10"/>
                                    <a:pt x="61" y="10"/>
                                    <a:pt x="61" y="10"/>
                                  </a:cubicBezTo>
                                  <a:cubicBezTo>
                                    <a:pt x="60" y="10"/>
                                    <a:pt x="59" y="10"/>
                                    <a:pt x="60" y="9"/>
                                  </a:cubicBezTo>
                                  <a:cubicBezTo>
                                    <a:pt x="60" y="8"/>
                                    <a:pt x="61" y="8"/>
                                    <a:pt x="61" y="8"/>
                                  </a:cubicBezTo>
                                  <a:cubicBezTo>
                                    <a:pt x="62" y="7"/>
                                    <a:pt x="63" y="5"/>
                                    <a:pt x="63" y="4"/>
                                  </a:cubicBezTo>
                                  <a:cubicBezTo>
                                    <a:pt x="63" y="3"/>
                                    <a:pt x="62" y="2"/>
                                    <a:pt x="62" y="2"/>
                                  </a:cubicBezTo>
                                  <a:cubicBezTo>
                                    <a:pt x="61" y="1"/>
                                    <a:pt x="61" y="1"/>
                                    <a:pt x="61" y="0"/>
                                  </a:cubicBezTo>
                                  <a:cubicBezTo>
                                    <a:pt x="63" y="0"/>
                                    <a:pt x="64" y="0"/>
                                    <a:pt x="66" y="1"/>
                                  </a:cubicBezTo>
                                  <a:cubicBezTo>
                                    <a:pt x="67" y="1"/>
                                    <a:pt x="67" y="1"/>
                                    <a:pt x="66" y="2"/>
                                  </a:cubicBezTo>
                                  <a:cubicBezTo>
                                    <a:pt x="66" y="3"/>
                                    <a:pt x="66" y="2"/>
                                    <a:pt x="66" y="3"/>
                                  </a:cubicBezTo>
                                  <a:cubicBezTo>
                                    <a:pt x="67" y="3"/>
                                    <a:pt x="67" y="3"/>
                                    <a:pt x="68" y="3"/>
                                  </a:cubicBezTo>
                                  <a:cubicBezTo>
                                    <a:pt x="68" y="4"/>
                                    <a:pt x="68" y="4"/>
                                    <a:pt x="68" y="5"/>
                                  </a:cubicBezTo>
                                  <a:cubicBezTo>
                                    <a:pt x="69" y="5"/>
                                    <a:pt x="69" y="5"/>
                                    <a:pt x="70" y="6"/>
                                  </a:cubicBezTo>
                                  <a:cubicBezTo>
                                    <a:pt x="70" y="6"/>
                                    <a:pt x="70" y="6"/>
                                    <a:pt x="70" y="7"/>
                                  </a:cubicBezTo>
                                  <a:cubicBezTo>
                                    <a:pt x="70" y="7"/>
                                    <a:pt x="71" y="7"/>
                                    <a:pt x="71" y="7"/>
                                  </a:cubicBezTo>
                                  <a:cubicBezTo>
                                    <a:pt x="71" y="7"/>
                                    <a:pt x="71" y="8"/>
                                    <a:pt x="72" y="8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1"/>
                                    <a:pt x="75" y="11"/>
                                  </a:cubicBezTo>
                                  <a:cubicBezTo>
                                    <a:pt x="75" y="11"/>
                                    <a:pt x="76" y="10"/>
                                    <a:pt x="76" y="11"/>
                                  </a:cubicBezTo>
                                  <a:cubicBezTo>
                                    <a:pt x="77" y="11"/>
                                    <a:pt x="77" y="11"/>
                                    <a:pt x="78" y="12"/>
                                  </a:cubicBezTo>
                                  <a:cubicBezTo>
                                    <a:pt x="79" y="12"/>
                                    <a:pt x="79" y="13"/>
                                    <a:pt x="80" y="13"/>
                                  </a:cubicBezTo>
                                  <a:cubicBezTo>
                                    <a:pt x="80" y="14"/>
                                    <a:pt x="81" y="14"/>
                                    <a:pt x="81" y="15"/>
                                  </a:cubicBezTo>
                                  <a:cubicBezTo>
                                    <a:pt x="81" y="15"/>
                                    <a:pt x="81" y="16"/>
                                    <a:pt x="82" y="17"/>
                                  </a:cubicBezTo>
                                  <a:cubicBezTo>
                                    <a:pt x="82" y="17"/>
                                    <a:pt x="82" y="17"/>
                                    <a:pt x="82" y="17"/>
                                  </a:cubicBezTo>
                                  <a:cubicBezTo>
                                    <a:pt x="83" y="17"/>
                                    <a:pt x="83" y="18"/>
                                    <a:pt x="83" y="18"/>
                                  </a:cubicBezTo>
                                  <a:cubicBezTo>
                                    <a:pt x="83" y="19"/>
                                    <a:pt x="84" y="19"/>
                                    <a:pt x="84" y="19"/>
                                  </a:cubicBezTo>
                                  <a:cubicBezTo>
                                    <a:pt x="85" y="20"/>
                                    <a:pt x="85" y="20"/>
                                    <a:pt x="84" y="21"/>
                                  </a:cubicBezTo>
                                  <a:cubicBezTo>
                                    <a:pt x="84" y="21"/>
                                    <a:pt x="83" y="22"/>
                                    <a:pt x="83" y="23"/>
                                  </a:cubicBezTo>
                                  <a:cubicBezTo>
                                    <a:pt x="83" y="23"/>
                                    <a:pt x="83" y="24"/>
                                    <a:pt x="84" y="25"/>
                                  </a:cubicBezTo>
                                  <a:cubicBezTo>
                                    <a:pt x="84" y="25"/>
                                    <a:pt x="84" y="26"/>
                                    <a:pt x="84" y="26"/>
                                  </a:cubicBezTo>
                                  <a:cubicBezTo>
                                    <a:pt x="84" y="27"/>
                                    <a:pt x="83" y="28"/>
                                    <a:pt x="84" y="29"/>
                                  </a:cubicBezTo>
                                  <a:cubicBezTo>
                                    <a:pt x="84" y="29"/>
                                    <a:pt x="85" y="29"/>
                                    <a:pt x="85" y="30"/>
                                  </a:cubicBezTo>
                                  <a:cubicBezTo>
                                    <a:pt x="85" y="30"/>
                                    <a:pt x="85" y="31"/>
                                    <a:pt x="85" y="31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4" y="32"/>
                                    <a:pt x="84" y="33"/>
                                    <a:pt x="84" y="33"/>
                                  </a:cubicBezTo>
                                  <a:cubicBezTo>
                                    <a:pt x="84" y="33"/>
                                    <a:pt x="84" y="33"/>
                                    <a:pt x="84" y="34"/>
                                  </a:cubicBezTo>
                                  <a:cubicBezTo>
                                    <a:pt x="84" y="34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7"/>
                                    <a:pt x="85" y="37"/>
                                  </a:cubicBezTo>
                                  <a:cubicBezTo>
                                    <a:pt x="86" y="38"/>
                                    <a:pt x="87" y="39"/>
                                    <a:pt x="87" y="40"/>
                                  </a:cubicBezTo>
                                  <a:cubicBezTo>
                                    <a:pt x="85" y="41"/>
                                    <a:pt x="86" y="43"/>
                                    <a:pt x="86" y="44"/>
                                  </a:cubicBezTo>
                                  <a:cubicBezTo>
                                    <a:pt x="86" y="44"/>
                                    <a:pt x="86" y="45"/>
                                    <a:pt x="85" y="45"/>
                                  </a:cubicBezTo>
                                  <a:cubicBezTo>
                                    <a:pt x="85" y="46"/>
                                    <a:pt x="84" y="46"/>
                                    <a:pt x="84" y="47"/>
                                  </a:cubicBezTo>
                                  <a:cubicBezTo>
                                    <a:pt x="85" y="47"/>
                                    <a:pt x="85" y="49"/>
                                    <a:pt x="85" y="49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5" y="51"/>
                                    <a:pt x="86" y="51"/>
                                    <a:pt x="86" y="51"/>
                                  </a:cubicBezTo>
                                  <a:cubicBezTo>
                                    <a:pt x="86" y="51"/>
                                    <a:pt x="86" y="52"/>
                                    <a:pt x="87" y="52"/>
                                  </a:cubicBezTo>
                                  <a:cubicBezTo>
                                    <a:pt x="87" y="53"/>
                                    <a:pt x="87" y="53"/>
                                    <a:pt x="87" y="54"/>
                                  </a:cubicBezTo>
                                  <a:cubicBezTo>
                                    <a:pt x="87" y="55"/>
                                    <a:pt x="88" y="55"/>
                                    <a:pt x="88" y="56"/>
                                  </a:cubicBezTo>
                                  <a:close/>
                                  <a:moveTo>
                                    <a:pt x="36" y="189"/>
                                  </a:moveTo>
                                  <a:cubicBezTo>
                                    <a:pt x="35" y="190"/>
                                    <a:pt x="36" y="192"/>
                                    <a:pt x="37" y="191"/>
                                  </a:cubicBezTo>
                                  <a:cubicBezTo>
                                    <a:pt x="37" y="190"/>
                                    <a:pt x="37" y="189"/>
                                    <a:pt x="37" y="188"/>
                                  </a:cubicBezTo>
                                  <a:cubicBezTo>
                                    <a:pt x="37" y="188"/>
                                    <a:pt x="38" y="187"/>
                                    <a:pt x="38" y="186"/>
                                  </a:cubicBezTo>
                                  <a:cubicBezTo>
                                    <a:pt x="38" y="184"/>
                                    <a:pt x="39" y="183"/>
                                    <a:pt x="39" y="182"/>
                                  </a:cubicBezTo>
                                  <a:cubicBezTo>
                                    <a:pt x="39" y="181"/>
                                    <a:pt x="39" y="180"/>
                                    <a:pt x="40" y="180"/>
                                  </a:cubicBezTo>
                                  <a:cubicBezTo>
                                    <a:pt x="40" y="179"/>
                                    <a:pt x="40" y="178"/>
                                    <a:pt x="40" y="177"/>
                                  </a:cubicBezTo>
                                  <a:cubicBezTo>
                                    <a:pt x="39" y="178"/>
                                    <a:pt x="39" y="178"/>
                                    <a:pt x="39" y="179"/>
                                  </a:cubicBezTo>
                                  <a:cubicBezTo>
                                    <a:pt x="39" y="180"/>
                                    <a:pt x="39" y="181"/>
                                    <a:pt x="38" y="182"/>
                                  </a:cubicBezTo>
                                  <a:cubicBezTo>
                                    <a:pt x="38" y="183"/>
                                    <a:pt x="38" y="183"/>
                                    <a:pt x="37" y="183"/>
                                  </a:cubicBezTo>
                                  <a:cubicBezTo>
                                    <a:pt x="37" y="184"/>
                                    <a:pt x="37" y="184"/>
                                    <a:pt x="37" y="185"/>
                                  </a:cubicBezTo>
                                  <a:cubicBezTo>
                                    <a:pt x="36" y="186"/>
                                    <a:pt x="36" y="187"/>
                                    <a:pt x="36" y="188"/>
                                  </a:cubicBezTo>
                                  <a:cubicBezTo>
                                    <a:pt x="36" y="189"/>
                                    <a:pt x="36" y="189"/>
                                    <a:pt x="36" y="189"/>
                                  </a:cubicBezTo>
                                  <a:close/>
                                  <a:moveTo>
                                    <a:pt x="49" y="181"/>
                                  </a:moveTo>
                                  <a:cubicBezTo>
                                    <a:pt x="49" y="180"/>
                                    <a:pt x="50" y="179"/>
                                    <a:pt x="51" y="179"/>
                                  </a:cubicBezTo>
                                  <a:cubicBezTo>
                                    <a:pt x="51" y="178"/>
                                    <a:pt x="51" y="178"/>
                                    <a:pt x="51" y="178"/>
                                  </a:cubicBezTo>
                                  <a:cubicBezTo>
                                    <a:pt x="51" y="177"/>
                                    <a:pt x="52" y="177"/>
                                    <a:pt x="52" y="177"/>
                                  </a:cubicBezTo>
                                  <a:cubicBezTo>
                                    <a:pt x="54" y="176"/>
                                    <a:pt x="52" y="176"/>
                                    <a:pt x="52" y="176"/>
                                  </a:cubicBezTo>
                                  <a:cubicBezTo>
                                    <a:pt x="51" y="176"/>
                                    <a:pt x="52" y="175"/>
                                    <a:pt x="52" y="175"/>
                                  </a:cubicBezTo>
                                  <a:cubicBezTo>
                                    <a:pt x="52" y="174"/>
                                    <a:pt x="52" y="174"/>
                                    <a:pt x="52" y="174"/>
                                  </a:cubicBezTo>
                                  <a:cubicBezTo>
                                    <a:pt x="52" y="174"/>
                                    <a:pt x="52" y="173"/>
                                    <a:pt x="52" y="173"/>
                                  </a:cubicBezTo>
                                  <a:cubicBezTo>
                                    <a:pt x="52" y="173"/>
                                    <a:pt x="53" y="173"/>
                                    <a:pt x="53" y="172"/>
                                  </a:cubicBezTo>
                                  <a:cubicBezTo>
                                    <a:pt x="53" y="172"/>
                                    <a:pt x="53" y="172"/>
                                    <a:pt x="53" y="172"/>
                                  </a:cubicBezTo>
                                  <a:cubicBezTo>
                                    <a:pt x="53" y="171"/>
                                    <a:pt x="53" y="171"/>
                                    <a:pt x="54" y="171"/>
                                  </a:cubicBezTo>
                                  <a:cubicBezTo>
                                    <a:pt x="54" y="171"/>
                                    <a:pt x="54" y="171"/>
                                    <a:pt x="54" y="170"/>
                                  </a:cubicBezTo>
                                  <a:cubicBezTo>
                                    <a:pt x="55" y="170"/>
                                    <a:pt x="55" y="170"/>
                                    <a:pt x="55" y="170"/>
                                  </a:cubicBezTo>
                                  <a:cubicBezTo>
                                    <a:pt x="55" y="169"/>
                                    <a:pt x="55" y="169"/>
                                    <a:pt x="54" y="169"/>
                                  </a:cubicBezTo>
                                  <a:cubicBezTo>
                                    <a:pt x="54" y="169"/>
                                    <a:pt x="53" y="171"/>
                                    <a:pt x="52" y="170"/>
                                  </a:cubicBezTo>
                                  <a:cubicBezTo>
                                    <a:pt x="52" y="171"/>
                                    <a:pt x="52" y="171"/>
                                    <a:pt x="52" y="171"/>
                                  </a:cubicBezTo>
                                  <a:cubicBezTo>
                                    <a:pt x="52" y="171"/>
                                    <a:pt x="51" y="170"/>
                                    <a:pt x="51" y="170"/>
                                  </a:cubicBezTo>
                                  <a:cubicBezTo>
                                    <a:pt x="51" y="170"/>
                                    <a:pt x="51" y="171"/>
                                    <a:pt x="51" y="171"/>
                                  </a:cubicBezTo>
                                  <a:cubicBezTo>
                                    <a:pt x="51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49" y="172"/>
                                    <a:pt x="49" y="173"/>
                                  </a:cubicBezTo>
                                  <a:cubicBezTo>
                                    <a:pt x="48" y="174"/>
                                    <a:pt x="48" y="174"/>
                                    <a:pt x="47" y="175"/>
                                  </a:cubicBezTo>
                                  <a:cubicBezTo>
                                    <a:pt x="47" y="176"/>
                                    <a:pt x="48" y="176"/>
                                    <a:pt x="48" y="177"/>
                                  </a:cubicBezTo>
                                  <a:cubicBezTo>
                                    <a:pt x="48" y="178"/>
                                    <a:pt x="47" y="178"/>
                                    <a:pt x="47" y="178"/>
                                  </a:cubicBezTo>
                                  <a:cubicBezTo>
                                    <a:pt x="47" y="179"/>
                                    <a:pt x="48" y="179"/>
                                    <a:pt x="48" y="179"/>
                                  </a:cubicBezTo>
                                  <a:cubicBezTo>
                                    <a:pt x="48" y="180"/>
                                    <a:pt x="48" y="181"/>
                                    <a:pt x="48" y="182"/>
                                  </a:cubicBezTo>
                                  <a:cubicBezTo>
                                    <a:pt x="47" y="182"/>
                                    <a:pt x="47" y="183"/>
                                    <a:pt x="48" y="183"/>
                                  </a:cubicBezTo>
                                  <a:cubicBezTo>
                                    <a:pt x="49" y="183"/>
                                    <a:pt x="49" y="181"/>
                                    <a:pt x="49" y="181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8" name="Freeform 790">
                              <a:extLst>
                                <a:ext uri="{FF2B5EF4-FFF2-40B4-BE49-F238E27FC236}">
                                  <a16:creationId xmlns:a16="http://schemas.microsoft.com/office/drawing/2014/main" id="{639B8A5B-AFAC-BE13-F879-EE889326FC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92775" y="2166938"/>
                              <a:ext cx="365125" cy="842963"/>
                            </a:xfrm>
                            <a:custGeom>
                              <a:avLst/>
                              <a:gdLst>
                                <a:gd name="T0" fmla="*/ 85 w 88"/>
                                <a:gd name="T1" fmla="*/ 56 h 202"/>
                                <a:gd name="T2" fmla="*/ 81 w 88"/>
                                <a:gd name="T3" fmla="*/ 57 h 202"/>
                                <a:gd name="T4" fmla="*/ 77 w 88"/>
                                <a:gd name="T5" fmla="*/ 57 h 202"/>
                                <a:gd name="T6" fmla="*/ 75 w 88"/>
                                <a:gd name="T7" fmla="*/ 60 h 202"/>
                                <a:gd name="T8" fmla="*/ 73 w 88"/>
                                <a:gd name="T9" fmla="*/ 61 h 202"/>
                                <a:gd name="T10" fmla="*/ 71 w 88"/>
                                <a:gd name="T11" fmla="*/ 67 h 202"/>
                                <a:gd name="T12" fmla="*/ 67 w 88"/>
                                <a:gd name="T13" fmla="*/ 73 h 202"/>
                                <a:gd name="T14" fmla="*/ 70 w 88"/>
                                <a:gd name="T15" fmla="*/ 76 h 202"/>
                                <a:gd name="T16" fmla="*/ 69 w 88"/>
                                <a:gd name="T17" fmla="*/ 80 h 202"/>
                                <a:gd name="T18" fmla="*/ 65 w 88"/>
                                <a:gd name="T19" fmla="*/ 89 h 202"/>
                                <a:gd name="T20" fmla="*/ 60 w 88"/>
                                <a:gd name="T21" fmla="*/ 91 h 202"/>
                                <a:gd name="T22" fmla="*/ 54 w 88"/>
                                <a:gd name="T23" fmla="*/ 96 h 202"/>
                                <a:gd name="T24" fmla="*/ 50 w 88"/>
                                <a:gd name="T25" fmla="*/ 99 h 202"/>
                                <a:gd name="T26" fmla="*/ 48 w 88"/>
                                <a:gd name="T27" fmla="*/ 103 h 202"/>
                                <a:gd name="T28" fmla="*/ 46 w 88"/>
                                <a:gd name="T29" fmla="*/ 108 h 202"/>
                                <a:gd name="T30" fmla="*/ 43 w 88"/>
                                <a:gd name="T31" fmla="*/ 111 h 202"/>
                                <a:gd name="T32" fmla="*/ 42 w 88"/>
                                <a:gd name="T33" fmla="*/ 118 h 202"/>
                                <a:gd name="T34" fmla="*/ 41 w 88"/>
                                <a:gd name="T35" fmla="*/ 122 h 202"/>
                                <a:gd name="T36" fmla="*/ 41 w 88"/>
                                <a:gd name="T37" fmla="*/ 134 h 202"/>
                                <a:gd name="T38" fmla="*/ 47 w 88"/>
                                <a:gd name="T39" fmla="*/ 137 h 202"/>
                                <a:gd name="T40" fmla="*/ 50 w 88"/>
                                <a:gd name="T41" fmla="*/ 139 h 202"/>
                                <a:gd name="T42" fmla="*/ 52 w 88"/>
                                <a:gd name="T43" fmla="*/ 146 h 202"/>
                                <a:gd name="T44" fmla="*/ 43 w 88"/>
                                <a:gd name="T45" fmla="*/ 149 h 202"/>
                                <a:gd name="T46" fmla="*/ 35 w 88"/>
                                <a:gd name="T47" fmla="*/ 150 h 202"/>
                                <a:gd name="T48" fmla="*/ 42 w 88"/>
                                <a:gd name="T49" fmla="*/ 153 h 202"/>
                                <a:gd name="T50" fmla="*/ 48 w 88"/>
                                <a:gd name="T51" fmla="*/ 152 h 202"/>
                                <a:gd name="T52" fmla="*/ 45 w 88"/>
                                <a:gd name="T53" fmla="*/ 154 h 202"/>
                                <a:gd name="T54" fmla="*/ 36 w 88"/>
                                <a:gd name="T55" fmla="*/ 161 h 202"/>
                                <a:gd name="T56" fmla="*/ 39 w 88"/>
                                <a:gd name="T57" fmla="*/ 166 h 202"/>
                                <a:gd name="T58" fmla="*/ 36 w 88"/>
                                <a:gd name="T59" fmla="*/ 170 h 202"/>
                                <a:gd name="T60" fmla="*/ 37 w 88"/>
                                <a:gd name="T61" fmla="*/ 177 h 202"/>
                                <a:gd name="T62" fmla="*/ 36 w 88"/>
                                <a:gd name="T63" fmla="*/ 185 h 202"/>
                                <a:gd name="T64" fmla="*/ 32 w 88"/>
                                <a:gd name="T65" fmla="*/ 192 h 202"/>
                                <a:gd name="T66" fmla="*/ 24 w 88"/>
                                <a:gd name="T67" fmla="*/ 194 h 202"/>
                                <a:gd name="T68" fmla="*/ 16 w 88"/>
                                <a:gd name="T69" fmla="*/ 201 h 202"/>
                                <a:gd name="T70" fmla="*/ 9 w 88"/>
                                <a:gd name="T71" fmla="*/ 190 h 202"/>
                                <a:gd name="T72" fmla="*/ 8 w 88"/>
                                <a:gd name="T73" fmla="*/ 182 h 202"/>
                                <a:gd name="T74" fmla="*/ 4 w 88"/>
                                <a:gd name="T75" fmla="*/ 172 h 202"/>
                                <a:gd name="T76" fmla="*/ 2 w 88"/>
                                <a:gd name="T77" fmla="*/ 165 h 202"/>
                                <a:gd name="T78" fmla="*/ 3 w 88"/>
                                <a:gd name="T79" fmla="*/ 158 h 202"/>
                                <a:gd name="T80" fmla="*/ 10 w 88"/>
                                <a:gd name="T81" fmla="*/ 140 h 202"/>
                                <a:gd name="T82" fmla="*/ 8 w 88"/>
                                <a:gd name="T83" fmla="*/ 121 h 202"/>
                                <a:gd name="T84" fmla="*/ 7 w 88"/>
                                <a:gd name="T85" fmla="*/ 99 h 202"/>
                                <a:gd name="T86" fmla="*/ 19 w 88"/>
                                <a:gd name="T87" fmla="*/ 85 h 202"/>
                                <a:gd name="T88" fmla="*/ 23 w 88"/>
                                <a:gd name="T89" fmla="*/ 65 h 202"/>
                                <a:gd name="T90" fmla="*/ 29 w 88"/>
                                <a:gd name="T91" fmla="*/ 45 h 202"/>
                                <a:gd name="T92" fmla="*/ 41 w 88"/>
                                <a:gd name="T93" fmla="*/ 19 h 202"/>
                                <a:gd name="T94" fmla="*/ 48 w 88"/>
                                <a:gd name="T95" fmla="*/ 9 h 202"/>
                                <a:gd name="T96" fmla="*/ 61 w 88"/>
                                <a:gd name="T97" fmla="*/ 10 h 202"/>
                                <a:gd name="T98" fmla="*/ 66 w 88"/>
                                <a:gd name="T99" fmla="*/ 3 h 202"/>
                                <a:gd name="T100" fmla="*/ 75 w 88"/>
                                <a:gd name="T101" fmla="*/ 11 h 202"/>
                                <a:gd name="T102" fmla="*/ 84 w 88"/>
                                <a:gd name="T103" fmla="*/ 19 h 202"/>
                                <a:gd name="T104" fmla="*/ 85 w 88"/>
                                <a:gd name="T105" fmla="*/ 32 h 202"/>
                                <a:gd name="T106" fmla="*/ 84 w 88"/>
                                <a:gd name="T107" fmla="*/ 47 h 202"/>
                                <a:gd name="T108" fmla="*/ 37 w 88"/>
                                <a:gd name="T109" fmla="*/ 191 h 202"/>
                                <a:gd name="T110" fmla="*/ 37 w 88"/>
                                <a:gd name="T111" fmla="*/ 183 h 202"/>
                                <a:gd name="T112" fmla="*/ 52 w 88"/>
                                <a:gd name="T113" fmla="*/ 176 h 202"/>
                                <a:gd name="T114" fmla="*/ 55 w 88"/>
                                <a:gd name="T115" fmla="*/ 170 h 202"/>
                                <a:gd name="T116" fmla="*/ 47 w 88"/>
                                <a:gd name="T117" fmla="*/ 175 h 20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8" h="202">
                                  <a:moveTo>
                                    <a:pt x="88" y="56"/>
                                  </a:moveTo>
                                  <a:cubicBezTo>
                                    <a:pt x="88" y="56"/>
                                    <a:pt x="88" y="57"/>
                                    <a:pt x="88" y="57"/>
                                  </a:cubicBezTo>
                                  <a:cubicBezTo>
                                    <a:pt x="88" y="57"/>
                                    <a:pt x="88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6" y="57"/>
                                    <a:pt x="87" y="57"/>
                                    <a:pt x="86" y="58"/>
                                  </a:cubicBezTo>
                                  <a:cubicBezTo>
                                    <a:pt x="87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5" y="57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4" y="57"/>
                                    <a:pt x="85" y="57"/>
                                    <a:pt x="84" y="57"/>
                                  </a:cubicBezTo>
                                  <a:cubicBezTo>
                                    <a:pt x="84" y="57"/>
                                    <a:pt x="84" y="57"/>
                                    <a:pt x="84" y="57"/>
                                  </a:cubicBezTo>
                                  <a:cubicBezTo>
                                    <a:pt x="84" y="56"/>
                                    <a:pt x="83" y="56"/>
                                    <a:pt x="83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3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6"/>
                                    <a:pt x="82" y="56"/>
                                  </a:cubicBezTo>
                                  <a:cubicBezTo>
                                    <a:pt x="81" y="57"/>
                                    <a:pt x="82" y="57"/>
                                    <a:pt x="81" y="57"/>
                                  </a:cubicBezTo>
                                  <a:cubicBezTo>
                                    <a:pt x="81" y="58"/>
                                    <a:pt x="81" y="58"/>
                                    <a:pt x="81" y="59"/>
                                  </a:cubicBezTo>
                                  <a:cubicBezTo>
                                    <a:pt x="81" y="58"/>
                                    <a:pt x="81" y="58"/>
                                    <a:pt x="81" y="57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6"/>
                                    <a:pt x="79" y="55"/>
                                    <a:pt x="78" y="55"/>
                                  </a:cubicBezTo>
                                  <a:cubicBezTo>
                                    <a:pt x="78" y="56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6"/>
                                    <a:pt x="77" y="56"/>
                                  </a:cubicBezTo>
                                  <a:cubicBezTo>
                                    <a:pt x="76" y="56"/>
                                    <a:pt x="76" y="56"/>
                                    <a:pt x="76" y="57"/>
                                  </a:cubicBezTo>
                                  <a:cubicBezTo>
                                    <a:pt x="75" y="57"/>
                                    <a:pt x="76" y="57"/>
                                    <a:pt x="76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6" y="59"/>
                                    <a:pt x="76" y="59"/>
                                  </a:cubicBezTo>
                                  <a:cubicBezTo>
                                    <a:pt x="76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6" y="60"/>
                                    <a:pt x="76" y="61"/>
                                  </a:cubicBezTo>
                                  <a:cubicBezTo>
                                    <a:pt x="75" y="61"/>
                                    <a:pt x="74" y="60"/>
                                    <a:pt x="74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9"/>
                                  </a:cubicBezTo>
                                  <a:cubicBezTo>
                                    <a:pt x="73" y="59"/>
                                    <a:pt x="73" y="60"/>
                                    <a:pt x="73" y="60"/>
                                  </a:cubicBezTo>
                                  <a:cubicBezTo>
                                    <a:pt x="73" y="60"/>
                                    <a:pt x="74" y="60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3" y="61"/>
                                    <a:pt x="73" y="61"/>
                                    <a:pt x="73" y="61"/>
                                  </a:cubicBezTo>
                                  <a:cubicBezTo>
                                    <a:pt x="73" y="62"/>
                                    <a:pt x="74" y="62"/>
                                    <a:pt x="74" y="62"/>
                                  </a:cubicBezTo>
                                  <a:cubicBezTo>
                                    <a:pt x="74" y="63"/>
                                    <a:pt x="73" y="63"/>
                                    <a:pt x="73" y="63"/>
                                  </a:cubicBezTo>
                                  <a:cubicBezTo>
                                    <a:pt x="72" y="63"/>
                                    <a:pt x="71" y="63"/>
                                    <a:pt x="71" y="63"/>
                                  </a:cubicBezTo>
                                  <a:cubicBezTo>
                                    <a:pt x="70" y="63"/>
                                    <a:pt x="70" y="64"/>
                                    <a:pt x="70" y="64"/>
                                  </a:cubicBezTo>
                                  <a:cubicBezTo>
                                    <a:pt x="70" y="64"/>
                                    <a:pt x="69" y="64"/>
                                    <a:pt x="69" y="64"/>
                                  </a:cubicBezTo>
                                  <a:cubicBezTo>
                                    <a:pt x="68" y="65"/>
                                    <a:pt x="69" y="65"/>
                                    <a:pt x="70" y="65"/>
                                  </a:cubicBezTo>
                                  <a:cubicBezTo>
                                    <a:pt x="70" y="66"/>
                                    <a:pt x="70" y="66"/>
                                    <a:pt x="70" y="66"/>
                                  </a:cubicBezTo>
                                  <a:cubicBezTo>
                                    <a:pt x="70" y="66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9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70"/>
                                  </a:cubicBezTo>
                                  <a:cubicBezTo>
                                    <a:pt x="69" y="70"/>
                                    <a:pt x="69" y="70"/>
                                    <a:pt x="69" y="71"/>
                                  </a:cubicBezTo>
                                  <a:cubicBezTo>
                                    <a:pt x="69" y="71"/>
                                    <a:pt x="68" y="70"/>
                                    <a:pt x="68" y="71"/>
                                  </a:cubicBezTo>
                                  <a:cubicBezTo>
                                    <a:pt x="68" y="72"/>
                                    <a:pt x="68" y="72"/>
                                    <a:pt x="68" y="73"/>
                                  </a:cubicBezTo>
                                  <a:cubicBezTo>
                                    <a:pt x="67" y="72"/>
                                    <a:pt x="67" y="72"/>
                                    <a:pt x="67" y="73"/>
                                  </a:cubicBezTo>
                                  <a:cubicBezTo>
                                    <a:pt x="67" y="73"/>
                                    <a:pt x="68" y="73"/>
                                    <a:pt x="68" y="73"/>
                                  </a:cubicBezTo>
                                  <a:cubicBezTo>
                                    <a:pt x="68" y="73"/>
                                    <a:pt x="69" y="73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69" y="74"/>
                                  </a:cubicBezTo>
                                  <a:cubicBezTo>
                                    <a:pt x="69" y="74"/>
                                    <a:pt x="69" y="75"/>
                                    <a:pt x="69" y="75"/>
                                  </a:cubicBezTo>
                                  <a:cubicBezTo>
                                    <a:pt x="68" y="75"/>
                                    <a:pt x="68" y="74"/>
                                    <a:pt x="68" y="74"/>
                                  </a:cubicBezTo>
                                  <a:cubicBezTo>
                                    <a:pt x="67" y="75"/>
                                    <a:pt x="68" y="75"/>
                                    <a:pt x="68" y="76"/>
                                  </a:cubicBezTo>
                                  <a:cubicBezTo>
                                    <a:pt x="69" y="76"/>
                                    <a:pt x="69" y="76"/>
                                    <a:pt x="69" y="77"/>
                                  </a:cubicBezTo>
                                  <a:cubicBezTo>
                                    <a:pt x="69" y="76"/>
                                    <a:pt x="69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69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0" y="77"/>
                                    <a:pt x="70" y="78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0" y="79"/>
                                    <a:pt x="70" y="79"/>
                                  </a:cubicBezTo>
                                  <a:cubicBezTo>
                                    <a:pt x="70" y="80"/>
                                    <a:pt x="69" y="81"/>
                                    <a:pt x="69" y="80"/>
                                  </a:cubicBezTo>
                                  <a:cubicBezTo>
                                    <a:pt x="69" y="80"/>
                                    <a:pt x="69" y="80"/>
                                    <a:pt x="69" y="81"/>
                                  </a:cubicBezTo>
                                  <a:cubicBezTo>
                                    <a:pt x="69" y="81"/>
                                    <a:pt x="68" y="81"/>
                                    <a:pt x="68" y="81"/>
                                  </a:cubicBezTo>
                                  <a:cubicBezTo>
                                    <a:pt x="68" y="81"/>
                                    <a:pt x="68" y="82"/>
                                    <a:pt x="68" y="82"/>
                                  </a:cubicBezTo>
                                  <a:cubicBezTo>
                                    <a:pt x="67" y="82"/>
                                    <a:pt x="67" y="82"/>
                                    <a:pt x="67" y="83"/>
                                  </a:cubicBezTo>
                                  <a:cubicBezTo>
                                    <a:pt x="67" y="83"/>
                                    <a:pt x="66" y="84"/>
                                    <a:pt x="66" y="84"/>
                                  </a:cubicBezTo>
                                  <a:cubicBezTo>
                                    <a:pt x="66" y="85"/>
                                    <a:pt x="66" y="86"/>
                                    <a:pt x="65" y="87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65" y="88"/>
                                    <a:pt x="65" y="88"/>
                                    <a:pt x="65" y="89"/>
                                  </a:cubicBezTo>
                                  <a:cubicBezTo>
                                    <a:pt x="65" y="89"/>
                                    <a:pt x="65" y="88"/>
                                    <a:pt x="64" y="88"/>
                                  </a:cubicBezTo>
                                  <a:cubicBezTo>
                                    <a:pt x="64" y="88"/>
                                    <a:pt x="64" y="89"/>
                                    <a:pt x="64" y="89"/>
                                  </a:cubicBezTo>
                                  <a:cubicBezTo>
                                    <a:pt x="63" y="89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3" y="91"/>
                                    <a:pt x="62" y="90"/>
                                  </a:cubicBezTo>
                                  <a:cubicBezTo>
                                    <a:pt x="62" y="90"/>
                                    <a:pt x="62" y="89"/>
                                    <a:pt x="62" y="90"/>
                                  </a:cubicBezTo>
                                  <a:cubicBezTo>
                                    <a:pt x="62" y="90"/>
                                    <a:pt x="62" y="90"/>
                                    <a:pt x="62" y="90"/>
                                  </a:cubicBezTo>
                                  <a:cubicBezTo>
                                    <a:pt x="61" y="91"/>
                                    <a:pt x="61" y="91"/>
                                    <a:pt x="61" y="91"/>
                                  </a:cubicBezTo>
                                  <a:cubicBezTo>
                                    <a:pt x="60" y="91"/>
                                    <a:pt x="60" y="91"/>
                                    <a:pt x="60" y="91"/>
                                  </a:cubicBezTo>
                                  <a:cubicBezTo>
                                    <a:pt x="60" y="91"/>
                                    <a:pt x="59" y="92"/>
                                    <a:pt x="59" y="92"/>
                                  </a:cubicBezTo>
                                  <a:cubicBezTo>
                                    <a:pt x="58" y="93"/>
                                    <a:pt x="58" y="95"/>
                                    <a:pt x="57" y="93"/>
                                  </a:cubicBezTo>
                                  <a:cubicBezTo>
                                    <a:pt x="57" y="93"/>
                                    <a:pt x="57" y="92"/>
                                    <a:pt x="56" y="92"/>
                                  </a:cubicBezTo>
                                  <a:cubicBezTo>
                                    <a:pt x="56" y="92"/>
                                    <a:pt x="57" y="94"/>
                                    <a:pt x="57" y="94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5" y="94"/>
                                    <a:pt x="55" y="94"/>
                                  </a:cubicBezTo>
                                  <a:cubicBezTo>
                                    <a:pt x="55" y="94"/>
                                    <a:pt x="55" y="95"/>
                                    <a:pt x="55" y="95"/>
                                  </a:cubicBezTo>
                                  <a:cubicBezTo>
                                    <a:pt x="55" y="96"/>
                                    <a:pt x="55" y="96"/>
                                    <a:pt x="54" y="96"/>
                                  </a:cubicBezTo>
                                  <a:cubicBezTo>
                                    <a:pt x="54" y="96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4" y="98"/>
                                    <a:pt x="53" y="98"/>
                                  </a:cubicBezTo>
                                  <a:cubicBezTo>
                                    <a:pt x="53" y="98"/>
                                    <a:pt x="53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2" y="98"/>
                                  </a:cubicBezTo>
                                  <a:cubicBezTo>
                                    <a:pt x="52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9"/>
                                  </a:cubicBezTo>
                                  <a:cubicBezTo>
                                    <a:pt x="51" y="99"/>
                                    <a:pt x="50" y="99"/>
                                    <a:pt x="50" y="99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49" y="100"/>
                                    <a:pt x="49" y="100"/>
                                    <a:pt x="48" y="101"/>
                                  </a:cubicBezTo>
                                  <a:cubicBezTo>
                                    <a:pt x="49" y="101"/>
                                    <a:pt x="50" y="101"/>
                                    <a:pt x="50" y="101"/>
                                  </a:cubicBezTo>
                                  <a:cubicBezTo>
                                    <a:pt x="50" y="101"/>
                                    <a:pt x="49" y="101"/>
                                    <a:pt x="49" y="102"/>
                                  </a:cubicBezTo>
                                  <a:cubicBezTo>
                                    <a:pt x="50" y="102"/>
                                    <a:pt x="50" y="102"/>
                                    <a:pt x="50" y="103"/>
                                  </a:cubicBezTo>
                                  <a:cubicBezTo>
                                    <a:pt x="50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8" y="103"/>
                                  </a:cubicBezTo>
                                  <a:cubicBezTo>
                                    <a:pt x="48" y="103"/>
                                    <a:pt x="48" y="103"/>
                                    <a:pt x="48" y="103"/>
                                  </a:cubicBezTo>
                                  <a:cubicBezTo>
                                    <a:pt x="48" y="104"/>
                                    <a:pt x="47" y="103"/>
                                    <a:pt x="47" y="103"/>
                                  </a:cubicBezTo>
                                  <a:cubicBezTo>
                                    <a:pt x="46" y="104"/>
                                    <a:pt x="46" y="101"/>
                                    <a:pt x="45" y="101"/>
                                  </a:cubicBezTo>
                                  <a:cubicBezTo>
                                    <a:pt x="45" y="102"/>
                                    <a:pt x="45" y="102"/>
                                    <a:pt x="46" y="103"/>
                                  </a:cubicBezTo>
                                  <a:cubicBezTo>
                                    <a:pt x="46" y="104"/>
                                    <a:pt x="47" y="105"/>
                                    <a:pt x="47" y="105"/>
                                  </a:cubicBezTo>
                                  <a:cubicBezTo>
                                    <a:pt x="46" y="105"/>
                                    <a:pt x="46" y="105"/>
                                    <a:pt x="46" y="106"/>
                                  </a:cubicBezTo>
                                  <a:cubicBezTo>
                                    <a:pt x="46" y="106"/>
                                    <a:pt x="46" y="106"/>
                                    <a:pt x="46" y="106"/>
                                  </a:cubicBezTo>
                                  <a:cubicBezTo>
                                    <a:pt x="47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7"/>
                                    <a:pt x="46" y="108"/>
                                    <a:pt x="46" y="108"/>
                                  </a:cubicBezTo>
                                  <a:cubicBezTo>
                                    <a:pt x="45" y="108"/>
                                    <a:pt x="45" y="108"/>
                                    <a:pt x="45" y="108"/>
                                  </a:cubicBezTo>
                                  <a:cubicBezTo>
                                    <a:pt x="45" y="108"/>
                                    <a:pt x="45" y="108"/>
                                    <a:pt x="44" y="108"/>
                                  </a:cubicBezTo>
                                  <a:cubicBezTo>
                                    <a:pt x="44" y="108"/>
                                    <a:pt x="45" y="109"/>
                                    <a:pt x="44" y="109"/>
                                  </a:cubicBezTo>
                                  <a:cubicBezTo>
                                    <a:pt x="44" y="109"/>
                                    <a:pt x="44" y="109"/>
                                    <a:pt x="44" y="109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9"/>
                                  </a:cubicBezTo>
                                  <a:cubicBezTo>
                                    <a:pt x="42" y="109"/>
                                    <a:pt x="42" y="110"/>
                                    <a:pt x="42" y="110"/>
                                  </a:cubicBezTo>
                                  <a:cubicBezTo>
                                    <a:pt x="42" y="110"/>
                                    <a:pt x="43" y="110"/>
                                    <a:pt x="43" y="111"/>
                                  </a:cubicBezTo>
                                  <a:cubicBezTo>
                                    <a:pt x="43" y="111"/>
                                    <a:pt x="43" y="111"/>
                                    <a:pt x="43" y="111"/>
                                  </a:cubicBezTo>
                                  <a:cubicBezTo>
                                    <a:pt x="43" y="111"/>
                                    <a:pt x="44" y="111"/>
                                    <a:pt x="44" y="112"/>
                                  </a:cubicBezTo>
                                  <a:cubicBezTo>
                                    <a:pt x="44" y="112"/>
                                    <a:pt x="44" y="112"/>
                                    <a:pt x="43" y="112"/>
                                  </a:cubicBezTo>
                                  <a:cubicBezTo>
                                    <a:pt x="43" y="113"/>
                                    <a:pt x="43" y="113"/>
                                    <a:pt x="43" y="113"/>
                                  </a:cubicBezTo>
                                  <a:cubicBezTo>
                                    <a:pt x="43" y="114"/>
                                    <a:pt x="43" y="115"/>
                                    <a:pt x="43" y="115"/>
                                  </a:cubicBezTo>
                                  <a:cubicBezTo>
                                    <a:pt x="43" y="115"/>
                                    <a:pt x="42" y="116"/>
                                    <a:pt x="42" y="116"/>
                                  </a:cubicBezTo>
                                  <a:cubicBezTo>
                                    <a:pt x="42" y="117"/>
                                    <a:pt x="42" y="116"/>
                                    <a:pt x="42" y="117"/>
                                  </a:cubicBezTo>
                                  <a:cubicBezTo>
                                    <a:pt x="42" y="117"/>
                                    <a:pt x="42" y="117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9"/>
                                    <a:pt x="43" y="119"/>
                                    <a:pt x="43" y="119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2" y="120"/>
                                    <a:pt x="42" y="119"/>
                                    <a:pt x="42" y="119"/>
                                  </a:cubicBezTo>
                                  <a:cubicBezTo>
                                    <a:pt x="41" y="119"/>
                                    <a:pt x="42" y="120"/>
                                    <a:pt x="42" y="120"/>
                                  </a:cubicBezTo>
                                  <a:cubicBezTo>
                                    <a:pt x="41" y="120"/>
                                    <a:pt x="42" y="121"/>
                                    <a:pt x="41" y="121"/>
                                  </a:cubicBezTo>
                                  <a:cubicBezTo>
                                    <a:pt x="40" y="122"/>
                                    <a:pt x="41" y="122"/>
                                    <a:pt x="41" y="122"/>
                                  </a:cubicBezTo>
                                  <a:cubicBezTo>
                                    <a:pt x="41" y="123"/>
                                    <a:pt x="41" y="123"/>
                                    <a:pt x="41" y="124"/>
                                  </a:cubicBezTo>
                                  <a:cubicBezTo>
                                    <a:pt x="42" y="125"/>
                                    <a:pt x="41" y="125"/>
                                    <a:pt x="41" y="126"/>
                                  </a:cubicBezTo>
                                  <a:cubicBezTo>
                                    <a:pt x="41" y="126"/>
                                    <a:pt x="41" y="126"/>
                                    <a:pt x="41" y="127"/>
                                  </a:cubicBezTo>
                                  <a:cubicBezTo>
                                    <a:pt x="41" y="127"/>
                                    <a:pt x="41" y="127"/>
                                    <a:pt x="41" y="128"/>
                                  </a:cubicBezTo>
                                  <a:cubicBezTo>
                                    <a:pt x="41" y="128"/>
                                    <a:pt x="41" y="129"/>
                                    <a:pt x="41" y="129"/>
                                  </a:cubicBezTo>
                                  <a:cubicBezTo>
                                    <a:pt x="41" y="130"/>
                                    <a:pt x="41" y="130"/>
                                    <a:pt x="42" y="131"/>
                                  </a:cubicBezTo>
                                  <a:cubicBezTo>
                                    <a:pt x="42" y="132"/>
                                    <a:pt x="42" y="133"/>
                                    <a:pt x="42" y="133"/>
                                  </a:cubicBezTo>
                                  <a:cubicBezTo>
                                    <a:pt x="42" y="133"/>
                                    <a:pt x="41" y="133"/>
                                    <a:pt x="41" y="134"/>
                                  </a:cubicBezTo>
                                  <a:cubicBezTo>
                                    <a:pt x="41" y="134"/>
                                    <a:pt x="42" y="135"/>
                                    <a:pt x="42" y="135"/>
                                  </a:cubicBezTo>
                                  <a:cubicBezTo>
                                    <a:pt x="43" y="135"/>
                                    <a:pt x="43" y="134"/>
                                    <a:pt x="44" y="134"/>
                                  </a:cubicBezTo>
                                  <a:cubicBezTo>
                                    <a:pt x="44" y="135"/>
                                    <a:pt x="44" y="135"/>
                                    <a:pt x="44" y="136"/>
                                  </a:cubicBezTo>
                                  <a:cubicBezTo>
                                    <a:pt x="44" y="136"/>
                                    <a:pt x="44" y="137"/>
                                    <a:pt x="45" y="136"/>
                                  </a:cubicBezTo>
                                  <a:cubicBezTo>
                                    <a:pt x="45" y="136"/>
                                    <a:pt x="45" y="135"/>
                                    <a:pt x="45" y="135"/>
                                  </a:cubicBezTo>
                                  <a:cubicBezTo>
                                    <a:pt x="46" y="135"/>
                                    <a:pt x="46" y="135"/>
                                    <a:pt x="46" y="135"/>
                                  </a:cubicBezTo>
                                  <a:cubicBezTo>
                                    <a:pt x="47" y="136"/>
                                    <a:pt x="46" y="136"/>
                                    <a:pt x="46" y="136"/>
                                  </a:cubicBezTo>
                                  <a:cubicBezTo>
                                    <a:pt x="47" y="136"/>
                                    <a:pt x="47" y="137"/>
                                    <a:pt x="47" y="137"/>
                                  </a:cubicBezTo>
                                  <a:cubicBezTo>
                                    <a:pt x="47" y="137"/>
                                    <a:pt x="48" y="137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9" y="139"/>
                                    <a:pt x="49" y="138"/>
                                    <a:pt x="49" y="137"/>
                                  </a:cubicBezTo>
                                  <a:cubicBezTo>
                                    <a:pt x="49" y="137"/>
                                    <a:pt x="49" y="136"/>
                                    <a:pt x="49" y="136"/>
                                  </a:cubicBezTo>
                                  <a:cubicBezTo>
                                    <a:pt x="50" y="137"/>
                                    <a:pt x="50" y="138"/>
                                    <a:pt x="50" y="138"/>
                                  </a:cubicBezTo>
                                  <a:cubicBezTo>
                                    <a:pt x="50" y="138"/>
                                    <a:pt x="51" y="138"/>
                                    <a:pt x="50" y="139"/>
                                  </a:cubicBezTo>
                                  <a:cubicBezTo>
                                    <a:pt x="50" y="139"/>
                                    <a:pt x="50" y="139"/>
                                    <a:pt x="50" y="139"/>
                                  </a:cubicBezTo>
                                  <a:cubicBezTo>
                                    <a:pt x="49" y="139"/>
                                    <a:pt x="51" y="139"/>
                                    <a:pt x="50" y="140"/>
                                  </a:cubicBezTo>
                                  <a:cubicBezTo>
                                    <a:pt x="50" y="140"/>
                                    <a:pt x="49" y="140"/>
                                    <a:pt x="50" y="140"/>
                                  </a:cubicBezTo>
                                  <a:cubicBezTo>
                                    <a:pt x="50" y="141"/>
                                    <a:pt x="50" y="141"/>
                                    <a:pt x="50" y="141"/>
                                  </a:cubicBezTo>
                                  <a:cubicBezTo>
                                    <a:pt x="50" y="141"/>
                                    <a:pt x="50" y="141"/>
                                    <a:pt x="50" y="142"/>
                                  </a:cubicBezTo>
                                  <a:cubicBezTo>
                                    <a:pt x="51" y="142"/>
                                    <a:pt x="51" y="141"/>
                                    <a:pt x="51" y="141"/>
                                  </a:cubicBezTo>
                                  <a:cubicBezTo>
                                    <a:pt x="52" y="141"/>
                                    <a:pt x="52" y="143"/>
                                    <a:pt x="53" y="144"/>
                                  </a:cubicBezTo>
                                  <a:cubicBezTo>
                                    <a:pt x="53" y="144"/>
                                    <a:pt x="54" y="145"/>
                                    <a:pt x="53" y="145"/>
                                  </a:cubicBezTo>
                                  <a:cubicBezTo>
                                    <a:pt x="53" y="145"/>
                                    <a:pt x="52" y="145"/>
                                    <a:pt x="52" y="146"/>
                                  </a:cubicBezTo>
                                  <a:cubicBezTo>
                                    <a:pt x="52" y="146"/>
                                    <a:pt x="53" y="146"/>
                                    <a:pt x="54" y="146"/>
                                  </a:cubicBezTo>
                                  <a:cubicBezTo>
                                    <a:pt x="54" y="147"/>
                                    <a:pt x="53" y="147"/>
                                    <a:pt x="53" y="147"/>
                                  </a:cubicBezTo>
                                  <a:cubicBezTo>
                                    <a:pt x="52" y="147"/>
                                    <a:pt x="52" y="148"/>
                                    <a:pt x="51" y="148"/>
                                  </a:cubicBezTo>
                                  <a:cubicBezTo>
                                    <a:pt x="50" y="148"/>
                                    <a:pt x="50" y="150"/>
                                    <a:pt x="49" y="150"/>
                                  </a:cubicBezTo>
                                  <a:cubicBezTo>
                                    <a:pt x="49" y="150"/>
                                    <a:pt x="49" y="150"/>
                                    <a:pt x="48" y="151"/>
                                  </a:cubicBezTo>
                                  <a:cubicBezTo>
                                    <a:pt x="48" y="151"/>
                                    <a:pt x="47" y="151"/>
                                    <a:pt x="47" y="152"/>
                                  </a:cubicBezTo>
                                  <a:cubicBezTo>
                                    <a:pt x="45" y="152"/>
                                    <a:pt x="45" y="150"/>
                                    <a:pt x="44" y="150"/>
                                  </a:cubicBezTo>
                                  <a:cubicBezTo>
                                    <a:pt x="44" y="149"/>
                                    <a:pt x="44" y="149"/>
                                    <a:pt x="43" y="149"/>
                                  </a:cubicBezTo>
                                  <a:cubicBezTo>
                                    <a:pt x="43" y="149"/>
                                    <a:pt x="43" y="149"/>
                                    <a:pt x="43" y="149"/>
                                  </a:cubicBezTo>
                                  <a:cubicBezTo>
                                    <a:pt x="42" y="149"/>
                                    <a:pt x="43" y="149"/>
                                    <a:pt x="42" y="150"/>
                                  </a:cubicBezTo>
                                  <a:cubicBezTo>
                                    <a:pt x="41" y="150"/>
                                    <a:pt x="41" y="149"/>
                                    <a:pt x="40" y="149"/>
                                  </a:cubicBezTo>
                                  <a:cubicBezTo>
                                    <a:pt x="40" y="148"/>
                                    <a:pt x="40" y="148"/>
                                    <a:pt x="39" y="149"/>
                                  </a:cubicBezTo>
                                  <a:cubicBezTo>
                                    <a:pt x="39" y="148"/>
                                    <a:pt x="38" y="149"/>
                                    <a:pt x="38" y="149"/>
                                  </a:cubicBezTo>
                                  <a:cubicBezTo>
                                    <a:pt x="37" y="149"/>
                                    <a:pt x="36" y="147"/>
                                    <a:pt x="36" y="149"/>
                                  </a:cubicBezTo>
                                  <a:cubicBezTo>
                                    <a:pt x="36" y="149"/>
                                    <a:pt x="36" y="149"/>
                                    <a:pt x="36" y="149"/>
                                  </a:cubicBezTo>
                                  <a:cubicBezTo>
                                    <a:pt x="36" y="150"/>
                                    <a:pt x="35" y="150"/>
                                    <a:pt x="35" y="150"/>
                                  </a:cubicBezTo>
                                  <a:cubicBezTo>
                                    <a:pt x="35" y="150"/>
                                    <a:pt x="33" y="149"/>
                                    <a:pt x="33" y="149"/>
                                  </a:cubicBezTo>
                                  <a:cubicBezTo>
                                    <a:pt x="32" y="150"/>
                                    <a:pt x="34" y="150"/>
                                    <a:pt x="35" y="150"/>
                                  </a:cubicBezTo>
                                  <a:cubicBezTo>
                                    <a:pt x="36" y="150"/>
                                    <a:pt x="37" y="150"/>
                                    <a:pt x="38" y="150"/>
                                  </a:cubicBezTo>
                                  <a:cubicBezTo>
                                    <a:pt x="38" y="151"/>
                                    <a:pt x="39" y="152"/>
                                    <a:pt x="39" y="151"/>
                                  </a:cubicBezTo>
                                  <a:cubicBezTo>
                                    <a:pt x="39" y="150"/>
                                    <a:pt x="38" y="150"/>
                                    <a:pt x="38" y="150"/>
                                  </a:cubicBezTo>
                                  <a:cubicBezTo>
                                    <a:pt x="39" y="149"/>
                                    <a:pt x="40" y="151"/>
                                    <a:pt x="40" y="151"/>
                                  </a:cubicBezTo>
                                  <a:cubicBezTo>
                                    <a:pt x="41" y="151"/>
                                    <a:pt x="41" y="151"/>
                                    <a:pt x="41" y="152"/>
                                  </a:cubicBezTo>
                                  <a:cubicBezTo>
                                    <a:pt x="42" y="152"/>
                                    <a:pt x="42" y="152"/>
                                    <a:pt x="42" y="153"/>
                                  </a:cubicBezTo>
                                  <a:cubicBezTo>
                                    <a:pt x="42" y="153"/>
                                    <a:pt x="42" y="152"/>
                                    <a:pt x="43" y="152"/>
                                  </a:cubicBezTo>
                                  <a:cubicBezTo>
                                    <a:pt x="43" y="152"/>
                                    <a:pt x="43" y="153"/>
                                    <a:pt x="44" y="153"/>
                                  </a:cubicBezTo>
                                  <a:cubicBezTo>
                                    <a:pt x="44" y="153"/>
                                    <a:pt x="44" y="153"/>
                                    <a:pt x="45" y="153"/>
                                  </a:cubicBezTo>
                                  <a:cubicBezTo>
                                    <a:pt x="45" y="153"/>
                                    <a:pt x="45" y="153"/>
                                    <a:pt x="46" y="153"/>
                                  </a:cubicBezTo>
                                  <a:cubicBezTo>
                                    <a:pt x="46" y="152"/>
                                    <a:pt x="46" y="152"/>
                                    <a:pt x="46" y="152"/>
                                  </a:cubicBezTo>
                                  <a:cubicBezTo>
                                    <a:pt x="47" y="152"/>
                                    <a:pt x="47" y="152"/>
                                    <a:pt x="47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3"/>
                                    <a:pt x="48" y="153"/>
                                  </a:cubicBezTo>
                                  <a:cubicBezTo>
                                    <a:pt x="49" y="153"/>
                                    <a:pt x="49" y="153"/>
                                    <a:pt x="49" y="154"/>
                                  </a:cubicBezTo>
                                  <a:cubicBezTo>
                                    <a:pt x="49" y="154"/>
                                    <a:pt x="49" y="155"/>
                                    <a:pt x="49" y="155"/>
                                  </a:cubicBezTo>
                                  <a:cubicBezTo>
                                    <a:pt x="48" y="155"/>
                                    <a:pt x="48" y="155"/>
                                    <a:pt x="47" y="155"/>
                                  </a:cubicBezTo>
                                  <a:cubicBezTo>
                                    <a:pt x="47" y="156"/>
                                    <a:pt x="47" y="156"/>
                                    <a:pt x="46" y="156"/>
                                  </a:cubicBezTo>
                                  <a:cubicBezTo>
                                    <a:pt x="46" y="157"/>
                                    <a:pt x="46" y="157"/>
                                    <a:pt x="46" y="157"/>
                                  </a:cubicBezTo>
                                  <a:cubicBezTo>
                                    <a:pt x="45" y="157"/>
                                    <a:pt x="45" y="157"/>
                                    <a:pt x="45" y="157"/>
                                  </a:cubicBezTo>
                                  <a:cubicBezTo>
                                    <a:pt x="45" y="156"/>
                                    <a:pt x="45" y="155"/>
                                    <a:pt x="45" y="154"/>
                                  </a:cubicBezTo>
                                  <a:cubicBezTo>
                                    <a:pt x="44" y="155"/>
                                    <a:pt x="44" y="156"/>
                                    <a:pt x="44" y="157"/>
                                  </a:cubicBezTo>
                                  <a:cubicBezTo>
                                    <a:pt x="44" y="157"/>
                                    <a:pt x="44" y="157"/>
                                    <a:pt x="44" y="157"/>
                                  </a:cubicBezTo>
                                  <a:cubicBezTo>
                                    <a:pt x="44" y="158"/>
                                    <a:pt x="44" y="158"/>
                                    <a:pt x="43" y="158"/>
                                  </a:cubicBezTo>
                                  <a:cubicBezTo>
                                    <a:pt x="43" y="159"/>
                                    <a:pt x="42" y="160"/>
                                    <a:pt x="41" y="159"/>
                                  </a:cubicBezTo>
                                  <a:cubicBezTo>
                                    <a:pt x="40" y="160"/>
                                    <a:pt x="40" y="160"/>
                                    <a:pt x="40" y="160"/>
                                  </a:cubicBezTo>
                                  <a:cubicBezTo>
                                    <a:pt x="40" y="161"/>
                                    <a:pt x="40" y="161"/>
                                    <a:pt x="40" y="161"/>
                                  </a:cubicBezTo>
                                  <a:cubicBezTo>
                                    <a:pt x="39" y="161"/>
                                    <a:pt x="39" y="161"/>
                                    <a:pt x="38" y="161"/>
                                  </a:cubicBezTo>
                                  <a:cubicBezTo>
                                    <a:pt x="37" y="161"/>
                                    <a:pt x="36" y="161"/>
                                    <a:pt x="36" y="161"/>
                                  </a:cubicBezTo>
                                  <a:cubicBezTo>
                                    <a:pt x="35" y="161"/>
                                    <a:pt x="34" y="161"/>
                                    <a:pt x="35" y="161"/>
                                  </a:cubicBezTo>
                                  <a:cubicBezTo>
                                    <a:pt x="35" y="161"/>
                                    <a:pt x="37" y="161"/>
                                    <a:pt x="37" y="161"/>
                                  </a:cubicBezTo>
                                  <a:cubicBezTo>
                                    <a:pt x="38" y="162"/>
                                    <a:pt x="39" y="162"/>
                                    <a:pt x="39" y="162"/>
                                  </a:cubicBezTo>
                                  <a:cubicBezTo>
                                    <a:pt x="40" y="164"/>
                                    <a:pt x="37" y="163"/>
                                    <a:pt x="36" y="163"/>
                                  </a:cubicBezTo>
                                  <a:cubicBezTo>
                                    <a:pt x="36" y="163"/>
                                    <a:pt x="38" y="164"/>
                                    <a:pt x="38" y="164"/>
                                  </a:cubicBezTo>
                                  <a:cubicBezTo>
                                    <a:pt x="38" y="164"/>
                                    <a:pt x="39" y="164"/>
                                    <a:pt x="39" y="165"/>
                                  </a:cubicBezTo>
                                  <a:cubicBezTo>
                                    <a:pt x="39" y="165"/>
                                    <a:pt x="39" y="165"/>
                                    <a:pt x="38" y="165"/>
                                  </a:cubicBezTo>
                                  <a:cubicBezTo>
                                    <a:pt x="38" y="166"/>
                                    <a:pt x="38" y="166"/>
                                    <a:pt x="39" y="166"/>
                                  </a:cubicBezTo>
                                  <a:cubicBezTo>
                                    <a:pt x="39" y="167"/>
                                    <a:pt x="39" y="167"/>
                                    <a:pt x="38" y="167"/>
                                  </a:cubicBezTo>
                                  <a:cubicBezTo>
                                    <a:pt x="38" y="167"/>
                                    <a:pt x="38" y="166"/>
                                    <a:pt x="37" y="166"/>
                                  </a:cubicBezTo>
                                  <a:cubicBezTo>
                                    <a:pt x="37" y="167"/>
                                    <a:pt x="38" y="168"/>
                                    <a:pt x="38" y="168"/>
                                  </a:cubicBezTo>
                                  <a:cubicBezTo>
                                    <a:pt x="38" y="169"/>
                                    <a:pt x="38" y="169"/>
                                    <a:pt x="38" y="169"/>
                                  </a:cubicBezTo>
                                  <a:cubicBezTo>
                                    <a:pt x="38" y="170"/>
                                    <a:pt x="38" y="170"/>
                                    <a:pt x="38" y="170"/>
                                  </a:cubicBezTo>
                                  <a:cubicBezTo>
                                    <a:pt x="37" y="171"/>
                                    <a:pt x="37" y="170"/>
                                    <a:pt x="37" y="169"/>
                                  </a:cubicBezTo>
                                  <a:cubicBezTo>
                                    <a:pt x="36" y="170"/>
                                    <a:pt x="37" y="170"/>
                                    <a:pt x="37" y="170"/>
                                  </a:cubicBezTo>
                                  <a:cubicBezTo>
                                    <a:pt x="37" y="170"/>
                                    <a:pt x="36" y="170"/>
                                    <a:pt x="36" y="170"/>
                                  </a:cubicBezTo>
                                  <a:cubicBezTo>
                                    <a:pt x="36" y="171"/>
                                    <a:pt x="37" y="171"/>
                                    <a:pt x="37" y="172"/>
                                  </a:cubicBezTo>
                                  <a:cubicBezTo>
                                    <a:pt x="37" y="172"/>
                                    <a:pt x="38" y="173"/>
                                    <a:pt x="38" y="173"/>
                                  </a:cubicBezTo>
                                  <a:cubicBezTo>
                                    <a:pt x="38" y="173"/>
                                    <a:pt x="37" y="173"/>
                                    <a:pt x="37" y="173"/>
                                  </a:cubicBezTo>
                                  <a:cubicBezTo>
                                    <a:pt x="37" y="173"/>
                                    <a:pt x="37" y="174"/>
                                    <a:pt x="37" y="174"/>
                                  </a:cubicBezTo>
                                  <a:cubicBezTo>
                                    <a:pt x="37" y="174"/>
                                    <a:pt x="36" y="174"/>
                                    <a:pt x="36" y="174"/>
                                  </a:cubicBezTo>
                                  <a:cubicBezTo>
                                    <a:pt x="36" y="175"/>
                                    <a:pt x="37" y="175"/>
                                    <a:pt x="37" y="175"/>
                                  </a:cubicBezTo>
                                  <a:cubicBezTo>
                                    <a:pt x="38" y="175"/>
                                    <a:pt x="38" y="176"/>
                                    <a:pt x="38" y="176"/>
                                  </a:cubicBezTo>
                                  <a:cubicBezTo>
                                    <a:pt x="37" y="177"/>
                                    <a:pt x="37" y="177"/>
                                    <a:pt x="37" y="177"/>
                                  </a:cubicBezTo>
                                  <a:cubicBezTo>
                                    <a:pt x="37" y="177"/>
                                    <a:pt x="37" y="177"/>
                                    <a:pt x="37" y="178"/>
                                  </a:cubicBezTo>
                                  <a:cubicBezTo>
                                    <a:pt x="36" y="178"/>
                                    <a:pt x="36" y="179"/>
                                    <a:pt x="36" y="180"/>
                                  </a:cubicBezTo>
                                  <a:cubicBezTo>
                                    <a:pt x="36" y="180"/>
                                    <a:pt x="38" y="181"/>
                                    <a:pt x="36" y="181"/>
                                  </a:cubicBezTo>
                                  <a:cubicBezTo>
                                    <a:pt x="36" y="182"/>
                                    <a:pt x="36" y="183"/>
                                    <a:pt x="36" y="183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6"/>
                                  </a:cubicBezTo>
                                  <a:cubicBezTo>
                                    <a:pt x="35" y="186"/>
                                    <a:pt x="35" y="186"/>
                                    <a:pt x="35" y="187"/>
                                  </a:cubicBezTo>
                                  <a:cubicBezTo>
                                    <a:pt x="34" y="187"/>
                                    <a:pt x="35" y="187"/>
                                    <a:pt x="34" y="187"/>
                                  </a:cubicBezTo>
                                  <a:cubicBezTo>
                                    <a:pt x="34" y="188"/>
                                    <a:pt x="34" y="188"/>
                                    <a:pt x="34" y="188"/>
                                  </a:cubicBezTo>
                                  <a:cubicBezTo>
                                    <a:pt x="34" y="188"/>
                                    <a:pt x="34" y="189"/>
                                    <a:pt x="34" y="189"/>
                                  </a:cubicBezTo>
                                  <a:cubicBezTo>
                                    <a:pt x="34" y="190"/>
                                    <a:pt x="34" y="190"/>
                                    <a:pt x="33" y="190"/>
                                  </a:cubicBezTo>
                                  <a:cubicBezTo>
                                    <a:pt x="33" y="191"/>
                                    <a:pt x="33" y="191"/>
                                    <a:pt x="33" y="192"/>
                                  </a:cubicBezTo>
                                  <a:cubicBezTo>
                                    <a:pt x="32" y="192"/>
                                    <a:pt x="32" y="193"/>
                                    <a:pt x="32" y="192"/>
                                  </a:cubicBezTo>
                                  <a:cubicBezTo>
                                    <a:pt x="31" y="192"/>
                                    <a:pt x="30" y="191"/>
                                    <a:pt x="30" y="192"/>
                                  </a:cubicBezTo>
                                  <a:cubicBezTo>
                                    <a:pt x="29" y="192"/>
                                    <a:pt x="29" y="192"/>
                                    <a:pt x="29" y="192"/>
                                  </a:cubicBezTo>
                                  <a:cubicBezTo>
                                    <a:pt x="29" y="192"/>
                                    <a:pt x="29" y="192"/>
                                    <a:pt x="28" y="192"/>
                                  </a:cubicBezTo>
                                  <a:cubicBezTo>
                                    <a:pt x="28" y="192"/>
                                    <a:pt x="28" y="192"/>
                                    <a:pt x="28" y="192"/>
                                  </a:cubicBezTo>
                                  <a:cubicBezTo>
                                    <a:pt x="28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6" y="192"/>
                                    <a:pt x="26" y="192"/>
                                  </a:cubicBezTo>
                                  <a:cubicBezTo>
                                    <a:pt x="25" y="192"/>
                                    <a:pt x="25" y="192"/>
                                    <a:pt x="24" y="192"/>
                                  </a:cubicBezTo>
                                  <a:cubicBezTo>
                                    <a:pt x="24" y="192"/>
                                    <a:pt x="25" y="193"/>
                                    <a:pt x="24" y="194"/>
                                  </a:cubicBezTo>
                                  <a:cubicBezTo>
                                    <a:pt x="24" y="194"/>
                                    <a:pt x="23" y="193"/>
                                    <a:pt x="23" y="193"/>
                                  </a:cubicBezTo>
                                  <a:cubicBezTo>
                                    <a:pt x="23" y="193"/>
                                    <a:pt x="23" y="194"/>
                                    <a:pt x="23" y="194"/>
                                  </a:cubicBezTo>
                                  <a:cubicBezTo>
                                    <a:pt x="22" y="195"/>
                                    <a:pt x="21" y="196"/>
                                    <a:pt x="21" y="197"/>
                                  </a:cubicBezTo>
                                  <a:cubicBezTo>
                                    <a:pt x="21" y="198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1"/>
                                    <a:pt x="21" y="201"/>
                                  </a:cubicBezTo>
                                  <a:cubicBezTo>
                                    <a:pt x="20" y="202"/>
                                    <a:pt x="20" y="201"/>
                                    <a:pt x="19" y="201"/>
                                  </a:cubicBezTo>
                                  <a:cubicBezTo>
                                    <a:pt x="19" y="201"/>
                                    <a:pt x="19" y="201"/>
                                    <a:pt x="18" y="201"/>
                                  </a:cubicBezTo>
                                  <a:cubicBezTo>
                                    <a:pt x="17" y="201"/>
                                    <a:pt x="17" y="201"/>
                                    <a:pt x="16" y="201"/>
                                  </a:cubicBezTo>
                                  <a:cubicBezTo>
                                    <a:pt x="15" y="202"/>
                                    <a:pt x="13" y="202"/>
                                    <a:pt x="13" y="201"/>
                                  </a:cubicBezTo>
                                  <a:cubicBezTo>
                                    <a:pt x="13" y="200"/>
                                    <a:pt x="12" y="199"/>
                                    <a:pt x="13" y="199"/>
                                  </a:cubicBezTo>
                                  <a:cubicBezTo>
                                    <a:pt x="13" y="198"/>
                                    <a:pt x="13" y="198"/>
                                    <a:pt x="13" y="198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2" y="197"/>
                                    <a:pt x="12" y="196"/>
                                    <a:pt x="12" y="196"/>
                                  </a:cubicBezTo>
                                  <a:cubicBezTo>
                                    <a:pt x="12" y="195"/>
                                    <a:pt x="12" y="195"/>
                                    <a:pt x="11" y="195"/>
                                  </a:cubicBezTo>
                                  <a:cubicBezTo>
                                    <a:pt x="11" y="194"/>
                                    <a:pt x="11" y="193"/>
                                    <a:pt x="11" y="192"/>
                                  </a:cubicBezTo>
                                  <a:cubicBezTo>
                                    <a:pt x="10" y="192"/>
                                    <a:pt x="10" y="191"/>
                                    <a:pt x="9" y="190"/>
                                  </a:cubicBezTo>
                                  <a:cubicBezTo>
                                    <a:pt x="10" y="190"/>
                                    <a:pt x="11" y="191"/>
                                    <a:pt x="11" y="191"/>
                                  </a:cubicBezTo>
                                  <a:cubicBezTo>
                                    <a:pt x="12" y="191"/>
                                    <a:pt x="12" y="191"/>
                                    <a:pt x="11" y="190"/>
                                  </a:cubicBezTo>
                                  <a:cubicBezTo>
                                    <a:pt x="11" y="190"/>
                                    <a:pt x="10" y="189"/>
                                    <a:pt x="11" y="188"/>
                                  </a:cubicBezTo>
                                  <a:cubicBezTo>
                                    <a:pt x="11" y="188"/>
                                    <a:pt x="12" y="189"/>
                                    <a:pt x="12" y="188"/>
                                  </a:cubicBezTo>
                                  <a:cubicBezTo>
                                    <a:pt x="12" y="187"/>
                                    <a:pt x="12" y="187"/>
                                    <a:pt x="12" y="186"/>
                                  </a:cubicBezTo>
                                  <a:cubicBezTo>
                                    <a:pt x="12" y="186"/>
                                    <a:pt x="12" y="186"/>
                                    <a:pt x="11" y="186"/>
                                  </a:cubicBezTo>
                                  <a:cubicBezTo>
                                    <a:pt x="10" y="186"/>
                                    <a:pt x="10" y="185"/>
                                    <a:pt x="10" y="184"/>
                                  </a:cubicBezTo>
                                  <a:cubicBezTo>
                                    <a:pt x="10" y="183"/>
                                    <a:pt x="9" y="183"/>
                                    <a:pt x="8" y="182"/>
                                  </a:cubicBezTo>
                                  <a:cubicBezTo>
                                    <a:pt x="8" y="182"/>
                                    <a:pt x="8" y="182"/>
                                    <a:pt x="8" y="181"/>
                                  </a:cubicBezTo>
                                  <a:cubicBezTo>
                                    <a:pt x="8" y="181"/>
                                    <a:pt x="8" y="180"/>
                                    <a:pt x="7" y="180"/>
                                  </a:cubicBezTo>
                                  <a:cubicBezTo>
                                    <a:pt x="7" y="179"/>
                                    <a:pt x="7" y="178"/>
                                    <a:pt x="7" y="177"/>
                                  </a:cubicBezTo>
                                  <a:cubicBezTo>
                                    <a:pt x="7" y="177"/>
                                    <a:pt x="7" y="176"/>
                                    <a:pt x="6" y="176"/>
                                  </a:cubicBezTo>
                                  <a:cubicBezTo>
                                    <a:pt x="6" y="176"/>
                                    <a:pt x="6" y="177"/>
                                    <a:pt x="6" y="177"/>
                                  </a:cubicBezTo>
                                  <a:cubicBezTo>
                                    <a:pt x="6" y="176"/>
                                    <a:pt x="6" y="176"/>
                                    <a:pt x="5" y="175"/>
                                  </a:cubicBezTo>
                                  <a:cubicBezTo>
                                    <a:pt x="5" y="174"/>
                                    <a:pt x="5" y="173"/>
                                    <a:pt x="5" y="173"/>
                                  </a:cubicBezTo>
                                  <a:cubicBezTo>
                                    <a:pt x="5" y="173"/>
                                    <a:pt x="4" y="173"/>
                                    <a:pt x="4" y="172"/>
                                  </a:cubicBezTo>
                                  <a:cubicBezTo>
                                    <a:pt x="4" y="172"/>
                                    <a:pt x="5" y="172"/>
                                    <a:pt x="5" y="172"/>
                                  </a:cubicBezTo>
                                  <a:cubicBezTo>
                                    <a:pt x="5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0"/>
                                    <a:pt x="5" y="170"/>
                                    <a:pt x="5" y="169"/>
                                  </a:cubicBezTo>
                                  <a:cubicBezTo>
                                    <a:pt x="5" y="169"/>
                                    <a:pt x="5" y="168"/>
                                    <a:pt x="5" y="168"/>
                                  </a:cubicBezTo>
                                  <a:cubicBezTo>
                                    <a:pt x="5" y="167"/>
                                    <a:pt x="5" y="166"/>
                                    <a:pt x="5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6"/>
                                  </a:cubicBezTo>
                                  <a:cubicBezTo>
                                    <a:pt x="2" y="167"/>
                                    <a:pt x="3" y="165"/>
                                    <a:pt x="3" y="165"/>
                                  </a:cubicBezTo>
                                  <a:cubicBezTo>
                                    <a:pt x="3" y="164"/>
                                    <a:pt x="2" y="165"/>
                                    <a:pt x="2" y="165"/>
                                  </a:cubicBezTo>
                                  <a:cubicBezTo>
                                    <a:pt x="2" y="165"/>
                                    <a:pt x="2" y="165"/>
                                    <a:pt x="2" y="164"/>
                                  </a:cubicBezTo>
                                  <a:cubicBezTo>
                                    <a:pt x="1" y="165"/>
                                    <a:pt x="1" y="164"/>
                                    <a:pt x="1" y="163"/>
                                  </a:cubicBezTo>
                                  <a:cubicBezTo>
                                    <a:pt x="1" y="162"/>
                                    <a:pt x="1" y="162"/>
                                    <a:pt x="1" y="160"/>
                                  </a:cubicBezTo>
                                  <a:cubicBezTo>
                                    <a:pt x="1" y="160"/>
                                    <a:pt x="1" y="159"/>
                                    <a:pt x="1" y="159"/>
                                  </a:cubicBezTo>
                                  <a:cubicBezTo>
                                    <a:pt x="1" y="158"/>
                                    <a:pt x="0" y="158"/>
                                    <a:pt x="0" y="157"/>
                                  </a:cubicBezTo>
                                  <a:cubicBezTo>
                                    <a:pt x="0" y="157"/>
                                    <a:pt x="0" y="155"/>
                                    <a:pt x="1" y="155"/>
                                  </a:cubicBezTo>
                                  <a:cubicBezTo>
                                    <a:pt x="1" y="155"/>
                                    <a:pt x="1" y="155"/>
                                    <a:pt x="1" y="155"/>
                                  </a:cubicBezTo>
                                  <a:cubicBezTo>
                                    <a:pt x="3" y="155"/>
                                    <a:pt x="1" y="157"/>
                                    <a:pt x="3" y="158"/>
                                  </a:cubicBezTo>
                                  <a:cubicBezTo>
                                    <a:pt x="4" y="158"/>
                                    <a:pt x="4" y="155"/>
                                    <a:pt x="4" y="155"/>
                                  </a:cubicBezTo>
                                  <a:cubicBezTo>
                                    <a:pt x="5" y="153"/>
                                    <a:pt x="5" y="153"/>
                                    <a:pt x="5" y="152"/>
                                  </a:cubicBezTo>
                                  <a:cubicBezTo>
                                    <a:pt x="4" y="151"/>
                                    <a:pt x="4" y="150"/>
                                    <a:pt x="4" y="149"/>
                                  </a:cubicBezTo>
                                  <a:cubicBezTo>
                                    <a:pt x="4" y="148"/>
                                    <a:pt x="5" y="148"/>
                                    <a:pt x="5" y="147"/>
                                  </a:cubicBezTo>
                                  <a:cubicBezTo>
                                    <a:pt x="6" y="147"/>
                                    <a:pt x="5" y="146"/>
                                    <a:pt x="5" y="145"/>
                                  </a:cubicBezTo>
                                  <a:cubicBezTo>
                                    <a:pt x="6" y="144"/>
                                    <a:pt x="7" y="144"/>
                                    <a:pt x="7" y="144"/>
                                  </a:cubicBezTo>
                                  <a:cubicBezTo>
                                    <a:pt x="8" y="144"/>
                                    <a:pt x="9" y="143"/>
                                    <a:pt x="9" y="142"/>
                                  </a:cubicBezTo>
                                  <a:cubicBezTo>
                                    <a:pt x="10" y="142"/>
                                    <a:pt x="10" y="141"/>
                                    <a:pt x="10" y="140"/>
                                  </a:cubicBezTo>
                                  <a:cubicBezTo>
                                    <a:pt x="10" y="139"/>
                                    <a:pt x="10" y="138"/>
                                    <a:pt x="10" y="137"/>
                                  </a:cubicBezTo>
                                  <a:cubicBezTo>
                                    <a:pt x="10" y="135"/>
                                    <a:pt x="9" y="133"/>
                                    <a:pt x="8" y="132"/>
                                  </a:cubicBezTo>
                                  <a:cubicBezTo>
                                    <a:pt x="8" y="131"/>
                                    <a:pt x="8" y="130"/>
                                    <a:pt x="8" y="129"/>
                                  </a:cubicBezTo>
                                  <a:cubicBezTo>
                                    <a:pt x="9" y="129"/>
                                    <a:pt x="10" y="129"/>
                                    <a:pt x="11" y="129"/>
                                  </a:cubicBezTo>
                                  <a:cubicBezTo>
                                    <a:pt x="11" y="128"/>
                                    <a:pt x="11" y="128"/>
                                    <a:pt x="11" y="127"/>
                                  </a:cubicBezTo>
                                  <a:cubicBezTo>
                                    <a:pt x="12" y="126"/>
                                    <a:pt x="12" y="126"/>
                                    <a:pt x="12" y="125"/>
                                  </a:cubicBezTo>
                                  <a:cubicBezTo>
                                    <a:pt x="12" y="124"/>
                                    <a:pt x="11" y="122"/>
                                    <a:pt x="10" y="122"/>
                                  </a:cubicBezTo>
                                  <a:cubicBezTo>
                                    <a:pt x="9" y="121"/>
                                    <a:pt x="9" y="121"/>
                                    <a:pt x="8" y="121"/>
                                  </a:cubicBezTo>
                                  <a:cubicBezTo>
                                    <a:pt x="8" y="120"/>
                                    <a:pt x="7" y="119"/>
                                    <a:pt x="7" y="118"/>
                                  </a:cubicBezTo>
                                  <a:cubicBezTo>
                                    <a:pt x="7" y="117"/>
                                    <a:pt x="8" y="117"/>
                                    <a:pt x="8" y="116"/>
                                  </a:cubicBezTo>
                                  <a:cubicBezTo>
                                    <a:pt x="8" y="115"/>
                                    <a:pt x="8" y="114"/>
                                    <a:pt x="8" y="113"/>
                                  </a:cubicBezTo>
                                  <a:cubicBezTo>
                                    <a:pt x="8" y="111"/>
                                    <a:pt x="8" y="110"/>
                                    <a:pt x="7" y="108"/>
                                  </a:cubicBezTo>
                                  <a:cubicBezTo>
                                    <a:pt x="7" y="107"/>
                                    <a:pt x="7" y="107"/>
                                    <a:pt x="7" y="106"/>
                                  </a:cubicBezTo>
                                  <a:cubicBezTo>
                                    <a:pt x="7" y="105"/>
                                    <a:pt x="7" y="104"/>
                                    <a:pt x="7" y="103"/>
                                  </a:cubicBezTo>
                                  <a:cubicBezTo>
                                    <a:pt x="7" y="103"/>
                                    <a:pt x="7" y="102"/>
                                    <a:pt x="7" y="101"/>
                                  </a:cubicBezTo>
                                  <a:cubicBezTo>
                                    <a:pt x="7" y="101"/>
                                    <a:pt x="8" y="100"/>
                                    <a:pt x="7" y="99"/>
                                  </a:cubicBezTo>
                                  <a:cubicBezTo>
                                    <a:pt x="7" y="98"/>
                                    <a:pt x="6" y="97"/>
                                    <a:pt x="7" y="95"/>
                                  </a:cubicBezTo>
                                  <a:cubicBezTo>
                                    <a:pt x="7" y="94"/>
                                    <a:pt x="8" y="94"/>
                                    <a:pt x="8" y="93"/>
                                  </a:cubicBezTo>
                                  <a:cubicBezTo>
                                    <a:pt x="8" y="92"/>
                                    <a:pt x="7" y="92"/>
                                    <a:pt x="8" y="91"/>
                                  </a:cubicBezTo>
                                  <a:cubicBezTo>
                                    <a:pt x="9" y="90"/>
                                    <a:pt x="9" y="88"/>
                                    <a:pt x="10" y="87"/>
                                  </a:cubicBezTo>
                                  <a:cubicBezTo>
                                    <a:pt x="11" y="86"/>
                                    <a:pt x="13" y="85"/>
                                    <a:pt x="14" y="84"/>
                                  </a:cubicBezTo>
                                  <a:cubicBezTo>
                                    <a:pt x="15" y="84"/>
                                    <a:pt x="16" y="84"/>
                                    <a:pt x="17" y="84"/>
                                  </a:cubicBezTo>
                                  <a:cubicBezTo>
                                    <a:pt x="17" y="85"/>
                                    <a:pt x="17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20" y="85"/>
                                    <a:pt x="21" y="83"/>
                                    <a:pt x="21" y="82"/>
                                  </a:cubicBezTo>
                                  <a:cubicBezTo>
                                    <a:pt x="21" y="81"/>
                                    <a:pt x="21" y="80"/>
                                    <a:pt x="21" y="79"/>
                                  </a:cubicBezTo>
                                  <a:cubicBezTo>
                                    <a:pt x="20" y="78"/>
                                    <a:pt x="20" y="78"/>
                                    <a:pt x="19" y="78"/>
                                  </a:cubicBezTo>
                                  <a:cubicBezTo>
                                    <a:pt x="18" y="77"/>
                                    <a:pt x="17" y="76"/>
                                    <a:pt x="18" y="75"/>
                                  </a:cubicBezTo>
                                  <a:cubicBezTo>
                                    <a:pt x="18" y="74"/>
                                    <a:pt x="19" y="74"/>
                                    <a:pt x="19" y="73"/>
                                  </a:cubicBezTo>
                                  <a:cubicBezTo>
                                    <a:pt x="19" y="73"/>
                                    <a:pt x="20" y="72"/>
                                    <a:pt x="20" y="71"/>
                                  </a:cubicBezTo>
                                  <a:cubicBezTo>
                                    <a:pt x="21" y="70"/>
                                    <a:pt x="22" y="68"/>
                                    <a:pt x="22" y="67"/>
                                  </a:cubicBezTo>
                                  <a:cubicBezTo>
                                    <a:pt x="22" y="66"/>
                                    <a:pt x="22" y="66"/>
                                    <a:pt x="23" y="65"/>
                                  </a:cubicBezTo>
                                  <a:cubicBezTo>
                                    <a:pt x="23" y="64"/>
                                    <a:pt x="23" y="63"/>
                                    <a:pt x="23" y="62"/>
                                  </a:cubicBezTo>
                                  <a:cubicBezTo>
                                    <a:pt x="23" y="61"/>
                                    <a:pt x="23" y="60"/>
                                    <a:pt x="23" y="60"/>
                                  </a:cubicBezTo>
                                  <a:cubicBezTo>
                                    <a:pt x="23" y="59"/>
                                    <a:pt x="24" y="58"/>
                                    <a:pt x="24" y="57"/>
                                  </a:cubicBezTo>
                                  <a:cubicBezTo>
                                    <a:pt x="24" y="56"/>
                                    <a:pt x="24" y="54"/>
                                    <a:pt x="23" y="53"/>
                                  </a:cubicBezTo>
                                  <a:cubicBezTo>
                                    <a:pt x="23" y="51"/>
                                    <a:pt x="24" y="51"/>
                                    <a:pt x="26" y="51"/>
                                  </a:cubicBezTo>
                                  <a:cubicBezTo>
                                    <a:pt x="27" y="51"/>
                                    <a:pt x="27" y="51"/>
                                    <a:pt x="28" y="50"/>
                                  </a:cubicBezTo>
                                  <a:cubicBezTo>
                                    <a:pt x="28" y="50"/>
                                    <a:pt x="29" y="50"/>
                                    <a:pt x="29" y="49"/>
                                  </a:cubicBezTo>
                                  <a:cubicBezTo>
                                    <a:pt x="30" y="48"/>
                                    <a:pt x="29" y="46"/>
                                    <a:pt x="29" y="45"/>
                                  </a:cubicBezTo>
                                  <a:cubicBezTo>
                                    <a:pt x="30" y="44"/>
                                    <a:pt x="30" y="44"/>
                                    <a:pt x="31" y="43"/>
                                  </a:cubicBezTo>
                                  <a:cubicBezTo>
                                    <a:pt x="31" y="43"/>
                                    <a:pt x="31" y="42"/>
                                    <a:pt x="32" y="41"/>
                                  </a:cubicBezTo>
                                  <a:cubicBezTo>
                                    <a:pt x="32" y="40"/>
                                    <a:pt x="33" y="38"/>
                                    <a:pt x="34" y="37"/>
                                  </a:cubicBezTo>
                                  <a:cubicBezTo>
                                    <a:pt x="36" y="36"/>
                                    <a:pt x="36" y="35"/>
                                    <a:pt x="36" y="34"/>
                                  </a:cubicBezTo>
                                  <a:cubicBezTo>
                                    <a:pt x="36" y="32"/>
                                    <a:pt x="34" y="31"/>
                                    <a:pt x="34" y="29"/>
                                  </a:cubicBezTo>
                                  <a:cubicBezTo>
                                    <a:pt x="33" y="28"/>
                                    <a:pt x="35" y="28"/>
                                    <a:pt x="36" y="27"/>
                                  </a:cubicBezTo>
                                  <a:cubicBezTo>
                                    <a:pt x="37" y="26"/>
                                    <a:pt x="37" y="24"/>
                                    <a:pt x="38" y="22"/>
                                  </a:cubicBezTo>
                                  <a:cubicBezTo>
                                    <a:pt x="38" y="21"/>
                                    <a:pt x="40" y="20"/>
                                    <a:pt x="41" y="19"/>
                                  </a:cubicBezTo>
                                  <a:cubicBezTo>
                                    <a:pt x="41" y="18"/>
                                    <a:pt x="41" y="18"/>
                                    <a:pt x="42" y="17"/>
                                  </a:cubicBezTo>
                                  <a:cubicBezTo>
                                    <a:pt x="42" y="17"/>
                                    <a:pt x="43" y="18"/>
                                    <a:pt x="44" y="18"/>
                                  </a:cubicBezTo>
                                  <a:cubicBezTo>
                                    <a:pt x="44" y="19"/>
                                    <a:pt x="45" y="19"/>
                                    <a:pt x="46" y="19"/>
                                  </a:cubicBezTo>
                                  <a:cubicBezTo>
                                    <a:pt x="46" y="19"/>
                                    <a:pt x="46" y="19"/>
                                    <a:pt x="47" y="18"/>
                                  </a:cubicBezTo>
                                  <a:cubicBezTo>
                                    <a:pt x="47" y="18"/>
                                    <a:pt x="47" y="17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8" y="14"/>
                                  </a:cubicBezTo>
                                  <a:cubicBezTo>
                                    <a:pt x="48" y="13"/>
                                    <a:pt x="48" y="12"/>
                                    <a:pt x="48" y="11"/>
                                  </a:cubicBezTo>
                                  <a:cubicBezTo>
                                    <a:pt x="48" y="11"/>
                                    <a:pt x="47" y="10"/>
                                    <a:pt x="48" y="9"/>
                                  </a:cubicBezTo>
                                  <a:cubicBezTo>
                                    <a:pt x="48" y="9"/>
                                    <a:pt x="49" y="9"/>
                                    <a:pt x="49" y="9"/>
                                  </a:cubicBezTo>
                                  <a:cubicBezTo>
                                    <a:pt x="50" y="9"/>
                                    <a:pt x="50" y="9"/>
                                    <a:pt x="51" y="9"/>
                                  </a:cubicBezTo>
                                  <a:cubicBezTo>
                                    <a:pt x="51" y="10"/>
                                    <a:pt x="52" y="10"/>
                                    <a:pt x="53" y="10"/>
                                  </a:cubicBezTo>
                                  <a:cubicBezTo>
                                    <a:pt x="54" y="10"/>
                                    <a:pt x="54" y="10"/>
                                    <a:pt x="55" y="10"/>
                                  </a:cubicBezTo>
                                  <a:cubicBezTo>
                                    <a:pt x="56" y="11"/>
                                    <a:pt x="57" y="11"/>
                                    <a:pt x="57" y="11"/>
                                  </a:cubicBezTo>
                                  <a:cubicBezTo>
                                    <a:pt x="58" y="12"/>
                                    <a:pt x="59" y="12"/>
                                    <a:pt x="60" y="12"/>
                                  </a:cubicBezTo>
                                  <a:cubicBezTo>
                                    <a:pt x="60" y="12"/>
                                    <a:pt x="61" y="12"/>
                                    <a:pt x="61" y="11"/>
                                  </a:cubicBezTo>
                                  <a:cubicBezTo>
                                    <a:pt x="62" y="10"/>
                                    <a:pt x="61" y="10"/>
                                    <a:pt x="61" y="10"/>
                                  </a:cubicBezTo>
                                  <a:cubicBezTo>
                                    <a:pt x="60" y="10"/>
                                    <a:pt x="59" y="10"/>
                                    <a:pt x="60" y="9"/>
                                  </a:cubicBezTo>
                                  <a:cubicBezTo>
                                    <a:pt x="60" y="8"/>
                                    <a:pt x="61" y="8"/>
                                    <a:pt x="61" y="8"/>
                                  </a:cubicBezTo>
                                  <a:cubicBezTo>
                                    <a:pt x="62" y="7"/>
                                    <a:pt x="63" y="5"/>
                                    <a:pt x="63" y="4"/>
                                  </a:cubicBezTo>
                                  <a:cubicBezTo>
                                    <a:pt x="63" y="3"/>
                                    <a:pt x="62" y="2"/>
                                    <a:pt x="62" y="2"/>
                                  </a:cubicBezTo>
                                  <a:cubicBezTo>
                                    <a:pt x="61" y="1"/>
                                    <a:pt x="61" y="1"/>
                                    <a:pt x="61" y="0"/>
                                  </a:cubicBezTo>
                                  <a:cubicBezTo>
                                    <a:pt x="63" y="0"/>
                                    <a:pt x="64" y="0"/>
                                    <a:pt x="66" y="1"/>
                                  </a:cubicBezTo>
                                  <a:cubicBezTo>
                                    <a:pt x="67" y="1"/>
                                    <a:pt x="67" y="1"/>
                                    <a:pt x="66" y="2"/>
                                  </a:cubicBezTo>
                                  <a:cubicBezTo>
                                    <a:pt x="66" y="3"/>
                                    <a:pt x="66" y="2"/>
                                    <a:pt x="66" y="3"/>
                                  </a:cubicBezTo>
                                  <a:cubicBezTo>
                                    <a:pt x="67" y="3"/>
                                    <a:pt x="67" y="3"/>
                                    <a:pt x="68" y="3"/>
                                  </a:cubicBezTo>
                                  <a:cubicBezTo>
                                    <a:pt x="68" y="4"/>
                                    <a:pt x="68" y="4"/>
                                    <a:pt x="68" y="5"/>
                                  </a:cubicBezTo>
                                  <a:cubicBezTo>
                                    <a:pt x="69" y="5"/>
                                    <a:pt x="69" y="5"/>
                                    <a:pt x="70" y="6"/>
                                  </a:cubicBezTo>
                                  <a:cubicBezTo>
                                    <a:pt x="70" y="6"/>
                                    <a:pt x="70" y="6"/>
                                    <a:pt x="70" y="7"/>
                                  </a:cubicBezTo>
                                  <a:cubicBezTo>
                                    <a:pt x="70" y="7"/>
                                    <a:pt x="71" y="7"/>
                                    <a:pt x="71" y="7"/>
                                  </a:cubicBezTo>
                                  <a:cubicBezTo>
                                    <a:pt x="71" y="7"/>
                                    <a:pt x="71" y="8"/>
                                    <a:pt x="72" y="8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1"/>
                                    <a:pt x="75" y="11"/>
                                  </a:cubicBezTo>
                                  <a:cubicBezTo>
                                    <a:pt x="75" y="11"/>
                                    <a:pt x="76" y="10"/>
                                    <a:pt x="76" y="11"/>
                                  </a:cubicBezTo>
                                  <a:cubicBezTo>
                                    <a:pt x="77" y="11"/>
                                    <a:pt x="77" y="11"/>
                                    <a:pt x="78" y="12"/>
                                  </a:cubicBezTo>
                                  <a:cubicBezTo>
                                    <a:pt x="79" y="12"/>
                                    <a:pt x="79" y="13"/>
                                    <a:pt x="80" y="13"/>
                                  </a:cubicBezTo>
                                  <a:cubicBezTo>
                                    <a:pt x="80" y="14"/>
                                    <a:pt x="81" y="14"/>
                                    <a:pt x="81" y="15"/>
                                  </a:cubicBezTo>
                                  <a:cubicBezTo>
                                    <a:pt x="81" y="15"/>
                                    <a:pt x="81" y="16"/>
                                    <a:pt x="82" y="17"/>
                                  </a:cubicBezTo>
                                  <a:cubicBezTo>
                                    <a:pt x="82" y="17"/>
                                    <a:pt x="82" y="17"/>
                                    <a:pt x="82" y="17"/>
                                  </a:cubicBezTo>
                                  <a:cubicBezTo>
                                    <a:pt x="83" y="17"/>
                                    <a:pt x="83" y="18"/>
                                    <a:pt x="83" y="18"/>
                                  </a:cubicBezTo>
                                  <a:cubicBezTo>
                                    <a:pt x="83" y="19"/>
                                    <a:pt x="84" y="19"/>
                                    <a:pt x="84" y="19"/>
                                  </a:cubicBezTo>
                                  <a:cubicBezTo>
                                    <a:pt x="85" y="20"/>
                                    <a:pt x="85" y="20"/>
                                    <a:pt x="84" y="21"/>
                                  </a:cubicBezTo>
                                  <a:cubicBezTo>
                                    <a:pt x="84" y="21"/>
                                    <a:pt x="83" y="22"/>
                                    <a:pt x="83" y="23"/>
                                  </a:cubicBezTo>
                                  <a:cubicBezTo>
                                    <a:pt x="83" y="23"/>
                                    <a:pt x="83" y="24"/>
                                    <a:pt x="84" y="25"/>
                                  </a:cubicBezTo>
                                  <a:cubicBezTo>
                                    <a:pt x="84" y="25"/>
                                    <a:pt x="84" y="26"/>
                                    <a:pt x="84" y="26"/>
                                  </a:cubicBezTo>
                                  <a:cubicBezTo>
                                    <a:pt x="84" y="27"/>
                                    <a:pt x="83" y="28"/>
                                    <a:pt x="84" y="29"/>
                                  </a:cubicBezTo>
                                  <a:cubicBezTo>
                                    <a:pt x="84" y="29"/>
                                    <a:pt x="85" y="29"/>
                                    <a:pt x="85" y="30"/>
                                  </a:cubicBezTo>
                                  <a:cubicBezTo>
                                    <a:pt x="85" y="30"/>
                                    <a:pt x="85" y="31"/>
                                    <a:pt x="85" y="31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4" y="32"/>
                                    <a:pt x="84" y="33"/>
                                    <a:pt x="84" y="33"/>
                                  </a:cubicBezTo>
                                  <a:cubicBezTo>
                                    <a:pt x="84" y="33"/>
                                    <a:pt x="84" y="33"/>
                                    <a:pt x="84" y="34"/>
                                  </a:cubicBezTo>
                                  <a:cubicBezTo>
                                    <a:pt x="84" y="34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7"/>
                                    <a:pt x="85" y="37"/>
                                  </a:cubicBezTo>
                                  <a:cubicBezTo>
                                    <a:pt x="86" y="38"/>
                                    <a:pt x="87" y="39"/>
                                    <a:pt x="87" y="40"/>
                                  </a:cubicBezTo>
                                  <a:cubicBezTo>
                                    <a:pt x="85" y="41"/>
                                    <a:pt x="86" y="43"/>
                                    <a:pt x="86" y="44"/>
                                  </a:cubicBezTo>
                                  <a:cubicBezTo>
                                    <a:pt x="86" y="44"/>
                                    <a:pt x="86" y="45"/>
                                    <a:pt x="85" y="45"/>
                                  </a:cubicBezTo>
                                  <a:cubicBezTo>
                                    <a:pt x="85" y="46"/>
                                    <a:pt x="84" y="46"/>
                                    <a:pt x="84" y="47"/>
                                  </a:cubicBezTo>
                                  <a:cubicBezTo>
                                    <a:pt x="85" y="47"/>
                                    <a:pt x="85" y="49"/>
                                    <a:pt x="85" y="49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5" y="51"/>
                                    <a:pt x="86" y="51"/>
                                    <a:pt x="86" y="51"/>
                                  </a:cubicBezTo>
                                  <a:cubicBezTo>
                                    <a:pt x="86" y="51"/>
                                    <a:pt x="86" y="52"/>
                                    <a:pt x="87" y="52"/>
                                  </a:cubicBezTo>
                                  <a:cubicBezTo>
                                    <a:pt x="87" y="53"/>
                                    <a:pt x="87" y="53"/>
                                    <a:pt x="87" y="54"/>
                                  </a:cubicBezTo>
                                  <a:cubicBezTo>
                                    <a:pt x="87" y="55"/>
                                    <a:pt x="88" y="55"/>
                                    <a:pt x="88" y="56"/>
                                  </a:cubicBezTo>
                                  <a:close/>
                                  <a:moveTo>
                                    <a:pt x="36" y="189"/>
                                  </a:moveTo>
                                  <a:cubicBezTo>
                                    <a:pt x="35" y="190"/>
                                    <a:pt x="36" y="192"/>
                                    <a:pt x="37" y="191"/>
                                  </a:cubicBezTo>
                                  <a:cubicBezTo>
                                    <a:pt x="37" y="190"/>
                                    <a:pt x="37" y="189"/>
                                    <a:pt x="37" y="188"/>
                                  </a:cubicBezTo>
                                  <a:cubicBezTo>
                                    <a:pt x="37" y="188"/>
                                    <a:pt x="38" y="187"/>
                                    <a:pt x="38" y="186"/>
                                  </a:cubicBezTo>
                                  <a:cubicBezTo>
                                    <a:pt x="38" y="184"/>
                                    <a:pt x="39" y="183"/>
                                    <a:pt x="39" y="182"/>
                                  </a:cubicBezTo>
                                  <a:cubicBezTo>
                                    <a:pt x="39" y="181"/>
                                    <a:pt x="39" y="180"/>
                                    <a:pt x="40" y="180"/>
                                  </a:cubicBezTo>
                                  <a:cubicBezTo>
                                    <a:pt x="40" y="179"/>
                                    <a:pt x="40" y="178"/>
                                    <a:pt x="40" y="177"/>
                                  </a:cubicBezTo>
                                  <a:cubicBezTo>
                                    <a:pt x="39" y="178"/>
                                    <a:pt x="39" y="178"/>
                                    <a:pt x="39" y="179"/>
                                  </a:cubicBezTo>
                                  <a:cubicBezTo>
                                    <a:pt x="39" y="180"/>
                                    <a:pt x="39" y="181"/>
                                    <a:pt x="38" y="182"/>
                                  </a:cubicBezTo>
                                  <a:cubicBezTo>
                                    <a:pt x="38" y="183"/>
                                    <a:pt x="38" y="183"/>
                                    <a:pt x="37" y="183"/>
                                  </a:cubicBezTo>
                                  <a:cubicBezTo>
                                    <a:pt x="37" y="184"/>
                                    <a:pt x="37" y="184"/>
                                    <a:pt x="37" y="185"/>
                                  </a:cubicBezTo>
                                  <a:cubicBezTo>
                                    <a:pt x="36" y="186"/>
                                    <a:pt x="36" y="187"/>
                                    <a:pt x="36" y="188"/>
                                  </a:cubicBezTo>
                                  <a:cubicBezTo>
                                    <a:pt x="36" y="189"/>
                                    <a:pt x="36" y="189"/>
                                    <a:pt x="36" y="189"/>
                                  </a:cubicBezTo>
                                  <a:close/>
                                  <a:moveTo>
                                    <a:pt x="49" y="181"/>
                                  </a:moveTo>
                                  <a:cubicBezTo>
                                    <a:pt x="49" y="180"/>
                                    <a:pt x="50" y="179"/>
                                    <a:pt x="51" y="179"/>
                                  </a:cubicBezTo>
                                  <a:cubicBezTo>
                                    <a:pt x="51" y="178"/>
                                    <a:pt x="51" y="178"/>
                                    <a:pt x="51" y="178"/>
                                  </a:cubicBezTo>
                                  <a:cubicBezTo>
                                    <a:pt x="51" y="177"/>
                                    <a:pt x="52" y="177"/>
                                    <a:pt x="52" y="177"/>
                                  </a:cubicBezTo>
                                  <a:cubicBezTo>
                                    <a:pt x="54" y="176"/>
                                    <a:pt x="52" y="176"/>
                                    <a:pt x="52" y="176"/>
                                  </a:cubicBezTo>
                                  <a:cubicBezTo>
                                    <a:pt x="51" y="176"/>
                                    <a:pt x="52" y="175"/>
                                    <a:pt x="52" y="175"/>
                                  </a:cubicBezTo>
                                  <a:cubicBezTo>
                                    <a:pt x="52" y="174"/>
                                    <a:pt x="52" y="174"/>
                                    <a:pt x="52" y="174"/>
                                  </a:cubicBezTo>
                                  <a:cubicBezTo>
                                    <a:pt x="52" y="174"/>
                                    <a:pt x="52" y="173"/>
                                    <a:pt x="52" y="173"/>
                                  </a:cubicBezTo>
                                  <a:cubicBezTo>
                                    <a:pt x="52" y="173"/>
                                    <a:pt x="53" y="173"/>
                                    <a:pt x="53" y="172"/>
                                  </a:cubicBezTo>
                                  <a:cubicBezTo>
                                    <a:pt x="53" y="172"/>
                                    <a:pt x="53" y="172"/>
                                    <a:pt x="53" y="172"/>
                                  </a:cubicBezTo>
                                  <a:cubicBezTo>
                                    <a:pt x="53" y="171"/>
                                    <a:pt x="53" y="171"/>
                                    <a:pt x="54" y="171"/>
                                  </a:cubicBezTo>
                                  <a:cubicBezTo>
                                    <a:pt x="54" y="171"/>
                                    <a:pt x="54" y="171"/>
                                    <a:pt x="54" y="170"/>
                                  </a:cubicBezTo>
                                  <a:cubicBezTo>
                                    <a:pt x="55" y="170"/>
                                    <a:pt x="55" y="170"/>
                                    <a:pt x="55" y="170"/>
                                  </a:cubicBezTo>
                                  <a:cubicBezTo>
                                    <a:pt x="55" y="169"/>
                                    <a:pt x="55" y="169"/>
                                    <a:pt x="54" y="169"/>
                                  </a:cubicBezTo>
                                  <a:cubicBezTo>
                                    <a:pt x="54" y="169"/>
                                    <a:pt x="53" y="171"/>
                                    <a:pt x="52" y="170"/>
                                  </a:cubicBezTo>
                                  <a:cubicBezTo>
                                    <a:pt x="52" y="171"/>
                                    <a:pt x="52" y="171"/>
                                    <a:pt x="52" y="171"/>
                                  </a:cubicBezTo>
                                  <a:cubicBezTo>
                                    <a:pt x="52" y="171"/>
                                    <a:pt x="51" y="170"/>
                                    <a:pt x="51" y="170"/>
                                  </a:cubicBezTo>
                                  <a:cubicBezTo>
                                    <a:pt x="51" y="170"/>
                                    <a:pt x="51" y="171"/>
                                    <a:pt x="51" y="171"/>
                                  </a:cubicBezTo>
                                  <a:cubicBezTo>
                                    <a:pt x="51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49" y="172"/>
                                    <a:pt x="49" y="173"/>
                                  </a:cubicBezTo>
                                  <a:cubicBezTo>
                                    <a:pt x="48" y="174"/>
                                    <a:pt x="48" y="174"/>
                                    <a:pt x="47" y="175"/>
                                  </a:cubicBezTo>
                                  <a:cubicBezTo>
                                    <a:pt x="47" y="176"/>
                                    <a:pt x="48" y="176"/>
                                    <a:pt x="48" y="177"/>
                                  </a:cubicBezTo>
                                  <a:cubicBezTo>
                                    <a:pt x="48" y="178"/>
                                    <a:pt x="47" y="178"/>
                                    <a:pt x="47" y="178"/>
                                  </a:cubicBezTo>
                                  <a:cubicBezTo>
                                    <a:pt x="47" y="179"/>
                                    <a:pt x="48" y="179"/>
                                    <a:pt x="48" y="179"/>
                                  </a:cubicBezTo>
                                  <a:cubicBezTo>
                                    <a:pt x="48" y="180"/>
                                    <a:pt x="48" y="181"/>
                                    <a:pt x="48" y="182"/>
                                  </a:cubicBezTo>
                                  <a:cubicBezTo>
                                    <a:pt x="47" y="182"/>
                                    <a:pt x="47" y="183"/>
                                    <a:pt x="48" y="183"/>
                                  </a:cubicBezTo>
                                  <a:cubicBezTo>
                                    <a:pt x="49" y="183"/>
                                    <a:pt x="49" y="181"/>
                                    <a:pt x="49" y="181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9" name="Freeform 791">
                              <a:extLst>
                                <a:ext uri="{FF2B5EF4-FFF2-40B4-BE49-F238E27FC236}">
                                  <a16:creationId xmlns:a16="http://schemas.microsoft.com/office/drawing/2014/main" id="{93D93C13-8321-5BC2-5586-6E304722040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21276" y="3508375"/>
                              <a:ext cx="384175" cy="287338"/>
                            </a:xfrm>
                            <a:custGeom>
                              <a:avLst/>
                              <a:gdLst>
                                <a:gd name="T0" fmla="*/ 79 w 92"/>
                                <a:gd name="T1" fmla="*/ 21 h 69"/>
                                <a:gd name="T2" fmla="*/ 68 w 92"/>
                                <a:gd name="T3" fmla="*/ 29 h 69"/>
                                <a:gd name="T4" fmla="*/ 60 w 92"/>
                                <a:gd name="T5" fmla="*/ 40 h 69"/>
                                <a:gd name="T6" fmla="*/ 63 w 92"/>
                                <a:gd name="T7" fmla="*/ 47 h 69"/>
                                <a:gd name="T8" fmla="*/ 57 w 92"/>
                                <a:gd name="T9" fmla="*/ 53 h 69"/>
                                <a:gd name="T10" fmla="*/ 54 w 92"/>
                                <a:gd name="T11" fmla="*/ 56 h 69"/>
                                <a:gd name="T12" fmla="*/ 48 w 92"/>
                                <a:gd name="T13" fmla="*/ 63 h 69"/>
                                <a:gd name="T14" fmla="*/ 40 w 92"/>
                                <a:gd name="T15" fmla="*/ 63 h 69"/>
                                <a:gd name="T16" fmla="*/ 30 w 92"/>
                                <a:gd name="T17" fmla="*/ 65 h 69"/>
                                <a:gd name="T18" fmla="*/ 24 w 92"/>
                                <a:gd name="T19" fmla="*/ 69 h 69"/>
                                <a:gd name="T20" fmla="*/ 20 w 92"/>
                                <a:gd name="T21" fmla="*/ 65 h 69"/>
                                <a:gd name="T22" fmla="*/ 16 w 92"/>
                                <a:gd name="T23" fmla="*/ 60 h 69"/>
                                <a:gd name="T24" fmla="*/ 12 w 92"/>
                                <a:gd name="T25" fmla="*/ 55 h 69"/>
                                <a:gd name="T26" fmla="*/ 15 w 92"/>
                                <a:gd name="T27" fmla="*/ 50 h 69"/>
                                <a:gd name="T28" fmla="*/ 13 w 92"/>
                                <a:gd name="T29" fmla="*/ 47 h 69"/>
                                <a:gd name="T30" fmla="*/ 15 w 92"/>
                                <a:gd name="T31" fmla="*/ 43 h 69"/>
                                <a:gd name="T32" fmla="*/ 13 w 92"/>
                                <a:gd name="T33" fmla="*/ 41 h 69"/>
                                <a:gd name="T34" fmla="*/ 15 w 92"/>
                                <a:gd name="T35" fmla="*/ 37 h 69"/>
                                <a:gd name="T36" fmla="*/ 15 w 92"/>
                                <a:gd name="T37" fmla="*/ 33 h 69"/>
                                <a:gd name="T38" fmla="*/ 16 w 92"/>
                                <a:gd name="T39" fmla="*/ 31 h 69"/>
                                <a:gd name="T40" fmla="*/ 16 w 92"/>
                                <a:gd name="T41" fmla="*/ 29 h 69"/>
                                <a:gd name="T42" fmla="*/ 17 w 92"/>
                                <a:gd name="T43" fmla="*/ 25 h 69"/>
                                <a:gd name="T44" fmla="*/ 18 w 92"/>
                                <a:gd name="T45" fmla="*/ 20 h 69"/>
                                <a:gd name="T46" fmla="*/ 17 w 92"/>
                                <a:gd name="T47" fmla="*/ 17 h 69"/>
                                <a:gd name="T48" fmla="*/ 15 w 92"/>
                                <a:gd name="T49" fmla="*/ 17 h 69"/>
                                <a:gd name="T50" fmla="*/ 12 w 92"/>
                                <a:gd name="T51" fmla="*/ 19 h 69"/>
                                <a:gd name="T52" fmla="*/ 9 w 92"/>
                                <a:gd name="T53" fmla="*/ 18 h 69"/>
                                <a:gd name="T54" fmla="*/ 7 w 92"/>
                                <a:gd name="T55" fmla="*/ 16 h 69"/>
                                <a:gd name="T56" fmla="*/ 3 w 92"/>
                                <a:gd name="T57" fmla="*/ 16 h 69"/>
                                <a:gd name="T58" fmla="*/ 3 w 92"/>
                                <a:gd name="T59" fmla="*/ 13 h 69"/>
                                <a:gd name="T60" fmla="*/ 1 w 92"/>
                                <a:gd name="T61" fmla="*/ 11 h 69"/>
                                <a:gd name="T62" fmla="*/ 1 w 92"/>
                                <a:gd name="T63" fmla="*/ 10 h 69"/>
                                <a:gd name="T64" fmla="*/ 1 w 92"/>
                                <a:gd name="T65" fmla="*/ 7 h 69"/>
                                <a:gd name="T66" fmla="*/ 3 w 92"/>
                                <a:gd name="T67" fmla="*/ 5 h 69"/>
                                <a:gd name="T68" fmla="*/ 6 w 92"/>
                                <a:gd name="T69" fmla="*/ 4 h 69"/>
                                <a:gd name="T70" fmla="*/ 10 w 92"/>
                                <a:gd name="T71" fmla="*/ 1 h 69"/>
                                <a:gd name="T72" fmla="*/ 15 w 92"/>
                                <a:gd name="T73" fmla="*/ 3 h 69"/>
                                <a:gd name="T74" fmla="*/ 23 w 92"/>
                                <a:gd name="T75" fmla="*/ 2 h 69"/>
                                <a:gd name="T76" fmla="*/ 28 w 92"/>
                                <a:gd name="T77" fmla="*/ 3 h 69"/>
                                <a:gd name="T78" fmla="*/ 39 w 92"/>
                                <a:gd name="T79" fmla="*/ 3 h 69"/>
                                <a:gd name="T80" fmla="*/ 42 w 92"/>
                                <a:gd name="T81" fmla="*/ 4 h 69"/>
                                <a:gd name="T82" fmla="*/ 45 w 92"/>
                                <a:gd name="T83" fmla="*/ 4 h 69"/>
                                <a:gd name="T84" fmla="*/ 50 w 92"/>
                                <a:gd name="T85" fmla="*/ 5 h 69"/>
                                <a:gd name="T86" fmla="*/ 52 w 92"/>
                                <a:gd name="T87" fmla="*/ 7 h 69"/>
                                <a:gd name="T88" fmla="*/ 57 w 92"/>
                                <a:gd name="T89" fmla="*/ 9 h 69"/>
                                <a:gd name="T90" fmla="*/ 63 w 92"/>
                                <a:gd name="T91" fmla="*/ 10 h 69"/>
                                <a:gd name="T92" fmla="*/ 68 w 92"/>
                                <a:gd name="T93" fmla="*/ 10 h 69"/>
                                <a:gd name="T94" fmla="*/ 72 w 92"/>
                                <a:gd name="T95" fmla="*/ 13 h 69"/>
                                <a:gd name="T96" fmla="*/ 76 w 92"/>
                                <a:gd name="T97" fmla="*/ 14 h 69"/>
                                <a:gd name="T98" fmla="*/ 80 w 92"/>
                                <a:gd name="T99" fmla="*/ 14 h 69"/>
                                <a:gd name="T100" fmla="*/ 83 w 92"/>
                                <a:gd name="T101" fmla="*/ 13 h 69"/>
                                <a:gd name="T102" fmla="*/ 84 w 92"/>
                                <a:gd name="T103" fmla="*/ 15 h 69"/>
                                <a:gd name="T104" fmla="*/ 73 w 92"/>
                                <a:gd name="T105" fmla="*/ 42 h 69"/>
                                <a:gd name="T106" fmla="*/ 72 w 92"/>
                                <a:gd name="T107" fmla="*/ 45 h 69"/>
                                <a:gd name="T108" fmla="*/ 81 w 92"/>
                                <a:gd name="T109" fmla="*/ 39 h 69"/>
                                <a:gd name="T110" fmla="*/ 84 w 92"/>
                                <a:gd name="T111" fmla="*/ 40 h 69"/>
                                <a:gd name="T112" fmla="*/ 84 w 92"/>
                                <a:gd name="T113" fmla="*/ 36 h 69"/>
                                <a:gd name="T114" fmla="*/ 80 w 92"/>
                                <a:gd name="T115" fmla="*/ 37 h 69"/>
                                <a:gd name="T116" fmla="*/ 88 w 92"/>
                                <a:gd name="T117" fmla="*/ 35 h 69"/>
                                <a:gd name="T118" fmla="*/ 88 w 92"/>
                                <a:gd name="T119" fmla="*/ 34 h 6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92" h="69">
                                  <a:moveTo>
                                    <a:pt x="84" y="16"/>
                                  </a:moveTo>
                                  <a:cubicBezTo>
                                    <a:pt x="85" y="16"/>
                                    <a:pt x="84" y="18"/>
                                    <a:pt x="84" y="18"/>
                                  </a:cubicBezTo>
                                  <a:cubicBezTo>
                                    <a:pt x="83" y="19"/>
                                    <a:pt x="82" y="19"/>
                                    <a:pt x="82" y="20"/>
                                  </a:cubicBezTo>
                                  <a:cubicBezTo>
                                    <a:pt x="81" y="20"/>
                                    <a:pt x="80" y="20"/>
                                    <a:pt x="79" y="21"/>
                                  </a:cubicBezTo>
                                  <a:cubicBezTo>
                                    <a:pt x="78" y="21"/>
                                    <a:pt x="77" y="22"/>
                                    <a:pt x="77" y="23"/>
                                  </a:cubicBezTo>
                                  <a:cubicBezTo>
                                    <a:pt x="75" y="24"/>
                                    <a:pt x="74" y="24"/>
                                    <a:pt x="72" y="25"/>
                                  </a:cubicBezTo>
                                  <a:cubicBezTo>
                                    <a:pt x="70" y="25"/>
                                    <a:pt x="68" y="25"/>
                                    <a:pt x="67" y="28"/>
                                  </a:cubicBezTo>
                                  <a:cubicBezTo>
                                    <a:pt x="68" y="28"/>
                                    <a:pt x="69" y="29"/>
                                    <a:pt x="68" y="29"/>
                                  </a:cubicBezTo>
                                  <a:cubicBezTo>
                                    <a:pt x="67" y="30"/>
                                    <a:pt x="66" y="30"/>
                                    <a:pt x="65" y="31"/>
                                  </a:cubicBezTo>
                                  <a:cubicBezTo>
                                    <a:pt x="65" y="32"/>
                                    <a:pt x="64" y="33"/>
                                    <a:pt x="63" y="33"/>
                                  </a:cubicBezTo>
                                  <a:cubicBezTo>
                                    <a:pt x="63" y="34"/>
                                    <a:pt x="62" y="36"/>
                                    <a:pt x="61" y="37"/>
                                  </a:cubicBezTo>
                                  <a:cubicBezTo>
                                    <a:pt x="61" y="37"/>
                                    <a:pt x="60" y="38"/>
                                    <a:pt x="60" y="40"/>
                                  </a:cubicBezTo>
                                  <a:cubicBezTo>
                                    <a:pt x="60" y="40"/>
                                    <a:pt x="60" y="41"/>
                                    <a:pt x="61" y="41"/>
                                  </a:cubicBezTo>
                                  <a:cubicBezTo>
                                    <a:pt x="61" y="42"/>
                                    <a:pt x="61" y="43"/>
                                    <a:pt x="61" y="43"/>
                                  </a:cubicBezTo>
                                  <a:cubicBezTo>
                                    <a:pt x="61" y="44"/>
                                    <a:pt x="63" y="44"/>
                                    <a:pt x="63" y="45"/>
                                  </a:cubicBezTo>
                                  <a:cubicBezTo>
                                    <a:pt x="64" y="46"/>
                                    <a:pt x="63" y="46"/>
                                    <a:pt x="63" y="47"/>
                                  </a:cubicBezTo>
                                  <a:cubicBezTo>
                                    <a:pt x="62" y="47"/>
                                    <a:pt x="61" y="48"/>
                                    <a:pt x="61" y="48"/>
                                  </a:cubicBezTo>
                                  <a:cubicBezTo>
                                    <a:pt x="60" y="49"/>
                                    <a:pt x="59" y="49"/>
                                    <a:pt x="59" y="50"/>
                                  </a:cubicBezTo>
                                  <a:cubicBezTo>
                                    <a:pt x="58" y="50"/>
                                    <a:pt x="57" y="51"/>
                                    <a:pt x="57" y="52"/>
                                  </a:cubicBezTo>
                                  <a:cubicBezTo>
                                    <a:pt x="57" y="52"/>
                                    <a:pt x="57" y="52"/>
                                    <a:pt x="57" y="53"/>
                                  </a:cubicBezTo>
                                  <a:cubicBezTo>
                                    <a:pt x="57" y="53"/>
                                    <a:pt x="57" y="53"/>
                                    <a:pt x="57" y="54"/>
                                  </a:cubicBezTo>
                                  <a:cubicBezTo>
                                    <a:pt x="57" y="54"/>
                                    <a:pt x="57" y="55"/>
                                    <a:pt x="57" y="55"/>
                                  </a:cubicBezTo>
                                  <a:cubicBezTo>
                                    <a:pt x="57" y="56"/>
                                    <a:pt x="56" y="56"/>
                                    <a:pt x="56" y="56"/>
                                  </a:cubicBezTo>
                                  <a:cubicBezTo>
                                    <a:pt x="55" y="56"/>
                                    <a:pt x="54" y="56"/>
                                    <a:pt x="54" y="56"/>
                                  </a:cubicBezTo>
                                  <a:cubicBezTo>
                                    <a:pt x="53" y="56"/>
                                    <a:pt x="52" y="57"/>
                                    <a:pt x="51" y="57"/>
                                  </a:cubicBezTo>
                                  <a:cubicBezTo>
                                    <a:pt x="51" y="58"/>
                                    <a:pt x="50" y="59"/>
                                    <a:pt x="50" y="59"/>
                                  </a:cubicBezTo>
                                  <a:cubicBezTo>
                                    <a:pt x="49" y="60"/>
                                    <a:pt x="49" y="61"/>
                                    <a:pt x="49" y="62"/>
                                  </a:cubicBezTo>
                                  <a:cubicBezTo>
                                    <a:pt x="48" y="62"/>
                                    <a:pt x="48" y="63"/>
                                    <a:pt x="48" y="63"/>
                                  </a:cubicBezTo>
                                  <a:cubicBezTo>
                                    <a:pt x="47" y="63"/>
                                    <a:pt x="46" y="62"/>
                                    <a:pt x="46" y="62"/>
                                  </a:cubicBezTo>
                                  <a:cubicBezTo>
                                    <a:pt x="45" y="62"/>
                                    <a:pt x="45" y="62"/>
                                    <a:pt x="45" y="63"/>
                                  </a:cubicBezTo>
                                  <a:cubicBezTo>
                                    <a:pt x="44" y="64"/>
                                    <a:pt x="43" y="63"/>
                                    <a:pt x="42" y="63"/>
                                  </a:cubicBezTo>
                                  <a:cubicBezTo>
                                    <a:pt x="42" y="63"/>
                                    <a:pt x="41" y="63"/>
                                    <a:pt x="40" y="63"/>
                                  </a:cubicBezTo>
                                  <a:cubicBezTo>
                                    <a:pt x="39" y="63"/>
                                    <a:pt x="38" y="63"/>
                                    <a:pt x="37" y="63"/>
                                  </a:cubicBezTo>
                                  <a:cubicBezTo>
                                    <a:pt x="36" y="63"/>
                                    <a:pt x="35" y="63"/>
                                    <a:pt x="34" y="63"/>
                                  </a:cubicBezTo>
                                  <a:cubicBezTo>
                                    <a:pt x="34" y="63"/>
                                    <a:pt x="33" y="63"/>
                                    <a:pt x="32" y="63"/>
                                  </a:cubicBezTo>
                                  <a:cubicBezTo>
                                    <a:pt x="31" y="64"/>
                                    <a:pt x="31" y="64"/>
                                    <a:pt x="30" y="65"/>
                                  </a:cubicBezTo>
                                  <a:cubicBezTo>
                                    <a:pt x="29" y="65"/>
                                    <a:pt x="28" y="65"/>
                                    <a:pt x="27" y="65"/>
                                  </a:cubicBezTo>
                                  <a:cubicBezTo>
                                    <a:pt x="27" y="65"/>
                                    <a:pt x="26" y="66"/>
                                    <a:pt x="26" y="67"/>
                                  </a:cubicBezTo>
                                  <a:cubicBezTo>
                                    <a:pt x="26" y="67"/>
                                    <a:pt x="26" y="68"/>
                                    <a:pt x="26" y="68"/>
                                  </a:cubicBezTo>
                                  <a:cubicBezTo>
                                    <a:pt x="25" y="68"/>
                                    <a:pt x="25" y="69"/>
                                    <a:pt x="24" y="69"/>
                                  </a:cubicBezTo>
                                  <a:cubicBezTo>
                                    <a:pt x="24" y="69"/>
                                    <a:pt x="23" y="69"/>
                                    <a:pt x="23" y="68"/>
                                  </a:cubicBezTo>
                                  <a:cubicBezTo>
                                    <a:pt x="22" y="68"/>
                                    <a:pt x="22" y="68"/>
                                    <a:pt x="21" y="67"/>
                                  </a:cubicBezTo>
                                  <a:cubicBezTo>
                                    <a:pt x="21" y="67"/>
                                    <a:pt x="20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1" y="64"/>
                                    <a:pt x="19" y="64"/>
                                    <a:pt x="19" y="63"/>
                                  </a:cubicBezTo>
                                  <a:cubicBezTo>
                                    <a:pt x="19" y="62"/>
                                    <a:pt x="19" y="62"/>
                                    <a:pt x="19" y="62"/>
                                  </a:cubicBezTo>
                                  <a:cubicBezTo>
                                    <a:pt x="19" y="61"/>
                                    <a:pt x="18" y="61"/>
                                    <a:pt x="18" y="61"/>
                                  </a:cubicBezTo>
                                  <a:cubicBezTo>
                                    <a:pt x="17" y="60"/>
                                    <a:pt x="17" y="60"/>
                                    <a:pt x="16" y="60"/>
                                  </a:cubicBezTo>
                                  <a:cubicBezTo>
                                    <a:pt x="16" y="59"/>
                                    <a:pt x="16" y="59"/>
                                    <a:pt x="16" y="59"/>
                                  </a:cubicBezTo>
                                  <a:cubicBezTo>
                                    <a:pt x="15" y="58"/>
                                    <a:pt x="13" y="59"/>
                                    <a:pt x="12" y="59"/>
                                  </a:cubicBezTo>
                                  <a:cubicBezTo>
                                    <a:pt x="12" y="58"/>
                                    <a:pt x="12" y="57"/>
                                    <a:pt x="12" y="57"/>
                                  </a:cubicBezTo>
                                  <a:cubicBezTo>
                                    <a:pt x="12" y="56"/>
                                    <a:pt x="12" y="56"/>
                                    <a:pt x="12" y="55"/>
                                  </a:cubicBezTo>
                                  <a:cubicBezTo>
                                    <a:pt x="12" y="55"/>
                                    <a:pt x="12" y="54"/>
                                    <a:pt x="13" y="54"/>
                                  </a:cubicBezTo>
                                  <a:cubicBezTo>
                                    <a:pt x="13" y="53"/>
                                    <a:pt x="13" y="52"/>
                                    <a:pt x="13" y="52"/>
                                  </a:cubicBezTo>
                                  <a:cubicBezTo>
                                    <a:pt x="14" y="52"/>
                                    <a:pt x="15" y="52"/>
                                    <a:pt x="15" y="51"/>
                                  </a:cubicBezTo>
                                  <a:cubicBezTo>
                                    <a:pt x="15" y="51"/>
                                    <a:pt x="16" y="50"/>
                                    <a:pt x="15" y="50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4" y="51"/>
                                    <a:pt x="14" y="50"/>
                                    <a:pt x="13" y="49"/>
                                  </a:cubicBezTo>
                                  <a:cubicBezTo>
                                    <a:pt x="13" y="49"/>
                                    <a:pt x="13" y="48"/>
                                    <a:pt x="13" y="48"/>
                                  </a:cubicBezTo>
                                  <a:cubicBezTo>
                                    <a:pt x="13" y="47"/>
                                    <a:pt x="13" y="47"/>
                                    <a:pt x="13" y="47"/>
                                  </a:cubicBezTo>
                                  <a:cubicBezTo>
                                    <a:pt x="13" y="47"/>
                                    <a:pt x="13" y="47"/>
                                    <a:pt x="13" y="46"/>
                                  </a:cubicBezTo>
                                  <a:cubicBezTo>
                                    <a:pt x="13" y="45"/>
                                    <a:pt x="14" y="45"/>
                                    <a:pt x="14" y="45"/>
                                  </a:cubicBezTo>
                                  <a:cubicBezTo>
                                    <a:pt x="15" y="45"/>
                                    <a:pt x="15" y="44"/>
                                    <a:pt x="15" y="44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5" y="42"/>
                                    <a:pt x="15" y="43"/>
                                    <a:pt x="14" y="43"/>
                                  </a:cubicBezTo>
                                  <a:cubicBezTo>
                                    <a:pt x="14" y="42"/>
                                    <a:pt x="14" y="43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1"/>
                                    <a:pt x="13" y="41"/>
                                    <a:pt x="13" y="41"/>
                                  </a:cubicBezTo>
                                  <a:cubicBezTo>
                                    <a:pt x="13" y="41"/>
                                    <a:pt x="13" y="40"/>
                                    <a:pt x="13" y="40"/>
                                  </a:cubicBezTo>
                                  <a:cubicBezTo>
                                    <a:pt x="13" y="40"/>
                                    <a:pt x="13" y="40"/>
                                    <a:pt x="13" y="40"/>
                                  </a:cubicBezTo>
                                  <a:cubicBezTo>
                                    <a:pt x="13" y="39"/>
                                    <a:pt x="11" y="38"/>
                                    <a:pt x="12" y="38"/>
                                  </a:cubicBezTo>
                                  <a:cubicBezTo>
                                    <a:pt x="12" y="37"/>
                                    <a:pt x="14" y="38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6"/>
                                    <a:pt x="15" y="36"/>
                                    <a:pt x="16" y="36"/>
                                  </a:cubicBezTo>
                                  <a:cubicBezTo>
                                    <a:pt x="16" y="36"/>
                                    <a:pt x="16" y="35"/>
                                    <a:pt x="16" y="35"/>
                                  </a:cubicBezTo>
                                  <a:cubicBezTo>
                                    <a:pt x="16" y="34"/>
                                    <a:pt x="15" y="34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6" y="31"/>
                                  </a:cubicBezTo>
                                  <a:cubicBezTo>
                                    <a:pt x="16" y="31"/>
                                    <a:pt x="16" y="31"/>
                                    <a:pt x="16" y="31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8"/>
                                    <a:pt x="16" y="27"/>
                                    <a:pt x="16" y="27"/>
                                  </a:cubicBezTo>
                                  <a:cubicBezTo>
                                    <a:pt x="16" y="27"/>
                                    <a:pt x="15" y="26"/>
                                    <a:pt x="16" y="26"/>
                                  </a:cubicBezTo>
                                  <a:cubicBezTo>
                                    <a:pt x="16" y="25"/>
                                    <a:pt x="16" y="26"/>
                                    <a:pt x="16" y="26"/>
                                  </a:cubicBezTo>
                                  <a:cubicBezTo>
                                    <a:pt x="17" y="25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4"/>
                                    <a:pt x="17" y="24"/>
                                  </a:cubicBezTo>
                                  <a:cubicBezTo>
                                    <a:pt x="18" y="23"/>
                                    <a:pt x="19" y="23"/>
                                    <a:pt x="19" y="23"/>
                                  </a:cubicBezTo>
                                  <a:cubicBezTo>
                                    <a:pt x="20" y="22"/>
                                    <a:pt x="20" y="21"/>
                                    <a:pt x="20" y="21"/>
                                  </a:cubicBezTo>
                                  <a:cubicBezTo>
                                    <a:pt x="20" y="19"/>
                                    <a:pt x="18" y="21"/>
                                    <a:pt x="18" y="20"/>
                                  </a:cubicBezTo>
                                  <a:cubicBezTo>
                                    <a:pt x="18" y="19"/>
                                    <a:pt x="18" y="19"/>
                                    <a:pt x="18" y="18"/>
                                  </a:cubicBezTo>
                                  <a:cubicBezTo>
                                    <a:pt x="18" y="18"/>
                                    <a:pt x="18" y="17"/>
                                    <a:pt x="18" y="17"/>
                                  </a:cubicBezTo>
                                  <a:cubicBezTo>
                                    <a:pt x="18" y="17"/>
                                    <a:pt x="18" y="18"/>
                                    <a:pt x="18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6" y="17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6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4" y="17"/>
                                    <a:pt x="14" y="17"/>
                                  </a:cubicBezTo>
                                  <a:cubicBezTo>
                                    <a:pt x="14" y="17"/>
                                    <a:pt x="14" y="18"/>
                                    <a:pt x="14" y="18"/>
                                  </a:cubicBezTo>
                                  <a:cubicBezTo>
                                    <a:pt x="14" y="18"/>
                                    <a:pt x="13" y="18"/>
                                    <a:pt x="13" y="18"/>
                                  </a:cubicBezTo>
                                  <a:cubicBezTo>
                                    <a:pt x="13" y="18"/>
                                    <a:pt x="12" y="19"/>
                                    <a:pt x="12" y="19"/>
                                  </a:cubicBezTo>
                                  <a:cubicBezTo>
                                    <a:pt x="12" y="19"/>
                                    <a:pt x="11" y="18"/>
                                    <a:pt x="11" y="19"/>
                                  </a:cubicBezTo>
                                  <a:cubicBezTo>
                                    <a:pt x="11" y="19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0" y="18"/>
                                    <a:pt x="10" y="18"/>
                                  </a:cubicBezTo>
                                  <a:cubicBezTo>
                                    <a:pt x="10" y="19"/>
                                    <a:pt x="9" y="18"/>
                                    <a:pt x="9" y="18"/>
                                  </a:cubicBezTo>
                                  <a:cubicBezTo>
                                    <a:pt x="9" y="18"/>
                                    <a:pt x="8" y="19"/>
                                    <a:pt x="8" y="19"/>
                                  </a:cubicBezTo>
                                  <a:cubicBezTo>
                                    <a:pt x="7" y="19"/>
                                    <a:pt x="7" y="19"/>
                                    <a:pt x="7" y="18"/>
                                  </a:cubicBezTo>
                                  <a:cubicBezTo>
                                    <a:pt x="7" y="18"/>
                                    <a:pt x="7" y="17"/>
                                    <a:pt x="8" y="17"/>
                                  </a:cubicBezTo>
                                  <a:cubicBezTo>
                                    <a:pt x="8" y="16"/>
                                    <a:pt x="7" y="17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6" y="16"/>
                                    <a:pt x="6" y="16"/>
                                    <a:pt x="5" y="16"/>
                                  </a:cubicBezTo>
                                  <a:cubicBezTo>
                                    <a:pt x="4" y="16"/>
                                    <a:pt x="3" y="17"/>
                                    <a:pt x="2" y="18"/>
                                  </a:cubicBezTo>
                                  <a:cubicBezTo>
                                    <a:pt x="2" y="17"/>
                                    <a:pt x="2" y="16"/>
                                    <a:pt x="3" y="16"/>
                                  </a:cubicBezTo>
                                  <a:cubicBezTo>
                                    <a:pt x="3" y="15"/>
                                    <a:pt x="4" y="15"/>
                                    <a:pt x="4" y="14"/>
                                  </a:cubicBezTo>
                                  <a:cubicBezTo>
                                    <a:pt x="4" y="14"/>
                                    <a:pt x="3" y="15"/>
                                    <a:pt x="3" y="15"/>
                                  </a:cubicBezTo>
                                  <a:cubicBezTo>
                                    <a:pt x="2" y="14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3" y="12"/>
                                    <a:pt x="3" y="12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1"/>
                                    <a:pt x="2" y="12"/>
                                    <a:pt x="2" y="12"/>
                                  </a:cubicBezTo>
                                  <a:cubicBezTo>
                                    <a:pt x="1" y="12"/>
                                    <a:pt x="1" y="11"/>
                                    <a:pt x="1" y="11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0" y="8"/>
                                    <a:pt x="0" y="9"/>
                                    <a:pt x="0" y="8"/>
                                  </a:cubicBezTo>
                                  <a:cubicBezTo>
                                    <a:pt x="0" y="8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3" y="5"/>
                                    <a:pt x="3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4"/>
                                    <a:pt x="6" y="4"/>
                                    <a:pt x="6" y="4"/>
                                  </a:cubicBezTo>
                                  <a:cubicBezTo>
                                    <a:pt x="7" y="4"/>
                                    <a:pt x="7" y="5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6" y="4"/>
                                  </a:cubicBezTo>
                                  <a:cubicBezTo>
                                    <a:pt x="6" y="3"/>
                                    <a:pt x="7" y="3"/>
                                    <a:pt x="7" y="3"/>
                                  </a:cubicBezTo>
                                  <a:cubicBezTo>
                                    <a:pt x="7" y="2"/>
                                    <a:pt x="8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9" y="2"/>
                                    <a:pt x="10" y="1"/>
                                    <a:pt x="10" y="1"/>
                                  </a:cubicBezTo>
                                  <a:cubicBezTo>
                                    <a:pt x="11" y="0"/>
                                    <a:pt x="11" y="1"/>
                                    <a:pt x="11" y="1"/>
                                  </a:cubicBezTo>
                                  <a:cubicBezTo>
                                    <a:pt x="12" y="1"/>
                                    <a:pt x="12" y="1"/>
                                    <a:pt x="13" y="2"/>
                                  </a:cubicBezTo>
                                  <a:cubicBezTo>
                                    <a:pt x="14" y="2"/>
                                    <a:pt x="14" y="2"/>
                                    <a:pt x="15" y="3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6" y="2"/>
                                    <a:pt x="17" y="3"/>
                                    <a:pt x="17" y="2"/>
                                  </a:cubicBezTo>
                                  <a:cubicBezTo>
                                    <a:pt x="19" y="2"/>
                                    <a:pt x="20" y="3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4" y="2"/>
                                  </a:cubicBezTo>
                                  <a:cubicBezTo>
                                    <a:pt x="24" y="2"/>
                                    <a:pt x="24" y="3"/>
                                    <a:pt x="25" y="3"/>
                                  </a:cubicBezTo>
                                  <a:cubicBezTo>
                                    <a:pt x="25" y="3"/>
                                    <a:pt x="25" y="2"/>
                                    <a:pt x="26" y="3"/>
                                  </a:cubicBezTo>
                                  <a:cubicBezTo>
                                    <a:pt x="27" y="3"/>
                                    <a:pt x="27" y="3"/>
                                    <a:pt x="28" y="3"/>
                                  </a:cubicBezTo>
                                  <a:cubicBezTo>
                                    <a:pt x="29" y="3"/>
                                    <a:pt x="30" y="4"/>
                                    <a:pt x="31" y="4"/>
                                  </a:cubicBezTo>
                                  <a:cubicBezTo>
                                    <a:pt x="33" y="4"/>
                                    <a:pt x="35" y="3"/>
                                    <a:pt x="37" y="3"/>
                                  </a:cubicBezTo>
                                  <a:cubicBezTo>
                                    <a:pt x="37" y="4"/>
                                    <a:pt x="38" y="3"/>
                                    <a:pt x="38" y="3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9" y="4"/>
                                    <a:pt x="39" y="4"/>
                                    <a:pt x="39" y="4"/>
                                  </a:cubicBezTo>
                                  <a:cubicBezTo>
                                    <a:pt x="40" y="4"/>
                                    <a:pt x="40" y="4"/>
                                    <a:pt x="40" y="4"/>
                                  </a:cubicBezTo>
                                  <a:cubicBezTo>
                                    <a:pt x="40" y="4"/>
                                    <a:pt x="41" y="4"/>
                                    <a:pt x="41" y="4"/>
                                  </a:cubicBezTo>
                                  <a:cubicBezTo>
                                    <a:pt x="41" y="4"/>
                                    <a:pt x="42" y="4"/>
                                    <a:pt x="42" y="4"/>
                                  </a:cubicBezTo>
                                  <a:cubicBezTo>
                                    <a:pt x="42" y="4"/>
                                    <a:pt x="42" y="4"/>
                                    <a:pt x="42" y="4"/>
                                  </a:cubicBezTo>
                                  <a:cubicBezTo>
                                    <a:pt x="43" y="3"/>
                                    <a:pt x="44" y="3"/>
                                    <a:pt x="44" y="4"/>
                                  </a:cubicBezTo>
                                  <a:cubicBezTo>
                                    <a:pt x="44" y="4"/>
                                    <a:pt x="44" y="4"/>
                                    <a:pt x="44" y="4"/>
                                  </a:cubicBezTo>
                                  <a:cubicBezTo>
                                    <a:pt x="44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4"/>
                                    <a:pt x="46" y="4"/>
                                  </a:cubicBezTo>
                                  <a:cubicBezTo>
                                    <a:pt x="46" y="5"/>
                                    <a:pt x="47" y="5"/>
                                    <a:pt x="48" y="5"/>
                                  </a:cubicBezTo>
                                  <a:cubicBezTo>
                                    <a:pt x="48" y="5"/>
                                    <a:pt x="49" y="5"/>
                                    <a:pt x="50" y="4"/>
                                  </a:cubicBezTo>
                                  <a:cubicBezTo>
                                    <a:pt x="50" y="4"/>
                                    <a:pt x="50" y="4"/>
                                    <a:pt x="50" y="5"/>
                                  </a:cubicBezTo>
                                  <a:cubicBezTo>
                                    <a:pt x="50" y="5"/>
                                    <a:pt x="51" y="5"/>
                                    <a:pt x="51" y="5"/>
                                  </a:cubicBezTo>
                                  <a:cubicBezTo>
                                    <a:pt x="52" y="6"/>
                                    <a:pt x="52" y="5"/>
                                    <a:pt x="52" y="5"/>
                                  </a:cubicBezTo>
                                  <a:cubicBezTo>
                                    <a:pt x="53" y="5"/>
                                    <a:pt x="53" y="6"/>
                                    <a:pt x="53" y="6"/>
                                  </a:cubicBezTo>
                                  <a:cubicBezTo>
                                    <a:pt x="53" y="7"/>
                                    <a:pt x="52" y="7"/>
                                    <a:pt x="52" y="7"/>
                                  </a:cubicBezTo>
                                  <a:cubicBezTo>
                                    <a:pt x="53" y="8"/>
                                    <a:pt x="53" y="7"/>
                                    <a:pt x="53" y="7"/>
                                  </a:cubicBezTo>
                                  <a:cubicBezTo>
                                    <a:pt x="54" y="7"/>
                                    <a:pt x="54" y="7"/>
                                    <a:pt x="55" y="8"/>
                                  </a:cubicBezTo>
                                  <a:cubicBezTo>
                                    <a:pt x="55" y="8"/>
                                    <a:pt x="56" y="8"/>
                                    <a:pt x="56" y="8"/>
                                  </a:cubicBezTo>
                                  <a:cubicBezTo>
                                    <a:pt x="57" y="8"/>
                                    <a:pt x="57" y="8"/>
                                    <a:pt x="57" y="9"/>
                                  </a:cubicBezTo>
                                  <a:cubicBezTo>
                                    <a:pt x="58" y="9"/>
                                    <a:pt x="58" y="10"/>
                                    <a:pt x="59" y="10"/>
                                  </a:cubicBezTo>
                                  <a:cubicBezTo>
                                    <a:pt x="60" y="10"/>
                                    <a:pt x="60" y="9"/>
                                    <a:pt x="60" y="9"/>
                                  </a:cubicBezTo>
                                  <a:cubicBezTo>
                                    <a:pt x="61" y="9"/>
                                    <a:pt x="61" y="10"/>
                                    <a:pt x="61" y="10"/>
                                  </a:cubicBezTo>
                                  <a:cubicBezTo>
                                    <a:pt x="62" y="11"/>
                                    <a:pt x="62" y="11"/>
                                    <a:pt x="63" y="10"/>
                                  </a:cubicBezTo>
                                  <a:cubicBezTo>
                                    <a:pt x="63" y="10"/>
                                    <a:pt x="64" y="11"/>
                                    <a:pt x="64" y="11"/>
                                  </a:cubicBezTo>
                                  <a:cubicBezTo>
                                    <a:pt x="64" y="11"/>
                                    <a:pt x="65" y="10"/>
                                    <a:pt x="65" y="10"/>
                                  </a:cubicBezTo>
                                  <a:cubicBezTo>
                                    <a:pt x="66" y="11"/>
                                    <a:pt x="66" y="11"/>
                                    <a:pt x="67" y="10"/>
                                  </a:cubicBezTo>
                                  <a:cubicBezTo>
                                    <a:pt x="67" y="9"/>
                                    <a:pt x="68" y="9"/>
                                    <a:pt x="68" y="10"/>
                                  </a:cubicBezTo>
                                  <a:cubicBezTo>
                                    <a:pt x="69" y="10"/>
                                    <a:pt x="69" y="10"/>
                                    <a:pt x="70" y="10"/>
                                  </a:cubicBezTo>
                                  <a:cubicBezTo>
                                    <a:pt x="70" y="10"/>
                                    <a:pt x="71" y="11"/>
                                    <a:pt x="72" y="11"/>
                                  </a:cubicBezTo>
                                  <a:cubicBezTo>
                                    <a:pt x="72" y="11"/>
                                    <a:pt x="72" y="11"/>
                                    <a:pt x="72" y="11"/>
                                  </a:cubicBezTo>
                                  <a:cubicBezTo>
                                    <a:pt x="72" y="12"/>
                                    <a:pt x="71" y="13"/>
                                    <a:pt x="72" y="13"/>
                                  </a:cubicBezTo>
                                  <a:cubicBezTo>
                                    <a:pt x="73" y="13"/>
                                    <a:pt x="74" y="13"/>
                                    <a:pt x="74" y="12"/>
                                  </a:cubicBezTo>
                                  <a:cubicBezTo>
                                    <a:pt x="74" y="13"/>
                                    <a:pt x="75" y="13"/>
                                    <a:pt x="76" y="13"/>
                                  </a:cubicBezTo>
                                  <a:cubicBezTo>
                                    <a:pt x="76" y="13"/>
                                    <a:pt x="75" y="14"/>
                                    <a:pt x="76" y="14"/>
                                  </a:cubicBezTo>
                                  <a:cubicBezTo>
                                    <a:pt x="76" y="14"/>
                                    <a:pt x="76" y="14"/>
                                    <a:pt x="76" y="14"/>
                                  </a:cubicBezTo>
                                  <a:cubicBezTo>
                                    <a:pt x="77" y="13"/>
                                    <a:pt x="77" y="13"/>
                                    <a:pt x="77" y="13"/>
                                  </a:cubicBezTo>
                                  <a:cubicBezTo>
                                    <a:pt x="77" y="13"/>
                                    <a:pt x="78" y="13"/>
                                    <a:pt x="78" y="13"/>
                                  </a:cubicBezTo>
                                  <a:cubicBezTo>
                                    <a:pt x="79" y="13"/>
                                    <a:pt x="79" y="14"/>
                                    <a:pt x="80" y="14"/>
                                  </a:cubicBezTo>
                                  <a:cubicBezTo>
                                    <a:pt x="80" y="14"/>
                                    <a:pt x="80" y="14"/>
                                    <a:pt x="80" y="14"/>
                                  </a:cubicBezTo>
                                  <a:cubicBezTo>
                                    <a:pt x="80" y="13"/>
                                    <a:pt x="80" y="13"/>
                                    <a:pt x="80" y="13"/>
                                  </a:cubicBezTo>
                                  <a:cubicBezTo>
                                    <a:pt x="81" y="13"/>
                                    <a:pt x="81" y="13"/>
                                    <a:pt x="81" y="13"/>
                                  </a:cubicBezTo>
                                  <a:cubicBezTo>
                                    <a:pt x="82" y="13"/>
                                    <a:pt x="82" y="13"/>
                                    <a:pt x="82" y="13"/>
                                  </a:cubicBezTo>
                                  <a:cubicBezTo>
                                    <a:pt x="83" y="13"/>
                                    <a:pt x="83" y="13"/>
                                    <a:pt x="83" y="13"/>
                                  </a:cubicBezTo>
                                  <a:cubicBezTo>
                                    <a:pt x="84" y="13"/>
                                    <a:pt x="84" y="13"/>
                                    <a:pt x="84" y="13"/>
                                  </a:cubicBezTo>
                                  <a:cubicBezTo>
                                    <a:pt x="84" y="13"/>
                                    <a:pt x="84" y="14"/>
                                    <a:pt x="84" y="14"/>
                                  </a:cubicBezTo>
                                  <a:cubicBezTo>
                                    <a:pt x="85" y="14"/>
                                    <a:pt x="85" y="14"/>
                                    <a:pt x="85" y="14"/>
                                  </a:cubicBezTo>
                                  <a:cubicBezTo>
                                    <a:pt x="85" y="15"/>
                                    <a:pt x="84" y="15"/>
                                    <a:pt x="84" y="15"/>
                                  </a:cubicBezTo>
                                  <a:cubicBezTo>
                                    <a:pt x="83" y="16"/>
                                    <a:pt x="84" y="15"/>
                                    <a:pt x="84" y="16"/>
                                  </a:cubicBezTo>
                                  <a:cubicBezTo>
                                    <a:pt x="84" y="16"/>
                                    <a:pt x="84" y="16"/>
                                    <a:pt x="84" y="16"/>
                                  </a:cubicBezTo>
                                  <a:close/>
                                  <a:moveTo>
                                    <a:pt x="72" y="45"/>
                                  </a:moveTo>
                                  <a:cubicBezTo>
                                    <a:pt x="72" y="44"/>
                                    <a:pt x="74" y="43"/>
                                    <a:pt x="73" y="42"/>
                                  </a:cubicBezTo>
                                  <a:cubicBezTo>
                                    <a:pt x="73" y="42"/>
                                    <a:pt x="72" y="43"/>
                                    <a:pt x="71" y="43"/>
                                  </a:cubicBezTo>
                                  <a:cubicBezTo>
                                    <a:pt x="71" y="43"/>
                                    <a:pt x="71" y="44"/>
                                    <a:pt x="71" y="44"/>
                                  </a:cubicBezTo>
                                  <a:cubicBezTo>
                                    <a:pt x="70" y="44"/>
                                    <a:pt x="70" y="44"/>
                                    <a:pt x="71" y="44"/>
                                  </a:cubicBezTo>
                                  <a:cubicBezTo>
                                    <a:pt x="71" y="45"/>
                                    <a:pt x="72" y="45"/>
                                    <a:pt x="72" y="45"/>
                                  </a:cubicBezTo>
                                  <a:cubicBezTo>
                                    <a:pt x="72" y="44"/>
                                    <a:pt x="72" y="45"/>
                                    <a:pt x="72" y="45"/>
                                  </a:cubicBezTo>
                                  <a:close/>
                                  <a:moveTo>
                                    <a:pt x="79" y="39"/>
                                  </a:moveTo>
                                  <a:cubicBezTo>
                                    <a:pt x="79" y="39"/>
                                    <a:pt x="79" y="39"/>
                                    <a:pt x="80" y="39"/>
                                  </a:cubicBezTo>
                                  <a:cubicBezTo>
                                    <a:pt x="80" y="39"/>
                                    <a:pt x="80" y="39"/>
                                    <a:pt x="81" y="39"/>
                                  </a:cubicBezTo>
                                  <a:cubicBezTo>
                                    <a:pt x="81" y="40"/>
                                    <a:pt x="81" y="40"/>
                                    <a:pt x="81" y="40"/>
                                  </a:cubicBezTo>
                                  <a:cubicBezTo>
                                    <a:pt x="82" y="40"/>
                                    <a:pt x="82" y="40"/>
                                    <a:pt x="82" y="41"/>
                                  </a:cubicBezTo>
                                  <a:cubicBezTo>
                                    <a:pt x="83" y="41"/>
                                    <a:pt x="83" y="41"/>
                                    <a:pt x="83" y="41"/>
                                  </a:cubicBezTo>
                                  <a:cubicBezTo>
                                    <a:pt x="84" y="41"/>
                                    <a:pt x="84" y="40"/>
                                    <a:pt x="84" y="40"/>
                                  </a:cubicBezTo>
                                  <a:cubicBezTo>
                                    <a:pt x="85" y="39"/>
                                    <a:pt x="85" y="39"/>
                                    <a:pt x="85" y="38"/>
                                  </a:cubicBezTo>
                                  <a:cubicBezTo>
                                    <a:pt x="85" y="38"/>
                                    <a:pt x="86" y="37"/>
                                    <a:pt x="86" y="37"/>
                                  </a:cubicBezTo>
                                  <a:cubicBezTo>
                                    <a:pt x="85" y="36"/>
                                    <a:pt x="84" y="38"/>
                                    <a:pt x="83" y="37"/>
                                  </a:cubicBezTo>
                                  <a:cubicBezTo>
                                    <a:pt x="83" y="36"/>
                                    <a:pt x="84" y="36"/>
                                    <a:pt x="84" y="36"/>
                                  </a:cubicBezTo>
                                  <a:cubicBezTo>
                                    <a:pt x="84" y="36"/>
                                    <a:pt x="83" y="36"/>
                                    <a:pt x="83" y="36"/>
                                  </a:cubicBezTo>
                                  <a:cubicBezTo>
                                    <a:pt x="83" y="35"/>
                                    <a:pt x="84" y="35"/>
                                    <a:pt x="83" y="35"/>
                                  </a:cubicBezTo>
                                  <a:cubicBezTo>
                                    <a:pt x="83" y="35"/>
                                    <a:pt x="82" y="36"/>
                                    <a:pt x="82" y="36"/>
                                  </a:cubicBezTo>
                                  <a:cubicBezTo>
                                    <a:pt x="81" y="36"/>
                                    <a:pt x="81" y="36"/>
                                    <a:pt x="80" y="37"/>
                                  </a:cubicBezTo>
                                  <a:cubicBezTo>
                                    <a:pt x="80" y="37"/>
                                    <a:pt x="78" y="38"/>
                                    <a:pt x="78" y="39"/>
                                  </a:cubicBezTo>
                                  <a:cubicBezTo>
                                    <a:pt x="78" y="39"/>
                                    <a:pt x="78" y="39"/>
                                    <a:pt x="79" y="39"/>
                                  </a:cubicBezTo>
                                  <a:close/>
                                  <a:moveTo>
                                    <a:pt x="88" y="34"/>
                                  </a:moveTo>
                                  <a:cubicBezTo>
                                    <a:pt x="88" y="35"/>
                                    <a:pt x="88" y="35"/>
                                    <a:pt x="88" y="35"/>
                                  </a:cubicBezTo>
                                  <a:cubicBezTo>
                                    <a:pt x="89" y="35"/>
                                    <a:pt x="89" y="35"/>
                                    <a:pt x="90" y="36"/>
                                  </a:cubicBezTo>
                                  <a:cubicBezTo>
                                    <a:pt x="90" y="36"/>
                                    <a:pt x="91" y="36"/>
                                    <a:pt x="91" y="36"/>
                                  </a:cubicBezTo>
                                  <a:cubicBezTo>
                                    <a:pt x="92" y="36"/>
                                    <a:pt x="91" y="35"/>
                                    <a:pt x="91" y="35"/>
                                  </a:cubicBezTo>
                                  <a:cubicBezTo>
                                    <a:pt x="90" y="34"/>
                                    <a:pt x="89" y="34"/>
                                    <a:pt x="88" y="34"/>
                                  </a:cubicBezTo>
                                  <a:cubicBezTo>
                                    <a:pt x="88" y="35"/>
                                    <a:pt x="89" y="34"/>
                                    <a:pt x="88" y="3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0" name="Freeform 792">
                              <a:extLst>
                                <a:ext uri="{FF2B5EF4-FFF2-40B4-BE49-F238E27FC236}">
                                  <a16:creationId xmlns:a16="http://schemas.microsoft.com/office/drawing/2014/main" id="{94DF67A7-40D6-88D2-7B06-F7EEBB1382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54688" y="3387725"/>
                              <a:ext cx="87312" cy="63500"/>
                            </a:xfrm>
                            <a:custGeom>
                              <a:avLst/>
                              <a:gdLst>
                                <a:gd name="T0" fmla="*/ 3 w 21"/>
                                <a:gd name="T1" fmla="*/ 14 h 15"/>
                                <a:gd name="T2" fmla="*/ 4 w 21"/>
                                <a:gd name="T3" fmla="*/ 13 h 15"/>
                                <a:gd name="T4" fmla="*/ 7 w 21"/>
                                <a:gd name="T5" fmla="*/ 13 h 15"/>
                                <a:gd name="T6" fmla="*/ 8 w 21"/>
                                <a:gd name="T7" fmla="*/ 12 h 15"/>
                                <a:gd name="T8" fmla="*/ 11 w 21"/>
                                <a:gd name="T9" fmla="*/ 13 h 15"/>
                                <a:gd name="T10" fmla="*/ 14 w 21"/>
                                <a:gd name="T11" fmla="*/ 14 h 15"/>
                                <a:gd name="T12" fmla="*/ 13 w 21"/>
                                <a:gd name="T13" fmla="*/ 12 h 15"/>
                                <a:gd name="T14" fmla="*/ 14 w 21"/>
                                <a:gd name="T15" fmla="*/ 12 h 15"/>
                                <a:gd name="T16" fmla="*/ 14 w 21"/>
                                <a:gd name="T17" fmla="*/ 11 h 15"/>
                                <a:gd name="T18" fmla="*/ 16 w 21"/>
                                <a:gd name="T19" fmla="*/ 10 h 15"/>
                                <a:gd name="T20" fmla="*/ 16 w 21"/>
                                <a:gd name="T21" fmla="*/ 8 h 15"/>
                                <a:gd name="T22" fmla="*/ 16 w 21"/>
                                <a:gd name="T23" fmla="*/ 7 h 15"/>
                                <a:gd name="T24" fmla="*/ 16 w 21"/>
                                <a:gd name="T25" fmla="*/ 7 h 15"/>
                                <a:gd name="T26" fmla="*/ 18 w 21"/>
                                <a:gd name="T27" fmla="*/ 6 h 15"/>
                                <a:gd name="T28" fmla="*/ 18 w 21"/>
                                <a:gd name="T29" fmla="*/ 5 h 15"/>
                                <a:gd name="T30" fmla="*/ 19 w 21"/>
                                <a:gd name="T31" fmla="*/ 5 h 15"/>
                                <a:gd name="T32" fmla="*/ 20 w 21"/>
                                <a:gd name="T33" fmla="*/ 5 h 15"/>
                                <a:gd name="T34" fmla="*/ 20 w 21"/>
                                <a:gd name="T35" fmla="*/ 4 h 15"/>
                                <a:gd name="T36" fmla="*/ 21 w 21"/>
                                <a:gd name="T37" fmla="*/ 4 h 15"/>
                                <a:gd name="T38" fmla="*/ 21 w 21"/>
                                <a:gd name="T39" fmla="*/ 2 h 15"/>
                                <a:gd name="T40" fmla="*/ 21 w 21"/>
                                <a:gd name="T41" fmla="*/ 2 h 15"/>
                                <a:gd name="T42" fmla="*/ 20 w 21"/>
                                <a:gd name="T43" fmla="*/ 1 h 15"/>
                                <a:gd name="T44" fmla="*/ 20 w 21"/>
                                <a:gd name="T45" fmla="*/ 0 h 15"/>
                                <a:gd name="T46" fmla="*/ 19 w 21"/>
                                <a:gd name="T47" fmla="*/ 0 h 15"/>
                                <a:gd name="T48" fmla="*/ 18 w 21"/>
                                <a:gd name="T49" fmla="*/ 1 h 15"/>
                                <a:gd name="T50" fmla="*/ 18 w 21"/>
                                <a:gd name="T51" fmla="*/ 1 h 15"/>
                                <a:gd name="T52" fmla="*/ 15 w 21"/>
                                <a:gd name="T53" fmla="*/ 2 h 15"/>
                                <a:gd name="T54" fmla="*/ 13 w 21"/>
                                <a:gd name="T55" fmla="*/ 2 h 15"/>
                                <a:gd name="T56" fmla="*/ 11 w 21"/>
                                <a:gd name="T57" fmla="*/ 2 h 15"/>
                                <a:gd name="T58" fmla="*/ 7 w 21"/>
                                <a:gd name="T59" fmla="*/ 5 h 15"/>
                                <a:gd name="T60" fmla="*/ 2 w 21"/>
                                <a:gd name="T61" fmla="*/ 3 h 15"/>
                                <a:gd name="T62" fmla="*/ 1 w 21"/>
                                <a:gd name="T63" fmla="*/ 5 h 15"/>
                                <a:gd name="T64" fmla="*/ 0 w 21"/>
                                <a:gd name="T65" fmla="*/ 6 h 15"/>
                                <a:gd name="T66" fmla="*/ 2 w 21"/>
                                <a:gd name="T67" fmla="*/ 6 h 15"/>
                                <a:gd name="T68" fmla="*/ 1 w 21"/>
                                <a:gd name="T69" fmla="*/ 8 h 15"/>
                                <a:gd name="T70" fmla="*/ 2 w 21"/>
                                <a:gd name="T71" fmla="*/ 9 h 15"/>
                                <a:gd name="T72" fmla="*/ 2 w 21"/>
                                <a:gd name="T73" fmla="*/ 11 h 15"/>
                                <a:gd name="T74" fmla="*/ 3 w 21"/>
                                <a:gd name="T75" fmla="*/ 12 h 15"/>
                                <a:gd name="T76" fmla="*/ 3 w 21"/>
                                <a:gd name="T77" fmla="*/ 13 h 15"/>
                                <a:gd name="T78" fmla="*/ 2 w 21"/>
                                <a:gd name="T79" fmla="*/ 13 h 15"/>
                                <a:gd name="T80" fmla="*/ 1 w 21"/>
                                <a:gd name="T81" fmla="*/ 13 h 15"/>
                                <a:gd name="T82" fmla="*/ 3 w 21"/>
                                <a:gd name="T83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</a:cxnLst>
                              <a:rect l="0" t="0" r="r" b="b"/>
                              <a:pathLst>
                                <a:path w="21" h="15">
                                  <a:moveTo>
                                    <a:pt x="3" y="14"/>
                                  </a:moveTo>
                                  <a:cubicBezTo>
                                    <a:pt x="3" y="14"/>
                                    <a:pt x="4" y="14"/>
                                    <a:pt x="4" y="13"/>
                                  </a:cubicBezTo>
                                  <a:cubicBezTo>
                                    <a:pt x="5" y="13"/>
                                    <a:pt x="6" y="14"/>
                                    <a:pt x="7" y="13"/>
                                  </a:cubicBezTo>
                                  <a:cubicBezTo>
                                    <a:pt x="8" y="13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10" y="14"/>
                                    <a:pt x="11" y="13"/>
                                  </a:cubicBezTo>
                                  <a:cubicBezTo>
                                    <a:pt x="11" y="13"/>
                                    <a:pt x="13" y="15"/>
                                    <a:pt x="14" y="14"/>
                                  </a:cubicBezTo>
                                  <a:cubicBezTo>
                                    <a:pt x="14" y="13"/>
                                    <a:pt x="13" y="13"/>
                                    <a:pt x="13" y="12"/>
                                  </a:cubicBezTo>
                                  <a:cubicBezTo>
                                    <a:pt x="13" y="12"/>
                                    <a:pt x="14" y="12"/>
                                    <a:pt x="14" y="12"/>
                                  </a:cubicBezTo>
                                  <a:cubicBezTo>
                                    <a:pt x="13" y="11"/>
                                    <a:pt x="14" y="11"/>
                                    <a:pt x="14" y="11"/>
                                  </a:cubicBezTo>
                                  <a:cubicBezTo>
                                    <a:pt x="15" y="10"/>
                                    <a:pt x="15" y="11"/>
                                    <a:pt x="16" y="10"/>
                                  </a:cubicBezTo>
                                  <a:cubicBezTo>
                                    <a:pt x="16" y="9"/>
                                    <a:pt x="16" y="9"/>
                                    <a:pt x="16" y="8"/>
                                  </a:cubicBezTo>
                                  <a:cubicBezTo>
                                    <a:pt x="16" y="8"/>
                                    <a:pt x="15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7" y="6"/>
                                    <a:pt x="17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3"/>
                                    <a:pt x="21" y="4"/>
                                    <a:pt x="21" y="4"/>
                                  </a:cubicBezTo>
                                  <a:cubicBezTo>
                                    <a:pt x="21" y="3"/>
                                    <a:pt x="21" y="3"/>
                                    <a:pt x="21" y="2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1" y="2"/>
                                    <a:pt x="21" y="2"/>
                                    <a:pt x="20" y="1"/>
                                  </a:cubicBezTo>
                                  <a:cubicBezTo>
                                    <a:pt x="20" y="1"/>
                                    <a:pt x="20" y="1"/>
                                    <a:pt x="20" y="0"/>
                                  </a:cubicBezTo>
                                  <a:cubicBezTo>
                                    <a:pt x="20" y="0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8" y="0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6" y="2"/>
                                    <a:pt x="15" y="2"/>
                                  </a:cubicBezTo>
                                  <a:cubicBezTo>
                                    <a:pt x="15" y="2"/>
                                    <a:pt x="14" y="2"/>
                                    <a:pt x="13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9" y="3"/>
                                    <a:pt x="9" y="5"/>
                                    <a:pt x="7" y="5"/>
                                  </a:cubicBezTo>
                                  <a:cubicBezTo>
                                    <a:pt x="6" y="4"/>
                                    <a:pt x="4" y="3"/>
                                    <a:pt x="2" y="3"/>
                                  </a:cubicBezTo>
                                  <a:cubicBezTo>
                                    <a:pt x="4" y="4"/>
                                    <a:pt x="2" y="5"/>
                                    <a:pt x="1" y="5"/>
                                  </a:cubicBezTo>
                                  <a:cubicBezTo>
                                    <a:pt x="1" y="5"/>
                                    <a:pt x="0" y="6"/>
                                    <a:pt x="0" y="6"/>
                                  </a:cubicBezTo>
                                  <a:cubicBezTo>
                                    <a:pt x="1" y="6"/>
                                    <a:pt x="1" y="6"/>
                                    <a:pt x="2" y="6"/>
                                  </a:cubicBezTo>
                                  <a:cubicBezTo>
                                    <a:pt x="3" y="7"/>
                                    <a:pt x="1" y="7"/>
                                    <a:pt x="1" y="8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10"/>
                                    <a:pt x="2" y="10"/>
                                    <a:pt x="2" y="11"/>
                                  </a:cubicBezTo>
                                  <a:cubicBezTo>
                                    <a:pt x="2" y="10"/>
                                    <a:pt x="4" y="12"/>
                                    <a:pt x="3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1" y="13"/>
                                  </a:cubicBezTo>
                                  <a:cubicBezTo>
                                    <a:pt x="2" y="14"/>
                                    <a:pt x="2" y="14"/>
                                    <a:pt x="3" y="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1" name="Freeform 793">
                              <a:extLst>
                                <a:ext uri="{FF2B5EF4-FFF2-40B4-BE49-F238E27FC236}">
                                  <a16:creationId xmlns:a16="http://schemas.microsoft.com/office/drawing/2014/main" id="{B52F55D8-B4C7-0C06-2BC8-F93102041A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49938" y="3271838"/>
                              <a:ext cx="161925" cy="79375"/>
                            </a:xfrm>
                            <a:custGeom>
                              <a:avLst/>
                              <a:gdLst>
                                <a:gd name="T0" fmla="*/ 5 w 39"/>
                                <a:gd name="T1" fmla="*/ 17 h 19"/>
                                <a:gd name="T2" fmla="*/ 8 w 39"/>
                                <a:gd name="T3" fmla="*/ 19 h 19"/>
                                <a:gd name="T4" fmla="*/ 10 w 39"/>
                                <a:gd name="T5" fmla="*/ 19 h 19"/>
                                <a:gd name="T6" fmla="*/ 12 w 39"/>
                                <a:gd name="T7" fmla="*/ 19 h 19"/>
                                <a:gd name="T8" fmla="*/ 14 w 39"/>
                                <a:gd name="T9" fmla="*/ 19 h 19"/>
                                <a:gd name="T10" fmla="*/ 14 w 39"/>
                                <a:gd name="T11" fmla="*/ 18 h 19"/>
                                <a:gd name="T12" fmla="*/ 15 w 39"/>
                                <a:gd name="T13" fmla="*/ 16 h 19"/>
                                <a:gd name="T14" fmla="*/ 18 w 39"/>
                                <a:gd name="T15" fmla="*/ 15 h 19"/>
                                <a:gd name="T16" fmla="*/ 19 w 39"/>
                                <a:gd name="T17" fmla="*/ 15 h 19"/>
                                <a:gd name="T18" fmla="*/ 20 w 39"/>
                                <a:gd name="T19" fmla="*/ 15 h 19"/>
                                <a:gd name="T20" fmla="*/ 24 w 39"/>
                                <a:gd name="T21" fmla="*/ 14 h 19"/>
                                <a:gd name="T22" fmla="*/ 24 w 39"/>
                                <a:gd name="T23" fmla="*/ 13 h 19"/>
                                <a:gd name="T24" fmla="*/ 25 w 39"/>
                                <a:gd name="T25" fmla="*/ 11 h 19"/>
                                <a:gd name="T26" fmla="*/ 27 w 39"/>
                                <a:gd name="T27" fmla="*/ 11 h 19"/>
                                <a:gd name="T28" fmla="*/ 29 w 39"/>
                                <a:gd name="T29" fmla="*/ 12 h 19"/>
                                <a:gd name="T30" fmla="*/ 30 w 39"/>
                                <a:gd name="T31" fmla="*/ 12 h 19"/>
                                <a:gd name="T32" fmla="*/ 31 w 39"/>
                                <a:gd name="T33" fmla="*/ 11 h 19"/>
                                <a:gd name="T34" fmla="*/ 32 w 39"/>
                                <a:gd name="T35" fmla="*/ 11 h 19"/>
                                <a:gd name="T36" fmla="*/ 34 w 39"/>
                                <a:gd name="T37" fmla="*/ 13 h 19"/>
                                <a:gd name="T38" fmla="*/ 36 w 39"/>
                                <a:gd name="T39" fmla="*/ 13 h 19"/>
                                <a:gd name="T40" fmla="*/ 38 w 39"/>
                                <a:gd name="T41" fmla="*/ 9 h 19"/>
                                <a:gd name="T42" fmla="*/ 39 w 39"/>
                                <a:gd name="T43" fmla="*/ 6 h 19"/>
                                <a:gd name="T44" fmla="*/ 39 w 39"/>
                                <a:gd name="T45" fmla="*/ 6 h 19"/>
                                <a:gd name="T46" fmla="*/ 36 w 39"/>
                                <a:gd name="T47" fmla="*/ 4 h 19"/>
                                <a:gd name="T48" fmla="*/ 35 w 39"/>
                                <a:gd name="T49" fmla="*/ 3 h 19"/>
                                <a:gd name="T50" fmla="*/ 34 w 39"/>
                                <a:gd name="T51" fmla="*/ 3 h 19"/>
                                <a:gd name="T52" fmla="*/ 34 w 39"/>
                                <a:gd name="T53" fmla="*/ 3 h 19"/>
                                <a:gd name="T54" fmla="*/ 33 w 39"/>
                                <a:gd name="T55" fmla="*/ 3 h 19"/>
                                <a:gd name="T56" fmla="*/ 32 w 39"/>
                                <a:gd name="T57" fmla="*/ 2 h 19"/>
                                <a:gd name="T58" fmla="*/ 29 w 39"/>
                                <a:gd name="T59" fmla="*/ 2 h 19"/>
                                <a:gd name="T60" fmla="*/ 29 w 39"/>
                                <a:gd name="T61" fmla="*/ 3 h 19"/>
                                <a:gd name="T62" fmla="*/ 28 w 39"/>
                                <a:gd name="T63" fmla="*/ 3 h 19"/>
                                <a:gd name="T64" fmla="*/ 26 w 39"/>
                                <a:gd name="T65" fmla="*/ 3 h 19"/>
                                <a:gd name="T66" fmla="*/ 26 w 39"/>
                                <a:gd name="T67" fmla="*/ 3 h 19"/>
                                <a:gd name="T68" fmla="*/ 25 w 39"/>
                                <a:gd name="T69" fmla="*/ 2 h 19"/>
                                <a:gd name="T70" fmla="*/ 24 w 39"/>
                                <a:gd name="T71" fmla="*/ 3 h 19"/>
                                <a:gd name="T72" fmla="*/ 23 w 39"/>
                                <a:gd name="T73" fmla="*/ 4 h 19"/>
                                <a:gd name="T74" fmla="*/ 22 w 39"/>
                                <a:gd name="T75" fmla="*/ 4 h 19"/>
                                <a:gd name="T76" fmla="*/ 21 w 39"/>
                                <a:gd name="T77" fmla="*/ 4 h 19"/>
                                <a:gd name="T78" fmla="*/ 20 w 39"/>
                                <a:gd name="T79" fmla="*/ 5 h 19"/>
                                <a:gd name="T80" fmla="*/ 20 w 39"/>
                                <a:gd name="T81" fmla="*/ 3 h 19"/>
                                <a:gd name="T82" fmla="*/ 19 w 39"/>
                                <a:gd name="T83" fmla="*/ 2 h 19"/>
                                <a:gd name="T84" fmla="*/ 19 w 39"/>
                                <a:gd name="T85" fmla="*/ 2 h 19"/>
                                <a:gd name="T86" fmla="*/ 18 w 39"/>
                                <a:gd name="T87" fmla="*/ 0 h 19"/>
                                <a:gd name="T88" fmla="*/ 18 w 39"/>
                                <a:gd name="T89" fmla="*/ 1 h 19"/>
                                <a:gd name="T90" fmla="*/ 17 w 39"/>
                                <a:gd name="T91" fmla="*/ 1 h 19"/>
                                <a:gd name="T92" fmla="*/ 16 w 39"/>
                                <a:gd name="T93" fmla="*/ 2 h 19"/>
                                <a:gd name="T94" fmla="*/ 15 w 39"/>
                                <a:gd name="T95" fmla="*/ 3 h 19"/>
                                <a:gd name="T96" fmla="*/ 14 w 39"/>
                                <a:gd name="T97" fmla="*/ 1 h 19"/>
                                <a:gd name="T98" fmla="*/ 13 w 39"/>
                                <a:gd name="T99" fmla="*/ 2 h 19"/>
                                <a:gd name="T100" fmla="*/ 12 w 39"/>
                                <a:gd name="T101" fmla="*/ 2 h 19"/>
                                <a:gd name="T102" fmla="*/ 11 w 39"/>
                                <a:gd name="T103" fmla="*/ 3 h 19"/>
                                <a:gd name="T104" fmla="*/ 9 w 39"/>
                                <a:gd name="T105" fmla="*/ 5 h 19"/>
                                <a:gd name="T106" fmla="*/ 8 w 39"/>
                                <a:gd name="T107" fmla="*/ 7 h 19"/>
                                <a:gd name="T108" fmla="*/ 5 w 39"/>
                                <a:gd name="T109" fmla="*/ 8 h 19"/>
                                <a:gd name="T110" fmla="*/ 2 w 39"/>
                                <a:gd name="T111" fmla="*/ 8 h 19"/>
                                <a:gd name="T112" fmla="*/ 1 w 39"/>
                                <a:gd name="T113" fmla="*/ 10 h 19"/>
                                <a:gd name="T114" fmla="*/ 1 w 39"/>
                                <a:gd name="T115" fmla="*/ 13 h 19"/>
                                <a:gd name="T116" fmla="*/ 2 w 39"/>
                                <a:gd name="T117" fmla="*/ 16 h 19"/>
                                <a:gd name="T118" fmla="*/ 5 w 39"/>
                                <a:gd name="T119" fmla="*/ 17 h 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9" h="19">
                                  <a:moveTo>
                                    <a:pt x="5" y="17"/>
                                  </a:moveTo>
                                  <a:cubicBezTo>
                                    <a:pt x="6" y="18"/>
                                    <a:pt x="7" y="19"/>
                                    <a:pt x="8" y="19"/>
                                  </a:cubicBezTo>
                                  <a:cubicBezTo>
                                    <a:pt x="9" y="19"/>
                                    <a:pt x="10" y="19"/>
                                    <a:pt x="10" y="19"/>
                                  </a:cubicBezTo>
                                  <a:cubicBezTo>
                                    <a:pt x="11" y="19"/>
                                    <a:pt x="11" y="19"/>
                                    <a:pt x="12" y="19"/>
                                  </a:cubicBezTo>
                                  <a:cubicBezTo>
                                    <a:pt x="13" y="19"/>
                                    <a:pt x="13" y="19"/>
                                    <a:pt x="14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3" y="17"/>
                                    <a:pt x="14" y="16"/>
                                    <a:pt x="15" y="16"/>
                                  </a:cubicBezTo>
                                  <a:cubicBezTo>
                                    <a:pt x="16" y="16"/>
                                    <a:pt x="17" y="16"/>
                                    <a:pt x="18" y="15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20" y="14"/>
                                    <a:pt x="20" y="15"/>
                                    <a:pt x="20" y="15"/>
                                  </a:cubicBezTo>
                                  <a:cubicBezTo>
                                    <a:pt x="21" y="16"/>
                                    <a:pt x="23" y="15"/>
                                    <a:pt x="24" y="14"/>
                                  </a:cubicBezTo>
                                  <a:cubicBezTo>
                                    <a:pt x="24" y="14"/>
                                    <a:pt x="24" y="13"/>
                                    <a:pt x="24" y="13"/>
                                  </a:cubicBezTo>
                                  <a:cubicBezTo>
                                    <a:pt x="25" y="12"/>
                                    <a:pt x="25" y="12"/>
                                    <a:pt x="25" y="11"/>
                                  </a:cubicBezTo>
                                  <a:cubicBezTo>
                                    <a:pt x="26" y="11"/>
                                    <a:pt x="27" y="11"/>
                                    <a:pt x="27" y="11"/>
                                  </a:cubicBezTo>
                                  <a:cubicBezTo>
                                    <a:pt x="28" y="11"/>
                                    <a:pt x="28" y="12"/>
                                    <a:pt x="29" y="12"/>
                                  </a:cubicBezTo>
                                  <a:cubicBezTo>
                                    <a:pt x="29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2" y="11"/>
                                    <a:pt x="32" y="11"/>
                                  </a:cubicBezTo>
                                  <a:cubicBezTo>
                                    <a:pt x="32" y="12"/>
                                    <a:pt x="33" y="12"/>
                                    <a:pt x="34" y="13"/>
                                  </a:cubicBezTo>
                                  <a:cubicBezTo>
                                    <a:pt x="34" y="14"/>
                                    <a:pt x="35" y="13"/>
                                    <a:pt x="36" y="13"/>
                                  </a:cubicBezTo>
                                  <a:cubicBezTo>
                                    <a:pt x="36" y="11"/>
                                    <a:pt x="37" y="10"/>
                                    <a:pt x="38" y="9"/>
                                  </a:cubicBezTo>
                                  <a:cubicBezTo>
                                    <a:pt x="38" y="8"/>
                                    <a:pt x="38" y="7"/>
                                    <a:pt x="39" y="6"/>
                                  </a:cubicBezTo>
                                  <a:cubicBezTo>
                                    <a:pt x="39" y="6"/>
                                    <a:pt x="39" y="6"/>
                                    <a:pt x="39" y="6"/>
                                  </a:cubicBezTo>
                                  <a:cubicBezTo>
                                    <a:pt x="38" y="6"/>
                                    <a:pt x="36" y="5"/>
                                    <a:pt x="36" y="4"/>
                                  </a:cubicBezTo>
                                  <a:cubicBezTo>
                                    <a:pt x="35" y="4"/>
                                    <a:pt x="35" y="3"/>
                                    <a:pt x="35" y="3"/>
                                  </a:cubicBezTo>
                                  <a:cubicBezTo>
                                    <a:pt x="35" y="3"/>
                                    <a:pt x="35" y="3"/>
                                    <a:pt x="34" y="3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3" y="3"/>
                                    <a:pt x="33" y="3"/>
                                  </a:cubicBezTo>
                                  <a:cubicBezTo>
                                    <a:pt x="33" y="2"/>
                                    <a:pt x="32" y="2"/>
                                    <a:pt x="32" y="2"/>
                                  </a:cubicBezTo>
                                  <a:cubicBezTo>
                                    <a:pt x="31" y="2"/>
                                    <a:pt x="30" y="2"/>
                                    <a:pt x="29" y="2"/>
                                  </a:cubicBezTo>
                                  <a:cubicBezTo>
                                    <a:pt x="29" y="3"/>
                                    <a:pt x="29" y="3"/>
                                    <a:pt x="29" y="3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7" y="3"/>
                                    <a:pt x="27" y="3"/>
                                    <a:pt x="26" y="3"/>
                                  </a:cubicBezTo>
                                  <a:cubicBezTo>
                                    <a:pt x="26" y="3"/>
                                    <a:pt x="26" y="3"/>
                                    <a:pt x="26" y="3"/>
                                  </a:cubicBezTo>
                                  <a:cubicBezTo>
                                    <a:pt x="25" y="3"/>
                                    <a:pt x="25" y="2"/>
                                    <a:pt x="25" y="2"/>
                                  </a:cubicBezTo>
                                  <a:cubicBezTo>
                                    <a:pt x="24" y="2"/>
                                    <a:pt x="24" y="3"/>
                                    <a:pt x="24" y="3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2" y="4"/>
                                    <a:pt x="23" y="4"/>
                                    <a:pt x="22" y="4"/>
                                  </a:cubicBezTo>
                                  <a:cubicBezTo>
                                    <a:pt x="22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5"/>
                                    <a:pt x="20" y="5"/>
                                  </a:cubicBezTo>
                                  <a:cubicBezTo>
                                    <a:pt x="20" y="4"/>
                                    <a:pt x="21" y="3"/>
                                    <a:pt x="20" y="3"/>
                                  </a:cubicBezTo>
                                  <a:cubicBezTo>
                                    <a:pt x="20" y="2"/>
                                    <a:pt x="20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1"/>
                                    <a:pt x="19" y="1"/>
                                    <a:pt x="18" y="0"/>
                                  </a:cubicBezTo>
                                  <a:cubicBezTo>
                                    <a:pt x="18" y="0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6" y="1"/>
                                    <a:pt x="16" y="1"/>
                                    <a:pt x="16" y="2"/>
                                  </a:cubicBezTo>
                                  <a:cubicBezTo>
                                    <a:pt x="16" y="3"/>
                                    <a:pt x="16" y="3"/>
                                    <a:pt x="15" y="3"/>
                                  </a:cubicBezTo>
                                  <a:cubicBezTo>
                                    <a:pt x="14" y="2"/>
                                    <a:pt x="14" y="2"/>
                                    <a:pt x="14" y="1"/>
                                  </a:cubicBezTo>
                                  <a:cubicBezTo>
                                    <a:pt x="14" y="1"/>
                                    <a:pt x="13" y="1"/>
                                    <a:pt x="13" y="2"/>
                                  </a:cubicBezTo>
                                  <a:cubicBezTo>
                                    <a:pt x="13" y="2"/>
                                    <a:pt x="12" y="2"/>
                                    <a:pt x="12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0" y="4"/>
                                    <a:pt x="9" y="4"/>
                                    <a:pt x="9" y="5"/>
                                  </a:cubicBezTo>
                                  <a:cubicBezTo>
                                    <a:pt x="9" y="5"/>
                                    <a:pt x="9" y="6"/>
                                    <a:pt x="8" y="7"/>
                                  </a:cubicBezTo>
                                  <a:cubicBezTo>
                                    <a:pt x="7" y="7"/>
                                    <a:pt x="6" y="8"/>
                                    <a:pt x="5" y="8"/>
                                  </a:cubicBezTo>
                                  <a:cubicBezTo>
                                    <a:pt x="4" y="8"/>
                                    <a:pt x="3" y="8"/>
                                    <a:pt x="2" y="8"/>
                                  </a:cubicBezTo>
                                  <a:cubicBezTo>
                                    <a:pt x="2" y="9"/>
                                    <a:pt x="2" y="10"/>
                                    <a:pt x="1" y="10"/>
                                  </a:cubicBezTo>
                                  <a:cubicBezTo>
                                    <a:pt x="1" y="11"/>
                                    <a:pt x="0" y="12"/>
                                    <a:pt x="1" y="13"/>
                                  </a:cubicBezTo>
                                  <a:cubicBezTo>
                                    <a:pt x="2" y="14"/>
                                    <a:pt x="2" y="15"/>
                                    <a:pt x="2" y="16"/>
                                  </a:cubicBezTo>
                                  <a:cubicBezTo>
                                    <a:pt x="3" y="16"/>
                                    <a:pt x="4" y="17"/>
                                    <a:pt x="5" y="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2" name="Freeform 794">
                              <a:extLst>
                                <a:ext uri="{FF2B5EF4-FFF2-40B4-BE49-F238E27FC236}">
                                  <a16:creationId xmlns:a16="http://schemas.microsoft.com/office/drawing/2014/main" id="{D8098603-E3F9-F8A8-8B7D-5C5176CE02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46775" y="3330575"/>
                              <a:ext cx="265112" cy="187325"/>
                            </a:xfrm>
                            <a:custGeom>
                              <a:avLst/>
                              <a:gdLst>
                                <a:gd name="T0" fmla="*/ 60 w 64"/>
                                <a:gd name="T1" fmla="*/ 29 h 45"/>
                                <a:gd name="T2" fmla="*/ 55 w 64"/>
                                <a:gd name="T3" fmla="*/ 29 h 45"/>
                                <a:gd name="T4" fmla="*/ 54 w 64"/>
                                <a:gd name="T5" fmla="*/ 25 h 45"/>
                                <a:gd name="T6" fmla="*/ 54 w 64"/>
                                <a:gd name="T7" fmla="*/ 22 h 45"/>
                                <a:gd name="T8" fmla="*/ 54 w 64"/>
                                <a:gd name="T9" fmla="*/ 19 h 45"/>
                                <a:gd name="T10" fmla="*/ 53 w 64"/>
                                <a:gd name="T11" fmla="*/ 13 h 45"/>
                                <a:gd name="T12" fmla="*/ 51 w 64"/>
                                <a:gd name="T13" fmla="*/ 10 h 45"/>
                                <a:gd name="T14" fmla="*/ 49 w 64"/>
                                <a:gd name="T15" fmla="*/ 8 h 45"/>
                                <a:gd name="T16" fmla="*/ 47 w 64"/>
                                <a:gd name="T17" fmla="*/ 2 h 45"/>
                                <a:gd name="T18" fmla="*/ 44 w 64"/>
                                <a:gd name="T19" fmla="*/ 0 h 45"/>
                                <a:gd name="T20" fmla="*/ 41 w 64"/>
                                <a:gd name="T21" fmla="*/ 1 h 45"/>
                                <a:gd name="T22" fmla="*/ 35 w 64"/>
                                <a:gd name="T23" fmla="*/ 3 h 45"/>
                                <a:gd name="T24" fmla="*/ 33 w 64"/>
                                <a:gd name="T25" fmla="*/ 5 h 45"/>
                                <a:gd name="T26" fmla="*/ 29 w 64"/>
                                <a:gd name="T27" fmla="*/ 3 h 45"/>
                                <a:gd name="T28" fmla="*/ 26 w 64"/>
                                <a:gd name="T29" fmla="*/ 3 h 45"/>
                                <a:gd name="T30" fmla="*/ 24 w 64"/>
                                <a:gd name="T31" fmla="*/ 3 h 45"/>
                                <a:gd name="T32" fmla="*/ 21 w 64"/>
                                <a:gd name="T33" fmla="*/ 2 h 45"/>
                                <a:gd name="T34" fmla="*/ 18 w 64"/>
                                <a:gd name="T35" fmla="*/ 4 h 45"/>
                                <a:gd name="T36" fmla="*/ 14 w 64"/>
                                <a:gd name="T37" fmla="*/ 5 h 45"/>
                                <a:gd name="T38" fmla="*/ 12 w 64"/>
                                <a:gd name="T39" fmla="*/ 8 h 45"/>
                                <a:gd name="T40" fmla="*/ 12 w 64"/>
                                <a:gd name="T41" fmla="*/ 9 h 45"/>
                                <a:gd name="T42" fmla="*/ 10 w 64"/>
                                <a:gd name="T43" fmla="*/ 12 h 45"/>
                                <a:gd name="T44" fmla="*/ 9 w 64"/>
                                <a:gd name="T45" fmla="*/ 15 h 45"/>
                                <a:gd name="T46" fmla="*/ 7 w 64"/>
                                <a:gd name="T47" fmla="*/ 17 h 45"/>
                                <a:gd name="T48" fmla="*/ 7 w 64"/>
                                <a:gd name="T49" fmla="*/ 19 h 45"/>
                                <a:gd name="T50" fmla="*/ 4 w 64"/>
                                <a:gd name="T51" fmla="*/ 20 h 45"/>
                                <a:gd name="T52" fmla="*/ 3 w 64"/>
                                <a:gd name="T53" fmla="*/ 21 h 45"/>
                                <a:gd name="T54" fmla="*/ 1 w 64"/>
                                <a:gd name="T55" fmla="*/ 23 h 45"/>
                                <a:gd name="T56" fmla="*/ 4 w 64"/>
                                <a:gd name="T57" fmla="*/ 25 h 45"/>
                                <a:gd name="T58" fmla="*/ 4 w 64"/>
                                <a:gd name="T59" fmla="*/ 27 h 45"/>
                                <a:gd name="T60" fmla="*/ 6 w 64"/>
                                <a:gd name="T61" fmla="*/ 29 h 45"/>
                                <a:gd name="T62" fmla="*/ 9 w 64"/>
                                <a:gd name="T63" fmla="*/ 31 h 45"/>
                                <a:gd name="T64" fmla="*/ 8 w 64"/>
                                <a:gd name="T65" fmla="*/ 32 h 45"/>
                                <a:gd name="T66" fmla="*/ 8 w 64"/>
                                <a:gd name="T67" fmla="*/ 33 h 45"/>
                                <a:gd name="T68" fmla="*/ 11 w 64"/>
                                <a:gd name="T69" fmla="*/ 35 h 45"/>
                                <a:gd name="T70" fmla="*/ 13 w 64"/>
                                <a:gd name="T71" fmla="*/ 37 h 45"/>
                                <a:gd name="T72" fmla="*/ 16 w 64"/>
                                <a:gd name="T73" fmla="*/ 35 h 45"/>
                                <a:gd name="T74" fmla="*/ 16 w 64"/>
                                <a:gd name="T75" fmla="*/ 36 h 45"/>
                                <a:gd name="T76" fmla="*/ 16 w 64"/>
                                <a:gd name="T77" fmla="*/ 38 h 45"/>
                                <a:gd name="T78" fmla="*/ 17 w 64"/>
                                <a:gd name="T79" fmla="*/ 39 h 45"/>
                                <a:gd name="T80" fmla="*/ 19 w 64"/>
                                <a:gd name="T81" fmla="*/ 41 h 45"/>
                                <a:gd name="T82" fmla="*/ 21 w 64"/>
                                <a:gd name="T83" fmla="*/ 43 h 45"/>
                                <a:gd name="T84" fmla="*/ 24 w 64"/>
                                <a:gd name="T85" fmla="*/ 43 h 45"/>
                                <a:gd name="T86" fmla="*/ 27 w 64"/>
                                <a:gd name="T87" fmla="*/ 44 h 45"/>
                                <a:gd name="T88" fmla="*/ 31 w 64"/>
                                <a:gd name="T89" fmla="*/ 44 h 45"/>
                                <a:gd name="T90" fmla="*/ 36 w 64"/>
                                <a:gd name="T91" fmla="*/ 45 h 45"/>
                                <a:gd name="T92" fmla="*/ 39 w 64"/>
                                <a:gd name="T93" fmla="*/ 43 h 45"/>
                                <a:gd name="T94" fmla="*/ 44 w 64"/>
                                <a:gd name="T95" fmla="*/ 41 h 45"/>
                                <a:gd name="T96" fmla="*/ 49 w 64"/>
                                <a:gd name="T97" fmla="*/ 41 h 45"/>
                                <a:gd name="T98" fmla="*/ 51 w 64"/>
                                <a:gd name="T99" fmla="*/ 42 h 45"/>
                                <a:gd name="T100" fmla="*/ 53 w 64"/>
                                <a:gd name="T101" fmla="*/ 43 h 45"/>
                                <a:gd name="T102" fmla="*/ 57 w 64"/>
                                <a:gd name="T103" fmla="*/ 44 h 45"/>
                                <a:gd name="T104" fmla="*/ 57 w 64"/>
                                <a:gd name="T105" fmla="*/ 41 h 45"/>
                                <a:gd name="T106" fmla="*/ 58 w 64"/>
                                <a:gd name="T107" fmla="*/ 38 h 45"/>
                                <a:gd name="T108" fmla="*/ 58 w 64"/>
                                <a:gd name="T109" fmla="*/ 36 h 45"/>
                                <a:gd name="T110" fmla="*/ 59 w 64"/>
                                <a:gd name="T111" fmla="*/ 32 h 45"/>
                                <a:gd name="T112" fmla="*/ 61 w 64"/>
                                <a:gd name="T113" fmla="*/ 34 h 45"/>
                                <a:gd name="T114" fmla="*/ 64 w 64"/>
                                <a:gd name="T115" fmla="*/ 32 h 45"/>
                                <a:gd name="T116" fmla="*/ 63 w 64"/>
                                <a:gd name="T117" fmla="*/ 28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64" h="45">
                                  <a:moveTo>
                                    <a:pt x="63" y="28"/>
                                  </a:moveTo>
                                  <a:cubicBezTo>
                                    <a:pt x="62" y="28"/>
                                    <a:pt x="61" y="28"/>
                                    <a:pt x="60" y="29"/>
                                  </a:cubicBezTo>
                                  <a:cubicBezTo>
                                    <a:pt x="59" y="29"/>
                                    <a:pt x="58" y="29"/>
                                    <a:pt x="58" y="30"/>
                                  </a:cubicBezTo>
                                  <a:cubicBezTo>
                                    <a:pt x="57" y="30"/>
                                    <a:pt x="56" y="30"/>
                                    <a:pt x="55" y="29"/>
                                  </a:cubicBezTo>
                                  <a:cubicBezTo>
                                    <a:pt x="55" y="28"/>
                                    <a:pt x="53" y="27"/>
                                    <a:pt x="54" y="26"/>
                                  </a:cubicBezTo>
                                  <a:cubicBezTo>
                                    <a:pt x="54" y="26"/>
                                    <a:pt x="54" y="25"/>
                                    <a:pt x="54" y="25"/>
                                  </a:cubicBezTo>
                                  <a:cubicBezTo>
                                    <a:pt x="54" y="24"/>
                                    <a:pt x="54" y="24"/>
                                    <a:pt x="54" y="23"/>
                                  </a:cubicBezTo>
                                  <a:cubicBezTo>
                                    <a:pt x="54" y="23"/>
                                    <a:pt x="54" y="22"/>
                                    <a:pt x="54" y="22"/>
                                  </a:cubicBezTo>
                                  <a:cubicBezTo>
                                    <a:pt x="54" y="21"/>
                                    <a:pt x="54" y="20"/>
                                    <a:pt x="54" y="20"/>
                                  </a:cubicBezTo>
                                  <a:cubicBezTo>
                                    <a:pt x="54" y="20"/>
                                    <a:pt x="54" y="19"/>
                                    <a:pt x="54" y="19"/>
                                  </a:cubicBezTo>
                                  <a:cubicBezTo>
                                    <a:pt x="55" y="18"/>
                                    <a:pt x="54" y="18"/>
                                    <a:pt x="54" y="17"/>
                                  </a:cubicBezTo>
                                  <a:cubicBezTo>
                                    <a:pt x="54" y="16"/>
                                    <a:pt x="54" y="14"/>
                                    <a:pt x="53" y="13"/>
                                  </a:cubicBezTo>
                                  <a:cubicBezTo>
                                    <a:pt x="53" y="13"/>
                                    <a:pt x="53" y="12"/>
                                    <a:pt x="52" y="12"/>
                                  </a:cubicBezTo>
                                  <a:cubicBezTo>
                                    <a:pt x="52" y="11"/>
                                    <a:pt x="52" y="11"/>
                                    <a:pt x="51" y="10"/>
                                  </a:cubicBezTo>
                                  <a:cubicBezTo>
                                    <a:pt x="51" y="10"/>
                                    <a:pt x="50" y="10"/>
                                    <a:pt x="50" y="9"/>
                                  </a:cubicBezTo>
                                  <a:cubicBezTo>
                                    <a:pt x="50" y="9"/>
                                    <a:pt x="50" y="8"/>
                                    <a:pt x="49" y="8"/>
                                  </a:cubicBezTo>
                                  <a:cubicBezTo>
                                    <a:pt x="49" y="7"/>
                                    <a:pt x="48" y="6"/>
                                    <a:pt x="48" y="6"/>
                                  </a:cubicBezTo>
                                  <a:cubicBezTo>
                                    <a:pt x="47" y="4"/>
                                    <a:pt x="47" y="3"/>
                                    <a:pt x="47" y="2"/>
                                  </a:cubicBezTo>
                                  <a:cubicBezTo>
                                    <a:pt x="46" y="1"/>
                                    <a:pt x="45" y="0"/>
                                    <a:pt x="44" y="0"/>
                                  </a:cubicBezTo>
                                  <a:cubicBezTo>
                                    <a:pt x="44" y="0"/>
                                    <a:pt x="44" y="0"/>
                                    <a:pt x="44" y="0"/>
                                  </a:cubicBezTo>
                                  <a:cubicBezTo>
                                    <a:pt x="43" y="0"/>
                                    <a:pt x="43" y="0"/>
                                    <a:pt x="42" y="0"/>
                                  </a:cubicBezTo>
                                  <a:cubicBezTo>
                                    <a:pt x="42" y="0"/>
                                    <a:pt x="42" y="0"/>
                                    <a:pt x="41" y="1"/>
                                  </a:cubicBezTo>
                                  <a:cubicBezTo>
                                    <a:pt x="41" y="2"/>
                                    <a:pt x="40" y="3"/>
                                    <a:pt x="39" y="3"/>
                                  </a:cubicBezTo>
                                  <a:cubicBezTo>
                                    <a:pt x="38" y="3"/>
                                    <a:pt x="37" y="3"/>
                                    <a:pt x="35" y="3"/>
                                  </a:cubicBezTo>
                                  <a:cubicBezTo>
                                    <a:pt x="35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3" y="5"/>
                                    <a:pt x="33" y="5"/>
                                  </a:cubicBezTo>
                                  <a:cubicBezTo>
                                    <a:pt x="32" y="6"/>
                                    <a:pt x="31" y="4"/>
                                    <a:pt x="30" y="4"/>
                                  </a:cubicBezTo>
                                  <a:cubicBezTo>
                                    <a:pt x="30" y="3"/>
                                    <a:pt x="29" y="3"/>
                                    <a:pt x="29" y="3"/>
                                  </a:cubicBezTo>
                                  <a:cubicBezTo>
                                    <a:pt x="28" y="3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7" y="3"/>
                                    <a:pt x="26" y="3"/>
                                  </a:cubicBezTo>
                                  <a:cubicBezTo>
                                    <a:pt x="26" y="3"/>
                                    <a:pt x="26" y="3"/>
                                    <a:pt x="25" y="3"/>
                                  </a:cubicBezTo>
                                  <a:cubicBezTo>
                                    <a:pt x="25" y="3"/>
                                    <a:pt x="24" y="3"/>
                                    <a:pt x="24" y="3"/>
                                  </a:cubicBezTo>
                                  <a:cubicBezTo>
                                    <a:pt x="23" y="2"/>
                                    <a:pt x="23" y="3"/>
                                    <a:pt x="22" y="3"/>
                                  </a:cubicBezTo>
                                  <a:cubicBezTo>
                                    <a:pt x="22" y="3"/>
                                    <a:pt x="21" y="3"/>
                                    <a:pt x="21" y="2"/>
                                  </a:cubicBezTo>
                                  <a:cubicBezTo>
                                    <a:pt x="20" y="1"/>
                                    <a:pt x="20" y="3"/>
                                    <a:pt x="18" y="3"/>
                                  </a:cubicBezTo>
                                  <a:cubicBezTo>
                                    <a:pt x="18" y="3"/>
                                    <a:pt x="18" y="4"/>
                                    <a:pt x="18" y="4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4" y="5"/>
                                  </a:cubicBezTo>
                                  <a:cubicBezTo>
                                    <a:pt x="14" y="6"/>
                                    <a:pt x="14" y="6"/>
                                    <a:pt x="14" y="7"/>
                                  </a:cubicBezTo>
                                  <a:cubicBezTo>
                                    <a:pt x="13" y="7"/>
                                    <a:pt x="13" y="7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10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0" y="12"/>
                                  </a:cubicBezTo>
                                  <a:cubicBezTo>
                                    <a:pt x="10" y="13"/>
                                    <a:pt x="10" y="14"/>
                                    <a:pt x="9" y="14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6"/>
                                    <a:pt x="9" y="16"/>
                                    <a:pt x="8" y="16"/>
                                  </a:cubicBezTo>
                                  <a:cubicBezTo>
                                    <a:pt x="8" y="16"/>
                                    <a:pt x="8" y="16"/>
                                    <a:pt x="7" y="17"/>
                                  </a:cubicBezTo>
                                  <a:cubicBezTo>
                                    <a:pt x="7" y="17"/>
                                    <a:pt x="7" y="17"/>
                                    <a:pt x="7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6" y="20"/>
                                    <a:pt x="6" y="20"/>
                                    <a:pt x="5" y="20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21"/>
                                    <a:pt x="4" y="21"/>
                                    <a:pt x="4" y="21"/>
                                  </a:cubicBezTo>
                                  <a:cubicBezTo>
                                    <a:pt x="3" y="21"/>
                                    <a:pt x="3" y="21"/>
                                    <a:pt x="3" y="21"/>
                                  </a:cubicBezTo>
                                  <a:cubicBezTo>
                                    <a:pt x="2" y="21"/>
                                    <a:pt x="1" y="21"/>
                                    <a:pt x="0" y="21"/>
                                  </a:cubicBezTo>
                                  <a:cubicBezTo>
                                    <a:pt x="1" y="22"/>
                                    <a:pt x="1" y="22"/>
                                    <a:pt x="1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3" y="24"/>
                                    <a:pt x="3" y="25"/>
                                    <a:pt x="4" y="25"/>
                                  </a:cubicBezTo>
                                  <a:cubicBezTo>
                                    <a:pt x="5" y="25"/>
                                    <a:pt x="4" y="26"/>
                                    <a:pt x="4" y="26"/>
                                  </a:cubicBezTo>
                                  <a:cubicBezTo>
                                    <a:pt x="4" y="26"/>
                                    <a:pt x="4" y="27"/>
                                    <a:pt x="4" y="27"/>
                                  </a:cubicBezTo>
                                  <a:cubicBezTo>
                                    <a:pt x="4" y="27"/>
                                    <a:pt x="4" y="27"/>
                                    <a:pt x="4" y="28"/>
                                  </a:cubicBezTo>
                                  <a:cubicBezTo>
                                    <a:pt x="5" y="28"/>
                                    <a:pt x="5" y="28"/>
                                    <a:pt x="6" y="29"/>
                                  </a:cubicBezTo>
                                  <a:cubicBezTo>
                                    <a:pt x="6" y="29"/>
                                    <a:pt x="7" y="30"/>
                                    <a:pt x="8" y="30"/>
                                  </a:cubicBezTo>
                                  <a:cubicBezTo>
                                    <a:pt x="8" y="30"/>
                                    <a:pt x="9" y="30"/>
                                    <a:pt x="9" y="31"/>
                                  </a:cubicBezTo>
                                  <a:cubicBezTo>
                                    <a:pt x="9" y="31"/>
                                    <a:pt x="9" y="31"/>
                                    <a:pt x="9" y="31"/>
                                  </a:cubicBezTo>
                                  <a:cubicBezTo>
                                    <a:pt x="8" y="31"/>
                                    <a:pt x="8" y="32"/>
                                    <a:pt x="8" y="32"/>
                                  </a:cubicBezTo>
                                  <a:cubicBezTo>
                                    <a:pt x="8" y="32"/>
                                    <a:pt x="9" y="32"/>
                                    <a:pt x="9" y="33"/>
                                  </a:cubicBezTo>
                                  <a:cubicBezTo>
                                    <a:pt x="9" y="33"/>
                                    <a:pt x="8" y="33"/>
                                    <a:pt x="8" y="33"/>
                                  </a:cubicBezTo>
                                  <a:cubicBezTo>
                                    <a:pt x="8" y="34"/>
                                    <a:pt x="9" y="34"/>
                                    <a:pt x="9" y="34"/>
                                  </a:cubicBezTo>
                                  <a:cubicBezTo>
                                    <a:pt x="10" y="34"/>
                                    <a:pt x="10" y="35"/>
                                    <a:pt x="11" y="35"/>
                                  </a:cubicBezTo>
                                  <a:cubicBezTo>
                                    <a:pt x="11" y="35"/>
                                    <a:pt x="12" y="35"/>
                                    <a:pt x="12" y="35"/>
                                  </a:cubicBezTo>
                                  <a:cubicBezTo>
                                    <a:pt x="13" y="36"/>
                                    <a:pt x="13" y="37"/>
                                    <a:pt x="13" y="37"/>
                                  </a:cubicBezTo>
                                  <a:cubicBezTo>
                                    <a:pt x="14" y="37"/>
                                    <a:pt x="14" y="36"/>
                                    <a:pt x="14" y="36"/>
                                  </a:cubicBezTo>
                                  <a:cubicBezTo>
                                    <a:pt x="15" y="35"/>
                                    <a:pt x="15" y="35"/>
                                    <a:pt x="16" y="35"/>
                                  </a:cubicBezTo>
                                  <a:cubicBezTo>
                                    <a:pt x="16" y="35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7" y="36"/>
                                    <a:pt x="16" y="36"/>
                                  </a:cubicBezTo>
                                  <a:cubicBezTo>
                                    <a:pt x="16" y="36"/>
                                    <a:pt x="16" y="37"/>
                                    <a:pt x="16" y="37"/>
                                  </a:cubicBezTo>
                                  <a:cubicBezTo>
                                    <a:pt x="15" y="37"/>
                                    <a:pt x="16" y="38"/>
                                    <a:pt x="16" y="38"/>
                                  </a:cubicBezTo>
                                  <a:cubicBezTo>
                                    <a:pt x="16" y="38"/>
                                    <a:pt x="16" y="38"/>
                                    <a:pt x="17" y="38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8" y="40"/>
                                    <a:pt x="18" y="40"/>
                                    <a:pt x="18" y="40"/>
                                  </a:cubicBezTo>
                                  <a:cubicBezTo>
                                    <a:pt x="18" y="40"/>
                                    <a:pt x="19" y="40"/>
                                    <a:pt x="19" y="41"/>
                                  </a:cubicBezTo>
                                  <a:cubicBezTo>
                                    <a:pt x="20" y="41"/>
                                    <a:pt x="18" y="41"/>
                                    <a:pt x="18" y="42"/>
                                  </a:cubicBezTo>
                                  <a:cubicBezTo>
                                    <a:pt x="18" y="43"/>
                                    <a:pt x="20" y="43"/>
                                    <a:pt x="21" y="43"/>
                                  </a:cubicBezTo>
                                  <a:cubicBezTo>
                                    <a:pt x="21" y="43"/>
                                    <a:pt x="22" y="43"/>
                                    <a:pt x="22" y="43"/>
                                  </a:cubicBezTo>
                                  <a:cubicBezTo>
                                    <a:pt x="23" y="43"/>
                                    <a:pt x="23" y="43"/>
                                    <a:pt x="24" y="43"/>
                                  </a:cubicBezTo>
                                  <a:cubicBezTo>
                                    <a:pt x="24" y="43"/>
                                    <a:pt x="25" y="43"/>
                                    <a:pt x="25" y="43"/>
                                  </a:cubicBezTo>
                                  <a:cubicBezTo>
                                    <a:pt x="26" y="43"/>
                                    <a:pt x="26" y="44"/>
                                    <a:pt x="27" y="44"/>
                                  </a:cubicBezTo>
                                  <a:cubicBezTo>
                                    <a:pt x="28" y="44"/>
                                    <a:pt x="29" y="43"/>
                                    <a:pt x="30" y="44"/>
                                  </a:cubicBezTo>
                                  <a:cubicBezTo>
                                    <a:pt x="30" y="44"/>
                                    <a:pt x="31" y="44"/>
                                    <a:pt x="31" y="44"/>
                                  </a:cubicBezTo>
                                  <a:cubicBezTo>
                                    <a:pt x="32" y="44"/>
                                    <a:pt x="32" y="44"/>
                                    <a:pt x="33" y="44"/>
                                  </a:cubicBezTo>
                                  <a:cubicBezTo>
                                    <a:pt x="34" y="44"/>
                                    <a:pt x="34" y="45"/>
                                    <a:pt x="36" y="45"/>
                                  </a:cubicBezTo>
                                  <a:cubicBezTo>
                                    <a:pt x="36" y="45"/>
                                    <a:pt x="38" y="44"/>
                                    <a:pt x="38" y="44"/>
                                  </a:cubicBezTo>
                                  <a:cubicBezTo>
                                    <a:pt x="39" y="43"/>
                                    <a:pt x="39" y="43"/>
                                    <a:pt x="39" y="43"/>
                                  </a:cubicBezTo>
                                  <a:cubicBezTo>
                                    <a:pt x="40" y="42"/>
                                    <a:pt x="40" y="42"/>
                                    <a:pt x="41" y="42"/>
                                  </a:cubicBezTo>
                                  <a:cubicBezTo>
                                    <a:pt x="41" y="41"/>
                                    <a:pt x="43" y="41"/>
                                    <a:pt x="44" y="41"/>
                                  </a:cubicBezTo>
                                  <a:cubicBezTo>
                                    <a:pt x="44" y="40"/>
                                    <a:pt x="46" y="40"/>
                                    <a:pt x="47" y="40"/>
                                  </a:cubicBezTo>
                                  <a:cubicBezTo>
                                    <a:pt x="48" y="40"/>
                                    <a:pt x="48" y="41"/>
                                    <a:pt x="49" y="41"/>
                                  </a:cubicBezTo>
                                  <a:cubicBezTo>
                                    <a:pt x="50" y="41"/>
                                    <a:pt x="50" y="41"/>
                                    <a:pt x="51" y="41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2" y="42"/>
                                    <a:pt x="52" y="41"/>
                                    <a:pt x="52" y="42"/>
                                  </a:cubicBezTo>
                                  <a:cubicBezTo>
                                    <a:pt x="53" y="42"/>
                                    <a:pt x="53" y="43"/>
                                    <a:pt x="53" y="43"/>
                                  </a:cubicBezTo>
                                  <a:cubicBezTo>
                                    <a:pt x="54" y="44"/>
                                    <a:pt x="55" y="44"/>
                                    <a:pt x="56" y="44"/>
                                  </a:cubicBezTo>
                                  <a:cubicBezTo>
                                    <a:pt x="56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3"/>
                                    <a:pt x="57" y="43"/>
                                  </a:cubicBezTo>
                                  <a:cubicBezTo>
                                    <a:pt x="57" y="42"/>
                                    <a:pt x="57" y="42"/>
                                    <a:pt x="57" y="41"/>
                                  </a:cubicBezTo>
                                  <a:cubicBezTo>
                                    <a:pt x="57" y="40"/>
                                    <a:pt x="57" y="40"/>
                                    <a:pt x="57" y="39"/>
                                  </a:cubicBezTo>
                                  <a:cubicBezTo>
                                    <a:pt x="57" y="39"/>
                                    <a:pt x="57" y="39"/>
                                    <a:pt x="58" y="38"/>
                                  </a:cubicBezTo>
                                  <a:cubicBezTo>
                                    <a:pt x="58" y="37"/>
                                    <a:pt x="59" y="37"/>
                                    <a:pt x="59" y="36"/>
                                  </a:cubicBezTo>
                                  <a:cubicBezTo>
                                    <a:pt x="58" y="36"/>
                                    <a:pt x="58" y="37"/>
                                    <a:pt x="58" y="36"/>
                                  </a:cubicBezTo>
                                  <a:cubicBezTo>
                                    <a:pt x="58" y="35"/>
                                    <a:pt x="59" y="35"/>
                                    <a:pt x="59" y="34"/>
                                  </a:cubicBezTo>
                                  <a:cubicBezTo>
                                    <a:pt x="59" y="33"/>
                                    <a:pt x="58" y="33"/>
                                    <a:pt x="59" y="32"/>
                                  </a:cubicBezTo>
                                  <a:cubicBezTo>
                                    <a:pt x="59" y="32"/>
                                    <a:pt x="60" y="32"/>
                                    <a:pt x="60" y="32"/>
                                  </a:cubicBezTo>
                                  <a:cubicBezTo>
                                    <a:pt x="61" y="33"/>
                                    <a:pt x="60" y="33"/>
                                    <a:pt x="61" y="34"/>
                                  </a:cubicBezTo>
                                  <a:cubicBezTo>
                                    <a:pt x="61" y="34"/>
                                    <a:pt x="63" y="34"/>
                                    <a:pt x="63" y="34"/>
                                  </a:cubicBezTo>
                                  <a:cubicBezTo>
                                    <a:pt x="64" y="33"/>
                                    <a:pt x="64" y="33"/>
                                    <a:pt x="64" y="32"/>
                                  </a:cubicBezTo>
                                  <a:cubicBezTo>
                                    <a:pt x="64" y="31"/>
                                    <a:pt x="64" y="30"/>
                                    <a:pt x="64" y="29"/>
                                  </a:cubicBezTo>
                                  <a:cubicBezTo>
                                    <a:pt x="64" y="29"/>
                                    <a:pt x="63" y="28"/>
                                    <a:pt x="63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3" name="Freeform 795">
                              <a:extLst>
                                <a:ext uri="{FF2B5EF4-FFF2-40B4-BE49-F238E27FC236}">
                                  <a16:creationId xmlns:a16="http://schemas.microsoft.com/office/drawing/2014/main" id="{8151D8DC-790F-8B87-18C0-261135D697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13338" y="3575050"/>
                              <a:ext cx="92075" cy="187325"/>
                            </a:xfrm>
                            <a:custGeom>
                              <a:avLst/>
                              <a:gdLst>
                                <a:gd name="T0" fmla="*/ 14 w 22"/>
                                <a:gd name="T1" fmla="*/ 41 h 45"/>
                                <a:gd name="T2" fmla="*/ 15 w 22"/>
                                <a:gd name="T3" fmla="*/ 38 h 45"/>
                                <a:gd name="T4" fmla="*/ 17 w 22"/>
                                <a:gd name="T5" fmla="*/ 35 h 45"/>
                                <a:gd name="T6" fmla="*/ 17 w 22"/>
                                <a:gd name="T7" fmla="*/ 34 h 45"/>
                                <a:gd name="T8" fmla="*/ 15 w 22"/>
                                <a:gd name="T9" fmla="*/ 32 h 45"/>
                                <a:gd name="T10" fmla="*/ 15 w 22"/>
                                <a:gd name="T11" fmla="*/ 30 h 45"/>
                                <a:gd name="T12" fmla="*/ 17 w 22"/>
                                <a:gd name="T13" fmla="*/ 28 h 45"/>
                                <a:gd name="T14" fmla="*/ 16 w 22"/>
                                <a:gd name="T15" fmla="*/ 27 h 45"/>
                                <a:gd name="T16" fmla="*/ 15 w 22"/>
                                <a:gd name="T17" fmla="*/ 26 h 45"/>
                                <a:gd name="T18" fmla="*/ 15 w 22"/>
                                <a:gd name="T19" fmla="*/ 24 h 45"/>
                                <a:gd name="T20" fmla="*/ 14 w 22"/>
                                <a:gd name="T21" fmla="*/ 22 h 45"/>
                                <a:gd name="T22" fmla="*/ 17 w 22"/>
                                <a:gd name="T23" fmla="*/ 21 h 45"/>
                                <a:gd name="T24" fmla="*/ 18 w 22"/>
                                <a:gd name="T25" fmla="*/ 19 h 45"/>
                                <a:gd name="T26" fmla="*/ 18 w 22"/>
                                <a:gd name="T27" fmla="*/ 17 h 45"/>
                                <a:gd name="T28" fmla="*/ 18 w 22"/>
                                <a:gd name="T29" fmla="*/ 15 h 45"/>
                                <a:gd name="T30" fmla="*/ 18 w 22"/>
                                <a:gd name="T31" fmla="*/ 14 h 45"/>
                                <a:gd name="T32" fmla="*/ 18 w 22"/>
                                <a:gd name="T33" fmla="*/ 13 h 45"/>
                                <a:gd name="T34" fmla="*/ 18 w 22"/>
                                <a:gd name="T35" fmla="*/ 11 h 45"/>
                                <a:gd name="T36" fmla="*/ 18 w 22"/>
                                <a:gd name="T37" fmla="*/ 10 h 45"/>
                                <a:gd name="T38" fmla="*/ 19 w 22"/>
                                <a:gd name="T39" fmla="*/ 8 h 45"/>
                                <a:gd name="T40" fmla="*/ 22 w 22"/>
                                <a:gd name="T41" fmla="*/ 5 h 45"/>
                                <a:gd name="T42" fmla="*/ 20 w 22"/>
                                <a:gd name="T43" fmla="*/ 2 h 45"/>
                                <a:gd name="T44" fmla="*/ 20 w 22"/>
                                <a:gd name="T45" fmla="*/ 2 h 45"/>
                                <a:gd name="T46" fmla="*/ 18 w 22"/>
                                <a:gd name="T47" fmla="*/ 1 h 45"/>
                                <a:gd name="T48" fmla="*/ 17 w 22"/>
                                <a:gd name="T49" fmla="*/ 1 h 45"/>
                                <a:gd name="T50" fmla="*/ 16 w 22"/>
                                <a:gd name="T51" fmla="*/ 1 h 45"/>
                                <a:gd name="T52" fmla="*/ 15 w 22"/>
                                <a:gd name="T53" fmla="*/ 2 h 45"/>
                                <a:gd name="T54" fmla="*/ 13 w 22"/>
                                <a:gd name="T55" fmla="*/ 3 h 45"/>
                                <a:gd name="T56" fmla="*/ 12 w 22"/>
                                <a:gd name="T57" fmla="*/ 2 h 45"/>
                                <a:gd name="T58" fmla="*/ 10 w 22"/>
                                <a:gd name="T59" fmla="*/ 3 h 45"/>
                                <a:gd name="T60" fmla="*/ 10 w 22"/>
                                <a:gd name="T61" fmla="*/ 1 h 45"/>
                                <a:gd name="T62" fmla="*/ 9 w 22"/>
                                <a:gd name="T63" fmla="*/ 0 h 45"/>
                                <a:gd name="T64" fmla="*/ 4 w 22"/>
                                <a:gd name="T65" fmla="*/ 2 h 45"/>
                                <a:gd name="T66" fmla="*/ 5 w 22"/>
                                <a:gd name="T67" fmla="*/ 4 h 45"/>
                                <a:gd name="T68" fmla="*/ 5 w 22"/>
                                <a:gd name="T69" fmla="*/ 7 h 45"/>
                                <a:gd name="T70" fmla="*/ 6 w 22"/>
                                <a:gd name="T71" fmla="*/ 13 h 45"/>
                                <a:gd name="T72" fmla="*/ 3 w 22"/>
                                <a:gd name="T73" fmla="*/ 22 h 45"/>
                                <a:gd name="T74" fmla="*/ 1 w 22"/>
                                <a:gd name="T75" fmla="*/ 25 h 45"/>
                                <a:gd name="T76" fmla="*/ 1 w 22"/>
                                <a:gd name="T77" fmla="*/ 30 h 45"/>
                                <a:gd name="T78" fmla="*/ 2 w 22"/>
                                <a:gd name="T79" fmla="*/ 33 h 45"/>
                                <a:gd name="T80" fmla="*/ 5 w 22"/>
                                <a:gd name="T81" fmla="*/ 33 h 45"/>
                                <a:gd name="T82" fmla="*/ 5 w 22"/>
                                <a:gd name="T83" fmla="*/ 41 h 45"/>
                                <a:gd name="T84" fmla="*/ 4 w 22"/>
                                <a:gd name="T85" fmla="*/ 45 h 45"/>
                                <a:gd name="T86" fmla="*/ 8 w 22"/>
                                <a:gd name="T87" fmla="*/ 44 h 45"/>
                                <a:gd name="T88" fmla="*/ 12 w 22"/>
                                <a:gd name="T89" fmla="*/ 44 h 45"/>
                                <a:gd name="T90" fmla="*/ 17 w 22"/>
                                <a:gd name="T91" fmla="*/ 43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22" h="45">
                                  <a:moveTo>
                                    <a:pt x="14" y="43"/>
                                  </a:moveTo>
                                  <a:cubicBezTo>
                                    <a:pt x="14" y="42"/>
                                    <a:pt x="14" y="41"/>
                                    <a:pt x="14" y="41"/>
                                  </a:cubicBezTo>
                                  <a:cubicBezTo>
                                    <a:pt x="14" y="40"/>
                                    <a:pt x="14" y="40"/>
                                    <a:pt x="14" y="39"/>
                                  </a:cubicBezTo>
                                  <a:cubicBezTo>
                                    <a:pt x="14" y="39"/>
                                    <a:pt x="14" y="38"/>
                                    <a:pt x="15" y="38"/>
                                  </a:cubicBezTo>
                                  <a:cubicBezTo>
                                    <a:pt x="15" y="37"/>
                                    <a:pt x="15" y="36"/>
                                    <a:pt x="15" y="36"/>
                                  </a:cubicBezTo>
                                  <a:cubicBezTo>
                                    <a:pt x="16" y="36"/>
                                    <a:pt x="17" y="36"/>
                                    <a:pt x="17" y="35"/>
                                  </a:cubicBezTo>
                                  <a:cubicBezTo>
                                    <a:pt x="17" y="35"/>
                                    <a:pt x="18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6" y="35"/>
                                    <a:pt x="16" y="34"/>
                                    <a:pt x="15" y="33"/>
                                  </a:cubicBezTo>
                                  <a:cubicBezTo>
                                    <a:pt x="15" y="33"/>
                                    <a:pt x="15" y="32"/>
                                    <a:pt x="15" y="32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0"/>
                                  </a:cubicBezTo>
                                  <a:cubicBezTo>
                                    <a:pt x="15" y="29"/>
                                    <a:pt x="16" y="29"/>
                                    <a:pt x="16" y="29"/>
                                  </a:cubicBezTo>
                                  <a:cubicBezTo>
                                    <a:pt x="17" y="29"/>
                                    <a:pt x="17" y="28"/>
                                    <a:pt x="17" y="28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ubicBezTo>
                                    <a:pt x="17" y="26"/>
                                    <a:pt x="17" y="27"/>
                                    <a:pt x="16" y="27"/>
                                  </a:cubicBezTo>
                                  <a:cubicBezTo>
                                    <a:pt x="16" y="26"/>
                                    <a:pt x="16" y="27"/>
                                    <a:pt x="16" y="26"/>
                                  </a:cubicBezTo>
                                  <a:cubicBezTo>
                                    <a:pt x="16" y="26"/>
                                    <a:pt x="15" y="26"/>
                                    <a:pt x="15" y="26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4"/>
                                    <a:pt x="15" y="24"/>
                                  </a:cubicBezTo>
                                  <a:cubicBezTo>
                                    <a:pt x="15" y="24"/>
                                    <a:pt x="15" y="24"/>
                                    <a:pt x="15" y="24"/>
                                  </a:cubicBezTo>
                                  <a:cubicBezTo>
                                    <a:pt x="15" y="23"/>
                                    <a:pt x="13" y="22"/>
                                    <a:pt x="14" y="22"/>
                                  </a:cubicBezTo>
                                  <a:cubicBezTo>
                                    <a:pt x="14" y="21"/>
                                    <a:pt x="16" y="22"/>
                                    <a:pt x="17" y="21"/>
                                  </a:cubicBezTo>
                                  <a:cubicBezTo>
                                    <a:pt x="17" y="21"/>
                                    <a:pt x="17" y="21"/>
                                    <a:pt x="17" y="21"/>
                                  </a:cubicBezTo>
                                  <a:cubicBezTo>
                                    <a:pt x="17" y="20"/>
                                    <a:pt x="17" y="20"/>
                                    <a:pt x="18" y="20"/>
                                  </a:cubicBezTo>
                                  <a:cubicBezTo>
                                    <a:pt x="18" y="20"/>
                                    <a:pt x="18" y="19"/>
                                    <a:pt x="18" y="19"/>
                                  </a:cubicBezTo>
                                  <a:cubicBezTo>
                                    <a:pt x="18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7" y="17"/>
                                    <a:pt x="18" y="17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7" y="10"/>
                                    <a:pt x="18" y="10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9" y="9"/>
                                    <a:pt x="18" y="9"/>
                                    <a:pt x="19" y="9"/>
                                  </a:cubicBezTo>
                                  <a:cubicBezTo>
                                    <a:pt x="19" y="9"/>
                                    <a:pt x="19" y="8"/>
                                    <a:pt x="19" y="8"/>
                                  </a:cubicBezTo>
                                  <a:cubicBezTo>
                                    <a:pt x="20" y="7"/>
                                    <a:pt x="21" y="7"/>
                                    <a:pt x="21" y="7"/>
                                  </a:cubicBezTo>
                                  <a:cubicBezTo>
                                    <a:pt x="22" y="6"/>
                                    <a:pt x="22" y="5"/>
                                    <a:pt x="22" y="5"/>
                                  </a:cubicBezTo>
                                  <a:cubicBezTo>
                                    <a:pt x="22" y="3"/>
                                    <a:pt x="20" y="5"/>
                                    <a:pt x="20" y="4"/>
                                  </a:cubicBezTo>
                                  <a:cubicBezTo>
                                    <a:pt x="20" y="3"/>
                                    <a:pt x="20" y="3"/>
                                    <a:pt x="20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20" y="2"/>
                                    <a:pt x="20" y="2"/>
                                  </a:cubicBezTo>
                                  <a:cubicBezTo>
                                    <a:pt x="19" y="2"/>
                                    <a:pt x="19" y="2"/>
                                    <a:pt x="19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7" y="1"/>
                                    <a:pt x="16" y="1"/>
                                    <a:pt x="16" y="1"/>
                                  </a:cubicBezTo>
                                  <a:cubicBezTo>
                                    <a:pt x="16" y="1"/>
                                    <a:pt x="16" y="2"/>
                                    <a:pt x="16" y="2"/>
                                  </a:cubicBezTo>
                                  <a:cubicBezTo>
                                    <a:pt x="16" y="2"/>
                                    <a:pt x="15" y="2"/>
                                    <a:pt x="15" y="2"/>
                                  </a:cubicBezTo>
                                  <a:cubicBezTo>
                                    <a:pt x="15" y="2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3" y="2"/>
                                    <a:pt x="13" y="3"/>
                                  </a:cubicBezTo>
                                  <a:cubicBezTo>
                                    <a:pt x="13" y="3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2" y="2"/>
                                    <a:pt x="12" y="2"/>
                                  </a:cubicBezTo>
                                  <a:cubicBezTo>
                                    <a:pt x="12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3"/>
                                  </a:cubicBezTo>
                                  <a:cubicBezTo>
                                    <a:pt x="9" y="3"/>
                                    <a:pt x="9" y="3"/>
                                    <a:pt x="9" y="2"/>
                                  </a:cubicBezTo>
                                  <a:cubicBezTo>
                                    <a:pt x="9" y="2"/>
                                    <a:pt x="9" y="1"/>
                                    <a:pt x="10" y="1"/>
                                  </a:cubicBezTo>
                                  <a:cubicBezTo>
                                    <a:pt x="10" y="0"/>
                                    <a:pt x="9" y="1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8" y="0"/>
                                    <a:pt x="8" y="0"/>
                                    <a:pt x="7" y="0"/>
                                  </a:cubicBezTo>
                                  <a:cubicBezTo>
                                    <a:pt x="6" y="0"/>
                                    <a:pt x="5" y="1"/>
                                    <a:pt x="4" y="2"/>
                                  </a:cubicBezTo>
                                  <a:cubicBezTo>
                                    <a:pt x="4" y="2"/>
                                    <a:pt x="4" y="3"/>
                                    <a:pt x="4" y="3"/>
                                  </a:cubicBezTo>
                                  <a:cubicBezTo>
                                    <a:pt x="5" y="3"/>
                                    <a:pt x="5" y="3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5"/>
                                  </a:cubicBezTo>
                                  <a:cubicBezTo>
                                    <a:pt x="5" y="6"/>
                                    <a:pt x="5" y="7"/>
                                    <a:pt x="5" y="7"/>
                                  </a:cubicBezTo>
                                  <a:cubicBezTo>
                                    <a:pt x="6" y="8"/>
                                    <a:pt x="6" y="9"/>
                                    <a:pt x="6" y="10"/>
                                  </a:cubicBezTo>
                                  <a:cubicBezTo>
                                    <a:pt x="6" y="11"/>
                                    <a:pt x="6" y="12"/>
                                    <a:pt x="6" y="13"/>
                                  </a:cubicBezTo>
                                  <a:cubicBezTo>
                                    <a:pt x="5" y="14"/>
                                    <a:pt x="4" y="16"/>
                                    <a:pt x="4" y="17"/>
                                  </a:cubicBezTo>
                                  <a:cubicBezTo>
                                    <a:pt x="4" y="19"/>
                                    <a:pt x="3" y="21"/>
                                    <a:pt x="3" y="22"/>
                                  </a:cubicBezTo>
                                  <a:cubicBezTo>
                                    <a:pt x="3" y="23"/>
                                    <a:pt x="2" y="23"/>
                                    <a:pt x="2" y="24"/>
                                  </a:cubicBezTo>
                                  <a:cubicBezTo>
                                    <a:pt x="1" y="24"/>
                                    <a:pt x="1" y="24"/>
                                    <a:pt x="1" y="25"/>
                                  </a:cubicBezTo>
                                  <a:cubicBezTo>
                                    <a:pt x="1" y="26"/>
                                    <a:pt x="1" y="27"/>
                                    <a:pt x="1" y="28"/>
                                  </a:cubicBezTo>
                                  <a:cubicBezTo>
                                    <a:pt x="1" y="28"/>
                                    <a:pt x="0" y="29"/>
                                    <a:pt x="1" y="30"/>
                                  </a:cubicBezTo>
                                  <a:cubicBezTo>
                                    <a:pt x="1" y="30"/>
                                    <a:pt x="1" y="30"/>
                                    <a:pt x="2" y="31"/>
                                  </a:cubicBezTo>
                                  <a:cubicBezTo>
                                    <a:pt x="3" y="31"/>
                                    <a:pt x="2" y="32"/>
                                    <a:pt x="2" y="33"/>
                                  </a:cubicBezTo>
                                  <a:cubicBezTo>
                                    <a:pt x="3" y="33"/>
                                    <a:pt x="3" y="32"/>
                                    <a:pt x="4" y="32"/>
                                  </a:cubicBezTo>
                                  <a:cubicBezTo>
                                    <a:pt x="4" y="32"/>
                                    <a:pt x="5" y="33"/>
                                    <a:pt x="5" y="33"/>
                                  </a:cubicBezTo>
                                  <a:cubicBezTo>
                                    <a:pt x="5" y="35"/>
                                    <a:pt x="4" y="36"/>
                                    <a:pt x="5" y="37"/>
                                  </a:cubicBezTo>
                                  <a:cubicBezTo>
                                    <a:pt x="5" y="38"/>
                                    <a:pt x="5" y="40"/>
                                    <a:pt x="5" y="41"/>
                                  </a:cubicBezTo>
                                  <a:cubicBezTo>
                                    <a:pt x="4" y="42"/>
                                    <a:pt x="4" y="43"/>
                                    <a:pt x="4" y="43"/>
                                  </a:cubicBezTo>
                                  <a:cubicBezTo>
                                    <a:pt x="4" y="44"/>
                                    <a:pt x="3" y="44"/>
                                    <a:pt x="4" y="45"/>
                                  </a:cubicBezTo>
                                  <a:cubicBezTo>
                                    <a:pt x="5" y="44"/>
                                    <a:pt x="6" y="44"/>
                                    <a:pt x="7" y="44"/>
                                  </a:cubicBezTo>
                                  <a:cubicBezTo>
                                    <a:pt x="7" y="44"/>
                                    <a:pt x="8" y="44"/>
                                    <a:pt x="8" y="44"/>
                                  </a:cubicBezTo>
                                  <a:cubicBezTo>
                                    <a:pt x="9" y="44"/>
                                    <a:pt x="9" y="44"/>
                                    <a:pt x="10" y="44"/>
                                  </a:cubicBezTo>
                                  <a:cubicBezTo>
                                    <a:pt x="11" y="45"/>
                                    <a:pt x="11" y="45"/>
                                    <a:pt x="12" y="44"/>
                                  </a:cubicBezTo>
                                  <a:cubicBezTo>
                                    <a:pt x="13" y="44"/>
                                    <a:pt x="13" y="43"/>
                                    <a:pt x="14" y="43"/>
                                  </a:cubicBezTo>
                                  <a:cubicBezTo>
                                    <a:pt x="15" y="43"/>
                                    <a:pt x="16" y="43"/>
                                    <a:pt x="17" y="43"/>
                                  </a:cubicBezTo>
                                  <a:cubicBezTo>
                                    <a:pt x="16" y="43"/>
                                    <a:pt x="15" y="43"/>
                                    <a:pt x="14" y="4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4" name="Freeform 797">
                              <a:extLst>
                                <a:ext uri="{FF2B5EF4-FFF2-40B4-BE49-F238E27FC236}">
                                  <a16:creationId xmlns:a16="http://schemas.microsoft.com/office/drawing/2014/main" id="{E18798CD-AED1-44B3-521C-0F15168F48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29338" y="3321050"/>
                              <a:ext cx="95250" cy="120650"/>
                            </a:xfrm>
                            <a:custGeom>
                              <a:avLst/>
                              <a:gdLst>
                                <a:gd name="T0" fmla="*/ 12 w 23"/>
                                <a:gd name="T1" fmla="*/ 28 h 29"/>
                                <a:gd name="T2" fmla="*/ 14 w 23"/>
                                <a:gd name="T3" fmla="*/ 25 h 29"/>
                                <a:gd name="T4" fmla="*/ 15 w 23"/>
                                <a:gd name="T5" fmla="*/ 24 h 29"/>
                                <a:gd name="T6" fmla="*/ 15 w 23"/>
                                <a:gd name="T7" fmla="*/ 22 h 29"/>
                                <a:gd name="T8" fmla="*/ 17 w 23"/>
                                <a:gd name="T9" fmla="*/ 19 h 29"/>
                                <a:gd name="T10" fmla="*/ 18 w 23"/>
                                <a:gd name="T11" fmla="*/ 20 h 29"/>
                                <a:gd name="T12" fmla="*/ 20 w 23"/>
                                <a:gd name="T13" fmla="*/ 21 h 29"/>
                                <a:gd name="T14" fmla="*/ 21 w 23"/>
                                <a:gd name="T15" fmla="*/ 21 h 29"/>
                                <a:gd name="T16" fmla="*/ 22 w 23"/>
                                <a:gd name="T17" fmla="*/ 19 h 29"/>
                                <a:gd name="T18" fmla="*/ 21 w 23"/>
                                <a:gd name="T19" fmla="*/ 16 h 29"/>
                                <a:gd name="T20" fmla="*/ 20 w 23"/>
                                <a:gd name="T21" fmla="*/ 14 h 29"/>
                                <a:gd name="T22" fmla="*/ 19 w 23"/>
                                <a:gd name="T23" fmla="*/ 13 h 29"/>
                                <a:gd name="T24" fmla="*/ 19 w 23"/>
                                <a:gd name="T25" fmla="*/ 12 h 29"/>
                                <a:gd name="T26" fmla="*/ 17 w 23"/>
                                <a:gd name="T27" fmla="*/ 10 h 29"/>
                                <a:gd name="T28" fmla="*/ 17 w 23"/>
                                <a:gd name="T29" fmla="*/ 8 h 29"/>
                                <a:gd name="T30" fmla="*/ 17 w 23"/>
                                <a:gd name="T31" fmla="*/ 7 h 29"/>
                                <a:gd name="T32" fmla="*/ 16 w 23"/>
                                <a:gd name="T33" fmla="*/ 5 h 29"/>
                                <a:gd name="T34" fmla="*/ 14 w 23"/>
                                <a:gd name="T35" fmla="*/ 4 h 29"/>
                                <a:gd name="T36" fmla="*/ 12 w 23"/>
                                <a:gd name="T37" fmla="*/ 3 h 29"/>
                                <a:gd name="T38" fmla="*/ 11 w 23"/>
                                <a:gd name="T39" fmla="*/ 3 h 29"/>
                                <a:gd name="T40" fmla="*/ 10 w 23"/>
                                <a:gd name="T41" fmla="*/ 2 h 29"/>
                                <a:gd name="T42" fmla="*/ 10 w 23"/>
                                <a:gd name="T43" fmla="*/ 2 h 29"/>
                                <a:gd name="T44" fmla="*/ 9 w 23"/>
                                <a:gd name="T45" fmla="*/ 1 h 29"/>
                                <a:gd name="T46" fmla="*/ 7 w 23"/>
                                <a:gd name="T47" fmla="*/ 0 h 29"/>
                                <a:gd name="T48" fmla="*/ 5 w 23"/>
                                <a:gd name="T49" fmla="*/ 0 h 29"/>
                                <a:gd name="T50" fmla="*/ 4 w 23"/>
                                <a:gd name="T51" fmla="*/ 1 h 29"/>
                                <a:gd name="T52" fmla="*/ 2 w 23"/>
                                <a:gd name="T53" fmla="*/ 1 h 29"/>
                                <a:gd name="T54" fmla="*/ 0 w 23"/>
                                <a:gd name="T55" fmla="*/ 2 h 29"/>
                                <a:gd name="T56" fmla="*/ 4 w 23"/>
                                <a:gd name="T57" fmla="*/ 7 h 29"/>
                                <a:gd name="T58" fmla="*/ 6 w 23"/>
                                <a:gd name="T59" fmla="*/ 10 h 29"/>
                                <a:gd name="T60" fmla="*/ 8 w 23"/>
                                <a:gd name="T61" fmla="*/ 13 h 29"/>
                                <a:gd name="T62" fmla="*/ 10 w 23"/>
                                <a:gd name="T63" fmla="*/ 19 h 29"/>
                                <a:gd name="T64" fmla="*/ 10 w 23"/>
                                <a:gd name="T65" fmla="*/ 22 h 29"/>
                                <a:gd name="T66" fmla="*/ 10 w 23"/>
                                <a:gd name="T67" fmla="*/ 28 h 29"/>
                                <a:gd name="T68" fmla="*/ 12 w 23"/>
                                <a:gd name="T69" fmla="*/ 29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23" h="29">
                                  <a:moveTo>
                                    <a:pt x="12" y="29"/>
                                  </a:moveTo>
                                  <a:cubicBezTo>
                                    <a:pt x="13" y="29"/>
                                    <a:pt x="12" y="28"/>
                                    <a:pt x="12" y="28"/>
                                  </a:cubicBezTo>
                                  <a:cubicBezTo>
                                    <a:pt x="13" y="28"/>
                                    <a:pt x="13" y="27"/>
                                    <a:pt x="13" y="26"/>
                                  </a:cubicBezTo>
                                  <a:cubicBezTo>
                                    <a:pt x="14" y="26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5"/>
                                    <a:pt x="15" y="24"/>
                                  </a:cubicBezTo>
                                  <a:cubicBezTo>
                                    <a:pt x="15" y="24"/>
                                    <a:pt x="16" y="23"/>
                                    <a:pt x="16" y="23"/>
                                  </a:cubicBezTo>
                                  <a:cubicBezTo>
                                    <a:pt x="16" y="23"/>
                                    <a:pt x="15" y="23"/>
                                    <a:pt x="15" y="22"/>
                                  </a:cubicBezTo>
                                  <a:cubicBezTo>
                                    <a:pt x="15" y="22"/>
                                    <a:pt x="15" y="21"/>
                                    <a:pt x="15" y="20"/>
                                  </a:cubicBezTo>
                                  <a:cubicBezTo>
                                    <a:pt x="15" y="20"/>
                                    <a:pt x="16" y="19"/>
                                    <a:pt x="17" y="19"/>
                                  </a:cubicBezTo>
                                  <a:cubicBezTo>
                                    <a:pt x="17" y="20"/>
                                    <a:pt x="17" y="20"/>
                                    <a:pt x="17" y="21"/>
                                  </a:cubicBezTo>
                                  <a:cubicBezTo>
                                    <a:pt x="17" y="21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1" y="20"/>
                                    <a:pt x="21" y="20"/>
                                  </a:cubicBezTo>
                                  <a:cubicBezTo>
                                    <a:pt x="21" y="20"/>
                                    <a:pt x="21" y="21"/>
                                    <a:pt x="21" y="21"/>
                                  </a:cubicBezTo>
                                  <a:cubicBezTo>
                                    <a:pt x="22" y="21"/>
                                    <a:pt x="23" y="21"/>
                                    <a:pt x="23" y="21"/>
                                  </a:cubicBezTo>
                                  <a:cubicBezTo>
                                    <a:pt x="23" y="20"/>
                                    <a:pt x="22" y="20"/>
                                    <a:pt x="22" y="19"/>
                                  </a:cubicBezTo>
                                  <a:cubicBezTo>
                                    <a:pt x="22" y="19"/>
                                    <a:pt x="22" y="17"/>
                                    <a:pt x="22" y="16"/>
                                  </a:cubicBezTo>
                                  <a:cubicBezTo>
                                    <a:pt x="21" y="16"/>
                                    <a:pt x="21" y="16"/>
                                    <a:pt x="21" y="16"/>
                                  </a:cubicBezTo>
                                  <a:cubicBezTo>
                                    <a:pt x="20" y="16"/>
                                    <a:pt x="20" y="15"/>
                                    <a:pt x="20" y="15"/>
                                  </a:cubicBezTo>
                                  <a:cubicBezTo>
                                    <a:pt x="20" y="15"/>
                                    <a:pt x="20" y="15"/>
                                    <a:pt x="20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3"/>
                                  </a:cubicBezTo>
                                  <a:cubicBezTo>
                                    <a:pt x="19" y="13"/>
                                    <a:pt x="19" y="12"/>
                                    <a:pt x="19" y="12"/>
                                  </a:cubicBezTo>
                                  <a:cubicBezTo>
                                    <a:pt x="19" y="11"/>
                                    <a:pt x="19" y="12"/>
                                    <a:pt x="19" y="12"/>
                                  </a:cubicBezTo>
                                  <a:cubicBezTo>
                                    <a:pt x="18" y="12"/>
                                    <a:pt x="18" y="12"/>
                                    <a:pt x="18" y="11"/>
                                  </a:cubicBezTo>
                                  <a:cubicBezTo>
                                    <a:pt x="18" y="11"/>
                                    <a:pt x="17" y="11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6" y="10"/>
                                  </a:cubicBezTo>
                                  <a:cubicBezTo>
                                    <a:pt x="16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7"/>
                                    <a:pt x="17" y="7"/>
                                  </a:cubicBezTo>
                                  <a:cubicBezTo>
                                    <a:pt x="17" y="7"/>
                                    <a:pt x="17" y="7"/>
                                    <a:pt x="17" y="7"/>
                                  </a:cubicBezTo>
                                  <a:cubicBezTo>
                                    <a:pt x="17" y="6"/>
                                    <a:pt x="17" y="5"/>
                                    <a:pt x="17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2" y="3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9" y="2"/>
                                    <a:pt x="10" y="2"/>
                                    <a:pt x="9" y="2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8" y="1"/>
                                    <a:pt x="8" y="1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4" y="0"/>
                                  </a:cubicBezTo>
                                  <a:cubicBezTo>
                                    <a:pt x="4" y="0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3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0" y="2"/>
                                  </a:cubicBezTo>
                                  <a:cubicBezTo>
                                    <a:pt x="1" y="2"/>
                                    <a:pt x="3" y="4"/>
                                    <a:pt x="3" y="5"/>
                                  </a:cubicBezTo>
                                  <a:cubicBezTo>
                                    <a:pt x="3" y="5"/>
                                    <a:pt x="3" y="6"/>
                                    <a:pt x="4" y="7"/>
                                  </a:cubicBezTo>
                                  <a:cubicBezTo>
                                    <a:pt x="4" y="7"/>
                                    <a:pt x="4" y="8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6" y="10"/>
                                  </a:cubicBezTo>
                                  <a:cubicBezTo>
                                    <a:pt x="6" y="10"/>
                                    <a:pt x="6" y="11"/>
                                    <a:pt x="6" y="11"/>
                                  </a:cubicBezTo>
                                  <a:cubicBezTo>
                                    <a:pt x="7" y="12"/>
                                    <a:pt x="7" y="12"/>
                                    <a:pt x="8" y="13"/>
                                  </a:cubicBezTo>
                                  <a:cubicBezTo>
                                    <a:pt x="8" y="14"/>
                                    <a:pt x="9" y="14"/>
                                    <a:pt x="9" y="15"/>
                                  </a:cubicBezTo>
                                  <a:cubicBezTo>
                                    <a:pt x="10" y="16"/>
                                    <a:pt x="11" y="17"/>
                                    <a:pt x="10" y="19"/>
                                  </a:cubicBezTo>
                                  <a:cubicBezTo>
                                    <a:pt x="10" y="19"/>
                                    <a:pt x="11" y="20"/>
                                    <a:pt x="10" y="21"/>
                                  </a:cubicBezTo>
                                  <a:cubicBezTo>
                                    <a:pt x="10" y="21"/>
                                    <a:pt x="10" y="22"/>
                                    <a:pt x="10" y="22"/>
                                  </a:cubicBezTo>
                                  <a:cubicBezTo>
                                    <a:pt x="10" y="23"/>
                                    <a:pt x="10" y="25"/>
                                    <a:pt x="10" y="26"/>
                                  </a:cubicBezTo>
                                  <a:cubicBezTo>
                                    <a:pt x="10" y="27"/>
                                    <a:pt x="10" y="27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10" y="29"/>
                                  </a:cubicBezTo>
                                  <a:cubicBezTo>
                                    <a:pt x="11" y="29"/>
                                    <a:pt x="11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5" name="Freeform 798">
                              <a:extLst>
                                <a:ext uri="{FF2B5EF4-FFF2-40B4-BE49-F238E27FC236}">
                                  <a16:creationId xmlns:a16="http://schemas.microsoft.com/office/drawing/2014/main" id="{BCE8CCC6-6720-1406-1B45-E3F695A59B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0088" y="3784600"/>
                              <a:ext cx="3175" cy="3175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0 h 1"/>
                                <a:gd name="T6" fmla="*/ 0 w 1"/>
                                <a:gd name="T7" fmla="*/ 0 h 1"/>
                                <a:gd name="T8" fmla="*/ 0 w 1"/>
                                <a:gd name="T9" fmla="*/ 0 h 1"/>
                                <a:gd name="T10" fmla="*/ 0 w 1"/>
                                <a:gd name="T11" fmla="*/ 0 h 1"/>
                                <a:gd name="T12" fmla="*/ 0 w 1"/>
                                <a:gd name="T13" fmla="*/ 0 h 1"/>
                                <a:gd name="T14" fmla="*/ 0 w 1"/>
                                <a:gd name="T15" fmla="*/ 0 h 1"/>
                                <a:gd name="T16" fmla="*/ 0 w 1"/>
                                <a:gd name="T17" fmla="*/ 0 h 1"/>
                                <a:gd name="T18" fmla="*/ 1 w 1"/>
                                <a:gd name="T19" fmla="*/ 0 h 1"/>
                                <a:gd name="T20" fmla="*/ 1 w 1"/>
                                <a:gd name="T21" fmla="*/ 0 h 1"/>
                                <a:gd name="T22" fmla="*/ 1 w 1"/>
                                <a:gd name="T23" fmla="*/ 0 h 1"/>
                                <a:gd name="T24" fmla="*/ 1 w 1"/>
                                <a:gd name="T25" fmla="*/ 0 h 1"/>
                                <a:gd name="T26" fmla="*/ 1 w 1"/>
                                <a:gd name="T27" fmla="*/ 0 h 1"/>
                                <a:gd name="T28" fmla="*/ 1 w 1"/>
                                <a:gd name="T29" fmla="*/ 0 h 1"/>
                                <a:gd name="T30" fmla="*/ 1 w 1"/>
                                <a:gd name="T31" fmla="*/ 1 h 1"/>
                                <a:gd name="T32" fmla="*/ 1 w 1"/>
                                <a:gd name="T33" fmla="*/ 1 h 1"/>
                                <a:gd name="T34" fmla="*/ 1 w 1"/>
                                <a:gd name="T35" fmla="*/ 1 h 1"/>
                                <a:gd name="T36" fmla="*/ 1 w 1"/>
                                <a:gd name="T37" fmla="*/ 1 h 1"/>
                                <a:gd name="T38" fmla="*/ 1 w 1"/>
                                <a:gd name="T39" fmla="*/ 1 h 1"/>
                                <a:gd name="T40" fmla="*/ 1 w 1"/>
                                <a:gd name="T41" fmla="*/ 1 h 1"/>
                                <a:gd name="T42" fmla="*/ 1 w 1"/>
                                <a:gd name="T43" fmla="*/ 1 h 1"/>
                                <a:gd name="T44" fmla="*/ 1 w 1"/>
                                <a:gd name="T45" fmla="*/ 1 h 1"/>
                                <a:gd name="T46" fmla="*/ 1 w 1"/>
                                <a:gd name="T47" fmla="*/ 1 h 1"/>
                                <a:gd name="T48" fmla="*/ 1 w 1"/>
                                <a:gd name="T49" fmla="*/ 1 h 1"/>
                                <a:gd name="T50" fmla="*/ 0 w 1"/>
                                <a:gd name="T51" fmla="*/ 1 h 1"/>
                                <a:gd name="T52" fmla="*/ 0 w 1"/>
                                <a:gd name="T53" fmla="*/ 1 h 1"/>
                                <a:gd name="T54" fmla="*/ 0 w 1"/>
                                <a:gd name="T55" fmla="*/ 1 h 1"/>
                                <a:gd name="T56" fmla="*/ 0 w 1"/>
                                <a:gd name="T57" fmla="*/ 1 h 1"/>
                                <a:gd name="T58" fmla="*/ 0 w 1"/>
                                <a:gd name="T59" fmla="*/ 1 h 1"/>
                                <a:gd name="T60" fmla="*/ 0 w 1"/>
                                <a:gd name="T61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0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6" name="Freeform 799">
                              <a:extLst>
                                <a:ext uri="{FF2B5EF4-FFF2-40B4-BE49-F238E27FC236}">
                                  <a16:creationId xmlns:a16="http://schemas.microsoft.com/office/drawing/2014/main" id="{F0C5B62A-3D7C-B726-7811-324DB205BF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3263" y="3787775"/>
                              <a:ext cx="0" cy="0"/>
                            </a:xfrm>
                            <a:custGeom>
                              <a:avLst/>
                              <a:gdLst/>
                              <a:ahLst/>
                              <a:cxnLst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</a:cxnLst>
                              <a:rect l="0" t="0" r="r" b="b"/>
                              <a:pathLst>
                                <a:path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7" name="Freeform 800">
                              <a:extLst>
                                <a:ext uri="{FF2B5EF4-FFF2-40B4-BE49-F238E27FC236}">
                                  <a16:creationId xmlns:a16="http://schemas.microsoft.com/office/drawing/2014/main" id="{1734BB29-02DE-0A9F-E2B3-7578FC038B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3263" y="3787775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0 h 2"/>
                                <a:gd name="T2" fmla="*/ 1 w 2"/>
                                <a:gd name="T3" fmla="*/ 0 h 2"/>
                                <a:gd name="T4" fmla="*/ 1 w 2"/>
                                <a:gd name="T5" fmla="*/ 0 h 2"/>
                                <a:gd name="T6" fmla="*/ 1 w 2"/>
                                <a:gd name="T7" fmla="*/ 0 h 2"/>
                                <a:gd name="T8" fmla="*/ 1 w 2"/>
                                <a:gd name="T9" fmla="*/ 1 h 2"/>
                                <a:gd name="T10" fmla="*/ 1 w 2"/>
                                <a:gd name="T11" fmla="*/ 1 h 2"/>
                                <a:gd name="T12" fmla="*/ 1 w 2"/>
                                <a:gd name="T13" fmla="*/ 1 h 2"/>
                                <a:gd name="T14" fmla="*/ 1 w 2"/>
                                <a:gd name="T15" fmla="*/ 1 h 2"/>
                                <a:gd name="T16" fmla="*/ 1 w 2"/>
                                <a:gd name="T17" fmla="*/ 1 h 2"/>
                                <a:gd name="T18" fmla="*/ 2 w 2"/>
                                <a:gd name="T19" fmla="*/ 1 h 2"/>
                                <a:gd name="T20" fmla="*/ 2 w 2"/>
                                <a:gd name="T21" fmla="*/ 1 h 2"/>
                                <a:gd name="T22" fmla="*/ 2 w 2"/>
                                <a:gd name="T23" fmla="*/ 1 h 2"/>
                                <a:gd name="T24" fmla="*/ 2 w 2"/>
                                <a:gd name="T25" fmla="*/ 1 h 2"/>
                                <a:gd name="T26" fmla="*/ 2 w 2"/>
                                <a:gd name="T27" fmla="*/ 1 h 2"/>
                                <a:gd name="T28" fmla="*/ 2 w 2"/>
                                <a:gd name="T29" fmla="*/ 1 h 2"/>
                                <a:gd name="T30" fmla="*/ 2 w 2"/>
                                <a:gd name="T31" fmla="*/ 1 h 2"/>
                                <a:gd name="T32" fmla="*/ 2 w 2"/>
                                <a:gd name="T33" fmla="*/ 2 h 2"/>
                                <a:gd name="T34" fmla="*/ 2 w 2"/>
                                <a:gd name="T35" fmla="*/ 1 h 2"/>
                                <a:gd name="T36" fmla="*/ 2 w 2"/>
                                <a:gd name="T37" fmla="*/ 1 h 2"/>
                                <a:gd name="T38" fmla="*/ 2 w 2"/>
                                <a:gd name="T39" fmla="*/ 1 h 2"/>
                                <a:gd name="T40" fmla="*/ 2 w 2"/>
                                <a:gd name="T41" fmla="*/ 1 h 2"/>
                                <a:gd name="T42" fmla="*/ 2 w 2"/>
                                <a:gd name="T43" fmla="*/ 1 h 2"/>
                                <a:gd name="T44" fmla="*/ 2 w 2"/>
                                <a:gd name="T45" fmla="*/ 2 h 2"/>
                                <a:gd name="T46" fmla="*/ 2 w 2"/>
                                <a:gd name="T47" fmla="*/ 2 h 2"/>
                                <a:gd name="T48" fmla="*/ 2 w 2"/>
                                <a:gd name="T49" fmla="*/ 2 h 2"/>
                                <a:gd name="T50" fmla="*/ 2 w 2"/>
                                <a:gd name="T51" fmla="*/ 2 h 2"/>
                                <a:gd name="T52" fmla="*/ 2 w 2"/>
                                <a:gd name="T53" fmla="*/ 2 h 2"/>
                                <a:gd name="T54" fmla="*/ 2 w 2"/>
                                <a:gd name="T55" fmla="*/ 2 h 2"/>
                                <a:gd name="T56" fmla="*/ 2 w 2"/>
                                <a:gd name="T57" fmla="*/ 2 h 2"/>
                                <a:gd name="T58" fmla="*/ 2 w 2"/>
                                <a:gd name="T59" fmla="*/ 2 h 2"/>
                                <a:gd name="T60" fmla="*/ 2 w 2"/>
                                <a:gd name="T61" fmla="*/ 2 h 2"/>
                                <a:gd name="T62" fmla="*/ 2 w 2"/>
                                <a:gd name="T63" fmla="*/ 2 h 2"/>
                                <a:gd name="T64" fmla="*/ 2 w 2"/>
                                <a:gd name="T65" fmla="*/ 2 h 2"/>
                                <a:gd name="T66" fmla="*/ 2 w 2"/>
                                <a:gd name="T67" fmla="*/ 2 h 2"/>
                                <a:gd name="T68" fmla="*/ 2 w 2"/>
                                <a:gd name="T69" fmla="*/ 2 h 2"/>
                                <a:gd name="T70" fmla="*/ 2 w 2"/>
                                <a:gd name="T71" fmla="*/ 2 h 2"/>
                                <a:gd name="T72" fmla="*/ 1 w 2"/>
                                <a:gd name="T73" fmla="*/ 2 h 2"/>
                                <a:gd name="T74" fmla="*/ 1 w 2"/>
                                <a:gd name="T75" fmla="*/ 2 h 2"/>
                                <a:gd name="T76" fmla="*/ 1 w 2"/>
                                <a:gd name="T77" fmla="*/ 2 h 2"/>
                                <a:gd name="T78" fmla="*/ 1 w 2"/>
                                <a:gd name="T79" fmla="*/ 2 h 2"/>
                                <a:gd name="T80" fmla="*/ 1 w 2"/>
                                <a:gd name="T81" fmla="*/ 2 h 2"/>
                                <a:gd name="T82" fmla="*/ 1 w 2"/>
                                <a:gd name="T83" fmla="*/ 2 h 2"/>
                                <a:gd name="T84" fmla="*/ 0 w 2"/>
                                <a:gd name="T85" fmla="*/ 2 h 2"/>
                                <a:gd name="T86" fmla="*/ 0 w 2"/>
                                <a:gd name="T87" fmla="*/ 1 h 2"/>
                                <a:gd name="T88" fmla="*/ 0 w 2"/>
                                <a:gd name="T89" fmla="*/ 1 h 2"/>
                                <a:gd name="T90" fmla="*/ 0 w 2"/>
                                <a:gd name="T91" fmla="*/ 1 h 2"/>
                                <a:gd name="T92" fmla="*/ 0 w 2"/>
                                <a:gd name="T93" fmla="*/ 1 h 2"/>
                                <a:gd name="T94" fmla="*/ 0 w 2"/>
                                <a:gd name="T95" fmla="*/ 1 h 2"/>
                                <a:gd name="T96" fmla="*/ 0 w 2"/>
                                <a:gd name="T97" fmla="*/ 1 h 2"/>
                                <a:gd name="T98" fmla="*/ 0 w 2"/>
                                <a:gd name="T99" fmla="*/ 1 h 2"/>
                                <a:gd name="T100" fmla="*/ 0 w 2"/>
                                <a:gd name="T101" fmla="*/ 1 h 2"/>
                                <a:gd name="T102" fmla="*/ 0 w 2"/>
                                <a:gd name="T103" fmla="*/ 0 h 2"/>
                                <a:gd name="T104" fmla="*/ 0 w 2"/>
                                <a:gd name="T105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2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8" name="Freeform 801">
                              <a:extLst>
                                <a:ext uri="{FF2B5EF4-FFF2-40B4-BE49-F238E27FC236}">
                                  <a16:creationId xmlns:a16="http://schemas.microsoft.com/office/drawing/2014/main" id="{FF38AE7D-6033-F3B8-6A1C-B8FBDDACAD46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475288" y="3092450"/>
                              <a:ext cx="107950" cy="128588"/>
                            </a:xfrm>
                            <a:custGeom>
                              <a:avLst/>
                              <a:gdLst>
                                <a:gd name="T0" fmla="*/ 17 w 26"/>
                                <a:gd name="T1" fmla="*/ 31 h 31"/>
                                <a:gd name="T2" fmla="*/ 16 w 26"/>
                                <a:gd name="T3" fmla="*/ 30 h 31"/>
                                <a:gd name="T4" fmla="*/ 16 w 26"/>
                                <a:gd name="T5" fmla="*/ 27 h 31"/>
                                <a:gd name="T6" fmla="*/ 15 w 26"/>
                                <a:gd name="T7" fmla="*/ 26 h 31"/>
                                <a:gd name="T8" fmla="*/ 12 w 26"/>
                                <a:gd name="T9" fmla="*/ 25 h 31"/>
                                <a:gd name="T10" fmla="*/ 11 w 26"/>
                                <a:gd name="T11" fmla="*/ 23 h 31"/>
                                <a:gd name="T12" fmla="*/ 10 w 26"/>
                                <a:gd name="T13" fmla="*/ 23 h 31"/>
                                <a:gd name="T14" fmla="*/ 8 w 26"/>
                                <a:gd name="T15" fmla="*/ 23 h 31"/>
                                <a:gd name="T16" fmla="*/ 6 w 26"/>
                                <a:gd name="T17" fmla="*/ 25 h 31"/>
                                <a:gd name="T18" fmla="*/ 5 w 26"/>
                                <a:gd name="T19" fmla="*/ 26 h 31"/>
                                <a:gd name="T20" fmla="*/ 2 w 26"/>
                                <a:gd name="T21" fmla="*/ 26 h 31"/>
                                <a:gd name="T22" fmla="*/ 0 w 26"/>
                                <a:gd name="T23" fmla="*/ 26 h 31"/>
                                <a:gd name="T24" fmla="*/ 1 w 26"/>
                                <a:gd name="T25" fmla="*/ 24 h 31"/>
                                <a:gd name="T26" fmla="*/ 4 w 26"/>
                                <a:gd name="T27" fmla="*/ 25 h 31"/>
                                <a:gd name="T28" fmla="*/ 5 w 26"/>
                                <a:gd name="T29" fmla="*/ 25 h 31"/>
                                <a:gd name="T30" fmla="*/ 5 w 26"/>
                                <a:gd name="T31" fmla="*/ 22 h 31"/>
                                <a:gd name="T32" fmla="*/ 2 w 26"/>
                                <a:gd name="T33" fmla="*/ 21 h 31"/>
                                <a:gd name="T34" fmla="*/ 5 w 26"/>
                                <a:gd name="T35" fmla="*/ 22 h 31"/>
                                <a:gd name="T36" fmla="*/ 4 w 26"/>
                                <a:gd name="T37" fmla="*/ 20 h 31"/>
                                <a:gd name="T38" fmla="*/ 4 w 26"/>
                                <a:gd name="T39" fmla="*/ 19 h 31"/>
                                <a:gd name="T40" fmla="*/ 5 w 26"/>
                                <a:gd name="T41" fmla="*/ 17 h 31"/>
                                <a:gd name="T42" fmla="*/ 8 w 26"/>
                                <a:gd name="T43" fmla="*/ 14 h 31"/>
                                <a:gd name="T44" fmla="*/ 9 w 26"/>
                                <a:gd name="T45" fmla="*/ 7 h 31"/>
                                <a:gd name="T46" fmla="*/ 12 w 26"/>
                                <a:gd name="T47" fmla="*/ 7 h 31"/>
                                <a:gd name="T48" fmla="*/ 14 w 26"/>
                                <a:gd name="T49" fmla="*/ 6 h 31"/>
                                <a:gd name="T50" fmla="*/ 17 w 26"/>
                                <a:gd name="T51" fmla="*/ 3 h 31"/>
                                <a:gd name="T52" fmla="*/ 23 w 26"/>
                                <a:gd name="T53" fmla="*/ 2 h 31"/>
                                <a:gd name="T54" fmla="*/ 25 w 26"/>
                                <a:gd name="T55" fmla="*/ 4 h 31"/>
                                <a:gd name="T56" fmla="*/ 26 w 26"/>
                                <a:gd name="T57" fmla="*/ 4 h 31"/>
                                <a:gd name="T58" fmla="*/ 25 w 26"/>
                                <a:gd name="T59" fmla="*/ 8 h 31"/>
                                <a:gd name="T60" fmla="*/ 23 w 26"/>
                                <a:gd name="T61" fmla="*/ 11 h 31"/>
                                <a:gd name="T62" fmla="*/ 25 w 26"/>
                                <a:gd name="T63" fmla="*/ 13 h 31"/>
                                <a:gd name="T64" fmla="*/ 23 w 26"/>
                                <a:gd name="T65" fmla="*/ 16 h 31"/>
                                <a:gd name="T66" fmla="*/ 23 w 26"/>
                                <a:gd name="T67" fmla="*/ 18 h 31"/>
                                <a:gd name="T68" fmla="*/ 20 w 26"/>
                                <a:gd name="T69" fmla="*/ 19 h 31"/>
                                <a:gd name="T70" fmla="*/ 17 w 26"/>
                                <a:gd name="T71" fmla="*/ 20 h 31"/>
                                <a:gd name="T72" fmla="*/ 19 w 26"/>
                                <a:gd name="T73" fmla="*/ 25 h 31"/>
                                <a:gd name="T74" fmla="*/ 18 w 26"/>
                                <a:gd name="T75" fmla="*/ 27 h 31"/>
                                <a:gd name="T76" fmla="*/ 17 w 26"/>
                                <a:gd name="T77" fmla="*/ 28 h 31"/>
                                <a:gd name="T78" fmla="*/ 17 w 26"/>
                                <a:gd name="T79" fmla="*/ 31 h 31"/>
                                <a:gd name="T80" fmla="*/ 2 w 26"/>
                                <a:gd name="T81" fmla="*/ 24 h 31"/>
                                <a:gd name="T82" fmla="*/ 4 w 26"/>
                                <a:gd name="T83" fmla="*/ 24 h 31"/>
                                <a:gd name="T84" fmla="*/ 4 w 26"/>
                                <a:gd name="T85" fmla="*/ 23 h 31"/>
                                <a:gd name="T86" fmla="*/ 3 w 26"/>
                                <a:gd name="T87" fmla="*/ 22 h 31"/>
                                <a:gd name="T88" fmla="*/ 0 w 26"/>
                                <a:gd name="T89" fmla="*/ 23 h 31"/>
                                <a:gd name="T90" fmla="*/ 11 w 26"/>
                                <a:gd name="T91" fmla="*/ 5 h 31"/>
                                <a:gd name="T92" fmla="*/ 10 w 26"/>
                                <a:gd name="T93" fmla="*/ 6 h 31"/>
                                <a:gd name="T94" fmla="*/ 9 w 26"/>
                                <a:gd name="T95" fmla="*/ 6 h 31"/>
                                <a:gd name="T96" fmla="*/ 9 w 26"/>
                                <a:gd name="T97" fmla="*/ 6 h 31"/>
                                <a:gd name="T98" fmla="*/ 11 w 26"/>
                                <a:gd name="T99" fmla="*/ 3 h 31"/>
                                <a:gd name="T100" fmla="*/ 11 w 26"/>
                                <a:gd name="T101" fmla="*/ 4 h 31"/>
                                <a:gd name="T102" fmla="*/ 13 w 26"/>
                                <a:gd name="T103" fmla="*/ 2 h 31"/>
                                <a:gd name="T104" fmla="*/ 17 w 26"/>
                                <a:gd name="T105" fmla="*/ 1 h 31"/>
                                <a:gd name="T106" fmla="*/ 12 w 26"/>
                                <a:gd name="T107" fmla="*/ 3 h 31"/>
                                <a:gd name="T108" fmla="*/ 19 w 26"/>
                                <a:gd name="T109" fmla="*/ 1 h 31"/>
                                <a:gd name="T110" fmla="*/ 19 w 26"/>
                                <a:gd name="T111" fmla="*/ 1 h 31"/>
                                <a:gd name="T112" fmla="*/ 19 w 26"/>
                                <a:gd name="T113" fmla="*/ 1 h 31"/>
                                <a:gd name="T114" fmla="*/ 21 w 26"/>
                                <a:gd name="T115" fmla="*/ 1 h 31"/>
                                <a:gd name="T116" fmla="*/ 23 w 26"/>
                                <a:gd name="T117" fmla="*/ 0 h 31"/>
                                <a:gd name="T118" fmla="*/ 23 w 26"/>
                                <a:gd name="T119" fmla="*/ 0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26" h="31">
                                  <a:moveTo>
                                    <a:pt x="17" y="31"/>
                                  </a:move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6" y="31"/>
                                  </a:cubicBezTo>
                                  <a:cubicBezTo>
                                    <a:pt x="15" y="31"/>
                                    <a:pt x="15" y="30"/>
                                    <a:pt x="16" y="30"/>
                                  </a:cubicBezTo>
                                  <a:cubicBezTo>
                                    <a:pt x="16" y="29"/>
                                    <a:pt x="16" y="29"/>
                                    <a:pt x="16" y="28"/>
                                  </a:cubicBezTo>
                                  <a:cubicBezTo>
                                    <a:pt x="17" y="27"/>
                                    <a:pt x="17" y="27"/>
                                    <a:pt x="16" y="27"/>
                                  </a:cubicBezTo>
                                  <a:cubicBezTo>
                                    <a:pt x="16" y="26"/>
                                    <a:pt x="15" y="27"/>
                                    <a:pt x="15" y="26"/>
                                  </a:cubicBezTo>
                                  <a:cubicBezTo>
                                    <a:pt x="15" y="26"/>
                                    <a:pt x="15" y="26"/>
                                    <a:pt x="15" y="26"/>
                                  </a:cubicBezTo>
                                  <a:cubicBezTo>
                                    <a:pt x="14" y="25"/>
                                    <a:pt x="14" y="26"/>
                                    <a:pt x="13" y="26"/>
                                  </a:cubicBezTo>
                                  <a:cubicBezTo>
                                    <a:pt x="12" y="26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1" y="23"/>
                                  </a:cubicBezTo>
                                  <a:cubicBezTo>
                                    <a:pt x="11" y="24"/>
                                    <a:pt x="11" y="24"/>
                                    <a:pt x="10" y="24"/>
                                  </a:cubicBezTo>
                                  <a:cubicBezTo>
                                    <a:pt x="9" y="24"/>
                                    <a:pt x="10" y="23"/>
                                    <a:pt x="10" y="23"/>
                                  </a:cubicBezTo>
                                  <a:cubicBezTo>
                                    <a:pt x="9" y="23"/>
                                    <a:pt x="9" y="24"/>
                                    <a:pt x="8" y="24"/>
                                  </a:cubicBezTo>
                                  <a:cubicBezTo>
                                    <a:pt x="8" y="24"/>
                                    <a:pt x="8" y="24"/>
                                    <a:pt x="8" y="23"/>
                                  </a:cubicBezTo>
                                  <a:cubicBezTo>
                                    <a:pt x="7" y="23"/>
                                    <a:pt x="7" y="24"/>
                                    <a:pt x="7" y="24"/>
                                  </a:cubicBezTo>
                                  <a:cubicBezTo>
                                    <a:pt x="7" y="25"/>
                                    <a:pt x="7" y="25"/>
                                    <a:pt x="6" y="25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6" y="25"/>
                                    <a:pt x="5" y="26"/>
                                    <a:pt x="5" y="26"/>
                                  </a:cubicBezTo>
                                  <a:cubicBezTo>
                                    <a:pt x="4" y="26"/>
                                    <a:pt x="4" y="27"/>
                                    <a:pt x="3" y="26"/>
                                  </a:cubicBezTo>
                                  <a:cubicBezTo>
                                    <a:pt x="3" y="26"/>
                                    <a:pt x="2" y="26"/>
                                    <a:pt x="2" y="26"/>
                                  </a:cubicBezTo>
                                  <a:cubicBezTo>
                                    <a:pt x="1" y="25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1" y="26"/>
                                    <a:pt x="0" y="26"/>
                                  </a:cubicBezTo>
                                  <a:cubicBezTo>
                                    <a:pt x="0" y="26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1" y="24"/>
                                    <a:pt x="1" y="24"/>
                                  </a:cubicBezTo>
                                  <a:cubicBezTo>
                                    <a:pt x="1" y="24"/>
                                    <a:pt x="2" y="24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4" y="25"/>
                                  </a:cubicBezTo>
                                  <a:cubicBezTo>
                                    <a:pt x="4" y="24"/>
                                    <a:pt x="4" y="24"/>
                                    <a:pt x="5" y="24"/>
                                  </a:cubicBezTo>
                                  <a:cubicBezTo>
                                    <a:pt x="5" y="24"/>
                                    <a:pt x="5" y="25"/>
                                    <a:pt x="5" y="25"/>
                                  </a:cubicBezTo>
                                  <a:cubicBezTo>
                                    <a:pt x="6" y="24"/>
                                    <a:pt x="6" y="24"/>
                                    <a:pt x="6" y="23"/>
                                  </a:cubicBezTo>
                                  <a:cubicBezTo>
                                    <a:pt x="6" y="23"/>
                                    <a:pt x="5" y="23"/>
                                    <a:pt x="5" y="22"/>
                                  </a:cubicBezTo>
                                  <a:cubicBezTo>
                                    <a:pt x="4" y="22"/>
                                    <a:pt x="4" y="21"/>
                                    <a:pt x="3" y="21"/>
                                  </a:cubicBezTo>
                                  <a:cubicBezTo>
                                    <a:pt x="3" y="21"/>
                                    <a:pt x="2" y="22"/>
                                    <a:pt x="2" y="21"/>
                                  </a:cubicBezTo>
                                  <a:cubicBezTo>
                                    <a:pt x="2" y="21"/>
                                    <a:pt x="2" y="21"/>
                                    <a:pt x="3" y="21"/>
                                  </a:cubicBezTo>
                                  <a:cubicBezTo>
                                    <a:pt x="3" y="20"/>
                                    <a:pt x="5" y="21"/>
                                    <a:pt x="5" y="22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1"/>
                                    <a:pt x="5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3" y="20"/>
                                  </a:cubicBezTo>
                                  <a:cubicBezTo>
                                    <a:pt x="3" y="19"/>
                                    <a:pt x="4" y="20"/>
                                    <a:pt x="4" y="19"/>
                                  </a:cubicBezTo>
                                  <a:cubicBezTo>
                                    <a:pt x="5" y="19"/>
                                    <a:pt x="4" y="18"/>
                                    <a:pt x="5" y="18"/>
                                  </a:cubicBezTo>
                                  <a:cubicBezTo>
                                    <a:pt x="5" y="18"/>
                                    <a:pt x="5" y="18"/>
                                    <a:pt x="5" y="17"/>
                                  </a:cubicBezTo>
                                  <a:cubicBezTo>
                                    <a:pt x="6" y="17"/>
                                    <a:pt x="6" y="17"/>
                                    <a:pt x="6" y="16"/>
                                  </a:cubicBezTo>
                                  <a:cubicBezTo>
                                    <a:pt x="7" y="16"/>
                                    <a:pt x="7" y="15"/>
                                    <a:pt x="8" y="14"/>
                                  </a:cubicBezTo>
                                  <a:cubicBezTo>
                                    <a:pt x="8" y="13"/>
                                    <a:pt x="8" y="11"/>
                                    <a:pt x="9" y="9"/>
                                  </a:cubicBezTo>
                                  <a:cubicBezTo>
                                    <a:pt x="9" y="9"/>
                                    <a:pt x="9" y="8"/>
                                    <a:pt x="9" y="7"/>
                                  </a:cubicBezTo>
                                  <a:cubicBezTo>
                                    <a:pt x="10" y="7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4" y="6"/>
                                  </a:cubicBezTo>
                                  <a:cubicBezTo>
                                    <a:pt x="14" y="5"/>
                                    <a:pt x="14" y="5"/>
                                    <a:pt x="14" y="4"/>
                                  </a:cubicBezTo>
                                  <a:cubicBezTo>
                                    <a:pt x="15" y="3"/>
                                    <a:pt x="16" y="3"/>
                                    <a:pt x="17" y="3"/>
                                  </a:cubicBezTo>
                                  <a:cubicBezTo>
                                    <a:pt x="18" y="2"/>
                                    <a:pt x="20" y="2"/>
                                    <a:pt x="21" y="2"/>
                                  </a:cubicBezTo>
                                  <a:cubicBezTo>
                                    <a:pt x="22" y="2"/>
                                    <a:pt x="23" y="1"/>
                                    <a:pt x="23" y="2"/>
                                  </a:cubicBezTo>
                                  <a:cubicBezTo>
                                    <a:pt x="24" y="2"/>
                                    <a:pt x="24" y="3"/>
                                    <a:pt x="24" y="3"/>
                                  </a:cubicBezTo>
                                  <a:cubicBezTo>
                                    <a:pt x="25" y="3"/>
                                    <a:pt x="25" y="3"/>
                                    <a:pt x="25" y="4"/>
                                  </a:cubicBezTo>
                                  <a:cubicBezTo>
                                    <a:pt x="25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6" y="7"/>
                                    <a:pt x="26" y="7"/>
                                    <a:pt x="25" y="8"/>
                                  </a:cubicBezTo>
                                  <a:cubicBezTo>
                                    <a:pt x="25" y="9"/>
                                    <a:pt x="25" y="9"/>
                                    <a:pt x="25" y="10"/>
                                  </a:cubicBezTo>
                                  <a:cubicBezTo>
                                    <a:pt x="24" y="11"/>
                                    <a:pt x="24" y="11"/>
                                    <a:pt x="23" y="11"/>
                                  </a:cubicBezTo>
                                  <a:cubicBezTo>
                                    <a:pt x="23" y="11"/>
                                    <a:pt x="22" y="11"/>
                                    <a:pt x="22" y="12"/>
                                  </a:cubicBezTo>
                                  <a:cubicBezTo>
                                    <a:pt x="22" y="14"/>
                                    <a:pt x="24" y="12"/>
                                    <a:pt x="25" y="13"/>
                                  </a:cubicBezTo>
                                  <a:cubicBezTo>
                                    <a:pt x="25" y="14"/>
                                    <a:pt x="24" y="14"/>
                                    <a:pt x="24" y="15"/>
                                  </a:cubicBezTo>
                                  <a:cubicBezTo>
                                    <a:pt x="24" y="16"/>
                                    <a:pt x="24" y="16"/>
                                    <a:pt x="23" y="16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2" y="17"/>
                                    <a:pt x="23" y="17"/>
                                    <a:pt x="23" y="18"/>
                                  </a:cubicBezTo>
                                  <a:cubicBezTo>
                                    <a:pt x="23" y="18"/>
                                    <a:pt x="23" y="19"/>
                                    <a:pt x="22" y="19"/>
                                  </a:cubicBezTo>
                                  <a:cubicBezTo>
                                    <a:pt x="22" y="19"/>
                                    <a:pt x="21" y="19"/>
                                    <a:pt x="20" y="19"/>
                                  </a:cubicBezTo>
                                  <a:cubicBezTo>
                                    <a:pt x="20" y="19"/>
                                    <a:pt x="19" y="19"/>
                                    <a:pt x="18" y="19"/>
                                  </a:cubicBezTo>
                                  <a:cubicBezTo>
                                    <a:pt x="18" y="19"/>
                                    <a:pt x="17" y="20"/>
                                    <a:pt x="17" y="20"/>
                                  </a:cubicBezTo>
                                  <a:cubicBezTo>
                                    <a:pt x="17" y="21"/>
                                    <a:pt x="18" y="22"/>
                                    <a:pt x="19" y="23"/>
                                  </a:cubicBezTo>
                                  <a:cubicBezTo>
                                    <a:pt x="19" y="23"/>
                                    <a:pt x="19" y="24"/>
                                    <a:pt x="19" y="25"/>
                                  </a:cubicBezTo>
                                  <a:cubicBezTo>
                                    <a:pt x="19" y="25"/>
                                    <a:pt x="18" y="26"/>
                                    <a:pt x="18" y="26"/>
                                  </a:cubicBezTo>
                                  <a:cubicBezTo>
                                    <a:pt x="18" y="27"/>
                                    <a:pt x="19" y="27"/>
                                    <a:pt x="18" y="27"/>
                                  </a:cubicBezTo>
                                  <a:cubicBezTo>
                                    <a:pt x="18" y="28"/>
                                    <a:pt x="18" y="28"/>
                                    <a:pt x="18" y="28"/>
                                  </a:cubicBezTo>
                                  <a:cubicBezTo>
                                    <a:pt x="17" y="28"/>
                                    <a:pt x="17" y="28"/>
                                    <a:pt x="17" y="28"/>
                                  </a:cubicBezTo>
                                  <a:cubicBezTo>
                                    <a:pt x="16" y="29"/>
                                    <a:pt x="18" y="29"/>
                                    <a:pt x="18" y="29"/>
                                  </a:cubicBezTo>
                                  <a:cubicBezTo>
                                    <a:pt x="19" y="30"/>
                                    <a:pt x="18" y="30"/>
                                    <a:pt x="17" y="31"/>
                                  </a:cubicBezTo>
                                  <a:close/>
                                  <a:moveTo>
                                    <a:pt x="0" y="23"/>
                                  </a:moveTo>
                                  <a:cubicBezTo>
                                    <a:pt x="0" y="24"/>
                                    <a:pt x="2" y="23"/>
                                    <a:pt x="2" y="24"/>
                                  </a:cubicBezTo>
                                  <a:cubicBezTo>
                                    <a:pt x="2" y="24"/>
                                    <a:pt x="3" y="24"/>
                                    <a:pt x="3" y="24"/>
                                  </a:cubicBezTo>
                                  <a:cubicBezTo>
                                    <a:pt x="4" y="24"/>
                                    <a:pt x="4" y="24"/>
                                    <a:pt x="4" y="24"/>
                                  </a:cubicBezTo>
                                  <a:cubicBezTo>
                                    <a:pt x="4" y="24"/>
                                    <a:pt x="4" y="24"/>
                                    <a:pt x="5" y="24"/>
                                  </a:cubicBezTo>
                                  <a:cubicBezTo>
                                    <a:pt x="5" y="23"/>
                                    <a:pt x="5" y="23"/>
                                    <a:pt x="4" y="23"/>
                                  </a:cubicBezTo>
                                  <a:cubicBezTo>
                                    <a:pt x="4" y="23"/>
                                    <a:pt x="4" y="23"/>
                                    <a:pt x="3" y="23"/>
                                  </a:cubicBezTo>
                                  <a:cubicBezTo>
                                    <a:pt x="3" y="23"/>
                                    <a:pt x="3" y="22"/>
                                    <a:pt x="3" y="22"/>
                                  </a:cubicBezTo>
                                  <a:cubicBezTo>
                                    <a:pt x="3" y="22"/>
                                    <a:pt x="2" y="23"/>
                                    <a:pt x="1" y="22"/>
                                  </a:cubicBezTo>
                                  <a:cubicBezTo>
                                    <a:pt x="1" y="22"/>
                                    <a:pt x="0" y="22"/>
                                    <a:pt x="0" y="2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5"/>
                                    <a:pt x="9" y="4"/>
                                    <a:pt x="10" y="4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3" y="2"/>
                                  </a:moveTo>
                                  <a:cubicBezTo>
                                    <a:pt x="14" y="2"/>
                                    <a:pt x="15" y="2"/>
                                    <a:pt x="16" y="2"/>
                                  </a:cubicBezTo>
                                  <a:cubicBezTo>
                                    <a:pt x="17" y="2"/>
                                    <a:pt x="18" y="2"/>
                                    <a:pt x="17" y="1"/>
                                  </a:cubicBezTo>
                                  <a:cubicBezTo>
                                    <a:pt x="16" y="1"/>
                                    <a:pt x="15" y="1"/>
                                    <a:pt x="15" y="1"/>
                                  </a:cubicBezTo>
                                  <a:cubicBezTo>
                                    <a:pt x="14" y="2"/>
                                    <a:pt x="12" y="2"/>
                                    <a:pt x="12" y="3"/>
                                  </a:cubicBezTo>
                                  <a:cubicBezTo>
                                    <a:pt x="13" y="3"/>
                                    <a:pt x="13" y="3"/>
                                    <a:pt x="13" y="2"/>
                                  </a:cubicBezTo>
                                  <a:close/>
                                  <a:moveTo>
                                    <a:pt x="19" y="1"/>
                                  </a:moveTo>
                                  <a:cubicBezTo>
                                    <a:pt x="18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lose/>
                                  <a:moveTo>
                                    <a:pt x="21" y="0"/>
                                  </a:moveTo>
                                  <a:cubicBezTo>
                                    <a:pt x="20" y="1"/>
                                    <a:pt x="21" y="1"/>
                                    <a:pt x="21" y="1"/>
                                  </a:cubicBezTo>
                                  <a:cubicBezTo>
                                    <a:pt x="21" y="1"/>
                                    <a:pt x="21" y="0"/>
                                    <a:pt x="21" y="0"/>
                                  </a:cubicBezTo>
                                  <a:moveTo>
                                    <a:pt x="23" y="0"/>
                                  </a:moveTo>
                                  <a:cubicBezTo>
                                    <a:pt x="22" y="0"/>
                                    <a:pt x="22" y="0"/>
                                    <a:pt x="22" y="0"/>
                                  </a:cubicBezTo>
                                  <a:cubicBezTo>
                                    <a:pt x="22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9" name="Freeform 802">
                              <a:extLst>
                                <a:ext uri="{FF2B5EF4-FFF2-40B4-BE49-F238E27FC236}">
                                  <a16:creationId xmlns:a16="http://schemas.microsoft.com/office/drawing/2014/main" id="{30FC0F03-7D28-EFA5-571C-B3B3E763EB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41963" y="3251200"/>
                              <a:ext cx="20637" cy="28575"/>
                            </a:xfrm>
                            <a:custGeom>
                              <a:avLst/>
                              <a:gdLst>
                                <a:gd name="T0" fmla="*/ 0 w 5"/>
                                <a:gd name="T1" fmla="*/ 3 h 7"/>
                                <a:gd name="T2" fmla="*/ 0 w 5"/>
                                <a:gd name="T3" fmla="*/ 2 h 7"/>
                                <a:gd name="T4" fmla="*/ 2 w 5"/>
                                <a:gd name="T5" fmla="*/ 0 h 7"/>
                                <a:gd name="T6" fmla="*/ 2 w 5"/>
                                <a:gd name="T7" fmla="*/ 0 h 7"/>
                                <a:gd name="T8" fmla="*/ 2 w 5"/>
                                <a:gd name="T9" fmla="*/ 0 h 7"/>
                                <a:gd name="T10" fmla="*/ 3 w 5"/>
                                <a:gd name="T11" fmla="*/ 2 h 7"/>
                                <a:gd name="T12" fmla="*/ 4 w 5"/>
                                <a:gd name="T13" fmla="*/ 3 h 7"/>
                                <a:gd name="T14" fmla="*/ 5 w 5"/>
                                <a:gd name="T15" fmla="*/ 5 h 7"/>
                                <a:gd name="T16" fmla="*/ 4 w 5"/>
                                <a:gd name="T17" fmla="*/ 7 h 7"/>
                                <a:gd name="T18" fmla="*/ 2 w 5"/>
                                <a:gd name="T19" fmla="*/ 7 h 7"/>
                                <a:gd name="T20" fmla="*/ 0 w 5"/>
                                <a:gd name="T21" fmla="*/ 6 h 7"/>
                                <a:gd name="T22" fmla="*/ 1 w 5"/>
                                <a:gd name="T23" fmla="*/ 5 h 7"/>
                                <a:gd name="T24" fmla="*/ 0 w 5"/>
                                <a:gd name="T25" fmla="*/ 4 h 7"/>
                                <a:gd name="T26" fmla="*/ 0 w 5"/>
                                <a:gd name="T27" fmla="*/ 3 h 7"/>
                                <a:gd name="T28" fmla="*/ 0 w 5"/>
                                <a:gd name="T29" fmla="*/ 3 h 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5" h="7">
                                  <a:moveTo>
                                    <a:pt x="0" y="3"/>
                                  </a:move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1" y="1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3" y="0"/>
                                    <a:pt x="3" y="1"/>
                                    <a:pt x="3" y="2"/>
                                  </a:cubicBezTo>
                                  <a:cubicBezTo>
                                    <a:pt x="3" y="2"/>
                                    <a:pt x="4" y="3"/>
                                    <a:pt x="4" y="3"/>
                                  </a:cubicBezTo>
                                  <a:cubicBezTo>
                                    <a:pt x="5" y="4"/>
                                    <a:pt x="5" y="4"/>
                                    <a:pt x="5" y="5"/>
                                  </a:cubicBezTo>
                                  <a:cubicBezTo>
                                    <a:pt x="4" y="5"/>
                                    <a:pt x="4" y="6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2" y="7"/>
                                  </a:cubicBezTo>
                                  <a:cubicBezTo>
                                    <a:pt x="1" y="7"/>
                                    <a:pt x="1" y="7"/>
                                    <a:pt x="0" y="6"/>
                                  </a:cubicBezTo>
                                  <a:cubicBezTo>
                                    <a:pt x="1" y="6"/>
                                    <a:pt x="1" y="6"/>
                                    <a:pt x="1" y="5"/>
                                  </a:cubicBezTo>
                                  <a:cubicBezTo>
                                    <a:pt x="1" y="5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3"/>
                                    <a:pt x="0" y="3"/>
                                  </a:cubicBezTo>
                                  <a:cubicBezTo>
                                    <a:pt x="0" y="2"/>
                                    <a:pt x="0" y="3"/>
                                    <a:pt x="0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0" name="Freeform 803">
                              <a:extLst>
                                <a:ext uri="{FF2B5EF4-FFF2-40B4-BE49-F238E27FC236}">
                                  <a16:creationId xmlns:a16="http://schemas.microsoft.com/office/drawing/2014/main" id="{64BF305C-5A2E-3A89-5A4A-4446A72B1E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70588" y="2954338"/>
                              <a:ext cx="163512" cy="125413"/>
                            </a:xfrm>
                            <a:custGeom>
                              <a:avLst/>
                              <a:gdLst>
                                <a:gd name="T0" fmla="*/ 20 w 39"/>
                                <a:gd name="T1" fmla="*/ 29 h 30"/>
                                <a:gd name="T2" fmla="*/ 22 w 39"/>
                                <a:gd name="T3" fmla="*/ 29 h 30"/>
                                <a:gd name="T4" fmla="*/ 24 w 39"/>
                                <a:gd name="T5" fmla="*/ 29 h 30"/>
                                <a:gd name="T6" fmla="*/ 25 w 39"/>
                                <a:gd name="T7" fmla="*/ 27 h 30"/>
                                <a:gd name="T8" fmla="*/ 28 w 39"/>
                                <a:gd name="T9" fmla="*/ 26 h 30"/>
                                <a:gd name="T10" fmla="*/ 30 w 39"/>
                                <a:gd name="T11" fmla="*/ 25 h 30"/>
                                <a:gd name="T12" fmla="*/ 31 w 39"/>
                                <a:gd name="T13" fmla="*/ 25 h 30"/>
                                <a:gd name="T14" fmla="*/ 32 w 39"/>
                                <a:gd name="T15" fmla="*/ 21 h 30"/>
                                <a:gd name="T16" fmla="*/ 33 w 39"/>
                                <a:gd name="T17" fmla="*/ 18 h 30"/>
                                <a:gd name="T18" fmla="*/ 37 w 39"/>
                                <a:gd name="T19" fmla="*/ 15 h 30"/>
                                <a:gd name="T20" fmla="*/ 39 w 39"/>
                                <a:gd name="T21" fmla="*/ 14 h 30"/>
                                <a:gd name="T22" fmla="*/ 37 w 39"/>
                                <a:gd name="T23" fmla="*/ 13 h 30"/>
                                <a:gd name="T24" fmla="*/ 36 w 39"/>
                                <a:gd name="T25" fmla="*/ 8 h 30"/>
                                <a:gd name="T26" fmla="*/ 32 w 39"/>
                                <a:gd name="T27" fmla="*/ 4 h 30"/>
                                <a:gd name="T28" fmla="*/ 27 w 39"/>
                                <a:gd name="T29" fmla="*/ 2 h 30"/>
                                <a:gd name="T30" fmla="*/ 25 w 39"/>
                                <a:gd name="T31" fmla="*/ 0 h 30"/>
                                <a:gd name="T32" fmla="*/ 23 w 39"/>
                                <a:gd name="T33" fmla="*/ 2 h 30"/>
                                <a:gd name="T34" fmla="*/ 21 w 39"/>
                                <a:gd name="T35" fmla="*/ 2 h 30"/>
                                <a:gd name="T36" fmla="*/ 18 w 39"/>
                                <a:gd name="T37" fmla="*/ 1 h 30"/>
                                <a:gd name="T38" fmla="*/ 16 w 39"/>
                                <a:gd name="T39" fmla="*/ 1 h 30"/>
                                <a:gd name="T40" fmla="*/ 13 w 39"/>
                                <a:gd name="T41" fmla="*/ 0 h 30"/>
                                <a:gd name="T42" fmla="*/ 10 w 39"/>
                                <a:gd name="T43" fmla="*/ 0 h 30"/>
                                <a:gd name="T44" fmla="*/ 7 w 39"/>
                                <a:gd name="T45" fmla="*/ 0 h 30"/>
                                <a:gd name="T46" fmla="*/ 2 w 39"/>
                                <a:gd name="T47" fmla="*/ 2 h 30"/>
                                <a:gd name="T48" fmla="*/ 0 w 39"/>
                                <a:gd name="T49" fmla="*/ 4 h 30"/>
                                <a:gd name="T50" fmla="*/ 0 w 39"/>
                                <a:gd name="T51" fmla="*/ 11 h 30"/>
                                <a:gd name="T52" fmla="*/ 1 w 39"/>
                                <a:gd name="T53" fmla="*/ 9 h 30"/>
                                <a:gd name="T54" fmla="*/ 1 w 39"/>
                                <a:gd name="T55" fmla="*/ 13 h 30"/>
                                <a:gd name="T56" fmla="*/ 3 w 39"/>
                                <a:gd name="T57" fmla="*/ 14 h 30"/>
                                <a:gd name="T58" fmla="*/ 4 w 39"/>
                                <a:gd name="T59" fmla="*/ 14 h 30"/>
                                <a:gd name="T60" fmla="*/ 5 w 39"/>
                                <a:gd name="T61" fmla="*/ 15 h 30"/>
                                <a:gd name="T62" fmla="*/ 8 w 39"/>
                                <a:gd name="T63" fmla="*/ 17 h 30"/>
                                <a:gd name="T64" fmla="*/ 9 w 39"/>
                                <a:gd name="T65" fmla="*/ 16 h 30"/>
                                <a:gd name="T66" fmla="*/ 11 w 39"/>
                                <a:gd name="T67" fmla="*/ 17 h 30"/>
                                <a:gd name="T68" fmla="*/ 11 w 39"/>
                                <a:gd name="T69" fmla="*/ 21 h 30"/>
                                <a:gd name="T70" fmla="*/ 12 w 39"/>
                                <a:gd name="T71" fmla="*/ 24 h 30"/>
                                <a:gd name="T72" fmla="*/ 13 w 39"/>
                                <a:gd name="T73" fmla="*/ 24 h 30"/>
                                <a:gd name="T74" fmla="*/ 15 w 39"/>
                                <a:gd name="T75" fmla="*/ 25 h 30"/>
                                <a:gd name="T76" fmla="*/ 18 w 39"/>
                                <a:gd name="T77" fmla="*/ 29 h 3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39" h="30">
                                  <a:moveTo>
                                    <a:pt x="18" y="29"/>
                                  </a:moveTo>
                                  <a:cubicBezTo>
                                    <a:pt x="18" y="29"/>
                                    <a:pt x="19" y="29"/>
                                    <a:pt x="20" y="29"/>
                                  </a:cubicBezTo>
                                  <a:cubicBezTo>
                                    <a:pt x="21" y="29"/>
                                    <a:pt x="21" y="29"/>
                                    <a:pt x="21" y="29"/>
                                  </a:cubicBezTo>
                                  <a:cubicBezTo>
                                    <a:pt x="21" y="29"/>
                                    <a:pt x="21" y="29"/>
                                    <a:pt x="22" y="29"/>
                                  </a:cubicBezTo>
                                  <a:cubicBezTo>
                                    <a:pt x="22" y="30"/>
                                    <a:pt x="23" y="29"/>
                                    <a:pt x="23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6" y="28"/>
                                    <a:pt x="25" y="28"/>
                                    <a:pt x="25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7"/>
                                    <a:pt x="28" y="27"/>
                                    <a:pt x="28" y="26"/>
                                  </a:cubicBezTo>
                                  <a:cubicBezTo>
                                    <a:pt x="28" y="25"/>
                                    <a:pt x="29" y="26"/>
                                    <a:pt x="29" y="26"/>
                                  </a:cubicBezTo>
                                  <a:cubicBezTo>
                                    <a:pt x="29" y="26"/>
                                    <a:pt x="30" y="25"/>
                                    <a:pt x="30" y="25"/>
                                  </a:cubicBezTo>
                                  <a:cubicBezTo>
                                    <a:pt x="30" y="26"/>
                                    <a:pt x="30" y="27"/>
                                    <a:pt x="31" y="27"/>
                                  </a:cubicBezTo>
                                  <a:cubicBezTo>
                                    <a:pt x="32" y="26"/>
                                    <a:pt x="31" y="25"/>
                                    <a:pt x="31" y="25"/>
                                  </a:cubicBezTo>
                                  <a:cubicBezTo>
                                    <a:pt x="30" y="24"/>
                                    <a:pt x="31" y="23"/>
                                    <a:pt x="31" y="22"/>
                                  </a:cubicBezTo>
                                  <a:cubicBezTo>
                                    <a:pt x="32" y="22"/>
                                    <a:pt x="32" y="21"/>
                                    <a:pt x="32" y="21"/>
                                  </a:cubicBezTo>
                                  <a:cubicBezTo>
                                    <a:pt x="32" y="20"/>
                                    <a:pt x="32" y="20"/>
                                    <a:pt x="32" y="19"/>
                                  </a:cubicBezTo>
                                  <a:cubicBezTo>
                                    <a:pt x="32" y="18"/>
                                    <a:pt x="32" y="18"/>
                                    <a:pt x="33" y="18"/>
                                  </a:cubicBezTo>
                                  <a:cubicBezTo>
                                    <a:pt x="35" y="17"/>
                                    <a:pt x="34" y="17"/>
                                    <a:pt x="35" y="16"/>
                                  </a:cubicBezTo>
                                  <a:cubicBezTo>
                                    <a:pt x="36" y="15"/>
                                    <a:pt x="36" y="15"/>
                                    <a:pt x="37" y="15"/>
                                  </a:cubicBezTo>
                                  <a:cubicBezTo>
                                    <a:pt x="38" y="16"/>
                                    <a:pt x="38" y="15"/>
                                    <a:pt x="38" y="14"/>
                                  </a:cubicBezTo>
                                  <a:cubicBezTo>
                                    <a:pt x="38" y="14"/>
                                    <a:pt x="39" y="14"/>
                                    <a:pt x="39" y="14"/>
                                  </a:cubicBezTo>
                                  <a:cubicBezTo>
                                    <a:pt x="39" y="13"/>
                                    <a:pt x="38" y="13"/>
                                    <a:pt x="38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2"/>
                                    <a:pt x="37" y="11"/>
                                    <a:pt x="37" y="10"/>
                                  </a:cubicBezTo>
                                  <a:cubicBezTo>
                                    <a:pt x="38" y="9"/>
                                    <a:pt x="38" y="9"/>
                                    <a:pt x="36" y="8"/>
                                  </a:cubicBezTo>
                                  <a:cubicBezTo>
                                    <a:pt x="35" y="8"/>
                                    <a:pt x="35" y="7"/>
                                    <a:pt x="34" y="6"/>
                                  </a:cubicBezTo>
                                  <a:cubicBezTo>
                                    <a:pt x="34" y="5"/>
                                    <a:pt x="33" y="5"/>
                                    <a:pt x="32" y="4"/>
                                  </a:cubicBezTo>
                                  <a:cubicBezTo>
                                    <a:pt x="31" y="3"/>
                                    <a:pt x="31" y="3"/>
                                    <a:pt x="30" y="3"/>
                                  </a:cubicBezTo>
                                  <a:cubicBezTo>
                                    <a:pt x="29" y="3"/>
                                    <a:pt x="28" y="3"/>
                                    <a:pt x="27" y="2"/>
                                  </a:cubicBezTo>
                                  <a:cubicBezTo>
                                    <a:pt x="27" y="1"/>
                                    <a:pt x="26" y="1"/>
                                    <a:pt x="26" y="0"/>
                                  </a:cubicBezTo>
                                  <a:cubicBezTo>
                                    <a:pt x="26" y="0"/>
                                    <a:pt x="26" y="0"/>
                                    <a:pt x="25" y="0"/>
                                  </a:cubicBezTo>
                                  <a:cubicBezTo>
                                    <a:pt x="25" y="0"/>
                                    <a:pt x="25" y="1"/>
                                    <a:pt x="24" y="1"/>
                                  </a:cubicBezTo>
                                  <a:cubicBezTo>
                                    <a:pt x="24" y="1"/>
                                    <a:pt x="24" y="2"/>
                                    <a:pt x="23" y="2"/>
                                  </a:cubicBezTo>
                                  <a:cubicBezTo>
                                    <a:pt x="23" y="2"/>
                                    <a:pt x="22" y="2"/>
                                    <a:pt x="22" y="2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7" y="1"/>
                                  </a:cubicBezTo>
                                  <a:cubicBezTo>
                                    <a:pt x="17" y="1"/>
                                    <a:pt x="17" y="1"/>
                                    <a:pt x="16" y="1"/>
                                  </a:cubicBezTo>
                                  <a:cubicBezTo>
                                    <a:pt x="15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3" y="0"/>
                                  </a:cubicBezTo>
                                  <a:cubicBezTo>
                                    <a:pt x="12" y="0"/>
                                    <a:pt x="12" y="1"/>
                                    <a:pt x="11" y="1"/>
                                  </a:cubicBezTo>
                                  <a:cubicBezTo>
                                    <a:pt x="10" y="1"/>
                                    <a:pt x="10" y="0"/>
                                    <a:pt x="10" y="0"/>
                                  </a:cubicBezTo>
                                  <a:cubicBezTo>
                                    <a:pt x="9" y="0"/>
                                    <a:pt x="9" y="0"/>
                                    <a:pt x="8" y="0"/>
                                  </a:cubicBezTo>
                                  <a:cubicBezTo>
                                    <a:pt x="8" y="0"/>
                                    <a:pt x="7" y="0"/>
                                    <a:pt x="7" y="0"/>
                                  </a:cubicBezTo>
                                  <a:cubicBezTo>
                                    <a:pt x="6" y="0"/>
                                    <a:pt x="6" y="1"/>
                                    <a:pt x="5" y="1"/>
                                  </a:cubicBezTo>
                                  <a:cubicBezTo>
                                    <a:pt x="4" y="1"/>
                                    <a:pt x="3" y="2"/>
                                    <a:pt x="2" y="2"/>
                                  </a:cubicBezTo>
                                  <a:cubicBezTo>
                                    <a:pt x="2" y="3"/>
                                    <a:pt x="2" y="3"/>
                                    <a:pt x="1" y="3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5"/>
                                    <a:pt x="0" y="6"/>
                                    <a:pt x="0" y="8"/>
                                  </a:cubicBezTo>
                                  <a:cubicBezTo>
                                    <a:pt x="0" y="9"/>
                                    <a:pt x="0" y="10"/>
                                    <a:pt x="0" y="11"/>
                                  </a:cubicBezTo>
                                  <a:cubicBezTo>
                                    <a:pt x="0" y="11"/>
                                    <a:pt x="0" y="12"/>
                                    <a:pt x="1" y="11"/>
                                  </a:cubicBezTo>
                                  <a:cubicBezTo>
                                    <a:pt x="1" y="10"/>
                                    <a:pt x="0" y="9"/>
                                    <a:pt x="1" y="9"/>
                                  </a:cubicBezTo>
                                  <a:cubicBezTo>
                                    <a:pt x="1" y="10"/>
                                    <a:pt x="1" y="10"/>
                                    <a:pt x="1" y="11"/>
                                  </a:cubicBezTo>
                                  <a:cubicBezTo>
                                    <a:pt x="1" y="12"/>
                                    <a:pt x="1" y="12"/>
                                    <a:pt x="1" y="13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ubicBezTo>
                                    <a:pt x="2" y="13"/>
                                    <a:pt x="2" y="14"/>
                                    <a:pt x="3" y="14"/>
                                  </a:cubicBezTo>
                                  <a:cubicBezTo>
                                    <a:pt x="3" y="14"/>
                                    <a:pt x="3" y="14"/>
                                    <a:pt x="3" y="15"/>
                                  </a:cubicBezTo>
                                  <a:cubicBezTo>
                                    <a:pt x="4" y="15"/>
                                    <a:pt x="4" y="15"/>
                                    <a:pt x="4" y="14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4" y="15"/>
                                    <a:pt x="5" y="15"/>
                                    <a:pt x="5" y="15"/>
                                  </a:cubicBezTo>
                                  <a:cubicBezTo>
                                    <a:pt x="5" y="16"/>
                                    <a:pt x="6" y="16"/>
                                    <a:pt x="7" y="16"/>
                                  </a:cubicBezTo>
                                  <a:cubicBezTo>
                                    <a:pt x="7" y="16"/>
                                    <a:pt x="7" y="17"/>
                                    <a:pt x="8" y="17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8" y="16"/>
                                    <a:pt x="9" y="16"/>
                                    <a:pt x="9" y="16"/>
                                  </a:cubicBezTo>
                                  <a:cubicBezTo>
                                    <a:pt x="9" y="16"/>
                                    <a:pt x="10" y="16"/>
                                    <a:pt x="10" y="16"/>
                                  </a:cubicBezTo>
                                  <a:cubicBezTo>
                                    <a:pt x="10" y="16"/>
                                    <a:pt x="10" y="17"/>
                                    <a:pt x="11" y="17"/>
                                  </a:cubicBezTo>
                                  <a:cubicBezTo>
                                    <a:pt x="11" y="18"/>
                                    <a:pt x="12" y="18"/>
                                    <a:pt x="12" y="18"/>
                                  </a:cubicBezTo>
                                  <a:cubicBezTo>
                                    <a:pt x="13" y="19"/>
                                    <a:pt x="11" y="20"/>
                                    <a:pt x="11" y="21"/>
                                  </a:cubicBezTo>
                                  <a:cubicBezTo>
                                    <a:pt x="11" y="22"/>
                                    <a:pt x="11" y="22"/>
                                    <a:pt x="11" y="23"/>
                                  </a:cubicBezTo>
                                  <a:cubicBezTo>
                                    <a:pt x="11" y="23"/>
                                    <a:pt x="11" y="24"/>
                                    <a:pt x="12" y="24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2" y="24"/>
                                    <a:pt x="12" y="24"/>
                                    <a:pt x="13" y="24"/>
                                  </a:cubicBezTo>
                                  <a:cubicBezTo>
                                    <a:pt x="13" y="24"/>
                                    <a:pt x="13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5" y="25"/>
                                  </a:cubicBezTo>
                                  <a:cubicBezTo>
                                    <a:pt x="16" y="26"/>
                                    <a:pt x="16" y="28"/>
                                    <a:pt x="16" y="29"/>
                                  </a:cubicBezTo>
                                  <a:cubicBezTo>
                                    <a:pt x="17" y="29"/>
                                    <a:pt x="17" y="29"/>
                                    <a:pt x="18" y="2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1" name="Freeform 804">
                              <a:extLst>
                                <a:ext uri="{FF2B5EF4-FFF2-40B4-BE49-F238E27FC236}">
                                  <a16:creationId xmlns:a16="http://schemas.microsoft.com/office/drawing/2014/main" id="{49E1CACB-53B7-232B-38D2-9299C7D368F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67413" y="2867025"/>
                              <a:ext cx="203200" cy="125413"/>
                            </a:xfrm>
                            <a:custGeom>
                              <a:avLst/>
                              <a:gdLst>
                                <a:gd name="T0" fmla="*/ 42 w 49"/>
                                <a:gd name="T1" fmla="*/ 28 h 30"/>
                                <a:gd name="T2" fmla="*/ 45 w 49"/>
                                <a:gd name="T3" fmla="*/ 28 h 30"/>
                                <a:gd name="T4" fmla="*/ 47 w 49"/>
                                <a:gd name="T5" fmla="*/ 25 h 30"/>
                                <a:gd name="T6" fmla="*/ 49 w 49"/>
                                <a:gd name="T7" fmla="*/ 21 h 30"/>
                                <a:gd name="T8" fmla="*/ 48 w 49"/>
                                <a:gd name="T9" fmla="*/ 19 h 30"/>
                                <a:gd name="T10" fmla="*/ 47 w 49"/>
                                <a:gd name="T11" fmla="*/ 16 h 30"/>
                                <a:gd name="T12" fmla="*/ 45 w 49"/>
                                <a:gd name="T13" fmla="*/ 16 h 30"/>
                                <a:gd name="T14" fmla="*/ 46 w 49"/>
                                <a:gd name="T15" fmla="*/ 12 h 30"/>
                                <a:gd name="T16" fmla="*/ 47 w 49"/>
                                <a:gd name="T17" fmla="*/ 10 h 30"/>
                                <a:gd name="T18" fmla="*/ 45 w 49"/>
                                <a:gd name="T19" fmla="*/ 8 h 30"/>
                                <a:gd name="T20" fmla="*/ 42 w 49"/>
                                <a:gd name="T21" fmla="*/ 7 h 30"/>
                                <a:gd name="T22" fmla="*/ 40 w 49"/>
                                <a:gd name="T23" fmla="*/ 7 h 30"/>
                                <a:gd name="T24" fmla="*/ 37 w 49"/>
                                <a:gd name="T25" fmla="*/ 6 h 30"/>
                                <a:gd name="T26" fmla="*/ 35 w 49"/>
                                <a:gd name="T27" fmla="*/ 4 h 30"/>
                                <a:gd name="T28" fmla="*/ 33 w 49"/>
                                <a:gd name="T29" fmla="*/ 3 h 30"/>
                                <a:gd name="T30" fmla="*/ 31 w 49"/>
                                <a:gd name="T31" fmla="*/ 2 h 30"/>
                                <a:gd name="T32" fmla="*/ 30 w 49"/>
                                <a:gd name="T33" fmla="*/ 1 h 30"/>
                                <a:gd name="T34" fmla="*/ 29 w 49"/>
                                <a:gd name="T35" fmla="*/ 1 h 30"/>
                                <a:gd name="T36" fmla="*/ 27 w 49"/>
                                <a:gd name="T37" fmla="*/ 1 h 30"/>
                                <a:gd name="T38" fmla="*/ 25 w 49"/>
                                <a:gd name="T39" fmla="*/ 2 h 30"/>
                                <a:gd name="T40" fmla="*/ 23 w 49"/>
                                <a:gd name="T41" fmla="*/ 5 h 30"/>
                                <a:gd name="T42" fmla="*/ 22 w 49"/>
                                <a:gd name="T43" fmla="*/ 12 h 30"/>
                                <a:gd name="T44" fmla="*/ 18 w 49"/>
                                <a:gd name="T45" fmla="*/ 14 h 30"/>
                                <a:gd name="T46" fmla="*/ 16 w 49"/>
                                <a:gd name="T47" fmla="*/ 11 h 30"/>
                                <a:gd name="T48" fmla="*/ 12 w 49"/>
                                <a:gd name="T49" fmla="*/ 7 h 30"/>
                                <a:gd name="T50" fmla="*/ 11 w 49"/>
                                <a:gd name="T51" fmla="*/ 5 h 30"/>
                                <a:gd name="T52" fmla="*/ 8 w 49"/>
                                <a:gd name="T53" fmla="*/ 6 h 30"/>
                                <a:gd name="T54" fmla="*/ 4 w 49"/>
                                <a:gd name="T55" fmla="*/ 9 h 30"/>
                                <a:gd name="T56" fmla="*/ 3 w 49"/>
                                <a:gd name="T57" fmla="*/ 14 h 30"/>
                                <a:gd name="T58" fmla="*/ 1 w 49"/>
                                <a:gd name="T59" fmla="*/ 17 h 30"/>
                                <a:gd name="T60" fmla="*/ 1 w 49"/>
                                <a:gd name="T61" fmla="*/ 20 h 30"/>
                                <a:gd name="T62" fmla="*/ 1 w 49"/>
                                <a:gd name="T63" fmla="*/ 23 h 30"/>
                                <a:gd name="T64" fmla="*/ 3 w 49"/>
                                <a:gd name="T65" fmla="*/ 23 h 30"/>
                                <a:gd name="T66" fmla="*/ 9 w 49"/>
                                <a:gd name="T67" fmla="*/ 21 h 30"/>
                                <a:gd name="T68" fmla="*/ 12 w 49"/>
                                <a:gd name="T69" fmla="*/ 22 h 30"/>
                                <a:gd name="T70" fmla="*/ 15 w 49"/>
                                <a:gd name="T71" fmla="*/ 22 h 30"/>
                                <a:gd name="T72" fmla="*/ 18 w 49"/>
                                <a:gd name="T73" fmla="*/ 22 h 30"/>
                                <a:gd name="T74" fmla="*/ 20 w 49"/>
                                <a:gd name="T75" fmla="*/ 22 h 30"/>
                                <a:gd name="T76" fmla="*/ 23 w 49"/>
                                <a:gd name="T77" fmla="*/ 23 h 30"/>
                                <a:gd name="T78" fmla="*/ 26 w 49"/>
                                <a:gd name="T79" fmla="*/ 21 h 30"/>
                                <a:gd name="T80" fmla="*/ 28 w 49"/>
                                <a:gd name="T81" fmla="*/ 23 h 30"/>
                                <a:gd name="T82" fmla="*/ 33 w 49"/>
                                <a:gd name="T83" fmla="*/ 26 h 30"/>
                                <a:gd name="T84" fmla="*/ 36 w 49"/>
                                <a:gd name="T85" fmla="*/ 28 h 30"/>
                                <a:gd name="T86" fmla="*/ 38 w 49"/>
                                <a:gd name="T87" fmla="*/ 30 h 3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49" h="30">
                                  <a:moveTo>
                                    <a:pt x="41" y="28"/>
                                  </a:moveTo>
                                  <a:cubicBezTo>
                                    <a:pt x="41" y="28"/>
                                    <a:pt x="42" y="28"/>
                                    <a:pt x="42" y="28"/>
                                  </a:cubicBezTo>
                                  <a:cubicBezTo>
                                    <a:pt x="43" y="28"/>
                                    <a:pt x="43" y="29"/>
                                    <a:pt x="43" y="28"/>
                                  </a:cubicBezTo>
                                  <a:cubicBezTo>
                                    <a:pt x="44" y="28"/>
                                    <a:pt x="45" y="29"/>
                                    <a:pt x="45" y="28"/>
                                  </a:cubicBezTo>
                                  <a:cubicBezTo>
                                    <a:pt x="46" y="27"/>
                                    <a:pt x="46" y="27"/>
                                    <a:pt x="46" y="26"/>
                                  </a:cubicBezTo>
                                  <a:cubicBezTo>
                                    <a:pt x="47" y="26"/>
                                    <a:pt x="47" y="25"/>
                                    <a:pt x="47" y="25"/>
                                  </a:cubicBezTo>
                                  <a:cubicBezTo>
                                    <a:pt x="48" y="24"/>
                                    <a:pt x="49" y="24"/>
                                    <a:pt x="49" y="23"/>
                                  </a:cubicBezTo>
                                  <a:cubicBezTo>
                                    <a:pt x="49" y="22"/>
                                    <a:pt x="49" y="22"/>
                                    <a:pt x="49" y="21"/>
                                  </a:cubicBezTo>
                                  <a:cubicBezTo>
                                    <a:pt x="49" y="20"/>
                                    <a:pt x="49" y="20"/>
                                    <a:pt x="48" y="19"/>
                                  </a:cubicBezTo>
                                  <a:cubicBezTo>
                                    <a:pt x="48" y="19"/>
                                    <a:pt x="48" y="19"/>
                                    <a:pt x="48" y="19"/>
                                  </a:cubicBezTo>
                                  <a:cubicBezTo>
                                    <a:pt x="48" y="18"/>
                                    <a:pt x="48" y="18"/>
                                    <a:pt x="48" y="17"/>
                                  </a:cubicBezTo>
                                  <a:cubicBezTo>
                                    <a:pt x="47" y="17"/>
                                    <a:pt x="47" y="17"/>
                                    <a:pt x="47" y="16"/>
                                  </a:cubicBezTo>
                                  <a:cubicBezTo>
                                    <a:pt x="47" y="16"/>
                                    <a:pt x="47" y="16"/>
                                    <a:pt x="47" y="15"/>
                                  </a:cubicBezTo>
                                  <a:cubicBezTo>
                                    <a:pt x="46" y="15"/>
                                    <a:pt x="46" y="16"/>
                                    <a:pt x="45" y="16"/>
                                  </a:cubicBezTo>
                                  <a:cubicBezTo>
                                    <a:pt x="46" y="15"/>
                                    <a:pt x="46" y="15"/>
                                    <a:pt x="46" y="14"/>
                                  </a:cubicBezTo>
                                  <a:cubicBezTo>
                                    <a:pt x="46" y="13"/>
                                    <a:pt x="46" y="13"/>
                                    <a:pt x="46" y="12"/>
                                  </a:cubicBezTo>
                                  <a:cubicBezTo>
                                    <a:pt x="46" y="12"/>
                                    <a:pt x="47" y="12"/>
                                    <a:pt x="47" y="12"/>
                                  </a:cubicBezTo>
                                  <a:cubicBezTo>
                                    <a:pt x="47" y="11"/>
                                    <a:pt x="47" y="11"/>
                                    <a:pt x="47" y="10"/>
                                  </a:cubicBezTo>
                                  <a:cubicBezTo>
                                    <a:pt x="47" y="10"/>
                                    <a:pt x="46" y="9"/>
                                    <a:pt x="46" y="9"/>
                                  </a:cubicBezTo>
                                  <a:cubicBezTo>
                                    <a:pt x="45" y="9"/>
                                    <a:pt x="45" y="9"/>
                                    <a:pt x="45" y="8"/>
                                  </a:cubicBezTo>
                                  <a:cubicBezTo>
                                    <a:pt x="45" y="7"/>
                                    <a:pt x="45" y="7"/>
                                    <a:pt x="44" y="7"/>
                                  </a:cubicBezTo>
                                  <a:cubicBezTo>
                                    <a:pt x="43" y="7"/>
                                    <a:pt x="43" y="7"/>
                                    <a:pt x="42" y="7"/>
                                  </a:cubicBezTo>
                                  <a:cubicBezTo>
                                    <a:pt x="42" y="7"/>
                                    <a:pt x="42" y="6"/>
                                    <a:pt x="41" y="6"/>
                                  </a:cubicBezTo>
                                  <a:cubicBezTo>
                                    <a:pt x="40" y="6"/>
                                    <a:pt x="40" y="6"/>
                                    <a:pt x="40" y="7"/>
                                  </a:cubicBezTo>
                                  <a:cubicBezTo>
                                    <a:pt x="39" y="7"/>
                                    <a:pt x="39" y="7"/>
                                    <a:pt x="38" y="7"/>
                                  </a:cubicBezTo>
                                  <a:cubicBezTo>
                                    <a:pt x="38" y="7"/>
                                    <a:pt x="37" y="7"/>
                                    <a:pt x="37" y="6"/>
                                  </a:cubicBezTo>
                                  <a:cubicBezTo>
                                    <a:pt x="36" y="6"/>
                                    <a:pt x="36" y="5"/>
                                    <a:pt x="36" y="5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4" y="3"/>
                                    <a:pt x="35" y="3"/>
                                    <a:pt x="34" y="3"/>
                                  </a:cubicBezTo>
                                  <a:cubicBezTo>
                                    <a:pt x="33" y="3"/>
                                    <a:pt x="33" y="3"/>
                                    <a:pt x="33" y="3"/>
                                  </a:cubicBezTo>
                                  <a:cubicBezTo>
                                    <a:pt x="33" y="3"/>
                                    <a:pt x="33" y="2"/>
                                    <a:pt x="32" y="2"/>
                                  </a:cubicBezTo>
                                  <a:cubicBezTo>
                                    <a:pt x="32" y="3"/>
                                    <a:pt x="31" y="2"/>
                                    <a:pt x="31" y="2"/>
                                  </a:cubicBezTo>
                                  <a:cubicBezTo>
                                    <a:pt x="31" y="1"/>
                                    <a:pt x="31" y="1"/>
                                    <a:pt x="30" y="1"/>
                                  </a:cubicBezTo>
                                  <a:cubicBezTo>
                                    <a:pt x="30" y="1"/>
                                    <a:pt x="30" y="1"/>
                                    <a:pt x="30" y="1"/>
                                  </a:cubicBezTo>
                                  <a:cubicBezTo>
                                    <a:pt x="30" y="1"/>
                                    <a:pt x="30" y="0"/>
                                    <a:pt x="30" y="0"/>
                                  </a:cubicBezTo>
                                  <a:cubicBezTo>
                                    <a:pt x="29" y="1"/>
                                    <a:pt x="30" y="1"/>
                                    <a:pt x="29" y="1"/>
                                  </a:cubicBezTo>
                                  <a:cubicBezTo>
                                    <a:pt x="29" y="2"/>
                                    <a:pt x="29" y="1"/>
                                    <a:pt x="29" y="0"/>
                                  </a:cubicBezTo>
                                  <a:cubicBezTo>
                                    <a:pt x="28" y="0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6" y="1"/>
                                    <a:pt x="26" y="2"/>
                                  </a:cubicBezTo>
                                  <a:cubicBezTo>
                                    <a:pt x="26" y="2"/>
                                    <a:pt x="25" y="2"/>
                                    <a:pt x="25" y="2"/>
                                  </a:cubicBezTo>
                                  <a:cubicBezTo>
                                    <a:pt x="24" y="2"/>
                                    <a:pt x="24" y="3"/>
                                    <a:pt x="23" y="3"/>
                                  </a:cubicBezTo>
                                  <a:cubicBezTo>
                                    <a:pt x="23" y="3"/>
                                    <a:pt x="23" y="4"/>
                                    <a:pt x="23" y="5"/>
                                  </a:cubicBezTo>
                                  <a:cubicBezTo>
                                    <a:pt x="23" y="6"/>
                                    <a:pt x="23" y="7"/>
                                    <a:pt x="23" y="7"/>
                                  </a:cubicBezTo>
                                  <a:cubicBezTo>
                                    <a:pt x="24" y="9"/>
                                    <a:pt x="24" y="11"/>
                                    <a:pt x="22" y="12"/>
                                  </a:cubicBezTo>
                                  <a:cubicBezTo>
                                    <a:pt x="22" y="13"/>
                                    <a:pt x="21" y="13"/>
                                    <a:pt x="20" y="14"/>
                                  </a:cubicBezTo>
                                  <a:cubicBezTo>
                                    <a:pt x="19" y="14"/>
                                    <a:pt x="19" y="14"/>
                                    <a:pt x="18" y="14"/>
                                  </a:cubicBezTo>
                                  <a:cubicBezTo>
                                    <a:pt x="18" y="13"/>
                                    <a:pt x="17" y="13"/>
                                    <a:pt x="16" y="13"/>
                                  </a:cubicBezTo>
                                  <a:cubicBezTo>
                                    <a:pt x="16" y="12"/>
                                    <a:pt x="16" y="11"/>
                                    <a:pt x="16" y="11"/>
                                  </a:cubicBezTo>
                                  <a:cubicBezTo>
                                    <a:pt x="16" y="10"/>
                                    <a:pt x="15" y="9"/>
                                    <a:pt x="14" y="9"/>
                                  </a:cubicBezTo>
                                  <a:cubicBezTo>
                                    <a:pt x="14" y="8"/>
                                    <a:pt x="13" y="7"/>
                                    <a:pt x="12" y="7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5"/>
                                    <a:pt x="12" y="5"/>
                                    <a:pt x="11" y="5"/>
                                  </a:cubicBezTo>
                                  <a:cubicBezTo>
                                    <a:pt x="11" y="4"/>
                                    <a:pt x="10" y="5"/>
                                    <a:pt x="10" y="5"/>
                                  </a:cubicBezTo>
                                  <a:cubicBezTo>
                                    <a:pt x="9" y="6"/>
                                    <a:pt x="9" y="6"/>
                                    <a:pt x="8" y="6"/>
                                  </a:cubicBezTo>
                                  <a:cubicBezTo>
                                    <a:pt x="7" y="6"/>
                                    <a:pt x="6" y="6"/>
                                    <a:pt x="5" y="7"/>
                                  </a:cubicBezTo>
                                  <a:cubicBezTo>
                                    <a:pt x="5" y="8"/>
                                    <a:pt x="4" y="8"/>
                                    <a:pt x="4" y="9"/>
                                  </a:cubicBezTo>
                                  <a:cubicBezTo>
                                    <a:pt x="4" y="10"/>
                                    <a:pt x="3" y="10"/>
                                    <a:pt x="3" y="11"/>
                                  </a:cubicBezTo>
                                  <a:cubicBezTo>
                                    <a:pt x="3" y="12"/>
                                    <a:pt x="4" y="13"/>
                                    <a:pt x="3" y="14"/>
                                  </a:cubicBezTo>
                                  <a:cubicBezTo>
                                    <a:pt x="3" y="15"/>
                                    <a:pt x="2" y="15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1" y="18"/>
                                    <a:pt x="1" y="19"/>
                                  </a:cubicBezTo>
                                  <a:cubicBezTo>
                                    <a:pt x="1" y="20"/>
                                    <a:pt x="1" y="20"/>
                                    <a:pt x="1" y="20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0" y="22"/>
                                    <a:pt x="1" y="23"/>
                                  </a:cubicBezTo>
                                  <a:cubicBezTo>
                                    <a:pt x="1" y="24"/>
                                    <a:pt x="1" y="24"/>
                                    <a:pt x="1" y="25"/>
                                  </a:cubicBezTo>
                                  <a:cubicBezTo>
                                    <a:pt x="2" y="25"/>
                                    <a:pt x="2" y="24"/>
                                    <a:pt x="3" y="23"/>
                                  </a:cubicBezTo>
                                  <a:cubicBezTo>
                                    <a:pt x="4" y="23"/>
                                    <a:pt x="5" y="22"/>
                                    <a:pt x="6" y="22"/>
                                  </a:cubicBezTo>
                                  <a:cubicBezTo>
                                    <a:pt x="7" y="22"/>
                                    <a:pt x="8" y="21"/>
                                    <a:pt x="9" y="21"/>
                                  </a:cubicBezTo>
                                  <a:cubicBezTo>
                                    <a:pt x="9" y="21"/>
                                    <a:pt x="10" y="21"/>
                                    <a:pt x="11" y="21"/>
                                  </a:cubicBezTo>
                                  <a:cubicBezTo>
                                    <a:pt x="11" y="21"/>
                                    <a:pt x="11" y="22"/>
                                    <a:pt x="12" y="22"/>
                                  </a:cubicBezTo>
                                  <a:cubicBezTo>
                                    <a:pt x="13" y="22"/>
                                    <a:pt x="13" y="21"/>
                                    <a:pt x="14" y="21"/>
                                  </a:cubicBezTo>
                                  <a:cubicBezTo>
                                    <a:pt x="15" y="22"/>
                                    <a:pt x="15" y="23"/>
                                    <a:pt x="15" y="22"/>
                                  </a:cubicBezTo>
                                  <a:cubicBezTo>
                                    <a:pt x="16" y="22"/>
                                    <a:pt x="16" y="21"/>
                                    <a:pt x="17" y="22"/>
                                  </a:cubicBezTo>
                                  <a:cubicBezTo>
                                    <a:pt x="17" y="22"/>
                                    <a:pt x="18" y="22"/>
                                    <a:pt x="18" y="22"/>
                                  </a:cubicBezTo>
                                  <a:cubicBezTo>
                                    <a:pt x="18" y="22"/>
                                    <a:pt x="19" y="21"/>
                                    <a:pt x="19" y="22"/>
                                  </a:cubicBezTo>
                                  <a:cubicBezTo>
                                    <a:pt x="19" y="22"/>
                                    <a:pt x="20" y="22"/>
                                    <a:pt x="20" y="22"/>
                                  </a:cubicBezTo>
                                  <a:cubicBezTo>
                                    <a:pt x="21" y="22"/>
                                    <a:pt x="21" y="22"/>
                                    <a:pt x="22" y="23"/>
                                  </a:cubicBezTo>
                                  <a:cubicBezTo>
                                    <a:pt x="22" y="23"/>
                                    <a:pt x="22" y="23"/>
                                    <a:pt x="23" y="23"/>
                                  </a:cubicBezTo>
                                  <a:cubicBezTo>
                                    <a:pt x="23" y="23"/>
                                    <a:pt x="24" y="23"/>
                                    <a:pt x="24" y="23"/>
                                  </a:cubicBezTo>
                                  <a:cubicBezTo>
                                    <a:pt x="25" y="22"/>
                                    <a:pt x="26" y="21"/>
                                    <a:pt x="26" y="21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7" y="22"/>
                                    <a:pt x="28" y="22"/>
                                    <a:pt x="28" y="23"/>
                                  </a:cubicBezTo>
                                  <a:cubicBezTo>
                                    <a:pt x="29" y="24"/>
                                    <a:pt x="30" y="24"/>
                                    <a:pt x="31" y="24"/>
                                  </a:cubicBezTo>
                                  <a:cubicBezTo>
                                    <a:pt x="32" y="24"/>
                                    <a:pt x="33" y="25"/>
                                    <a:pt x="33" y="26"/>
                                  </a:cubicBezTo>
                                  <a:cubicBezTo>
                                    <a:pt x="34" y="26"/>
                                    <a:pt x="34" y="26"/>
                                    <a:pt x="35" y="27"/>
                                  </a:cubicBezTo>
                                  <a:cubicBezTo>
                                    <a:pt x="35" y="27"/>
                                    <a:pt x="35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7" y="29"/>
                                  </a:cubicBezTo>
                                  <a:cubicBezTo>
                                    <a:pt x="37" y="30"/>
                                    <a:pt x="38" y="29"/>
                                    <a:pt x="38" y="30"/>
                                  </a:cubicBezTo>
                                  <a:cubicBezTo>
                                    <a:pt x="39" y="30"/>
                                    <a:pt x="40" y="29"/>
                                    <a:pt x="41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2" name="Freeform 805">
                              <a:extLst>
                                <a:ext uri="{FF2B5EF4-FFF2-40B4-BE49-F238E27FC236}">
                                  <a16:creationId xmlns:a16="http://schemas.microsoft.com/office/drawing/2014/main" id="{A07A8A48-48FF-129C-684A-4E08C90F72E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67363" y="3379788"/>
                              <a:ext cx="333375" cy="395288"/>
                            </a:xfrm>
                            <a:custGeom>
                              <a:avLst/>
                              <a:gdLst>
                                <a:gd name="T0" fmla="*/ 58 w 80"/>
                                <a:gd name="T1" fmla="*/ 90 h 95"/>
                                <a:gd name="T2" fmla="*/ 54 w 80"/>
                                <a:gd name="T3" fmla="*/ 94 h 95"/>
                                <a:gd name="T4" fmla="*/ 39 w 80"/>
                                <a:gd name="T5" fmla="*/ 84 h 95"/>
                                <a:gd name="T6" fmla="*/ 45 w 80"/>
                                <a:gd name="T7" fmla="*/ 81 h 95"/>
                                <a:gd name="T8" fmla="*/ 51 w 80"/>
                                <a:gd name="T9" fmla="*/ 83 h 95"/>
                                <a:gd name="T10" fmla="*/ 58 w 80"/>
                                <a:gd name="T11" fmla="*/ 81 h 95"/>
                                <a:gd name="T12" fmla="*/ 59 w 80"/>
                                <a:gd name="T13" fmla="*/ 83 h 95"/>
                                <a:gd name="T14" fmla="*/ 45 w 80"/>
                                <a:gd name="T15" fmla="*/ 8 h 95"/>
                                <a:gd name="T16" fmla="*/ 39 w 80"/>
                                <a:gd name="T17" fmla="*/ 3 h 95"/>
                                <a:gd name="T18" fmla="*/ 35 w 80"/>
                                <a:gd name="T19" fmla="*/ 1 h 95"/>
                                <a:gd name="T20" fmla="*/ 26 w 80"/>
                                <a:gd name="T21" fmla="*/ 2 h 95"/>
                                <a:gd name="T22" fmla="*/ 23 w 80"/>
                                <a:gd name="T23" fmla="*/ 5 h 95"/>
                                <a:gd name="T24" fmla="*/ 23 w 80"/>
                                <a:gd name="T25" fmla="*/ 8 h 95"/>
                                <a:gd name="T26" fmla="*/ 17 w 80"/>
                                <a:gd name="T27" fmla="*/ 9 h 95"/>
                                <a:gd name="T28" fmla="*/ 15 w 80"/>
                                <a:gd name="T29" fmla="*/ 10 h 95"/>
                                <a:gd name="T30" fmla="*/ 11 w 80"/>
                                <a:gd name="T31" fmla="*/ 6 h 95"/>
                                <a:gd name="T32" fmla="*/ 8 w 80"/>
                                <a:gd name="T33" fmla="*/ 11 h 95"/>
                                <a:gd name="T34" fmla="*/ 2 w 80"/>
                                <a:gd name="T35" fmla="*/ 14 h 95"/>
                                <a:gd name="T36" fmla="*/ 2 w 80"/>
                                <a:gd name="T37" fmla="*/ 18 h 95"/>
                                <a:gd name="T38" fmla="*/ 1 w 80"/>
                                <a:gd name="T39" fmla="*/ 20 h 95"/>
                                <a:gd name="T40" fmla="*/ 3 w 80"/>
                                <a:gd name="T41" fmla="*/ 23 h 95"/>
                                <a:gd name="T42" fmla="*/ 2 w 80"/>
                                <a:gd name="T43" fmla="*/ 25 h 95"/>
                                <a:gd name="T44" fmla="*/ 6 w 80"/>
                                <a:gd name="T45" fmla="*/ 28 h 95"/>
                                <a:gd name="T46" fmla="*/ 6 w 80"/>
                                <a:gd name="T47" fmla="*/ 30 h 95"/>
                                <a:gd name="T48" fmla="*/ 13 w 80"/>
                                <a:gd name="T49" fmla="*/ 27 h 95"/>
                                <a:gd name="T50" fmla="*/ 21 w 80"/>
                                <a:gd name="T51" fmla="*/ 29 h 95"/>
                                <a:gd name="T52" fmla="*/ 26 w 80"/>
                                <a:gd name="T53" fmla="*/ 39 h 95"/>
                                <a:gd name="T54" fmla="*/ 30 w 80"/>
                                <a:gd name="T55" fmla="*/ 44 h 95"/>
                                <a:gd name="T56" fmla="*/ 38 w 80"/>
                                <a:gd name="T57" fmla="*/ 51 h 95"/>
                                <a:gd name="T58" fmla="*/ 44 w 80"/>
                                <a:gd name="T59" fmla="*/ 55 h 95"/>
                                <a:gd name="T60" fmla="*/ 52 w 80"/>
                                <a:gd name="T61" fmla="*/ 59 h 95"/>
                                <a:gd name="T62" fmla="*/ 60 w 80"/>
                                <a:gd name="T63" fmla="*/ 65 h 95"/>
                                <a:gd name="T64" fmla="*/ 63 w 80"/>
                                <a:gd name="T65" fmla="*/ 77 h 95"/>
                                <a:gd name="T66" fmla="*/ 61 w 80"/>
                                <a:gd name="T67" fmla="*/ 83 h 95"/>
                                <a:gd name="T68" fmla="*/ 67 w 80"/>
                                <a:gd name="T69" fmla="*/ 78 h 95"/>
                                <a:gd name="T70" fmla="*/ 70 w 80"/>
                                <a:gd name="T71" fmla="*/ 71 h 95"/>
                                <a:gd name="T72" fmla="*/ 68 w 80"/>
                                <a:gd name="T73" fmla="*/ 65 h 95"/>
                                <a:gd name="T74" fmla="*/ 71 w 80"/>
                                <a:gd name="T75" fmla="*/ 62 h 95"/>
                                <a:gd name="T76" fmla="*/ 77 w 80"/>
                                <a:gd name="T77" fmla="*/ 67 h 95"/>
                                <a:gd name="T78" fmla="*/ 75 w 80"/>
                                <a:gd name="T79" fmla="*/ 60 h 95"/>
                                <a:gd name="T80" fmla="*/ 63 w 80"/>
                                <a:gd name="T81" fmla="*/ 53 h 95"/>
                                <a:gd name="T82" fmla="*/ 59 w 80"/>
                                <a:gd name="T83" fmla="*/ 49 h 95"/>
                                <a:gd name="T84" fmla="*/ 49 w 80"/>
                                <a:gd name="T85" fmla="*/ 39 h 95"/>
                                <a:gd name="T86" fmla="*/ 40 w 80"/>
                                <a:gd name="T87" fmla="*/ 29 h 95"/>
                                <a:gd name="T88" fmla="*/ 39 w 80"/>
                                <a:gd name="T89" fmla="*/ 22 h 95"/>
                                <a:gd name="T90" fmla="*/ 37 w 80"/>
                                <a:gd name="T91" fmla="*/ 17 h 95"/>
                                <a:gd name="T92" fmla="*/ 43 w 80"/>
                                <a:gd name="T93" fmla="*/ 14 h 95"/>
                                <a:gd name="T94" fmla="*/ 21 w 80"/>
                                <a:gd name="T95" fmla="*/ 60 h 95"/>
                                <a:gd name="T96" fmla="*/ 19 w 80"/>
                                <a:gd name="T97" fmla="*/ 55 h 95"/>
                                <a:gd name="T98" fmla="*/ 14 w 80"/>
                                <a:gd name="T99" fmla="*/ 57 h 95"/>
                                <a:gd name="T100" fmla="*/ 10 w 80"/>
                                <a:gd name="T101" fmla="*/ 61 h 95"/>
                                <a:gd name="T102" fmla="*/ 12 w 80"/>
                                <a:gd name="T103" fmla="*/ 67 h 95"/>
                                <a:gd name="T104" fmla="*/ 12 w 80"/>
                                <a:gd name="T105" fmla="*/ 69 h 95"/>
                                <a:gd name="T106" fmla="*/ 14 w 80"/>
                                <a:gd name="T107" fmla="*/ 75 h 95"/>
                                <a:gd name="T108" fmla="*/ 20 w 80"/>
                                <a:gd name="T109" fmla="*/ 73 h 95"/>
                                <a:gd name="T110" fmla="*/ 21 w 80"/>
                                <a:gd name="T111" fmla="*/ 60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</a:cxnLst>
                              <a:rect l="0" t="0" r="r" b="b"/>
                              <a:pathLst>
                                <a:path w="80" h="95">
                                  <a:moveTo>
                                    <a:pt x="59" y="83"/>
                                  </a:moveTo>
                                  <a:cubicBezTo>
                                    <a:pt x="59" y="84"/>
                                    <a:pt x="58" y="84"/>
                                    <a:pt x="58" y="85"/>
                                  </a:cubicBezTo>
                                  <a:cubicBezTo>
                                    <a:pt x="57" y="87"/>
                                    <a:pt x="57" y="88"/>
                                    <a:pt x="57" y="89"/>
                                  </a:cubicBezTo>
                                  <a:cubicBezTo>
                                    <a:pt x="57" y="89"/>
                                    <a:pt x="58" y="89"/>
                                    <a:pt x="58" y="89"/>
                                  </a:cubicBezTo>
                                  <a:cubicBezTo>
                                    <a:pt x="58" y="90"/>
                                    <a:pt x="58" y="90"/>
                                    <a:pt x="58" y="90"/>
                                  </a:cubicBezTo>
                                  <a:cubicBezTo>
                                    <a:pt x="58" y="90"/>
                                    <a:pt x="58" y="91"/>
                                    <a:pt x="59" y="91"/>
                                  </a:cubicBezTo>
                                  <a:cubicBezTo>
                                    <a:pt x="58" y="92"/>
                                    <a:pt x="58" y="92"/>
                                    <a:pt x="57" y="93"/>
                                  </a:cubicBezTo>
                                  <a:cubicBezTo>
                                    <a:pt x="57" y="93"/>
                                    <a:pt x="57" y="94"/>
                                    <a:pt x="57" y="94"/>
                                  </a:cubicBezTo>
                                  <a:cubicBezTo>
                                    <a:pt x="57" y="95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4" y="94"/>
                                    <a:pt x="54" y="94"/>
                                  </a:cubicBezTo>
                                  <a:cubicBezTo>
                                    <a:pt x="53" y="93"/>
                                    <a:pt x="53" y="92"/>
                                    <a:pt x="52" y="92"/>
                                  </a:cubicBezTo>
                                  <a:cubicBezTo>
                                    <a:pt x="51" y="91"/>
                                    <a:pt x="49" y="91"/>
                                    <a:pt x="48" y="90"/>
                                  </a:cubicBezTo>
                                  <a:cubicBezTo>
                                    <a:pt x="47" y="89"/>
                                    <a:pt x="45" y="89"/>
                                    <a:pt x="44" y="88"/>
                                  </a:cubicBezTo>
                                  <a:cubicBezTo>
                                    <a:pt x="43" y="87"/>
                                    <a:pt x="42" y="87"/>
                                    <a:pt x="41" y="87"/>
                                  </a:cubicBezTo>
                                  <a:cubicBezTo>
                                    <a:pt x="40" y="86"/>
                                    <a:pt x="39" y="86"/>
                                    <a:pt x="39" y="84"/>
                                  </a:cubicBezTo>
                                  <a:cubicBezTo>
                                    <a:pt x="39" y="84"/>
                                    <a:pt x="39" y="83"/>
                                    <a:pt x="40" y="83"/>
                                  </a:cubicBezTo>
                                  <a:cubicBezTo>
                                    <a:pt x="40" y="83"/>
                                    <a:pt x="40" y="83"/>
                                    <a:pt x="41" y="82"/>
                                  </a:cubicBezTo>
                                  <a:cubicBezTo>
                                    <a:pt x="41" y="82"/>
                                    <a:pt x="41" y="82"/>
                                    <a:pt x="41" y="82"/>
                                  </a:cubicBezTo>
                                  <a:cubicBezTo>
                                    <a:pt x="42" y="82"/>
                                    <a:pt x="42" y="83"/>
                                    <a:pt x="43" y="83"/>
                                  </a:cubicBezTo>
                                  <a:cubicBezTo>
                                    <a:pt x="43" y="82"/>
                                    <a:pt x="44" y="81"/>
                                    <a:pt x="45" y="81"/>
                                  </a:cubicBezTo>
                                  <a:cubicBezTo>
                                    <a:pt x="45" y="81"/>
                                    <a:pt x="45" y="82"/>
                                    <a:pt x="45" y="82"/>
                                  </a:cubicBezTo>
                                  <a:cubicBezTo>
                                    <a:pt x="46" y="82"/>
                                    <a:pt x="46" y="82"/>
                                    <a:pt x="47" y="82"/>
                                  </a:cubicBezTo>
                                  <a:cubicBezTo>
                                    <a:pt x="47" y="83"/>
                                    <a:pt x="47" y="83"/>
                                    <a:pt x="48" y="83"/>
                                  </a:cubicBezTo>
                                  <a:cubicBezTo>
                                    <a:pt x="48" y="83"/>
                                    <a:pt x="49" y="83"/>
                                    <a:pt x="49" y="83"/>
                                  </a:cubicBezTo>
                                  <a:cubicBezTo>
                                    <a:pt x="50" y="83"/>
                                    <a:pt x="50" y="83"/>
                                    <a:pt x="51" y="83"/>
                                  </a:cubicBezTo>
                                  <a:cubicBezTo>
                                    <a:pt x="51" y="83"/>
                                    <a:pt x="52" y="83"/>
                                    <a:pt x="52" y="83"/>
                                  </a:cubicBezTo>
                                  <a:cubicBezTo>
                                    <a:pt x="53" y="83"/>
                                    <a:pt x="53" y="83"/>
                                    <a:pt x="54" y="82"/>
                                  </a:cubicBezTo>
                                  <a:cubicBezTo>
                                    <a:pt x="54" y="82"/>
                                    <a:pt x="55" y="82"/>
                                    <a:pt x="55" y="82"/>
                                  </a:cubicBezTo>
                                  <a:cubicBezTo>
                                    <a:pt x="56" y="82"/>
                                    <a:pt x="56" y="82"/>
                                    <a:pt x="57" y="82"/>
                                  </a:cubicBezTo>
                                  <a:cubicBezTo>
                                    <a:pt x="57" y="82"/>
                                    <a:pt x="57" y="82"/>
                                    <a:pt x="58" y="81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9" y="81"/>
                                    <a:pt x="59" y="81"/>
                                    <a:pt x="59" y="81"/>
                                  </a:cubicBezTo>
                                  <a:cubicBezTo>
                                    <a:pt x="59" y="81"/>
                                    <a:pt x="60" y="81"/>
                                    <a:pt x="60" y="81"/>
                                  </a:cubicBezTo>
                                  <a:cubicBezTo>
                                    <a:pt x="60" y="82"/>
                                    <a:pt x="60" y="83"/>
                                    <a:pt x="59" y="83"/>
                                  </a:cubicBezTo>
                                  <a:cubicBezTo>
                                    <a:pt x="59" y="83"/>
                                    <a:pt x="60" y="83"/>
                                    <a:pt x="59" y="83"/>
                                  </a:cubicBezTo>
                                  <a:close/>
                                  <a:moveTo>
                                    <a:pt x="47" y="11"/>
                                  </a:moveTo>
                                  <a:cubicBezTo>
                                    <a:pt x="47" y="11"/>
                                    <a:pt x="46" y="11"/>
                                    <a:pt x="46" y="10"/>
                                  </a:cubicBezTo>
                                  <a:cubicBezTo>
                                    <a:pt x="46" y="10"/>
                                    <a:pt x="47" y="10"/>
                                    <a:pt x="47" y="9"/>
                                  </a:cubicBezTo>
                                  <a:cubicBezTo>
                                    <a:pt x="48" y="8"/>
                                    <a:pt x="46" y="9"/>
                                    <a:pt x="45" y="8"/>
                                  </a:cubicBezTo>
                                  <a:cubicBezTo>
                                    <a:pt x="45" y="7"/>
                                    <a:pt x="50" y="6"/>
                                    <a:pt x="47" y="5"/>
                                  </a:cubicBezTo>
                                  <a:cubicBezTo>
                                    <a:pt x="46" y="5"/>
                                    <a:pt x="45" y="5"/>
                                    <a:pt x="43" y="5"/>
                                  </a:cubicBezTo>
                                  <a:cubicBezTo>
                                    <a:pt x="43" y="5"/>
                                    <a:pt x="43" y="5"/>
                                    <a:pt x="42" y="4"/>
                                  </a:cubicBezTo>
                                  <a:cubicBezTo>
                                    <a:pt x="41" y="4"/>
                                    <a:pt x="41" y="4"/>
                                    <a:pt x="40" y="4"/>
                                  </a:cubicBezTo>
                                  <a:cubicBezTo>
                                    <a:pt x="40" y="4"/>
                                    <a:pt x="39" y="4"/>
                                    <a:pt x="39" y="3"/>
                                  </a:cubicBezTo>
                                  <a:cubicBezTo>
                                    <a:pt x="39" y="3"/>
                                    <a:pt x="38" y="3"/>
                                    <a:pt x="38" y="3"/>
                                  </a:cubicBezTo>
                                  <a:cubicBezTo>
                                    <a:pt x="38" y="3"/>
                                    <a:pt x="38" y="2"/>
                                    <a:pt x="38" y="2"/>
                                  </a:cubicBezTo>
                                  <a:cubicBezTo>
                                    <a:pt x="38" y="2"/>
                                    <a:pt x="37" y="2"/>
                                    <a:pt x="37" y="1"/>
                                  </a:cubicBezTo>
                                  <a:cubicBezTo>
                                    <a:pt x="37" y="1"/>
                                    <a:pt x="37" y="0"/>
                                    <a:pt x="37" y="0"/>
                                  </a:cubicBezTo>
                                  <a:cubicBezTo>
                                    <a:pt x="36" y="0"/>
                                    <a:pt x="36" y="1"/>
                                    <a:pt x="35" y="1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1"/>
                                    <a:pt x="31" y="1"/>
                                    <a:pt x="31" y="1"/>
                                  </a:cubicBezTo>
                                  <a:cubicBezTo>
                                    <a:pt x="30" y="1"/>
                                    <a:pt x="30" y="2"/>
                                    <a:pt x="30" y="3"/>
                                  </a:cubicBezTo>
                                  <a:cubicBezTo>
                                    <a:pt x="29" y="3"/>
                                    <a:pt x="28" y="3"/>
                                    <a:pt x="28" y="2"/>
                                  </a:cubicBezTo>
                                  <a:cubicBezTo>
                                    <a:pt x="27" y="2"/>
                                    <a:pt x="27" y="2"/>
                                    <a:pt x="26" y="2"/>
                                  </a:cubicBezTo>
                                  <a:cubicBezTo>
                                    <a:pt x="26" y="3"/>
                                    <a:pt x="25" y="3"/>
                                    <a:pt x="25" y="4"/>
                                  </a:cubicBezTo>
                                  <a:cubicBezTo>
                                    <a:pt x="25" y="4"/>
                                    <a:pt x="26" y="5"/>
                                    <a:pt x="25" y="5"/>
                                  </a:cubicBezTo>
                                  <a:cubicBezTo>
                                    <a:pt x="25" y="6"/>
                                    <a:pt x="25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7"/>
                                    <a:pt x="23" y="7"/>
                                    <a:pt x="23" y="7"/>
                                  </a:cubicBezTo>
                                  <a:cubicBezTo>
                                    <a:pt x="23" y="8"/>
                                    <a:pt x="24" y="8"/>
                                    <a:pt x="24" y="8"/>
                                  </a:cubicBezTo>
                                  <a:cubicBezTo>
                                    <a:pt x="24" y="9"/>
                                    <a:pt x="23" y="8"/>
                                    <a:pt x="23" y="8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0" y="7"/>
                                    <a:pt x="20" y="8"/>
                                    <a:pt x="19" y="7"/>
                                  </a:cubicBezTo>
                                  <a:cubicBezTo>
                                    <a:pt x="19" y="6"/>
                                    <a:pt x="18" y="5"/>
                                    <a:pt x="18" y="6"/>
                                  </a:cubicBezTo>
                                  <a:cubicBezTo>
                                    <a:pt x="17" y="6"/>
                                    <a:pt x="18" y="7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9"/>
                                  </a:cubicBezTo>
                                  <a:cubicBezTo>
                                    <a:pt x="16" y="9"/>
                                    <a:pt x="16" y="9"/>
                                    <a:pt x="16" y="10"/>
                                  </a:cubicBezTo>
                                  <a:cubicBezTo>
                                    <a:pt x="16" y="10"/>
                                    <a:pt x="15" y="10"/>
                                    <a:pt x="16" y="11"/>
                                  </a:cubicBezTo>
                                  <a:cubicBezTo>
                                    <a:pt x="16" y="11"/>
                                    <a:pt x="17" y="12"/>
                                    <a:pt x="16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0"/>
                                  </a:cubicBezTo>
                                  <a:cubicBezTo>
                                    <a:pt x="14" y="10"/>
                                    <a:pt x="15" y="10"/>
                                    <a:pt x="14" y="10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7"/>
                                    <a:pt x="12" y="6"/>
                                    <a:pt x="11" y="6"/>
                                  </a:cubicBezTo>
                                  <a:cubicBezTo>
                                    <a:pt x="11" y="7"/>
                                    <a:pt x="11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9" y="10"/>
                                  </a:cubicBezTo>
                                  <a:cubicBezTo>
                                    <a:pt x="9" y="10"/>
                                    <a:pt x="9" y="11"/>
                                    <a:pt x="8" y="11"/>
                                  </a:cubicBezTo>
                                  <a:cubicBezTo>
                                    <a:pt x="8" y="12"/>
                                    <a:pt x="6" y="11"/>
                                    <a:pt x="6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2"/>
                                    <a:pt x="3" y="11"/>
                                    <a:pt x="2" y="11"/>
                                  </a:cubicBezTo>
                                  <a:cubicBezTo>
                                    <a:pt x="2" y="12"/>
                                    <a:pt x="1" y="12"/>
                                    <a:pt x="1" y="12"/>
                                  </a:cubicBezTo>
                                  <a:cubicBezTo>
                                    <a:pt x="1" y="13"/>
                                    <a:pt x="1" y="13"/>
                                    <a:pt x="2" y="14"/>
                                  </a:cubicBezTo>
                                  <a:cubicBezTo>
                                    <a:pt x="2" y="14"/>
                                    <a:pt x="2" y="15"/>
                                    <a:pt x="3" y="15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3" y="16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3" y="18"/>
                                    <a:pt x="3" y="18"/>
                                  </a:cubicBezTo>
                                  <a:cubicBezTo>
                                    <a:pt x="3" y="18"/>
                                    <a:pt x="3" y="18"/>
                                    <a:pt x="2" y="18"/>
                                  </a:cubicBezTo>
                                  <a:cubicBezTo>
                                    <a:pt x="2" y="18"/>
                                    <a:pt x="2" y="19"/>
                                    <a:pt x="2" y="19"/>
                                  </a:cubicBezTo>
                                  <a:cubicBezTo>
                                    <a:pt x="1" y="19"/>
                                    <a:pt x="2" y="19"/>
                                    <a:pt x="1" y="19"/>
                                  </a:cubicBezTo>
                                  <a:cubicBezTo>
                                    <a:pt x="1" y="19"/>
                                    <a:pt x="0" y="19"/>
                                    <a:pt x="0" y="19"/>
                                  </a:cubicBezTo>
                                  <a:cubicBezTo>
                                    <a:pt x="0" y="19"/>
                                    <a:pt x="0" y="20"/>
                                    <a:pt x="0" y="20"/>
                                  </a:cubicBezTo>
                                  <a:cubicBezTo>
                                    <a:pt x="0" y="20"/>
                                    <a:pt x="0" y="20"/>
                                    <a:pt x="1" y="20"/>
                                  </a:cubicBezTo>
                                  <a:cubicBezTo>
                                    <a:pt x="1" y="20"/>
                                    <a:pt x="1" y="20"/>
                                    <a:pt x="1" y="21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2" y="22"/>
                                    <a:pt x="2" y="21"/>
                                    <a:pt x="2" y="22"/>
                                  </a:cubicBezTo>
                                  <a:cubicBezTo>
                                    <a:pt x="3" y="22"/>
                                    <a:pt x="2" y="22"/>
                                    <a:pt x="3" y="22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3" y="23"/>
                                    <a:pt x="3" y="23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1" y="25"/>
                                    <a:pt x="2" y="25"/>
                                    <a:pt x="2" y="25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2" y="26"/>
                                    <a:pt x="2" y="27"/>
                                    <a:pt x="2" y="27"/>
                                  </a:cubicBezTo>
                                  <a:cubicBezTo>
                                    <a:pt x="2" y="27"/>
                                    <a:pt x="3" y="27"/>
                                    <a:pt x="3" y="27"/>
                                  </a:cubicBezTo>
                                  <a:cubicBezTo>
                                    <a:pt x="4" y="27"/>
                                    <a:pt x="4" y="28"/>
                                    <a:pt x="5" y="28"/>
                                  </a:cubicBezTo>
                                  <a:cubicBezTo>
                                    <a:pt x="5" y="29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9"/>
                                  </a:cubicBezTo>
                                  <a:cubicBezTo>
                                    <a:pt x="7" y="29"/>
                                    <a:pt x="7" y="29"/>
                                    <a:pt x="7" y="30"/>
                                  </a:cubicBezTo>
                                  <a:cubicBezTo>
                                    <a:pt x="7" y="30"/>
                                    <a:pt x="6" y="30"/>
                                    <a:pt x="6" y="30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7" y="31"/>
                                    <a:pt x="8" y="31"/>
                                    <a:pt x="9" y="31"/>
                                  </a:cubicBezTo>
                                  <a:cubicBezTo>
                                    <a:pt x="10" y="30"/>
                                    <a:pt x="10" y="29"/>
                                    <a:pt x="10" y="28"/>
                                  </a:cubicBezTo>
                                  <a:cubicBezTo>
                                    <a:pt x="11" y="28"/>
                                    <a:pt x="11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3" y="27"/>
                                  </a:cubicBezTo>
                                  <a:cubicBezTo>
                                    <a:pt x="13" y="26"/>
                                    <a:pt x="13" y="26"/>
                                    <a:pt x="14" y="26"/>
                                  </a:cubicBezTo>
                                  <a:cubicBezTo>
                                    <a:pt x="15" y="25"/>
                                    <a:pt x="15" y="26"/>
                                    <a:pt x="16" y="26"/>
                                  </a:cubicBezTo>
                                  <a:cubicBezTo>
                                    <a:pt x="16" y="26"/>
                                    <a:pt x="17" y="26"/>
                                    <a:pt x="17" y="27"/>
                                  </a:cubicBezTo>
                                  <a:cubicBezTo>
                                    <a:pt x="18" y="27"/>
                                    <a:pt x="18" y="26"/>
                                    <a:pt x="18" y="27"/>
                                  </a:cubicBezTo>
                                  <a:cubicBezTo>
                                    <a:pt x="19" y="27"/>
                                    <a:pt x="20" y="28"/>
                                    <a:pt x="21" y="29"/>
                                  </a:cubicBezTo>
                                  <a:cubicBezTo>
                                    <a:pt x="22" y="29"/>
                                    <a:pt x="23" y="29"/>
                                    <a:pt x="24" y="30"/>
                                  </a:cubicBezTo>
                                  <a:cubicBezTo>
                                    <a:pt x="25" y="31"/>
                                    <a:pt x="24" y="33"/>
                                    <a:pt x="25" y="34"/>
                                  </a:cubicBezTo>
                                  <a:cubicBezTo>
                                    <a:pt x="25" y="35"/>
                                    <a:pt x="26" y="35"/>
                                    <a:pt x="26" y="36"/>
                                  </a:cubicBezTo>
                                  <a:cubicBezTo>
                                    <a:pt x="26" y="36"/>
                                    <a:pt x="26" y="37"/>
                                    <a:pt x="26" y="37"/>
                                  </a:cubicBezTo>
                                  <a:cubicBezTo>
                                    <a:pt x="26" y="38"/>
                                    <a:pt x="26" y="38"/>
                                    <a:pt x="26" y="39"/>
                                  </a:cubicBezTo>
                                  <a:cubicBezTo>
                                    <a:pt x="26" y="39"/>
                                    <a:pt x="27" y="39"/>
                                    <a:pt x="27" y="39"/>
                                  </a:cubicBezTo>
                                  <a:cubicBezTo>
                                    <a:pt x="28" y="40"/>
                                    <a:pt x="27" y="40"/>
                                    <a:pt x="28" y="41"/>
                                  </a:cubicBezTo>
                                  <a:cubicBezTo>
                                    <a:pt x="28" y="41"/>
                                    <a:pt x="29" y="41"/>
                                    <a:pt x="29" y="41"/>
                                  </a:cubicBezTo>
                                  <a:cubicBezTo>
                                    <a:pt x="29" y="42"/>
                                    <a:pt x="30" y="42"/>
                                    <a:pt x="30" y="42"/>
                                  </a:cubicBezTo>
                                  <a:cubicBezTo>
                                    <a:pt x="31" y="43"/>
                                    <a:pt x="30" y="43"/>
                                    <a:pt x="30" y="44"/>
                                  </a:cubicBezTo>
                                  <a:cubicBezTo>
                                    <a:pt x="30" y="45"/>
                                    <a:pt x="31" y="44"/>
                                    <a:pt x="31" y="44"/>
                                  </a:cubicBezTo>
                                  <a:cubicBezTo>
                                    <a:pt x="32" y="44"/>
                                    <a:pt x="32" y="44"/>
                                    <a:pt x="33" y="45"/>
                                  </a:cubicBezTo>
                                  <a:cubicBezTo>
                                    <a:pt x="34" y="45"/>
                                    <a:pt x="34" y="46"/>
                                    <a:pt x="35" y="47"/>
                                  </a:cubicBezTo>
                                  <a:cubicBezTo>
                                    <a:pt x="36" y="48"/>
                                    <a:pt x="37" y="48"/>
                                    <a:pt x="37" y="49"/>
                                  </a:cubicBezTo>
                                  <a:cubicBezTo>
                                    <a:pt x="38" y="50"/>
                                    <a:pt x="38" y="50"/>
                                    <a:pt x="38" y="51"/>
                                  </a:cubicBezTo>
                                  <a:cubicBezTo>
                                    <a:pt x="38" y="51"/>
                                    <a:pt x="39" y="51"/>
                                    <a:pt x="40" y="52"/>
                                  </a:cubicBezTo>
                                  <a:cubicBezTo>
                                    <a:pt x="40" y="52"/>
                                    <a:pt x="40" y="53"/>
                                    <a:pt x="41" y="53"/>
                                  </a:cubicBezTo>
                                  <a:cubicBezTo>
                                    <a:pt x="41" y="53"/>
                                    <a:pt x="41" y="53"/>
                                    <a:pt x="42" y="53"/>
                                  </a:cubicBezTo>
                                  <a:cubicBezTo>
                                    <a:pt x="42" y="54"/>
                                    <a:pt x="43" y="54"/>
                                    <a:pt x="43" y="54"/>
                                  </a:cubicBezTo>
                                  <a:cubicBezTo>
                                    <a:pt x="43" y="55"/>
                                    <a:pt x="43" y="55"/>
                                    <a:pt x="44" y="55"/>
                                  </a:cubicBezTo>
                                  <a:cubicBezTo>
                                    <a:pt x="44" y="54"/>
                                    <a:pt x="45" y="54"/>
                                    <a:pt x="45" y="55"/>
                                  </a:cubicBezTo>
                                  <a:cubicBezTo>
                                    <a:pt x="46" y="55"/>
                                    <a:pt x="46" y="55"/>
                                    <a:pt x="46" y="55"/>
                                  </a:cubicBezTo>
                                  <a:cubicBezTo>
                                    <a:pt x="46" y="55"/>
                                    <a:pt x="47" y="55"/>
                                    <a:pt x="47" y="55"/>
                                  </a:cubicBezTo>
                                  <a:cubicBezTo>
                                    <a:pt x="49" y="55"/>
                                    <a:pt x="49" y="57"/>
                                    <a:pt x="49" y="58"/>
                                  </a:cubicBezTo>
                                  <a:cubicBezTo>
                                    <a:pt x="50" y="59"/>
                                    <a:pt x="51" y="58"/>
                                    <a:pt x="52" y="59"/>
                                  </a:cubicBezTo>
                                  <a:cubicBezTo>
                                    <a:pt x="53" y="59"/>
                                    <a:pt x="51" y="60"/>
                                    <a:pt x="52" y="60"/>
                                  </a:cubicBezTo>
                                  <a:cubicBezTo>
                                    <a:pt x="53" y="60"/>
                                    <a:pt x="54" y="60"/>
                                    <a:pt x="55" y="60"/>
                                  </a:cubicBezTo>
                                  <a:cubicBezTo>
                                    <a:pt x="56" y="61"/>
                                    <a:pt x="56" y="62"/>
                                    <a:pt x="56" y="63"/>
                                  </a:cubicBezTo>
                                  <a:cubicBezTo>
                                    <a:pt x="56" y="64"/>
                                    <a:pt x="56" y="64"/>
                                    <a:pt x="57" y="65"/>
                                  </a:cubicBezTo>
                                  <a:cubicBezTo>
                                    <a:pt x="58" y="65"/>
                                    <a:pt x="59" y="66"/>
                                    <a:pt x="60" y="65"/>
                                  </a:cubicBezTo>
                                  <a:cubicBezTo>
                                    <a:pt x="61" y="65"/>
                                    <a:pt x="62" y="68"/>
                                    <a:pt x="62" y="70"/>
                                  </a:cubicBezTo>
                                  <a:cubicBezTo>
                                    <a:pt x="62" y="70"/>
                                    <a:pt x="63" y="71"/>
                                    <a:pt x="63" y="71"/>
                                  </a:cubicBezTo>
                                  <a:cubicBezTo>
                                    <a:pt x="63" y="72"/>
                                    <a:pt x="63" y="73"/>
                                    <a:pt x="63" y="74"/>
                                  </a:cubicBezTo>
                                  <a:cubicBezTo>
                                    <a:pt x="64" y="74"/>
                                    <a:pt x="65" y="76"/>
                                    <a:pt x="64" y="77"/>
                                  </a:cubicBezTo>
                                  <a:cubicBezTo>
                                    <a:pt x="64" y="77"/>
                                    <a:pt x="63" y="77"/>
                                    <a:pt x="63" y="77"/>
                                  </a:cubicBezTo>
                                  <a:cubicBezTo>
                                    <a:pt x="62" y="77"/>
                                    <a:pt x="62" y="77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3" y="79"/>
                                    <a:pt x="62" y="79"/>
                                    <a:pt x="62" y="80"/>
                                  </a:cubicBezTo>
                                  <a:cubicBezTo>
                                    <a:pt x="62" y="81"/>
                                    <a:pt x="61" y="81"/>
                                    <a:pt x="61" y="81"/>
                                  </a:cubicBezTo>
                                  <a:cubicBezTo>
                                    <a:pt x="61" y="82"/>
                                    <a:pt x="61" y="83"/>
                                    <a:pt x="61" y="83"/>
                                  </a:cubicBezTo>
                                  <a:cubicBezTo>
                                    <a:pt x="61" y="84"/>
                                    <a:pt x="62" y="84"/>
                                    <a:pt x="63" y="84"/>
                                  </a:cubicBezTo>
                                  <a:cubicBezTo>
                                    <a:pt x="63" y="84"/>
                                    <a:pt x="63" y="84"/>
                                    <a:pt x="64" y="83"/>
                                  </a:cubicBezTo>
                                  <a:cubicBezTo>
                                    <a:pt x="64" y="83"/>
                                    <a:pt x="64" y="82"/>
                                    <a:pt x="64" y="82"/>
                                  </a:cubicBezTo>
                                  <a:cubicBezTo>
                                    <a:pt x="65" y="81"/>
                                    <a:pt x="65" y="81"/>
                                    <a:pt x="66" y="80"/>
                                  </a:cubicBezTo>
                                  <a:cubicBezTo>
                                    <a:pt x="67" y="80"/>
                                    <a:pt x="67" y="79"/>
                                    <a:pt x="67" y="78"/>
                                  </a:cubicBezTo>
                                  <a:cubicBezTo>
                                    <a:pt x="67" y="77"/>
                                    <a:pt x="67" y="76"/>
                                    <a:pt x="68" y="76"/>
                                  </a:cubicBezTo>
                                  <a:cubicBezTo>
                                    <a:pt x="68" y="75"/>
                                    <a:pt x="69" y="75"/>
                                    <a:pt x="70" y="75"/>
                                  </a:cubicBezTo>
                                  <a:cubicBezTo>
                                    <a:pt x="70" y="75"/>
                                    <a:pt x="71" y="76"/>
                                    <a:pt x="71" y="75"/>
                                  </a:cubicBezTo>
                                  <a:cubicBezTo>
                                    <a:pt x="71" y="74"/>
                                    <a:pt x="71" y="73"/>
                                    <a:pt x="71" y="72"/>
                                  </a:cubicBezTo>
                                  <a:cubicBezTo>
                                    <a:pt x="71" y="71"/>
                                    <a:pt x="71" y="71"/>
                                    <a:pt x="70" y="71"/>
                                  </a:cubicBezTo>
                                  <a:cubicBezTo>
                                    <a:pt x="69" y="70"/>
                                    <a:pt x="69" y="69"/>
                                    <a:pt x="68" y="69"/>
                                  </a:cubicBezTo>
                                  <a:cubicBezTo>
                                    <a:pt x="67" y="69"/>
                                    <a:pt x="66" y="69"/>
                                    <a:pt x="66" y="68"/>
                                  </a:cubicBezTo>
                                  <a:cubicBezTo>
                                    <a:pt x="66" y="67"/>
                                    <a:pt x="67" y="67"/>
                                    <a:pt x="67" y="67"/>
                                  </a:cubicBezTo>
                                  <a:cubicBezTo>
                                    <a:pt x="67" y="66"/>
                                    <a:pt x="67" y="66"/>
                                    <a:pt x="67" y="66"/>
                                  </a:cubicBezTo>
                                  <a:cubicBezTo>
                                    <a:pt x="67" y="65"/>
                                    <a:pt x="67" y="65"/>
                                    <a:pt x="68" y="65"/>
                                  </a:cubicBezTo>
                                  <a:cubicBezTo>
                                    <a:pt x="68" y="64"/>
                                    <a:pt x="68" y="64"/>
                                    <a:pt x="68" y="63"/>
                                  </a:cubicBezTo>
                                  <a:cubicBezTo>
                                    <a:pt x="68" y="63"/>
                                    <a:pt x="69" y="63"/>
                                    <a:pt x="69" y="62"/>
                                  </a:cubicBezTo>
                                  <a:cubicBezTo>
                                    <a:pt x="69" y="62"/>
                                    <a:pt x="69" y="62"/>
                                    <a:pt x="70" y="61"/>
                                  </a:cubicBezTo>
                                  <a:cubicBezTo>
                                    <a:pt x="70" y="61"/>
                                    <a:pt x="71" y="61"/>
                                    <a:pt x="72" y="61"/>
                                  </a:cubicBezTo>
                                  <a:cubicBezTo>
                                    <a:pt x="71" y="62"/>
                                    <a:pt x="71" y="62"/>
                                    <a:pt x="71" y="62"/>
                                  </a:cubicBezTo>
                                  <a:cubicBezTo>
                                    <a:pt x="71" y="62"/>
                                    <a:pt x="72" y="63"/>
                                    <a:pt x="72" y="63"/>
                                  </a:cubicBezTo>
                                  <a:cubicBezTo>
                                    <a:pt x="73" y="63"/>
                                    <a:pt x="74" y="63"/>
                                    <a:pt x="75" y="63"/>
                                  </a:cubicBezTo>
                                  <a:cubicBezTo>
                                    <a:pt x="75" y="63"/>
                                    <a:pt x="76" y="63"/>
                                    <a:pt x="76" y="63"/>
                                  </a:cubicBezTo>
                                  <a:cubicBezTo>
                                    <a:pt x="76" y="64"/>
                                    <a:pt x="76" y="64"/>
                                    <a:pt x="76" y="65"/>
                                  </a:cubicBezTo>
                                  <a:cubicBezTo>
                                    <a:pt x="77" y="65"/>
                                    <a:pt x="77" y="66"/>
                                    <a:pt x="77" y="67"/>
                                  </a:cubicBezTo>
                                  <a:cubicBezTo>
                                    <a:pt x="78" y="67"/>
                                    <a:pt x="79" y="68"/>
                                    <a:pt x="79" y="67"/>
                                  </a:cubicBezTo>
                                  <a:cubicBezTo>
                                    <a:pt x="79" y="67"/>
                                    <a:pt x="79" y="66"/>
                                    <a:pt x="80" y="66"/>
                                  </a:cubicBezTo>
                                  <a:cubicBezTo>
                                    <a:pt x="80" y="66"/>
                                    <a:pt x="80" y="65"/>
                                    <a:pt x="80" y="65"/>
                                  </a:cubicBezTo>
                                  <a:cubicBezTo>
                                    <a:pt x="80" y="63"/>
                                    <a:pt x="78" y="62"/>
                                    <a:pt x="77" y="61"/>
                                  </a:cubicBezTo>
                                  <a:cubicBezTo>
                                    <a:pt x="77" y="60"/>
                                    <a:pt x="76" y="60"/>
                                    <a:pt x="75" y="60"/>
                                  </a:cubicBezTo>
                                  <a:cubicBezTo>
                                    <a:pt x="74" y="59"/>
                                    <a:pt x="74" y="59"/>
                                    <a:pt x="73" y="59"/>
                                  </a:cubicBezTo>
                                  <a:cubicBezTo>
                                    <a:pt x="72" y="58"/>
                                    <a:pt x="72" y="57"/>
                                    <a:pt x="71" y="57"/>
                                  </a:cubicBezTo>
                                  <a:cubicBezTo>
                                    <a:pt x="70" y="56"/>
                                    <a:pt x="69" y="56"/>
                                    <a:pt x="68" y="56"/>
                                  </a:cubicBezTo>
                                  <a:cubicBezTo>
                                    <a:pt x="67" y="55"/>
                                    <a:pt x="66" y="55"/>
                                    <a:pt x="66" y="54"/>
                                  </a:cubicBezTo>
                                  <a:cubicBezTo>
                                    <a:pt x="65" y="54"/>
                                    <a:pt x="64" y="54"/>
                                    <a:pt x="63" y="53"/>
                                  </a:cubicBezTo>
                                  <a:cubicBezTo>
                                    <a:pt x="63" y="53"/>
                                    <a:pt x="62" y="52"/>
                                    <a:pt x="63" y="51"/>
                                  </a:cubicBezTo>
                                  <a:cubicBezTo>
                                    <a:pt x="63" y="51"/>
                                    <a:pt x="64" y="51"/>
                                    <a:pt x="64" y="50"/>
                                  </a:cubicBezTo>
                                  <a:cubicBezTo>
                                    <a:pt x="65" y="50"/>
                                    <a:pt x="64" y="49"/>
                                    <a:pt x="64" y="49"/>
                                  </a:cubicBezTo>
                                  <a:cubicBezTo>
                                    <a:pt x="63" y="49"/>
                                    <a:pt x="63" y="49"/>
                                    <a:pt x="62" y="49"/>
                                  </a:cubicBezTo>
                                  <a:cubicBezTo>
                                    <a:pt x="61" y="49"/>
                                    <a:pt x="60" y="49"/>
                                    <a:pt x="59" y="49"/>
                                  </a:cubicBezTo>
                                  <a:cubicBezTo>
                                    <a:pt x="58" y="49"/>
                                    <a:pt x="57" y="48"/>
                                    <a:pt x="56" y="48"/>
                                  </a:cubicBezTo>
                                  <a:cubicBezTo>
                                    <a:pt x="55" y="48"/>
                                    <a:pt x="55" y="47"/>
                                    <a:pt x="55" y="47"/>
                                  </a:cubicBezTo>
                                  <a:cubicBezTo>
                                    <a:pt x="54" y="47"/>
                                    <a:pt x="54" y="47"/>
                                    <a:pt x="54" y="46"/>
                                  </a:cubicBezTo>
                                  <a:cubicBezTo>
                                    <a:pt x="53" y="46"/>
                                    <a:pt x="53" y="45"/>
                                    <a:pt x="52" y="45"/>
                                  </a:cubicBezTo>
                                  <a:cubicBezTo>
                                    <a:pt x="50" y="43"/>
                                    <a:pt x="49" y="41"/>
                                    <a:pt x="49" y="39"/>
                                  </a:cubicBezTo>
                                  <a:cubicBezTo>
                                    <a:pt x="48" y="38"/>
                                    <a:pt x="48" y="37"/>
                                    <a:pt x="48" y="36"/>
                                  </a:cubicBezTo>
                                  <a:cubicBezTo>
                                    <a:pt x="48" y="35"/>
                                    <a:pt x="48" y="34"/>
                                    <a:pt x="47" y="34"/>
                                  </a:cubicBezTo>
                                  <a:cubicBezTo>
                                    <a:pt x="46" y="33"/>
                                    <a:pt x="45" y="33"/>
                                    <a:pt x="44" y="32"/>
                                  </a:cubicBezTo>
                                  <a:cubicBezTo>
                                    <a:pt x="44" y="31"/>
                                    <a:pt x="43" y="31"/>
                                    <a:pt x="42" y="30"/>
                                  </a:cubicBezTo>
                                  <a:cubicBezTo>
                                    <a:pt x="41" y="30"/>
                                    <a:pt x="41" y="30"/>
                                    <a:pt x="40" y="29"/>
                                  </a:cubicBezTo>
                                  <a:cubicBezTo>
                                    <a:pt x="39" y="28"/>
                                    <a:pt x="39" y="27"/>
                                    <a:pt x="38" y="26"/>
                                  </a:cubicBezTo>
                                  <a:cubicBezTo>
                                    <a:pt x="38" y="25"/>
                                    <a:pt x="38" y="24"/>
                                    <a:pt x="38" y="23"/>
                                  </a:cubicBezTo>
                                  <a:cubicBezTo>
                                    <a:pt x="38" y="23"/>
                                    <a:pt x="38" y="22"/>
                                    <a:pt x="38" y="22"/>
                                  </a:cubicBezTo>
                                  <a:cubicBezTo>
                                    <a:pt x="38" y="22"/>
                                    <a:pt x="39" y="21"/>
                                    <a:pt x="39" y="21"/>
                                  </a:cubicBezTo>
                                  <a:cubicBezTo>
                                    <a:pt x="39" y="21"/>
                                    <a:pt x="39" y="22"/>
                                    <a:pt x="39" y="22"/>
                                  </a:cubicBezTo>
                                  <a:cubicBezTo>
                                    <a:pt x="40" y="21"/>
                                    <a:pt x="40" y="20"/>
                                    <a:pt x="39" y="20"/>
                                  </a:cubicBezTo>
                                  <a:cubicBezTo>
                                    <a:pt x="39" y="20"/>
                                    <a:pt x="38" y="19"/>
                                    <a:pt x="38" y="19"/>
                                  </a:cubicBezTo>
                                  <a:cubicBezTo>
                                    <a:pt x="38" y="19"/>
                                    <a:pt x="38" y="18"/>
                                    <a:pt x="38" y="18"/>
                                  </a:cubicBezTo>
                                  <a:cubicBezTo>
                                    <a:pt x="38" y="18"/>
                                    <a:pt x="37" y="19"/>
                                    <a:pt x="37" y="18"/>
                                  </a:cubicBezTo>
                                  <a:cubicBezTo>
                                    <a:pt x="37" y="18"/>
                                    <a:pt x="37" y="17"/>
                                    <a:pt x="37" y="17"/>
                                  </a:cubicBezTo>
                                  <a:cubicBezTo>
                                    <a:pt x="38" y="16"/>
                                    <a:pt x="38" y="15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6"/>
                                  </a:cubicBezTo>
                                  <a:cubicBezTo>
                                    <a:pt x="40" y="16"/>
                                    <a:pt x="41" y="15"/>
                                    <a:pt x="41" y="15"/>
                                  </a:cubicBezTo>
                                  <a:cubicBezTo>
                                    <a:pt x="42" y="15"/>
                                    <a:pt x="42" y="14"/>
                                    <a:pt x="42" y="14"/>
                                  </a:cubicBezTo>
                                  <a:cubicBezTo>
                                    <a:pt x="43" y="14"/>
                                    <a:pt x="43" y="14"/>
                                    <a:pt x="43" y="14"/>
                                  </a:cubicBezTo>
                                  <a:cubicBezTo>
                                    <a:pt x="44" y="14"/>
                                    <a:pt x="43" y="13"/>
                                    <a:pt x="44" y="13"/>
                                  </a:cubicBezTo>
                                  <a:cubicBezTo>
                                    <a:pt x="45" y="13"/>
                                    <a:pt x="46" y="13"/>
                                    <a:pt x="45" y="14"/>
                                  </a:cubicBezTo>
                                  <a:cubicBezTo>
                                    <a:pt x="46" y="14"/>
                                    <a:pt x="46" y="13"/>
                                    <a:pt x="47" y="13"/>
                                  </a:cubicBezTo>
                                  <a:cubicBezTo>
                                    <a:pt x="47" y="12"/>
                                    <a:pt x="47" y="12"/>
                                    <a:pt x="47" y="11"/>
                                  </a:cubicBezTo>
                                  <a:close/>
                                  <a:moveTo>
                                    <a:pt x="21" y="60"/>
                                  </a:moveTo>
                                  <a:cubicBezTo>
                                    <a:pt x="21" y="59"/>
                                    <a:pt x="21" y="59"/>
                                    <a:pt x="20" y="58"/>
                                  </a:cubicBezTo>
                                  <a:cubicBezTo>
                                    <a:pt x="20" y="58"/>
                                    <a:pt x="20" y="58"/>
                                    <a:pt x="20" y="58"/>
                                  </a:cubicBezTo>
                                  <a:cubicBezTo>
                                    <a:pt x="20" y="57"/>
                                    <a:pt x="20" y="57"/>
                                    <a:pt x="20" y="57"/>
                                  </a:cubicBezTo>
                                  <a:cubicBezTo>
                                    <a:pt x="19" y="57"/>
                                    <a:pt x="20" y="56"/>
                                    <a:pt x="19" y="56"/>
                                  </a:cubicBezTo>
                                  <a:cubicBezTo>
                                    <a:pt x="19" y="56"/>
                                    <a:pt x="20" y="55"/>
                                    <a:pt x="19" y="55"/>
                                  </a:cubicBezTo>
                                  <a:cubicBezTo>
                                    <a:pt x="19" y="55"/>
                                    <a:pt x="19" y="55"/>
                                    <a:pt x="18" y="55"/>
                                  </a:cubicBezTo>
                                  <a:cubicBezTo>
                                    <a:pt x="18" y="55"/>
                                    <a:pt x="18" y="55"/>
                                    <a:pt x="17" y="55"/>
                                  </a:cubicBezTo>
                                  <a:cubicBezTo>
                                    <a:pt x="17" y="55"/>
                                    <a:pt x="17" y="55"/>
                                    <a:pt x="16" y="56"/>
                                  </a:cubicBezTo>
                                  <a:cubicBezTo>
                                    <a:pt x="16" y="56"/>
                                    <a:pt x="16" y="57"/>
                                    <a:pt x="15" y="57"/>
                                  </a:cubicBezTo>
                                  <a:cubicBezTo>
                                    <a:pt x="15" y="57"/>
                                    <a:pt x="14" y="58"/>
                                    <a:pt x="14" y="57"/>
                                  </a:cubicBezTo>
                                  <a:cubicBezTo>
                                    <a:pt x="13" y="58"/>
                                    <a:pt x="12" y="59"/>
                                    <a:pt x="11" y="58"/>
                                  </a:cubicBezTo>
                                  <a:cubicBezTo>
                                    <a:pt x="10" y="57"/>
                                    <a:pt x="12" y="57"/>
                                    <a:pt x="11" y="56"/>
                                  </a:cubicBezTo>
                                  <a:cubicBezTo>
                                    <a:pt x="11" y="56"/>
                                    <a:pt x="11" y="57"/>
                                    <a:pt x="10" y="58"/>
                                  </a:cubicBezTo>
                                  <a:cubicBezTo>
                                    <a:pt x="10" y="58"/>
                                    <a:pt x="10" y="59"/>
                                    <a:pt x="10" y="59"/>
                                  </a:cubicBezTo>
                                  <a:cubicBezTo>
                                    <a:pt x="10" y="60"/>
                                    <a:pt x="10" y="60"/>
                                    <a:pt x="10" y="61"/>
                                  </a:cubicBezTo>
                                  <a:cubicBezTo>
                                    <a:pt x="11" y="60"/>
                                    <a:pt x="11" y="61"/>
                                    <a:pt x="12" y="61"/>
                                  </a:cubicBezTo>
                                  <a:cubicBezTo>
                                    <a:pt x="12" y="62"/>
                                    <a:pt x="12" y="63"/>
                                    <a:pt x="12" y="63"/>
                                  </a:cubicBezTo>
                                  <a:cubicBezTo>
                                    <a:pt x="12" y="64"/>
                                    <a:pt x="13" y="65"/>
                                    <a:pt x="12" y="65"/>
                                  </a:cubicBezTo>
                                  <a:cubicBezTo>
                                    <a:pt x="12" y="65"/>
                                    <a:pt x="12" y="65"/>
                                    <a:pt x="12" y="66"/>
                                  </a:cubicBezTo>
                                  <a:cubicBezTo>
                                    <a:pt x="12" y="66"/>
                                    <a:pt x="12" y="67"/>
                                    <a:pt x="12" y="67"/>
                                  </a:cubicBezTo>
                                  <a:cubicBezTo>
                                    <a:pt x="12" y="67"/>
                                    <a:pt x="12" y="67"/>
                                    <a:pt x="12" y="67"/>
                                  </a:cubicBezTo>
                                  <a:cubicBezTo>
                                    <a:pt x="13" y="67"/>
                                    <a:pt x="13" y="67"/>
                                    <a:pt x="13" y="67"/>
                                  </a:cubicBezTo>
                                  <a:cubicBezTo>
                                    <a:pt x="13" y="68"/>
                                    <a:pt x="13" y="68"/>
                                    <a:pt x="12" y="68"/>
                                  </a:cubicBezTo>
                                  <a:cubicBezTo>
                                    <a:pt x="12" y="68"/>
                                    <a:pt x="12" y="68"/>
                                    <a:pt x="12" y="68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2" y="70"/>
                                    <a:pt x="12" y="70"/>
                                    <a:pt x="12" y="70"/>
                                  </a:cubicBezTo>
                                  <a:cubicBezTo>
                                    <a:pt x="12" y="71"/>
                                    <a:pt x="12" y="72"/>
                                    <a:pt x="12" y="73"/>
                                  </a:cubicBezTo>
                                  <a:cubicBezTo>
                                    <a:pt x="12" y="74"/>
                                    <a:pt x="13" y="74"/>
                                    <a:pt x="13" y="74"/>
                                  </a:cubicBezTo>
                                  <a:cubicBezTo>
                                    <a:pt x="13" y="75"/>
                                    <a:pt x="13" y="76"/>
                                    <a:pt x="14" y="76"/>
                                  </a:cubicBezTo>
                                  <a:cubicBezTo>
                                    <a:pt x="14" y="75"/>
                                    <a:pt x="14" y="75"/>
                                    <a:pt x="14" y="75"/>
                                  </a:cubicBezTo>
                                  <a:cubicBezTo>
                                    <a:pt x="15" y="76"/>
                                    <a:pt x="15" y="76"/>
                                    <a:pt x="15" y="75"/>
                                  </a:cubicBezTo>
                                  <a:cubicBezTo>
                                    <a:pt x="16" y="74"/>
                                    <a:pt x="16" y="73"/>
                                    <a:pt x="16" y="72"/>
                                  </a:cubicBezTo>
                                  <a:cubicBezTo>
                                    <a:pt x="17" y="72"/>
                                    <a:pt x="17" y="73"/>
                                    <a:pt x="17" y="73"/>
                                  </a:cubicBezTo>
                                  <a:cubicBezTo>
                                    <a:pt x="18" y="73"/>
                                    <a:pt x="18" y="73"/>
                                    <a:pt x="19" y="74"/>
                                  </a:cubicBezTo>
                                  <a:cubicBezTo>
                                    <a:pt x="20" y="74"/>
                                    <a:pt x="20" y="73"/>
                                    <a:pt x="20" y="73"/>
                                  </a:cubicBezTo>
                                  <a:cubicBezTo>
                                    <a:pt x="20" y="72"/>
                                    <a:pt x="20" y="72"/>
                                    <a:pt x="20" y="71"/>
                                  </a:cubicBezTo>
                                  <a:cubicBezTo>
                                    <a:pt x="20" y="71"/>
                                    <a:pt x="20" y="70"/>
                                    <a:pt x="20" y="69"/>
                                  </a:cubicBezTo>
                                  <a:cubicBezTo>
                                    <a:pt x="20" y="68"/>
                                    <a:pt x="21" y="66"/>
                                    <a:pt x="20" y="65"/>
                                  </a:cubicBezTo>
                                  <a:cubicBezTo>
                                    <a:pt x="20" y="63"/>
                                    <a:pt x="21" y="63"/>
                                    <a:pt x="21" y="62"/>
                                  </a:cubicBezTo>
                                  <a:cubicBezTo>
                                    <a:pt x="22" y="61"/>
                                    <a:pt x="21" y="60"/>
                                    <a:pt x="21" y="6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3" name="Freeform 806">
                              <a:extLst>
                                <a:ext uri="{FF2B5EF4-FFF2-40B4-BE49-F238E27FC236}">
                                  <a16:creationId xmlns:a16="http://schemas.microsoft.com/office/drawing/2014/main" id="{CEBCCA97-824E-7649-B023-414A20A83B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84763" y="3009900"/>
                              <a:ext cx="128587" cy="182563"/>
                            </a:xfrm>
                            <a:custGeom>
                              <a:avLst/>
                              <a:gdLst>
                                <a:gd name="T0" fmla="*/ 30 w 31"/>
                                <a:gd name="T1" fmla="*/ 22 h 44"/>
                                <a:gd name="T2" fmla="*/ 29 w 31"/>
                                <a:gd name="T3" fmla="*/ 18 h 44"/>
                                <a:gd name="T4" fmla="*/ 29 w 31"/>
                                <a:gd name="T5" fmla="*/ 14 h 44"/>
                                <a:gd name="T6" fmla="*/ 27 w 31"/>
                                <a:gd name="T7" fmla="*/ 15 h 44"/>
                                <a:gd name="T8" fmla="*/ 26 w 31"/>
                                <a:gd name="T9" fmla="*/ 13 h 44"/>
                                <a:gd name="T10" fmla="*/ 23 w 31"/>
                                <a:gd name="T11" fmla="*/ 11 h 44"/>
                                <a:gd name="T12" fmla="*/ 23 w 31"/>
                                <a:gd name="T13" fmla="*/ 13 h 44"/>
                                <a:gd name="T14" fmla="*/ 22 w 31"/>
                                <a:gd name="T15" fmla="*/ 14 h 44"/>
                                <a:gd name="T16" fmla="*/ 20 w 31"/>
                                <a:gd name="T17" fmla="*/ 14 h 44"/>
                                <a:gd name="T18" fmla="*/ 18 w 31"/>
                                <a:gd name="T19" fmla="*/ 12 h 44"/>
                                <a:gd name="T20" fmla="*/ 17 w 31"/>
                                <a:gd name="T21" fmla="*/ 10 h 44"/>
                                <a:gd name="T22" fmla="*/ 18 w 31"/>
                                <a:gd name="T23" fmla="*/ 9 h 44"/>
                                <a:gd name="T24" fmla="*/ 18 w 31"/>
                                <a:gd name="T25" fmla="*/ 7 h 44"/>
                                <a:gd name="T26" fmla="*/ 20 w 31"/>
                                <a:gd name="T27" fmla="*/ 6 h 44"/>
                                <a:gd name="T28" fmla="*/ 21 w 31"/>
                                <a:gd name="T29" fmla="*/ 4 h 44"/>
                                <a:gd name="T30" fmla="*/ 23 w 31"/>
                                <a:gd name="T31" fmla="*/ 3 h 44"/>
                                <a:gd name="T32" fmla="*/ 22 w 31"/>
                                <a:gd name="T33" fmla="*/ 0 h 44"/>
                                <a:gd name="T34" fmla="*/ 20 w 31"/>
                                <a:gd name="T35" fmla="*/ 3 h 44"/>
                                <a:gd name="T36" fmla="*/ 20 w 31"/>
                                <a:gd name="T37" fmla="*/ 2 h 44"/>
                                <a:gd name="T38" fmla="*/ 18 w 31"/>
                                <a:gd name="T39" fmla="*/ 2 h 44"/>
                                <a:gd name="T40" fmla="*/ 15 w 31"/>
                                <a:gd name="T41" fmla="*/ 5 h 44"/>
                                <a:gd name="T42" fmla="*/ 13 w 31"/>
                                <a:gd name="T43" fmla="*/ 6 h 44"/>
                                <a:gd name="T44" fmla="*/ 15 w 31"/>
                                <a:gd name="T45" fmla="*/ 8 h 44"/>
                                <a:gd name="T46" fmla="*/ 14 w 31"/>
                                <a:gd name="T47" fmla="*/ 12 h 44"/>
                                <a:gd name="T48" fmla="*/ 12 w 31"/>
                                <a:gd name="T49" fmla="*/ 12 h 44"/>
                                <a:gd name="T50" fmla="*/ 8 w 31"/>
                                <a:gd name="T51" fmla="*/ 12 h 44"/>
                                <a:gd name="T52" fmla="*/ 4 w 31"/>
                                <a:gd name="T53" fmla="*/ 12 h 44"/>
                                <a:gd name="T54" fmla="*/ 5 w 31"/>
                                <a:gd name="T55" fmla="*/ 15 h 44"/>
                                <a:gd name="T56" fmla="*/ 7 w 31"/>
                                <a:gd name="T57" fmla="*/ 17 h 44"/>
                                <a:gd name="T58" fmla="*/ 5 w 31"/>
                                <a:gd name="T59" fmla="*/ 20 h 44"/>
                                <a:gd name="T60" fmla="*/ 3 w 31"/>
                                <a:gd name="T61" fmla="*/ 20 h 44"/>
                                <a:gd name="T62" fmla="*/ 4 w 31"/>
                                <a:gd name="T63" fmla="*/ 22 h 44"/>
                                <a:gd name="T64" fmla="*/ 5 w 31"/>
                                <a:gd name="T65" fmla="*/ 23 h 44"/>
                                <a:gd name="T66" fmla="*/ 9 w 31"/>
                                <a:gd name="T67" fmla="*/ 24 h 44"/>
                                <a:gd name="T68" fmla="*/ 10 w 31"/>
                                <a:gd name="T69" fmla="*/ 25 h 44"/>
                                <a:gd name="T70" fmla="*/ 8 w 31"/>
                                <a:gd name="T71" fmla="*/ 28 h 44"/>
                                <a:gd name="T72" fmla="*/ 4 w 31"/>
                                <a:gd name="T73" fmla="*/ 32 h 44"/>
                                <a:gd name="T74" fmla="*/ 10 w 31"/>
                                <a:gd name="T75" fmla="*/ 30 h 44"/>
                                <a:gd name="T76" fmla="*/ 9 w 31"/>
                                <a:gd name="T77" fmla="*/ 32 h 44"/>
                                <a:gd name="T78" fmla="*/ 5 w 31"/>
                                <a:gd name="T79" fmla="*/ 34 h 44"/>
                                <a:gd name="T80" fmla="*/ 4 w 31"/>
                                <a:gd name="T81" fmla="*/ 35 h 44"/>
                                <a:gd name="T82" fmla="*/ 3 w 31"/>
                                <a:gd name="T83" fmla="*/ 36 h 44"/>
                                <a:gd name="T84" fmla="*/ 2 w 31"/>
                                <a:gd name="T85" fmla="*/ 38 h 44"/>
                                <a:gd name="T86" fmla="*/ 3 w 31"/>
                                <a:gd name="T87" fmla="*/ 40 h 44"/>
                                <a:gd name="T88" fmla="*/ 3 w 31"/>
                                <a:gd name="T89" fmla="*/ 42 h 44"/>
                                <a:gd name="T90" fmla="*/ 6 w 31"/>
                                <a:gd name="T91" fmla="*/ 42 h 44"/>
                                <a:gd name="T92" fmla="*/ 6 w 31"/>
                                <a:gd name="T93" fmla="*/ 43 h 44"/>
                                <a:gd name="T94" fmla="*/ 10 w 31"/>
                                <a:gd name="T95" fmla="*/ 43 h 44"/>
                                <a:gd name="T96" fmla="*/ 12 w 31"/>
                                <a:gd name="T97" fmla="*/ 42 h 44"/>
                                <a:gd name="T98" fmla="*/ 15 w 31"/>
                                <a:gd name="T99" fmla="*/ 41 h 44"/>
                                <a:gd name="T100" fmla="*/ 18 w 31"/>
                                <a:gd name="T101" fmla="*/ 39 h 44"/>
                                <a:gd name="T102" fmla="*/ 23 w 31"/>
                                <a:gd name="T103" fmla="*/ 36 h 44"/>
                                <a:gd name="T104" fmla="*/ 25 w 31"/>
                                <a:gd name="T105" fmla="*/ 36 h 44"/>
                                <a:gd name="T106" fmla="*/ 29 w 31"/>
                                <a:gd name="T107" fmla="*/ 33 h 44"/>
                                <a:gd name="T108" fmla="*/ 30 w 31"/>
                                <a:gd name="T109" fmla="*/ 29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31" h="44">
                                  <a:moveTo>
                                    <a:pt x="30" y="25"/>
                                  </a:moveTo>
                                  <a:cubicBezTo>
                                    <a:pt x="30" y="25"/>
                                    <a:pt x="30" y="24"/>
                                    <a:pt x="30" y="24"/>
                                  </a:cubicBezTo>
                                  <a:cubicBezTo>
                                    <a:pt x="30" y="24"/>
                                    <a:pt x="30" y="23"/>
                                    <a:pt x="30" y="23"/>
                                  </a:cubicBezTo>
                                  <a:cubicBezTo>
                                    <a:pt x="30" y="23"/>
                                    <a:pt x="30" y="23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0"/>
                                    <a:pt x="30" y="20"/>
                                    <a:pt x="30" y="19"/>
                                  </a:cubicBezTo>
                                  <a:cubicBezTo>
                                    <a:pt x="29" y="19"/>
                                    <a:pt x="29" y="18"/>
                                    <a:pt x="29" y="18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8" y="16"/>
                                    <a:pt x="28" y="16"/>
                                    <a:pt x="28" y="15"/>
                                  </a:cubicBezTo>
                                  <a:cubicBezTo>
                                    <a:pt x="29" y="15"/>
                                    <a:pt x="29" y="16"/>
                                    <a:pt x="30" y="16"/>
                                  </a:cubicBezTo>
                                  <a:cubicBezTo>
                                    <a:pt x="30" y="15"/>
                                    <a:pt x="29" y="15"/>
                                    <a:pt x="29" y="14"/>
                                  </a:cubicBezTo>
                                  <a:cubicBezTo>
                                    <a:pt x="29" y="14"/>
                                    <a:pt x="29" y="14"/>
                                    <a:pt x="29" y="14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7" y="13"/>
                                    <a:pt x="27" y="13"/>
                                    <a:pt x="27" y="13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ubicBezTo>
                                    <a:pt x="25" y="13"/>
                                    <a:pt x="25" y="12"/>
                                    <a:pt x="25" y="11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1" y="14"/>
                                    <a:pt x="21" y="14"/>
                                    <a:pt x="21" y="14"/>
                                  </a:cubicBezTo>
                                  <a:cubicBezTo>
                                    <a:pt x="21" y="13"/>
                                    <a:pt x="21" y="13"/>
                                    <a:pt x="21" y="13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20" y="13"/>
                                    <a:pt x="20" y="13"/>
                                    <a:pt x="20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3"/>
                                    <a:pt x="22" y="3"/>
                                    <a:pt x="22" y="3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2"/>
                                    <a:pt x="24" y="2"/>
                                    <a:pt x="24" y="2"/>
                                  </a:cubicBezTo>
                                  <a:cubicBezTo>
                                    <a:pt x="24" y="1"/>
                                    <a:pt x="24" y="1"/>
                                    <a:pt x="23" y="1"/>
                                  </a:cubicBezTo>
                                  <a:cubicBezTo>
                                    <a:pt x="23" y="0"/>
                                    <a:pt x="23" y="0"/>
                                    <a:pt x="22" y="0"/>
                                  </a:cubicBezTo>
                                  <a:cubicBezTo>
                                    <a:pt x="21" y="0"/>
                                    <a:pt x="22" y="0"/>
                                    <a:pt x="22" y="0"/>
                                  </a:cubicBezTo>
                                  <a:cubicBezTo>
                                    <a:pt x="22" y="1"/>
                                    <a:pt x="21" y="0"/>
                                    <a:pt x="21" y="1"/>
                                  </a:cubicBezTo>
                                  <a:cubicBezTo>
                                    <a:pt x="20" y="1"/>
                                    <a:pt x="21" y="2"/>
                                    <a:pt x="21" y="3"/>
                                  </a:cubicBezTo>
                                  <a:cubicBezTo>
                                    <a:pt x="21" y="3"/>
                                    <a:pt x="20" y="5"/>
                                    <a:pt x="20" y="4"/>
                                  </a:cubicBezTo>
                                  <a:cubicBezTo>
                                    <a:pt x="19" y="4"/>
                                    <a:pt x="20" y="3"/>
                                    <a:pt x="20" y="3"/>
                                  </a:cubicBezTo>
                                  <a:cubicBezTo>
                                    <a:pt x="21" y="2"/>
                                    <a:pt x="20" y="2"/>
                                    <a:pt x="20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20" y="1"/>
                                    <a:pt x="20" y="2"/>
                                  </a:cubicBezTo>
                                  <a:cubicBezTo>
                                    <a:pt x="20" y="2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7" y="2"/>
                                    <a:pt x="17" y="2"/>
                                    <a:pt x="16" y="2"/>
                                  </a:cubicBezTo>
                                  <a:cubicBezTo>
                                    <a:pt x="16" y="1"/>
                                    <a:pt x="14" y="3"/>
                                    <a:pt x="14" y="4"/>
                                  </a:cubicBezTo>
                                  <a:cubicBezTo>
                                    <a:pt x="15" y="4"/>
                                    <a:pt x="15" y="4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6"/>
                                    <a:pt x="15" y="5"/>
                                  </a:cubicBezTo>
                                  <a:cubicBezTo>
                                    <a:pt x="13" y="5"/>
                                    <a:pt x="15" y="6"/>
                                    <a:pt x="14" y="7"/>
                                  </a:cubicBezTo>
                                  <a:cubicBezTo>
                                    <a:pt x="14" y="7"/>
                                    <a:pt x="13" y="6"/>
                                    <a:pt x="13" y="6"/>
                                  </a:cubicBezTo>
                                  <a:cubicBezTo>
                                    <a:pt x="13" y="7"/>
                                    <a:pt x="12" y="7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4" y="8"/>
                                    <a:pt x="14" y="8"/>
                                  </a:cubicBezTo>
                                  <a:cubicBezTo>
                                    <a:pt x="15" y="8"/>
                                    <a:pt x="14" y="9"/>
                                    <a:pt x="15" y="8"/>
                                  </a:cubicBezTo>
                                  <a:cubicBezTo>
                                    <a:pt x="15" y="8"/>
                                    <a:pt x="16" y="8"/>
                                    <a:pt x="16" y="8"/>
                                  </a:cubicBezTo>
                                  <a:cubicBezTo>
                                    <a:pt x="17" y="9"/>
                                    <a:pt x="14" y="10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3" y="11"/>
                                    <a:pt x="14" y="11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3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0" y="12"/>
                                    <a:pt x="10" y="13"/>
                                    <a:pt x="10" y="14"/>
                                  </a:cubicBezTo>
                                  <a:cubicBezTo>
                                    <a:pt x="9" y="13"/>
                                    <a:pt x="9" y="13"/>
                                    <a:pt x="9" y="12"/>
                                  </a:cubicBezTo>
                                  <a:cubicBezTo>
                                    <a:pt x="9" y="12"/>
                                    <a:pt x="8" y="12"/>
                                    <a:pt x="8" y="12"/>
                                  </a:cubicBezTo>
                                  <a:cubicBezTo>
                                    <a:pt x="7" y="12"/>
                                    <a:pt x="5" y="11"/>
                                    <a:pt x="5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2"/>
                                    <a:pt x="5" y="12"/>
                                    <a:pt x="4" y="12"/>
                                  </a:cubicBezTo>
                                  <a:cubicBezTo>
                                    <a:pt x="3" y="12"/>
                                    <a:pt x="3" y="13"/>
                                    <a:pt x="3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5"/>
                                    <a:pt x="5" y="16"/>
                                  </a:cubicBezTo>
                                  <a:cubicBezTo>
                                    <a:pt x="5" y="16"/>
                                    <a:pt x="4" y="16"/>
                                    <a:pt x="4" y="16"/>
                                  </a:cubicBezTo>
                                  <a:cubicBezTo>
                                    <a:pt x="5" y="17"/>
                                    <a:pt x="5" y="17"/>
                                    <a:pt x="6" y="17"/>
                                  </a:cubicBezTo>
                                  <a:cubicBezTo>
                                    <a:pt x="6" y="16"/>
                                    <a:pt x="7" y="16"/>
                                    <a:pt x="7" y="17"/>
                                  </a:cubicBezTo>
                                  <a:cubicBezTo>
                                    <a:pt x="7" y="18"/>
                                    <a:pt x="6" y="18"/>
                                    <a:pt x="5" y="18"/>
                                  </a:cubicBezTo>
                                  <a:cubicBezTo>
                                    <a:pt x="5" y="18"/>
                                    <a:pt x="4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20"/>
                                    <a:pt x="5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3" y="20"/>
                                  </a:cubicBezTo>
                                  <a:cubicBezTo>
                                    <a:pt x="3" y="20"/>
                                    <a:pt x="3" y="20"/>
                                    <a:pt x="3" y="21"/>
                                  </a:cubicBezTo>
                                  <a:cubicBezTo>
                                    <a:pt x="3" y="21"/>
                                    <a:pt x="3" y="21"/>
                                    <a:pt x="3" y="21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3" y="22"/>
                                    <a:pt x="4" y="22"/>
                                    <a:pt x="4" y="22"/>
                                  </a:cubicBezTo>
                                  <a:cubicBezTo>
                                    <a:pt x="4" y="23"/>
                                    <a:pt x="4" y="22"/>
                                    <a:pt x="4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6" y="23"/>
                                    <a:pt x="6" y="22"/>
                                    <a:pt x="6" y="22"/>
                                  </a:cubicBezTo>
                                  <a:cubicBezTo>
                                    <a:pt x="7" y="22"/>
                                    <a:pt x="6" y="24"/>
                                    <a:pt x="7" y="24"/>
                                  </a:cubicBezTo>
                                  <a:cubicBezTo>
                                    <a:pt x="8" y="24"/>
                                    <a:pt x="9" y="24"/>
                                    <a:pt x="9" y="24"/>
                                  </a:cubicBezTo>
                                  <a:cubicBezTo>
                                    <a:pt x="10" y="24"/>
                                    <a:pt x="10" y="24"/>
                                    <a:pt x="11" y="24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1" y="24"/>
                                    <a:pt x="11" y="24"/>
                                    <a:pt x="11" y="25"/>
                                  </a:cubicBezTo>
                                  <a:cubicBezTo>
                                    <a:pt x="11" y="25"/>
                                    <a:pt x="10" y="25"/>
                                    <a:pt x="10" y="25"/>
                                  </a:cubicBezTo>
                                  <a:cubicBezTo>
                                    <a:pt x="10" y="25"/>
                                    <a:pt x="9" y="26"/>
                                    <a:pt x="9" y="25"/>
                                  </a:cubicBezTo>
                                  <a:cubicBezTo>
                                    <a:pt x="9" y="25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7"/>
                                    <a:pt x="7" y="27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9"/>
                                    <a:pt x="7" y="29"/>
                                  </a:cubicBezTo>
                                  <a:cubicBezTo>
                                    <a:pt x="7" y="29"/>
                                    <a:pt x="7" y="29"/>
                                    <a:pt x="7" y="30"/>
                                  </a:cubicBezTo>
                                  <a:cubicBezTo>
                                    <a:pt x="6" y="30"/>
                                    <a:pt x="6" y="30"/>
                                    <a:pt x="6" y="31"/>
                                  </a:cubicBezTo>
                                  <a:cubicBezTo>
                                    <a:pt x="5" y="31"/>
                                    <a:pt x="5" y="31"/>
                                    <a:pt x="4" y="32"/>
                                  </a:cubicBezTo>
                                  <a:cubicBezTo>
                                    <a:pt x="6" y="32"/>
                                    <a:pt x="6" y="31"/>
                                    <a:pt x="7" y="31"/>
                                  </a:cubicBezTo>
                                  <a:cubicBezTo>
                                    <a:pt x="7" y="30"/>
                                    <a:pt x="7" y="31"/>
                                    <a:pt x="8" y="31"/>
                                  </a:cubicBezTo>
                                  <a:cubicBezTo>
                                    <a:pt x="8" y="31"/>
                                    <a:pt x="9" y="31"/>
                                    <a:pt x="9" y="31"/>
                                  </a:cubicBezTo>
                                  <a:cubicBezTo>
                                    <a:pt x="9" y="31"/>
                                    <a:pt x="10" y="31"/>
                                    <a:pt x="10" y="30"/>
                                  </a:cubicBezTo>
                                  <a:cubicBezTo>
                                    <a:pt x="10" y="30"/>
                                    <a:pt x="10" y="30"/>
                                    <a:pt x="11" y="29"/>
                                  </a:cubicBezTo>
                                  <a:cubicBezTo>
                                    <a:pt x="11" y="29"/>
                                    <a:pt x="11" y="30"/>
                                    <a:pt x="11" y="30"/>
                                  </a:cubicBezTo>
                                  <a:cubicBezTo>
                                    <a:pt x="11" y="30"/>
                                    <a:pt x="11" y="30"/>
                                    <a:pt x="12" y="31"/>
                                  </a:cubicBezTo>
                                  <a:cubicBezTo>
                                    <a:pt x="11" y="31"/>
                                    <a:pt x="10" y="31"/>
                                    <a:pt x="9" y="32"/>
                                  </a:cubicBezTo>
                                  <a:cubicBezTo>
                                    <a:pt x="8" y="32"/>
                                    <a:pt x="7" y="31"/>
                                    <a:pt x="7" y="32"/>
                                  </a:cubicBezTo>
                                  <a:cubicBezTo>
                                    <a:pt x="6" y="32"/>
                                    <a:pt x="7" y="32"/>
                                    <a:pt x="6" y="32"/>
                                  </a:cubicBezTo>
                                  <a:cubicBezTo>
                                    <a:pt x="6" y="33"/>
                                    <a:pt x="5" y="33"/>
                                    <a:pt x="5" y="33"/>
                                  </a:cubicBezTo>
                                  <a:cubicBezTo>
                                    <a:pt x="4" y="34"/>
                                    <a:pt x="5" y="33"/>
                                    <a:pt x="5" y="34"/>
                                  </a:cubicBezTo>
                                  <a:cubicBezTo>
                                    <a:pt x="5" y="34"/>
                                    <a:pt x="5" y="34"/>
                                    <a:pt x="5" y="34"/>
                                  </a:cubicBezTo>
                                  <a:cubicBezTo>
                                    <a:pt x="5" y="35"/>
                                    <a:pt x="5" y="35"/>
                                    <a:pt x="5" y="35"/>
                                  </a:cubicBezTo>
                                  <a:cubicBezTo>
                                    <a:pt x="5" y="35"/>
                                    <a:pt x="5" y="35"/>
                                    <a:pt x="4" y="35"/>
                                  </a:cubicBezTo>
                                  <a:cubicBezTo>
                                    <a:pt x="4" y="35"/>
                                    <a:pt x="4" y="35"/>
                                    <a:pt x="4" y="35"/>
                                  </a:cubicBezTo>
                                  <a:cubicBezTo>
                                    <a:pt x="3" y="35"/>
                                    <a:pt x="3" y="35"/>
                                    <a:pt x="3" y="35"/>
                                  </a:cubicBezTo>
                                  <a:cubicBezTo>
                                    <a:pt x="2" y="35"/>
                                    <a:pt x="0" y="36"/>
                                    <a:pt x="1" y="37"/>
                                  </a:cubicBezTo>
                                  <a:cubicBezTo>
                                    <a:pt x="1" y="37"/>
                                    <a:pt x="2" y="36"/>
                                    <a:pt x="2" y="36"/>
                                  </a:cubicBezTo>
                                  <a:cubicBezTo>
                                    <a:pt x="2" y="36"/>
                                    <a:pt x="3" y="36"/>
                                    <a:pt x="3" y="36"/>
                                  </a:cubicBezTo>
                                  <a:cubicBezTo>
                                    <a:pt x="3" y="36"/>
                                    <a:pt x="4" y="36"/>
                                    <a:pt x="4" y="36"/>
                                  </a:cubicBezTo>
                                  <a:cubicBezTo>
                                    <a:pt x="4" y="36"/>
                                    <a:pt x="5" y="36"/>
                                    <a:pt x="5" y="36"/>
                                  </a:cubicBezTo>
                                  <a:cubicBezTo>
                                    <a:pt x="5" y="37"/>
                                    <a:pt x="4" y="37"/>
                                    <a:pt x="4" y="37"/>
                                  </a:cubicBezTo>
                                  <a:cubicBezTo>
                                    <a:pt x="3" y="37"/>
                                    <a:pt x="2" y="37"/>
                                    <a:pt x="2" y="38"/>
                                  </a:cubicBezTo>
                                  <a:cubicBezTo>
                                    <a:pt x="2" y="38"/>
                                    <a:pt x="2" y="39"/>
                                    <a:pt x="2" y="39"/>
                                  </a:cubicBezTo>
                                  <a:cubicBezTo>
                                    <a:pt x="2" y="39"/>
                                    <a:pt x="2" y="39"/>
                                    <a:pt x="2" y="39"/>
                                  </a:cubicBezTo>
                                  <a:cubicBezTo>
                                    <a:pt x="1" y="39"/>
                                    <a:pt x="1" y="39"/>
                                    <a:pt x="2" y="40"/>
                                  </a:cubicBezTo>
                                  <a:cubicBezTo>
                                    <a:pt x="2" y="40"/>
                                    <a:pt x="2" y="39"/>
                                    <a:pt x="3" y="40"/>
                                  </a:cubicBezTo>
                                  <a:cubicBezTo>
                                    <a:pt x="3" y="40"/>
                                    <a:pt x="3" y="40"/>
                                    <a:pt x="3" y="40"/>
                                  </a:cubicBezTo>
                                  <a:cubicBezTo>
                                    <a:pt x="4" y="41"/>
                                    <a:pt x="4" y="40"/>
                                    <a:pt x="5" y="40"/>
                                  </a:cubicBezTo>
                                  <a:cubicBezTo>
                                    <a:pt x="5" y="40"/>
                                    <a:pt x="6" y="39"/>
                                    <a:pt x="6" y="39"/>
                                  </a:cubicBezTo>
                                  <a:cubicBezTo>
                                    <a:pt x="6" y="40"/>
                                    <a:pt x="3" y="41"/>
                                    <a:pt x="3" y="42"/>
                                  </a:cubicBezTo>
                                  <a:cubicBezTo>
                                    <a:pt x="4" y="42"/>
                                    <a:pt x="5" y="42"/>
                                    <a:pt x="6" y="41"/>
                                  </a:cubicBezTo>
                                  <a:cubicBezTo>
                                    <a:pt x="6" y="41"/>
                                    <a:pt x="7" y="40"/>
                                    <a:pt x="7" y="40"/>
                                  </a:cubicBezTo>
                                  <a:cubicBezTo>
                                    <a:pt x="8" y="40"/>
                                    <a:pt x="8" y="41"/>
                                    <a:pt x="7" y="42"/>
                                  </a:cubicBezTo>
                                  <a:cubicBezTo>
                                    <a:pt x="7" y="42"/>
                                    <a:pt x="6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7" y="42"/>
                                  </a:cubicBezTo>
                                  <a:cubicBezTo>
                                    <a:pt x="6" y="42"/>
                                    <a:pt x="6" y="43"/>
                                    <a:pt x="6" y="43"/>
                                  </a:cubicBezTo>
                                  <a:cubicBezTo>
                                    <a:pt x="6" y="43"/>
                                    <a:pt x="5" y="43"/>
                                    <a:pt x="5" y="44"/>
                                  </a:cubicBezTo>
                                  <a:cubicBezTo>
                                    <a:pt x="5" y="44"/>
                                    <a:pt x="6" y="43"/>
                                    <a:pt x="6" y="43"/>
                                  </a:cubicBezTo>
                                  <a:cubicBezTo>
                                    <a:pt x="6" y="43"/>
                                    <a:pt x="7" y="43"/>
                                    <a:pt x="7" y="43"/>
                                  </a:cubicBezTo>
                                  <a:cubicBezTo>
                                    <a:pt x="7" y="43"/>
                                    <a:pt x="7" y="43"/>
                                    <a:pt x="8" y="43"/>
                                  </a:cubicBezTo>
                                  <a:cubicBezTo>
                                    <a:pt x="8" y="43"/>
                                    <a:pt x="8" y="43"/>
                                    <a:pt x="9" y="43"/>
                                  </a:cubicBezTo>
                                  <a:cubicBezTo>
                                    <a:pt x="9" y="43"/>
                                    <a:pt x="9" y="43"/>
                                    <a:pt x="10" y="43"/>
                                  </a:cubicBezTo>
                                  <a:cubicBezTo>
                                    <a:pt x="10" y="43"/>
                                    <a:pt x="10" y="43"/>
                                    <a:pt x="11" y="43"/>
                                  </a:cubicBezTo>
                                  <a:cubicBezTo>
                                    <a:pt x="11" y="43"/>
                                    <a:pt x="11" y="42"/>
                                    <a:pt x="11" y="42"/>
                                  </a:cubicBezTo>
                                  <a:cubicBezTo>
                                    <a:pt x="12" y="42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2" y="42"/>
                                    <a:pt x="12" y="42"/>
                                  </a:cubicBezTo>
                                  <a:cubicBezTo>
                                    <a:pt x="13" y="42"/>
                                    <a:pt x="12" y="42"/>
                                    <a:pt x="13" y="42"/>
                                  </a:cubicBezTo>
                                  <a:cubicBezTo>
                                    <a:pt x="13" y="42"/>
                                    <a:pt x="13" y="42"/>
                                    <a:pt x="14" y="42"/>
                                  </a:cubicBezTo>
                                  <a:cubicBezTo>
                                    <a:pt x="14" y="42"/>
                                    <a:pt x="14" y="41"/>
                                    <a:pt x="14" y="41"/>
                                  </a:cubicBezTo>
                                  <a:cubicBezTo>
                                    <a:pt x="15" y="41"/>
                                    <a:pt x="15" y="41"/>
                                    <a:pt x="15" y="41"/>
                                  </a:cubicBezTo>
                                  <a:cubicBezTo>
                                    <a:pt x="15" y="40"/>
                                    <a:pt x="15" y="40"/>
                                    <a:pt x="15" y="39"/>
                                  </a:cubicBezTo>
                                  <a:cubicBezTo>
                                    <a:pt x="15" y="39"/>
                                    <a:pt x="16" y="39"/>
                                    <a:pt x="16" y="39"/>
                                  </a:cubicBezTo>
                                  <a:cubicBezTo>
                                    <a:pt x="16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7" y="39"/>
                                    <a:pt x="18" y="39"/>
                                  </a:cubicBezTo>
                                  <a:cubicBezTo>
                                    <a:pt x="18" y="39"/>
                                    <a:pt x="18" y="39"/>
                                    <a:pt x="19" y="38"/>
                                  </a:cubicBezTo>
                                  <a:cubicBezTo>
                                    <a:pt x="19" y="38"/>
                                    <a:pt x="20" y="38"/>
                                    <a:pt x="20" y="38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20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4" y="36"/>
                                    <a:pt x="24" y="36"/>
                                  </a:cubicBezTo>
                                  <a:cubicBezTo>
                                    <a:pt x="24" y="36"/>
                                    <a:pt x="24" y="35"/>
                                    <a:pt x="24" y="35"/>
                                  </a:cubicBezTo>
                                  <a:cubicBezTo>
                                    <a:pt x="24" y="35"/>
                                    <a:pt x="25" y="36"/>
                                    <a:pt x="25" y="36"/>
                                  </a:cubicBezTo>
                                  <a:cubicBezTo>
                                    <a:pt x="25" y="36"/>
                                    <a:pt x="25" y="36"/>
                                    <a:pt x="25" y="36"/>
                                  </a:cubicBezTo>
                                  <a:cubicBezTo>
                                    <a:pt x="26" y="35"/>
                                    <a:pt x="26" y="36"/>
                                    <a:pt x="27" y="36"/>
                                  </a:cubicBezTo>
                                  <a:cubicBezTo>
                                    <a:pt x="27" y="36"/>
                                    <a:pt x="28" y="36"/>
                                    <a:pt x="29" y="35"/>
                                  </a:cubicBezTo>
                                  <a:cubicBezTo>
                                    <a:pt x="29" y="35"/>
                                    <a:pt x="27" y="34"/>
                                    <a:pt x="28" y="34"/>
                                  </a:cubicBezTo>
                                  <a:cubicBezTo>
                                    <a:pt x="28" y="34"/>
                                    <a:pt x="29" y="33"/>
                                    <a:pt x="29" y="33"/>
                                  </a:cubicBezTo>
                                  <a:cubicBezTo>
                                    <a:pt x="29" y="32"/>
                                    <a:pt x="29" y="32"/>
                                    <a:pt x="29" y="31"/>
                                  </a:cubicBezTo>
                                  <a:cubicBezTo>
                                    <a:pt x="29" y="31"/>
                                    <a:pt x="29" y="31"/>
                                    <a:pt x="29" y="31"/>
                                  </a:cubicBezTo>
                                  <a:cubicBezTo>
                                    <a:pt x="29" y="30"/>
                                    <a:pt x="30" y="30"/>
                                    <a:pt x="30" y="30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1" y="28"/>
                                    <a:pt x="31" y="28"/>
                                  </a:cubicBezTo>
                                  <a:cubicBezTo>
                                    <a:pt x="31" y="27"/>
                                    <a:pt x="31" y="27"/>
                                    <a:pt x="31" y="27"/>
                                  </a:cubicBezTo>
                                  <a:cubicBezTo>
                                    <a:pt x="30" y="26"/>
                                    <a:pt x="31" y="26"/>
                                    <a:pt x="30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4" name="Freeform 807">
                              <a:extLst>
                                <a:ext uri="{FF2B5EF4-FFF2-40B4-BE49-F238E27FC236}">
                                  <a16:creationId xmlns:a16="http://schemas.microsoft.com/office/drawing/2014/main" id="{B4E09B03-5F09-A883-D79E-B1B9AC2F64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34063" y="3317875"/>
                              <a:ext cx="190500" cy="115888"/>
                            </a:xfrm>
                            <a:custGeom>
                              <a:avLst/>
                              <a:gdLst>
                                <a:gd name="T0" fmla="*/ 7 w 46"/>
                                <a:gd name="T1" fmla="*/ 24 h 28"/>
                                <a:gd name="T2" fmla="*/ 9 w 46"/>
                                <a:gd name="T3" fmla="*/ 26 h 28"/>
                                <a:gd name="T4" fmla="*/ 16 w 46"/>
                                <a:gd name="T5" fmla="*/ 27 h 28"/>
                                <a:gd name="T6" fmla="*/ 19 w 46"/>
                                <a:gd name="T7" fmla="*/ 26 h 28"/>
                                <a:gd name="T8" fmla="*/ 22 w 46"/>
                                <a:gd name="T9" fmla="*/ 25 h 28"/>
                                <a:gd name="T10" fmla="*/ 24 w 46"/>
                                <a:gd name="T11" fmla="*/ 24 h 28"/>
                                <a:gd name="T12" fmla="*/ 28 w 46"/>
                                <a:gd name="T13" fmla="*/ 24 h 28"/>
                                <a:gd name="T14" fmla="*/ 30 w 46"/>
                                <a:gd name="T15" fmla="*/ 24 h 28"/>
                                <a:gd name="T16" fmla="*/ 33 w 46"/>
                                <a:gd name="T17" fmla="*/ 23 h 28"/>
                                <a:gd name="T18" fmla="*/ 34 w 46"/>
                                <a:gd name="T19" fmla="*/ 20 h 28"/>
                                <a:gd name="T20" fmla="*/ 36 w 46"/>
                                <a:gd name="T21" fmla="*/ 19 h 28"/>
                                <a:gd name="T22" fmla="*/ 37 w 46"/>
                                <a:gd name="T23" fmla="*/ 15 h 28"/>
                                <a:gd name="T24" fmla="*/ 39 w 46"/>
                                <a:gd name="T25" fmla="*/ 13 h 28"/>
                                <a:gd name="T26" fmla="*/ 40 w 46"/>
                                <a:gd name="T27" fmla="*/ 10 h 28"/>
                                <a:gd name="T28" fmla="*/ 41 w 46"/>
                                <a:gd name="T29" fmla="*/ 8 h 28"/>
                                <a:gd name="T30" fmla="*/ 42 w 46"/>
                                <a:gd name="T31" fmla="*/ 8 h 28"/>
                                <a:gd name="T32" fmla="*/ 45 w 46"/>
                                <a:gd name="T33" fmla="*/ 6 h 28"/>
                                <a:gd name="T34" fmla="*/ 44 w 46"/>
                                <a:gd name="T35" fmla="*/ 5 h 28"/>
                                <a:gd name="T36" fmla="*/ 42 w 46"/>
                                <a:gd name="T37" fmla="*/ 3 h 28"/>
                                <a:gd name="T38" fmla="*/ 40 w 46"/>
                                <a:gd name="T39" fmla="*/ 2 h 28"/>
                                <a:gd name="T40" fmla="*/ 38 w 46"/>
                                <a:gd name="T41" fmla="*/ 2 h 28"/>
                                <a:gd name="T42" fmla="*/ 35 w 46"/>
                                <a:gd name="T43" fmla="*/ 0 h 28"/>
                                <a:gd name="T44" fmla="*/ 33 w 46"/>
                                <a:gd name="T45" fmla="*/ 1 h 28"/>
                                <a:gd name="T46" fmla="*/ 29 w 46"/>
                                <a:gd name="T47" fmla="*/ 0 h 28"/>
                                <a:gd name="T48" fmla="*/ 27 w 46"/>
                                <a:gd name="T49" fmla="*/ 3 h 28"/>
                                <a:gd name="T50" fmla="*/ 23 w 46"/>
                                <a:gd name="T51" fmla="*/ 4 h 28"/>
                                <a:gd name="T52" fmla="*/ 18 w 46"/>
                                <a:gd name="T53" fmla="*/ 5 h 28"/>
                                <a:gd name="T54" fmla="*/ 16 w 46"/>
                                <a:gd name="T55" fmla="*/ 8 h 28"/>
                                <a:gd name="T56" fmla="*/ 10 w 46"/>
                                <a:gd name="T57" fmla="*/ 7 h 28"/>
                                <a:gd name="T58" fmla="*/ 6 w 46"/>
                                <a:gd name="T59" fmla="*/ 9 h 28"/>
                                <a:gd name="T60" fmla="*/ 3 w 46"/>
                                <a:gd name="T61" fmla="*/ 8 h 28"/>
                                <a:gd name="T62" fmla="*/ 4 w 46"/>
                                <a:gd name="T63" fmla="*/ 11 h 28"/>
                                <a:gd name="T64" fmla="*/ 2 w 46"/>
                                <a:gd name="T65" fmla="*/ 13 h 28"/>
                                <a:gd name="T66" fmla="*/ 2 w 46"/>
                                <a:gd name="T67" fmla="*/ 15 h 28"/>
                                <a:gd name="T68" fmla="*/ 0 w 46"/>
                                <a:gd name="T69" fmla="*/ 17 h 28"/>
                                <a:gd name="T70" fmla="*/ 1 w 46"/>
                                <a:gd name="T71" fmla="*/ 18 h 28"/>
                                <a:gd name="T72" fmla="*/ 2 w 46"/>
                                <a:gd name="T73" fmla="*/ 19 h 28"/>
                                <a:gd name="T74" fmla="*/ 2 w 46"/>
                                <a:gd name="T75" fmla="*/ 21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</a:cxnLst>
                              <a:rect l="0" t="0" r="r" b="b"/>
                              <a:pathLst>
                                <a:path w="46" h="28">
                                  <a:moveTo>
                                    <a:pt x="5" y="23"/>
                                  </a:moveTo>
                                  <a:cubicBezTo>
                                    <a:pt x="6" y="24"/>
                                    <a:pt x="6" y="24"/>
                                    <a:pt x="7" y="24"/>
                                  </a:cubicBezTo>
                                  <a:cubicBezTo>
                                    <a:pt x="8" y="25"/>
                                    <a:pt x="8" y="25"/>
                                    <a:pt x="8" y="26"/>
                                  </a:cubicBezTo>
                                  <a:cubicBezTo>
                                    <a:pt x="8" y="26"/>
                                    <a:pt x="9" y="26"/>
                                    <a:pt x="9" y="26"/>
                                  </a:cubicBezTo>
                                  <a:cubicBezTo>
                                    <a:pt x="10" y="27"/>
                                    <a:pt x="11" y="27"/>
                                    <a:pt x="13" y="27"/>
                                  </a:cubicBezTo>
                                  <a:cubicBezTo>
                                    <a:pt x="14" y="27"/>
                                    <a:pt x="15" y="28"/>
                                    <a:pt x="16" y="27"/>
                                  </a:cubicBezTo>
                                  <a:cubicBezTo>
                                    <a:pt x="16" y="27"/>
                                    <a:pt x="17" y="27"/>
                                    <a:pt x="18" y="26"/>
                                  </a:cubicBezTo>
                                  <a:cubicBezTo>
                                    <a:pt x="18" y="26"/>
                                    <a:pt x="19" y="26"/>
                                    <a:pt x="19" y="26"/>
                                  </a:cubicBezTo>
                                  <a:cubicBezTo>
                                    <a:pt x="20" y="25"/>
                                    <a:pt x="20" y="26"/>
                                    <a:pt x="21" y="26"/>
                                  </a:cubicBezTo>
                                  <a:cubicBezTo>
                                    <a:pt x="21" y="25"/>
                                    <a:pt x="21" y="25"/>
                                    <a:pt x="22" y="25"/>
                                  </a:cubicBezTo>
                                  <a:cubicBezTo>
                                    <a:pt x="22" y="25"/>
                                    <a:pt x="22" y="24"/>
                                    <a:pt x="23" y="24"/>
                                  </a:cubicBezTo>
                                  <a:cubicBezTo>
                                    <a:pt x="23" y="24"/>
                                    <a:pt x="24" y="24"/>
                                    <a:pt x="24" y="24"/>
                                  </a:cubicBezTo>
                                  <a:cubicBezTo>
                                    <a:pt x="24" y="24"/>
                                    <a:pt x="25" y="24"/>
                                    <a:pt x="25" y="24"/>
                                  </a:cubicBezTo>
                                  <a:cubicBezTo>
                                    <a:pt x="26" y="24"/>
                                    <a:pt x="27" y="24"/>
                                    <a:pt x="28" y="24"/>
                                  </a:cubicBezTo>
                                  <a:cubicBezTo>
                                    <a:pt x="28" y="24"/>
                                    <a:pt x="29" y="24"/>
                                    <a:pt x="29" y="24"/>
                                  </a:cubicBezTo>
                                  <a:cubicBezTo>
                                    <a:pt x="30" y="24"/>
                                    <a:pt x="30" y="24"/>
                                    <a:pt x="30" y="24"/>
                                  </a:cubicBezTo>
                                  <a:cubicBezTo>
                                    <a:pt x="31" y="24"/>
                                    <a:pt x="31" y="23"/>
                                    <a:pt x="31" y="23"/>
                                  </a:cubicBezTo>
                                  <a:cubicBezTo>
                                    <a:pt x="32" y="23"/>
                                    <a:pt x="32" y="23"/>
                                    <a:pt x="33" y="23"/>
                                  </a:cubicBezTo>
                                  <a:cubicBezTo>
                                    <a:pt x="33" y="23"/>
                                    <a:pt x="34" y="22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0"/>
                                  </a:cubicBezTo>
                                  <a:cubicBezTo>
                                    <a:pt x="34" y="20"/>
                                    <a:pt x="35" y="20"/>
                                    <a:pt x="35" y="19"/>
                                  </a:cubicBezTo>
                                  <a:cubicBezTo>
                                    <a:pt x="35" y="19"/>
                                    <a:pt x="35" y="19"/>
                                    <a:pt x="36" y="19"/>
                                  </a:cubicBezTo>
                                  <a:cubicBezTo>
                                    <a:pt x="36" y="18"/>
                                    <a:pt x="36" y="18"/>
                                    <a:pt x="36" y="18"/>
                                  </a:cubicBezTo>
                                  <a:cubicBezTo>
                                    <a:pt x="36" y="17"/>
                                    <a:pt x="37" y="16"/>
                                    <a:pt x="37" y="15"/>
                                  </a:cubicBezTo>
                                  <a:cubicBezTo>
                                    <a:pt x="37" y="15"/>
                                    <a:pt x="38" y="14"/>
                                    <a:pt x="38" y="14"/>
                                  </a:cubicBezTo>
                                  <a:cubicBezTo>
                                    <a:pt x="38" y="14"/>
                                    <a:pt x="38" y="13"/>
                                    <a:pt x="39" y="13"/>
                                  </a:cubicBezTo>
                                  <a:cubicBezTo>
                                    <a:pt x="39" y="12"/>
                                    <a:pt x="39" y="12"/>
                                    <a:pt x="39" y="12"/>
                                  </a:cubicBezTo>
                                  <a:cubicBezTo>
                                    <a:pt x="39" y="11"/>
                                    <a:pt x="39" y="11"/>
                                    <a:pt x="40" y="10"/>
                                  </a:cubicBezTo>
                                  <a:cubicBezTo>
                                    <a:pt x="40" y="10"/>
                                    <a:pt x="40" y="10"/>
                                    <a:pt x="41" y="10"/>
                                  </a:cubicBezTo>
                                  <a:cubicBezTo>
                                    <a:pt x="41" y="9"/>
                                    <a:pt x="41" y="9"/>
                                    <a:pt x="41" y="8"/>
                                  </a:cubicBezTo>
                                  <a:cubicBezTo>
                                    <a:pt x="41" y="8"/>
                                    <a:pt x="42" y="8"/>
                                    <a:pt x="42" y="8"/>
                                  </a:cubicBezTo>
                                  <a:cubicBezTo>
                                    <a:pt x="42" y="8"/>
                                    <a:pt x="42" y="8"/>
                                    <a:pt x="42" y="8"/>
                                  </a:cubicBezTo>
                                  <a:cubicBezTo>
                                    <a:pt x="43" y="8"/>
                                    <a:pt x="43" y="8"/>
                                    <a:pt x="44" y="8"/>
                                  </a:cubicBezTo>
                                  <a:cubicBezTo>
                                    <a:pt x="45" y="8"/>
                                    <a:pt x="46" y="7"/>
                                    <a:pt x="45" y="6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4" y="5"/>
                                    <a:pt x="44" y="5"/>
                                    <a:pt x="44" y="5"/>
                                  </a:cubicBezTo>
                                  <a:cubicBezTo>
                                    <a:pt x="43" y="5"/>
                                    <a:pt x="43" y="4"/>
                                    <a:pt x="43" y="4"/>
                                  </a:cubicBezTo>
                                  <a:cubicBezTo>
                                    <a:pt x="43" y="3"/>
                                    <a:pt x="42" y="3"/>
                                    <a:pt x="42" y="3"/>
                                  </a:cubicBezTo>
                                  <a:cubicBezTo>
                                    <a:pt x="41" y="3"/>
                                    <a:pt x="41" y="3"/>
                                    <a:pt x="41" y="2"/>
                                  </a:cubicBezTo>
                                  <a:cubicBezTo>
                                    <a:pt x="41" y="2"/>
                                    <a:pt x="41" y="2"/>
                                    <a:pt x="40" y="2"/>
                                  </a:cubicBezTo>
                                  <a:cubicBezTo>
                                    <a:pt x="40" y="2"/>
                                    <a:pt x="40" y="2"/>
                                    <a:pt x="40" y="2"/>
                                  </a:cubicBezTo>
                                  <a:cubicBezTo>
                                    <a:pt x="39" y="2"/>
                                    <a:pt x="38" y="3"/>
                                    <a:pt x="38" y="2"/>
                                  </a:cubicBezTo>
                                  <a:cubicBezTo>
                                    <a:pt x="37" y="1"/>
                                    <a:pt x="36" y="1"/>
                                    <a:pt x="36" y="0"/>
                                  </a:cubicBezTo>
                                  <a:cubicBezTo>
                                    <a:pt x="36" y="0"/>
                                    <a:pt x="35" y="0"/>
                                    <a:pt x="35" y="0"/>
                                  </a:cubicBezTo>
                                  <a:cubicBezTo>
                                    <a:pt x="35" y="0"/>
                                    <a:pt x="35" y="1"/>
                                    <a:pt x="34" y="1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1"/>
                                    <a:pt x="32" y="0"/>
                                    <a:pt x="31" y="0"/>
                                  </a:cubicBezTo>
                                  <a:cubicBezTo>
                                    <a:pt x="31" y="0"/>
                                    <a:pt x="30" y="0"/>
                                    <a:pt x="29" y="0"/>
                                  </a:cubicBezTo>
                                  <a:cubicBezTo>
                                    <a:pt x="29" y="1"/>
                                    <a:pt x="29" y="1"/>
                                    <a:pt x="28" y="2"/>
                                  </a:cubicBezTo>
                                  <a:cubicBezTo>
                                    <a:pt x="28" y="3"/>
                                    <a:pt x="28" y="3"/>
                                    <a:pt x="27" y="3"/>
                                  </a:cubicBezTo>
                                  <a:cubicBezTo>
                                    <a:pt x="26" y="4"/>
                                    <a:pt x="25" y="5"/>
                                    <a:pt x="24" y="4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2" y="4"/>
                                    <a:pt x="22" y="5"/>
                                    <a:pt x="21" y="5"/>
                                  </a:cubicBezTo>
                                  <a:cubicBezTo>
                                    <a:pt x="20" y="5"/>
                                    <a:pt x="19" y="5"/>
                                    <a:pt x="18" y="5"/>
                                  </a:cubicBezTo>
                                  <a:cubicBezTo>
                                    <a:pt x="17" y="6"/>
                                    <a:pt x="18" y="7"/>
                                    <a:pt x="18" y="8"/>
                                  </a:cubicBezTo>
                                  <a:cubicBezTo>
                                    <a:pt x="17" y="8"/>
                                    <a:pt x="17" y="8"/>
                                    <a:pt x="16" y="8"/>
                                  </a:cubicBezTo>
                                  <a:cubicBezTo>
                                    <a:pt x="15" y="8"/>
                                    <a:pt x="15" y="8"/>
                                    <a:pt x="14" y="8"/>
                                  </a:cubicBezTo>
                                  <a:cubicBezTo>
                                    <a:pt x="13" y="8"/>
                                    <a:pt x="11" y="8"/>
                                    <a:pt x="10" y="7"/>
                                  </a:cubicBezTo>
                                  <a:cubicBezTo>
                                    <a:pt x="9" y="7"/>
                                    <a:pt x="8" y="6"/>
                                    <a:pt x="6" y="5"/>
                                  </a:cubicBezTo>
                                  <a:cubicBezTo>
                                    <a:pt x="6" y="6"/>
                                    <a:pt x="6" y="8"/>
                                    <a:pt x="6" y="9"/>
                                  </a:cubicBezTo>
                                  <a:cubicBezTo>
                                    <a:pt x="5" y="9"/>
                                    <a:pt x="4" y="9"/>
                                    <a:pt x="4" y="9"/>
                                  </a:cubicBezTo>
                                  <a:cubicBezTo>
                                    <a:pt x="4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2" y="9"/>
                                    <a:pt x="2" y="9"/>
                                  </a:cubicBezTo>
                                  <a:cubicBezTo>
                                    <a:pt x="2" y="10"/>
                                    <a:pt x="4" y="9"/>
                                    <a:pt x="4" y="11"/>
                                  </a:cubicBezTo>
                                  <a:cubicBezTo>
                                    <a:pt x="3" y="11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6"/>
                                  </a:cubicBezTo>
                                  <a:cubicBezTo>
                                    <a:pt x="1" y="16"/>
                                    <a:pt x="0" y="17"/>
                                    <a:pt x="0" y="17"/>
                                  </a:cubicBezTo>
                                  <a:cubicBezTo>
                                    <a:pt x="0" y="17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20"/>
                                    <a:pt x="2" y="20"/>
                                    <a:pt x="2" y="21"/>
                                  </a:cubicBezTo>
                                  <a:cubicBezTo>
                                    <a:pt x="2" y="21"/>
                                    <a:pt x="2" y="21"/>
                                    <a:pt x="2" y="21"/>
                                  </a:cubicBezTo>
                                  <a:cubicBezTo>
                                    <a:pt x="3" y="21"/>
                                    <a:pt x="5" y="22"/>
                                    <a:pt x="5" y="2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5" name="Freeform 808">
                              <a:extLst>
                                <a:ext uri="{FF2B5EF4-FFF2-40B4-BE49-F238E27FC236}">
                                  <a16:creationId xmlns:a16="http://schemas.microsoft.com/office/drawing/2014/main" id="{4D03CF25-6CCC-53B1-5CEE-C4AD1C116C9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51438" y="2725738"/>
                              <a:ext cx="287337" cy="538163"/>
                            </a:xfrm>
                            <a:custGeom>
                              <a:avLst/>
                              <a:gdLst>
                                <a:gd name="T0" fmla="*/ 57 w 69"/>
                                <a:gd name="T1" fmla="*/ 88 h 129"/>
                                <a:gd name="T2" fmla="*/ 52 w 69"/>
                                <a:gd name="T3" fmla="*/ 79 h 129"/>
                                <a:gd name="T4" fmla="*/ 36 w 69"/>
                                <a:gd name="T5" fmla="*/ 58 h 129"/>
                                <a:gd name="T6" fmla="*/ 35 w 69"/>
                                <a:gd name="T7" fmla="*/ 54 h 129"/>
                                <a:gd name="T8" fmla="*/ 34 w 69"/>
                                <a:gd name="T9" fmla="*/ 39 h 129"/>
                                <a:gd name="T10" fmla="*/ 27 w 69"/>
                                <a:gd name="T11" fmla="*/ 39 h 129"/>
                                <a:gd name="T12" fmla="*/ 33 w 69"/>
                                <a:gd name="T13" fmla="*/ 30 h 129"/>
                                <a:gd name="T14" fmla="*/ 24 w 69"/>
                                <a:gd name="T15" fmla="*/ 29 h 129"/>
                                <a:gd name="T16" fmla="*/ 18 w 69"/>
                                <a:gd name="T17" fmla="*/ 32 h 129"/>
                                <a:gd name="T18" fmla="*/ 17 w 69"/>
                                <a:gd name="T19" fmla="*/ 37 h 129"/>
                                <a:gd name="T20" fmla="*/ 16 w 69"/>
                                <a:gd name="T21" fmla="*/ 43 h 129"/>
                                <a:gd name="T22" fmla="*/ 16 w 69"/>
                                <a:gd name="T23" fmla="*/ 45 h 129"/>
                                <a:gd name="T24" fmla="*/ 16 w 69"/>
                                <a:gd name="T25" fmla="*/ 51 h 129"/>
                                <a:gd name="T26" fmla="*/ 19 w 69"/>
                                <a:gd name="T27" fmla="*/ 53 h 129"/>
                                <a:gd name="T28" fmla="*/ 15 w 69"/>
                                <a:gd name="T29" fmla="*/ 65 h 129"/>
                                <a:gd name="T30" fmla="*/ 20 w 69"/>
                                <a:gd name="T31" fmla="*/ 56 h 129"/>
                                <a:gd name="T32" fmla="*/ 22 w 69"/>
                                <a:gd name="T33" fmla="*/ 59 h 129"/>
                                <a:gd name="T34" fmla="*/ 20 w 69"/>
                                <a:gd name="T35" fmla="*/ 71 h 129"/>
                                <a:gd name="T36" fmla="*/ 24 w 69"/>
                                <a:gd name="T37" fmla="*/ 72 h 129"/>
                                <a:gd name="T38" fmla="*/ 32 w 69"/>
                                <a:gd name="T39" fmla="*/ 72 h 129"/>
                                <a:gd name="T40" fmla="*/ 33 w 69"/>
                                <a:gd name="T41" fmla="*/ 85 h 129"/>
                                <a:gd name="T42" fmla="*/ 25 w 69"/>
                                <a:gd name="T43" fmla="*/ 91 h 129"/>
                                <a:gd name="T44" fmla="*/ 21 w 69"/>
                                <a:gd name="T45" fmla="*/ 96 h 129"/>
                                <a:gd name="T46" fmla="*/ 19 w 69"/>
                                <a:gd name="T47" fmla="*/ 105 h 129"/>
                                <a:gd name="T48" fmla="*/ 20 w 69"/>
                                <a:gd name="T49" fmla="*/ 109 h 129"/>
                                <a:gd name="T50" fmla="*/ 28 w 69"/>
                                <a:gd name="T51" fmla="*/ 110 h 129"/>
                                <a:gd name="T52" fmla="*/ 25 w 69"/>
                                <a:gd name="T53" fmla="*/ 116 h 129"/>
                                <a:gd name="T54" fmla="*/ 14 w 69"/>
                                <a:gd name="T55" fmla="*/ 127 h 129"/>
                                <a:gd name="T56" fmla="*/ 24 w 69"/>
                                <a:gd name="T57" fmla="*/ 123 h 129"/>
                                <a:gd name="T58" fmla="*/ 34 w 69"/>
                                <a:gd name="T59" fmla="*/ 120 h 129"/>
                                <a:gd name="T60" fmla="*/ 48 w 69"/>
                                <a:gd name="T61" fmla="*/ 119 h 129"/>
                                <a:gd name="T62" fmla="*/ 68 w 69"/>
                                <a:gd name="T63" fmla="*/ 113 h 129"/>
                                <a:gd name="T64" fmla="*/ 63 w 69"/>
                                <a:gd name="T65" fmla="*/ 107 h 129"/>
                                <a:gd name="T66" fmla="*/ 45 w 69"/>
                                <a:gd name="T67" fmla="*/ 121 h 129"/>
                                <a:gd name="T68" fmla="*/ 34 w 69"/>
                                <a:gd name="T69" fmla="*/ 22 h 129"/>
                                <a:gd name="T70" fmla="*/ 12 w 69"/>
                                <a:gd name="T71" fmla="*/ 47 h 129"/>
                                <a:gd name="T72" fmla="*/ 19 w 69"/>
                                <a:gd name="T73" fmla="*/ 60 h 129"/>
                                <a:gd name="T74" fmla="*/ 10 w 69"/>
                                <a:gd name="T75" fmla="*/ 51 h 129"/>
                                <a:gd name="T76" fmla="*/ 49 w 69"/>
                                <a:gd name="T77" fmla="*/ 2 h 129"/>
                                <a:gd name="T78" fmla="*/ 6 w 69"/>
                                <a:gd name="T79" fmla="*/ 41 h 129"/>
                                <a:gd name="T80" fmla="*/ 32 w 69"/>
                                <a:gd name="T81" fmla="*/ 24 h 129"/>
                                <a:gd name="T82" fmla="*/ 32 w 69"/>
                                <a:gd name="T83" fmla="*/ 22 h 129"/>
                                <a:gd name="T84" fmla="*/ 16 w 69"/>
                                <a:gd name="T85" fmla="*/ 44 h 129"/>
                                <a:gd name="T86" fmla="*/ 10 w 69"/>
                                <a:gd name="T87" fmla="*/ 41 h 129"/>
                                <a:gd name="T88" fmla="*/ 14 w 69"/>
                                <a:gd name="T89" fmla="*/ 45 h 129"/>
                                <a:gd name="T90" fmla="*/ 10 w 69"/>
                                <a:gd name="T91" fmla="*/ 60 h 129"/>
                                <a:gd name="T92" fmla="*/ 15 w 69"/>
                                <a:gd name="T93" fmla="*/ 57 h 129"/>
                                <a:gd name="T94" fmla="*/ 12 w 69"/>
                                <a:gd name="T95" fmla="*/ 54 h 129"/>
                                <a:gd name="T96" fmla="*/ 45 w 69"/>
                                <a:gd name="T97" fmla="*/ 7 h 129"/>
                                <a:gd name="T98" fmla="*/ 47 w 69"/>
                                <a:gd name="T99" fmla="*/ 5 h 129"/>
                                <a:gd name="T100" fmla="*/ 45 w 69"/>
                                <a:gd name="T101" fmla="*/ 5 h 129"/>
                                <a:gd name="T102" fmla="*/ 47 w 69"/>
                                <a:gd name="T103" fmla="*/ 4 h 129"/>
                                <a:gd name="T104" fmla="*/ 6 w 69"/>
                                <a:gd name="T105" fmla="*/ 40 h 129"/>
                                <a:gd name="T106" fmla="*/ 9 w 69"/>
                                <a:gd name="T107" fmla="*/ 36 h 129"/>
                                <a:gd name="T108" fmla="*/ 12 w 69"/>
                                <a:gd name="T109" fmla="*/ 33 h 129"/>
                                <a:gd name="T110" fmla="*/ 7 w 69"/>
                                <a:gd name="T111" fmla="*/ 33 h 129"/>
                                <a:gd name="T112" fmla="*/ 25 w 69"/>
                                <a:gd name="T113" fmla="*/ 82 h 129"/>
                                <a:gd name="T114" fmla="*/ 2 w 69"/>
                                <a:gd name="T115" fmla="*/ 77 h 129"/>
                                <a:gd name="T116" fmla="*/ 7 w 69"/>
                                <a:gd name="T117" fmla="*/ 79 h 129"/>
                                <a:gd name="T118" fmla="*/ 18 w 69"/>
                                <a:gd name="T119" fmla="*/ 78 h 129"/>
                                <a:gd name="T120" fmla="*/ 17 w 69"/>
                                <a:gd name="T121" fmla="*/ 74 h 1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69" h="129">
                                  <a:moveTo>
                                    <a:pt x="50" y="119"/>
                                  </a:move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lose/>
                                  <a:moveTo>
                                    <a:pt x="63" y="111"/>
                                  </a:move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3" y="112"/>
                                    <a:pt x="63" y="112"/>
                                    <a:pt x="63" y="112"/>
                                  </a:cubicBezTo>
                                  <a:cubicBezTo>
                                    <a:pt x="64" y="112"/>
                                    <a:pt x="64" y="112"/>
                                    <a:pt x="64" y="112"/>
                                  </a:cubicBezTo>
                                  <a:cubicBezTo>
                                    <a:pt x="64" y="111"/>
                                    <a:pt x="64" y="111"/>
                                    <a:pt x="64" y="111"/>
                                  </a:cubicBezTo>
                                  <a:lnTo>
                                    <a:pt x="63" y="111"/>
                                  </a:lnTo>
                                  <a:close/>
                                  <a:moveTo>
                                    <a:pt x="69" y="101"/>
                                  </a:moveTo>
                                  <a:cubicBezTo>
                                    <a:pt x="69" y="100"/>
                                    <a:pt x="69" y="99"/>
                                    <a:pt x="69" y="99"/>
                                  </a:cubicBezTo>
                                  <a:cubicBezTo>
                                    <a:pt x="69" y="95"/>
                                    <a:pt x="66" y="93"/>
                                    <a:pt x="63" y="93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2" y="93"/>
                                    <a:pt x="61" y="93"/>
                                    <a:pt x="60" y="93"/>
                                  </a:cubicBezTo>
                                  <a:cubicBezTo>
                                    <a:pt x="60" y="94"/>
                                    <a:pt x="60" y="94"/>
                                    <a:pt x="60" y="94"/>
                                  </a:cubicBezTo>
                                  <a:cubicBezTo>
                                    <a:pt x="59" y="94"/>
                                    <a:pt x="59" y="95"/>
                                    <a:pt x="59" y="96"/>
                                  </a:cubicBezTo>
                                  <a:cubicBezTo>
                                    <a:pt x="58" y="96"/>
                                    <a:pt x="58" y="96"/>
                                    <a:pt x="58" y="96"/>
                                  </a:cubicBezTo>
                                  <a:cubicBezTo>
                                    <a:pt x="57" y="95"/>
                                    <a:pt x="57" y="95"/>
                                    <a:pt x="57" y="95"/>
                                  </a:cubicBezTo>
                                  <a:cubicBezTo>
                                    <a:pt x="57" y="94"/>
                                    <a:pt x="57" y="94"/>
                                    <a:pt x="57" y="94"/>
                                  </a:cubicBezTo>
                                  <a:cubicBezTo>
                                    <a:pt x="56" y="95"/>
                                    <a:pt x="56" y="95"/>
                                    <a:pt x="56" y="95"/>
                                  </a:cubicBezTo>
                                  <a:cubicBezTo>
                                    <a:pt x="57" y="94"/>
                                    <a:pt x="57" y="93"/>
                                    <a:pt x="58" y="92"/>
                                  </a:cubicBezTo>
                                  <a:cubicBezTo>
                                    <a:pt x="59" y="91"/>
                                    <a:pt x="58" y="89"/>
                                    <a:pt x="57" y="88"/>
                                  </a:cubicBezTo>
                                  <a:cubicBezTo>
                                    <a:pt x="56" y="88"/>
                                    <a:pt x="56" y="88"/>
                                    <a:pt x="56" y="88"/>
                                  </a:cubicBezTo>
                                  <a:cubicBezTo>
                                    <a:pt x="56" y="87"/>
                                    <a:pt x="55" y="86"/>
                                    <a:pt x="54" y="86"/>
                                  </a:cubicBezTo>
                                  <a:cubicBezTo>
                                    <a:pt x="54" y="85"/>
                                    <a:pt x="54" y="85"/>
                                    <a:pt x="54" y="85"/>
                                  </a:cubicBezTo>
                                  <a:cubicBezTo>
                                    <a:pt x="53" y="85"/>
                                    <a:pt x="53" y="85"/>
                                    <a:pt x="53" y="85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6"/>
                                    <a:pt x="52" y="86"/>
                                    <a:pt x="52" y="86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0" y="85"/>
                                    <a:pt x="50" y="85"/>
                                    <a:pt x="50" y="85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5"/>
                                    <a:pt x="53" y="85"/>
                                    <a:pt x="53" y="85"/>
                                  </a:cubicBezTo>
                                  <a:cubicBezTo>
                                    <a:pt x="54" y="85"/>
                                    <a:pt x="54" y="85"/>
                                    <a:pt x="54" y="85"/>
                                  </a:cubicBezTo>
                                  <a:cubicBezTo>
                                    <a:pt x="55" y="86"/>
                                    <a:pt x="55" y="86"/>
                                    <a:pt x="55" y="86"/>
                                  </a:cubicBezTo>
                                  <a:cubicBezTo>
                                    <a:pt x="55" y="86"/>
                                    <a:pt x="55" y="86"/>
                                    <a:pt x="55" y="86"/>
                                  </a:cubicBezTo>
                                  <a:cubicBezTo>
                                    <a:pt x="56" y="86"/>
                                    <a:pt x="56" y="86"/>
                                    <a:pt x="56" y="86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6" y="85"/>
                                    <a:pt x="55" y="83"/>
                                    <a:pt x="54" y="81"/>
                                  </a:cubicBezTo>
                                  <a:cubicBezTo>
                                    <a:pt x="54" y="81"/>
                                    <a:pt x="54" y="81"/>
                                    <a:pt x="54" y="81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3" y="79"/>
                                    <a:pt x="53" y="79"/>
                                    <a:pt x="53" y="79"/>
                                  </a:cubicBezTo>
                                  <a:cubicBezTo>
                                    <a:pt x="52" y="79"/>
                                    <a:pt x="52" y="79"/>
                                    <a:pt x="52" y="79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0" y="75"/>
                                    <a:pt x="48" y="75"/>
                                    <a:pt x="47" y="75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6" y="73"/>
                                    <a:pt x="45" y="72"/>
                                    <a:pt x="45" y="71"/>
                                  </a:cubicBezTo>
                                  <a:cubicBezTo>
                                    <a:pt x="45" y="70"/>
                                    <a:pt x="45" y="70"/>
                                    <a:pt x="45" y="70"/>
                                  </a:cubicBezTo>
                                  <a:cubicBezTo>
                                    <a:pt x="44" y="70"/>
                                    <a:pt x="44" y="69"/>
                                    <a:pt x="44" y="68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6"/>
                                    <a:pt x="44" y="66"/>
                                    <a:pt x="44" y="66"/>
                                  </a:cubicBezTo>
                                  <a:cubicBezTo>
                                    <a:pt x="44" y="65"/>
                                    <a:pt x="44" y="64"/>
                                    <a:pt x="43" y="64"/>
                                  </a:cubicBezTo>
                                  <a:cubicBezTo>
                                    <a:pt x="43" y="63"/>
                                    <a:pt x="43" y="63"/>
                                    <a:pt x="43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2"/>
                                    <a:pt x="41" y="62"/>
                                    <a:pt x="41" y="61"/>
                                  </a:cubicBezTo>
                                  <a:cubicBezTo>
                                    <a:pt x="40" y="61"/>
                                    <a:pt x="40" y="60"/>
                                    <a:pt x="40" y="60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4" y="59"/>
                                    <a:pt x="34" y="59"/>
                                  </a:cubicBezTo>
                                  <a:cubicBezTo>
                                    <a:pt x="33" y="59"/>
                                    <a:pt x="33" y="59"/>
                                    <a:pt x="33" y="59"/>
                                  </a:cubicBezTo>
                                  <a:cubicBezTo>
                                    <a:pt x="33" y="59"/>
                                    <a:pt x="33" y="59"/>
                                    <a:pt x="33" y="59"/>
                                  </a:cubicBezTo>
                                  <a:cubicBezTo>
                                    <a:pt x="32" y="59"/>
                                    <a:pt x="31" y="59"/>
                                    <a:pt x="30" y="59"/>
                                  </a:cubicBezTo>
                                  <a:cubicBezTo>
                                    <a:pt x="29" y="59"/>
                                    <a:pt x="29" y="59"/>
                                    <a:pt x="29" y="59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30" y="58"/>
                                    <a:pt x="31" y="58"/>
                                    <a:pt x="31" y="59"/>
                                  </a:cubicBezTo>
                                  <a:cubicBezTo>
                                    <a:pt x="32" y="58"/>
                                    <a:pt x="32" y="58"/>
                                    <a:pt x="32" y="58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4" y="56"/>
                                    <a:pt x="34" y="56"/>
                                    <a:pt x="34" y="56"/>
                                  </a:cubicBezTo>
                                  <a:cubicBezTo>
                                    <a:pt x="35" y="56"/>
                                    <a:pt x="35" y="56"/>
                                    <a:pt x="35" y="57"/>
                                  </a:cubicBezTo>
                                  <a:cubicBezTo>
                                    <a:pt x="36" y="56"/>
                                    <a:pt x="36" y="56"/>
                                    <a:pt x="36" y="56"/>
                                  </a:cubicBezTo>
                                  <a:cubicBezTo>
                                    <a:pt x="37" y="56"/>
                                    <a:pt x="37" y="56"/>
                                    <a:pt x="37" y="56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4"/>
                                    <a:pt x="35" y="54"/>
                                    <a:pt x="35" y="54"/>
                                  </a:cubicBezTo>
                                  <a:cubicBezTo>
                                    <a:pt x="35" y="54"/>
                                    <a:pt x="35" y="54"/>
                                    <a:pt x="35" y="54"/>
                                  </a:cubicBezTo>
                                  <a:cubicBezTo>
                                    <a:pt x="34" y="54"/>
                                    <a:pt x="33" y="54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3" y="54"/>
                                    <a:pt x="33" y="54"/>
                                    <a:pt x="33" y="54"/>
                                  </a:cubicBezTo>
                                  <a:cubicBezTo>
                                    <a:pt x="35" y="53"/>
                                    <a:pt x="35" y="53"/>
                                    <a:pt x="35" y="53"/>
                                  </a:cubicBezTo>
                                  <a:cubicBezTo>
                                    <a:pt x="36" y="53"/>
                                    <a:pt x="37" y="52"/>
                                    <a:pt x="37" y="52"/>
                                  </a:cubicBezTo>
                                  <a:cubicBezTo>
                                    <a:pt x="37" y="51"/>
                                    <a:pt x="37" y="51"/>
                                    <a:pt x="37" y="51"/>
                                  </a:cubicBezTo>
                                  <a:cubicBezTo>
                                    <a:pt x="38" y="50"/>
                                    <a:pt x="38" y="50"/>
                                    <a:pt x="38" y="50"/>
                                  </a:cubicBezTo>
                                  <a:cubicBezTo>
                                    <a:pt x="38" y="50"/>
                                    <a:pt x="39" y="49"/>
                                    <a:pt x="39" y="48"/>
                                  </a:cubicBezTo>
                                  <a:cubicBezTo>
                                    <a:pt x="39" y="48"/>
                                    <a:pt x="39" y="48"/>
                                    <a:pt x="39" y="48"/>
                                  </a:cubicBezTo>
                                  <a:cubicBezTo>
                                    <a:pt x="39" y="47"/>
                                    <a:pt x="40" y="46"/>
                                    <a:pt x="40" y="46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5"/>
                                    <a:pt x="40" y="44"/>
                                    <a:pt x="41" y="43"/>
                                  </a:cubicBezTo>
                                  <a:cubicBezTo>
                                    <a:pt x="41" y="43"/>
                                    <a:pt x="42" y="42"/>
                                    <a:pt x="42" y="42"/>
                                  </a:cubicBezTo>
                                  <a:cubicBezTo>
                                    <a:pt x="42" y="41"/>
                                    <a:pt x="42" y="41"/>
                                    <a:pt x="42" y="40"/>
                                  </a:cubicBezTo>
                                  <a:cubicBezTo>
                                    <a:pt x="41" y="40"/>
                                    <a:pt x="41" y="39"/>
                                    <a:pt x="40" y="39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8" y="39"/>
                                    <a:pt x="38" y="39"/>
                                    <a:pt x="38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6" y="39"/>
                                    <a:pt x="35" y="39"/>
                                    <a:pt x="34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2" y="39"/>
                                    <a:pt x="32" y="39"/>
                                  </a:cubicBezTo>
                                  <a:cubicBezTo>
                                    <a:pt x="32" y="39"/>
                                    <a:pt x="31" y="39"/>
                                    <a:pt x="31" y="39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28" y="40"/>
                                    <a:pt x="28" y="40"/>
                                    <a:pt x="28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1"/>
                                    <a:pt x="27" y="41"/>
                                    <a:pt x="27" y="41"/>
                                  </a:cubicBezTo>
                                  <a:cubicBezTo>
                                    <a:pt x="26" y="41"/>
                                    <a:pt x="26" y="41"/>
                                    <a:pt x="26" y="41"/>
                                  </a:cubicBezTo>
                                  <a:cubicBezTo>
                                    <a:pt x="26" y="41"/>
                                    <a:pt x="26" y="41"/>
                                    <a:pt x="26" y="41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6" y="39"/>
                                    <a:pt x="26" y="39"/>
                                    <a:pt x="26" y="39"/>
                                  </a:cubicBezTo>
                                  <a:cubicBezTo>
                                    <a:pt x="24" y="40"/>
                                    <a:pt x="24" y="40"/>
                                    <a:pt x="24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5" y="39"/>
                                    <a:pt x="25" y="39"/>
                                    <a:pt x="25" y="39"/>
                                  </a:cubicBezTo>
                                  <a:cubicBezTo>
                                    <a:pt x="26" y="39"/>
                                    <a:pt x="26" y="39"/>
                                    <a:pt x="26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29" y="37"/>
                                    <a:pt x="29" y="37"/>
                                    <a:pt x="29" y="37"/>
                                  </a:cubicBezTo>
                                  <a:cubicBezTo>
                                    <a:pt x="28" y="38"/>
                                    <a:pt x="28" y="38"/>
                                    <a:pt x="28" y="38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8" y="36"/>
                                    <a:pt x="28" y="36"/>
                                  </a:cubicBezTo>
                                  <a:cubicBezTo>
                                    <a:pt x="28" y="35"/>
                                    <a:pt x="28" y="35"/>
                                    <a:pt x="28" y="35"/>
                                  </a:cubicBezTo>
                                  <a:cubicBezTo>
                                    <a:pt x="30" y="34"/>
                                    <a:pt x="31" y="33"/>
                                    <a:pt x="32" y="32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29"/>
                                    <a:pt x="34" y="29"/>
                                    <a:pt x="34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2" y="29"/>
                                    <a:pt x="32" y="29"/>
                                    <a:pt x="32" y="29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30" y="28"/>
                                    <a:pt x="29" y="29"/>
                                    <a:pt x="29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5" y="29"/>
                                    <a:pt x="25" y="30"/>
                                    <a:pt x="24" y="30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8"/>
                                    <a:pt x="23" y="28"/>
                                    <a:pt x="23" y="28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1" y="28"/>
                                    <a:pt x="21" y="28"/>
                                    <a:pt x="21" y="28"/>
                                  </a:cubicBezTo>
                                  <a:cubicBezTo>
                                    <a:pt x="21" y="29"/>
                                    <a:pt x="21" y="29"/>
                                    <a:pt x="21" y="29"/>
                                  </a:cubicBezTo>
                                  <a:cubicBezTo>
                                    <a:pt x="20" y="29"/>
                                    <a:pt x="20" y="29"/>
                                    <a:pt x="20" y="29"/>
                                  </a:cubicBezTo>
                                  <a:cubicBezTo>
                                    <a:pt x="20" y="30"/>
                                    <a:pt x="20" y="30"/>
                                    <a:pt x="20" y="30"/>
                                  </a:cubicBezTo>
                                  <a:cubicBezTo>
                                    <a:pt x="21" y="30"/>
                                    <a:pt x="21" y="30"/>
                                    <a:pt x="21" y="30"/>
                                  </a:cubicBezTo>
                                  <a:cubicBezTo>
                                    <a:pt x="20" y="30"/>
                                    <a:pt x="20" y="30"/>
                                    <a:pt x="20" y="30"/>
                                  </a:cubicBezTo>
                                  <a:cubicBezTo>
                                    <a:pt x="21" y="31"/>
                                    <a:pt x="21" y="31"/>
                                    <a:pt x="21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5"/>
                                    <a:pt x="19" y="35"/>
                                    <a:pt x="19" y="36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8"/>
                                    <a:pt x="17" y="38"/>
                                    <a:pt x="17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9"/>
                                    <a:pt x="15" y="39"/>
                                    <a:pt x="15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1"/>
                                    <a:pt x="17" y="41"/>
                                    <a:pt x="17" y="41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5" y="40"/>
                                    <a:pt x="15" y="40"/>
                                    <a:pt x="15" y="40"/>
                                  </a:cubicBezTo>
                                  <a:cubicBezTo>
                                    <a:pt x="15" y="41"/>
                                    <a:pt x="15" y="41"/>
                                    <a:pt x="15" y="42"/>
                                  </a:cubicBezTo>
                                  <a:cubicBezTo>
                                    <a:pt x="15" y="42"/>
                                    <a:pt x="15" y="42"/>
                                    <a:pt x="15" y="42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6" y="43"/>
                                    <a:pt x="16" y="43"/>
                                    <a:pt x="16" y="43"/>
                                  </a:cubicBezTo>
                                  <a:cubicBezTo>
                                    <a:pt x="17" y="42"/>
                                    <a:pt x="17" y="42"/>
                                    <a:pt x="17" y="42"/>
                                  </a:cubicBezTo>
                                  <a:cubicBezTo>
                                    <a:pt x="16" y="43"/>
                                    <a:pt x="16" y="43"/>
                                    <a:pt x="16" y="43"/>
                                  </a:cubicBezTo>
                                  <a:cubicBezTo>
                                    <a:pt x="17" y="43"/>
                                    <a:pt x="17" y="43"/>
                                    <a:pt x="17" y="43"/>
                                  </a:cubicBezTo>
                                  <a:cubicBezTo>
                                    <a:pt x="18" y="42"/>
                                    <a:pt x="18" y="42"/>
                                    <a:pt x="18" y="42"/>
                                  </a:cubicBezTo>
                                  <a:cubicBezTo>
                                    <a:pt x="18" y="42"/>
                                    <a:pt x="18" y="42"/>
                                    <a:pt x="18" y="42"/>
                                  </a:cubicBezTo>
                                  <a:cubicBezTo>
                                    <a:pt x="17" y="43"/>
                                    <a:pt x="17" y="43"/>
                                    <a:pt x="16" y="43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8" y="44"/>
                                    <a:pt x="18" y="44"/>
                                    <a:pt x="18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7" y="45"/>
                                    <a:pt x="17" y="45"/>
                                    <a:pt x="17" y="45"/>
                                  </a:cubicBezTo>
                                  <a:cubicBezTo>
                                    <a:pt x="17" y="46"/>
                                    <a:pt x="17" y="46"/>
                                    <a:pt x="17" y="46"/>
                                  </a:cubicBezTo>
                                  <a:cubicBezTo>
                                    <a:pt x="18" y="46"/>
                                    <a:pt x="18" y="46"/>
                                    <a:pt x="18" y="46"/>
                                  </a:cubicBezTo>
                                  <a:cubicBezTo>
                                    <a:pt x="18" y="46"/>
                                    <a:pt x="18" y="46"/>
                                    <a:pt x="18" y="46"/>
                                  </a:cubicBezTo>
                                  <a:cubicBezTo>
                                    <a:pt x="17" y="46"/>
                                    <a:pt x="17" y="46"/>
                                    <a:pt x="17" y="46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5" y="46"/>
                                    <a:pt x="15" y="46"/>
                                    <a:pt x="15" y="46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5" y="47"/>
                                    <a:pt x="15" y="47"/>
                                    <a:pt x="15" y="47"/>
                                  </a:cubicBezTo>
                                  <a:cubicBezTo>
                                    <a:pt x="15" y="48"/>
                                    <a:pt x="15" y="48"/>
                                    <a:pt x="15" y="48"/>
                                  </a:cubicBezTo>
                                  <a:cubicBezTo>
                                    <a:pt x="16" y="48"/>
                                    <a:pt x="16" y="48"/>
                                    <a:pt x="16" y="48"/>
                                  </a:cubicBezTo>
                                  <a:cubicBezTo>
                                    <a:pt x="15" y="48"/>
                                    <a:pt x="15" y="48"/>
                                    <a:pt x="15" y="48"/>
                                  </a:cubicBezTo>
                                  <a:cubicBezTo>
                                    <a:pt x="16" y="49"/>
                                    <a:pt x="16" y="49"/>
                                    <a:pt x="16" y="49"/>
                                  </a:cubicBezTo>
                                  <a:cubicBezTo>
                                    <a:pt x="15" y="49"/>
                                    <a:pt x="15" y="49"/>
                                    <a:pt x="15" y="49"/>
                                  </a:cubicBezTo>
                                  <a:cubicBezTo>
                                    <a:pt x="15" y="49"/>
                                    <a:pt x="15" y="49"/>
                                    <a:pt x="15" y="49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4" y="49"/>
                                    <a:pt x="14" y="49"/>
                                    <a:pt x="14" y="49"/>
                                  </a:cubicBezTo>
                                  <a:cubicBezTo>
                                    <a:pt x="14" y="50"/>
                                    <a:pt x="13" y="50"/>
                                    <a:pt x="13" y="50"/>
                                  </a:cubicBezTo>
                                  <a:cubicBezTo>
                                    <a:pt x="12" y="50"/>
                                    <a:pt x="12" y="50"/>
                                    <a:pt x="12" y="50"/>
                                  </a:cubicBezTo>
                                  <a:cubicBezTo>
                                    <a:pt x="12" y="50"/>
                                    <a:pt x="12" y="50"/>
                                    <a:pt x="12" y="50"/>
                                  </a:cubicBezTo>
                                  <a:cubicBezTo>
                                    <a:pt x="13" y="50"/>
                                    <a:pt x="13" y="50"/>
                                    <a:pt x="13" y="50"/>
                                  </a:cubicBezTo>
                                  <a:cubicBezTo>
                                    <a:pt x="13" y="50"/>
                                    <a:pt x="13" y="50"/>
                                    <a:pt x="13" y="50"/>
                                  </a:cubicBezTo>
                                  <a:cubicBezTo>
                                    <a:pt x="13" y="50"/>
                                    <a:pt x="14" y="50"/>
                                    <a:pt x="14" y="51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6" y="51"/>
                                    <a:pt x="16" y="51"/>
                                    <a:pt x="16" y="51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5" y="51"/>
                                    <a:pt x="15" y="51"/>
                                    <a:pt x="15" y="51"/>
                                  </a:cubicBezTo>
                                  <a:cubicBezTo>
                                    <a:pt x="15" y="51"/>
                                    <a:pt x="15" y="51"/>
                                    <a:pt x="15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15" y="52"/>
                                    <a:pt x="15" y="52"/>
                                    <a:pt x="16" y="53"/>
                                  </a:cubicBezTo>
                                  <a:cubicBezTo>
                                    <a:pt x="17" y="52"/>
                                    <a:pt x="18" y="51"/>
                                    <a:pt x="19" y="50"/>
                                  </a:cubicBezTo>
                                  <a:cubicBezTo>
                                    <a:pt x="19" y="50"/>
                                    <a:pt x="19" y="50"/>
                                    <a:pt x="19" y="50"/>
                                  </a:cubicBezTo>
                                  <a:cubicBezTo>
                                    <a:pt x="20" y="49"/>
                                    <a:pt x="20" y="49"/>
                                    <a:pt x="20" y="49"/>
                                  </a:cubicBezTo>
                                  <a:cubicBezTo>
                                    <a:pt x="19" y="50"/>
                                    <a:pt x="19" y="50"/>
                                    <a:pt x="19" y="50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20" y="50"/>
                                    <a:pt x="20" y="50"/>
                                    <a:pt x="20" y="50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8" y="51"/>
                                    <a:pt x="18" y="51"/>
                                    <a:pt x="18" y="51"/>
                                  </a:cubicBezTo>
                                  <a:cubicBezTo>
                                    <a:pt x="18" y="52"/>
                                    <a:pt x="17" y="52"/>
                                    <a:pt x="17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9" y="53"/>
                                    <a:pt x="19" y="53"/>
                                    <a:pt x="19" y="53"/>
                                  </a:cubicBezTo>
                                  <a:cubicBezTo>
                                    <a:pt x="19" y="53"/>
                                    <a:pt x="19" y="53"/>
                                    <a:pt x="19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7" y="53"/>
                                    <a:pt x="17" y="53"/>
                                    <a:pt x="17" y="53"/>
                                  </a:cubicBezTo>
                                  <a:cubicBezTo>
                                    <a:pt x="17" y="54"/>
                                    <a:pt x="16" y="55"/>
                                    <a:pt x="16" y="56"/>
                                  </a:cubicBezTo>
                                  <a:cubicBezTo>
                                    <a:pt x="17" y="55"/>
                                    <a:pt x="17" y="55"/>
                                    <a:pt x="17" y="55"/>
                                  </a:cubicBezTo>
                                  <a:cubicBezTo>
                                    <a:pt x="16" y="56"/>
                                    <a:pt x="16" y="56"/>
                                    <a:pt x="16" y="57"/>
                                  </a:cubicBezTo>
                                  <a:cubicBezTo>
                                    <a:pt x="17" y="56"/>
                                    <a:pt x="17" y="56"/>
                                    <a:pt x="17" y="56"/>
                                  </a:cubicBezTo>
                                  <a:cubicBezTo>
                                    <a:pt x="16" y="57"/>
                                    <a:pt x="16" y="58"/>
                                    <a:pt x="15" y="59"/>
                                  </a:cubicBezTo>
                                  <a:cubicBezTo>
                                    <a:pt x="15" y="59"/>
                                    <a:pt x="15" y="59"/>
                                    <a:pt x="15" y="59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5" y="59"/>
                                    <a:pt x="15" y="59"/>
                                    <a:pt x="15" y="59"/>
                                  </a:cubicBezTo>
                                  <a:cubicBezTo>
                                    <a:pt x="15" y="60"/>
                                    <a:pt x="15" y="60"/>
                                    <a:pt x="15" y="60"/>
                                  </a:cubicBezTo>
                                  <a:cubicBezTo>
                                    <a:pt x="16" y="60"/>
                                    <a:pt x="16" y="60"/>
                                    <a:pt x="16" y="60"/>
                                  </a:cubicBezTo>
                                  <a:cubicBezTo>
                                    <a:pt x="15" y="60"/>
                                    <a:pt x="15" y="60"/>
                                    <a:pt x="15" y="60"/>
                                  </a:cubicBezTo>
                                  <a:cubicBezTo>
                                    <a:pt x="16" y="61"/>
                                    <a:pt x="16" y="61"/>
                                    <a:pt x="16" y="61"/>
                                  </a:cubicBezTo>
                                  <a:cubicBezTo>
                                    <a:pt x="16" y="61"/>
                                    <a:pt x="17" y="61"/>
                                    <a:pt x="17" y="60"/>
                                  </a:cubicBezTo>
                                  <a:cubicBezTo>
                                    <a:pt x="17" y="61"/>
                                    <a:pt x="17" y="61"/>
                                    <a:pt x="17" y="61"/>
                                  </a:cubicBezTo>
                                  <a:cubicBezTo>
                                    <a:pt x="16" y="61"/>
                                    <a:pt x="16" y="61"/>
                                    <a:pt x="16" y="61"/>
                                  </a:cubicBezTo>
                                  <a:cubicBezTo>
                                    <a:pt x="16" y="62"/>
                                    <a:pt x="16" y="62"/>
                                    <a:pt x="16" y="62"/>
                                  </a:cubicBezTo>
                                  <a:cubicBezTo>
                                    <a:pt x="15" y="62"/>
                                    <a:pt x="15" y="62"/>
                                    <a:pt x="15" y="62"/>
                                  </a:cubicBezTo>
                                  <a:cubicBezTo>
                                    <a:pt x="15" y="63"/>
                                    <a:pt x="15" y="63"/>
                                    <a:pt x="15" y="63"/>
                                  </a:cubicBezTo>
                                  <a:cubicBezTo>
                                    <a:pt x="15" y="64"/>
                                    <a:pt x="15" y="64"/>
                                    <a:pt x="15" y="64"/>
                                  </a:cubicBezTo>
                                  <a:cubicBezTo>
                                    <a:pt x="15" y="65"/>
                                    <a:pt x="15" y="65"/>
                                    <a:pt x="15" y="65"/>
                                  </a:cubicBezTo>
                                  <a:cubicBezTo>
                                    <a:pt x="14" y="65"/>
                                    <a:pt x="14" y="65"/>
                                    <a:pt x="14" y="65"/>
                                  </a:cubicBezTo>
                                  <a:cubicBezTo>
                                    <a:pt x="14" y="66"/>
                                    <a:pt x="14" y="66"/>
                                    <a:pt x="14" y="66"/>
                                  </a:cubicBezTo>
                                  <a:cubicBezTo>
                                    <a:pt x="15" y="67"/>
                                    <a:pt x="15" y="67"/>
                                    <a:pt x="15" y="67"/>
                                  </a:cubicBezTo>
                                  <a:cubicBezTo>
                                    <a:pt x="15" y="67"/>
                                    <a:pt x="15" y="67"/>
                                    <a:pt x="15" y="67"/>
                                  </a:cubicBezTo>
                                  <a:cubicBezTo>
                                    <a:pt x="16" y="66"/>
                                    <a:pt x="16" y="66"/>
                                    <a:pt x="16" y="66"/>
                                  </a:cubicBezTo>
                                  <a:cubicBezTo>
                                    <a:pt x="16" y="66"/>
                                    <a:pt x="16" y="66"/>
                                    <a:pt x="16" y="66"/>
                                  </a:cubicBezTo>
                                  <a:cubicBezTo>
                                    <a:pt x="16" y="65"/>
                                    <a:pt x="16" y="65"/>
                                    <a:pt x="16" y="65"/>
                                  </a:cubicBezTo>
                                  <a:cubicBezTo>
                                    <a:pt x="16" y="65"/>
                                    <a:pt x="16" y="65"/>
                                    <a:pt x="16" y="65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2"/>
                                    <a:pt x="17" y="62"/>
                                    <a:pt x="17" y="62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7" y="59"/>
                                    <a:pt x="17" y="59"/>
                                    <a:pt x="17" y="59"/>
                                  </a:cubicBezTo>
                                  <a:cubicBezTo>
                                    <a:pt x="17" y="59"/>
                                    <a:pt x="17" y="59"/>
                                    <a:pt x="17" y="59"/>
                                  </a:cubicBezTo>
                                  <a:cubicBezTo>
                                    <a:pt x="17" y="58"/>
                                    <a:pt x="17" y="58"/>
                                    <a:pt x="17" y="58"/>
                                  </a:cubicBezTo>
                                  <a:cubicBezTo>
                                    <a:pt x="18" y="58"/>
                                    <a:pt x="18" y="58"/>
                                    <a:pt x="18" y="58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20" y="56"/>
                                    <a:pt x="20" y="56"/>
                                    <a:pt x="20" y="56"/>
                                  </a:cubicBezTo>
                                  <a:cubicBezTo>
                                    <a:pt x="21" y="56"/>
                                    <a:pt x="21" y="56"/>
                                    <a:pt x="21" y="56"/>
                                  </a:cubicBezTo>
                                  <a:cubicBezTo>
                                    <a:pt x="20" y="56"/>
                                    <a:pt x="20" y="56"/>
                                    <a:pt x="20" y="56"/>
                                  </a:cubicBezTo>
                                  <a:cubicBezTo>
                                    <a:pt x="20" y="57"/>
                                    <a:pt x="20" y="57"/>
                                    <a:pt x="20" y="57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18" y="59"/>
                                    <a:pt x="18" y="59"/>
                                    <a:pt x="18" y="59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9" y="61"/>
                                    <a:pt x="19" y="61"/>
                                    <a:pt x="19" y="61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20" y="59"/>
                                    <a:pt x="20" y="59"/>
                                    <a:pt x="20" y="59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21" y="59"/>
                                    <a:pt x="21" y="58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2" y="56"/>
                                    <a:pt x="22" y="56"/>
                                    <a:pt x="22" y="56"/>
                                  </a:cubicBezTo>
                                  <a:cubicBezTo>
                                    <a:pt x="22" y="57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1" y="57"/>
                                    <a:pt x="21" y="58"/>
                                  </a:cubicBezTo>
                                  <a:cubicBezTo>
                                    <a:pt x="21" y="59"/>
                                    <a:pt x="21" y="59"/>
                                    <a:pt x="21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3" y="59"/>
                                    <a:pt x="23" y="59"/>
                                    <a:pt x="23" y="59"/>
                                  </a:cubicBezTo>
                                  <a:cubicBezTo>
                                    <a:pt x="24" y="60"/>
                                    <a:pt x="24" y="60"/>
                                    <a:pt x="24" y="60"/>
                                  </a:cubicBezTo>
                                  <a:cubicBezTo>
                                    <a:pt x="24" y="60"/>
                                    <a:pt x="24" y="60"/>
                                    <a:pt x="24" y="60"/>
                                  </a:cubicBezTo>
                                  <a:cubicBezTo>
                                    <a:pt x="23" y="60"/>
                                    <a:pt x="22" y="59"/>
                                    <a:pt x="22" y="59"/>
                                  </a:cubicBezTo>
                                  <a:cubicBezTo>
                                    <a:pt x="21" y="59"/>
                                    <a:pt x="21" y="59"/>
                                    <a:pt x="21" y="59"/>
                                  </a:cubicBezTo>
                                  <a:cubicBezTo>
                                    <a:pt x="21" y="60"/>
                                    <a:pt x="21" y="60"/>
                                    <a:pt x="21" y="60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21" y="62"/>
                                    <a:pt x="21" y="62"/>
                                    <a:pt x="21" y="62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2" y="63"/>
                                    <a:pt x="22" y="63"/>
                                    <a:pt x="22" y="63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1" y="67"/>
                                    <a:pt x="21" y="68"/>
                                    <a:pt x="20" y="69"/>
                                  </a:cubicBezTo>
                                  <a:cubicBezTo>
                                    <a:pt x="19" y="69"/>
                                    <a:pt x="19" y="70"/>
                                    <a:pt x="20" y="71"/>
                                  </a:cubicBezTo>
                                  <a:cubicBezTo>
                                    <a:pt x="20" y="71"/>
                                    <a:pt x="20" y="71"/>
                                    <a:pt x="20" y="71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2"/>
                                    <a:pt x="19" y="73"/>
                                    <a:pt x="20" y="73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1" y="74"/>
                                    <a:pt x="21" y="74"/>
                                    <a:pt x="21" y="74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20" y="72"/>
                                    <a:pt x="20" y="72"/>
                                    <a:pt x="20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3" y="73"/>
                                    <a:pt x="23" y="73"/>
                                    <a:pt x="23" y="73"/>
                                  </a:cubicBezTo>
                                  <a:cubicBezTo>
                                    <a:pt x="23" y="74"/>
                                    <a:pt x="23" y="74"/>
                                    <a:pt x="23" y="74"/>
                                  </a:cubicBezTo>
                                  <a:cubicBezTo>
                                    <a:pt x="24" y="74"/>
                                    <a:pt x="24" y="74"/>
                                    <a:pt x="24" y="74"/>
                                  </a:cubicBezTo>
                                  <a:cubicBezTo>
                                    <a:pt x="24" y="74"/>
                                    <a:pt x="24" y="74"/>
                                    <a:pt x="24" y="74"/>
                                  </a:cubicBezTo>
                                  <a:cubicBezTo>
                                    <a:pt x="24" y="73"/>
                                    <a:pt x="24" y="73"/>
                                    <a:pt x="24" y="73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4" y="71"/>
                                    <a:pt x="24" y="71"/>
                                    <a:pt x="24" y="71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2"/>
                                    <a:pt x="26" y="72"/>
                                    <a:pt x="26" y="72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7" y="73"/>
                                    <a:pt x="27" y="73"/>
                                    <a:pt x="27" y="73"/>
                                  </a:cubicBezTo>
                                  <a:cubicBezTo>
                                    <a:pt x="28" y="72"/>
                                    <a:pt x="28" y="72"/>
                                    <a:pt x="28" y="72"/>
                                  </a:cubicBezTo>
                                  <a:cubicBezTo>
                                    <a:pt x="28" y="72"/>
                                    <a:pt x="28" y="72"/>
                                    <a:pt x="28" y="72"/>
                                  </a:cubicBezTo>
                                  <a:cubicBezTo>
                                    <a:pt x="29" y="72"/>
                                    <a:pt x="29" y="72"/>
                                    <a:pt x="29" y="72"/>
                                  </a:cubicBezTo>
                                  <a:cubicBezTo>
                                    <a:pt x="29" y="72"/>
                                    <a:pt x="29" y="72"/>
                                    <a:pt x="29" y="72"/>
                                  </a:cubicBezTo>
                                  <a:cubicBezTo>
                                    <a:pt x="30" y="72"/>
                                    <a:pt x="30" y="72"/>
                                    <a:pt x="30" y="72"/>
                                  </a:cubicBezTo>
                                  <a:cubicBezTo>
                                    <a:pt x="30" y="72"/>
                                    <a:pt x="30" y="72"/>
                                    <a:pt x="30" y="72"/>
                                  </a:cubicBezTo>
                                  <a:cubicBezTo>
                                    <a:pt x="30" y="70"/>
                                    <a:pt x="30" y="70"/>
                                    <a:pt x="30" y="70"/>
                                  </a:cubicBezTo>
                                  <a:cubicBezTo>
                                    <a:pt x="30" y="71"/>
                                    <a:pt x="30" y="71"/>
                                    <a:pt x="30" y="71"/>
                                  </a:cubicBezTo>
                                  <a:cubicBezTo>
                                    <a:pt x="31" y="71"/>
                                    <a:pt x="32" y="71"/>
                                    <a:pt x="33" y="71"/>
                                  </a:cubicBezTo>
                                  <a:cubicBezTo>
                                    <a:pt x="33" y="71"/>
                                    <a:pt x="33" y="71"/>
                                    <a:pt x="33" y="71"/>
                                  </a:cubicBezTo>
                                  <a:cubicBezTo>
                                    <a:pt x="34" y="71"/>
                                    <a:pt x="34" y="71"/>
                                    <a:pt x="34" y="71"/>
                                  </a:cubicBezTo>
                                  <a:cubicBezTo>
                                    <a:pt x="33" y="71"/>
                                    <a:pt x="33" y="71"/>
                                    <a:pt x="33" y="71"/>
                                  </a:cubicBezTo>
                                  <a:cubicBezTo>
                                    <a:pt x="32" y="71"/>
                                    <a:pt x="32" y="71"/>
                                    <a:pt x="32" y="71"/>
                                  </a:cubicBezTo>
                                  <a:cubicBezTo>
                                    <a:pt x="32" y="71"/>
                                    <a:pt x="32" y="71"/>
                                    <a:pt x="32" y="71"/>
                                  </a:cubicBezTo>
                                  <a:cubicBezTo>
                                    <a:pt x="32" y="72"/>
                                    <a:pt x="32" y="72"/>
                                    <a:pt x="32" y="72"/>
                                  </a:cubicBezTo>
                                  <a:cubicBezTo>
                                    <a:pt x="31" y="72"/>
                                    <a:pt x="31" y="72"/>
                                    <a:pt x="31" y="72"/>
                                  </a:cubicBezTo>
                                  <a:cubicBezTo>
                                    <a:pt x="31" y="72"/>
                                    <a:pt x="31" y="72"/>
                                    <a:pt x="31" y="72"/>
                                  </a:cubicBezTo>
                                  <a:cubicBezTo>
                                    <a:pt x="31" y="74"/>
                                    <a:pt x="31" y="74"/>
                                    <a:pt x="31" y="74"/>
                                  </a:cubicBezTo>
                                  <a:cubicBezTo>
                                    <a:pt x="30" y="74"/>
                                    <a:pt x="30" y="74"/>
                                    <a:pt x="30" y="74"/>
                                  </a:cubicBezTo>
                                  <a:cubicBezTo>
                                    <a:pt x="30" y="74"/>
                                    <a:pt x="30" y="75"/>
                                    <a:pt x="29" y="76"/>
                                  </a:cubicBezTo>
                                  <a:cubicBezTo>
                                    <a:pt x="30" y="77"/>
                                    <a:pt x="31" y="78"/>
                                    <a:pt x="31" y="78"/>
                                  </a:cubicBezTo>
                                  <a:cubicBezTo>
                                    <a:pt x="31" y="79"/>
                                    <a:pt x="31" y="79"/>
                                    <a:pt x="31" y="79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1"/>
                                    <a:pt x="32" y="81"/>
                                    <a:pt x="32" y="81"/>
                                  </a:cubicBezTo>
                                  <a:cubicBezTo>
                                    <a:pt x="33" y="81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4" y="80"/>
                                    <a:pt x="34" y="79"/>
                                  </a:cubicBezTo>
                                  <a:cubicBezTo>
                                    <a:pt x="34" y="80"/>
                                    <a:pt x="34" y="80"/>
                                    <a:pt x="34" y="80"/>
                                  </a:cubicBezTo>
                                  <a:cubicBezTo>
                                    <a:pt x="35" y="80"/>
                                    <a:pt x="35" y="80"/>
                                    <a:pt x="35" y="80"/>
                                  </a:cubicBezTo>
                                  <a:cubicBezTo>
                                    <a:pt x="35" y="81"/>
                                    <a:pt x="35" y="81"/>
                                    <a:pt x="35" y="81"/>
                                  </a:cubicBezTo>
                                  <a:cubicBezTo>
                                    <a:pt x="34" y="82"/>
                                    <a:pt x="34" y="82"/>
                                    <a:pt x="34" y="82"/>
                                  </a:cubicBezTo>
                                  <a:cubicBezTo>
                                    <a:pt x="35" y="82"/>
                                    <a:pt x="35" y="82"/>
                                    <a:pt x="35" y="82"/>
                                  </a:cubicBezTo>
                                  <a:cubicBezTo>
                                    <a:pt x="35" y="82"/>
                                    <a:pt x="35" y="82"/>
                                    <a:pt x="35" y="82"/>
                                  </a:cubicBezTo>
                                  <a:cubicBezTo>
                                    <a:pt x="35" y="83"/>
                                    <a:pt x="35" y="83"/>
                                    <a:pt x="35" y="83"/>
                                  </a:cubicBezTo>
                                  <a:cubicBezTo>
                                    <a:pt x="34" y="83"/>
                                    <a:pt x="34" y="83"/>
                                    <a:pt x="34" y="83"/>
                                  </a:cubicBezTo>
                                  <a:cubicBezTo>
                                    <a:pt x="34" y="83"/>
                                    <a:pt x="33" y="84"/>
                                    <a:pt x="33" y="85"/>
                                  </a:cubicBezTo>
                                  <a:cubicBezTo>
                                    <a:pt x="34" y="85"/>
                                    <a:pt x="34" y="85"/>
                                    <a:pt x="34" y="85"/>
                                  </a:cubicBezTo>
                                  <a:cubicBezTo>
                                    <a:pt x="35" y="85"/>
                                    <a:pt x="35" y="85"/>
                                    <a:pt x="35" y="85"/>
                                  </a:cubicBezTo>
                                  <a:cubicBezTo>
                                    <a:pt x="34" y="86"/>
                                    <a:pt x="33" y="86"/>
                                    <a:pt x="33" y="87"/>
                                  </a:cubicBezTo>
                                  <a:cubicBezTo>
                                    <a:pt x="33" y="88"/>
                                    <a:pt x="34" y="89"/>
                                    <a:pt x="35" y="90"/>
                                  </a:cubicBezTo>
                                  <a:cubicBezTo>
                                    <a:pt x="36" y="90"/>
                                    <a:pt x="36" y="90"/>
                                    <a:pt x="36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34" y="90"/>
                                    <a:pt x="34" y="90"/>
                                    <a:pt x="34" y="90"/>
                                  </a:cubicBezTo>
                                  <a:cubicBezTo>
                                    <a:pt x="34" y="89"/>
                                    <a:pt x="34" y="89"/>
                                    <a:pt x="34" y="89"/>
                                  </a:cubicBezTo>
                                  <a:cubicBezTo>
                                    <a:pt x="33" y="89"/>
                                    <a:pt x="33" y="89"/>
                                    <a:pt x="33" y="89"/>
                                  </a:cubicBezTo>
                                  <a:cubicBezTo>
                                    <a:pt x="33" y="89"/>
                                    <a:pt x="33" y="89"/>
                                    <a:pt x="33" y="89"/>
                                  </a:cubicBezTo>
                                  <a:cubicBezTo>
                                    <a:pt x="32" y="89"/>
                                    <a:pt x="32" y="89"/>
                                    <a:pt x="32" y="89"/>
                                  </a:cubicBezTo>
                                  <a:cubicBezTo>
                                    <a:pt x="33" y="90"/>
                                    <a:pt x="33" y="90"/>
                                    <a:pt x="33" y="90"/>
                                  </a:cubicBezTo>
                                  <a:cubicBezTo>
                                    <a:pt x="33" y="90"/>
                                    <a:pt x="33" y="91"/>
                                    <a:pt x="33" y="91"/>
                                  </a:cubicBezTo>
                                  <a:cubicBezTo>
                                    <a:pt x="33" y="91"/>
                                    <a:pt x="33" y="91"/>
                                    <a:pt x="33" y="91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29" y="90"/>
                                    <a:pt x="29" y="90"/>
                                    <a:pt x="29" y="90"/>
                                  </a:cubicBezTo>
                                  <a:cubicBezTo>
                                    <a:pt x="28" y="90"/>
                                    <a:pt x="28" y="90"/>
                                    <a:pt x="28" y="90"/>
                                  </a:cubicBezTo>
                                  <a:cubicBezTo>
                                    <a:pt x="27" y="90"/>
                                    <a:pt x="27" y="90"/>
                                    <a:pt x="27" y="90"/>
                                  </a:cubicBezTo>
                                  <a:cubicBezTo>
                                    <a:pt x="28" y="90"/>
                                    <a:pt x="28" y="90"/>
                                    <a:pt x="28" y="90"/>
                                  </a:cubicBezTo>
                                  <a:cubicBezTo>
                                    <a:pt x="27" y="90"/>
                                    <a:pt x="27" y="91"/>
                                    <a:pt x="26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6" y="91"/>
                                    <a:pt x="26" y="91"/>
                                    <a:pt x="26" y="91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5" y="90"/>
                                    <a:pt x="25" y="90"/>
                                    <a:pt x="25" y="90"/>
                                  </a:cubicBezTo>
                                  <a:cubicBezTo>
                                    <a:pt x="25" y="90"/>
                                    <a:pt x="25" y="89"/>
                                    <a:pt x="25" y="89"/>
                                  </a:cubicBezTo>
                                  <a:cubicBezTo>
                                    <a:pt x="24" y="89"/>
                                    <a:pt x="24" y="89"/>
                                    <a:pt x="24" y="89"/>
                                  </a:cubicBezTo>
                                  <a:cubicBezTo>
                                    <a:pt x="23" y="89"/>
                                    <a:pt x="23" y="89"/>
                                    <a:pt x="23" y="89"/>
                                  </a:cubicBezTo>
                                  <a:cubicBezTo>
                                    <a:pt x="22" y="89"/>
                                    <a:pt x="22" y="89"/>
                                    <a:pt x="22" y="89"/>
                                  </a:cubicBezTo>
                                  <a:cubicBezTo>
                                    <a:pt x="22" y="89"/>
                                    <a:pt x="22" y="90"/>
                                    <a:pt x="22" y="90"/>
                                  </a:cubicBezTo>
                                  <a:cubicBezTo>
                                    <a:pt x="23" y="91"/>
                                    <a:pt x="23" y="91"/>
                                    <a:pt x="23" y="91"/>
                                  </a:cubicBezTo>
                                  <a:cubicBezTo>
                                    <a:pt x="23" y="91"/>
                                    <a:pt x="23" y="91"/>
                                    <a:pt x="23" y="91"/>
                                  </a:cubicBezTo>
                                  <a:cubicBezTo>
                                    <a:pt x="23" y="92"/>
                                    <a:pt x="23" y="92"/>
                                    <a:pt x="23" y="92"/>
                                  </a:cubicBezTo>
                                  <a:cubicBezTo>
                                    <a:pt x="24" y="91"/>
                                    <a:pt x="24" y="91"/>
                                    <a:pt x="24" y="91"/>
                                  </a:cubicBezTo>
                                  <a:cubicBezTo>
                                    <a:pt x="23" y="92"/>
                                    <a:pt x="23" y="92"/>
                                    <a:pt x="23" y="92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2"/>
                                    <a:pt x="24" y="92"/>
                                    <a:pt x="24" y="92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4" y="93"/>
                                    <a:pt x="24" y="93"/>
                                    <a:pt x="24" y="93"/>
                                  </a:cubicBezTo>
                                  <a:cubicBezTo>
                                    <a:pt x="23" y="94"/>
                                    <a:pt x="23" y="94"/>
                                    <a:pt x="22" y="94"/>
                                  </a:cubicBezTo>
                                  <a:cubicBezTo>
                                    <a:pt x="22" y="95"/>
                                    <a:pt x="21" y="95"/>
                                    <a:pt x="21" y="96"/>
                                  </a:cubicBezTo>
                                  <a:cubicBezTo>
                                    <a:pt x="22" y="96"/>
                                    <a:pt x="22" y="96"/>
                                    <a:pt x="22" y="96"/>
                                  </a:cubicBezTo>
                                  <a:cubicBezTo>
                                    <a:pt x="23" y="96"/>
                                    <a:pt x="23" y="96"/>
                                    <a:pt x="23" y="96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4" y="95"/>
                                    <a:pt x="24" y="95"/>
                                    <a:pt x="24" y="95"/>
                                  </a:cubicBezTo>
                                  <a:cubicBezTo>
                                    <a:pt x="25" y="95"/>
                                    <a:pt x="25" y="95"/>
                                    <a:pt x="25" y="95"/>
                                  </a:cubicBezTo>
                                  <a:cubicBezTo>
                                    <a:pt x="26" y="95"/>
                                    <a:pt x="26" y="95"/>
                                    <a:pt x="26" y="95"/>
                                  </a:cubicBezTo>
                                  <a:cubicBezTo>
                                    <a:pt x="25" y="95"/>
                                    <a:pt x="25" y="95"/>
                                    <a:pt x="25" y="95"/>
                                  </a:cubicBezTo>
                                  <a:cubicBezTo>
                                    <a:pt x="26" y="96"/>
                                    <a:pt x="26" y="96"/>
                                    <a:pt x="26" y="96"/>
                                  </a:cubicBezTo>
                                  <a:cubicBezTo>
                                    <a:pt x="25" y="96"/>
                                    <a:pt x="25" y="96"/>
                                    <a:pt x="25" y="96"/>
                                  </a:cubicBezTo>
                                  <a:cubicBezTo>
                                    <a:pt x="26" y="97"/>
                                    <a:pt x="26" y="97"/>
                                    <a:pt x="26" y="97"/>
                                  </a:cubicBezTo>
                                  <a:cubicBezTo>
                                    <a:pt x="26" y="97"/>
                                    <a:pt x="26" y="98"/>
                                    <a:pt x="25" y="98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7" y="99"/>
                                    <a:pt x="27" y="99"/>
                                    <a:pt x="27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101"/>
                                    <a:pt x="25" y="102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2" y="104"/>
                                    <a:pt x="22" y="104"/>
                                    <a:pt x="22" y="104"/>
                                  </a:cubicBezTo>
                                  <a:cubicBezTo>
                                    <a:pt x="22" y="104"/>
                                    <a:pt x="22" y="104"/>
                                    <a:pt x="22" y="104"/>
                                  </a:cubicBezTo>
                                  <a:cubicBezTo>
                                    <a:pt x="21" y="104"/>
                                    <a:pt x="21" y="104"/>
                                    <a:pt x="20" y="104"/>
                                  </a:cubicBezTo>
                                  <a:cubicBezTo>
                                    <a:pt x="20" y="105"/>
                                    <a:pt x="20" y="105"/>
                                    <a:pt x="20" y="105"/>
                                  </a:cubicBezTo>
                                  <a:cubicBezTo>
                                    <a:pt x="20" y="105"/>
                                    <a:pt x="20" y="105"/>
                                    <a:pt x="20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7"/>
                                    <a:pt x="17" y="107"/>
                                    <a:pt x="17" y="107"/>
                                  </a:cubicBezTo>
                                  <a:cubicBezTo>
                                    <a:pt x="18" y="107"/>
                                    <a:pt x="18" y="107"/>
                                    <a:pt x="18" y="107"/>
                                  </a:cubicBezTo>
                                  <a:cubicBezTo>
                                    <a:pt x="18" y="108"/>
                                    <a:pt x="18" y="108"/>
                                    <a:pt x="18" y="108"/>
                                  </a:cubicBezTo>
                                  <a:cubicBezTo>
                                    <a:pt x="17" y="108"/>
                                    <a:pt x="17" y="108"/>
                                    <a:pt x="17" y="108"/>
                                  </a:cubicBezTo>
                                  <a:cubicBezTo>
                                    <a:pt x="17" y="109"/>
                                    <a:pt x="17" y="109"/>
                                    <a:pt x="17" y="109"/>
                                  </a:cubicBezTo>
                                  <a:cubicBezTo>
                                    <a:pt x="18" y="108"/>
                                    <a:pt x="18" y="108"/>
                                    <a:pt x="18" y="108"/>
                                  </a:cubicBezTo>
                                  <a:cubicBezTo>
                                    <a:pt x="18" y="108"/>
                                    <a:pt x="19" y="109"/>
                                    <a:pt x="19" y="108"/>
                                  </a:cubicBezTo>
                                  <a:cubicBezTo>
                                    <a:pt x="19" y="108"/>
                                    <a:pt x="19" y="108"/>
                                    <a:pt x="19" y="108"/>
                                  </a:cubicBezTo>
                                  <a:cubicBezTo>
                                    <a:pt x="19" y="108"/>
                                    <a:pt x="19" y="108"/>
                                    <a:pt x="19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9" y="110"/>
                                    <a:pt x="19" y="110"/>
                                    <a:pt x="19" y="110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1" y="109"/>
                                    <a:pt x="21" y="109"/>
                                    <a:pt x="21" y="109"/>
                                  </a:cubicBezTo>
                                  <a:cubicBezTo>
                                    <a:pt x="21" y="108"/>
                                    <a:pt x="21" y="108"/>
                                    <a:pt x="21" y="108"/>
                                  </a:cubicBezTo>
                                  <a:cubicBezTo>
                                    <a:pt x="22" y="108"/>
                                    <a:pt x="22" y="108"/>
                                    <a:pt x="22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4" y="108"/>
                                    <a:pt x="24" y="108"/>
                                    <a:pt x="24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4" y="109"/>
                                    <a:pt x="24" y="109"/>
                                    <a:pt x="24" y="109"/>
                                  </a:cubicBezTo>
                                  <a:cubicBezTo>
                                    <a:pt x="25" y="109"/>
                                    <a:pt x="25" y="109"/>
                                    <a:pt x="25" y="109"/>
                                  </a:cubicBezTo>
                                  <a:cubicBezTo>
                                    <a:pt x="26" y="109"/>
                                    <a:pt x="26" y="109"/>
                                    <a:pt x="26" y="109"/>
                                  </a:cubicBezTo>
                                  <a:cubicBezTo>
                                    <a:pt x="26" y="109"/>
                                    <a:pt x="26" y="109"/>
                                    <a:pt x="26" y="109"/>
                                  </a:cubicBezTo>
                                  <a:cubicBezTo>
                                    <a:pt x="25" y="110"/>
                                    <a:pt x="25" y="110"/>
                                    <a:pt x="25" y="110"/>
                                  </a:cubicBezTo>
                                  <a:cubicBezTo>
                                    <a:pt x="24" y="109"/>
                                    <a:pt x="24" y="109"/>
                                    <a:pt x="24" y="109"/>
                                  </a:cubicBezTo>
                                  <a:cubicBezTo>
                                    <a:pt x="24" y="110"/>
                                    <a:pt x="24" y="110"/>
                                    <a:pt x="24" y="110"/>
                                  </a:cubicBezTo>
                                  <a:cubicBezTo>
                                    <a:pt x="24" y="110"/>
                                    <a:pt x="24" y="110"/>
                                    <a:pt x="24" y="110"/>
                                  </a:cubicBezTo>
                                  <a:cubicBezTo>
                                    <a:pt x="25" y="111"/>
                                    <a:pt x="25" y="111"/>
                                    <a:pt x="25" y="111"/>
                                  </a:cubicBezTo>
                                  <a:cubicBezTo>
                                    <a:pt x="25" y="110"/>
                                    <a:pt x="25" y="110"/>
                                    <a:pt x="25" y="110"/>
                                  </a:cubicBezTo>
                                  <a:cubicBezTo>
                                    <a:pt x="26" y="110"/>
                                    <a:pt x="26" y="110"/>
                                    <a:pt x="26" y="110"/>
                                  </a:cubicBezTo>
                                  <a:cubicBezTo>
                                    <a:pt x="26" y="110"/>
                                    <a:pt x="26" y="110"/>
                                    <a:pt x="26" y="110"/>
                                  </a:cubicBezTo>
                                  <a:cubicBezTo>
                                    <a:pt x="27" y="110"/>
                                    <a:pt x="27" y="110"/>
                                    <a:pt x="27" y="110"/>
                                  </a:cubicBezTo>
                                  <a:cubicBezTo>
                                    <a:pt x="27" y="110"/>
                                    <a:pt x="27" y="110"/>
                                    <a:pt x="27" y="110"/>
                                  </a:cubicBezTo>
                                  <a:cubicBezTo>
                                    <a:pt x="28" y="110"/>
                                    <a:pt x="28" y="110"/>
                                    <a:pt x="28" y="110"/>
                                  </a:cubicBezTo>
                                  <a:cubicBezTo>
                                    <a:pt x="28" y="111"/>
                                    <a:pt x="28" y="111"/>
                                    <a:pt x="28" y="111"/>
                                  </a:cubicBezTo>
                                  <a:cubicBezTo>
                                    <a:pt x="29" y="111"/>
                                    <a:pt x="29" y="111"/>
                                    <a:pt x="29" y="111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1" y="112"/>
                                    <a:pt x="32" y="112"/>
                                    <a:pt x="32" y="112"/>
                                  </a:cubicBezTo>
                                  <a:cubicBezTo>
                                    <a:pt x="33" y="112"/>
                                    <a:pt x="33" y="112"/>
                                    <a:pt x="33" y="112"/>
                                  </a:cubicBezTo>
                                  <a:cubicBezTo>
                                    <a:pt x="33" y="111"/>
                                    <a:pt x="34" y="111"/>
                                    <a:pt x="34" y="110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5" y="111"/>
                                    <a:pt x="35" y="110"/>
                                    <a:pt x="36" y="110"/>
                                  </a:cubicBezTo>
                                  <a:cubicBezTo>
                                    <a:pt x="36" y="110"/>
                                    <a:pt x="36" y="110"/>
                                    <a:pt x="36" y="110"/>
                                  </a:cubicBezTo>
                                  <a:cubicBezTo>
                                    <a:pt x="38" y="108"/>
                                    <a:pt x="38" y="108"/>
                                    <a:pt x="38" y="108"/>
                                  </a:cubicBezTo>
                                  <a:cubicBezTo>
                                    <a:pt x="38" y="108"/>
                                    <a:pt x="38" y="108"/>
                                    <a:pt x="38" y="108"/>
                                  </a:cubicBezTo>
                                  <a:cubicBezTo>
                                    <a:pt x="37" y="109"/>
                                    <a:pt x="37" y="110"/>
                                    <a:pt x="36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2"/>
                                    <a:pt x="34" y="113"/>
                                    <a:pt x="34" y="113"/>
                                  </a:cubicBezTo>
                                  <a:cubicBezTo>
                                    <a:pt x="34" y="114"/>
                                    <a:pt x="34" y="114"/>
                                    <a:pt x="34" y="114"/>
                                  </a:cubicBezTo>
                                  <a:cubicBezTo>
                                    <a:pt x="34" y="115"/>
                                    <a:pt x="34" y="115"/>
                                    <a:pt x="34" y="115"/>
                                  </a:cubicBezTo>
                                  <a:cubicBezTo>
                                    <a:pt x="33" y="114"/>
                                    <a:pt x="33" y="114"/>
                                    <a:pt x="33" y="114"/>
                                  </a:cubicBezTo>
                                  <a:cubicBezTo>
                                    <a:pt x="33" y="115"/>
                                    <a:pt x="32" y="115"/>
                                    <a:pt x="31" y="115"/>
                                  </a:cubicBezTo>
                                  <a:cubicBezTo>
                                    <a:pt x="31" y="114"/>
                                    <a:pt x="31" y="114"/>
                                    <a:pt x="31" y="114"/>
                                  </a:cubicBezTo>
                                  <a:cubicBezTo>
                                    <a:pt x="30" y="114"/>
                                    <a:pt x="29" y="114"/>
                                    <a:pt x="28" y="114"/>
                                  </a:cubicBezTo>
                                  <a:cubicBezTo>
                                    <a:pt x="27" y="114"/>
                                    <a:pt x="26" y="114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4" y="117"/>
                                    <a:pt x="24" y="117"/>
                                    <a:pt x="24" y="117"/>
                                  </a:cubicBezTo>
                                  <a:cubicBezTo>
                                    <a:pt x="23" y="117"/>
                                    <a:pt x="23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8"/>
                                    <a:pt x="22" y="119"/>
                                  </a:cubicBezTo>
                                  <a:cubicBezTo>
                                    <a:pt x="21" y="120"/>
                                    <a:pt x="21" y="120"/>
                                    <a:pt x="20" y="121"/>
                                  </a:cubicBezTo>
                                  <a:cubicBezTo>
                                    <a:pt x="20" y="121"/>
                                    <a:pt x="20" y="121"/>
                                    <a:pt x="20" y="121"/>
                                  </a:cubicBezTo>
                                  <a:cubicBezTo>
                                    <a:pt x="19" y="121"/>
                                    <a:pt x="19" y="121"/>
                                    <a:pt x="19" y="121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8" y="122"/>
                                    <a:pt x="18" y="122"/>
                                    <a:pt x="18" y="122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7" y="124"/>
                                    <a:pt x="17" y="124"/>
                                    <a:pt x="17" y="124"/>
                                  </a:cubicBezTo>
                                  <a:cubicBezTo>
                                    <a:pt x="17" y="124"/>
                                    <a:pt x="17" y="124"/>
                                    <a:pt x="17" y="124"/>
                                  </a:cubicBezTo>
                                  <a:cubicBezTo>
                                    <a:pt x="16" y="125"/>
                                    <a:pt x="16" y="125"/>
                                    <a:pt x="16" y="125"/>
                                  </a:cubicBezTo>
                                  <a:cubicBezTo>
                                    <a:pt x="15" y="125"/>
                                    <a:pt x="15" y="125"/>
                                    <a:pt x="15" y="125"/>
                                  </a:cubicBezTo>
                                  <a:cubicBezTo>
                                    <a:pt x="15" y="126"/>
                                    <a:pt x="15" y="126"/>
                                    <a:pt x="15" y="126"/>
                                  </a:cubicBezTo>
                                  <a:cubicBezTo>
                                    <a:pt x="14" y="126"/>
                                    <a:pt x="14" y="126"/>
                                    <a:pt x="14" y="126"/>
                                  </a:cubicBezTo>
                                  <a:cubicBezTo>
                                    <a:pt x="13" y="126"/>
                                    <a:pt x="13" y="126"/>
                                    <a:pt x="13" y="126"/>
                                  </a:cubicBezTo>
                                  <a:cubicBezTo>
                                    <a:pt x="13" y="127"/>
                                    <a:pt x="13" y="127"/>
                                    <a:pt x="13" y="127"/>
                                  </a:cubicBezTo>
                                  <a:cubicBezTo>
                                    <a:pt x="13" y="128"/>
                                    <a:pt x="13" y="128"/>
                                    <a:pt x="13" y="128"/>
                                  </a:cubicBezTo>
                                  <a:cubicBezTo>
                                    <a:pt x="14" y="128"/>
                                    <a:pt x="14" y="128"/>
                                    <a:pt x="14" y="128"/>
                                  </a:cubicBezTo>
                                  <a:cubicBezTo>
                                    <a:pt x="14" y="127"/>
                                    <a:pt x="14" y="127"/>
                                    <a:pt x="14" y="127"/>
                                  </a:cubicBezTo>
                                  <a:cubicBezTo>
                                    <a:pt x="14" y="127"/>
                                    <a:pt x="14" y="127"/>
                                    <a:pt x="14" y="127"/>
                                  </a:cubicBezTo>
                                  <a:cubicBezTo>
                                    <a:pt x="16" y="127"/>
                                    <a:pt x="16" y="127"/>
                                    <a:pt x="16" y="127"/>
                                  </a:cubicBezTo>
                                  <a:cubicBezTo>
                                    <a:pt x="17" y="129"/>
                                    <a:pt x="17" y="129"/>
                                    <a:pt x="17" y="129"/>
                                  </a:cubicBezTo>
                                  <a:cubicBezTo>
                                    <a:pt x="17" y="128"/>
                                    <a:pt x="17" y="128"/>
                                    <a:pt x="17" y="128"/>
                                  </a:cubicBezTo>
                                  <a:cubicBezTo>
                                    <a:pt x="17" y="128"/>
                                    <a:pt x="17" y="128"/>
                                    <a:pt x="17" y="128"/>
                                  </a:cubicBezTo>
                                  <a:cubicBezTo>
                                    <a:pt x="18" y="128"/>
                                    <a:pt x="18" y="128"/>
                                    <a:pt x="18" y="128"/>
                                  </a:cubicBezTo>
                                  <a:cubicBezTo>
                                    <a:pt x="17" y="127"/>
                                    <a:pt x="17" y="127"/>
                                    <a:pt x="17" y="127"/>
                                  </a:cubicBezTo>
                                  <a:cubicBezTo>
                                    <a:pt x="18" y="126"/>
                                    <a:pt x="18" y="126"/>
                                    <a:pt x="18" y="126"/>
                                  </a:cubicBezTo>
                                  <a:cubicBezTo>
                                    <a:pt x="18" y="127"/>
                                    <a:pt x="18" y="127"/>
                                    <a:pt x="18" y="127"/>
                                  </a:cubicBezTo>
                                  <a:cubicBezTo>
                                    <a:pt x="19" y="126"/>
                                    <a:pt x="19" y="126"/>
                                    <a:pt x="19" y="126"/>
                                  </a:cubicBezTo>
                                  <a:cubicBezTo>
                                    <a:pt x="19" y="126"/>
                                    <a:pt x="19" y="126"/>
                                    <a:pt x="19" y="126"/>
                                  </a:cubicBezTo>
                                  <a:cubicBezTo>
                                    <a:pt x="20" y="126"/>
                                    <a:pt x="20" y="126"/>
                                    <a:pt x="20" y="126"/>
                                  </a:cubicBezTo>
                                  <a:cubicBezTo>
                                    <a:pt x="20" y="125"/>
                                    <a:pt x="20" y="125"/>
                                    <a:pt x="20" y="125"/>
                                  </a:cubicBezTo>
                                  <a:cubicBezTo>
                                    <a:pt x="21" y="124"/>
                                    <a:pt x="21" y="124"/>
                                    <a:pt x="21" y="124"/>
                                  </a:cubicBezTo>
                                  <a:cubicBezTo>
                                    <a:pt x="21" y="125"/>
                                    <a:pt x="21" y="125"/>
                                    <a:pt x="21" y="125"/>
                                  </a:cubicBezTo>
                                  <a:cubicBezTo>
                                    <a:pt x="22" y="125"/>
                                    <a:pt x="22" y="125"/>
                                    <a:pt x="22" y="125"/>
                                  </a:cubicBezTo>
                                  <a:cubicBezTo>
                                    <a:pt x="23" y="124"/>
                                    <a:pt x="23" y="124"/>
                                    <a:pt x="23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5"/>
                                    <a:pt x="24" y="125"/>
                                    <a:pt x="24" y="125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3"/>
                                    <a:pt x="24" y="123"/>
                                    <a:pt x="24" y="123"/>
                                  </a:cubicBezTo>
                                  <a:cubicBezTo>
                                    <a:pt x="25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5"/>
                                    <a:pt x="25" y="125"/>
                                    <a:pt x="25" y="125"/>
                                  </a:cubicBezTo>
                                  <a:cubicBezTo>
                                    <a:pt x="26" y="125"/>
                                    <a:pt x="26" y="125"/>
                                    <a:pt x="26" y="125"/>
                                  </a:cubicBezTo>
                                  <a:cubicBezTo>
                                    <a:pt x="26" y="125"/>
                                    <a:pt x="26" y="125"/>
                                    <a:pt x="26" y="125"/>
                                  </a:cubicBezTo>
                                  <a:cubicBezTo>
                                    <a:pt x="28" y="126"/>
                                    <a:pt x="28" y="126"/>
                                    <a:pt x="28" y="126"/>
                                  </a:cubicBezTo>
                                  <a:cubicBezTo>
                                    <a:pt x="29" y="126"/>
                                    <a:pt x="29" y="126"/>
                                    <a:pt x="29" y="126"/>
                                  </a:cubicBezTo>
                                  <a:cubicBezTo>
                                    <a:pt x="29" y="125"/>
                                    <a:pt x="29" y="125"/>
                                    <a:pt x="29" y="125"/>
                                  </a:cubicBezTo>
                                  <a:cubicBezTo>
                                    <a:pt x="30" y="124"/>
                                    <a:pt x="30" y="124"/>
                                    <a:pt x="30" y="124"/>
                                  </a:cubicBezTo>
                                  <a:cubicBezTo>
                                    <a:pt x="30" y="124"/>
                                    <a:pt x="30" y="124"/>
                                    <a:pt x="30" y="124"/>
                                  </a:cubicBezTo>
                                  <a:cubicBezTo>
                                    <a:pt x="30" y="123"/>
                                    <a:pt x="30" y="123"/>
                                    <a:pt x="30" y="123"/>
                                  </a:cubicBezTo>
                                  <a:cubicBezTo>
                                    <a:pt x="30" y="123"/>
                                    <a:pt x="30" y="123"/>
                                    <a:pt x="30" y="123"/>
                                  </a:cubicBezTo>
                                  <a:cubicBezTo>
                                    <a:pt x="30" y="122"/>
                                    <a:pt x="30" y="122"/>
                                    <a:pt x="30" y="122"/>
                                  </a:cubicBezTo>
                                  <a:cubicBezTo>
                                    <a:pt x="30" y="121"/>
                                    <a:pt x="30" y="121"/>
                                    <a:pt x="30" y="121"/>
                                  </a:cubicBezTo>
                                  <a:cubicBezTo>
                                    <a:pt x="30" y="121"/>
                                    <a:pt x="30" y="121"/>
                                    <a:pt x="30" y="121"/>
                                  </a:cubicBezTo>
                                  <a:cubicBezTo>
                                    <a:pt x="31" y="121"/>
                                    <a:pt x="31" y="121"/>
                                    <a:pt x="31" y="121"/>
                                  </a:cubicBezTo>
                                  <a:cubicBezTo>
                                    <a:pt x="32" y="121"/>
                                    <a:pt x="32" y="121"/>
                                    <a:pt x="32" y="121"/>
                                  </a:cubicBezTo>
                                  <a:cubicBezTo>
                                    <a:pt x="32" y="121"/>
                                    <a:pt x="32" y="121"/>
                                    <a:pt x="32" y="121"/>
                                  </a:cubicBezTo>
                                  <a:cubicBezTo>
                                    <a:pt x="33" y="121"/>
                                    <a:pt x="33" y="121"/>
                                    <a:pt x="33" y="121"/>
                                  </a:cubicBezTo>
                                  <a:cubicBezTo>
                                    <a:pt x="33" y="120"/>
                                    <a:pt x="33" y="120"/>
                                    <a:pt x="33" y="120"/>
                                  </a:cubicBezTo>
                                  <a:cubicBezTo>
                                    <a:pt x="34" y="120"/>
                                    <a:pt x="34" y="120"/>
                                    <a:pt x="34" y="120"/>
                                  </a:cubicBezTo>
                                  <a:cubicBezTo>
                                    <a:pt x="35" y="120"/>
                                    <a:pt x="35" y="120"/>
                                    <a:pt x="35" y="120"/>
                                  </a:cubicBezTo>
                                  <a:cubicBezTo>
                                    <a:pt x="36" y="120"/>
                                    <a:pt x="37" y="121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9" y="121"/>
                                    <a:pt x="40" y="121"/>
                                    <a:pt x="41" y="122"/>
                                  </a:cubicBezTo>
                                  <a:cubicBezTo>
                                    <a:pt x="42" y="122"/>
                                    <a:pt x="42" y="122"/>
                                    <a:pt x="42" y="122"/>
                                  </a:cubicBezTo>
                                  <a:cubicBezTo>
                                    <a:pt x="42" y="121"/>
                                    <a:pt x="42" y="121"/>
                                    <a:pt x="42" y="121"/>
                                  </a:cubicBezTo>
                                  <a:cubicBezTo>
                                    <a:pt x="42" y="121"/>
                                    <a:pt x="42" y="121"/>
                                    <a:pt x="42" y="121"/>
                                  </a:cubicBezTo>
                                  <a:cubicBezTo>
                                    <a:pt x="41" y="120"/>
                                    <a:pt x="41" y="120"/>
                                    <a:pt x="41" y="120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4" y="120"/>
                                    <a:pt x="44" y="120"/>
                                    <a:pt x="44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6" y="119"/>
                                    <a:pt x="46" y="119"/>
                                    <a:pt x="47" y="119"/>
                                  </a:cubicBezTo>
                                  <a:cubicBezTo>
                                    <a:pt x="47" y="119"/>
                                    <a:pt x="47" y="119"/>
                                    <a:pt x="47" y="119"/>
                                  </a:cubicBezTo>
                                  <a:cubicBezTo>
                                    <a:pt x="46" y="118"/>
                                    <a:pt x="46" y="118"/>
                                    <a:pt x="46" y="118"/>
                                  </a:cubicBezTo>
                                  <a:cubicBezTo>
                                    <a:pt x="47" y="118"/>
                                    <a:pt x="47" y="119"/>
                                    <a:pt x="48" y="119"/>
                                  </a:cubicBezTo>
                                  <a:cubicBezTo>
                                    <a:pt x="48" y="119"/>
                                    <a:pt x="48" y="119"/>
                                    <a:pt x="48" y="119"/>
                                  </a:cubicBezTo>
                                  <a:cubicBezTo>
                                    <a:pt x="48" y="119"/>
                                    <a:pt x="48" y="119"/>
                                    <a:pt x="48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1" y="120"/>
                                    <a:pt x="51" y="120"/>
                                    <a:pt x="51" y="120"/>
                                  </a:cubicBezTo>
                                  <a:cubicBezTo>
                                    <a:pt x="52" y="119"/>
                                    <a:pt x="53" y="119"/>
                                    <a:pt x="55" y="118"/>
                                  </a:cubicBezTo>
                                  <a:cubicBezTo>
                                    <a:pt x="56" y="119"/>
                                    <a:pt x="58" y="119"/>
                                    <a:pt x="59" y="119"/>
                                  </a:cubicBezTo>
                                  <a:cubicBezTo>
                                    <a:pt x="60" y="118"/>
                                    <a:pt x="60" y="118"/>
                                    <a:pt x="60" y="118"/>
                                  </a:cubicBezTo>
                                  <a:cubicBezTo>
                                    <a:pt x="62" y="118"/>
                                    <a:pt x="62" y="118"/>
                                    <a:pt x="62" y="118"/>
                                  </a:cubicBezTo>
                                  <a:cubicBezTo>
                                    <a:pt x="63" y="117"/>
                                    <a:pt x="63" y="117"/>
                                    <a:pt x="63" y="117"/>
                                  </a:cubicBezTo>
                                  <a:cubicBezTo>
                                    <a:pt x="63" y="117"/>
                                    <a:pt x="63" y="117"/>
                                    <a:pt x="63" y="117"/>
                                  </a:cubicBezTo>
                                  <a:cubicBezTo>
                                    <a:pt x="64" y="117"/>
                                    <a:pt x="64" y="117"/>
                                    <a:pt x="64" y="117"/>
                                  </a:cubicBezTo>
                                  <a:cubicBezTo>
                                    <a:pt x="65" y="117"/>
                                    <a:pt x="65" y="117"/>
                                    <a:pt x="65" y="117"/>
                                  </a:cubicBezTo>
                                  <a:cubicBezTo>
                                    <a:pt x="64" y="116"/>
                                    <a:pt x="64" y="116"/>
                                    <a:pt x="64" y="116"/>
                                  </a:cubicBezTo>
                                  <a:cubicBezTo>
                                    <a:pt x="65" y="116"/>
                                    <a:pt x="65" y="116"/>
                                    <a:pt x="65" y="116"/>
                                  </a:cubicBezTo>
                                  <a:cubicBezTo>
                                    <a:pt x="65" y="115"/>
                                    <a:pt x="65" y="115"/>
                                    <a:pt x="65" y="115"/>
                                  </a:cubicBezTo>
                                  <a:cubicBezTo>
                                    <a:pt x="66" y="115"/>
                                    <a:pt x="66" y="115"/>
                                    <a:pt x="66" y="115"/>
                                  </a:cubicBezTo>
                                  <a:cubicBezTo>
                                    <a:pt x="67" y="114"/>
                                    <a:pt x="67" y="114"/>
                                    <a:pt x="67" y="114"/>
                                  </a:cubicBezTo>
                                  <a:cubicBezTo>
                                    <a:pt x="68" y="113"/>
                                    <a:pt x="68" y="113"/>
                                    <a:pt x="68" y="113"/>
                                  </a:cubicBezTo>
                                  <a:cubicBezTo>
                                    <a:pt x="67" y="112"/>
                                    <a:pt x="67" y="112"/>
                                    <a:pt x="67" y="112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6" y="111"/>
                                    <a:pt x="65" y="112"/>
                                    <a:pt x="64" y="112"/>
                                  </a:cubicBezTo>
                                  <a:cubicBezTo>
                                    <a:pt x="63" y="112"/>
                                    <a:pt x="63" y="112"/>
                                    <a:pt x="63" y="112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2"/>
                                    <a:pt x="62" y="112"/>
                                    <a:pt x="62" y="112"/>
                                  </a:cubicBezTo>
                                  <a:cubicBezTo>
                                    <a:pt x="61" y="112"/>
                                    <a:pt x="61" y="112"/>
                                    <a:pt x="61" y="112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0" y="111"/>
                                    <a:pt x="60" y="111"/>
                                    <a:pt x="60" y="111"/>
                                  </a:cubicBezTo>
                                  <a:cubicBezTo>
                                    <a:pt x="60" y="110"/>
                                    <a:pt x="60" y="110"/>
                                    <a:pt x="60" y="110"/>
                                  </a:cubicBezTo>
                                  <a:cubicBezTo>
                                    <a:pt x="62" y="110"/>
                                    <a:pt x="62" y="110"/>
                                    <a:pt x="62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4" y="109"/>
                                    <a:pt x="64" y="109"/>
                                    <a:pt x="64" y="109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3" y="108"/>
                                    <a:pt x="63" y="108"/>
                                    <a:pt x="62" y="108"/>
                                  </a:cubicBezTo>
                                  <a:cubicBezTo>
                                    <a:pt x="62" y="108"/>
                                    <a:pt x="62" y="108"/>
                                    <a:pt x="62" y="108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5" y="107"/>
                                    <a:pt x="65" y="107"/>
                                    <a:pt x="65" y="107"/>
                                  </a:cubicBezTo>
                                  <a:cubicBezTo>
                                    <a:pt x="66" y="106"/>
                                    <a:pt x="66" y="106"/>
                                    <a:pt x="66" y="106"/>
                                  </a:cubicBezTo>
                                  <a:cubicBezTo>
                                    <a:pt x="66" y="106"/>
                                    <a:pt x="66" y="106"/>
                                    <a:pt x="66" y="106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5" y="105"/>
                                    <a:pt x="65" y="105"/>
                                    <a:pt x="65" y="105"/>
                                  </a:cubicBezTo>
                                  <a:cubicBezTo>
                                    <a:pt x="65" y="105"/>
                                    <a:pt x="65" y="105"/>
                                    <a:pt x="65" y="105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6" y="104"/>
                                    <a:pt x="66" y="105"/>
                                    <a:pt x="67" y="105"/>
                                  </a:cubicBezTo>
                                  <a:cubicBezTo>
                                    <a:pt x="67" y="105"/>
                                    <a:pt x="67" y="104"/>
                                    <a:pt x="68" y="104"/>
                                  </a:cubicBezTo>
                                  <a:cubicBezTo>
                                    <a:pt x="68" y="103"/>
                                    <a:pt x="68" y="103"/>
                                    <a:pt x="68" y="103"/>
                                  </a:cubicBezTo>
                                  <a:cubicBezTo>
                                    <a:pt x="69" y="103"/>
                                    <a:pt x="69" y="102"/>
                                    <a:pt x="69" y="101"/>
                                  </a:cubicBezTo>
                                  <a:cubicBezTo>
                                    <a:pt x="69" y="100"/>
                                    <a:pt x="69" y="102"/>
                                    <a:pt x="69" y="101"/>
                                  </a:cubicBezTo>
                                  <a:close/>
                                  <a:moveTo>
                                    <a:pt x="47" y="119"/>
                                  </a:moveTo>
                                  <a:cubicBezTo>
                                    <a:pt x="46" y="120"/>
                                    <a:pt x="46" y="120"/>
                                    <a:pt x="46" y="120"/>
                                  </a:cubicBezTo>
                                  <a:cubicBezTo>
                                    <a:pt x="46" y="120"/>
                                    <a:pt x="46" y="120"/>
                                    <a:pt x="46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21"/>
                                    <a:pt x="45" y="121"/>
                                    <a:pt x="45" y="121"/>
                                  </a:cubicBezTo>
                                  <a:cubicBezTo>
                                    <a:pt x="45" y="121"/>
                                    <a:pt x="45" y="121"/>
                                    <a:pt x="45" y="121"/>
                                  </a:cubicBezTo>
                                  <a:cubicBezTo>
                                    <a:pt x="47" y="122"/>
                                    <a:pt x="47" y="122"/>
                                    <a:pt x="47" y="122"/>
                                  </a:cubicBezTo>
                                  <a:cubicBezTo>
                                    <a:pt x="47" y="122"/>
                                    <a:pt x="47" y="122"/>
                                    <a:pt x="47" y="122"/>
                                  </a:cubicBezTo>
                                  <a:cubicBezTo>
                                    <a:pt x="48" y="121"/>
                                    <a:pt x="48" y="121"/>
                                    <a:pt x="48" y="121"/>
                                  </a:cubicBezTo>
                                  <a:cubicBezTo>
                                    <a:pt x="48" y="121"/>
                                    <a:pt x="48" y="121"/>
                                    <a:pt x="48" y="121"/>
                                  </a:cubicBezTo>
                                  <a:cubicBezTo>
                                    <a:pt x="49" y="120"/>
                                    <a:pt x="49" y="120"/>
                                    <a:pt x="49" y="120"/>
                                  </a:cubicBezTo>
                                  <a:cubicBezTo>
                                    <a:pt x="48" y="120"/>
                                    <a:pt x="48" y="120"/>
                                    <a:pt x="48" y="120"/>
                                  </a:cubicBezTo>
                                  <a:lnTo>
                                    <a:pt x="47" y="119"/>
                                  </a:lnTo>
                                  <a:close/>
                                  <a:moveTo>
                                    <a:pt x="22" y="91"/>
                                  </a:moveTo>
                                  <a:cubicBezTo>
                                    <a:pt x="22" y="91"/>
                                    <a:pt x="22" y="91"/>
                                    <a:pt x="22" y="91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lnTo>
                                    <a:pt x="22" y="91"/>
                                  </a:lnTo>
                                  <a:close/>
                                  <a:moveTo>
                                    <a:pt x="34" y="26"/>
                                  </a:move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6"/>
                                    <a:pt x="35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6" y="23"/>
                                    <a:pt x="36" y="23"/>
                                    <a:pt x="36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lose/>
                                  <a:moveTo>
                                    <a:pt x="34" y="22"/>
                                  </a:moveTo>
                                  <a:cubicBezTo>
                                    <a:pt x="34" y="22"/>
                                    <a:pt x="34" y="22"/>
                                    <a:pt x="34" y="22"/>
                                  </a:cubicBezTo>
                                  <a:cubicBezTo>
                                    <a:pt x="34" y="22"/>
                                    <a:pt x="34" y="22"/>
                                    <a:pt x="34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lnTo>
                                    <a:pt x="34" y="22"/>
                                  </a:ln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lnTo>
                                    <a:pt x="36" y="22"/>
                                  </a:lnTo>
                                  <a:close/>
                                  <a:moveTo>
                                    <a:pt x="34" y="21"/>
                                  </a:move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lose/>
                                  <a:moveTo>
                                    <a:pt x="12" y="47"/>
                                  </a:move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6"/>
                                    <a:pt x="12" y="46"/>
                                    <a:pt x="12" y="46"/>
                                  </a:cubicBezTo>
                                  <a:cubicBezTo>
                                    <a:pt x="11" y="46"/>
                                    <a:pt x="11" y="46"/>
                                    <a:pt x="11" y="46"/>
                                  </a:cubicBezTo>
                                  <a:cubicBezTo>
                                    <a:pt x="11" y="47"/>
                                    <a:pt x="11" y="47"/>
                                    <a:pt x="11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lose/>
                                  <a:moveTo>
                                    <a:pt x="14" y="43"/>
                                  </a:move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lose/>
                                  <a:moveTo>
                                    <a:pt x="14" y="42"/>
                                  </a:move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lose/>
                                  <a:moveTo>
                                    <a:pt x="19" y="61"/>
                                  </a:move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1"/>
                                    <a:pt x="20" y="61"/>
                                    <a:pt x="20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lnTo>
                                    <a:pt x="19" y="61"/>
                                  </a:lnTo>
                                  <a:close/>
                                  <a:moveTo>
                                    <a:pt x="12" y="58"/>
                                  </a:moveTo>
                                  <a:cubicBezTo>
                                    <a:pt x="12" y="58"/>
                                    <a:pt x="12" y="58"/>
                                    <a:pt x="12" y="58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lnTo>
                                    <a:pt x="12" y="58"/>
                                  </a:lnTo>
                                  <a:close/>
                                  <a:moveTo>
                                    <a:pt x="16" y="56"/>
                                  </a:moveTo>
                                  <a:cubicBezTo>
                                    <a:pt x="16" y="56"/>
                                    <a:pt x="16" y="56"/>
                                    <a:pt x="16" y="56"/>
                                  </a:cubicBezTo>
                                  <a:cubicBezTo>
                                    <a:pt x="16" y="55"/>
                                    <a:pt x="16" y="55"/>
                                    <a:pt x="16" y="55"/>
                                  </a:cubicBezTo>
                                  <a:cubicBezTo>
                                    <a:pt x="16" y="56"/>
                                    <a:pt x="16" y="56"/>
                                    <a:pt x="16" y="56"/>
                                  </a:cubicBezTo>
                                  <a:close/>
                                  <a:moveTo>
                                    <a:pt x="12" y="53"/>
                                  </a:move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lose/>
                                  <a:moveTo>
                                    <a:pt x="7" y="53"/>
                                  </a:moveTo>
                                  <a:cubicBezTo>
                                    <a:pt x="8" y="53"/>
                                    <a:pt x="8" y="53"/>
                                    <a:pt x="8" y="53"/>
                                  </a:cubicBezTo>
                                  <a:cubicBezTo>
                                    <a:pt x="8" y="53"/>
                                    <a:pt x="8" y="53"/>
                                    <a:pt x="8" y="53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7" y="52"/>
                                    <a:pt x="7" y="52"/>
                                    <a:pt x="7" y="52"/>
                                  </a:cubicBezTo>
                                  <a:lnTo>
                                    <a:pt x="7" y="53"/>
                                  </a:lnTo>
                                  <a:close/>
                                  <a:moveTo>
                                    <a:pt x="10" y="51"/>
                                  </a:moveTo>
                                  <a:cubicBezTo>
                                    <a:pt x="11" y="50"/>
                                    <a:pt x="11" y="50"/>
                                    <a:pt x="11" y="50"/>
                                  </a:cubicBezTo>
                                  <a:cubicBezTo>
                                    <a:pt x="10" y="50"/>
                                    <a:pt x="10" y="50"/>
                                    <a:pt x="10" y="50"/>
                                  </a:cubicBezTo>
                                  <a:cubicBezTo>
                                    <a:pt x="10" y="51"/>
                                    <a:pt x="10" y="51"/>
                                    <a:pt x="10" y="51"/>
                                  </a:cubicBezTo>
                                  <a:cubicBezTo>
                                    <a:pt x="9" y="51"/>
                                    <a:pt x="9" y="51"/>
                                    <a:pt x="9" y="51"/>
                                  </a:cubicBezTo>
                                  <a:cubicBezTo>
                                    <a:pt x="9" y="51"/>
                                    <a:pt x="9" y="51"/>
                                    <a:pt x="9" y="51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10" y="51"/>
                                    <a:pt x="10" y="51"/>
                                    <a:pt x="10" y="51"/>
                                  </a:cubicBezTo>
                                  <a:close/>
                                  <a:moveTo>
                                    <a:pt x="46" y="8"/>
                                  </a:move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lnTo>
                                    <a:pt x="46" y="8"/>
                                  </a:lnTo>
                                  <a:close/>
                                  <a:moveTo>
                                    <a:pt x="47" y="7"/>
                                  </a:move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lose/>
                                  <a:moveTo>
                                    <a:pt x="48" y="5"/>
                                  </a:move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lnTo>
                                    <a:pt x="48" y="5"/>
                                  </a:lnTo>
                                  <a:close/>
                                  <a:moveTo>
                                    <a:pt x="49" y="2"/>
                                  </a:move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3"/>
                                    <a:pt x="48" y="3"/>
                                    <a:pt x="48" y="3"/>
                                  </a:cubicBezTo>
                                  <a:cubicBezTo>
                                    <a:pt x="48" y="3"/>
                                    <a:pt x="48" y="3"/>
                                    <a:pt x="48" y="3"/>
                                  </a:cubicBezTo>
                                  <a:cubicBezTo>
                                    <a:pt x="49" y="3"/>
                                    <a:pt x="49" y="3"/>
                                    <a:pt x="49" y="3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lose/>
                                  <a:moveTo>
                                    <a:pt x="48" y="1"/>
                                  </a:move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1"/>
                                    <a:pt x="48" y="1"/>
                                  </a:cubicBez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lnTo>
                                    <a:pt x="48" y="1"/>
                                  </a:lnTo>
                                  <a:close/>
                                  <a:moveTo>
                                    <a:pt x="4" y="46"/>
                                  </a:move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ubicBezTo>
                                    <a:pt x="3" y="47"/>
                                    <a:pt x="3" y="47"/>
                                    <a:pt x="3" y="47"/>
                                  </a:cubicBezTo>
                                  <a:cubicBezTo>
                                    <a:pt x="4" y="47"/>
                                    <a:pt x="4" y="47"/>
                                    <a:pt x="4" y="47"/>
                                  </a:cubicBezTo>
                                  <a:cubicBezTo>
                                    <a:pt x="5" y="46"/>
                                    <a:pt x="5" y="46"/>
                                    <a:pt x="5" y="46"/>
                                  </a:cubicBez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lose/>
                                  <a:moveTo>
                                    <a:pt x="6" y="41"/>
                                  </a:move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lose/>
                                  <a:moveTo>
                                    <a:pt x="9" y="33"/>
                                  </a:move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lnTo>
                                    <a:pt x="9" y="33"/>
                                  </a:lnTo>
                                  <a:close/>
                                  <a:moveTo>
                                    <a:pt x="32" y="27"/>
                                  </a:move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2" y="26"/>
                                    <a:pt x="32" y="26"/>
                                    <a:pt x="32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2" y="25"/>
                                    <a:pt x="32" y="25"/>
                                    <a:pt x="32" y="25"/>
                                  </a:cubicBezTo>
                                  <a:cubicBezTo>
                                    <a:pt x="32" y="25"/>
                                    <a:pt x="32" y="25"/>
                                    <a:pt x="32" y="25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2" y="26"/>
                                    <a:pt x="32" y="26"/>
                                    <a:pt x="32" y="26"/>
                                  </a:cubicBezTo>
                                  <a:lnTo>
                                    <a:pt x="32" y="27"/>
                                  </a:lnTo>
                                  <a:close/>
                                  <a:moveTo>
                                    <a:pt x="32" y="24"/>
                                  </a:move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4"/>
                                    <a:pt x="36" y="24"/>
                                    <a:pt x="36" y="24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5" y="24"/>
                                    <a:pt x="35" y="24"/>
                                    <a:pt x="35" y="24"/>
                                  </a:cubicBezTo>
                                  <a:cubicBezTo>
                                    <a:pt x="35" y="24"/>
                                    <a:pt x="35" y="24"/>
                                    <a:pt x="35" y="24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4" y="23"/>
                                    <a:pt x="34" y="23"/>
                                    <a:pt x="34" y="23"/>
                                  </a:cubicBezTo>
                                  <a:cubicBezTo>
                                    <a:pt x="33" y="23"/>
                                    <a:pt x="33" y="23"/>
                                    <a:pt x="33" y="23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3"/>
                                    <a:pt x="32" y="23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8" y="21"/>
                                    <a:pt x="38" y="21"/>
                                    <a:pt x="38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lnTo>
                                    <a:pt x="36" y="22"/>
                                  </a:lnTo>
                                  <a:close/>
                                  <a:moveTo>
                                    <a:pt x="14" y="46"/>
                                  </a:moveTo>
                                  <a:cubicBezTo>
                                    <a:pt x="14" y="46"/>
                                    <a:pt x="14" y="46"/>
                                    <a:pt x="14" y="46"/>
                                  </a:cubicBezTo>
                                  <a:cubicBezTo>
                                    <a:pt x="14" y="46"/>
                                    <a:pt x="14" y="46"/>
                                    <a:pt x="14" y="46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3" y="44"/>
                                    <a:pt x="13" y="44"/>
                                    <a:pt x="13" y="44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3" y="43"/>
                                    <a:pt x="13" y="43"/>
                                    <a:pt x="13" y="43"/>
                                  </a:cubicBezTo>
                                  <a:cubicBezTo>
                                    <a:pt x="13" y="43"/>
                                    <a:pt x="13" y="43"/>
                                    <a:pt x="13" y="43"/>
                                  </a:cubicBezTo>
                                  <a:cubicBezTo>
                                    <a:pt x="13" y="42"/>
                                    <a:pt x="13" y="42"/>
                                    <a:pt x="13" y="42"/>
                                  </a:cubicBezTo>
                                  <a:cubicBezTo>
                                    <a:pt x="13" y="41"/>
                                    <a:pt x="13" y="41"/>
                                    <a:pt x="13" y="40"/>
                                  </a:cubicBezTo>
                                  <a:cubicBezTo>
                                    <a:pt x="12" y="39"/>
                                    <a:pt x="12" y="39"/>
                                    <a:pt x="12" y="39"/>
                                  </a:cubicBezTo>
                                  <a:cubicBezTo>
                                    <a:pt x="11" y="39"/>
                                    <a:pt x="11" y="39"/>
                                    <a:pt x="11" y="39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1"/>
                                    <a:pt x="12" y="41"/>
                                    <a:pt x="12" y="41"/>
                                  </a:cubicBezTo>
                                  <a:cubicBezTo>
                                    <a:pt x="12" y="41"/>
                                    <a:pt x="12" y="41"/>
                                    <a:pt x="12" y="41"/>
                                  </a:cubicBezTo>
                                  <a:cubicBezTo>
                                    <a:pt x="11" y="41"/>
                                    <a:pt x="11" y="41"/>
                                    <a:pt x="11" y="41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2"/>
                                    <a:pt x="9" y="42"/>
                                    <a:pt x="9" y="42"/>
                                  </a:cubicBezTo>
                                  <a:cubicBezTo>
                                    <a:pt x="10" y="43"/>
                                    <a:pt x="10" y="43"/>
                                    <a:pt x="10" y="43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6"/>
                                    <a:pt x="14" y="46"/>
                                  </a:cubicBezTo>
                                  <a:close/>
                                  <a:moveTo>
                                    <a:pt x="18" y="62"/>
                                  </a:move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8" y="64"/>
                                    <a:pt x="18" y="64"/>
                                    <a:pt x="18" y="64"/>
                                  </a:cubicBezTo>
                                  <a:cubicBezTo>
                                    <a:pt x="18" y="65"/>
                                    <a:pt x="18" y="65"/>
                                    <a:pt x="18" y="65"/>
                                  </a:cubicBezTo>
                                  <a:cubicBezTo>
                                    <a:pt x="18" y="65"/>
                                    <a:pt x="18" y="65"/>
                                    <a:pt x="18" y="65"/>
                                  </a:cubicBezTo>
                                  <a:cubicBezTo>
                                    <a:pt x="19" y="65"/>
                                    <a:pt x="19" y="65"/>
                                    <a:pt x="19" y="65"/>
                                  </a:cubicBezTo>
                                  <a:cubicBezTo>
                                    <a:pt x="19" y="65"/>
                                    <a:pt x="19" y="65"/>
                                    <a:pt x="19" y="65"/>
                                  </a:cubicBezTo>
                                  <a:cubicBezTo>
                                    <a:pt x="19" y="64"/>
                                    <a:pt x="19" y="64"/>
                                    <a:pt x="19" y="64"/>
                                  </a:cubicBezTo>
                                  <a:cubicBezTo>
                                    <a:pt x="19" y="64"/>
                                    <a:pt x="19" y="64"/>
                                    <a:pt x="19" y="64"/>
                                  </a:cubicBezTo>
                                  <a:cubicBezTo>
                                    <a:pt x="19" y="62"/>
                                    <a:pt x="19" y="62"/>
                                    <a:pt x="19" y="62"/>
                                  </a:cubicBezTo>
                                  <a:cubicBezTo>
                                    <a:pt x="18" y="62"/>
                                    <a:pt x="18" y="62"/>
                                    <a:pt x="18" y="62"/>
                                  </a:cubicBezTo>
                                  <a:close/>
                                  <a:moveTo>
                                    <a:pt x="13" y="61"/>
                                  </a:move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3" y="60"/>
                                    <a:pt x="12" y="60"/>
                                    <a:pt x="12" y="59"/>
                                  </a:cubicBezTo>
                                  <a:cubicBezTo>
                                    <a:pt x="12" y="59"/>
                                    <a:pt x="12" y="59"/>
                                    <a:pt x="12" y="59"/>
                                  </a:cubicBezTo>
                                  <a:cubicBezTo>
                                    <a:pt x="11" y="60"/>
                                    <a:pt x="11" y="60"/>
                                    <a:pt x="11" y="60"/>
                                  </a:cubicBezTo>
                                  <a:cubicBezTo>
                                    <a:pt x="11" y="60"/>
                                    <a:pt x="11" y="60"/>
                                    <a:pt x="11" y="60"/>
                                  </a:cubicBezTo>
                                  <a:cubicBezTo>
                                    <a:pt x="10" y="60"/>
                                    <a:pt x="10" y="60"/>
                                    <a:pt x="10" y="60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2"/>
                                    <a:pt x="10" y="62"/>
                                    <a:pt x="10" y="62"/>
                                  </a:cubicBezTo>
                                  <a:cubicBezTo>
                                    <a:pt x="10" y="62"/>
                                    <a:pt x="10" y="62"/>
                                    <a:pt x="10" y="62"/>
                                  </a:cubicBezTo>
                                  <a:cubicBezTo>
                                    <a:pt x="10" y="62"/>
                                    <a:pt x="11" y="61"/>
                                    <a:pt x="11" y="61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1" y="62"/>
                                    <a:pt x="11" y="62"/>
                                    <a:pt x="11" y="62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2" y="63"/>
                                    <a:pt x="12" y="63"/>
                                    <a:pt x="12" y="63"/>
                                  </a:cubicBezTo>
                                  <a:cubicBezTo>
                                    <a:pt x="12" y="63"/>
                                    <a:pt x="12" y="63"/>
                                    <a:pt x="12" y="63"/>
                                  </a:cubicBezTo>
                                  <a:cubicBezTo>
                                    <a:pt x="13" y="62"/>
                                    <a:pt x="13" y="62"/>
                                    <a:pt x="13" y="62"/>
                                  </a:cubicBezTo>
                                  <a:lnTo>
                                    <a:pt x="13" y="61"/>
                                  </a:lnTo>
                                  <a:close/>
                                  <a:moveTo>
                                    <a:pt x="13" y="61"/>
                                  </a:move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14" y="59"/>
                                    <a:pt x="15" y="58"/>
                                    <a:pt x="15" y="57"/>
                                  </a:cubicBezTo>
                                  <a:cubicBezTo>
                                    <a:pt x="15" y="57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4" y="58"/>
                                    <a:pt x="14" y="58"/>
                                  </a:cubicBezTo>
                                  <a:cubicBezTo>
                                    <a:pt x="13" y="58"/>
                                    <a:pt x="13" y="58"/>
                                    <a:pt x="13" y="58"/>
                                  </a:cubicBezTo>
                                  <a:cubicBezTo>
                                    <a:pt x="13" y="59"/>
                                    <a:pt x="13" y="59"/>
                                    <a:pt x="13" y="59"/>
                                  </a:cubicBezTo>
                                  <a:cubicBezTo>
                                    <a:pt x="14" y="59"/>
                                    <a:pt x="14" y="59"/>
                                    <a:pt x="14" y="59"/>
                                  </a:cubicBezTo>
                                  <a:cubicBezTo>
                                    <a:pt x="14" y="59"/>
                                    <a:pt x="13" y="59"/>
                                    <a:pt x="13" y="59"/>
                                  </a:cubicBezTo>
                                  <a:cubicBezTo>
                                    <a:pt x="13" y="60"/>
                                    <a:pt x="13" y="60"/>
                                    <a:pt x="13" y="61"/>
                                  </a:cubicBezTo>
                                  <a:close/>
                                  <a:moveTo>
                                    <a:pt x="15" y="52"/>
                                  </a:moveTo>
                                  <a:cubicBezTo>
                                    <a:pt x="14" y="52"/>
                                    <a:pt x="14" y="52"/>
                                    <a:pt x="14" y="52"/>
                                  </a:cubicBezTo>
                                  <a:cubicBezTo>
                                    <a:pt x="13" y="51"/>
                                    <a:pt x="13" y="51"/>
                                    <a:pt x="13" y="51"/>
                                  </a:cubicBezTo>
                                  <a:cubicBezTo>
                                    <a:pt x="13" y="51"/>
                                    <a:pt x="13" y="51"/>
                                    <a:pt x="13" y="51"/>
                                  </a:cubicBezTo>
                                  <a:cubicBezTo>
                                    <a:pt x="12" y="51"/>
                                    <a:pt x="12" y="51"/>
                                    <a:pt x="12" y="51"/>
                                  </a:cubicBezTo>
                                  <a:cubicBezTo>
                                    <a:pt x="12" y="51"/>
                                    <a:pt x="12" y="51"/>
                                    <a:pt x="12" y="51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1" y="52"/>
                                    <a:pt x="11" y="52"/>
                                    <a:pt x="11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3" y="54"/>
                                    <a:pt x="13" y="54"/>
                                    <a:pt x="13" y="54"/>
                                  </a:cubicBezTo>
                                  <a:cubicBezTo>
                                    <a:pt x="13" y="54"/>
                                    <a:pt x="12" y="55"/>
                                    <a:pt x="12" y="55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4" y="55"/>
                                    <a:pt x="14" y="55"/>
                                    <a:pt x="14" y="55"/>
                                  </a:cubicBezTo>
                                  <a:cubicBezTo>
                                    <a:pt x="15" y="55"/>
                                    <a:pt x="15" y="55"/>
                                    <a:pt x="15" y="55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lnTo>
                                    <a:pt x="15" y="52"/>
                                  </a:lnTo>
                                  <a:close/>
                                  <a:moveTo>
                                    <a:pt x="44" y="7"/>
                                  </a:move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5" y="8"/>
                                    <a:pt x="45" y="8"/>
                                    <a:pt x="45" y="8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6" y="9"/>
                                    <a:pt x="46" y="9"/>
                                    <a:pt x="46" y="10"/>
                                  </a:cubicBezTo>
                                  <a:cubicBezTo>
                                    <a:pt x="46" y="10"/>
                                    <a:pt x="46" y="10"/>
                                    <a:pt x="46" y="10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6" y="11"/>
                                    <a:pt x="46" y="11"/>
                                    <a:pt x="46" y="11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5" y="3"/>
                                    <a:pt x="46" y="3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4" y="3"/>
                                    <a:pt x="44" y="3"/>
                                    <a:pt x="44" y="3"/>
                                  </a:cubicBezTo>
                                  <a:cubicBezTo>
                                    <a:pt x="44" y="4"/>
                                    <a:pt x="44" y="4"/>
                                    <a:pt x="44" y="4"/>
                                  </a:cubicBezTo>
                                  <a:cubicBezTo>
                                    <a:pt x="45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4"/>
                                    <a:pt x="45" y="4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lose/>
                                  <a:moveTo>
                                    <a:pt x="47" y="4"/>
                                  </a:move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1"/>
                                    <a:pt x="48" y="1"/>
                                    <a:pt x="48" y="1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7" y="3"/>
                                    <a:pt x="47" y="4"/>
                                  </a:cubicBezTo>
                                  <a:close/>
                                  <a:moveTo>
                                    <a:pt x="6" y="43"/>
                                  </a:moveTo>
                                  <a:cubicBezTo>
                                    <a:pt x="6" y="43"/>
                                    <a:pt x="6" y="43"/>
                                    <a:pt x="6" y="43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6" y="43"/>
                                    <a:pt x="6" y="43"/>
                                    <a:pt x="6" y="43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3"/>
                                    <a:pt x="5" y="43"/>
                                    <a:pt x="5" y="43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5" y="44"/>
                                    <a:pt x="5" y="44"/>
                                    <a:pt x="5" y="44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6" y="45"/>
                                    <a:pt x="6" y="45"/>
                                    <a:pt x="6" y="45"/>
                                  </a:cubicBezTo>
                                  <a:cubicBezTo>
                                    <a:pt x="6" y="45"/>
                                    <a:pt x="6" y="45"/>
                                    <a:pt x="6" y="45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6" y="44"/>
                                    <a:pt x="6" y="44"/>
                                    <a:pt x="6" y="44"/>
                                  </a:cubicBezTo>
                                  <a:cubicBezTo>
                                    <a:pt x="5" y="44"/>
                                    <a:pt x="5" y="44"/>
                                    <a:pt x="5" y="44"/>
                                  </a:cubicBezTo>
                                  <a:cubicBezTo>
                                    <a:pt x="6" y="44"/>
                                    <a:pt x="6" y="44"/>
                                    <a:pt x="6" y="44"/>
                                  </a:cubicBezTo>
                                  <a:lnTo>
                                    <a:pt x="6" y="43"/>
                                  </a:lnTo>
                                  <a:close/>
                                  <a:moveTo>
                                    <a:pt x="6" y="40"/>
                                  </a:move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6" y="38"/>
                                    <a:pt x="6" y="38"/>
                                    <a:pt x="6" y="38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lose/>
                                  <a:moveTo>
                                    <a:pt x="9" y="36"/>
                                  </a:move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4"/>
                                    <a:pt x="12" y="34"/>
                                    <a:pt x="12" y="34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3" y="30"/>
                                    <a:pt x="13" y="30"/>
                                    <a:pt x="13" y="30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2" y="30"/>
                                    <a:pt x="11" y="30"/>
                                    <a:pt x="11" y="31"/>
                                  </a:cubicBezTo>
                                  <a:cubicBezTo>
                                    <a:pt x="10" y="31"/>
                                    <a:pt x="10" y="31"/>
                                    <a:pt x="10" y="31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10" y="33"/>
                                    <a:pt x="10" y="33"/>
                                    <a:pt x="10" y="33"/>
                                  </a:cubicBezTo>
                                  <a:cubicBezTo>
                                    <a:pt x="10" y="33"/>
                                    <a:pt x="10" y="33"/>
                                    <a:pt x="10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8" y="32"/>
                                    <a:pt x="8" y="32"/>
                                    <a:pt x="8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8" y="32"/>
                                    <a:pt x="8" y="32"/>
                                    <a:pt x="8" y="32"/>
                                  </a:cubicBezTo>
                                  <a:cubicBezTo>
                                    <a:pt x="8" y="33"/>
                                    <a:pt x="8" y="33"/>
                                    <a:pt x="8" y="33"/>
                                  </a:cubicBezTo>
                                  <a:cubicBezTo>
                                    <a:pt x="8" y="33"/>
                                    <a:pt x="8" y="33"/>
                                    <a:pt x="8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lnTo>
                                    <a:pt x="9" y="36"/>
                                  </a:lnTo>
                                  <a:close/>
                                  <a:moveTo>
                                    <a:pt x="24" y="80"/>
                                  </a:moveTo>
                                  <a:cubicBezTo>
                                    <a:pt x="24" y="81"/>
                                    <a:pt x="23" y="81"/>
                                    <a:pt x="23" y="81"/>
                                  </a:cubicBezTo>
                                  <a:cubicBezTo>
                                    <a:pt x="23" y="81"/>
                                    <a:pt x="23" y="82"/>
                                    <a:pt x="22" y="83"/>
                                  </a:cubicBezTo>
                                  <a:cubicBezTo>
                                    <a:pt x="23" y="83"/>
                                    <a:pt x="23" y="83"/>
                                    <a:pt x="23" y="83"/>
                                  </a:cubicBezTo>
                                  <a:cubicBezTo>
                                    <a:pt x="24" y="83"/>
                                    <a:pt x="24" y="83"/>
                                    <a:pt x="24" y="83"/>
                                  </a:cubicBezTo>
                                  <a:cubicBezTo>
                                    <a:pt x="24" y="82"/>
                                    <a:pt x="24" y="82"/>
                                    <a:pt x="25" y="82"/>
                                  </a:cubicBezTo>
                                  <a:cubicBezTo>
                                    <a:pt x="25" y="82"/>
                                    <a:pt x="26" y="81"/>
                                    <a:pt x="26" y="80"/>
                                  </a:cubicBezTo>
                                  <a:cubicBezTo>
                                    <a:pt x="26" y="80"/>
                                    <a:pt x="26" y="80"/>
                                    <a:pt x="26" y="80"/>
                                  </a:cubicBezTo>
                                  <a:cubicBezTo>
                                    <a:pt x="25" y="79"/>
                                    <a:pt x="25" y="79"/>
                                    <a:pt x="25" y="79"/>
                                  </a:cubicBezTo>
                                  <a:cubicBezTo>
                                    <a:pt x="26" y="79"/>
                                    <a:pt x="26" y="79"/>
                                    <a:pt x="26" y="79"/>
                                  </a:cubicBezTo>
                                  <a:cubicBezTo>
                                    <a:pt x="25" y="79"/>
                                    <a:pt x="25" y="79"/>
                                    <a:pt x="25" y="79"/>
                                  </a:cubicBezTo>
                                  <a:cubicBezTo>
                                    <a:pt x="24" y="79"/>
                                    <a:pt x="24" y="79"/>
                                    <a:pt x="24" y="79"/>
                                  </a:cubicBezTo>
                                  <a:lnTo>
                                    <a:pt x="24" y="80"/>
                                  </a:lnTo>
                                  <a:close/>
                                  <a:moveTo>
                                    <a:pt x="6" y="71"/>
                                  </a:move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5" y="72"/>
                                    <a:pt x="5" y="72"/>
                                    <a:pt x="5" y="72"/>
                                  </a:cubicBezTo>
                                  <a:cubicBezTo>
                                    <a:pt x="5" y="73"/>
                                    <a:pt x="5" y="73"/>
                                    <a:pt x="5" y="73"/>
                                  </a:cubicBezTo>
                                  <a:cubicBezTo>
                                    <a:pt x="5" y="74"/>
                                    <a:pt x="5" y="74"/>
                                    <a:pt x="5" y="74"/>
                                  </a:cubicBezTo>
                                  <a:cubicBezTo>
                                    <a:pt x="5" y="74"/>
                                    <a:pt x="5" y="74"/>
                                    <a:pt x="5" y="74"/>
                                  </a:cubicBezTo>
                                  <a:cubicBezTo>
                                    <a:pt x="4" y="74"/>
                                    <a:pt x="4" y="74"/>
                                    <a:pt x="4" y="74"/>
                                  </a:cubicBezTo>
                                  <a:cubicBezTo>
                                    <a:pt x="3" y="75"/>
                                    <a:pt x="3" y="75"/>
                                    <a:pt x="3" y="75"/>
                                  </a:cubicBezTo>
                                  <a:cubicBezTo>
                                    <a:pt x="2" y="74"/>
                                    <a:pt x="2" y="74"/>
                                    <a:pt x="2" y="74"/>
                                  </a:cubicBezTo>
                                  <a:cubicBezTo>
                                    <a:pt x="2" y="75"/>
                                    <a:pt x="2" y="75"/>
                                    <a:pt x="2" y="75"/>
                                  </a:cubicBezTo>
                                  <a:cubicBezTo>
                                    <a:pt x="2" y="75"/>
                                    <a:pt x="2" y="75"/>
                                    <a:pt x="2" y="75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2" y="77"/>
                                    <a:pt x="2" y="77"/>
                                    <a:pt x="2" y="77"/>
                                  </a:cubicBezTo>
                                  <a:cubicBezTo>
                                    <a:pt x="2" y="77"/>
                                    <a:pt x="2" y="77"/>
                                    <a:pt x="2" y="77"/>
                                  </a:cubicBezTo>
                                  <a:cubicBezTo>
                                    <a:pt x="1" y="77"/>
                                    <a:pt x="1" y="77"/>
                                    <a:pt x="1" y="77"/>
                                  </a:cubicBezTo>
                                  <a:cubicBezTo>
                                    <a:pt x="1" y="77"/>
                                    <a:pt x="1" y="77"/>
                                    <a:pt x="1" y="77"/>
                                  </a:cubicBezTo>
                                  <a:cubicBezTo>
                                    <a:pt x="0" y="77"/>
                                    <a:pt x="0" y="77"/>
                                    <a:pt x="0" y="77"/>
                                  </a:cubicBezTo>
                                  <a:cubicBezTo>
                                    <a:pt x="1" y="78"/>
                                    <a:pt x="1" y="78"/>
                                    <a:pt x="1" y="78"/>
                                  </a:cubicBezTo>
                                  <a:cubicBezTo>
                                    <a:pt x="1" y="79"/>
                                    <a:pt x="1" y="79"/>
                                    <a:pt x="1" y="79"/>
                                  </a:cubicBezTo>
                                  <a:cubicBezTo>
                                    <a:pt x="1" y="79"/>
                                    <a:pt x="1" y="79"/>
                                    <a:pt x="1" y="79"/>
                                  </a:cubicBezTo>
                                  <a:cubicBezTo>
                                    <a:pt x="2" y="80"/>
                                    <a:pt x="2" y="80"/>
                                    <a:pt x="2" y="80"/>
                                  </a:cubicBezTo>
                                  <a:cubicBezTo>
                                    <a:pt x="2" y="80"/>
                                    <a:pt x="2" y="80"/>
                                    <a:pt x="2" y="80"/>
                                  </a:cubicBezTo>
                                  <a:cubicBezTo>
                                    <a:pt x="2" y="81"/>
                                    <a:pt x="2" y="81"/>
                                    <a:pt x="2" y="81"/>
                                  </a:cubicBezTo>
                                  <a:cubicBezTo>
                                    <a:pt x="3" y="81"/>
                                    <a:pt x="3" y="81"/>
                                    <a:pt x="3" y="81"/>
                                  </a:cubicBezTo>
                                  <a:cubicBezTo>
                                    <a:pt x="4" y="81"/>
                                    <a:pt x="4" y="81"/>
                                    <a:pt x="4" y="81"/>
                                  </a:cubicBezTo>
                                  <a:cubicBezTo>
                                    <a:pt x="4" y="82"/>
                                    <a:pt x="4" y="82"/>
                                    <a:pt x="4" y="82"/>
                                  </a:cubicBezTo>
                                  <a:cubicBezTo>
                                    <a:pt x="5" y="81"/>
                                    <a:pt x="5" y="81"/>
                                    <a:pt x="5" y="81"/>
                                  </a:cubicBezTo>
                                  <a:cubicBezTo>
                                    <a:pt x="5" y="82"/>
                                    <a:pt x="5" y="82"/>
                                    <a:pt x="5" y="82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7" y="81"/>
                                    <a:pt x="7" y="81"/>
                                    <a:pt x="7" y="81"/>
                                  </a:cubicBezTo>
                                  <a:cubicBezTo>
                                    <a:pt x="7" y="80"/>
                                    <a:pt x="7" y="80"/>
                                    <a:pt x="7" y="80"/>
                                  </a:cubicBezTo>
                                  <a:cubicBezTo>
                                    <a:pt x="7" y="80"/>
                                    <a:pt x="7" y="80"/>
                                    <a:pt x="7" y="80"/>
                                  </a:cubicBezTo>
                                  <a:cubicBezTo>
                                    <a:pt x="7" y="79"/>
                                    <a:pt x="7" y="79"/>
                                    <a:pt x="7" y="79"/>
                                  </a:cubicBezTo>
                                  <a:cubicBezTo>
                                    <a:pt x="7" y="79"/>
                                    <a:pt x="7" y="79"/>
                                    <a:pt x="7" y="79"/>
                                  </a:cubicBezTo>
                                  <a:cubicBezTo>
                                    <a:pt x="8" y="79"/>
                                    <a:pt x="8" y="79"/>
                                    <a:pt x="8" y="79"/>
                                  </a:cubicBezTo>
                                  <a:cubicBezTo>
                                    <a:pt x="8" y="79"/>
                                    <a:pt x="8" y="79"/>
                                    <a:pt x="8" y="79"/>
                                  </a:cubicBezTo>
                                  <a:cubicBezTo>
                                    <a:pt x="9" y="79"/>
                                    <a:pt x="9" y="79"/>
                                    <a:pt x="9" y="79"/>
                                  </a:cubicBezTo>
                                  <a:cubicBezTo>
                                    <a:pt x="9" y="80"/>
                                    <a:pt x="9" y="81"/>
                                    <a:pt x="10" y="81"/>
                                  </a:cubicBezTo>
                                  <a:cubicBezTo>
                                    <a:pt x="10" y="81"/>
                                    <a:pt x="10" y="81"/>
                                    <a:pt x="10" y="81"/>
                                  </a:cubicBezTo>
                                  <a:cubicBezTo>
                                    <a:pt x="11" y="81"/>
                                    <a:pt x="11" y="81"/>
                                    <a:pt x="11" y="81"/>
                                  </a:cubicBezTo>
                                  <a:cubicBezTo>
                                    <a:pt x="10" y="83"/>
                                    <a:pt x="10" y="83"/>
                                    <a:pt x="10" y="83"/>
                                  </a:cubicBezTo>
                                  <a:cubicBezTo>
                                    <a:pt x="11" y="83"/>
                                    <a:pt x="11" y="83"/>
                                    <a:pt x="11" y="83"/>
                                  </a:cubicBezTo>
                                  <a:cubicBezTo>
                                    <a:pt x="12" y="83"/>
                                    <a:pt x="12" y="83"/>
                                    <a:pt x="12" y="83"/>
                                  </a:cubicBezTo>
                                  <a:cubicBezTo>
                                    <a:pt x="12" y="83"/>
                                    <a:pt x="12" y="83"/>
                                    <a:pt x="12" y="83"/>
                                  </a:cubicBezTo>
                                  <a:cubicBezTo>
                                    <a:pt x="13" y="82"/>
                                    <a:pt x="13" y="82"/>
                                    <a:pt x="14" y="83"/>
                                  </a:cubicBezTo>
                                  <a:cubicBezTo>
                                    <a:pt x="14" y="83"/>
                                    <a:pt x="14" y="83"/>
                                    <a:pt x="14" y="83"/>
                                  </a:cubicBezTo>
                                  <a:cubicBezTo>
                                    <a:pt x="15" y="83"/>
                                    <a:pt x="15" y="83"/>
                                    <a:pt x="15" y="83"/>
                                  </a:cubicBezTo>
                                  <a:cubicBezTo>
                                    <a:pt x="15" y="83"/>
                                    <a:pt x="16" y="83"/>
                                    <a:pt x="16" y="82"/>
                                  </a:cubicBezTo>
                                  <a:cubicBezTo>
                                    <a:pt x="16" y="82"/>
                                    <a:pt x="16" y="81"/>
                                    <a:pt x="16" y="81"/>
                                  </a:cubicBezTo>
                                  <a:cubicBezTo>
                                    <a:pt x="16" y="81"/>
                                    <a:pt x="17" y="81"/>
                                    <a:pt x="18" y="81"/>
                                  </a:cubicBezTo>
                                  <a:cubicBezTo>
                                    <a:pt x="18" y="81"/>
                                    <a:pt x="18" y="81"/>
                                    <a:pt x="18" y="81"/>
                                  </a:cubicBezTo>
                                  <a:cubicBezTo>
                                    <a:pt x="18" y="80"/>
                                    <a:pt x="18" y="80"/>
                                    <a:pt x="18" y="80"/>
                                  </a:cubicBezTo>
                                  <a:cubicBezTo>
                                    <a:pt x="19" y="80"/>
                                    <a:pt x="19" y="80"/>
                                    <a:pt x="19" y="80"/>
                                  </a:cubicBezTo>
                                  <a:cubicBezTo>
                                    <a:pt x="18" y="79"/>
                                    <a:pt x="18" y="79"/>
                                    <a:pt x="18" y="79"/>
                                  </a:cubicBezTo>
                                  <a:cubicBezTo>
                                    <a:pt x="17" y="80"/>
                                    <a:pt x="17" y="80"/>
                                    <a:pt x="17" y="80"/>
                                  </a:cubicBezTo>
                                  <a:cubicBezTo>
                                    <a:pt x="18" y="79"/>
                                    <a:pt x="18" y="78"/>
                                    <a:pt x="18" y="78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8"/>
                                    <a:pt x="18" y="78"/>
                                    <a:pt x="18" y="78"/>
                                  </a:cubicBezTo>
                                  <a:cubicBezTo>
                                    <a:pt x="19" y="78"/>
                                    <a:pt x="19" y="78"/>
                                    <a:pt x="19" y="78"/>
                                  </a:cubicBezTo>
                                  <a:cubicBezTo>
                                    <a:pt x="18" y="79"/>
                                    <a:pt x="18" y="79"/>
                                    <a:pt x="18" y="79"/>
                                  </a:cubicBezTo>
                                  <a:cubicBezTo>
                                    <a:pt x="19" y="79"/>
                                    <a:pt x="19" y="80"/>
                                    <a:pt x="19" y="80"/>
                                  </a:cubicBezTo>
                                  <a:cubicBezTo>
                                    <a:pt x="19" y="79"/>
                                    <a:pt x="19" y="79"/>
                                    <a:pt x="19" y="78"/>
                                  </a:cubicBezTo>
                                  <a:cubicBezTo>
                                    <a:pt x="19" y="78"/>
                                    <a:pt x="19" y="78"/>
                                    <a:pt x="19" y="77"/>
                                  </a:cubicBezTo>
                                  <a:cubicBezTo>
                                    <a:pt x="19" y="77"/>
                                    <a:pt x="19" y="77"/>
                                    <a:pt x="19" y="77"/>
                                  </a:cubicBezTo>
                                  <a:cubicBezTo>
                                    <a:pt x="19" y="76"/>
                                    <a:pt x="19" y="76"/>
                                    <a:pt x="19" y="76"/>
                                  </a:cubicBezTo>
                                  <a:cubicBezTo>
                                    <a:pt x="18" y="76"/>
                                    <a:pt x="18" y="76"/>
                                    <a:pt x="18" y="76"/>
                                  </a:cubicBezTo>
                                  <a:cubicBezTo>
                                    <a:pt x="18" y="76"/>
                                    <a:pt x="18" y="76"/>
                                    <a:pt x="18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6" y="77"/>
                                    <a:pt x="16" y="77"/>
                                    <a:pt x="16" y="77"/>
                                  </a:cubicBezTo>
                                  <a:cubicBezTo>
                                    <a:pt x="16" y="76"/>
                                    <a:pt x="16" y="76"/>
                                    <a:pt x="16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7" y="75"/>
                                    <a:pt x="17" y="75"/>
                                    <a:pt x="17" y="75"/>
                                  </a:cubicBezTo>
                                  <a:cubicBezTo>
                                    <a:pt x="18" y="75"/>
                                    <a:pt x="18" y="75"/>
                                    <a:pt x="18" y="75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3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1"/>
                                    <a:pt x="16" y="71"/>
                                    <a:pt x="16" y="71"/>
                                  </a:cubicBezTo>
                                  <a:cubicBezTo>
                                    <a:pt x="15" y="71"/>
                                    <a:pt x="15" y="71"/>
                                    <a:pt x="15" y="71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4" y="70"/>
                                    <a:pt x="14" y="70"/>
                                    <a:pt x="14" y="70"/>
                                  </a:cubicBezTo>
                                  <a:cubicBezTo>
                                    <a:pt x="13" y="69"/>
                                    <a:pt x="13" y="69"/>
                                    <a:pt x="13" y="69"/>
                                  </a:cubicBezTo>
                                  <a:cubicBezTo>
                                    <a:pt x="13" y="69"/>
                                    <a:pt x="13" y="69"/>
                                    <a:pt x="13" y="69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1" y="69"/>
                                    <a:pt x="11" y="69"/>
                                    <a:pt x="11" y="69"/>
                                  </a:cubicBezTo>
                                  <a:cubicBezTo>
                                    <a:pt x="10" y="70"/>
                                    <a:pt x="10" y="70"/>
                                    <a:pt x="10" y="70"/>
                                  </a:cubicBezTo>
                                  <a:cubicBezTo>
                                    <a:pt x="10" y="70"/>
                                    <a:pt x="10" y="70"/>
                                    <a:pt x="10" y="70"/>
                                  </a:cubicBezTo>
                                  <a:cubicBezTo>
                                    <a:pt x="9" y="70"/>
                                    <a:pt x="9" y="70"/>
                                    <a:pt x="9" y="69"/>
                                  </a:cubicBezTo>
                                  <a:cubicBezTo>
                                    <a:pt x="9" y="70"/>
                                    <a:pt x="9" y="70"/>
                                    <a:pt x="9" y="71"/>
                                  </a:cubicBezTo>
                                  <a:cubicBezTo>
                                    <a:pt x="8" y="71"/>
                                    <a:pt x="8" y="71"/>
                                    <a:pt x="8" y="71"/>
                                  </a:cubicBezTo>
                                  <a:cubicBezTo>
                                    <a:pt x="7" y="71"/>
                                    <a:pt x="7" y="71"/>
                                    <a:pt x="7" y="71"/>
                                  </a:cubicBezTo>
                                  <a:lnTo>
                                    <a:pt x="6" y="71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6" name="Freeform 809">
                              <a:extLst>
                                <a:ext uri="{FF2B5EF4-FFF2-40B4-BE49-F238E27FC236}">
                                  <a16:creationId xmlns:a16="http://schemas.microsoft.com/office/drawing/2014/main" id="{AF6B106A-44F4-4297-EE23-67298879A6B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29313" y="3587750"/>
                              <a:ext cx="241300" cy="250825"/>
                            </a:xfrm>
                            <a:custGeom>
                              <a:avLst/>
                              <a:gdLst>
                                <a:gd name="T0" fmla="*/ 31 w 58"/>
                                <a:gd name="T1" fmla="*/ 13 h 60"/>
                                <a:gd name="T2" fmla="*/ 20 w 58"/>
                                <a:gd name="T3" fmla="*/ 12 h 60"/>
                                <a:gd name="T4" fmla="*/ 23 w 58"/>
                                <a:gd name="T5" fmla="*/ 27 h 60"/>
                                <a:gd name="T6" fmla="*/ 24 w 58"/>
                                <a:gd name="T7" fmla="*/ 39 h 60"/>
                                <a:gd name="T8" fmla="*/ 17 w 58"/>
                                <a:gd name="T9" fmla="*/ 42 h 60"/>
                                <a:gd name="T10" fmla="*/ 18 w 58"/>
                                <a:gd name="T11" fmla="*/ 31 h 60"/>
                                <a:gd name="T12" fmla="*/ 11 w 58"/>
                                <a:gd name="T13" fmla="*/ 30 h 60"/>
                                <a:gd name="T14" fmla="*/ 5 w 58"/>
                                <a:gd name="T15" fmla="*/ 22 h 60"/>
                                <a:gd name="T16" fmla="*/ 13 w 58"/>
                                <a:gd name="T17" fmla="*/ 8 h 60"/>
                                <a:gd name="T18" fmla="*/ 34 w 58"/>
                                <a:gd name="T19" fmla="*/ 3 h 60"/>
                                <a:gd name="T20" fmla="*/ 50 w 58"/>
                                <a:gd name="T21" fmla="*/ 55 h 60"/>
                                <a:gd name="T22" fmla="*/ 42 w 58"/>
                                <a:gd name="T23" fmla="*/ 47 h 60"/>
                                <a:gd name="T24" fmla="*/ 38 w 58"/>
                                <a:gd name="T25" fmla="*/ 44 h 60"/>
                                <a:gd name="T26" fmla="*/ 35 w 58"/>
                                <a:gd name="T27" fmla="*/ 43 h 60"/>
                                <a:gd name="T28" fmla="*/ 38 w 58"/>
                                <a:gd name="T29" fmla="*/ 42 h 60"/>
                                <a:gd name="T30" fmla="*/ 42 w 58"/>
                                <a:gd name="T31" fmla="*/ 41 h 60"/>
                                <a:gd name="T32" fmla="*/ 33 w 58"/>
                                <a:gd name="T33" fmla="*/ 40 h 60"/>
                                <a:gd name="T34" fmla="*/ 49 w 58"/>
                                <a:gd name="T35" fmla="*/ 39 h 60"/>
                                <a:gd name="T36" fmla="*/ 48 w 58"/>
                                <a:gd name="T37" fmla="*/ 38 h 60"/>
                                <a:gd name="T38" fmla="*/ 47 w 58"/>
                                <a:gd name="T39" fmla="*/ 36 h 60"/>
                                <a:gd name="T40" fmla="*/ 52 w 58"/>
                                <a:gd name="T41" fmla="*/ 52 h 60"/>
                                <a:gd name="T42" fmla="*/ 58 w 58"/>
                                <a:gd name="T43" fmla="*/ 48 h 60"/>
                                <a:gd name="T44" fmla="*/ 57 w 58"/>
                                <a:gd name="T45" fmla="*/ 49 h 60"/>
                                <a:gd name="T46" fmla="*/ 40 w 58"/>
                                <a:gd name="T47" fmla="*/ 46 h 60"/>
                                <a:gd name="T48" fmla="*/ 46 w 58"/>
                                <a:gd name="T49" fmla="*/ 46 h 60"/>
                                <a:gd name="T50" fmla="*/ 56 w 58"/>
                                <a:gd name="T51" fmla="*/ 44 h 60"/>
                                <a:gd name="T52" fmla="*/ 40 w 58"/>
                                <a:gd name="T53" fmla="*/ 45 h 60"/>
                                <a:gd name="T54" fmla="*/ 50 w 58"/>
                                <a:gd name="T55" fmla="*/ 43 h 60"/>
                                <a:gd name="T56" fmla="*/ 50 w 58"/>
                                <a:gd name="T57" fmla="*/ 42 h 60"/>
                                <a:gd name="T58" fmla="*/ 38 w 58"/>
                                <a:gd name="T59" fmla="*/ 41 h 60"/>
                                <a:gd name="T60" fmla="*/ 33 w 58"/>
                                <a:gd name="T61" fmla="*/ 38 h 60"/>
                                <a:gd name="T62" fmla="*/ 40 w 58"/>
                                <a:gd name="T63" fmla="*/ 38 h 60"/>
                                <a:gd name="T64" fmla="*/ 39 w 58"/>
                                <a:gd name="T65" fmla="*/ 37 h 60"/>
                                <a:gd name="T66" fmla="*/ 33 w 58"/>
                                <a:gd name="T67" fmla="*/ 36 h 60"/>
                                <a:gd name="T68" fmla="*/ 36 w 58"/>
                                <a:gd name="T69" fmla="*/ 35 h 60"/>
                                <a:gd name="T70" fmla="*/ 40 w 58"/>
                                <a:gd name="T71" fmla="*/ 28 h 60"/>
                                <a:gd name="T72" fmla="*/ 45 w 58"/>
                                <a:gd name="T73" fmla="*/ 36 h 60"/>
                                <a:gd name="T74" fmla="*/ 50 w 58"/>
                                <a:gd name="T75" fmla="*/ 35 h 60"/>
                                <a:gd name="T76" fmla="*/ 43 w 58"/>
                                <a:gd name="T77" fmla="*/ 29 h 60"/>
                                <a:gd name="T78" fmla="*/ 44 w 58"/>
                                <a:gd name="T79" fmla="*/ 31 h 60"/>
                                <a:gd name="T80" fmla="*/ 42 w 58"/>
                                <a:gd name="T81" fmla="*/ 22 h 60"/>
                                <a:gd name="T82" fmla="*/ 47 w 58"/>
                                <a:gd name="T83" fmla="*/ 24 h 60"/>
                                <a:gd name="T84" fmla="*/ 38 w 58"/>
                                <a:gd name="T85" fmla="*/ 16 h 60"/>
                                <a:gd name="T86" fmla="*/ 38 w 58"/>
                                <a:gd name="T87" fmla="*/ 17 h 60"/>
                                <a:gd name="T88" fmla="*/ 33 w 58"/>
                                <a:gd name="T89" fmla="*/ 34 h 60"/>
                                <a:gd name="T90" fmla="*/ 33 w 58"/>
                                <a:gd name="T91" fmla="*/ 25 h 60"/>
                                <a:gd name="T92" fmla="*/ 24 w 58"/>
                                <a:gd name="T93" fmla="*/ 25 h 60"/>
                                <a:gd name="T94" fmla="*/ 28 w 58"/>
                                <a:gd name="T95" fmla="*/ 29 h 60"/>
                                <a:gd name="T96" fmla="*/ 32 w 58"/>
                                <a:gd name="T97" fmla="*/ 32 h 60"/>
                                <a:gd name="T98" fmla="*/ 31 w 58"/>
                                <a:gd name="T99" fmla="*/ 31 h 60"/>
                                <a:gd name="T100" fmla="*/ 30 w 58"/>
                                <a:gd name="T101" fmla="*/ 59 h 60"/>
                                <a:gd name="T102" fmla="*/ 27 w 58"/>
                                <a:gd name="T103" fmla="*/ 56 h 60"/>
                                <a:gd name="T104" fmla="*/ 37 w 58"/>
                                <a:gd name="T105" fmla="*/ 59 h 60"/>
                                <a:gd name="T106" fmla="*/ 45 w 58"/>
                                <a:gd name="T107" fmla="*/ 56 h 60"/>
                                <a:gd name="T108" fmla="*/ 41 w 58"/>
                                <a:gd name="T109" fmla="*/ 56 h 60"/>
                                <a:gd name="T110" fmla="*/ 31 w 58"/>
                                <a:gd name="T111" fmla="*/ 55 h 60"/>
                                <a:gd name="T112" fmla="*/ 28 w 58"/>
                                <a:gd name="T113" fmla="*/ 53 h 60"/>
                                <a:gd name="T114" fmla="*/ 10 w 58"/>
                                <a:gd name="T115" fmla="*/ 36 h 60"/>
                                <a:gd name="T116" fmla="*/ 6 w 58"/>
                                <a:gd name="T117" fmla="*/ 32 h 60"/>
                                <a:gd name="T118" fmla="*/ 2 w 58"/>
                                <a:gd name="T119" fmla="*/ 17 h 60"/>
                                <a:gd name="T120" fmla="*/ 24 w 58"/>
                                <a:gd name="T121" fmla="*/ 48 h 6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58" h="60">
                                  <a:moveTo>
                                    <a:pt x="44" y="9"/>
                                  </a:move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ubicBezTo>
                                    <a:pt x="44" y="8"/>
                                    <a:pt x="42" y="8"/>
                                    <a:pt x="42" y="8"/>
                                  </a:cubicBezTo>
                                  <a:cubicBezTo>
                                    <a:pt x="40" y="8"/>
                                    <a:pt x="39" y="8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7" y="7"/>
                                    <a:pt x="37" y="7"/>
                                    <a:pt x="37" y="7"/>
                                  </a:cubicBezTo>
                                  <a:cubicBezTo>
                                    <a:pt x="36" y="7"/>
                                    <a:pt x="36" y="7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8"/>
                                  </a:cubicBezTo>
                                  <a:cubicBezTo>
                                    <a:pt x="34" y="8"/>
                                    <a:pt x="34" y="7"/>
                                    <a:pt x="33" y="7"/>
                                  </a:cubicBezTo>
                                  <a:cubicBezTo>
                                    <a:pt x="32" y="7"/>
                                    <a:pt x="32" y="8"/>
                                    <a:pt x="32" y="9"/>
                                  </a:cubicBezTo>
                                  <a:cubicBezTo>
                                    <a:pt x="31" y="9"/>
                                    <a:pt x="30" y="9"/>
                                    <a:pt x="30" y="9"/>
                                  </a:cubicBezTo>
                                  <a:cubicBezTo>
                                    <a:pt x="29" y="9"/>
                                    <a:pt x="28" y="8"/>
                                    <a:pt x="28" y="9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8" y="11"/>
                                    <a:pt x="29" y="11"/>
                                    <a:pt x="29" y="11"/>
                                  </a:cubicBezTo>
                                  <a:cubicBezTo>
                                    <a:pt x="30" y="11"/>
                                    <a:pt x="28" y="12"/>
                                    <a:pt x="29" y="12"/>
                                  </a:cubicBezTo>
                                  <a:cubicBezTo>
                                    <a:pt x="30" y="13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2" y="13"/>
                                    <a:pt x="32" y="14"/>
                                  </a:cubicBezTo>
                                  <a:cubicBezTo>
                                    <a:pt x="32" y="14"/>
                                    <a:pt x="33" y="15"/>
                                    <a:pt x="32" y="15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3"/>
                                    <a:pt x="30" y="13"/>
                                    <a:pt x="30" y="13"/>
                                  </a:cubicBezTo>
                                  <a:cubicBezTo>
                                    <a:pt x="29" y="13"/>
                                    <a:pt x="28" y="12"/>
                                    <a:pt x="28" y="13"/>
                                  </a:cubicBezTo>
                                  <a:cubicBezTo>
                                    <a:pt x="28" y="14"/>
                                    <a:pt x="29" y="14"/>
                                    <a:pt x="29" y="15"/>
                                  </a:cubicBezTo>
                                  <a:cubicBezTo>
                                    <a:pt x="30" y="15"/>
                                    <a:pt x="30" y="16"/>
                                    <a:pt x="29" y="16"/>
                                  </a:cubicBezTo>
                                  <a:cubicBezTo>
                                    <a:pt x="28" y="15"/>
                                    <a:pt x="28" y="14"/>
                                    <a:pt x="27" y="14"/>
                                  </a:cubicBezTo>
                                  <a:cubicBezTo>
                                    <a:pt x="26" y="14"/>
                                    <a:pt x="25" y="13"/>
                                    <a:pt x="26" y="14"/>
                                  </a:cubicBezTo>
                                  <a:cubicBezTo>
                                    <a:pt x="26" y="15"/>
                                    <a:pt x="27" y="16"/>
                                    <a:pt x="28" y="17"/>
                                  </a:cubicBezTo>
                                  <a:cubicBezTo>
                                    <a:pt x="27" y="17"/>
                                    <a:pt x="26" y="16"/>
                                    <a:pt x="26" y="16"/>
                                  </a:cubicBezTo>
                                  <a:cubicBezTo>
                                    <a:pt x="25" y="16"/>
                                    <a:pt x="25" y="15"/>
                                    <a:pt x="25" y="14"/>
                                  </a:cubicBezTo>
                                  <a:cubicBezTo>
                                    <a:pt x="25" y="13"/>
                                    <a:pt x="24" y="13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3" y="11"/>
                                  </a:cubicBezTo>
                                  <a:cubicBezTo>
                                    <a:pt x="23" y="11"/>
                                    <a:pt x="23" y="10"/>
                                    <a:pt x="22" y="10"/>
                                  </a:cubicBezTo>
                                  <a:cubicBezTo>
                                    <a:pt x="22" y="10"/>
                                    <a:pt x="22" y="11"/>
                                    <a:pt x="21" y="11"/>
                                  </a:cubicBezTo>
                                  <a:cubicBezTo>
                                    <a:pt x="21" y="12"/>
                                    <a:pt x="20" y="11"/>
                                    <a:pt x="20" y="12"/>
                                  </a:cubicBezTo>
                                  <a:cubicBezTo>
                                    <a:pt x="21" y="12"/>
                                    <a:pt x="21" y="12"/>
                                    <a:pt x="21" y="13"/>
                                  </a:cubicBezTo>
                                  <a:cubicBezTo>
                                    <a:pt x="21" y="13"/>
                                    <a:pt x="21" y="13"/>
                                    <a:pt x="20" y="14"/>
                                  </a:cubicBezTo>
                                  <a:cubicBezTo>
                                    <a:pt x="20" y="15"/>
                                    <a:pt x="20" y="15"/>
                                    <a:pt x="21" y="16"/>
                                  </a:cubicBezTo>
                                  <a:cubicBezTo>
                                    <a:pt x="21" y="16"/>
                                    <a:pt x="21" y="17"/>
                                    <a:pt x="22" y="17"/>
                                  </a:cubicBezTo>
                                  <a:cubicBezTo>
                                    <a:pt x="22" y="18"/>
                                    <a:pt x="22" y="18"/>
                                    <a:pt x="22" y="19"/>
                                  </a:cubicBezTo>
                                  <a:cubicBezTo>
                                    <a:pt x="23" y="20"/>
                                    <a:pt x="24" y="20"/>
                                    <a:pt x="25" y="21"/>
                                  </a:cubicBezTo>
                                  <a:cubicBezTo>
                                    <a:pt x="25" y="22"/>
                                    <a:pt x="26" y="22"/>
                                    <a:pt x="25" y="23"/>
                                  </a:cubicBezTo>
                                  <a:cubicBezTo>
                                    <a:pt x="25" y="23"/>
                                    <a:pt x="24" y="24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1"/>
                                    <a:pt x="23" y="22"/>
                                  </a:cubicBezTo>
                                  <a:cubicBezTo>
                                    <a:pt x="23" y="22"/>
                                    <a:pt x="23" y="22"/>
                                    <a:pt x="23" y="22"/>
                                  </a:cubicBezTo>
                                  <a:cubicBezTo>
                                    <a:pt x="22" y="22"/>
                                    <a:pt x="22" y="22"/>
                                    <a:pt x="22" y="23"/>
                                  </a:cubicBezTo>
                                  <a:cubicBezTo>
                                    <a:pt x="22" y="23"/>
                                    <a:pt x="23" y="24"/>
                                    <a:pt x="23" y="25"/>
                                  </a:cubicBezTo>
                                  <a:cubicBezTo>
                                    <a:pt x="22" y="26"/>
                                    <a:pt x="21" y="25"/>
                                    <a:pt x="20" y="25"/>
                                  </a:cubicBezTo>
                                  <a:cubicBezTo>
                                    <a:pt x="20" y="26"/>
                                    <a:pt x="20" y="26"/>
                                    <a:pt x="21" y="26"/>
                                  </a:cubicBezTo>
                                  <a:cubicBezTo>
                                    <a:pt x="21" y="26"/>
                                    <a:pt x="21" y="26"/>
                                    <a:pt x="22" y="26"/>
                                  </a:cubicBezTo>
                                  <a:cubicBezTo>
                                    <a:pt x="22" y="27"/>
                                    <a:pt x="23" y="27"/>
                                    <a:pt x="23" y="27"/>
                                  </a:cubicBezTo>
                                  <a:cubicBezTo>
                                    <a:pt x="23" y="27"/>
                                    <a:pt x="23" y="27"/>
                                    <a:pt x="24" y="27"/>
                                  </a:cubicBezTo>
                                  <a:cubicBezTo>
                                    <a:pt x="24" y="28"/>
                                    <a:pt x="24" y="27"/>
                                    <a:pt x="25" y="28"/>
                                  </a:cubicBezTo>
                                  <a:cubicBezTo>
                                    <a:pt x="25" y="28"/>
                                    <a:pt x="25" y="28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30"/>
                                  </a:cubicBezTo>
                                  <a:cubicBezTo>
                                    <a:pt x="28" y="31"/>
                                    <a:pt x="30" y="30"/>
                                    <a:pt x="30" y="32"/>
                                  </a:cubicBezTo>
                                  <a:cubicBezTo>
                                    <a:pt x="30" y="33"/>
                                    <a:pt x="30" y="33"/>
                                    <a:pt x="30" y="34"/>
                                  </a:cubicBezTo>
                                  <a:cubicBezTo>
                                    <a:pt x="30" y="34"/>
                                    <a:pt x="31" y="35"/>
                                    <a:pt x="30" y="36"/>
                                  </a:cubicBezTo>
                                  <a:cubicBezTo>
                                    <a:pt x="30" y="36"/>
                                    <a:pt x="29" y="35"/>
                                    <a:pt x="29" y="35"/>
                                  </a:cubicBezTo>
                                  <a:cubicBezTo>
                                    <a:pt x="29" y="34"/>
                                    <a:pt x="28" y="34"/>
                                    <a:pt x="28" y="34"/>
                                  </a:cubicBezTo>
                                  <a:cubicBezTo>
                                    <a:pt x="27" y="33"/>
                                    <a:pt x="27" y="33"/>
                                    <a:pt x="27" y="33"/>
                                  </a:cubicBezTo>
                                  <a:cubicBezTo>
                                    <a:pt x="26" y="33"/>
                                    <a:pt x="25" y="33"/>
                                    <a:pt x="24" y="33"/>
                                  </a:cubicBezTo>
                                  <a:cubicBezTo>
                                    <a:pt x="22" y="34"/>
                                    <a:pt x="24" y="34"/>
                                    <a:pt x="24" y="35"/>
                                  </a:cubicBezTo>
                                  <a:cubicBezTo>
                                    <a:pt x="24" y="36"/>
                                    <a:pt x="24" y="37"/>
                                    <a:pt x="25" y="37"/>
                                  </a:cubicBezTo>
                                  <a:cubicBezTo>
                                    <a:pt x="25" y="37"/>
                                    <a:pt x="26" y="37"/>
                                    <a:pt x="26" y="38"/>
                                  </a:cubicBezTo>
                                  <a:cubicBezTo>
                                    <a:pt x="26" y="38"/>
                                    <a:pt x="25" y="38"/>
                                    <a:pt x="25" y="38"/>
                                  </a:cubicBezTo>
                                  <a:cubicBezTo>
                                    <a:pt x="25" y="38"/>
                                    <a:pt x="24" y="40"/>
                                    <a:pt x="24" y="39"/>
                                  </a:cubicBezTo>
                                  <a:cubicBezTo>
                                    <a:pt x="23" y="39"/>
                                    <a:pt x="24" y="38"/>
                                    <a:pt x="24" y="38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2" y="37"/>
                                    <a:pt x="22" y="37"/>
                                    <a:pt x="22" y="37"/>
                                  </a:cubicBezTo>
                                  <a:cubicBezTo>
                                    <a:pt x="21" y="38"/>
                                    <a:pt x="22" y="38"/>
                                    <a:pt x="22" y="39"/>
                                  </a:cubicBezTo>
                                  <a:cubicBezTo>
                                    <a:pt x="22" y="40"/>
                                    <a:pt x="23" y="41"/>
                                    <a:pt x="23" y="41"/>
                                  </a:cubicBezTo>
                                  <a:cubicBezTo>
                                    <a:pt x="23" y="41"/>
                                    <a:pt x="24" y="43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4" y="45"/>
                                  </a:cubicBezTo>
                                  <a:cubicBezTo>
                                    <a:pt x="24" y="46"/>
                                    <a:pt x="24" y="46"/>
                                    <a:pt x="24" y="47"/>
                                  </a:cubicBezTo>
                                  <a:cubicBezTo>
                                    <a:pt x="24" y="47"/>
                                    <a:pt x="23" y="46"/>
                                    <a:pt x="23" y="45"/>
                                  </a:cubicBezTo>
                                  <a:cubicBezTo>
                                    <a:pt x="23" y="45"/>
                                    <a:pt x="22" y="45"/>
                                    <a:pt x="22" y="45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3"/>
                                    <a:pt x="22" y="43"/>
                                    <a:pt x="21" y="43"/>
                                  </a:cubicBezTo>
                                  <a:cubicBezTo>
                                    <a:pt x="21" y="43"/>
                                    <a:pt x="21" y="43"/>
                                    <a:pt x="21" y="44"/>
                                  </a:cubicBezTo>
                                  <a:cubicBezTo>
                                    <a:pt x="20" y="44"/>
                                    <a:pt x="20" y="44"/>
                                    <a:pt x="20" y="45"/>
                                  </a:cubicBezTo>
                                  <a:cubicBezTo>
                                    <a:pt x="20" y="45"/>
                                    <a:pt x="20" y="46"/>
                                    <a:pt x="20" y="46"/>
                                  </a:cubicBezTo>
                                  <a:cubicBezTo>
                                    <a:pt x="19" y="46"/>
                                    <a:pt x="19" y="45"/>
                                    <a:pt x="19" y="44"/>
                                  </a:cubicBezTo>
                                  <a:cubicBezTo>
                                    <a:pt x="19" y="43"/>
                                    <a:pt x="18" y="43"/>
                                    <a:pt x="17" y="42"/>
                                  </a:cubicBezTo>
                                  <a:cubicBezTo>
                                    <a:pt x="17" y="42"/>
                                    <a:pt x="17" y="41"/>
                                    <a:pt x="16" y="41"/>
                                  </a:cubicBezTo>
                                  <a:cubicBezTo>
                                    <a:pt x="16" y="42"/>
                                    <a:pt x="16" y="43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5" y="44"/>
                                  </a:cubicBezTo>
                                  <a:cubicBezTo>
                                    <a:pt x="15" y="44"/>
                                    <a:pt x="15" y="43"/>
                                    <a:pt x="15" y="43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4" y="43"/>
                                    <a:pt x="15" y="42"/>
                                    <a:pt x="14" y="42"/>
                                  </a:cubicBezTo>
                                  <a:cubicBezTo>
                                    <a:pt x="14" y="42"/>
                                    <a:pt x="14" y="42"/>
                                    <a:pt x="14" y="41"/>
                                  </a:cubicBezTo>
                                  <a:cubicBezTo>
                                    <a:pt x="13" y="41"/>
                                    <a:pt x="14" y="40"/>
                                    <a:pt x="14" y="39"/>
                                  </a:cubicBezTo>
                                  <a:cubicBezTo>
                                    <a:pt x="15" y="38"/>
                                    <a:pt x="14" y="38"/>
                                    <a:pt x="13" y="37"/>
                                  </a:cubicBezTo>
                                  <a:cubicBezTo>
                                    <a:pt x="13" y="36"/>
                                    <a:pt x="12" y="36"/>
                                    <a:pt x="12" y="36"/>
                                  </a:cubicBezTo>
                                  <a:cubicBezTo>
                                    <a:pt x="12" y="35"/>
                                    <a:pt x="12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0" y="34"/>
                                  </a:cubicBezTo>
                                  <a:cubicBezTo>
                                    <a:pt x="10" y="34"/>
                                    <a:pt x="11" y="33"/>
                                    <a:pt x="12" y="33"/>
                                  </a:cubicBezTo>
                                  <a:cubicBezTo>
                                    <a:pt x="12" y="32"/>
                                    <a:pt x="12" y="31"/>
                                    <a:pt x="13" y="31"/>
                                  </a:cubicBezTo>
                                  <a:cubicBezTo>
                                    <a:pt x="14" y="31"/>
                                    <a:pt x="14" y="32"/>
                                    <a:pt x="15" y="31"/>
                                  </a:cubicBezTo>
                                  <a:cubicBezTo>
                                    <a:pt x="15" y="30"/>
                                    <a:pt x="16" y="30"/>
                                    <a:pt x="17" y="31"/>
                                  </a:cubicBezTo>
                                  <a:cubicBezTo>
                                    <a:pt x="17" y="31"/>
                                    <a:pt x="18" y="31"/>
                                    <a:pt x="18" y="31"/>
                                  </a:cubicBezTo>
                                  <a:cubicBezTo>
                                    <a:pt x="19" y="32"/>
                                    <a:pt x="19" y="32"/>
                                    <a:pt x="20" y="32"/>
                                  </a:cubicBezTo>
                                  <a:cubicBezTo>
                                    <a:pt x="20" y="32"/>
                                    <a:pt x="21" y="32"/>
                                    <a:pt x="21" y="33"/>
                                  </a:cubicBezTo>
                                  <a:cubicBezTo>
                                    <a:pt x="21" y="33"/>
                                    <a:pt x="22" y="33"/>
                                    <a:pt x="22" y="34"/>
                                  </a:cubicBezTo>
                                  <a:cubicBezTo>
                                    <a:pt x="23" y="34"/>
                                    <a:pt x="22" y="32"/>
                                    <a:pt x="23" y="32"/>
                                  </a:cubicBezTo>
                                  <a:cubicBezTo>
                                    <a:pt x="23" y="32"/>
                                    <a:pt x="25" y="33"/>
                                    <a:pt x="24" y="32"/>
                                  </a:cubicBezTo>
                                  <a:cubicBezTo>
                                    <a:pt x="24" y="31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1" y="30"/>
                                    <a:pt x="21" y="30"/>
                                  </a:cubicBezTo>
                                  <a:cubicBezTo>
                                    <a:pt x="20" y="30"/>
                                    <a:pt x="21" y="30"/>
                                    <a:pt x="20" y="31"/>
                                  </a:cubicBezTo>
                                  <a:cubicBezTo>
                                    <a:pt x="20" y="30"/>
                                    <a:pt x="20" y="30"/>
                                    <a:pt x="19" y="30"/>
                                  </a:cubicBezTo>
                                  <a:cubicBezTo>
                                    <a:pt x="19" y="29"/>
                                    <a:pt x="19" y="30"/>
                                    <a:pt x="19" y="30"/>
                                  </a:cubicBezTo>
                                  <a:cubicBezTo>
                                    <a:pt x="18" y="30"/>
                                    <a:pt x="18" y="30"/>
                                    <a:pt x="18" y="30"/>
                                  </a:cubicBezTo>
                                  <a:cubicBezTo>
                                    <a:pt x="17" y="30"/>
                                    <a:pt x="16" y="30"/>
                                    <a:pt x="16" y="30"/>
                                  </a:cubicBezTo>
                                  <a:cubicBezTo>
                                    <a:pt x="15" y="30"/>
                                    <a:pt x="15" y="30"/>
                                    <a:pt x="15" y="30"/>
                                  </a:cubicBezTo>
                                  <a:cubicBezTo>
                                    <a:pt x="15" y="30"/>
                                    <a:pt x="15" y="30"/>
                                    <a:pt x="15" y="30"/>
                                  </a:cubicBezTo>
                                  <a:cubicBezTo>
                                    <a:pt x="15" y="30"/>
                                    <a:pt x="14" y="30"/>
                                    <a:pt x="14" y="30"/>
                                  </a:cubicBezTo>
                                  <a:cubicBezTo>
                                    <a:pt x="12" y="30"/>
                                    <a:pt x="13" y="29"/>
                                    <a:pt x="12" y="29"/>
                                  </a:cubicBezTo>
                                  <a:cubicBezTo>
                                    <a:pt x="11" y="30"/>
                                    <a:pt x="12" y="30"/>
                                    <a:pt x="11" y="30"/>
                                  </a:cubicBezTo>
                                  <a:cubicBezTo>
                                    <a:pt x="10" y="31"/>
                                    <a:pt x="11" y="29"/>
                                    <a:pt x="10" y="29"/>
                                  </a:cubicBezTo>
                                  <a:cubicBezTo>
                                    <a:pt x="10" y="29"/>
                                    <a:pt x="10" y="28"/>
                                    <a:pt x="10" y="28"/>
                                  </a:cubicBezTo>
                                  <a:cubicBezTo>
                                    <a:pt x="10" y="28"/>
                                    <a:pt x="10" y="28"/>
                                    <a:pt x="9" y="28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8" y="26"/>
                                    <a:pt x="8" y="26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10" y="26"/>
                                    <a:pt x="11" y="26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0" y="24"/>
                                  </a:cubicBezTo>
                                  <a:cubicBezTo>
                                    <a:pt x="10" y="24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9" y="24"/>
                                    <a:pt x="8" y="24"/>
                                  </a:cubicBezTo>
                                  <a:cubicBezTo>
                                    <a:pt x="8" y="24"/>
                                    <a:pt x="8" y="24"/>
                                    <a:pt x="7" y="24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6" y="23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5" y="22"/>
                                    <a:pt x="5" y="22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5" y="19"/>
                                    <a:pt x="5" y="19"/>
                                    <a:pt x="5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7"/>
                                    <a:pt x="6" y="18"/>
                                    <a:pt x="6" y="17"/>
                                  </a:cubicBezTo>
                                  <a:cubicBezTo>
                                    <a:pt x="6" y="17"/>
                                    <a:pt x="6" y="17"/>
                                    <a:pt x="5" y="17"/>
                                  </a:cubicBezTo>
                                  <a:cubicBezTo>
                                    <a:pt x="5" y="17"/>
                                    <a:pt x="5" y="16"/>
                                    <a:pt x="5" y="16"/>
                                  </a:cubicBezTo>
                                  <a:cubicBezTo>
                                    <a:pt x="5" y="15"/>
                                    <a:pt x="6" y="15"/>
                                    <a:pt x="7" y="15"/>
                                  </a:cubicBezTo>
                                  <a:cubicBezTo>
                                    <a:pt x="8" y="15"/>
                                    <a:pt x="8" y="14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10" y="11"/>
                                    <a:pt x="10" y="11"/>
                                    <a:pt x="10" y="10"/>
                                  </a:cubicBezTo>
                                  <a:cubicBezTo>
                                    <a:pt x="10" y="10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10" y="9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2" y="8"/>
                                    <a:pt x="12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5" y="8"/>
                                    <a:pt x="15" y="7"/>
                                  </a:cubicBezTo>
                                  <a:cubicBezTo>
                                    <a:pt x="15" y="7"/>
                                    <a:pt x="15" y="7"/>
                                    <a:pt x="16" y="6"/>
                                  </a:cubicBezTo>
                                  <a:cubicBezTo>
                                    <a:pt x="16" y="6"/>
                                    <a:pt x="17" y="6"/>
                                    <a:pt x="17" y="6"/>
                                  </a:cubicBezTo>
                                  <a:cubicBezTo>
                                    <a:pt x="18" y="6"/>
                                    <a:pt x="18" y="6"/>
                                    <a:pt x="19" y="6"/>
                                  </a:cubicBezTo>
                                  <a:cubicBezTo>
                                    <a:pt x="20" y="6"/>
                                    <a:pt x="20" y="6"/>
                                    <a:pt x="21" y="5"/>
                                  </a:cubicBezTo>
                                  <a:cubicBezTo>
                                    <a:pt x="21" y="4"/>
                                    <a:pt x="23" y="4"/>
                                    <a:pt x="24" y="4"/>
                                  </a:cubicBezTo>
                                  <a:cubicBezTo>
                                    <a:pt x="24" y="4"/>
                                    <a:pt x="25" y="4"/>
                                    <a:pt x="25" y="3"/>
                                  </a:cubicBezTo>
                                  <a:cubicBezTo>
                                    <a:pt x="26" y="3"/>
                                    <a:pt x="27" y="4"/>
                                    <a:pt x="28" y="3"/>
                                  </a:cubicBezTo>
                                  <a:cubicBezTo>
                                    <a:pt x="28" y="3"/>
                                    <a:pt x="29" y="3"/>
                                    <a:pt x="29" y="3"/>
                                  </a:cubicBezTo>
                                  <a:cubicBezTo>
                                    <a:pt x="30" y="2"/>
                                    <a:pt x="30" y="2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2" y="2"/>
                                  </a:cubicBezTo>
                                  <a:cubicBezTo>
                                    <a:pt x="32" y="2"/>
                                    <a:pt x="32" y="2"/>
                                    <a:pt x="32" y="2"/>
                                  </a:cubicBezTo>
                                  <a:cubicBezTo>
                                    <a:pt x="33" y="2"/>
                                    <a:pt x="33" y="2"/>
                                    <a:pt x="34" y="2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5" y="3"/>
                                    <a:pt x="35" y="4"/>
                                  </a:cubicBezTo>
                                  <a:cubicBezTo>
                                    <a:pt x="36" y="3"/>
                                    <a:pt x="38" y="4"/>
                                    <a:pt x="38" y="5"/>
                                  </a:cubicBezTo>
                                  <a:cubicBezTo>
                                    <a:pt x="39" y="5"/>
                                    <a:pt x="41" y="4"/>
                                    <a:pt x="42" y="4"/>
                                  </a:cubicBezTo>
                                  <a:cubicBezTo>
                                    <a:pt x="43" y="4"/>
                                    <a:pt x="45" y="4"/>
                                    <a:pt x="45" y="2"/>
                                  </a:cubicBezTo>
                                  <a:cubicBezTo>
                                    <a:pt x="45" y="2"/>
                                    <a:pt x="44" y="2"/>
                                    <a:pt x="44" y="1"/>
                                  </a:cubicBezTo>
                                  <a:cubicBezTo>
                                    <a:pt x="44" y="1"/>
                                    <a:pt x="44" y="0"/>
                                    <a:pt x="45" y="0"/>
                                  </a:cubicBezTo>
                                  <a:cubicBezTo>
                                    <a:pt x="46" y="0"/>
                                    <a:pt x="47" y="1"/>
                                    <a:pt x="47" y="2"/>
                                  </a:cubicBezTo>
                                  <a:cubicBezTo>
                                    <a:pt x="48" y="2"/>
                                    <a:pt x="48" y="3"/>
                                    <a:pt x="48" y="3"/>
                                  </a:cubicBezTo>
                                  <a:cubicBezTo>
                                    <a:pt x="48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6" y="5"/>
                                    <a:pt x="46" y="5"/>
                                  </a:cubicBezTo>
                                  <a:cubicBezTo>
                                    <a:pt x="45" y="5"/>
                                    <a:pt x="45" y="6"/>
                                    <a:pt x="46" y="6"/>
                                  </a:cubicBezTo>
                                  <a:cubicBezTo>
                                    <a:pt x="46" y="7"/>
                                    <a:pt x="46" y="7"/>
                                    <a:pt x="45" y="8"/>
                                  </a:cubicBezTo>
                                  <a:cubicBezTo>
                                    <a:pt x="45" y="8"/>
                                    <a:pt x="45" y="8"/>
                                    <a:pt x="45" y="8"/>
                                  </a:cubicBez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lose/>
                                  <a:moveTo>
                                    <a:pt x="51" y="55"/>
                                  </a:move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49" y="55"/>
                                    <a:pt x="49" y="55"/>
                                    <a:pt x="49" y="55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50" y="55"/>
                                    <a:pt x="50" y="55"/>
                                    <a:pt x="51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lnTo>
                                    <a:pt x="51" y="55"/>
                                  </a:lnTo>
                                  <a:close/>
                                  <a:moveTo>
                                    <a:pt x="54" y="48"/>
                                  </a:move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lose/>
                                  <a:moveTo>
                                    <a:pt x="55" y="47"/>
                                  </a:move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lnTo>
                                    <a:pt x="55" y="47"/>
                                  </a:lnTo>
                                  <a:close/>
                                  <a:moveTo>
                                    <a:pt x="42" y="47"/>
                                  </a:move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lnTo>
                                    <a:pt x="42" y="47"/>
                                  </a:lnTo>
                                  <a:close/>
                                  <a:moveTo>
                                    <a:pt x="52" y="45"/>
                                  </a:move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lnTo>
                                    <a:pt x="52" y="45"/>
                                  </a:lnTo>
                                  <a:close/>
                                  <a:moveTo>
                                    <a:pt x="37" y="45"/>
                                  </a:moveTo>
                                  <a:cubicBezTo>
                                    <a:pt x="36" y="45"/>
                                    <a:pt x="36" y="45"/>
                                    <a:pt x="36" y="45"/>
                                  </a:cubicBezTo>
                                  <a:cubicBezTo>
                                    <a:pt x="36" y="45"/>
                                    <a:pt x="36" y="45"/>
                                    <a:pt x="36" y="45"/>
                                  </a:cubicBezTo>
                                  <a:cubicBezTo>
                                    <a:pt x="36" y="45"/>
                                    <a:pt x="36" y="45"/>
                                    <a:pt x="37" y="45"/>
                                  </a:cubicBezTo>
                                  <a:cubicBezTo>
                                    <a:pt x="37" y="45"/>
                                    <a:pt x="37" y="45"/>
                                    <a:pt x="37" y="45"/>
                                  </a:cubicBezTo>
                                  <a:close/>
                                  <a:moveTo>
                                    <a:pt x="38" y="44"/>
                                  </a:move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lnTo>
                                    <a:pt x="38" y="44"/>
                                  </a:lnTo>
                                  <a:close/>
                                  <a:moveTo>
                                    <a:pt x="35" y="44"/>
                                  </a:move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lose/>
                                  <a:moveTo>
                                    <a:pt x="34" y="43"/>
                                  </a:move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5" y="43"/>
                                    <a:pt x="35" y="43"/>
                                    <a:pt x="35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lose/>
                                  <a:moveTo>
                                    <a:pt x="40" y="43"/>
                                  </a:move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lose/>
                                  <a:moveTo>
                                    <a:pt x="42" y="43"/>
                                  </a:move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lnTo>
                                    <a:pt x="42" y="43"/>
                                  </a:lnTo>
                                  <a:close/>
                                  <a:moveTo>
                                    <a:pt x="51" y="42"/>
                                  </a:move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lose/>
                                  <a:moveTo>
                                    <a:pt x="37" y="42"/>
                                  </a:move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lnTo>
                                    <a:pt x="37" y="42"/>
                                  </a:lnTo>
                                  <a:close/>
                                  <a:moveTo>
                                    <a:pt x="35" y="42"/>
                                  </a:move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3"/>
                                  </a:cubicBezTo>
                                  <a:cubicBezTo>
                                    <a:pt x="36" y="42"/>
                                    <a:pt x="36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lose/>
                                  <a:moveTo>
                                    <a:pt x="51" y="41"/>
                                  </a:move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lose/>
                                  <a:moveTo>
                                    <a:pt x="42" y="41"/>
                                  </a:move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ubicBezTo>
                                    <a:pt x="43" y="41"/>
                                    <a:pt x="43" y="41"/>
                                    <a:pt x="43" y="41"/>
                                  </a:cubicBez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lose/>
                                  <a:moveTo>
                                    <a:pt x="49" y="40"/>
                                  </a:move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lose/>
                                  <a:moveTo>
                                    <a:pt x="33" y="40"/>
                                  </a:moveTo>
                                  <a:cubicBezTo>
                                    <a:pt x="33" y="41"/>
                                    <a:pt x="33" y="41"/>
                                    <a:pt x="33" y="41"/>
                                  </a:cubicBezTo>
                                  <a:cubicBezTo>
                                    <a:pt x="33" y="41"/>
                                    <a:pt x="33" y="41"/>
                                    <a:pt x="33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0"/>
                                    <a:pt x="34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lnTo>
                                    <a:pt x="33" y="40"/>
                                  </a:lnTo>
                                  <a:close/>
                                  <a:moveTo>
                                    <a:pt x="51" y="39"/>
                                  </a:move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lose/>
                                  <a:moveTo>
                                    <a:pt x="48" y="39"/>
                                  </a:move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9" y="39"/>
                                    <a:pt x="49" y="39"/>
                                    <a:pt x="49" y="39"/>
                                  </a:cubicBezTo>
                                  <a:cubicBezTo>
                                    <a:pt x="49" y="39"/>
                                    <a:pt x="49" y="39"/>
                                    <a:pt x="49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lose/>
                                  <a:moveTo>
                                    <a:pt x="47" y="39"/>
                                  </a:move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lose/>
                                  <a:moveTo>
                                    <a:pt x="48" y="38"/>
                                  </a:move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lose/>
                                  <a:moveTo>
                                    <a:pt x="50" y="38"/>
                                  </a:move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lnTo>
                                    <a:pt x="50" y="38"/>
                                  </a:lnTo>
                                  <a:close/>
                                  <a:moveTo>
                                    <a:pt x="46" y="37"/>
                                  </a:move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lose/>
                                  <a:moveTo>
                                    <a:pt x="35" y="37"/>
                                  </a:move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lose/>
                                  <a:moveTo>
                                    <a:pt x="47" y="36"/>
                                  </a:move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lnTo>
                                    <a:pt x="47" y="36"/>
                                  </a:lnTo>
                                  <a:close/>
                                  <a:moveTo>
                                    <a:pt x="52" y="54"/>
                                  </a:move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3"/>
                                    <a:pt x="51" y="53"/>
                                  </a:cubicBezTo>
                                  <a:cubicBezTo>
                                    <a:pt x="51" y="53"/>
                                    <a:pt x="52" y="53"/>
                                    <a:pt x="52" y="52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1"/>
                                    <a:pt x="52" y="51"/>
                                    <a:pt x="52" y="51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1" y="52"/>
                                    <a:pt x="51" y="52"/>
                                  </a:cubicBezTo>
                                  <a:cubicBezTo>
                                    <a:pt x="51" y="52"/>
                                    <a:pt x="51" y="52"/>
                                    <a:pt x="51" y="52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2" y="55"/>
                                    <a:pt x="52" y="55"/>
                                    <a:pt x="52" y="55"/>
                                  </a:cubicBezTo>
                                  <a:cubicBezTo>
                                    <a:pt x="52" y="55"/>
                                    <a:pt x="52" y="55"/>
                                    <a:pt x="52" y="55"/>
                                  </a:cubicBez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lose/>
                                  <a:moveTo>
                                    <a:pt x="58" y="48"/>
                                  </a:move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7" y="46"/>
                                    <a:pt x="57" y="47"/>
                                    <a:pt x="56" y="47"/>
                                  </a:cubicBezTo>
                                  <a:cubicBezTo>
                                    <a:pt x="56" y="47"/>
                                    <a:pt x="56" y="47"/>
                                    <a:pt x="56" y="47"/>
                                  </a:cubicBez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50"/>
                                    <a:pt x="55" y="50"/>
                                  </a:cubicBezTo>
                                  <a:cubicBezTo>
                                    <a:pt x="55" y="51"/>
                                    <a:pt x="55" y="51"/>
                                    <a:pt x="55" y="51"/>
                                  </a:cubicBezTo>
                                  <a:cubicBezTo>
                                    <a:pt x="56" y="51"/>
                                    <a:pt x="57" y="50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lnTo>
                                    <a:pt x="58" y="48"/>
                                  </a:lnTo>
                                  <a:close/>
                                  <a:moveTo>
                                    <a:pt x="40" y="46"/>
                                  </a:move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39" y="47"/>
                                    <a:pt x="39" y="47"/>
                                    <a:pt x="39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lose/>
                                  <a:moveTo>
                                    <a:pt x="52" y="46"/>
                                  </a:move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ubicBezTo>
                                    <a:pt x="52" y="47"/>
                                    <a:pt x="52" y="47"/>
                                    <a:pt x="52" y="47"/>
                                  </a:cubicBez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lose/>
                                  <a:moveTo>
                                    <a:pt x="46" y="45"/>
                                  </a:moveTo>
                                  <a:cubicBezTo>
                                    <a:pt x="45" y="45"/>
                                    <a:pt x="45" y="45"/>
                                    <a:pt x="45" y="45"/>
                                  </a:cubicBezTo>
                                  <a:cubicBezTo>
                                    <a:pt x="45" y="46"/>
                                    <a:pt x="45" y="46"/>
                                    <a:pt x="45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7" y="45"/>
                                    <a:pt x="47" y="45"/>
                                    <a:pt x="47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lose/>
                                  <a:moveTo>
                                    <a:pt x="55" y="45"/>
                                  </a:move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lose/>
                                  <a:moveTo>
                                    <a:pt x="34" y="45"/>
                                  </a:moveTo>
                                  <a:cubicBezTo>
                                    <a:pt x="34" y="45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3" y="45"/>
                                    <a:pt x="34" y="45"/>
                                  </a:cubicBezTo>
                                  <a:close/>
                                  <a:moveTo>
                                    <a:pt x="39" y="44"/>
                                  </a:moveTo>
                                  <a:cubicBezTo>
                                    <a:pt x="39" y="44"/>
                                    <a:pt x="39" y="44"/>
                                    <a:pt x="39" y="44"/>
                                  </a:cubicBezTo>
                                  <a:cubicBezTo>
                                    <a:pt x="39" y="44"/>
                                    <a:pt x="39" y="45"/>
                                    <a:pt x="40" y="45"/>
                                  </a:cubicBezTo>
                                  <a:cubicBezTo>
                                    <a:pt x="40" y="45"/>
                                    <a:pt x="40" y="45"/>
                                    <a:pt x="40" y="45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39" y="44"/>
                                    <a:pt x="39" y="44"/>
                                    <a:pt x="39" y="44"/>
                                  </a:cubicBezTo>
                                  <a:close/>
                                  <a:moveTo>
                                    <a:pt x="50" y="44"/>
                                  </a:move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1" y="44"/>
                                    <a:pt x="51" y="44"/>
                                    <a:pt x="51" y="44"/>
                                  </a:cubicBezTo>
                                  <a:cubicBezTo>
                                    <a:pt x="51" y="43"/>
                                    <a:pt x="52" y="43"/>
                                    <a:pt x="52" y="43"/>
                                  </a:cubicBezTo>
                                  <a:cubicBezTo>
                                    <a:pt x="52" y="43"/>
                                    <a:pt x="52" y="43"/>
                                    <a:pt x="52" y="43"/>
                                  </a:cubicBezTo>
                                  <a:cubicBezTo>
                                    <a:pt x="52" y="42"/>
                                    <a:pt x="52" y="42"/>
                                    <a:pt x="52" y="42"/>
                                  </a:cubicBezTo>
                                  <a:cubicBezTo>
                                    <a:pt x="51" y="42"/>
                                    <a:pt x="50" y="43"/>
                                    <a:pt x="50" y="44"/>
                                  </a:cubicBezTo>
                                  <a:cubicBezTo>
                                    <a:pt x="50" y="43"/>
                                    <a:pt x="50" y="43"/>
                                    <a:pt x="50" y="43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lose/>
                                  <a:moveTo>
                                    <a:pt x="42" y="44"/>
                                  </a:move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3" y="44"/>
                                    <a:pt x="43" y="43"/>
                                    <a:pt x="44" y="43"/>
                                  </a:cubicBezTo>
                                  <a:cubicBezTo>
                                    <a:pt x="44" y="43"/>
                                    <a:pt x="44" y="43"/>
                                    <a:pt x="44" y="43"/>
                                  </a:cubicBezTo>
                                  <a:cubicBezTo>
                                    <a:pt x="44" y="43"/>
                                    <a:pt x="44" y="42"/>
                                    <a:pt x="44" y="42"/>
                                  </a:cubicBezTo>
                                  <a:cubicBezTo>
                                    <a:pt x="43" y="42"/>
                                    <a:pt x="43" y="42"/>
                                    <a:pt x="43" y="42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2" y="43"/>
                                    <a:pt x="42" y="43"/>
                                    <a:pt x="42" y="43"/>
                                  </a:cubicBezTo>
                                  <a:cubicBezTo>
                                    <a:pt x="42" y="43"/>
                                    <a:pt x="42" y="43"/>
                                    <a:pt x="42" y="43"/>
                                  </a:cubicBezTo>
                                  <a:lnTo>
                                    <a:pt x="42" y="44"/>
                                  </a:lnTo>
                                  <a:close/>
                                  <a:moveTo>
                                    <a:pt x="50" y="41"/>
                                  </a:move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49" y="42"/>
                                    <a:pt x="49" y="42"/>
                                    <a:pt x="49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lose/>
                                  <a:moveTo>
                                    <a:pt x="38" y="41"/>
                                  </a:moveTo>
                                  <a:cubicBezTo>
                                    <a:pt x="38" y="41"/>
                                    <a:pt x="38" y="41"/>
                                    <a:pt x="38" y="41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9" y="42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8" y="41"/>
                                    <a:pt x="38" y="41"/>
                                    <a:pt x="38" y="41"/>
                                  </a:cubicBezTo>
                                  <a:close/>
                                  <a:moveTo>
                                    <a:pt x="40" y="42"/>
                                  </a:moveTo>
                                  <a:cubicBezTo>
                                    <a:pt x="40" y="42"/>
                                    <a:pt x="40" y="42"/>
                                    <a:pt x="40" y="42"/>
                                  </a:cubicBezTo>
                                  <a:cubicBezTo>
                                    <a:pt x="40" y="42"/>
                                    <a:pt x="40" y="42"/>
                                    <a:pt x="40" y="43"/>
                                  </a:cubicBezTo>
                                  <a:cubicBezTo>
                                    <a:pt x="41" y="42"/>
                                    <a:pt x="41" y="41"/>
                                    <a:pt x="41" y="40"/>
                                  </a:cubicBezTo>
                                  <a:cubicBezTo>
                                    <a:pt x="41" y="40"/>
                                    <a:pt x="41" y="40"/>
                                    <a:pt x="41" y="40"/>
                                  </a:cubicBezTo>
                                  <a:cubicBezTo>
                                    <a:pt x="40" y="40"/>
                                    <a:pt x="40" y="41"/>
                                    <a:pt x="39" y="41"/>
                                  </a:cubicBezTo>
                                  <a:cubicBezTo>
                                    <a:pt x="40" y="42"/>
                                    <a:pt x="40" y="42"/>
                                    <a:pt x="40" y="42"/>
                                  </a:cubicBezTo>
                                  <a:close/>
                                  <a:moveTo>
                                    <a:pt x="33" y="38"/>
                                  </a:move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4" y="38"/>
                                    <a:pt x="34" y="38"/>
                                    <a:pt x="34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lose/>
                                  <a:moveTo>
                                    <a:pt x="39" y="38"/>
                                  </a:move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lose/>
                                  <a:moveTo>
                                    <a:pt x="37" y="38"/>
                                  </a:move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ubicBezTo>
                                    <a:pt x="36" y="38"/>
                                    <a:pt x="36" y="38"/>
                                    <a:pt x="36" y="38"/>
                                  </a:cubicBezTo>
                                  <a:cubicBezTo>
                                    <a:pt x="36" y="38"/>
                                    <a:pt x="36" y="38"/>
                                    <a:pt x="36" y="38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lose/>
                                  <a:moveTo>
                                    <a:pt x="38" y="37"/>
                                  </a:moveTo>
                                  <a:cubicBezTo>
                                    <a:pt x="39" y="37"/>
                                    <a:pt x="39" y="37"/>
                                    <a:pt x="39" y="37"/>
                                  </a:cubicBezTo>
                                  <a:cubicBezTo>
                                    <a:pt x="39" y="37"/>
                                    <a:pt x="39" y="37"/>
                                    <a:pt x="39" y="37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7"/>
                                    <a:pt x="38" y="37"/>
                                    <a:pt x="38" y="37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lose/>
                                  <a:moveTo>
                                    <a:pt x="33" y="36"/>
                                  </a:moveTo>
                                  <a:cubicBezTo>
                                    <a:pt x="32" y="37"/>
                                    <a:pt x="32" y="37"/>
                                    <a:pt x="32" y="37"/>
                                  </a:cubicBezTo>
                                  <a:cubicBezTo>
                                    <a:pt x="32" y="37"/>
                                    <a:pt x="32" y="37"/>
                                    <a:pt x="32" y="37"/>
                                  </a:cubicBezTo>
                                  <a:cubicBezTo>
                                    <a:pt x="33" y="37"/>
                                    <a:pt x="33" y="37"/>
                                    <a:pt x="33" y="37"/>
                                  </a:cubicBezTo>
                                  <a:cubicBezTo>
                                    <a:pt x="33" y="37"/>
                                    <a:pt x="33" y="37"/>
                                    <a:pt x="33" y="37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lose/>
                                  <a:moveTo>
                                    <a:pt x="37" y="36"/>
                                  </a:move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4"/>
                                    <a:pt x="37" y="34"/>
                                    <a:pt x="37" y="34"/>
                                  </a:cubicBezTo>
                                  <a:cubicBezTo>
                                    <a:pt x="37" y="34"/>
                                    <a:pt x="37" y="34"/>
                                    <a:pt x="37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6"/>
                                    <a:pt x="36" y="36"/>
                                    <a:pt x="36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lose/>
                                  <a:moveTo>
                                    <a:pt x="45" y="29"/>
                                  </a:move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lose/>
                                  <a:moveTo>
                                    <a:pt x="44" y="28"/>
                                  </a:move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lnTo>
                                    <a:pt x="44" y="28"/>
                                  </a:lnTo>
                                  <a:close/>
                                  <a:moveTo>
                                    <a:pt x="40" y="28"/>
                                  </a:move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lose/>
                                  <a:moveTo>
                                    <a:pt x="40" y="28"/>
                                  </a:move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lnTo>
                                    <a:pt x="40" y="28"/>
                                  </a:lnTo>
                                  <a:close/>
                                  <a:moveTo>
                                    <a:pt x="37" y="20"/>
                                  </a:move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ubicBezTo>
                                    <a:pt x="36" y="20"/>
                                    <a:pt x="36" y="20"/>
                                    <a:pt x="37" y="20"/>
                                  </a:cubicBez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lose/>
                                  <a:moveTo>
                                    <a:pt x="43" y="37"/>
                                  </a:moveTo>
                                  <a:cubicBezTo>
                                    <a:pt x="44" y="37"/>
                                    <a:pt x="45" y="36"/>
                                    <a:pt x="46" y="36"/>
                                  </a:cubicBezTo>
                                  <a:cubicBezTo>
                                    <a:pt x="45" y="36"/>
                                    <a:pt x="45" y="36"/>
                                    <a:pt x="45" y="36"/>
                                  </a:cubicBezTo>
                                  <a:cubicBezTo>
                                    <a:pt x="44" y="36"/>
                                    <a:pt x="44" y="36"/>
                                    <a:pt x="43" y="37"/>
                                  </a:cubicBezTo>
                                  <a:close/>
                                  <a:moveTo>
                                    <a:pt x="50" y="35"/>
                                  </a:move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49" y="35"/>
                                    <a:pt x="49" y="34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5"/>
                                    <a:pt x="50" y="35"/>
                                  </a:cubicBezTo>
                                  <a:close/>
                                  <a:moveTo>
                                    <a:pt x="44" y="29"/>
                                  </a:move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3" y="28"/>
                                    <a:pt x="43" y="28"/>
                                    <a:pt x="43" y="28"/>
                                  </a:cubicBezTo>
                                  <a:cubicBezTo>
                                    <a:pt x="42" y="28"/>
                                    <a:pt x="42" y="28"/>
                                    <a:pt x="42" y="28"/>
                                  </a:cubicBezTo>
                                  <a:cubicBezTo>
                                    <a:pt x="42" y="28"/>
                                    <a:pt x="42" y="28"/>
                                    <a:pt x="42" y="28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2" y="31"/>
                                    <a:pt x="42" y="31"/>
                                    <a:pt x="42" y="31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3" y="31"/>
                                    <a:pt x="43" y="31"/>
                                    <a:pt x="43" y="32"/>
                                  </a:cubicBezTo>
                                  <a:cubicBezTo>
                                    <a:pt x="43" y="32"/>
                                    <a:pt x="43" y="32"/>
                                    <a:pt x="43" y="32"/>
                                  </a:cubicBezTo>
                                  <a:cubicBezTo>
                                    <a:pt x="43" y="32"/>
                                    <a:pt x="43" y="32"/>
                                    <a:pt x="43" y="32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4" y="30"/>
                                    <a:pt x="44" y="29"/>
                                    <a:pt x="44" y="29"/>
                                  </a:cubicBezTo>
                                  <a:close/>
                                  <a:moveTo>
                                    <a:pt x="47" y="23"/>
                                  </a:move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7" y="23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4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4" y="22"/>
                                    <a:pt x="44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2" y="23"/>
                                    <a:pt x="42" y="23"/>
                                    <a:pt x="42" y="23"/>
                                  </a:cubicBezTo>
                                  <a:cubicBezTo>
                                    <a:pt x="42" y="23"/>
                                    <a:pt x="43" y="23"/>
                                    <a:pt x="43" y="23"/>
                                  </a:cubicBezTo>
                                  <a:cubicBezTo>
                                    <a:pt x="44" y="24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5" y="24"/>
                                  </a:cubicBezTo>
                                  <a:cubicBezTo>
                                    <a:pt x="46" y="24"/>
                                    <a:pt x="46" y="25"/>
                                    <a:pt x="47" y="24"/>
                                  </a:cubicBezTo>
                                  <a:cubicBezTo>
                                    <a:pt x="47" y="24"/>
                                    <a:pt x="46" y="24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lnTo>
                                    <a:pt x="47" y="23"/>
                                  </a:lnTo>
                                  <a:close/>
                                  <a:moveTo>
                                    <a:pt x="39" y="18"/>
                                  </a:move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5"/>
                                    <a:pt x="39" y="16"/>
                                    <a:pt x="39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lnTo>
                                    <a:pt x="39" y="18"/>
                                  </a:lnTo>
                                  <a:close/>
                                  <a:moveTo>
                                    <a:pt x="32" y="34"/>
                                  </a:move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3" y="34"/>
                                    <a:pt x="33" y="34"/>
                                    <a:pt x="33" y="34"/>
                                  </a:cubicBezTo>
                                  <a:lnTo>
                                    <a:pt x="32" y="34"/>
                                  </a:lnTo>
                                  <a:close/>
                                  <a:moveTo>
                                    <a:pt x="33" y="26"/>
                                  </a:move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lose/>
                                  <a:moveTo>
                                    <a:pt x="34" y="26"/>
                                  </a:move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5" y="26"/>
                                    <a:pt x="35" y="26"/>
                                    <a:pt x="35" y="26"/>
                                  </a:cubicBezTo>
                                  <a:cubicBezTo>
                                    <a:pt x="35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lose/>
                                  <a:moveTo>
                                    <a:pt x="28" y="27"/>
                                  </a:moveTo>
                                  <a:cubicBezTo>
                                    <a:pt x="28" y="26"/>
                                    <a:pt x="28" y="26"/>
                                    <a:pt x="28" y="26"/>
                                  </a:cubicBezTo>
                                  <a:cubicBezTo>
                                    <a:pt x="28" y="27"/>
                                    <a:pt x="28" y="27"/>
                                    <a:pt x="28" y="27"/>
                                  </a:cubicBezTo>
                                  <a:cubicBezTo>
                                    <a:pt x="27" y="26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6" y="26"/>
                                    <a:pt x="26" y="25"/>
                                  </a:cubicBezTo>
                                  <a:cubicBezTo>
                                    <a:pt x="26" y="25"/>
                                    <a:pt x="26" y="25"/>
                                    <a:pt x="26" y="25"/>
                                  </a:cubicBezTo>
                                  <a:cubicBezTo>
                                    <a:pt x="26" y="24"/>
                                    <a:pt x="25" y="24"/>
                                    <a:pt x="25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3" y="26"/>
                                    <a:pt x="23" y="26"/>
                                  </a:cubicBezTo>
                                  <a:cubicBezTo>
                                    <a:pt x="22" y="26"/>
                                    <a:pt x="22" y="26"/>
                                    <a:pt x="22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5"/>
                                  </a:cubicBezTo>
                                  <a:cubicBezTo>
                                    <a:pt x="24" y="25"/>
                                    <a:pt x="24" y="26"/>
                                    <a:pt x="24" y="26"/>
                                  </a:cubicBezTo>
                                  <a:cubicBezTo>
                                    <a:pt x="25" y="26"/>
                                    <a:pt x="25" y="26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8" y="29"/>
                                    <a:pt x="28" y="29"/>
                                    <a:pt x="28" y="29"/>
                                  </a:cubicBezTo>
                                  <a:cubicBezTo>
                                    <a:pt x="28" y="29"/>
                                    <a:pt x="29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1" y="30"/>
                                  </a:cubicBezTo>
                                  <a:cubicBezTo>
                                    <a:pt x="30" y="31"/>
                                    <a:pt x="30" y="31"/>
                                    <a:pt x="30" y="31"/>
                                  </a:cubicBezTo>
                                  <a:cubicBezTo>
                                    <a:pt x="30" y="31"/>
                                    <a:pt x="30" y="31"/>
                                    <a:pt x="30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4" y="32"/>
                                  </a:cubicBezTo>
                                  <a:cubicBezTo>
                                    <a:pt x="33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3" y="32"/>
                                    <a:pt x="32" y="31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1" y="28"/>
                                    <a:pt x="31" y="28"/>
                                    <a:pt x="31" y="27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29" y="28"/>
                                    <a:pt x="29" y="27"/>
                                    <a:pt x="28" y="27"/>
                                  </a:cubicBezTo>
                                  <a:close/>
                                  <a:moveTo>
                                    <a:pt x="31" y="60"/>
                                  </a:moveTo>
                                  <a:cubicBezTo>
                                    <a:pt x="31" y="59"/>
                                    <a:pt x="31" y="59"/>
                                    <a:pt x="31" y="59"/>
                                  </a:cubicBezTo>
                                  <a:cubicBezTo>
                                    <a:pt x="30" y="59"/>
                                    <a:pt x="30" y="59"/>
                                    <a:pt x="30" y="59"/>
                                  </a:cubicBezTo>
                                  <a:cubicBezTo>
                                    <a:pt x="30" y="60"/>
                                    <a:pt x="30" y="60"/>
                                    <a:pt x="30" y="60"/>
                                  </a:cubicBez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lose/>
                                  <a:moveTo>
                                    <a:pt x="41" y="59"/>
                                  </a:move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lose/>
                                  <a:moveTo>
                                    <a:pt x="44" y="59"/>
                                  </a:move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lose/>
                                  <a:moveTo>
                                    <a:pt x="38" y="54"/>
                                  </a:move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lnTo>
                                    <a:pt x="38" y="54"/>
                                  </a:lnTo>
                                  <a:close/>
                                  <a:moveTo>
                                    <a:pt x="27" y="56"/>
                                  </a:move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9" y="56"/>
                                    <a:pt x="29" y="56"/>
                                    <a:pt x="29" y="56"/>
                                  </a:cubicBezTo>
                                  <a:cubicBezTo>
                                    <a:pt x="29" y="56"/>
                                    <a:pt x="29" y="57"/>
                                    <a:pt x="30" y="56"/>
                                  </a:cubicBezTo>
                                  <a:cubicBezTo>
                                    <a:pt x="30" y="57"/>
                                    <a:pt x="31" y="57"/>
                                    <a:pt x="31" y="57"/>
                                  </a:cubicBezTo>
                                  <a:cubicBezTo>
                                    <a:pt x="32" y="57"/>
                                    <a:pt x="32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4" y="57"/>
                                  </a:cubicBezTo>
                                  <a:cubicBezTo>
                                    <a:pt x="34" y="57"/>
                                    <a:pt x="34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6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9" y="58"/>
                                    <a:pt x="39" y="58"/>
                                    <a:pt x="40" y="58"/>
                                  </a:cubicBezTo>
                                  <a:cubicBezTo>
                                    <a:pt x="41" y="58"/>
                                    <a:pt x="42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4" y="58"/>
                                    <a:pt x="44" y="58"/>
                                    <a:pt x="44" y="58"/>
                                  </a:cubicBezTo>
                                  <a:cubicBezTo>
                                    <a:pt x="44" y="58"/>
                                    <a:pt x="44" y="58"/>
                                    <a:pt x="45" y="58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7"/>
                                    <a:pt x="44" y="57"/>
                                    <a:pt x="44" y="57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3" y="56"/>
                                    <a:pt x="43" y="56"/>
                                    <a:pt x="43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1" y="57"/>
                                  </a:cubicBezTo>
                                  <a:cubicBezTo>
                                    <a:pt x="41" y="57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5"/>
                                  </a:cubicBezTo>
                                  <a:cubicBezTo>
                                    <a:pt x="41" y="56"/>
                                    <a:pt x="41" y="55"/>
                                    <a:pt x="40" y="56"/>
                                  </a:cubicBezTo>
                                  <a:cubicBezTo>
                                    <a:pt x="40" y="56"/>
                                    <a:pt x="40" y="56"/>
                                    <a:pt x="39" y="56"/>
                                  </a:cubicBezTo>
                                  <a:cubicBezTo>
                                    <a:pt x="39" y="55"/>
                                    <a:pt x="39" y="55"/>
                                    <a:pt x="39" y="55"/>
                                  </a:cubicBezTo>
                                  <a:cubicBezTo>
                                    <a:pt x="39" y="56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7" y="55"/>
                                    <a:pt x="37" y="55"/>
                                  </a:cubicBezTo>
                                  <a:cubicBezTo>
                                    <a:pt x="37" y="55"/>
                                    <a:pt x="37" y="55"/>
                                    <a:pt x="36" y="55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4" y="55"/>
                                    <a:pt x="34" y="55"/>
                                    <a:pt x="33" y="55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4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0" y="54"/>
                                    <a:pt x="30" y="54"/>
                                    <a:pt x="30" y="54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0" y="54"/>
                                    <a:pt x="30" y="54"/>
                                    <a:pt x="30" y="54"/>
                                  </a:cubicBezTo>
                                  <a:cubicBezTo>
                                    <a:pt x="30" y="54"/>
                                    <a:pt x="29" y="54"/>
                                    <a:pt x="29" y="54"/>
                                  </a:cubicBezTo>
                                  <a:cubicBezTo>
                                    <a:pt x="29" y="54"/>
                                    <a:pt x="29" y="54"/>
                                    <a:pt x="29" y="54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7" y="54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4"/>
                                    <a:pt x="27" y="54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lose/>
                                  <a:moveTo>
                                    <a:pt x="7" y="34"/>
                                  </a:moveTo>
                                  <a:cubicBezTo>
                                    <a:pt x="7" y="34"/>
                                    <a:pt x="8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5"/>
                                  </a:cubicBezTo>
                                  <a:cubicBezTo>
                                    <a:pt x="9" y="35"/>
                                    <a:pt x="9" y="36"/>
                                    <a:pt x="10" y="36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9" y="35"/>
                                    <a:pt x="8" y="35"/>
                                    <a:pt x="8" y="34"/>
                                  </a:cubicBezTo>
                                  <a:cubicBezTo>
                                    <a:pt x="8" y="34"/>
                                    <a:pt x="7" y="34"/>
                                    <a:pt x="7" y="34"/>
                                  </a:cubicBezTo>
                                  <a:close/>
                                  <a:moveTo>
                                    <a:pt x="6" y="32"/>
                                  </a:moveTo>
                                  <a:cubicBezTo>
                                    <a:pt x="6" y="33"/>
                                    <a:pt x="7" y="32"/>
                                    <a:pt x="7" y="32"/>
                                  </a:cubicBezTo>
                                  <a:cubicBezTo>
                                    <a:pt x="8" y="32"/>
                                    <a:pt x="8" y="33"/>
                                    <a:pt x="8" y="32"/>
                                  </a:cubicBezTo>
                                  <a:cubicBezTo>
                                    <a:pt x="8" y="31"/>
                                    <a:pt x="8" y="31"/>
                                    <a:pt x="7" y="31"/>
                                  </a:cubicBezTo>
                                  <a:cubicBezTo>
                                    <a:pt x="7" y="31"/>
                                    <a:pt x="7" y="30"/>
                                    <a:pt x="7" y="30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8" y="30"/>
                                    <a:pt x="8" y="29"/>
                                    <a:pt x="7" y="29"/>
                                  </a:cubicBezTo>
                                  <a:cubicBezTo>
                                    <a:pt x="7" y="29"/>
                                    <a:pt x="7" y="30"/>
                                    <a:pt x="7" y="30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5" y="30"/>
                                    <a:pt x="5" y="31"/>
                                    <a:pt x="5" y="31"/>
                                  </a:cubicBezTo>
                                  <a:cubicBezTo>
                                    <a:pt x="5" y="31"/>
                                    <a:pt x="5" y="31"/>
                                    <a:pt x="5" y="32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lose/>
                                  <a:moveTo>
                                    <a:pt x="7" y="27"/>
                                  </a:moveTo>
                                  <a:cubicBezTo>
                                    <a:pt x="7" y="28"/>
                                    <a:pt x="6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8" y="28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6"/>
                                    <a:pt x="7" y="26"/>
                                  </a:cubicBezTo>
                                  <a:cubicBezTo>
                                    <a:pt x="7" y="26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lose/>
                                  <a:moveTo>
                                    <a:pt x="2" y="17"/>
                                  </a:moveTo>
                                  <a:cubicBezTo>
                                    <a:pt x="1" y="18"/>
                                    <a:pt x="0" y="17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20"/>
                                    <a:pt x="2" y="20"/>
                                    <a:pt x="2" y="21"/>
                                  </a:cubicBezTo>
                                  <a:cubicBezTo>
                                    <a:pt x="3" y="21"/>
                                    <a:pt x="4" y="21"/>
                                    <a:pt x="4" y="21"/>
                                  </a:cubicBezTo>
                                  <a:cubicBezTo>
                                    <a:pt x="4" y="21"/>
                                    <a:pt x="3" y="20"/>
                                    <a:pt x="3" y="20"/>
                                  </a:cubicBezTo>
                                  <a:cubicBezTo>
                                    <a:pt x="3" y="20"/>
                                    <a:pt x="2" y="19"/>
                                    <a:pt x="2" y="19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3" y="17"/>
                                    <a:pt x="2" y="18"/>
                                    <a:pt x="2" y="17"/>
                                  </a:cubicBezTo>
                                  <a:cubicBezTo>
                                    <a:pt x="1" y="18"/>
                                    <a:pt x="2" y="17"/>
                                    <a:pt x="2" y="17"/>
                                  </a:cubicBezTo>
                                  <a:close/>
                                  <a:moveTo>
                                    <a:pt x="34" y="9"/>
                                  </a:moveTo>
                                  <a:cubicBezTo>
                                    <a:pt x="34" y="9"/>
                                    <a:pt x="33" y="9"/>
                                    <a:pt x="33" y="10"/>
                                  </a:cubicBezTo>
                                  <a:cubicBezTo>
                                    <a:pt x="33" y="10"/>
                                    <a:pt x="34" y="10"/>
                                    <a:pt x="34" y="10"/>
                                  </a:cubicBezTo>
                                  <a:cubicBezTo>
                                    <a:pt x="34" y="11"/>
                                    <a:pt x="35" y="11"/>
                                    <a:pt x="35" y="10"/>
                                  </a:cubicBezTo>
                                  <a:cubicBezTo>
                                    <a:pt x="36" y="10"/>
                                    <a:pt x="35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lose/>
                                  <a:moveTo>
                                    <a:pt x="40" y="11"/>
                                  </a:move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39" y="12"/>
                                    <a:pt x="41" y="12"/>
                                    <a:pt x="41" y="12"/>
                                  </a:cubicBezTo>
                                  <a:cubicBezTo>
                                    <a:pt x="42" y="12"/>
                                    <a:pt x="41" y="11"/>
                                    <a:pt x="40" y="11"/>
                                  </a:cubicBezTo>
                                  <a:cubicBezTo>
                                    <a:pt x="40" y="11"/>
                                    <a:pt x="41" y="11"/>
                                    <a:pt x="40" y="11"/>
                                  </a:cubicBezTo>
                                  <a:close/>
                                  <a:moveTo>
                                    <a:pt x="22" y="47"/>
                                  </a:moveTo>
                                  <a:cubicBezTo>
                                    <a:pt x="22" y="48"/>
                                    <a:pt x="23" y="48"/>
                                    <a:pt x="23" y="48"/>
                                  </a:cubicBezTo>
                                  <a:cubicBezTo>
                                    <a:pt x="23" y="49"/>
                                    <a:pt x="23" y="49"/>
                                    <a:pt x="24" y="49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7"/>
                                    <a:pt x="23" y="47"/>
                                    <a:pt x="23" y="47"/>
                                  </a:cubicBezTo>
                                  <a:cubicBezTo>
                                    <a:pt x="23" y="47"/>
                                    <a:pt x="23" y="47"/>
                                    <a:pt x="22" y="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7" name="Freeform 810">
                              <a:extLst>
                                <a:ext uri="{FF2B5EF4-FFF2-40B4-BE49-F238E27FC236}">
                                  <a16:creationId xmlns:a16="http://schemas.microsoft.com/office/drawing/2014/main" id="{F48C27F0-28DE-5D05-D725-1B188469CA8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41963" y="3030538"/>
                              <a:ext cx="261937" cy="341313"/>
                            </a:xfrm>
                            <a:custGeom>
                              <a:avLst/>
                              <a:gdLst>
                                <a:gd name="T0" fmla="*/ 51 w 63"/>
                                <a:gd name="T1" fmla="*/ 7 h 82"/>
                                <a:gd name="T2" fmla="*/ 50 w 63"/>
                                <a:gd name="T3" fmla="*/ 5 h 82"/>
                                <a:gd name="T4" fmla="*/ 51 w 63"/>
                                <a:gd name="T5" fmla="*/ 3 h 82"/>
                                <a:gd name="T6" fmla="*/ 53 w 63"/>
                                <a:gd name="T7" fmla="*/ 5 h 82"/>
                                <a:gd name="T8" fmla="*/ 45 w 63"/>
                                <a:gd name="T9" fmla="*/ 6 h 82"/>
                                <a:gd name="T10" fmla="*/ 55 w 63"/>
                                <a:gd name="T11" fmla="*/ 11 h 82"/>
                                <a:gd name="T12" fmla="*/ 57 w 63"/>
                                <a:gd name="T13" fmla="*/ 11 h 82"/>
                                <a:gd name="T14" fmla="*/ 18 w 63"/>
                                <a:gd name="T15" fmla="*/ 78 h 82"/>
                                <a:gd name="T16" fmla="*/ 29 w 63"/>
                                <a:gd name="T17" fmla="*/ 81 h 82"/>
                                <a:gd name="T18" fmla="*/ 33 w 63"/>
                                <a:gd name="T19" fmla="*/ 79 h 82"/>
                                <a:gd name="T20" fmla="*/ 43 w 63"/>
                                <a:gd name="T21" fmla="*/ 79 h 82"/>
                                <a:gd name="T22" fmla="*/ 49 w 63"/>
                                <a:gd name="T23" fmla="*/ 78 h 82"/>
                                <a:gd name="T24" fmla="*/ 53 w 63"/>
                                <a:gd name="T25" fmla="*/ 69 h 82"/>
                                <a:gd name="T26" fmla="*/ 50 w 63"/>
                                <a:gd name="T27" fmla="*/ 64 h 82"/>
                                <a:gd name="T28" fmla="*/ 45 w 63"/>
                                <a:gd name="T29" fmla="*/ 57 h 82"/>
                                <a:gd name="T30" fmla="*/ 44 w 63"/>
                                <a:gd name="T31" fmla="*/ 52 h 82"/>
                                <a:gd name="T32" fmla="*/ 52 w 63"/>
                                <a:gd name="T33" fmla="*/ 47 h 82"/>
                                <a:gd name="T34" fmla="*/ 60 w 63"/>
                                <a:gd name="T35" fmla="*/ 44 h 82"/>
                                <a:gd name="T36" fmla="*/ 60 w 63"/>
                                <a:gd name="T37" fmla="*/ 36 h 82"/>
                                <a:gd name="T38" fmla="*/ 60 w 63"/>
                                <a:gd name="T39" fmla="*/ 30 h 82"/>
                                <a:gd name="T40" fmla="*/ 58 w 63"/>
                                <a:gd name="T41" fmla="*/ 19 h 82"/>
                                <a:gd name="T42" fmla="*/ 54 w 63"/>
                                <a:gd name="T43" fmla="*/ 11 h 82"/>
                                <a:gd name="T44" fmla="*/ 51 w 63"/>
                                <a:gd name="T45" fmla="*/ 8 h 82"/>
                                <a:gd name="T46" fmla="*/ 48 w 63"/>
                                <a:gd name="T47" fmla="*/ 6 h 82"/>
                                <a:gd name="T48" fmla="*/ 44 w 63"/>
                                <a:gd name="T49" fmla="*/ 7 h 82"/>
                                <a:gd name="T50" fmla="*/ 39 w 63"/>
                                <a:gd name="T51" fmla="*/ 10 h 82"/>
                                <a:gd name="T52" fmla="*/ 37 w 63"/>
                                <a:gd name="T53" fmla="*/ 11 h 82"/>
                                <a:gd name="T54" fmla="*/ 34 w 63"/>
                                <a:gd name="T55" fmla="*/ 10 h 82"/>
                                <a:gd name="T56" fmla="*/ 36 w 63"/>
                                <a:gd name="T57" fmla="*/ 4 h 82"/>
                                <a:gd name="T58" fmla="*/ 35 w 63"/>
                                <a:gd name="T59" fmla="*/ 6 h 82"/>
                                <a:gd name="T60" fmla="*/ 30 w 63"/>
                                <a:gd name="T61" fmla="*/ 7 h 82"/>
                                <a:gd name="T62" fmla="*/ 28 w 63"/>
                                <a:gd name="T63" fmla="*/ 2 h 82"/>
                                <a:gd name="T64" fmla="*/ 26 w 63"/>
                                <a:gd name="T65" fmla="*/ 1 h 82"/>
                                <a:gd name="T66" fmla="*/ 20 w 63"/>
                                <a:gd name="T67" fmla="*/ 2 h 82"/>
                                <a:gd name="T68" fmla="*/ 20 w 63"/>
                                <a:gd name="T69" fmla="*/ 6 h 82"/>
                                <a:gd name="T70" fmla="*/ 22 w 63"/>
                                <a:gd name="T71" fmla="*/ 9 h 82"/>
                                <a:gd name="T72" fmla="*/ 23 w 63"/>
                                <a:gd name="T73" fmla="*/ 12 h 82"/>
                                <a:gd name="T74" fmla="*/ 27 w 63"/>
                                <a:gd name="T75" fmla="*/ 16 h 82"/>
                                <a:gd name="T76" fmla="*/ 19 w 63"/>
                                <a:gd name="T77" fmla="*/ 13 h 82"/>
                                <a:gd name="T78" fmla="*/ 17 w 63"/>
                                <a:gd name="T79" fmla="*/ 15 h 82"/>
                                <a:gd name="T80" fmla="*/ 15 w 63"/>
                                <a:gd name="T81" fmla="*/ 14 h 82"/>
                                <a:gd name="T82" fmla="*/ 9 w 63"/>
                                <a:gd name="T83" fmla="*/ 16 h 82"/>
                                <a:gd name="T84" fmla="*/ 10 w 63"/>
                                <a:gd name="T85" fmla="*/ 19 h 82"/>
                                <a:gd name="T86" fmla="*/ 7 w 63"/>
                                <a:gd name="T87" fmla="*/ 26 h 82"/>
                                <a:gd name="T88" fmla="*/ 6 w 63"/>
                                <a:gd name="T89" fmla="*/ 32 h 82"/>
                                <a:gd name="T90" fmla="*/ 2 w 63"/>
                                <a:gd name="T91" fmla="*/ 37 h 82"/>
                                <a:gd name="T92" fmla="*/ 2 w 63"/>
                                <a:gd name="T93" fmla="*/ 43 h 82"/>
                                <a:gd name="T94" fmla="*/ 3 w 63"/>
                                <a:gd name="T95" fmla="*/ 49 h 82"/>
                                <a:gd name="T96" fmla="*/ 3 w 63"/>
                                <a:gd name="T97" fmla="*/ 52 h 82"/>
                                <a:gd name="T98" fmla="*/ 2 w 63"/>
                                <a:gd name="T99" fmla="*/ 60 h 82"/>
                                <a:gd name="T100" fmla="*/ 8 w 63"/>
                                <a:gd name="T101" fmla="*/ 63 h 82"/>
                                <a:gd name="T102" fmla="*/ 15 w 63"/>
                                <a:gd name="T103" fmla="*/ 65 h 82"/>
                                <a:gd name="T104" fmla="*/ 14 w 63"/>
                                <a:gd name="T105" fmla="*/ 69 h 82"/>
                                <a:gd name="T106" fmla="*/ 12 w 63"/>
                                <a:gd name="T107" fmla="*/ 78 h 82"/>
                                <a:gd name="T108" fmla="*/ 8 w 63"/>
                                <a:gd name="T109" fmla="*/ 14 h 82"/>
                                <a:gd name="T110" fmla="*/ 12 w 63"/>
                                <a:gd name="T111" fmla="*/ 13 h 82"/>
                                <a:gd name="T112" fmla="*/ 14 w 63"/>
                                <a:gd name="T113" fmla="*/ 13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63" h="82">
                                  <a:moveTo>
                                    <a:pt x="53" y="5"/>
                                  </a:moveTo>
                                  <a:cubicBezTo>
                                    <a:pt x="53" y="6"/>
                                    <a:pt x="54" y="6"/>
                                    <a:pt x="54" y="6"/>
                                  </a:cubicBezTo>
                                  <a:cubicBezTo>
                                    <a:pt x="54" y="7"/>
                                    <a:pt x="54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6"/>
                                  </a:cubicBezTo>
                                  <a:cubicBezTo>
                                    <a:pt x="52" y="6"/>
                                    <a:pt x="52" y="7"/>
                                    <a:pt x="51" y="7"/>
                                  </a:cubicBezTo>
                                  <a:cubicBezTo>
                                    <a:pt x="51" y="7"/>
                                    <a:pt x="50" y="7"/>
                                    <a:pt x="50" y="7"/>
                                  </a:cubicBezTo>
                                  <a:cubicBezTo>
                                    <a:pt x="50" y="6"/>
                                    <a:pt x="50" y="6"/>
                                    <a:pt x="50" y="6"/>
                                  </a:cubicBezTo>
                                  <a:cubicBezTo>
                                    <a:pt x="50" y="6"/>
                                    <a:pt x="50" y="6"/>
                                    <a:pt x="50" y="5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0" y="4"/>
                                    <a:pt x="50" y="4"/>
                                    <a:pt x="50" y="4"/>
                                  </a:cubicBezTo>
                                  <a:cubicBezTo>
                                    <a:pt x="50" y="4"/>
                                    <a:pt x="51" y="4"/>
                                    <a:pt x="51" y="4"/>
                                  </a:cubicBezTo>
                                  <a:cubicBezTo>
                                    <a:pt x="51" y="4"/>
                                    <a:pt x="51" y="4"/>
                                    <a:pt x="51" y="3"/>
                                  </a:cubicBezTo>
                                  <a:cubicBezTo>
                                    <a:pt x="51" y="3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51" y="3"/>
                                    <a:pt x="51" y="3"/>
                                  </a:cubicBezTo>
                                  <a:cubicBezTo>
                                    <a:pt x="52" y="3"/>
                                    <a:pt x="52" y="4"/>
                                    <a:pt x="52" y="4"/>
                                  </a:cubicBezTo>
                                  <a:cubicBezTo>
                                    <a:pt x="52" y="5"/>
                                    <a:pt x="51" y="5"/>
                                    <a:pt x="52" y="5"/>
                                  </a:cubicBezTo>
                                  <a:cubicBezTo>
                                    <a:pt x="53" y="5"/>
                                    <a:pt x="52" y="4"/>
                                    <a:pt x="52" y="4"/>
                                  </a:cubicBezTo>
                                  <a:cubicBezTo>
                                    <a:pt x="53" y="3"/>
                                    <a:pt x="53" y="4"/>
                                    <a:pt x="53" y="4"/>
                                  </a:cubicBezTo>
                                  <a:cubicBezTo>
                                    <a:pt x="54" y="4"/>
                                    <a:pt x="53" y="5"/>
                                    <a:pt x="53" y="5"/>
                                  </a:cubicBezTo>
                                  <a:cubicBezTo>
                                    <a:pt x="53" y="5"/>
                                    <a:pt x="53" y="5"/>
                                    <a:pt x="53" y="5"/>
                                  </a:cubicBezTo>
                                  <a:close/>
                                  <a:moveTo>
                                    <a:pt x="46" y="6"/>
                                  </a:moveTo>
                                  <a:cubicBezTo>
                                    <a:pt x="47" y="5"/>
                                    <a:pt x="47" y="6"/>
                                    <a:pt x="47" y="6"/>
                                  </a:cubicBezTo>
                                  <a:cubicBezTo>
                                    <a:pt x="48" y="6"/>
                                    <a:pt x="48" y="6"/>
                                    <a:pt x="48" y="5"/>
                                  </a:cubicBezTo>
                                  <a:cubicBezTo>
                                    <a:pt x="48" y="5"/>
                                    <a:pt x="45" y="5"/>
                                    <a:pt x="45" y="6"/>
                                  </a:cubicBezTo>
                                  <a:cubicBezTo>
                                    <a:pt x="45" y="6"/>
                                    <a:pt x="46" y="6"/>
                                    <a:pt x="46" y="6"/>
                                  </a:cubicBezTo>
                                  <a:close/>
                                  <a:moveTo>
                                    <a:pt x="57" y="11"/>
                                  </a:moveTo>
                                  <a:cubicBezTo>
                                    <a:pt x="57" y="11"/>
                                    <a:pt x="56" y="10"/>
                                    <a:pt x="56" y="10"/>
                                  </a:cubicBezTo>
                                  <a:cubicBezTo>
                                    <a:pt x="56" y="10"/>
                                    <a:pt x="55" y="9"/>
                                    <a:pt x="55" y="9"/>
                                  </a:cubicBezTo>
                                  <a:cubicBezTo>
                                    <a:pt x="54" y="9"/>
                                    <a:pt x="55" y="10"/>
                                    <a:pt x="55" y="11"/>
                                  </a:cubicBezTo>
                                  <a:cubicBezTo>
                                    <a:pt x="55" y="11"/>
                                    <a:pt x="56" y="11"/>
                                    <a:pt x="55" y="11"/>
                                  </a:cubicBezTo>
                                  <a:cubicBezTo>
                                    <a:pt x="55" y="12"/>
                                    <a:pt x="54" y="12"/>
                                    <a:pt x="55" y="12"/>
                                  </a:cubicBezTo>
                                  <a:cubicBezTo>
                                    <a:pt x="56" y="12"/>
                                    <a:pt x="56" y="11"/>
                                    <a:pt x="57" y="12"/>
                                  </a:cubicBezTo>
                                  <a:cubicBezTo>
                                    <a:pt x="57" y="11"/>
                                    <a:pt x="57" y="11"/>
                                    <a:pt x="57" y="11"/>
                                  </a:cubicBezTo>
                                  <a:cubicBezTo>
                                    <a:pt x="57" y="11"/>
                                    <a:pt x="57" y="11"/>
                                    <a:pt x="57" y="11"/>
                                  </a:cubicBezTo>
                                  <a:close/>
                                  <a:moveTo>
                                    <a:pt x="13" y="79"/>
                                  </a:moveTo>
                                  <a:cubicBezTo>
                                    <a:pt x="14" y="79"/>
                                    <a:pt x="14" y="79"/>
                                    <a:pt x="15" y="79"/>
                                  </a:cubicBezTo>
                                  <a:cubicBezTo>
                                    <a:pt x="15" y="79"/>
                                    <a:pt x="16" y="79"/>
                                    <a:pt x="16" y="79"/>
                                  </a:cubicBezTo>
                                  <a:cubicBezTo>
                                    <a:pt x="17" y="78"/>
                                    <a:pt x="18" y="79"/>
                                    <a:pt x="19" y="79"/>
                                  </a:cubicBezTo>
                                  <a:cubicBezTo>
                                    <a:pt x="19" y="78"/>
                                    <a:pt x="18" y="78"/>
                                    <a:pt x="18" y="78"/>
                                  </a:cubicBezTo>
                                  <a:cubicBezTo>
                                    <a:pt x="18" y="76"/>
                                    <a:pt x="20" y="77"/>
                                    <a:pt x="20" y="78"/>
                                  </a:cubicBezTo>
                                  <a:cubicBezTo>
                                    <a:pt x="21" y="78"/>
                                    <a:pt x="23" y="78"/>
                                    <a:pt x="24" y="78"/>
                                  </a:cubicBezTo>
                                  <a:cubicBezTo>
                                    <a:pt x="24" y="79"/>
                                    <a:pt x="25" y="79"/>
                                    <a:pt x="26" y="79"/>
                                  </a:cubicBezTo>
                                  <a:cubicBezTo>
                                    <a:pt x="26" y="79"/>
                                    <a:pt x="27" y="79"/>
                                    <a:pt x="28" y="80"/>
                                  </a:cubicBezTo>
                                  <a:cubicBezTo>
                                    <a:pt x="28" y="80"/>
                                    <a:pt x="29" y="80"/>
                                    <a:pt x="29" y="81"/>
                                  </a:cubicBezTo>
                                  <a:cubicBezTo>
                                    <a:pt x="29" y="81"/>
                                    <a:pt x="30" y="81"/>
                                    <a:pt x="30" y="81"/>
                                  </a:cubicBezTo>
                                  <a:cubicBezTo>
                                    <a:pt x="30" y="81"/>
                                    <a:pt x="30" y="82"/>
                                    <a:pt x="30" y="82"/>
                                  </a:cubicBezTo>
                                  <a:cubicBezTo>
                                    <a:pt x="30" y="82"/>
                                    <a:pt x="31" y="82"/>
                                    <a:pt x="31" y="81"/>
                                  </a:cubicBezTo>
                                  <a:cubicBezTo>
                                    <a:pt x="32" y="81"/>
                                    <a:pt x="31" y="80"/>
                                    <a:pt x="31" y="80"/>
                                  </a:cubicBezTo>
                                  <a:cubicBezTo>
                                    <a:pt x="31" y="79"/>
                                    <a:pt x="32" y="79"/>
                                    <a:pt x="33" y="79"/>
                                  </a:cubicBezTo>
                                  <a:cubicBezTo>
                                    <a:pt x="34" y="79"/>
                                    <a:pt x="35" y="80"/>
                                    <a:pt x="35" y="81"/>
                                  </a:cubicBezTo>
                                  <a:cubicBezTo>
                                    <a:pt x="35" y="81"/>
                                    <a:pt x="36" y="81"/>
                                    <a:pt x="37" y="81"/>
                                  </a:cubicBezTo>
                                  <a:cubicBezTo>
                                    <a:pt x="37" y="80"/>
                                    <a:pt x="38" y="80"/>
                                    <a:pt x="38" y="80"/>
                                  </a:cubicBezTo>
                                  <a:cubicBezTo>
                                    <a:pt x="39" y="79"/>
                                    <a:pt x="40" y="79"/>
                                    <a:pt x="42" y="79"/>
                                  </a:cubicBezTo>
                                  <a:cubicBezTo>
                                    <a:pt x="42" y="79"/>
                                    <a:pt x="43" y="79"/>
                                    <a:pt x="43" y="79"/>
                                  </a:cubicBezTo>
                                  <a:cubicBezTo>
                                    <a:pt x="44" y="78"/>
                                    <a:pt x="43" y="78"/>
                                    <a:pt x="44" y="78"/>
                                  </a:cubicBezTo>
                                  <a:cubicBezTo>
                                    <a:pt x="45" y="78"/>
                                    <a:pt x="46" y="79"/>
                                    <a:pt x="46" y="78"/>
                                  </a:cubicBezTo>
                                  <a:cubicBezTo>
                                    <a:pt x="47" y="78"/>
                                    <a:pt x="47" y="78"/>
                                    <a:pt x="47" y="79"/>
                                  </a:cubicBezTo>
                                  <a:cubicBezTo>
                                    <a:pt x="48" y="79"/>
                                    <a:pt x="48" y="79"/>
                                    <a:pt x="48" y="80"/>
                                  </a:cubicBezTo>
                                  <a:cubicBezTo>
                                    <a:pt x="49" y="80"/>
                                    <a:pt x="49" y="79"/>
                                    <a:pt x="49" y="78"/>
                                  </a:cubicBezTo>
                                  <a:cubicBezTo>
                                    <a:pt x="49" y="77"/>
                                    <a:pt x="48" y="78"/>
                                    <a:pt x="48" y="77"/>
                                  </a:cubicBezTo>
                                  <a:cubicBezTo>
                                    <a:pt x="48" y="76"/>
                                    <a:pt x="48" y="76"/>
                                    <a:pt x="48" y="75"/>
                                  </a:cubicBezTo>
                                  <a:cubicBezTo>
                                    <a:pt x="47" y="74"/>
                                    <a:pt x="47" y="74"/>
                                    <a:pt x="48" y="73"/>
                                  </a:cubicBezTo>
                                  <a:cubicBezTo>
                                    <a:pt x="49" y="72"/>
                                    <a:pt x="50" y="72"/>
                                    <a:pt x="51" y="71"/>
                                  </a:cubicBezTo>
                                  <a:cubicBezTo>
                                    <a:pt x="52" y="70"/>
                                    <a:pt x="51" y="69"/>
                                    <a:pt x="53" y="69"/>
                                  </a:cubicBezTo>
                                  <a:cubicBezTo>
                                    <a:pt x="54" y="69"/>
                                    <a:pt x="54" y="68"/>
                                    <a:pt x="54" y="67"/>
                                  </a:cubicBezTo>
                                  <a:cubicBezTo>
                                    <a:pt x="54" y="67"/>
                                    <a:pt x="54" y="66"/>
                                    <a:pt x="53" y="66"/>
                                  </a:cubicBezTo>
                                  <a:cubicBezTo>
                                    <a:pt x="53" y="65"/>
                                    <a:pt x="52" y="65"/>
                                    <a:pt x="52" y="65"/>
                                  </a:cubicBezTo>
                                  <a:cubicBezTo>
                                    <a:pt x="51" y="64"/>
                                    <a:pt x="51" y="64"/>
                                    <a:pt x="51" y="64"/>
                                  </a:cubicBezTo>
                                  <a:cubicBezTo>
                                    <a:pt x="51" y="64"/>
                                    <a:pt x="50" y="64"/>
                                    <a:pt x="50" y="64"/>
                                  </a:cubicBezTo>
                                  <a:cubicBezTo>
                                    <a:pt x="50" y="64"/>
                                    <a:pt x="50" y="64"/>
                                    <a:pt x="50" y="63"/>
                                  </a:cubicBezTo>
                                  <a:cubicBezTo>
                                    <a:pt x="49" y="63"/>
                                    <a:pt x="49" y="61"/>
                                    <a:pt x="48" y="61"/>
                                  </a:cubicBezTo>
                                  <a:cubicBezTo>
                                    <a:pt x="47" y="61"/>
                                    <a:pt x="47" y="61"/>
                                    <a:pt x="47" y="61"/>
                                  </a:cubicBezTo>
                                  <a:cubicBezTo>
                                    <a:pt x="46" y="60"/>
                                    <a:pt x="46" y="60"/>
                                    <a:pt x="46" y="59"/>
                                  </a:cubicBezTo>
                                  <a:cubicBezTo>
                                    <a:pt x="46" y="58"/>
                                    <a:pt x="45" y="58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6"/>
                                  </a:cubicBezTo>
                                  <a:cubicBezTo>
                                    <a:pt x="46" y="55"/>
                                    <a:pt x="44" y="54"/>
                                    <a:pt x="44" y="54"/>
                                  </a:cubicBezTo>
                                  <a:cubicBezTo>
                                    <a:pt x="43" y="53"/>
                                    <a:pt x="43" y="53"/>
                                    <a:pt x="43" y="52"/>
                                  </a:cubicBezTo>
                                  <a:cubicBezTo>
                                    <a:pt x="43" y="52"/>
                                    <a:pt x="42" y="51"/>
                                    <a:pt x="43" y="51"/>
                                  </a:cubicBezTo>
                                  <a:cubicBezTo>
                                    <a:pt x="44" y="51"/>
                                    <a:pt x="43" y="53"/>
                                    <a:pt x="44" y="52"/>
                                  </a:cubicBezTo>
                                  <a:cubicBezTo>
                                    <a:pt x="45" y="51"/>
                                    <a:pt x="45" y="50"/>
                                    <a:pt x="46" y="50"/>
                                  </a:cubicBezTo>
                                  <a:cubicBezTo>
                                    <a:pt x="46" y="50"/>
                                    <a:pt x="47" y="50"/>
                                    <a:pt x="48" y="50"/>
                                  </a:cubicBezTo>
                                  <a:cubicBezTo>
                                    <a:pt x="48" y="50"/>
                                    <a:pt x="49" y="49"/>
                                    <a:pt x="49" y="49"/>
                                  </a:cubicBezTo>
                                  <a:cubicBezTo>
                                    <a:pt x="50" y="49"/>
                                    <a:pt x="50" y="48"/>
                                    <a:pt x="51" y="48"/>
                                  </a:cubicBezTo>
                                  <a:cubicBezTo>
                                    <a:pt x="51" y="48"/>
                                    <a:pt x="52" y="48"/>
                                    <a:pt x="52" y="47"/>
                                  </a:cubicBezTo>
                                  <a:cubicBezTo>
                                    <a:pt x="53" y="47"/>
                                    <a:pt x="53" y="47"/>
                                    <a:pt x="54" y="46"/>
                                  </a:cubicBezTo>
                                  <a:cubicBezTo>
                                    <a:pt x="55" y="46"/>
                                    <a:pt x="56" y="46"/>
                                    <a:pt x="56" y="45"/>
                                  </a:cubicBezTo>
                                  <a:cubicBezTo>
                                    <a:pt x="57" y="45"/>
                                    <a:pt x="58" y="45"/>
                                    <a:pt x="58" y="45"/>
                                  </a:cubicBezTo>
                                  <a:cubicBezTo>
                                    <a:pt x="58" y="44"/>
                                    <a:pt x="57" y="44"/>
                                    <a:pt x="57" y="43"/>
                                  </a:cubicBezTo>
                                  <a:cubicBezTo>
                                    <a:pt x="58" y="43"/>
                                    <a:pt x="59" y="43"/>
                                    <a:pt x="60" y="44"/>
                                  </a:cubicBezTo>
                                  <a:cubicBezTo>
                                    <a:pt x="60" y="45"/>
                                    <a:pt x="60" y="46"/>
                                    <a:pt x="61" y="45"/>
                                  </a:cubicBezTo>
                                  <a:cubicBezTo>
                                    <a:pt x="62" y="45"/>
                                    <a:pt x="62" y="43"/>
                                    <a:pt x="62" y="42"/>
                                  </a:cubicBezTo>
                                  <a:cubicBezTo>
                                    <a:pt x="63" y="41"/>
                                    <a:pt x="62" y="40"/>
                                    <a:pt x="62" y="39"/>
                                  </a:cubicBezTo>
                                  <a:cubicBezTo>
                                    <a:pt x="61" y="38"/>
                                    <a:pt x="61" y="38"/>
                                    <a:pt x="61" y="38"/>
                                  </a:cubicBezTo>
                                  <a:cubicBezTo>
                                    <a:pt x="60" y="37"/>
                                    <a:pt x="60" y="36"/>
                                    <a:pt x="60" y="36"/>
                                  </a:cubicBezTo>
                                  <a:cubicBezTo>
                                    <a:pt x="60" y="35"/>
                                    <a:pt x="59" y="34"/>
                                    <a:pt x="60" y="34"/>
                                  </a:cubicBezTo>
                                  <a:cubicBezTo>
                                    <a:pt x="60" y="34"/>
                                    <a:pt x="60" y="34"/>
                                    <a:pt x="60" y="33"/>
                                  </a:cubicBezTo>
                                  <a:cubicBezTo>
                                    <a:pt x="60" y="33"/>
                                    <a:pt x="61" y="33"/>
                                    <a:pt x="61" y="33"/>
                                  </a:cubicBezTo>
                                  <a:cubicBezTo>
                                    <a:pt x="61" y="32"/>
                                    <a:pt x="60" y="32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0"/>
                                  </a:cubicBezTo>
                                  <a:cubicBezTo>
                                    <a:pt x="60" y="30"/>
                                    <a:pt x="59" y="29"/>
                                    <a:pt x="59" y="29"/>
                                  </a:cubicBezTo>
                                  <a:cubicBezTo>
                                    <a:pt x="59" y="28"/>
                                    <a:pt x="60" y="27"/>
                                    <a:pt x="60" y="26"/>
                                  </a:cubicBezTo>
                                  <a:cubicBezTo>
                                    <a:pt x="59" y="25"/>
                                    <a:pt x="58" y="24"/>
                                    <a:pt x="57" y="24"/>
                                  </a:cubicBezTo>
                                  <a:cubicBezTo>
                                    <a:pt x="56" y="23"/>
                                    <a:pt x="57" y="22"/>
                                    <a:pt x="58" y="22"/>
                                  </a:cubicBezTo>
                                  <a:cubicBezTo>
                                    <a:pt x="58" y="21"/>
                                    <a:pt x="58" y="20"/>
                                    <a:pt x="58" y="19"/>
                                  </a:cubicBezTo>
                                  <a:cubicBezTo>
                                    <a:pt x="59" y="18"/>
                                    <a:pt x="58" y="17"/>
                                    <a:pt x="58" y="16"/>
                                  </a:cubicBezTo>
                                  <a:cubicBezTo>
                                    <a:pt x="58" y="15"/>
                                    <a:pt x="57" y="14"/>
                                    <a:pt x="57" y="13"/>
                                  </a:cubicBezTo>
                                  <a:cubicBezTo>
                                    <a:pt x="57" y="14"/>
                                    <a:pt x="54" y="13"/>
                                    <a:pt x="54" y="12"/>
                                  </a:cubicBezTo>
                                  <a:cubicBezTo>
                                    <a:pt x="54" y="12"/>
                                    <a:pt x="55" y="11"/>
                                    <a:pt x="55" y="11"/>
                                  </a:cubicBezTo>
                                  <a:cubicBezTo>
                                    <a:pt x="55" y="11"/>
                                    <a:pt x="55" y="11"/>
                                    <a:pt x="54" y="11"/>
                                  </a:cubicBezTo>
                                  <a:cubicBezTo>
                                    <a:pt x="54" y="10"/>
                                    <a:pt x="54" y="10"/>
                                    <a:pt x="54" y="10"/>
                                  </a:cubicBezTo>
                                  <a:cubicBezTo>
                                    <a:pt x="54" y="10"/>
                                    <a:pt x="54" y="9"/>
                                    <a:pt x="54" y="9"/>
                                  </a:cubicBezTo>
                                  <a:cubicBezTo>
                                    <a:pt x="54" y="9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2" y="9"/>
                                    <a:pt x="52" y="9"/>
                                  </a:cubicBezTo>
                                  <a:cubicBezTo>
                                    <a:pt x="52" y="9"/>
                                    <a:pt x="51" y="9"/>
                                    <a:pt x="51" y="8"/>
                                  </a:cubicBezTo>
                                  <a:cubicBezTo>
                                    <a:pt x="51" y="8"/>
                                    <a:pt x="51" y="8"/>
                                    <a:pt x="50" y="8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8" y="6"/>
                                  </a:cubicBezTo>
                                  <a:cubicBezTo>
                                    <a:pt x="48" y="6"/>
                                    <a:pt x="48" y="6"/>
                                    <a:pt x="47" y="6"/>
                                  </a:cubicBezTo>
                                  <a:cubicBezTo>
                                    <a:pt x="47" y="6"/>
                                    <a:pt x="46" y="6"/>
                                    <a:pt x="46" y="6"/>
                                  </a:cubicBezTo>
                                  <a:cubicBezTo>
                                    <a:pt x="46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4" y="7"/>
                                    <a:pt x="43" y="8"/>
                                  </a:cubicBezTo>
                                  <a:cubicBezTo>
                                    <a:pt x="43" y="8"/>
                                    <a:pt x="43" y="9"/>
                                    <a:pt x="43" y="9"/>
                                  </a:cubicBezTo>
                                  <a:cubicBezTo>
                                    <a:pt x="43" y="9"/>
                                    <a:pt x="43" y="9"/>
                                    <a:pt x="42" y="8"/>
                                  </a:cubicBezTo>
                                  <a:cubicBezTo>
                                    <a:pt x="42" y="9"/>
                                    <a:pt x="41" y="9"/>
                                    <a:pt x="41" y="9"/>
                                  </a:cubicBezTo>
                                  <a:cubicBezTo>
                                    <a:pt x="40" y="9"/>
                                    <a:pt x="40" y="9"/>
                                    <a:pt x="39" y="10"/>
                                  </a:cubicBezTo>
                                  <a:cubicBezTo>
                                    <a:pt x="39" y="10"/>
                                    <a:pt x="39" y="10"/>
                                    <a:pt x="39" y="10"/>
                                  </a:cubicBezTo>
                                  <a:cubicBezTo>
                                    <a:pt x="39" y="11"/>
                                    <a:pt x="39" y="11"/>
                                    <a:pt x="38" y="11"/>
                                  </a:cubicBezTo>
                                  <a:cubicBezTo>
                                    <a:pt x="38" y="12"/>
                                    <a:pt x="38" y="11"/>
                                    <a:pt x="38" y="11"/>
                                  </a:cubicBezTo>
                                  <a:cubicBezTo>
                                    <a:pt x="38" y="11"/>
                                    <a:pt x="38" y="11"/>
                                    <a:pt x="37" y="11"/>
                                  </a:cubicBezTo>
                                  <a:cubicBezTo>
                                    <a:pt x="37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0"/>
                                    <a:pt x="37" y="10"/>
                                  </a:cubicBezTo>
                                  <a:cubicBezTo>
                                    <a:pt x="37" y="10"/>
                                    <a:pt x="36" y="10"/>
                                    <a:pt x="36" y="10"/>
                                  </a:cubicBezTo>
                                  <a:cubicBezTo>
                                    <a:pt x="36" y="10"/>
                                    <a:pt x="35" y="11"/>
                                    <a:pt x="35" y="11"/>
                                  </a:cubicBezTo>
                                  <a:cubicBezTo>
                                    <a:pt x="35" y="11"/>
                                    <a:pt x="34" y="10"/>
                                    <a:pt x="34" y="10"/>
                                  </a:cubicBezTo>
                                  <a:cubicBezTo>
                                    <a:pt x="33" y="9"/>
                                    <a:pt x="35" y="9"/>
                                    <a:pt x="36" y="8"/>
                                  </a:cubicBezTo>
                                  <a:cubicBezTo>
                                    <a:pt x="36" y="7"/>
                                    <a:pt x="36" y="7"/>
                                    <a:pt x="36" y="6"/>
                                  </a:cubicBezTo>
                                  <a:cubicBezTo>
                                    <a:pt x="36" y="5"/>
                                    <a:pt x="37" y="6"/>
                                    <a:pt x="37" y="6"/>
                                  </a:cubicBezTo>
                                  <a:cubicBezTo>
                                    <a:pt x="38" y="5"/>
                                    <a:pt x="38" y="5"/>
                                    <a:pt x="37" y="5"/>
                                  </a:cubicBezTo>
                                  <a:cubicBezTo>
                                    <a:pt x="37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5" y="5"/>
                                    <a:pt x="35" y="5"/>
                                  </a:cubicBezTo>
                                  <a:cubicBezTo>
                                    <a:pt x="35" y="5"/>
                                    <a:pt x="36" y="5"/>
                                    <a:pt x="36" y="5"/>
                                  </a:cubicBezTo>
                                  <a:cubicBezTo>
                                    <a:pt x="36" y="5"/>
                                    <a:pt x="37" y="6"/>
                                    <a:pt x="36" y="6"/>
                                  </a:cubicBezTo>
                                  <a:cubicBezTo>
                                    <a:pt x="36" y="6"/>
                                    <a:pt x="36" y="6"/>
                                    <a:pt x="36" y="6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34" y="6"/>
                                    <a:pt x="34" y="6"/>
                                    <a:pt x="34" y="6"/>
                                  </a:cubicBezTo>
                                  <a:cubicBezTo>
                                    <a:pt x="34" y="7"/>
                                    <a:pt x="34" y="7"/>
                                    <a:pt x="34" y="7"/>
                                  </a:cubicBezTo>
                                  <a:cubicBezTo>
                                    <a:pt x="33" y="7"/>
                                    <a:pt x="33" y="6"/>
                                    <a:pt x="32" y="6"/>
                                  </a:cubicBezTo>
                                  <a:cubicBezTo>
                                    <a:pt x="32" y="6"/>
                                    <a:pt x="31" y="5"/>
                                    <a:pt x="31" y="5"/>
                                  </a:cubicBezTo>
                                  <a:cubicBezTo>
                                    <a:pt x="30" y="6"/>
                                    <a:pt x="30" y="7"/>
                                    <a:pt x="30" y="7"/>
                                  </a:cubicBezTo>
                                  <a:cubicBezTo>
                                    <a:pt x="29" y="6"/>
                                    <a:pt x="30" y="5"/>
                                    <a:pt x="30" y="5"/>
                                  </a:cubicBezTo>
                                  <a:cubicBezTo>
                                    <a:pt x="29" y="5"/>
                                    <a:pt x="29" y="5"/>
                                    <a:pt x="28" y="5"/>
                                  </a:cubicBezTo>
                                  <a:cubicBezTo>
                                    <a:pt x="28" y="5"/>
                                    <a:pt x="27" y="5"/>
                                    <a:pt x="28" y="5"/>
                                  </a:cubicBezTo>
                                  <a:cubicBezTo>
                                    <a:pt x="29" y="4"/>
                                    <a:pt x="29" y="4"/>
                                    <a:pt x="29" y="3"/>
                                  </a:cubicBezTo>
                                  <a:cubicBezTo>
                                    <a:pt x="29" y="3"/>
                                    <a:pt x="28" y="3"/>
                                    <a:pt x="28" y="2"/>
                                  </a:cubicBezTo>
                                  <a:cubicBezTo>
                                    <a:pt x="28" y="2"/>
                                    <a:pt x="29" y="2"/>
                                    <a:pt x="29" y="2"/>
                                  </a:cubicBezTo>
                                  <a:cubicBezTo>
                                    <a:pt x="29" y="2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2"/>
                                    <a:pt x="27" y="1"/>
                                  </a:cubicBezTo>
                                  <a:cubicBezTo>
                                    <a:pt x="27" y="1"/>
                                    <a:pt x="27" y="1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5" y="1"/>
                                  </a:cubicBezTo>
                                  <a:cubicBezTo>
                                    <a:pt x="25" y="1"/>
                                    <a:pt x="24" y="1"/>
                                    <a:pt x="24" y="1"/>
                                  </a:cubicBezTo>
                                  <a:cubicBezTo>
                                    <a:pt x="23" y="1"/>
                                    <a:pt x="23" y="1"/>
                                    <a:pt x="23" y="1"/>
                                  </a:cubicBezTo>
                                  <a:cubicBezTo>
                                    <a:pt x="22" y="0"/>
                                    <a:pt x="21" y="0"/>
                                    <a:pt x="20" y="0"/>
                                  </a:cubicBezTo>
                                  <a:cubicBezTo>
                                    <a:pt x="19" y="0"/>
                                    <a:pt x="20" y="1"/>
                                    <a:pt x="20" y="2"/>
                                  </a:cubicBezTo>
                                  <a:cubicBezTo>
                                    <a:pt x="20" y="2"/>
                                    <a:pt x="20" y="2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2" y="4"/>
                                    <a:pt x="22" y="5"/>
                                    <a:pt x="22" y="5"/>
                                  </a:cubicBezTo>
                                  <a:cubicBezTo>
                                    <a:pt x="21" y="6"/>
                                    <a:pt x="20" y="5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19" y="6"/>
                                    <a:pt x="19" y="6"/>
                                  </a:cubicBezTo>
                                  <a:cubicBezTo>
                                    <a:pt x="19" y="8"/>
                                    <a:pt x="21" y="7"/>
                                    <a:pt x="22" y="7"/>
                                  </a:cubicBezTo>
                                  <a:cubicBezTo>
                                    <a:pt x="22" y="8"/>
                                    <a:pt x="20" y="8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ubicBezTo>
                                    <a:pt x="22" y="9"/>
                                    <a:pt x="22" y="10"/>
                                    <a:pt x="22" y="10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2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1"/>
                                  </a:cubicBezTo>
                                  <a:cubicBezTo>
                                    <a:pt x="22" y="11"/>
                                    <a:pt x="22" y="12"/>
                                    <a:pt x="23" y="12"/>
                                  </a:cubicBezTo>
                                  <a:cubicBezTo>
                                    <a:pt x="24" y="12"/>
                                    <a:pt x="24" y="12"/>
                                    <a:pt x="25" y="12"/>
                                  </a:cubicBezTo>
                                  <a:cubicBezTo>
                                    <a:pt x="25" y="13"/>
                                    <a:pt x="25" y="13"/>
                                    <a:pt x="26" y="14"/>
                                  </a:cubicBezTo>
                                  <a:cubicBezTo>
                                    <a:pt x="26" y="14"/>
                                    <a:pt x="26" y="14"/>
                                    <a:pt x="26" y="15"/>
                                  </a:cubicBezTo>
                                  <a:cubicBezTo>
                                    <a:pt x="26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8" y="16"/>
                                    <a:pt x="27" y="16"/>
                                  </a:cubicBezTo>
                                  <a:cubicBezTo>
                                    <a:pt x="27" y="16"/>
                                    <a:pt x="26" y="15"/>
                                    <a:pt x="26" y="15"/>
                                  </a:cubicBezTo>
                                  <a:cubicBezTo>
                                    <a:pt x="25" y="14"/>
                                    <a:pt x="24" y="12"/>
                                    <a:pt x="23" y="12"/>
                                  </a:cubicBezTo>
                                  <a:cubicBezTo>
                                    <a:pt x="22" y="12"/>
                                    <a:pt x="21" y="13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3"/>
                                  </a:cubicBezTo>
                                  <a:cubicBezTo>
                                    <a:pt x="19" y="13"/>
                                    <a:pt x="18" y="14"/>
                                    <a:pt x="19" y="15"/>
                                  </a:cubicBezTo>
                                  <a:cubicBezTo>
                                    <a:pt x="19" y="15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7" y="15"/>
                                    <a:pt x="17" y="14"/>
                                    <a:pt x="17" y="15"/>
                                  </a:cubicBezTo>
                                  <a:cubicBezTo>
                                    <a:pt x="17" y="15"/>
                                    <a:pt x="18" y="17"/>
                                    <a:pt x="17" y="17"/>
                                  </a:cubicBezTo>
                                  <a:cubicBezTo>
                                    <a:pt x="17" y="17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6" y="15"/>
                                  </a:cubicBezTo>
                                  <a:cubicBezTo>
                                    <a:pt x="16" y="15"/>
                                    <a:pt x="16" y="15"/>
                                    <a:pt x="15" y="14"/>
                                  </a:cubicBezTo>
                                  <a:cubicBezTo>
                                    <a:pt x="15" y="14"/>
                                    <a:pt x="15" y="14"/>
                                    <a:pt x="15" y="14"/>
                                  </a:cubicBezTo>
                                  <a:cubicBezTo>
                                    <a:pt x="15" y="13"/>
                                    <a:pt x="14" y="14"/>
                                    <a:pt x="14" y="14"/>
                                  </a:cubicBezTo>
                                  <a:cubicBezTo>
                                    <a:pt x="13" y="14"/>
                                    <a:pt x="13" y="14"/>
                                    <a:pt x="12" y="14"/>
                                  </a:cubicBezTo>
                                  <a:cubicBezTo>
                                    <a:pt x="11" y="14"/>
                                    <a:pt x="11" y="14"/>
                                    <a:pt x="10" y="14"/>
                                  </a:cubicBezTo>
                                  <a:cubicBezTo>
                                    <a:pt x="10" y="15"/>
                                    <a:pt x="9" y="15"/>
                                    <a:pt x="9" y="15"/>
                                  </a:cubicBezTo>
                                  <a:cubicBezTo>
                                    <a:pt x="9" y="16"/>
                                    <a:pt x="9" y="15"/>
                                    <a:pt x="9" y="16"/>
                                  </a:cubicBezTo>
                                  <a:cubicBezTo>
                                    <a:pt x="9" y="16"/>
                                    <a:pt x="9" y="16"/>
                                    <a:pt x="9" y="16"/>
                                  </a:cubicBezTo>
                                  <a:cubicBezTo>
                                    <a:pt x="9" y="17"/>
                                    <a:pt x="9" y="17"/>
                                    <a:pt x="9" y="18"/>
                                  </a:cubicBezTo>
                                  <a:cubicBezTo>
                                    <a:pt x="9" y="18"/>
                                    <a:pt x="10" y="18"/>
                                    <a:pt x="10" y="18"/>
                                  </a:cubicBezTo>
                                  <a:cubicBezTo>
                                    <a:pt x="11" y="18"/>
                                    <a:pt x="10" y="18"/>
                                    <a:pt x="10" y="18"/>
                                  </a:cubicBezTo>
                                  <a:cubicBezTo>
                                    <a:pt x="10" y="18"/>
                                    <a:pt x="10" y="19"/>
                                    <a:pt x="10" y="19"/>
                                  </a:cubicBezTo>
                                  <a:cubicBezTo>
                                    <a:pt x="10" y="20"/>
                                    <a:pt x="10" y="20"/>
                                    <a:pt x="10" y="21"/>
                                  </a:cubicBezTo>
                                  <a:cubicBezTo>
                                    <a:pt x="10" y="22"/>
                                    <a:pt x="9" y="23"/>
                                    <a:pt x="9" y="23"/>
                                  </a:cubicBezTo>
                                  <a:cubicBezTo>
                                    <a:pt x="9" y="24"/>
                                    <a:pt x="9" y="24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8" y="26"/>
                                  </a:cubicBezTo>
                                  <a:cubicBezTo>
                                    <a:pt x="8" y="26"/>
                                    <a:pt x="7" y="25"/>
                                    <a:pt x="7" y="26"/>
                                  </a:cubicBezTo>
                                  <a:cubicBezTo>
                                    <a:pt x="6" y="26"/>
                                    <a:pt x="6" y="27"/>
                                    <a:pt x="6" y="27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8" y="29"/>
                                    <a:pt x="8" y="29"/>
                                  </a:cubicBezTo>
                                  <a:cubicBezTo>
                                    <a:pt x="8" y="30"/>
                                    <a:pt x="8" y="30"/>
                                    <a:pt x="8" y="31"/>
                                  </a:cubicBezTo>
                                  <a:cubicBezTo>
                                    <a:pt x="7" y="31"/>
                                    <a:pt x="6" y="32"/>
                                    <a:pt x="6" y="32"/>
                                  </a:cubicBezTo>
                                  <a:cubicBezTo>
                                    <a:pt x="7" y="33"/>
                                    <a:pt x="7" y="33"/>
                                    <a:pt x="6" y="34"/>
                                  </a:cubicBezTo>
                                  <a:cubicBezTo>
                                    <a:pt x="6" y="34"/>
                                    <a:pt x="5" y="34"/>
                                    <a:pt x="4" y="34"/>
                                  </a:cubicBezTo>
                                  <a:cubicBezTo>
                                    <a:pt x="4" y="35"/>
                                    <a:pt x="3" y="34"/>
                                    <a:pt x="2" y="34"/>
                                  </a:cubicBezTo>
                                  <a:cubicBezTo>
                                    <a:pt x="2" y="34"/>
                                    <a:pt x="1" y="35"/>
                                    <a:pt x="1" y="35"/>
                                  </a:cubicBezTo>
                                  <a:cubicBezTo>
                                    <a:pt x="1" y="36"/>
                                    <a:pt x="2" y="37"/>
                                    <a:pt x="2" y="37"/>
                                  </a:cubicBezTo>
                                  <a:cubicBezTo>
                                    <a:pt x="3" y="38"/>
                                    <a:pt x="3" y="39"/>
                                    <a:pt x="3" y="40"/>
                                  </a:cubicBezTo>
                                  <a:cubicBezTo>
                                    <a:pt x="3" y="40"/>
                                    <a:pt x="2" y="41"/>
                                    <a:pt x="2" y="41"/>
                                  </a:cubicBezTo>
                                  <a:cubicBezTo>
                                    <a:pt x="2" y="42"/>
                                    <a:pt x="3" y="42"/>
                                    <a:pt x="2" y="42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3"/>
                                    <a:pt x="2" y="43"/>
                                    <a:pt x="2" y="43"/>
                                  </a:cubicBezTo>
                                  <a:cubicBezTo>
                                    <a:pt x="1" y="43"/>
                                    <a:pt x="1" y="43"/>
                                    <a:pt x="1" y="43"/>
                                  </a:cubicBezTo>
                                  <a:cubicBezTo>
                                    <a:pt x="0" y="44"/>
                                    <a:pt x="2" y="44"/>
                                    <a:pt x="2" y="44"/>
                                  </a:cubicBezTo>
                                  <a:cubicBezTo>
                                    <a:pt x="2" y="45"/>
                                    <a:pt x="2" y="46"/>
                                    <a:pt x="1" y="46"/>
                                  </a:cubicBezTo>
                                  <a:cubicBezTo>
                                    <a:pt x="2" y="47"/>
                                    <a:pt x="3" y="47"/>
                                    <a:pt x="3" y="48"/>
                                  </a:cubicBezTo>
                                  <a:cubicBezTo>
                                    <a:pt x="3" y="48"/>
                                    <a:pt x="3" y="48"/>
                                    <a:pt x="3" y="49"/>
                                  </a:cubicBezTo>
                                  <a:cubicBezTo>
                                    <a:pt x="3" y="49"/>
                                    <a:pt x="4" y="49"/>
                                    <a:pt x="4" y="50"/>
                                  </a:cubicBezTo>
                                  <a:cubicBezTo>
                                    <a:pt x="4" y="50"/>
                                    <a:pt x="4" y="51"/>
                                    <a:pt x="4" y="51"/>
                                  </a:cubicBezTo>
                                  <a:cubicBezTo>
                                    <a:pt x="4" y="51"/>
                                    <a:pt x="3" y="51"/>
                                    <a:pt x="3" y="51"/>
                                  </a:cubicBezTo>
                                  <a:cubicBezTo>
                                    <a:pt x="3" y="51"/>
                                    <a:pt x="3" y="52"/>
                                    <a:pt x="3" y="52"/>
                                  </a:cubicBezTo>
                                  <a:cubicBezTo>
                                    <a:pt x="3" y="52"/>
                                    <a:pt x="3" y="52"/>
                                    <a:pt x="3" y="52"/>
                                  </a:cubicBezTo>
                                  <a:cubicBezTo>
                                    <a:pt x="2" y="53"/>
                                    <a:pt x="2" y="53"/>
                                    <a:pt x="1" y="53"/>
                                  </a:cubicBezTo>
                                  <a:cubicBezTo>
                                    <a:pt x="1" y="54"/>
                                    <a:pt x="0" y="54"/>
                                    <a:pt x="0" y="55"/>
                                  </a:cubicBezTo>
                                  <a:cubicBezTo>
                                    <a:pt x="0" y="56"/>
                                    <a:pt x="0" y="56"/>
                                    <a:pt x="0" y="57"/>
                                  </a:cubicBezTo>
                                  <a:cubicBezTo>
                                    <a:pt x="1" y="58"/>
                                    <a:pt x="1" y="58"/>
                                    <a:pt x="0" y="59"/>
                                  </a:cubicBezTo>
                                  <a:cubicBezTo>
                                    <a:pt x="1" y="60"/>
                                    <a:pt x="1" y="60"/>
                                    <a:pt x="2" y="60"/>
                                  </a:cubicBezTo>
                                  <a:cubicBezTo>
                                    <a:pt x="2" y="60"/>
                                    <a:pt x="3" y="60"/>
                                    <a:pt x="3" y="60"/>
                                  </a:cubicBezTo>
                                  <a:cubicBezTo>
                                    <a:pt x="4" y="60"/>
                                    <a:pt x="5" y="60"/>
                                    <a:pt x="5" y="60"/>
                                  </a:cubicBezTo>
                                  <a:cubicBezTo>
                                    <a:pt x="6" y="61"/>
                                    <a:pt x="5" y="61"/>
                                    <a:pt x="6" y="61"/>
                                  </a:cubicBezTo>
                                  <a:cubicBezTo>
                                    <a:pt x="6" y="62"/>
                                    <a:pt x="6" y="62"/>
                                    <a:pt x="6" y="63"/>
                                  </a:cubicBezTo>
                                  <a:cubicBezTo>
                                    <a:pt x="7" y="63"/>
                                    <a:pt x="7" y="63"/>
                                    <a:pt x="8" y="63"/>
                                  </a:cubicBezTo>
                                  <a:cubicBezTo>
                                    <a:pt x="9" y="63"/>
                                    <a:pt x="9" y="63"/>
                                    <a:pt x="10" y="63"/>
                                  </a:cubicBezTo>
                                  <a:cubicBezTo>
                                    <a:pt x="10" y="63"/>
                                    <a:pt x="11" y="63"/>
                                    <a:pt x="11" y="63"/>
                                  </a:cubicBezTo>
                                  <a:cubicBezTo>
                                    <a:pt x="12" y="63"/>
                                    <a:pt x="12" y="64"/>
                                    <a:pt x="12" y="64"/>
                                  </a:cubicBezTo>
                                  <a:cubicBezTo>
                                    <a:pt x="13" y="64"/>
                                    <a:pt x="13" y="64"/>
                                    <a:pt x="14" y="64"/>
                                  </a:cubicBezTo>
                                  <a:cubicBezTo>
                                    <a:pt x="15" y="64"/>
                                    <a:pt x="15" y="64"/>
                                    <a:pt x="15" y="65"/>
                                  </a:cubicBezTo>
                                  <a:cubicBezTo>
                                    <a:pt x="16" y="65"/>
                                    <a:pt x="17" y="65"/>
                                    <a:pt x="17" y="65"/>
                                  </a:cubicBezTo>
                                  <a:cubicBezTo>
                                    <a:pt x="16" y="65"/>
                                    <a:pt x="16" y="66"/>
                                    <a:pt x="16" y="66"/>
                                  </a:cubicBezTo>
                                  <a:cubicBezTo>
                                    <a:pt x="16" y="67"/>
                                    <a:pt x="15" y="67"/>
                                    <a:pt x="15" y="67"/>
                                  </a:cubicBezTo>
                                  <a:cubicBezTo>
                                    <a:pt x="15" y="68"/>
                                    <a:pt x="14" y="68"/>
                                    <a:pt x="14" y="68"/>
                                  </a:cubicBezTo>
                                  <a:cubicBezTo>
                                    <a:pt x="14" y="69"/>
                                    <a:pt x="14" y="69"/>
                                    <a:pt x="14" y="69"/>
                                  </a:cubicBezTo>
                                  <a:cubicBezTo>
                                    <a:pt x="14" y="70"/>
                                    <a:pt x="14" y="70"/>
                                    <a:pt x="14" y="70"/>
                                  </a:cubicBezTo>
                                  <a:cubicBezTo>
                                    <a:pt x="13" y="71"/>
                                    <a:pt x="13" y="71"/>
                                    <a:pt x="13" y="71"/>
                                  </a:cubicBezTo>
                                  <a:cubicBezTo>
                                    <a:pt x="13" y="72"/>
                                    <a:pt x="12" y="73"/>
                                    <a:pt x="12" y="74"/>
                                  </a:cubicBezTo>
                                  <a:cubicBezTo>
                                    <a:pt x="13" y="75"/>
                                    <a:pt x="12" y="76"/>
                                    <a:pt x="12" y="77"/>
                                  </a:cubicBezTo>
                                  <a:cubicBezTo>
                                    <a:pt x="12" y="77"/>
                                    <a:pt x="12" y="78"/>
                                    <a:pt x="12" y="78"/>
                                  </a:cubicBezTo>
                                  <a:cubicBezTo>
                                    <a:pt x="12" y="78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lose/>
                                  <a:moveTo>
                                    <a:pt x="8" y="14"/>
                                  </a:move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8" y="14"/>
                                  </a:cubicBezTo>
                                  <a:cubicBezTo>
                                    <a:pt x="8" y="14"/>
                                    <a:pt x="9" y="14"/>
                                    <a:pt x="8" y="14"/>
                                  </a:cubicBezTo>
                                  <a:close/>
                                  <a:moveTo>
                                    <a:pt x="11" y="14"/>
                                  </a:moveTo>
                                  <a:cubicBezTo>
                                    <a:pt x="11" y="14"/>
                                    <a:pt x="12" y="14"/>
                                    <a:pt x="12" y="13"/>
                                  </a:cubicBezTo>
                                  <a:cubicBezTo>
                                    <a:pt x="11" y="13"/>
                                    <a:pt x="10" y="13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1" y="14"/>
                                  </a:cubicBezTo>
                                  <a:close/>
                                  <a:moveTo>
                                    <a:pt x="13" y="13"/>
                                  </a:moveTo>
                                  <a:cubicBezTo>
                                    <a:pt x="13" y="13"/>
                                    <a:pt x="12" y="13"/>
                                    <a:pt x="12" y="13"/>
                                  </a:cubicBezTo>
                                  <a:cubicBezTo>
                                    <a:pt x="13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8" name="Freeform 811">
                              <a:extLst>
                                <a:ext uri="{FF2B5EF4-FFF2-40B4-BE49-F238E27FC236}">
                                  <a16:creationId xmlns:a16="http://schemas.microsoft.com/office/drawing/2014/main" id="{C89B7ED6-68C4-F8F6-F087-E200D3CE29A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29313" y="2084388"/>
                              <a:ext cx="336550" cy="687388"/>
                            </a:xfrm>
                            <a:custGeom>
                              <a:avLst/>
                              <a:gdLst>
                                <a:gd name="T0" fmla="*/ 51 w 81"/>
                                <a:gd name="T1" fmla="*/ 156 h 165"/>
                                <a:gd name="T2" fmla="*/ 46 w 81"/>
                                <a:gd name="T3" fmla="*/ 158 h 165"/>
                                <a:gd name="T4" fmla="*/ 43 w 81"/>
                                <a:gd name="T5" fmla="*/ 159 h 165"/>
                                <a:gd name="T6" fmla="*/ 34 w 81"/>
                                <a:gd name="T7" fmla="*/ 161 h 165"/>
                                <a:gd name="T8" fmla="*/ 27 w 81"/>
                                <a:gd name="T9" fmla="*/ 163 h 165"/>
                                <a:gd name="T10" fmla="*/ 24 w 81"/>
                                <a:gd name="T11" fmla="*/ 164 h 165"/>
                                <a:gd name="T12" fmla="*/ 21 w 81"/>
                                <a:gd name="T13" fmla="*/ 159 h 165"/>
                                <a:gd name="T14" fmla="*/ 16 w 81"/>
                                <a:gd name="T15" fmla="*/ 156 h 165"/>
                                <a:gd name="T16" fmla="*/ 13 w 81"/>
                                <a:gd name="T17" fmla="*/ 153 h 165"/>
                                <a:gd name="T18" fmla="*/ 13 w 81"/>
                                <a:gd name="T19" fmla="*/ 146 h 165"/>
                                <a:gd name="T20" fmla="*/ 13 w 81"/>
                                <a:gd name="T21" fmla="*/ 142 h 165"/>
                                <a:gd name="T22" fmla="*/ 13 w 81"/>
                                <a:gd name="T23" fmla="*/ 138 h 165"/>
                                <a:gd name="T24" fmla="*/ 12 w 81"/>
                                <a:gd name="T25" fmla="*/ 130 h 165"/>
                                <a:gd name="T26" fmla="*/ 10 w 81"/>
                                <a:gd name="T27" fmla="*/ 124 h 165"/>
                                <a:gd name="T28" fmla="*/ 13 w 81"/>
                                <a:gd name="T29" fmla="*/ 117 h 165"/>
                                <a:gd name="T30" fmla="*/ 19 w 81"/>
                                <a:gd name="T31" fmla="*/ 114 h 165"/>
                                <a:gd name="T32" fmla="*/ 23 w 81"/>
                                <a:gd name="T33" fmla="*/ 108 h 165"/>
                                <a:gd name="T34" fmla="*/ 29 w 81"/>
                                <a:gd name="T35" fmla="*/ 101 h 165"/>
                                <a:gd name="T36" fmla="*/ 32 w 81"/>
                                <a:gd name="T37" fmla="*/ 97 h 165"/>
                                <a:gd name="T38" fmla="*/ 37 w 81"/>
                                <a:gd name="T39" fmla="*/ 91 h 165"/>
                                <a:gd name="T40" fmla="*/ 38 w 81"/>
                                <a:gd name="T41" fmla="*/ 87 h 165"/>
                                <a:gd name="T42" fmla="*/ 38 w 81"/>
                                <a:gd name="T43" fmla="*/ 81 h 165"/>
                                <a:gd name="T44" fmla="*/ 35 w 81"/>
                                <a:gd name="T45" fmla="*/ 75 h 165"/>
                                <a:gd name="T46" fmla="*/ 30 w 81"/>
                                <a:gd name="T47" fmla="*/ 75 h 165"/>
                                <a:gd name="T48" fmla="*/ 28 w 81"/>
                                <a:gd name="T49" fmla="*/ 65 h 165"/>
                                <a:gd name="T50" fmla="*/ 28 w 81"/>
                                <a:gd name="T51" fmla="*/ 52 h 165"/>
                                <a:gd name="T52" fmla="*/ 27 w 81"/>
                                <a:gd name="T53" fmla="*/ 41 h 165"/>
                                <a:gd name="T54" fmla="*/ 20 w 81"/>
                                <a:gd name="T55" fmla="*/ 31 h 165"/>
                                <a:gd name="T56" fmla="*/ 12 w 81"/>
                                <a:gd name="T57" fmla="*/ 25 h 165"/>
                                <a:gd name="T58" fmla="*/ 11 w 81"/>
                                <a:gd name="T59" fmla="*/ 19 h 165"/>
                                <a:gd name="T60" fmla="*/ 18 w 81"/>
                                <a:gd name="T61" fmla="*/ 21 h 165"/>
                                <a:gd name="T62" fmla="*/ 27 w 81"/>
                                <a:gd name="T63" fmla="*/ 27 h 165"/>
                                <a:gd name="T64" fmla="*/ 36 w 81"/>
                                <a:gd name="T65" fmla="*/ 28 h 165"/>
                                <a:gd name="T66" fmla="*/ 42 w 81"/>
                                <a:gd name="T67" fmla="*/ 20 h 165"/>
                                <a:gd name="T68" fmla="*/ 45 w 81"/>
                                <a:gd name="T69" fmla="*/ 7 h 165"/>
                                <a:gd name="T70" fmla="*/ 57 w 81"/>
                                <a:gd name="T71" fmla="*/ 2 h 165"/>
                                <a:gd name="T72" fmla="*/ 66 w 81"/>
                                <a:gd name="T73" fmla="*/ 12 h 165"/>
                                <a:gd name="T74" fmla="*/ 61 w 81"/>
                                <a:gd name="T75" fmla="*/ 34 h 165"/>
                                <a:gd name="T76" fmla="*/ 70 w 81"/>
                                <a:gd name="T77" fmla="*/ 48 h 165"/>
                                <a:gd name="T78" fmla="*/ 68 w 81"/>
                                <a:gd name="T79" fmla="*/ 68 h 165"/>
                                <a:gd name="T80" fmla="*/ 69 w 81"/>
                                <a:gd name="T81" fmla="*/ 80 h 165"/>
                                <a:gd name="T82" fmla="*/ 68 w 81"/>
                                <a:gd name="T83" fmla="*/ 89 h 165"/>
                                <a:gd name="T84" fmla="*/ 70 w 81"/>
                                <a:gd name="T85" fmla="*/ 98 h 165"/>
                                <a:gd name="T86" fmla="*/ 74 w 81"/>
                                <a:gd name="T87" fmla="*/ 102 h 165"/>
                                <a:gd name="T88" fmla="*/ 74 w 81"/>
                                <a:gd name="T89" fmla="*/ 114 h 165"/>
                                <a:gd name="T90" fmla="*/ 80 w 81"/>
                                <a:gd name="T91" fmla="*/ 123 h 165"/>
                                <a:gd name="T92" fmla="*/ 70 w 81"/>
                                <a:gd name="T93" fmla="*/ 140 h 165"/>
                                <a:gd name="T94" fmla="*/ 61 w 81"/>
                                <a:gd name="T95" fmla="*/ 149 h 165"/>
                                <a:gd name="T96" fmla="*/ 0 w 81"/>
                                <a:gd name="T97" fmla="*/ 160 h 165"/>
                                <a:gd name="T98" fmla="*/ 3 w 81"/>
                                <a:gd name="T99" fmla="*/ 162 h 165"/>
                                <a:gd name="T100" fmla="*/ 5 w 81"/>
                                <a:gd name="T101" fmla="*/ 159 h 165"/>
                                <a:gd name="T102" fmla="*/ 19 w 81"/>
                                <a:gd name="T103" fmla="*/ 162 h 165"/>
                                <a:gd name="T104" fmla="*/ 20 w 81"/>
                                <a:gd name="T105" fmla="*/ 161 h 165"/>
                                <a:gd name="T106" fmla="*/ 36 w 81"/>
                                <a:gd name="T107" fmla="*/ 89 h 165"/>
                                <a:gd name="T108" fmla="*/ 12 w 81"/>
                                <a:gd name="T109" fmla="*/ 118 h 1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81" h="165">
                                  <a:moveTo>
                                    <a:pt x="56" y="156"/>
                                  </a:moveTo>
                                  <a:cubicBezTo>
                                    <a:pt x="55" y="155"/>
                                    <a:pt x="55" y="155"/>
                                    <a:pt x="55" y="156"/>
                                  </a:cubicBezTo>
                                  <a:cubicBezTo>
                                    <a:pt x="55" y="156"/>
                                    <a:pt x="55" y="157"/>
                                    <a:pt x="55" y="156"/>
                                  </a:cubicBezTo>
                                  <a:cubicBezTo>
                                    <a:pt x="54" y="156"/>
                                    <a:pt x="54" y="156"/>
                                    <a:pt x="54" y="156"/>
                                  </a:cubicBezTo>
                                  <a:cubicBezTo>
                                    <a:pt x="53" y="156"/>
                                    <a:pt x="53" y="157"/>
                                    <a:pt x="53" y="157"/>
                                  </a:cubicBezTo>
                                  <a:cubicBezTo>
                                    <a:pt x="53" y="157"/>
                                    <a:pt x="53" y="156"/>
                                    <a:pt x="52" y="156"/>
                                  </a:cubicBezTo>
                                  <a:cubicBezTo>
                                    <a:pt x="52" y="156"/>
                                    <a:pt x="51" y="156"/>
                                    <a:pt x="51" y="156"/>
                                  </a:cubicBezTo>
                                  <a:cubicBezTo>
                                    <a:pt x="50" y="156"/>
                                    <a:pt x="50" y="156"/>
                                    <a:pt x="50" y="157"/>
                                  </a:cubicBezTo>
                                  <a:cubicBezTo>
                                    <a:pt x="50" y="157"/>
                                    <a:pt x="49" y="157"/>
                                    <a:pt x="49" y="157"/>
                                  </a:cubicBezTo>
                                  <a:cubicBezTo>
                                    <a:pt x="49" y="156"/>
                                    <a:pt x="48" y="157"/>
                                    <a:pt x="48" y="157"/>
                                  </a:cubicBezTo>
                                  <a:cubicBezTo>
                                    <a:pt x="48" y="157"/>
                                    <a:pt x="47" y="157"/>
                                    <a:pt x="47" y="157"/>
                                  </a:cubicBezTo>
                                  <a:cubicBezTo>
                                    <a:pt x="47" y="157"/>
                                    <a:pt x="47" y="158"/>
                                    <a:pt x="47" y="158"/>
                                  </a:cubicBezTo>
                                  <a:cubicBezTo>
                                    <a:pt x="47" y="158"/>
                                    <a:pt x="47" y="157"/>
                                    <a:pt x="47" y="157"/>
                                  </a:cubicBezTo>
                                  <a:cubicBezTo>
                                    <a:pt x="46" y="157"/>
                                    <a:pt x="46" y="158"/>
                                    <a:pt x="46" y="158"/>
                                  </a:cubicBezTo>
                                  <a:cubicBezTo>
                                    <a:pt x="46" y="158"/>
                                    <a:pt x="45" y="157"/>
                                    <a:pt x="45" y="157"/>
                                  </a:cubicBezTo>
                                  <a:cubicBezTo>
                                    <a:pt x="45" y="157"/>
                                    <a:pt x="45" y="158"/>
                                    <a:pt x="44" y="157"/>
                                  </a:cubicBezTo>
                                  <a:cubicBezTo>
                                    <a:pt x="44" y="157"/>
                                    <a:pt x="43" y="157"/>
                                    <a:pt x="43" y="157"/>
                                  </a:cubicBezTo>
                                  <a:cubicBezTo>
                                    <a:pt x="43" y="157"/>
                                    <a:pt x="44" y="158"/>
                                    <a:pt x="44" y="159"/>
                                  </a:cubicBezTo>
                                  <a:cubicBezTo>
                                    <a:pt x="44" y="159"/>
                                    <a:pt x="44" y="158"/>
                                    <a:pt x="43" y="158"/>
                                  </a:cubicBezTo>
                                  <a:cubicBezTo>
                                    <a:pt x="43" y="158"/>
                                    <a:pt x="43" y="158"/>
                                    <a:pt x="42" y="158"/>
                                  </a:cubicBezTo>
                                  <a:cubicBezTo>
                                    <a:pt x="42" y="158"/>
                                    <a:pt x="43" y="159"/>
                                    <a:pt x="43" y="159"/>
                                  </a:cubicBezTo>
                                  <a:cubicBezTo>
                                    <a:pt x="42" y="159"/>
                                    <a:pt x="42" y="159"/>
                                    <a:pt x="42" y="159"/>
                                  </a:cubicBezTo>
                                  <a:cubicBezTo>
                                    <a:pt x="41" y="159"/>
                                    <a:pt x="41" y="160"/>
                                    <a:pt x="41" y="160"/>
                                  </a:cubicBezTo>
                                  <a:cubicBezTo>
                                    <a:pt x="40" y="160"/>
                                    <a:pt x="40" y="160"/>
                                    <a:pt x="39" y="160"/>
                                  </a:cubicBezTo>
                                  <a:cubicBezTo>
                                    <a:pt x="38" y="160"/>
                                    <a:pt x="38" y="161"/>
                                    <a:pt x="37" y="160"/>
                                  </a:cubicBezTo>
                                  <a:cubicBezTo>
                                    <a:pt x="37" y="160"/>
                                    <a:pt x="37" y="161"/>
                                    <a:pt x="37" y="161"/>
                                  </a:cubicBezTo>
                                  <a:cubicBezTo>
                                    <a:pt x="36" y="161"/>
                                    <a:pt x="35" y="161"/>
                                    <a:pt x="35" y="160"/>
                                  </a:cubicBezTo>
                                  <a:cubicBezTo>
                                    <a:pt x="35" y="161"/>
                                    <a:pt x="34" y="162"/>
                                    <a:pt x="34" y="161"/>
                                  </a:cubicBezTo>
                                  <a:cubicBezTo>
                                    <a:pt x="34" y="161"/>
                                    <a:pt x="33" y="164"/>
                                    <a:pt x="33" y="162"/>
                                  </a:cubicBezTo>
                                  <a:cubicBezTo>
                                    <a:pt x="32" y="163"/>
                                    <a:pt x="33" y="162"/>
                                    <a:pt x="32" y="162"/>
                                  </a:cubicBezTo>
                                  <a:cubicBezTo>
                                    <a:pt x="32" y="162"/>
                                    <a:pt x="31" y="163"/>
                                    <a:pt x="31" y="162"/>
                                  </a:cubicBezTo>
                                  <a:cubicBezTo>
                                    <a:pt x="30" y="163"/>
                                    <a:pt x="30" y="162"/>
                                    <a:pt x="30" y="163"/>
                                  </a:cubicBezTo>
                                  <a:cubicBezTo>
                                    <a:pt x="29" y="163"/>
                                    <a:pt x="29" y="163"/>
                                    <a:pt x="29" y="163"/>
                                  </a:cubicBezTo>
                                  <a:cubicBezTo>
                                    <a:pt x="28" y="163"/>
                                    <a:pt x="28" y="163"/>
                                    <a:pt x="28" y="163"/>
                                  </a:cubicBezTo>
                                  <a:cubicBezTo>
                                    <a:pt x="28" y="163"/>
                                    <a:pt x="27" y="163"/>
                                    <a:pt x="27" y="163"/>
                                  </a:cubicBezTo>
                                  <a:cubicBezTo>
                                    <a:pt x="26" y="163"/>
                                    <a:pt x="27" y="163"/>
                                    <a:pt x="27" y="162"/>
                                  </a:cubicBezTo>
                                  <a:cubicBezTo>
                                    <a:pt x="26" y="162"/>
                                    <a:pt x="26" y="163"/>
                                    <a:pt x="26" y="163"/>
                                  </a:cubicBezTo>
                                  <a:cubicBezTo>
                                    <a:pt x="25" y="164"/>
                                    <a:pt x="25" y="164"/>
                                    <a:pt x="25" y="165"/>
                                  </a:cubicBezTo>
                                  <a:cubicBezTo>
                                    <a:pt x="24" y="165"/>
                                    <a:pt x="24" y="165"/>
                                    <a:pt x="24" y="165"/>
                                  </a:cubicBezTo>
                                  <a:cubicBezTo>
                                    <a:pt x="24" y="165"/>
                                    <a:pt x="23" y="165"/>
                                    <a:pt x="23" y="165"/>
                                  </a:cubicBezTo>
                                  <a:cubicBezTo>
                                    <a:pt x="22" y="165"/>
                                    <a:pt x="24" y="165"/>
                                    <a:pt x="24" y="164"/>
                                  </a:cubicBezTo>
                                  <a:cubicBezTo>
                                    <a:pt x="24" y="164"/>
                                    <a:pt x="24" y="164"/>
                                    <a:pt x="24" y="164"/>
                                  </a:cubicBezTo>
                                  <a:cubicBezTo>
                                    <a:pt x="24" y="163"/>
                                    <a:pt x="25" y="163"/>
                                    <a:pt x="25" y="163"/>
                                  </a:cubicBezTo>
                                  <a:cubicBezTo>
                                    <a:pt x="25" y="162"/>
                                    <a:pt x="24" y="163"/>
                                    <a:pt x="24" y="162"/>
                                  </a:cubicBezTo>
                                  <a:cubicBezTo>
                                    <a:pt x="23" y="162"/>
                                    <a:pt x="23" y="161"/>
                                    <a:pt x="23" y="162"/>
                                  </a:cubicBezTo>
                                  <a:cubicBezTo>
                                    <a:pt x="22" y="161"/>
                                    <a:pt x="22" y="160"/>
                                    <a:pt x="23" y="160"/>
                                  </a:cubicBezTo>
                                  <a:cubicBezTo>
                                    <a:pt x="23" y="159"/>
                                    <a:pt x="24" y="159"/>
                                    <a:pt x="23" y="158"/>
                                  </a:cubicBezTo>
                                  <a:cubicBezTo>
                                    <a:pt x="23" y="159"/>
                                    <a:pt x="22" y="159"/>
                                    <a:pt x="21" y="160"/>
                                  </a:cubicBezTo>
                                  <a:cubicBezTo>
                                    <a:pt x="21" y="160"/>
                                    <a:pt x="20" y="160"/>
                                    <a:pt x="21" y="159"/>
                                  </a:cubicBezTo>
                                  <a:cubicBezTo>
                                    <a:pt x="21" y="159"/>
                                    <a:pt x="20" y="160"/>
                                    <a:pt x="20" y="159"/>
                                  </a:cubicBezTo>
                                  <a:cubicBezTo>
                                    <a:pt x="19" y="159"/>
                                    <a:pt x="20" y="158"/>
                                    <a:pt x="20" y="158"/>
                                  </a:cubicBezTo>
                                  <a:cubicBezTo>
                                    <a:pt x="20" y="158"/>
                                    <a:pt x="20" y="158"/>
                                    <a:pt x="19" y="158"/>
                                  </a:cubicBezTo>
                                  <a:cubicBezTo>
                                    <a:pt x="19" y="158"/>
                                    <a:pt x="18" y="158"/>
                                    <a:pt x="18" y="158"/>
                                  </a:cubicBezTo>
                                  <a:cubicBezTo>
                                    <a:pt x="18" y="157"/>
                                    <a:pt x="18" y="157"/>
                                    <a:pt x="17" y="157"/>
                                  </a:cubicBezTo>
                                  <a:cubicBezTo>
                                    <a:pt x="17" y="157"/>
                                    <a:pt x="17" y="157"/>
                                    <a:pt x="16" y="157"/>
                                  </a:cubicBezTo>
                                  <a:cubicBezTo>
                                    <a:pt x="16" y="156"/>
                                    <a:pt x="16" y="156"/>
                                    <a:pt x="16" y="156"/>
                                  </a:cubicBezTo>
                                  <a:cubicBezTo>
                                    <a:pt x="15" y="156"/>
                                    <a:pt x="15" y="156"/>
                                    <a:pt x="15" y="156"/>
                                  </a:cubicBezTo>
                                  <a:cubicBezTo>
                                    <a:pt x="15" y="155"/>
                                    <a:pt x="15" y="154"/>
                                    <a:pt x="14" y="155"/>
                                  </a:cubicBezTo>
                                  <a:cubicBezTo>
                                    <a:pt x="14" y="156"/>
                                    <a:pt x="14" y="156"/>
                                    <a:pt x="13" y="156"/>
                                  </a:cubicBezTo>
                                  <a:cubicBezTo>
                                    <a:pt x="13" y="156"/>
                                    <a:pt x="13" y="156"/>
                                    <a:pt x="13" y="155"/>
                                  </a:cubicBezTo>
                                  <a:cubicBezTo>
                                    <a:pt x="13" y="155"/>
                                    <a:pt x="12" y="155"/>
                                    <a:pt x="12" y="154"/>
                                  </a:cubicBezTo>
                                  <a:cubicBezTo>
                                    <a:pt x="12" y="154"/>
                                    <a:pt x="12" y="154"/>
                                    <a:pt x="12" y="154"/>
                                  </a:cubicBezTo>
                                  <a:cubicBezTo>
                                    <a:pt x="12" y="154"/>
                                    <a:pt x="13" y="154"/>
                                    <a:pt x="13" y="153"/>
                                  </a:cubicBezTo>
                                  <a:cubicBezTo>
                                    <a:pt x="12" y="153"/>
                                    <a:pt x="12" y="153"/>
                                    <a:pt x="12" y="152"/>
                                  </a:cubicBezTo>
                                  <a:cubicBezTo>
                                    <a:pt x="12" y="151"/>
                                    <a:pt x="12" y="151"/>
                                    <a:pt x="12" y="151"/>
                                  </a:cubicBezTo>
                                  <a:cubicBezTo>
                                    <a:pt x="12" y="150"/>
                                    <a:pt x="12" y="150"/>
                                    <a:pt x="12" y="150"/>
                                  </a:cubicBezTo>
                                  <a:cubicBezTo>
                                    <a:pt x="12" y="150"/>
                                    <a:pt x="12" y="149"/>
                                    <a:pt x="12" y="149"/>
                                  </a:cubicBezTo>
                                  <a:cubicBezTo>
                                    <a:pt x="12" y="148"/>
                                    <a:pt x="13" y="149"/>
                                    <a:pt x="13" y="148"/>
                                  </a:cubicBezTo>
                                  <a:cubicBezTo>
                                    <a:pt x="13" y="147"/>
                                    <a:pt x="12" y="147"/>
                                    <a:pt x="12" y="146"/>
                                  </a:cubicBezTo>
                                  <a:cubicBezTo>
                                    <a:pt x="12" y="147"/>
                                    <a:pt x="13" y="147"/>
                                    <a:pt x="13" y="146"/>
                                  </a:cubicBezTo>
                                  <a:cubicBezTo>
                                    <a:pt x="13" y="146"/>
                                    <a:pt x="13" y="146"/>
                                    <a:pt x="13" y="146"/>
                                  </a:cubicBezTo>
                                  <a:cubicBezTo>
                                    <a:pt x="13" y="146"/>
                                    <a:pt x="13" y="146"/>
                                    <a:pt x="13" y="145"/>
                                  </a:cubicBezTo>
                                  <a:cubicBezTo>
                                    <a:pt x="13" y="145"/>
                                    <a:pt x="13" y="145"/>
                                    <a:pt x="13" y="145"/>
                                  </a:cubicBezTo>
                                  <a:cubicBezTo>
                                    <a:pt x="13" y="145"/>
                                    <a:pt x="13" y="144"/>
                                    <a:pt x="13" y="144"/>
                                  </a:cubicBezTo>
                                  <a:cubicBezTo>
                                    <a:pt x="13" y="144"/>
                                    <a:pt x="12" y="143"/>
                                    <a:pt x="13" y="143"/>
                                  </a:cubicBezTo>
                                  <a:cubicBezTo>
                                    <a:pt x="13" y="143"/>
                                    <a:pt x="13" y="143"/>
                                    <a:pt x="13" y="143"/>
                                  </a:cubicBezTo>
                                  <a:cubicBezTo>
                                    <a:pt x="13" y="142"/>
                                    <a:pt x="13" y="143"/>
                                    <a:pt x="13" y="142"/>
                                  </a:cubicBezTo>
                                  <a:cubicBezTo>
                                    <a:pt x="14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1"/>
                                    <a:pt x="14" y="141"/>
                                  </a:cubicBezTo>
                                  <a:cubicBezTo>
                                    <a:pt x="14" y="141"/>
                                    <a:pt x="14" y="141"/>
                                    <a:pt x="14" y="141"/>
                                  </a:cubicBezTo>
                                  <a:cubicBezTo>
                                    <a:pt x="13" y="140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0"/>
                                  </a:cubicBezTo>
                                  <a:cubicBezTo>
                                    <a:pt x="13" y="140"/>
                                    <a:pt x="14" y="140"/>
                                    <a:pt x="13" y="139"/>
                                  </a:cubicBezTo>
                                  <a:cubicBezTo>
                                    <a:pt x="13" y="139"/>
                                    <a:pt x="13" y="138"/>
                                    <a:pt x="13" y="138"/>
                                  </a:cubicBezTo>
                                  <a:cubicBezTo>
                                    <a:pt x="13" y="137"/>
                                    <a:pt x="12" y="137"/>
                                    <a:pt x="12" y="136"/>
                                  </a:cubicBezTo>
                                  <a:cubicBezTo>
                                    <a:pt x="12" y="136"/>
                                    <a:pt x="11" y="135"/>
                                    <a:pt x="12" y="135"/>
                                  </a:cubicBezTo>
                                  <a:cubicBezTo>
                                    <a:pt x="12" y="135"/>
                                    <a:pt x="11" y="135"/>
                                    <a:pt x="11" y="135"/>
                                  </a:cubicBezTo>
                                  <a:cubicBezTo>
                                    <a:pt x="12" y="134"/>
                                    <a:pt x="11" y="134"/>
                                    <a:pt x="12" y="133"/>
                                  </a:cubicBezTo>
                                  <a:cubicBezTo>
                                    <a:pt x="12" y="133"/>
                                    <a:pt x="12" y="132"/>
                                    <a:pt x="12" y="131"/>
                                  </a:cubicBezTo>
                                  <a:cubicBezTo>
                                    <a:pt x="12" y="131"/>
                                    <a:pt x="12" y="132"/>
                                    <a:pt x="12" y="132"/>
                                  </a:cubicBezTo>
                                  <a:cubicBezTo>
                                    <a:pt x="12" y="131"/>
                                    <a:pt x="12" y="131"/>
                                    <a:pt x="12" y="130"/>
                                  </a:cubicBezTo>
                                  <a:cubicBezTo>
                                    <a:pt x="12" y="130"/>
                                    <a:pt x="11" y="130"/>
                                    <a:pt x="11" y="130"/>
                                  </a:cubicBezTo>
                                  <a:cubicBezTo>
                                    <a:pt x="10" y="131"/>
                                    <a:pt x="11" y="129"/>
                                    <a:pt x="11" y="128"/>
                                  </a:cubicBezTo>
                                  <a:cubicBezTo>
                                    <a:pt x="11" y="128"/>
                                    <a:pt x="11" y="127"/>
                                    <a:pt x="11" y="127"/>
                                  </a:cubicBezTo>
                                  <a:cubicBezTo>
                                    <a:pt x="11" y="126"/>
                                    <a:pt x="10" y="127"/>
                                    <a:pt x="10" y="127"/>
                                  </a:cubicBezTo>
                                  <a:cubicBezTo>
                                    <a:pt x="10" y="126"/>
                                    <a:pt x="10" y="126"/>
                                    <a:pt x="10" y="125"/>
                                  </a:cubicBezTo>
                                  <a:cubicBezTo>
                                    <a:pt x="10" y="125"/>
                                    <a:pt x="11" y="125"/>
                                    <a:pt x="11" y="125"/>
                                  </a:cubicBezTo>
                                  <a:cubicBezTo>
                                    <a:pt x="11" y="125"/>
                                    <a:pt x="10" y="124"/>
                                    <a:pt x="10" y="124"/>
                                  </a:cubicBezTo>
                                  <a:cubicBezTo>
                                    <a:pt x="11" y="124"/>
                                    <a:pt x="11" y="123"/>
                                    <a:pt x="11" y="123"/>
                                  </a:cubicBezTo>
                                  <a:cubicBezTo>
                                    <a:pt x="12" y="123"/>
                                    <a:pt x="12" y="122"/>
                                    <a:pt x="13" y="122"/>
                                  </a:cubicBezTo>
                                  <a:cubicBezTo>
                                    <a:pt x="13" y="121"/>
                                    <a:pt x="13" y="121"/>
                                    <a:pt x="13" y="121"/>
                                  </a:cubicBezTo>
                                  <a:cubicBezTo>
                                    <a:pt x="13" y="121"/>
                                    <a:pt x="13" y="120"/>
                                    <a:pt x="13" y="120"/>
                                  </a:cubicBezTo>
                                  <a:cubicBezTo>
                                    <a:pt x="13" y="120"/>
                                    <a:pt x="14" y="120"/>
                                    <a:pt x="14" y="120"/>
                                  </a:cubicBezTo>
                                  <a:cubicBezTo>
                                    <a:pt x="14" y="120"/>
                                    <a:pt x="14" y="119"/>
                                    <a:pt x="13" y="119"/>
                                  </a:cubicBezTo>
                                  <a:cubicBezTo>
                                    <a:pt x="13" y="118"/>
                                    <a:pt x="13" y="117"/>
                                    <a:pt x="13" y="117"/>
                                  </a:cubicBezTo>
                                  <a:cubicBezTo>
                                    <a:pt x="13" y="117"/>
                                    <a:pt x="14" y="117"/>
                                    <a:pt x="14" y="117"/>
                                  </a:cubicBezTo>
                                  <a:cubicBezTo>
                                    <a:pt x="15" y="117"/>
                                    <a:pt x="15" y="117"/>
                                    <a:pt x="16" y="117"/>
                                  </a:cubicBezTo>
                                  <a:cubicBezTo>
                                    <a:pt x="16" y="117"/>
                                    <a:pt x="16" y="118"/>
                                    <a:pt x="16" y="118"/>
                                  </a:cubicBezTo>
                                  <a:cubicBezTo>
                                    <a:pt x="17" y="119"/>
                                    <a:pt x="16" y="118"/>
                                    <a:pt x="17" y="118"/>
                                  </a:cubicBezTo>
                                  <a:cubicBezTo>
                                    <a:pt x="17" y="117"/>
                                    <a:pt x="19" y="117"/>
                                    <a:pt x="19" y="116"/>
                                  </a:cubicBezTo>
                                  <a:cubicBezTo>
                                    <a:pt x="19" y="115"/>
                                    <a:pt x="18" y="114"/>
                                    <a:pt x="18" y="114"/>
                                  </a:cubicBezTo>
                                  <a:cubicBezTo>
                                    <a:pt x="18" y="113"/>
                                    <a:pt x="18" y="113"/>
                                    <a:pt x="19" y="114"/>
                                  </a:cubicBezTo>
                                  <a:cubicBezTo>
                                    <a:pt x="19" y="114"/>
                                    <a:pt x="19" y="114"/>
                                    <a:pt x="19" y="113"/>
                                  </a:cubicBezTo>
                                  <a:cubicBezTo>
                                    <a:pt x="20" y="113"/>
                                    <a:pt x="20" y="112"/>
                                    <a:pt x="20" y="112"/>
                                  </a:cubicBezTo>
                                  <a:cubicBezTo>
                                    <a:pt x="20" y="111"/>
                                    <a:pt x="20" y="111"/>
                                    <a:pt x="21" y="110"/>
                                  </a:cubicBezTo>
                                  <a:cubicBezTo>
                                    <a:pt x="21" y="110"/>
                                    <a:pt x="21" y="110"/>
                                    <a:pt x="21" y="110"/>
                                  </a:cubicBezTo>
                                  <a:cubicBezTo>
                                    <a:pt x="21" y="111"/>
                                    <a:pt x="21" y="111"/>
                                    <a:pt x="22" y="111"/>
                                  </a:cubicBezTo>
                                  <a:cubicBezTo>
                                    <a:pt x="22" y="110"/>
                                    <a:pt x="22" y="110"/>
                                    <a:pt x="22" y="109"/>
                                  </a:cubicBezTo>
                                  <a:cubicBezTo>
                                    <a:pt x="23" y="109"/>
                                    <a:pt x="23" y="109"/>
                                    <a:pt x="23" y="108"/>
                                  </a:cubicBezTo>
                                  <a:cubicBezTo>
                                    <a:pt x="24" y="108"/>
                                    <a:pt x="24" y="108"/>
                                    <a:pt x="24" y="108"/>
                                  </a:cubicBezTo>
                                  <a:cubicBezTo>
                                    <a:pt x="25" y="107"/>
                                    <a:pt x="25" y="107"/>
                                    <a:pt x="26" y="107"/>
                                  </a:cubicBezTo>
                                  <a:cubicBezTo>
                                    <a:pt x="26" y="106"/>
                                    <a:pt x="25" y="105"/>
                                    <a:pt x="26" y="105"/>
                                  </a:cubicBezTo>
                                  <a:cubicBezTo>
                                    <a:pt x="26" y="105"/>
                                    <a:pt x="26" y="105"/>
                                    <a:pt x="27" y="105"/>
                                  </a:cubicBezTo>
                                  <a:cubicBezTo>
                                    <a:pt x="27" y="105"/>
                                    <a:pt x="27" y="104"/>
                                    <a:pt x="27" y="104"/>
                                  </a:cubicBezTo>
                                  <a:cubicBezTo>
                                    <a:pt x="28" y="103"/>
                                    <a:pt x="28" y="103"/>
                                    <a:pt x="28" y="102"/>
                                  </a:cubicBezTo>
                                  <a:cubicBezTo>
                                    <a:pt x="29" y="102"/>
                                    <a:pt x="29" y="102"/>
                                    <a:pt x="29" y="101"/>
                                  </a:cubicBezTo>
                                  <a:cubicBezTo>
                                    <a:pt x="30" y="101"/>
                                    <a:pt x="30" y="101"/>
                                    <a:pt x="30" y="100"/>
                                  </a:cubicBezTo>
                                  <a:cubicBezTo>
                                    <a:pt x="30" y="100"/>
                                    <a:pt x="30" y="99"/>
                                    <a:pt x="31" y="99"/>
                                  </a:cubicBezTo>
                                  <a:cubicBezTo>
                                    <a:pt x="31" y="99"/>
                                    <a:pt x="31" y="99"/>
                                    <a:pt x="31" y="99"/>
                                  </a:cubicBezTo>
                                  <a:cubicBezTo>
                                    <a:pt x="31" y="99"/>
                                    <a:pt x="31" y="99"/>
                                    <a:pt x="31" y="99"/>
                                  </a:cubicBezTo>
                                  <a:cubicBezTo>
                                    <a:pt x="31" y="98"/>
                                    <a:pt x="31" y="98"/>
                                    <a:pt x="32" y="98"/>
                                  </a:cubicBezTo>
                                  <a:cubicBezTo>
                                    <a:pt x="32" y="98"/>
                                    <a:pt x="32" y="98"/>
                                    <a:pt x="32" y="98"/>
                                  </a:cubicBezTo>
                                  <a:cubicBezTo>
                                    <a:pt x="32" y="97"/>
                                    <a:pt x="32" y="97"/>
                                    <a:pt x="32" y="97"/>
                                  </a:cubicBezTo>
                                  <a:cubicBezTo>
                                    <a:pt x="32" y="97"/>
                                    <a:pt x="32" y="97"/>
                                    <a:pt x="32" y="97"/>
                                  </a:cubicBezTo>
                                  <a:cubicBezTo>
                                    <a:pt x="33" y="96"/>
                                    <a:pt x="32" y="95"/>
                                    <a:pt x="33" y="95"/>
                                  </a:cubicBezTo>
                                  <a:cubicBezTo>
                                    <a:pt x="33" y="95"/>
                                    <a:pt x="33" y="95"/>
                                    <a:pt x="34" y="94"/>
                                  </a:cubicBezTo>
                                  <a:cubicBezTo>
                                    <a:pt x="34" y="94"/>
                                    <a:pt x="34" y="94"/>
                                    <a:pt x="34" y="93"/>
                                  </a:cubicBezTo>
                                  <a:cubicBezTo>
                                    <a:pt x="34" y="93"/>
                                    <a:pt x="34" y="92"/>
                                    <a:pt x="34" y="93"/>
                                  </a:cubicBezTo>
                                  <a:cubicBezTo>
                                    <a:pt x="35" y="93"/>
                                    <a:pt x="35" y="92"/>
                                    <a:pt x="35" y="92"/>
                                  </a:cubicBezTo>
                                  <a:cubicBezTo>
                                    <a:pt x="35" y="92"/>
                                    <a:pt x="36" y="91"/>
                                    <a:pt x="37" y="91"/>
                                  </a:cubicBezTo>
                                  <a:cubicBezTo>
                                    <a:pt x="38" y="91"/>
                                    <a:pt x="38" y="93"/>
                                    <a:pt x="38" y="93"/>
                                  </a:cubicBezTo>
                                  <a:cubicBezTo>
                                    <a:pt x="40" y="92"/>
                                    <a:pt x="38" y="91"/>
                                    <a:pt x="38" y="91"/>
                                  </a:cubicBezTo>
                                  <a:cubicBezTo>
                                    <a:pt x="38" y="91"/>
                                    <a:pt x="38" y="90"/>
                                    <a:pt x="38" y="90"/>
                                  </a:cubicBezTo>
                                  <a:cubicBezTo>
                                    <a:pt x="39" y="90"/>
                                    <a:pt x="39" y="90"/>
                                    <a:pt x="39" y="90"/>
                                  </a:cubicBezTo>
                                  <a:cubicBezTo>
                                    <a:pt x="40" y="90"/>
                                    <a:pt x="40" y="90"/>
                                    <a:pt x="39" y="90"/>
                                  </a:cubicBezTo>
                                  <a:cubicBezTo>
                                    <a:pt x="39" y="89"/>
                                    <a:pt x="39" y="89"/>
                                    <a:pt x="39" y="88"/>
                                  </a:cubicBezTo>
                                  <a:cubicBezTo>
                                    <a:pt x="38" y="88"/>
                                    <a:pt x="38" y="88"/>
                                    <a:pt x="38" y="87"/>
                                  </a:cubicBezTo>
                                  <a:cubicBezTo>
                                    <a:pt x="38" y="87"/>
                                    <a:pt x="39" y="87"/>
                                    <a:pt x="39" y="86"/>
                                  </a:cubicBezTo>
                                  <a:cubicBezTo>
                                    <a:pt x="39" y="86"/>
                                    <a:pt x="39" y="86"/>
                                    <a:pt x="39" y="85"/>
                                  </a:cubicBezTo>
                                  <a:cubicBezTo>
                                    <a:pt x="39" y="85"/>
                                    <a:pt x="39" y="85"/>
                                    <a:pt x="39" y="84"/>
                                  </a:cubicBezTo>
                                  <a:cubicBezTo>
                                    <a:pt x="39" y="84"/>
                                    <a:pt x="38" y="84"/>
                                    <a:pt x="38" y="84"/>
                                  </a:cubicBezTo>
                                  <a:cubicBezTo>
                                    <a:pt x="39" y="83"/>
                                    <a:pt x="39" y="83"/>
                                    <a:pt x="39" y="82"/>
                                  </a:cubicBezTo>
                                  <a:cubicBezTo>
                                    <a:pt x="39" y="82"/>
                                    <a:pt x="38" y="81"/>
                                    <a:pt x="38" y="81"/>
                                  </a:cubicBezTo>
                                  <a:cubicBezTo>
                                    <a:pt x="38" y="81"/>
                                    <a:pt x="38" y="81"/>
                                    <a:pt x="38" y="81"/>
                                  </a:cubicBezTo>
                                  <a:cubicBezTo>
                                    <a:pt x="37" y="81"/>
                                    <a:pt x="37" y="81"/>
                                    <a:pt x="37" y="80"/>
                                  </a:cubicBezTo>
                                  <a:cubicBezTo>
                                    <a:pt x="37" y="80"/>
                                    <a:pt x="37" y="80"/>
                                    <a:pt x="36" y="80"/>
                                  </a:cubicBezTo>
                                  <a:cubicBezTo>
                                    <a:pt x="36" y="79"/>
                                    <a:pt x="36" y="79"/>
                                    <a:pt x="36" y="79"/>
                                  </a:cubicBezTo>
                                  <a:cubicBezTo>
                                    <a:pt x="35" y="79"/>
                                    <a:pt x="35" y="79"/>
                                    <a:pt x="35" y="80"/>
                                  </a:cubicBezTo>
                                  <a:cubicBezTo>
                                    <a:pt x="35" y="79"/>
                                    <a:pt x="34" y="78"/>
                                    <a:pt x="34" y="78"/>
                                  </a:cubicBezTo>
                                  <a:cubicBezTo>
                                    <a:pt x="34" y="77"/>
                                    <a:pt x="34" y="77"/>
                                    <a:pt x="34" y="76"/>
                                  </a:cubicBezTo>
                                  <a:cubicBezTo>
                                    <a:pt x="34" y="76"/>
                                    <a:pt x="35" y="75"/>
                                    <a:pt x="35" y="75"/>
                                  </a:cubicBezTo>
                                  <a:cubicBezTo>
                                    <a:pt x="34" y="75"/>
                                    <a:pt x="34" y="77"/>
                                    <a:pt x="33" y="77"/>
                                  </a:cubicBezTo>
                                  <a:cubicBezTo>
                                    <a:pt x="33" y="77"/>
                                    <a:pt x="33" y="77"/>
                                    <a:pt x="33" y="77"/>
                                  </a:cubicBezTo>
                                  <a:cubicBezTo>
                                    <a:pt x="33" y="77"/>
                                    <a:pt x="33" y="77"/>
                                    <a:pt x="33" y="78"/>
                                  </a:cubicBezTo>
                                  <a:cubicBezTo>
                                    <a:pt x="33" y="77"/>
                                    <a:pt x="32" y="77"/>
                                    <a:pt x="32" y="77"/>
                                  </a:cubicBezTo>
                                  <a:cubicBezTo>
                                    <a:pt x="32" y="77"/>
                                    <a:pt x="32" y="77"/>
                                    <a:pt x="32" y="77"/>
                                  </a:cubicBezTo>
                                  <a:cubicBezTo>
                                    <a:pt x="31" y="77"/>
                                    <a:pt x="31" y="77"/>
                                    <a:pt x="31" y="77"/>
                                  </a:cubicBezTo>
                                  <a:cubicBezTo>
                                    <a:pt x="31" y="76"/>
                                    <a:pt x="31" y="76"/>
                                    <a:pt x="30" y="75"/>
                                  </a:cubicBezTo>
                                  <a:cubicBezTo>
                                    <a:pt x="30" y="74"/>
                                    <a:pt x="30" y="74"/>
                                    <a:pt x="30" y="73"/>
                                  </a:cubicBezTo>
                                  <a:cubicBezTo>
                                    <a:pt x="30" y="73"/>
                                    <a:pt x="30" y="72"/>
                                    <a:pt x="30" y="72"/>
                                  </a:cubicBezTo>
                                  <a:cubicBezTo>
                                    <a:pt x="29" y="72"/>
                                    <a:pt x="29" y="71"/>
                                    <a:pt x="29" y="71"/>
                                  </a:cubicBezTo>
                                  <a:cubicBezTo>
                                    <a:pt x="29" y="71"/>
                                    <a:pt x="28" y="71"/>
                                    <a:pt x="28" y="71"/>
                                  </a:cubicBezTo>
                                  <a:cubicBezTo>
                                    <a:pt x="28" y="70"/>
                                    <a:pt x="28" y="70"/>
                                    <a:pt x="28" y="69"/>
                                  </a:cubicBezTo>
                                  <a:cubicBezTo>
                                    <a:pt x="28" y="69"/>
                                    <a:pt x="28" y="67"/>
                                    <a:pt x="27" y="67"/>
                                  </a:cubicBezTo>
                                  <a:cubicBezTo>
                                    <a:pt x="27" y="66"/>
                                    <a:pt x="28" y="66"/>
                                    <a:pt x="28" y="65"/>
                                  </a:cubicBezTo>
                                  <a:cubicBezTo>
                                    <a:pt x="29" y="65"/>
                                    <a:pt x="29" y="65"/>
                                    <a:pt x="29" y="64"/>
                                  </a:cubicBezTo>
                                  <a:cubicBezTo>
                                    <a:pt x="29" y="63"/>
                                    <a:pt x="28" y="61"/>
                                    <a:pt x="30" y="60"/>
                                  </a:cubicBezTo>
                                  <a:cubicBezTo>
                                    <a:pt x="30" y="59"/>
                                    <a:pt x="29" y="58"/>
                                    <a:pt x="29" y="57"/>
                                  </a:cubicBezTo>
                                  <a:cubicBezTo>
                                    <a:pt x="28" y="57"/>
                                    <a:pt x="28" y="56"/>
                                    <a:pt x="28" y="55"/>
                                  </a:cubicBezTo>
                                  <a:cubicBezTo>
                                    <a:pt x="28" y="55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1"/>
                                  </a:cubicBezTo>
                                  <a:cubicBezTo>
                                    <a:pt x="28" y="51"/>
                                    <a:pt x="28" y="50"/>
                                    <a:pt x="28" y="50"/>
                                  </a:cubicBezTo>
                                  <a:cubicBezTo>
                                    <a:pt x="28" y="49"/>
                                    <a:pt x="27" y="49"/>
                                    <a:pt x="27" y="49"/>
                                  </a:cubicBezTo>
                                  <a:cubicBezTo>
                                    <a:pt x="26" y="48"/>
                                    <a:pt x="27" y="47"/>
                                    <a:pt x="27" y="46"/>
                                  </a:cubicBezTo>
                                  <a:cubicBezTo>
                                    <a:pt x="27" y="46"/>
                                    <a:pt x="27" y="45"/>
                                    <a:pt x="27" y="45"/>
                                  </a:cubicBezTo>
                                  <a:cubicBezTo>
                                    <a:pt x="26" y="44"/>
                                    <a:pt x="26" y="43"/>
                                    <a:pt x="26" y="43"/>
                                  </a:cubicBezTo>
                                  <a:cubicBezTo>
                                    <a:pt x="26" y="42"/>
                                    <a:pt x="27" y="42"/>
                                    <a:pt x="27" y="41"/>
                                  </a:cubicBezTo>
                                  <a:cubicBezTo>
                                    <a:pt x="28" y="40"/>
                                    <a:pt x="28" y="40"/>
                                    <a:pt x="27" y="40"/>
                                  </a:cubicBezTo>
                                  <a:cubicBezTo>
                                    <a:pt x="27" y="39"/>
                                    <a:pt x="26" y="39"/>
                                    <a:pt x="26" y="38"/>
                                  </a:cubicBezTo>
                                  <a:cubicBezTo>
                                    <a:pt x="26" y="38"/>
                                    <a:pt x="26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4" y="36"/>
                                    <a:pt x="24" y="36"/>
                                    <a:pt x="24" y="35"/>
                                  </a:cubicBezTo>
                                  <a:cubicBezTo>
                                    <a:pt x="24" y="34"/>
                                    <a:pt x="24" y="34"/>
                                    <a:pt x="23" y="33"/>
                                  </a:cubicBezTo>
                                  <a:cubicBezTo>
                                    <a:pt x="22" y="33"/>
                                    <a:pt x="21" y="32"/>
                                    <a:pt x="20" y="31"/>
                                  </a:cubicBezTo>
                                  <a:cubicBezTo>
                                    <a:pt x="19" y="31"/>
                                    <a:pt x="19" y="31"/>
                                    <a:pt x="18" y="31"/>
                                  </a:cubicBezTo>
                                  <a:cubicBezTo>
                                    <a:pt x="18" y="30"/>
                                    <a:pt x="17" y="31"/>
                                    <a:pt x="17" y="30"/>
                                  </a:cubicBezTo>
                                  <a:cubicBezTo>
                                    <a:pt x="16" y="30"/>
                                    <a:pt x="16" y="29"/>
                                    <a:pt x="16" y="29"/>
                                  </a:cubicBezTo>
                                  <a:cubicBezTo>
                                    <a:pt x="15" y="28"/>
                                    <a:pt x="15" y="29"/>
                                    <a:pt x="14" y="28"/>
                                  </a:cubicBezTo>
                                  <a:cubicBezTo>
                                    <a:pt x="14" y="27"/>
                                    <a:pt x="14" y="27"/>
                                    <a:pt x="13" y="27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1" y="25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0" y="23"/>
                                  </a:cubicBezTo>
                                  <a:cubicBezTo>
                                    <a:pt x="10" y="23"/>
                                    <a:pt x="9" y="23"/>
                                    <a:pt x="9" y="22"/>
                                  </a:cubicBezTo>
                                  <a:cubicBezTo>
                                    <a:pt x="9" y="22"/>
                                    <a:pt x="10" y="22"/>
                                    <a:pt x="9" y="21"/>
                                  </a:cubicBezTo>
                                  <a:cubicBezTo>
                                    <a:pt x="9" y="21"/>
                                    <a:pt x="8" y="20"/>
                                    <a:pt x="7" y="20"/>
                                  </a:cubicBezTo>
                                  <a:cubicBezTo>
                                    <a:pt x="7" y="19"/>
                                    <a:pt x="8" y="19"/>
                                    <a:pt x="9" y="19"/>
                                  </a:cubicBezTo>
                                  <a:cubicBezTo>
                                    <a:pt x="10" y="20"/>
                                    <a:pt x="10" y="20"/>
                                    <a:pt x="11" y="19"/>
                                  </a:cubicBezTo>
                                  <a:cubicBezTo>
                                    <a:pt x="11" y="18"/>
                                    <a:pt x="10" y="17"/>
                                    <a:pt x="10" y="17"/>
                                  </a:cubicBezTo>
                                  <a:cubicBezTo>
                                    <a:pt x="11" y="16"/>
                                    <a:pt x="11" y="16"/>
                                    <a:pt x="12" y="15"/>
                                  </a:cubicBezTo>
                                  <a:cubicBezTo>
                                    <a:pt x="12" y="15"/>
                                    <a:pt x="13" y="15"/>
                                    <a:pt x="13" y="16"/>
                                  </a:cubicBezTo>
                                  <a:cubicBezTo>
                                    <a:pt x="13" y="16"/>
                                    <a:pt x="14" y="16"/>
                                    <a:pt x="14" y="16"/>
                                  </a:cubicBezTo>
                                  <a:cubicBezTo>
                                    <a:pt x="14" y="16"/>
                                    <a:pt x="14" y="17"/>
                                    <a:pt x="15" y="17"/>
                                  </a:cubicBezTo>
                                  <a:cubicBezTo>
                                    <a:pt x="15" y="18"/>
                                    <a:pt x="16" y="19"/>
                                    <a:pt x="16" y="20"/>
                                  </a:cubicBezTo>
                                  <a:cubicBezTo>
                                    <a:pt x="17" y="21"/>
                                    <a:pt x="17" y="21"/>
                                    <a:pt x="18" y="21"/>
                                  </a:cubicBezTo>
                                  <a:cubicBezTo>
                                    <a:pt x="18" y="22"/>
                                    <a:pt x="18" y="22"/>
                                    <a:pt x="18" y="23"/>
                                  </a:cubicBezTo>
                                  <a:cubicBezTo>
                                    <a:pt x="19" y="24"/>
                                    <a:pt x="19" y="25"/>
                                    <a:pt x="19" y="26"/>
                                  </a:cubicBezTo>
                                  <a:cubicBezTo>
                                    <a:pt x="20" y="26"/>
                                    <a:pt x="20" y="26"/>
                                    <a:pt x="21" y="26"/>
                                  </a:cubicBezTo>
                                  <a:cubicBezTo>
                                    <a:pt x="22" y="27"/>
                                    <a:pt x="22" y="27"/>
                                    <a:pt x="23" y="27"/>
                                  </a:cubicBezTo>
                                  <a:cubicBezTo>
                                    <a:pt x="23" y="27"/>
                                    <a:pt x="23" y="27"/>
                                    <a:pt x="24" y="27"/>
                                  </a:cubicBezTo>
                                  <a:cubicBezTo>
                                    <a:pt x="24" y="28"/>
                                    <a:pt x="25" y="28"/>
                                    <a:pt x="25" y="27"/>
                                  </a:cubicBezTo>
                                  <a:cubicBezTo>
                                    <a:pt x="26" y="27"/>
                                    <a:pt x="26" y="27"/>
                                    <a:pt x="27" y="27"/>
                                  </a:cubicBezTo>
                                  <a:cubicBezTo>
                                    <a:pt x="28" y="26"/>
                                    <a:pt x="28" y="26"/>
                                    <a:pt x="28" y="25"/>
                                  </a:cubicBezTo>
                                  <a:cubicBezTo>
                                    <a:pt x="29" y="25"/>
                                    <a:pt x="29" y="24"/>
                                    <a:pt x="29" y="25"/>
                                  </a:cubicBezTo>
                                  <a:cubicBezTo>
                                    <a:pt x="30" y="25"/>
                                    <a:pt x="31" y="25"/>
                                    <a:pt x="31" y="25"/>
                                  </a:cubicBezTo>
                                  <a:cubicBezTo>
                                    <a:pt x="32" y="26"/>
                                    <a:pt x="32" y="26"/>
                                    <a:pt x="33" y="26"/>
                                  </a:cubicBezTo>
                                  <a:cubicBezTo>
                                    <a:pt x="33" y="27"/>
                                    <a:pt x="34" y="27"/>
                                    <a:pt x="34" y="27"/>
                                  </a:cubicBezTo>
                                  <a:cubicBezTo>
                                    <a:pt x="35" y="28"/>
                                    <a:pt x="35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6" y="28"/>
                                  </a:cubicBezTo>
                                  <a:cubicBezTo>
                                    <a:pt x="37" y="28"/>
                                    <a:pt x="37" y="28"/>
                                    <a:pt x="37" y="27"/>
                                  </a:cubicBezTo>
                                  <a:cubicBezTo>
                                    <a:pt x="38" y="27"/>
                                    <a:pt x="38" y="27"/>
                                    <a:pt x="38" y="26"/>
                                  </a:cubicBezTo>
                                  <a:cubicBezTo>
                                    <a:pt x="38" y="24"/>
                                    <a:pt x="39" y="23"/>
                                    <a:pt x="40" y="23"/>
                                  </a:cubicBezTo>
                                  <a:cubicBezTo>
                                    <a:pt x="40" y="23"/>
                                    <a:pt x="41" y="23"/>
                                    <a:pt x="41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2" y="21"/>
                                    <a:pt x="42" y="21"/>
                                    <a:pt x="42" y="21"/>
                                  </a:cubicBezTo>
                                  <a:cubicBezTo>
                                    <a:pt x="42" y="20"/>
                                    <a:pt x="42" y="20"/>
                                    <a:pt x="42" y="20"/>
                                  </a:cubicBezTo>
                                  <a:cubicBezTo>
                                    <a:pt x="42" y="19"/>
                                    <a:pt x="42" y="19"/>
                                    <a:pt x="42" y="19"/>
                                  </a:cubicBezTo>
                                  <a:cubicBezTo>
                                    <a:pt x="42" y="18"/>
                                    <a:pt x="42" y="17"/>
                                    <a:pt x="42" y="16"/>
                                  </a:cubicBezTo>
                                  <a:cubicBezTo>
                                    <a:pt x="42" y="15"/>
                                    <a:pt x="42" y="15"/>
                                    <a:pt x="43" y="14"/>
                                  </a:cubicBezTo>
                                  <a:cubicBezTo>
                                    <a:pt x="43" y="13"/>
                                    <a:pt x="42" y="13"/>
                                    <a:pt x="43" y="12"/>
                                  </a:cubicBezTo>
                                  <a:cubicBezTo>
                                    <a:pt x="43" y="11"/>
                                    <a:pt x="43" y="10"/>
                                    <a:pt x="43" y="10"/>
                                  </a:cubicBezTo>
                                  <a:cubicBezTo>
                                    <a:pt x="43" y="9"/>
                                    <a:pt x="43" y="8"/>
                                    <a:pt x="44" y="7"/>
                                  </a:cubicBezTo>
                                  <a:cubicBezTo>
                                    <a:pt x="44" y="7"/>
                                    <a:pt x="45" y="7"/>
                                    <a:pt x="45" y="7"/>
                                  </a:cubicBezTo>
                                  <a:cubicBezTo>
                                    <a:pt x="46" y="6"/>
                                    <a:pt x="46" y="5"/>
                                    <a:pt x="46" y="5"/>
                                  </a:cubicBezTo>
                                  <a:cubicBezTo>
                                    <a:pt x="47" y="3"/>
                                    <a:pt x="48" y="3"/>
                                    <a:pt x="49" y="3"/>
                                  </a:cubicBezTo>
                                  <a:cubicBezTo>
                                    <a:pt x="50" y="3"/>
                                    <a:pt x="50" y="3"/>
                                    <a:pt x="51" y="3"/>
                                  </a:cubicBezTo>
                                  <a:cubicBezTo>
                                    <a:pt x="52" y="3"/>
                                    <a:pt x="52" y="3"/>
                                    <a:pt x="53" y="2"/>
                                  </a:cubicBezTo>
                                  <a:cubicBezTo>
                                    <a:pt x="53" y="2"/>
                                    <a:pt x="54" y="1"/>
                                    <a:pt x="54" y="0"/>
                                  </a:cubicBezTo>
                                  <a:cubicBezTo>
                                    <a:pt x="55" y="0"/>
                                    <a:pt x="55" y="0"/>
                                    <a:pt x="56" y="0"/>
                                  </a:cubicBezTo>
                                  <a:cubicBezTo>
                                    <a:pt x="56" y="0"/>
                                    <a:pt x="56" y="1"/>
                                    <a:pt x="57" y="2"/>
                                  </a:cubicBezTo>
                                  <a:cubicBezTo>
                                    <a:pt x="57" y="2"/>
                                    <a:pt x="57" y="2"/>
                                    <a:pt x="58" y="3"/>
                                  </a:cubicBezTo>
                                  <a:cubicBezTo>
                                    <a:pt x="58" y="3"/>
                                    <a:pt x="58" y="3"/>
                                    <a:pt x="59" y="4"/>
                                  </a:cubicBezTo>
                                  <a:cubicBezTo>
                                    <a:pt x="59" y="4"/>
                                    <a:pt x="59" y="4"/>
                                    <a:pt x="59" y="4"/>
                                  </a:cubicBezTo>
                                  <a:cubicBezTo>
                                    <a:pt x="59" y="4"/>
                                    <a:pt x="59" y="5"/>
                                    <a:pt x="59" y="5"/>
                                  </a:cubicBezTo>
                                  <a:cubicBezTo>
                                    <a:pt x="60" y="6"/>
                                    <a:pt x="61" y="6"/>
                                    <a:pt x="62" y="7"/>
                                  </a:cubicBezTo>
                                  <a:cubicBezTo>
                                    <a:pt x="63" y="7"/>
                                    <a:pt x="64" y="8"/>
                                    <a:pt x="65" y="9"/>
                                  </a:cubicBezTo>
                                  <a:cubicBezTo>
                                    <a:pt x="65" y="10"/>
                                    <a:pt x="66" y="11"/>
                                    <a:pt x="66" y="12"/>
                                  </a:cubicBezTo>
                                  <a:cubicBezTo>
                                    <a:pt x="66" y="13"/>
                                    <a:pt x="65" y="14"/>
                                    <a:pt x="64" y="15"/>
                                  </a:cubicBezTo>
                                  <a:cubicBezTo>
                                    <a:pt x="64" y="16"/>
                                    <a:pt x="61" y="19"/>
                                    <a:pt x="63" y="20"/>
                                  </a:cubicBezTo>
                                  <a:cubicBezTo>
                                    <a:pt x="62" y="21"/>
                                    <a:pt x="61" y="22"/>
                                    <a:pt x="60" y="22"/>
                                  </a:cubicBezTo>
                                  <a:cubicBezTo>
                                    <a:pt x="59" y="23"/>
                                    <a:pt x="61" y="23"/>
                                    <a:pt x="62" y="23"/>
                                  </a:cubicBezTo>
                                  <a:cubicBezTo>
                                    <a:pt x="63" y="24"/>
                                    <a:pt x="62" y="25"/>
                                    <a:pt x="61" y="26"/>
                                  </a:cubicBezTo>
                                  <a:cubicBezTo>
                                    <a:pt x="61" y="27"/>
                                    <a:pt x="60" y="29"/>
                                    <a:pt x="60" y="30"/>
                                  </a:cubicBezTo>
                                  <a:cubicBezTo>
                                    <a:pt x="60" y="31"/>
                                    <a:pt x="61" y="33"/>
                                    <a:pt x="61" y="34"/>
                                  </a:cubicBezTo>
                                  <a:cubicBezTo>
                                    <a:pt x="61" y="36"/>
                                    <a:pt x="62" y="36"/>
                                    <a:pt x="64" y="37"/>
                                  </a:cubicBezTo>
                                  <a:cubicBezTo>
                                    <a:pt x="65" y="37"/>
                                    <a:pt x="66" y="38"/>
                                    <a:pt x="66" y="39"/>
                                  </a:cubicBezTo>
                                  <a:cubicBezTo>
                                    <a:pt x="67" y="39"/>
                                    <a:pt x="67" y="40"/>
                                    <a:pt x="67" y="41"/>
                                  </a:cubicBezTo>
                                  <a:cubicBezTo>
                                    <a:pt x="68" y="42"/>
                                    <a:pt x="68" y="42"/>
                                    <a:pt x="69" y="43"/>
                                  </a:cubicBezTo>
                                  <a:cubicBezTo>
                                    <a:pt x="69" y="43"/>
                                    <a:pt x="70" y="44"/>
                                    <a:pt x="70" y="44"/>
                                  </a:cubicBezTo>
                                  <a:cubicBezTo>
                                    <a:pt x="70" y="45"/>
                                    <a:pt x="70" y="45"/>
                                    <a:pt x="70" y="46"/>
                                  </a:cubicBezTo>
                                  <a:cubicBezTo>
                                    <a:pt x="70" y="47"/>
                                    <a:pt x="70" y="47"/>
                                    <a:pt x="70" y="48"/>
                                  </a:cubicBezTo>
                                  <a:cubicBezTo>
                                    <a:pt x="70" y="49"/>
                                    <a:pt x="69" y="49"/>
                                    <a:pt x="69" y="50"/>
                                  </a:cubicBezTo>
                                  <a:cubicBezTo>
                                    <a:pt x="68" y="50"/>
                                    <a:pt x="67" y="52"/>
                                    <a:pt x="66" y="53"/>
                                  </a:cubicBezTo>
                                  <a:cubicBezTo>
                                    <a:pt x="66" y="54"/>
                                    <a:pt x="65" y="56"/>
                                    <a:pt x="64" y="57"/>
                                  </a:cubicBezTo>
                                  <a:cubicBezTo>
                                    <a:pt x="64" y="59"/>
                                    <a:pt x="64" y="60"/>
                                    <a:pt x="65" y="61"/>
                                  </a:cubicBezTo>
                                  <a:cubicBezTo>
                                    <a:pt x="66" y="62"/>
                                    <a:pt x="66" y="62"/>
                                    <a:pt x="66" y="63"/>
                                  </a:cubicBezTo>
                                  <a:cubicBezTo>
                                    <a:pt x="66" y="64"/>
                                    <a:pt x="67" y="64"/>
                                    <a:pt x="67" y="65"/>
                                  </a:cubicBezTo>
                                  <a:cubicBezTo>
                                    <a:pt x="67" y="66"/>
                                    <a:pt x="67" y="67"/>
                                    <a:pt x="68" y="68"/>
                                  </a:cubicBezTo>
                                  <a:cubicBezTo>
                                    <a:pt x="68" y="70"/>
                                    <a:pt x="69" y="70"/>
                                    <a:pt x="70" y="72"/>
                                  </a:cubicBezTo>
                                  <a:cubicBezTo>
                                    <a:pt x="70" y="72"/>
                                    <a:pt x="70" y="73"/>
                                    <a:pt x="70" y="74"/>
                                  </a:cubicBezTo>
                                  <a:cubicBezTo>
                                    <a:pt x="70" y="75"/>
                                    <a:pt x="71" y="75"/>
                                    <a:pt x="71" y="76"/>
                                  </a:cubicBezTo>
                                  <a:cubicBezTo>
                                    <a:pt x="71" y="77"/>
                                    <a:pt x="71" y="78"/>
                                    <a:pt x="71" y="78"/>
                                  </a:cubicBezTo>
                                  <a:cubicBezTo>
                                    <a:pt x="71" y="79"/>
                                    <a:pt x="71" y="79"/>
                                    <a:pt x="70" y="79"/>
                                  </a:cubicBezTo>
                                  <a:cubicBezTo>
                                    <a:pt x="70" y="79"/>
                                    <a:pt x="69" y="79"/>
                                    <a:pt x="69" y="79"/>
                                  </a:cubicBezTo>
                                  <a:cubicBezTo>
                                    <a:pt x="68" y="80"/>
                                    <a:pt x="69" y="80"/>
                                    <a:pt x="69" y="80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3"/>
                                    <a:pt x="69" y="84"/>
                                    <a:pt x="68" y="85"/>
                                  </a:cubicBezTo>
                                  <a:cubicBezTo>
                                    <a:pt x="68" y="85"/>
                                    <a:pt x="67" y="86"/>
                                    <a:pt x="68" y="86"/>
                                  </a:cubicBezTo>
                                  <a:cubicBezTo>
                                    <a:pt x="69" y="87"/>
                                    <a:pt x="69" y="86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8" y="88"/>
                                    <a:pt x="68" y="89"/>
                                  </a:cubicBezTo>
                                  <a:cubicBezTo>
                                    <a:pt x="68" y="89"/>
                                    <a:pt x="67" y="90"/>
                                    <a:pt x="68" y="90"/>
                                  </a:cubicBezTo>
                                  <a:cubicBezTo>
                                    <a:pt x="68" y="91"/>
                                    <a:pt x="68" y="92"/>
                                    <a:pt x="69" y="92"/>
                                  </a:cubicBezTo>
                                  <a:cubicBezTo>
                                    <a:pt x="69" y="93"/>
                                    <a:pt x="70" y="93"/>
                                    <a:pt x="71" y="93"/>
                                  </a:cubicBezTo>
                                  <a:cubicBezTo>
                                    <a:pt x="71" y="93"/>
                                    <a:pt x="71" y="94"/>
                                    <a:pt x="71" y="95"/>
                                  </a:cubicBezTo>
                                  <a:cubicBezTo>
                                    <a:pt x="71" y="95"/>
                                    <a:pt x="72" y="95"/>
                                    <a:pt x="72" y="95"/>
                                  </a:cubicBezTo>
                                  <a:cubicBezTo>
                                    <a:pt x="72" y="96"/>
                                    <a:pt x="71" y="96"/>
                                    <a:pt x="71" y="96"/>
                                  </a:cubicBezTo>
                                  <a:cubicBezTo>
                                    <a:pt x="70" y="97"/>
                                    <a:pt x="70" y="97"/>
                                    <a:pt x="70" y="98"/>
                                  </a:cubicBezTo>
                                  <a:cubicBezTo>
                                    <a:pt x="71" y="98"/>
                                    <a:pt x="71" y="98"/>
                                    <a:pt x="71" y="98"/>
                                  </a:cubicBezTo>
                                  <a:cubicBezTo>
                                    <a:pt x="71" y="99"/>
                                    <a:pt x="71" y="99"/>
                                    <a:pt x="71" y="100"/>
                                  </a:cubicBezTo>
                                  <a:cubicBezTo>
                                    <a:pt x="71" y="100"/>
                                    <a:pt x="72" y="100"/>
                                    <a:pt x="72" y="101"/>
                                  </a:cubicBezTo>
                                  <a:cubicBezTo>
                                    <a:pt x="73" y="101"/>
                                    <a:pt x="73" y="101"/>
                                    <a:pt x="73" y="101"/>
                                  </a:cubicBezTo>
                                  <a:cubicBezTo>
                                    <a:pt x="73" y="101"/>
                                    <a:pt x="73" y="102"/>
                                    <a:pt x="73" y="102"/>
                                  </a:cubicBezTo>
                                  <a:cubicBezTo>
                                    <a:pt x="73" y="102"/>
                                    <a:pt x="74" y="102"/>
                                    <a:pt x="74" y="102"/>
                                  </a:cubicBezTo>
                                  <a:cubicBezTo>
                                    <a:pt x="74" y="102"/>
                                    <a:pt x="74" y="102"/>
                                    <a:pt x="74" y="102"/>
                                  </a:cubicBezTo>
                                  <a:cubicBezTo>
                                    <a:pt x="74" y="103"/>
                                    <a:pt x="74" y="103"/>
                                    <a:pt x="74" y="104"/>
                                  </a:cubicBezTo>
                                  <a:cubicBezTo>
                                    <a:pt x="74" y="105"/>
                                    <a:pt x="74" y="105"/>
                                    <a:pt x="74" y="106"/>
                                  </a:cubicBezTo>
                                  <a:cubicBezTo>
                                    <a:pt x="73" y="106"/>
                                    <a:pt x="73" y="107"/>
                                    <a:pt x="72" y="108"/>
                                  </a:cubicBezTo>
                                  <a:cubicBezTo>
                                    <a:pt x="72" y="108"/>
                                    <a:pt x="72" y="108"/>
                                    <a:pt x="72" y="108"/>
                                  </a:cubicBezTo>
                                  <a:cubicBezTo>
                                    <a:pt x="72" y="109"/>
                                    <a:pt x="71" y="109"/>
                                    <a:pt x="71" y="109"/>
                                  </a:cubicBezTo>
                                  <a:cubicBezTo>
                                    <a:pt x="69" y="110"/>
                                    <a:pt x="72" y="111"/>
                                    <a:pt x="72" y="112"/>
                                  </a:cubicBezTo>
                                  <a:cubicBezTo>
                                    <a:pt x="73" y="113"/>
                                    <a:pt x="73" y="113"/>
                                    <a:pt x="74" y="114"/>
                                  </a:cubicBezTo>
                                  <a:cubicBezTo>
                                    <a:pt x="75" y="114"/>
                                    <a:pt x="76" y="114"/>
                                    <a:pt x="76" y="115"/>
                                  </a:cubicBezTo>
                                  <a:cubicBezTo>
                                    <a:pt x="77" y="115"/>
                                    <a:pt x="77" y="116"/>
                                    <a:pt x="77" y="116"/>
                                  </a:cubicBezTo>
                                  <a:cubicBezTo>
                                    <a:pt x="78" y="117"/>
                                    <a:pt x="78" y="117"/>
                                    <a:pt x="79" y="118"/>
                                  </a:cubicBezTo>
                                  <a:cubicBezTo>
                                    <a:pt x="79" y="118"/>
                                    <a:pt x="79" y="119"/>
                                    <a:pt x="79" y="119"/>
                                  </a:cubicBezTo>
                                  <a:cubicBezTo>
                                    <a:pt x="79" y="119"/>
                                    <a:pt x="79" y="120"/>
                                    <a:pt x="80" y="120"/>
                                  </a:cubicBezTo>
                                  <a:cubicBezTo>
                                    <a:pt x="80" y="120"/>
                                    <a:pt x="81" y="122"/>
                                    <a:pt x="81" y="122"/>
                                  </a:cubicBezTo>
                                  <a:cubicBezTo>
                                    <a:pt x="81" y="123"/>
                                    <a:pt x="80" y="123"/>
                                    <a:pt x="80" y="123"/>
                                  </a:cubicBezTo>
                                  <a:cubicBezTo>
                                    <a:pt x="80" y="124"/>
                                    <a:pt x="80" y="124"/>
                                    <a:pt x="80" y="125"/>
                                  </a:cubicBezTo>
                                  <a:cubicBezTo>
                                    <a:pt x="80" y="126"/>
                                    <a:pt x="79" y="126"/>
                                    <a:pt x="79" y="127"/>
                                  </a:cubicBezTo>
                                  <a:cubicBezTo>
                                    <a:pt x="79" y="128"/>
                                    <a:pt x="78" y="129"/>
                                    <a:pt x="77" y="129"/>
                                  </a:cubicBezTo>
                                  <a:cubicBezTo>
                                    <a:pt x="77" y="130"/>
                                    <a:pt x="77" y="131"/>
                                    <a:pt x="76" y="131"/>
                                  </a:cubicBezTo>
                                  <a:cubicBezTo>
                                    <a:pt x="76" y="132"/>
                                    <a:pt x="75" y="132"/>
                                    <a:pt x="75" y="133"/>
                                  </a:cubicBezTo>
                                  <a:cubicBezTo>
                                    <a:pt x="74" y="134"/>
                                    <a:pt x="74" y="134"/>
                                    <a:pt x="73" y="135"/>
                                  </a:cubicBezTo>
                                  <a:cubicBezTo>
                                    <a:pt x="72" y="137"/>
                                    <a:pt x="71" y="138"/>
                                    <a:pt x="70" y="140"/>
                                  </a:cubicBezTo>
                                  <a:cubicBezTo>
                                    <a:pt x="69" y="140"/>
                                    <a:pt x="69" y="141"/>
                                    <a:pt x="68" y="142"/>
                                  </a:cubicBezTo>
                                  <a:cubicBezTo>
                                    <a:pt x="68" y="142"/>
                                    <a:pt x="68" y="142"/>
                                    <a:pt x="67" y="143"/>
                                  </a:cubicBezTo>
                                  <a:cubicBezTo>
                                    <a:pt x="67" y="143"/>
                                    <a:pt x="67" y="143"/>
                                    <a:pt x="67" y="144"/>
                                  </a:cubicBezTo>
                                  <a:cubicBezTo>
                                    <a:pt x="67" y="144"/>
                                    <a:pt x="66" y="144"/>
                                    <a:pt x="66" y="144"/>
                                  </a:cubicBezTo>
                                  <a:cubicBezTo>
                                    <a:pt x="66" y="145"/>
                                    <a:pt x="65" y="145"/>
                                    <a:pt x="65" y="146"/>
                                  </a:cubicBezTo>
                                  <a:cubicBezTo>
                                    <a:pt x="65" y="146"/>
                                    <a:pt x="64" y="147"/>
                                    <a:pt x="63" y="148"/>
                                  </a:cubicBezTo>
                                  <a:cubicBezTo>
                                    <a:pt x="62" y="148"/>
                                    <a:pt x="62" y="149"/>
                                    <a:pt x="61" y="149"/>
                                  </a:cubicBezTo>
                                  <a:cubicBezTo>
                                    <a:pt x="61" y="150"/>
                                    <a:pt x="60" y="150"/>
                                    <a:pt x="60" y="151"/>
                                  </a:cubicBezTo>
                                  <a:cubicBezTo>
                                    <a:pt x="59" y="152"/>
                                    <a:pt x="58" y="152"/>
                                    <a:pt x="58" y="153"/>
                                  </a:cubicBezTo>
                                  <a:cubicBezTo>
                                    <a:pt x="57" y="154"/>
                                    <a:pt x="56" y="155"/>
                                    <a:pt x="56" y="156"/>
                                  </a:cubicBezTo>
                                  <a:cubicBezTo>
                                    <a:pt x="56" y="155"/>
                                    <a:pt x="56" y="155"/>
                                    <a:pt x="56" y="156"/>
                                  </a:cubicBezTo>
                                  <a:close/>
                                  <a:moveTo>
                                    <a:pt x="2" y="160"/>
                                  </a:moveTo>
                                  <a:cubicBezTo>
                                    <a:pt x="1" y="160"/>
                                    <a:pt x="1" y="160"/>
                                    <a:pt x="1" y="159"/>
                                  </a:cubicBezTo>
                                  <a:cubicBezTo>
                                    <a:pt x="1" y="160"/>
                                    <a:pt x="1" y="160"/>
                                    <a:pt x="0" y="160"/>
                                  </a:cubicBezTo>
                                  <a:cubicBezTo>
                                    <a:pt x="0" y="160"/>
                                    <a:pt x="0" y="160"/>
                                    <a:pt x="0" y="160"/>
                                  </a:cubicBezTo>
                                  <a:cubicBezTo>
                                    <a:pt x="0" y="161"/>
                                    <a:pt x="0" y="161"/>
                                    <a:pt x="0" y="161"/>
                                  </a:cubicBezTo>
                                  <a:cubicBezTo>
                                    <a:pt x="1" y="161"/>
                                    <a:pt x="1" y="161"/>
                                    <a:pt x="1" y="162"/>
                                  </a:cubicBezTo>
                                  <a:cubicBezTo>
                                    <a:pt x="1" y="162"/>
                                    <a:pt x="2" y="162"/>
                                    <a:pt x="2" y="162"/>
                                  </a:cubicBezTo>
                                  <a:cubicBezTo>
                                    <a:pt x="2" y="162"/>
                                    <a:pt x="2" y="162"/>
                                    <a:pt x="2" y="162"/>
                                  </a:cubicBezTo>
                                  <a:cubicBezTo>
                                    <a:pt x="3" y="162"/>
                                    <a:pt x="3" y="162"/>
                                    <a:pt x="3" y="162"/>
                                  </a:cubicBezTo>
                                  <a:cubicBezTo>
                                    <a:pt x="3" y="162"/>
                                    <a:pt x="3" y="162"/>
                                    <a:pt x="3" y="162"/>
                                  </a:cubicBezTo>
                                  <a:cubicBezTo>
                                    <a:pt x="3" y="161"/>
                                    <a:pt x="3" y="161"/>
                                    <a:pt x="3" y="161"/>
                                  </a:cubicBezTo>
                                  <a:cubicBezTo>
                                    <a:pt x="3" y="160"/>
                                    <a:pt x="3" y="160"/>
                                    <a:pt x="2" y="160"/>
                                  </a:cubicBezTo>
                                  <a:cubicBezTo>
                                    <a:pt x="2" y="160"/>
                                    <a:pt x="2" y="160"/>
                                    <a:pt x="2" y="160"/>
                                  </a:cubicBezTo>
                                  <a:close/>
                                  <a:moveTo>
                                    <a:pt x="3" y="159"/>
                                  </a:moveTo>
                                  <a:cubicBezTo>
                                    <a:pt x="3" y="160"/>
                                    <a:pt x="3" y="160"/>
                                    <a:pt x="3" y="160"/>
                                  </a:cubicBezTo>
                                  <a:cubicBezTo>
                                    <a:pt x="4" y="160"/>
                                    <a:pt x="4" y="161"/>
                                    <a:pt x="4" y="161"/>
                                  </a:cubicBezTo>
                                  <a:cubicBezTo>
                                    <a:pt x="5" y="160"/>
                                    <a:pt x="5" y="159"/>
                                    <a:pt x="5" y="159"/>
                                  </a:cubicBezTo>
                                  <a:cubicBezTo>
                                    <a:pt x="4" y="159"/>
                                    <a:pt x="4" y="158"/>
                                    <a:pt x="4" y="158"/>
                                  </a:cubicBezTo>
                                  <a:cubicBezTo>
                                    <a:pt x="3" y="158"/>
                                    <a:pt x="3" y="158"/>
                                    <a:pt x="3" y="158"/>
                                  </a:cubicBezTo>
                                  <a:cubicBezTo>
                                    <a:pt x="2" y="158"/>
                                    <a:pt x="3" y="158"/>
                                    <a:pt x="3" y="158"/>
                                  </a:cubicBezTo>
                                  <a:cubicBezTo>
                                    <a:pt x="2" y="157"/>
                                    <a:pt x="2" y="158"/>
                                    <a:pt x="2" y="158"/>
                                  </a:cubicBezTo>
                                  <a:cubicBezTo>
                                    <a:pt x="2" y="158"/>
                                    <a:pt x="2" y="158"/>
                                    <a:pt x="2" y="159"/>
                                  </a:cubicBezTo>
                                  <a:cubicBezTo>
                                    <a:pt x="3" y="159"/>
                                    <a:pt x="3" y="159"/>
                                    <a:pt x="3" y="159"/>
                                  </a:cubicBezTo>
                                  <a:close/>
                                  <a:moveTo>
                                    <a:pt x="19" y="162"/>
                                  </a:moveTo>
                                  <a:cubicBezTo>
                                    <a:pt x="19" y="162"/>
                                    <a:pt x="19" y="163"/>
                                    <a:pt x="19" y="163"/>
                                  </a:cubicBezTo>
                                  <a:cubicBezTo>
                                    <a:pt x="20" y="163"/>
                                    <a:pt x="20" y="163"/>
                                    <a:pt x="20" y="163"/>
                                  </a:cubicBezTo>
                                  <a:cubicBezTo>
                                    <a:pt x="20" y="163"/>
                                    <a:pt x="21" y="162"/>
                                    <a:pt x="21" y="163"/>
                                  </a:cubicBezTo>
                                  <a:cubicBezTo>
                                    <a:pt x="21" y="163"/>
                                    <a:pt x="21" y="163"/>
                                    <a:pt x="21" y="163"/>
                                  </a:cubicBezTo>
                                  <a:cubicBezTo>
                                    <a:pt x="22" y="163"/>
                                    <a:pt x="22" y="161"/>
                                    <a:pt x="22" y="161"/>
                                  </a:cubicBezTo>
                                  <a:cubicBezTo>
                                    <a:pt x="21" y="160"/>
                                    <a:pt x="20" y="161"/>
                                    <a:pt x="20" y="161"/>
                                  </a:cubicBezTo>
                                  <a:cubicBezTo>
                                    <a:pt x="20" y="161"/>
                                    <a:pt x="20" y="161"/>
                                    <a:pt x="20" y="161"/>
                                  </a:cubicBezTo>
                                  <a:cubicBezTo>
                                    <a:pt x="20" y="162"/>
                                    <a:pt x="20" y="162"/>
                                    <a:pt x="19" y="162"/>
                                  </a:cubicBezTo>
                                  <a:close/>
                                  <a:moveTo>
                                    <a:pt x="34" y="90"/>
                                  </a:moveTo>
                                  <a:cubicBezTo>
                                    <a:pt x="34" y="90"/>
                                    <a:pt x="34" y="90"/>
                                    <a:pt x="35" y="90"/>
                                  </a:cubicBezTo>
                                  <a:cubicBezTo>
                                    <a:pt x="35" y="90"/>
                                    <a:pt x="35" y="91"/>
                                    <a:pt x="35" y="91"/>
                                  </a:cubicBezTo>
                                  <a:cubicBezTo>
                                    <a:pt x="35" y="91"/>
                                    <a:pt x="35" y="90"/>
                                    <a:pt x="35" y="90"/>
                                  </a:cubicBezTo>
                                  <a:cubicBezTo>
                                    <a:pt x="36" y="90"/>
                                    <a:pt x="35" y="90"/>
                                    <a:pt x="35" y="89"/>
                                  </a:cubicBezTo>
                                  <a:cubicBezTo>
                                    <a:pt x="35" y="89"/>
                                    <a:pt x="35" y="89"/>
                                    <a:pt x="36" y="89"/>
                                  </a:cubicBezTo>
                                  <a:cubicBezTo>
                                    <a:pt x="36" y="89"/>
                                    <a:pt x="37" y="90"/>
                                    <a:pt x="37" y="89"/>
                                  </a:cubicBezTo>
                                  <a:cubicBezTo>
                                    <a:pt x="36" y="89"/>
                                    <a:pt x="36" y="89"/>
                                    <a:pt x="36" y="89"/>
                                  </a:cubicBezTo>
                                  <a:cubicBezTo>
                                    <a:pt x="36" y="89"/>
                                    <a:pt x="36" y="89"/>
                                    <a:pt x="35" y="89"/>
                                  </a:cubicBezTo>
                                  <a:cubicBezTo>
                                    <a:pt x="34" y="89"/>
                                    <a:pt x="34" y="89"/>
                                    <a:pt x="34" y="90"/>
                                  </a:cubicBezTo>
                                  <a:cubicBezTo>
                                    <a:pt x="34" y="90"/>
                                    <a:pt x="34" y="90"/>
                                    <a:pt x="34" y="90"/>
                                  </a:cubicBezTo>
                                  <a:close/>
                                  <a:moveTo>
                                    <a:pt x="11" y="117"/>
                                  </a:moveTo>
                                  <a:cubicBezTo>
                                    <a:pt x="10" y="117"/>
                                    <a:pt x="11" y="118"/>
                                    <a:pt x="12" y="118"/>
                                  </a:cubicBezTo>
                                  <a:cubicBezTo>
                                    <a:pt x="12" y="118"/>
                                    <a:pt x="13" y="117"/>
                                    <a:pt x="12" y="117"/>
                                  </a:cubicBezTo>
                                  <a:cubicBezTo>
                                    <a:pt x="12" y="116"/>
                                    <a:pt x="11" y="118"/>
                                    <a:pt x="11" y="117"/>
                                  </a:cubicBezTo>
                                  <a:cubicBezTo>
                                    <a:pt x="11" y="116"/>
                                    <a:pt x="11" y="116"/>
                                    <a:pt x="11" y="1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9" name="Freeform 812">
                              <a:extLst>
                                <a:ext uri="{FF2B5EF4-FFF2-40B4-BE49-F238E27FC236}">
                                  <a16:creationId xmlns:a16="http://schemas.microsoft.com/office/drawing/2014/main" id="{FCF502BA-A26D-F052-1DAD-CCDCBBF8719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246688" y="3208338"/>
                              <a:ext cx="403225" cy="396875"/>
                            </a:xfrm>
                            <a:custGeom>
                              <a:avLst/>
                              <a:gdLst>
                                <a:gd name="T0" fmla="*/ 85 w 97"/>
                                <a:gd name="T1" fmla="*/ 27 h 95"/>
                                <a:gd name="T2" fmla="*/ 83 w 97"/>
                                <a:gd name="T3" fmla="*/ 36 h 95"/>
                                <a:gd name="T4" fmla="*/ 79 w 97"/>
                                <a:gd name="T5" fmla="*/ 37 h 95"/>
                                <a:gd name="T6" fmla="*/ 78 w 97"/>
                                <a:gd name="T7" fmla="*/ 41 h 95"/>
                                <a:gd name="T8" fmla="*/ 73 w 97"/>
                                <a:gd name="T9" fmla="*/ 46 h 95"/>
                                <a:gd name="T10" fmla="*/ 74 w 97"/>
                                <a:gd name="T11" fmla="*/ 48 h 95"/>
                                <a:gd name="T12" fmla="*/ 78 w 97"/>
                                <a:gd name="T13" fmla="*/ 51 h 95"/>
                                <a:gd name="T14" fmla="*/ 80 w 97"/>
                                <a:gd name="T15" fmla="*/ 58 h 95"/>
                                <a:gd name="T16" fmla="*/ 77 w 97"/>
                                <a:gd name="T17" fmla="*/ 61 h 95"/>
                                <a:gd name="T18" fmla="*/ 79 w 97"/>
                                <a:gd name="T19" fmla="*/ 64 h 95"/>
                                <a:gd name="T20" fmla="*/ 79 w 97"/>
                                <a:gd name="T21" fmla="*/ 68 h 95"/>
                                <a:gd name="T22" fmla="*/ 84 w 97"/>
                                <a:gd name="T23" fmla="*/ 70 h 95"/>
                                <a:gd name="T24" fmla="*/ 79 w 97"/>
                                <a:gd name="T25" fmla="*/ 75 h 95"/>
                                <a:gd name="T26" fmla="*/ 76 w 97"/>
                                <a:gd name="T27" fmla="*/ 78 h 95"/>
                                <a:gd name="T28" fmla="*/ 71 w 97"/>
                                <a:gd name="T29" fmla="*/ 79 h 95"/>
                                <a:gd name="T30" fmla="*/ 66 w 97"/>
                                <a:gd name="T31" fmla="*/ 76 h 95"/>
                                <a:gd name="T32" fmla="*/ 63 w 97"/>
                                <a:gd name="T33" fmla="*/ 76 h 95"/>
                                <a:gd name="T34" fmla="*/ 55 w 97"/>
                                <a:gd name="T35" fmla="*/ 77 h 95"/>
                                <a:gd name="T36" fmla="*/ 53 w 97"/>
                                <a:gd name="T37" fmla="*/ 83 h 95"/>
                                <a:gd name="T38" fmla="*/ 50 w 97"/>
                                <a:gd name="T39" fmla="*/ 86 h 95"/>
                                <a:gd name="T40" fmla="*/ 42 w 97"/>
                                <a:gd name="T41" fmla="*/ 85 h 95"/>
                                <a:gd name="T42" fmla="*/ 35 w 97"/>
                                <a:gd name="T43" fmla="*/ 83 h 95"/>
                                <a:gd name="T44" fmla="*/ 27 w 97"/>
                                <a:gd name="T45" fmla="*/ 81 h 95"/>
                                <a:gd name="T46" fmla="*/ 21 w 97"/>
                                <a:gd name="T47" fmla="*/ 77 h 95"/>
                                <a:gd name="T48" fmla="*/ 21 w 97"/>
                                <a:gd name="T49" fmla="*/ 76 h 95"/>
                                <a:gd name="T50" fmla="*/ 24 w 97"/>
                                <a:gd name="T51" fmla="*/ 64 h 95"/>
                                <a:gd name="T52" fmla="*/ 28 w 97"/>
                                <a:gd name="T53" fmla="*/ 61 h 95"/>
                                <a:gd name="T54" fmla="*/ 24 w 97"/>
                                <a:gd name="T55" fmla="*/ 55 h 95"/>
                                <a:gd name="T56" fmla="*/ 25 w 97"/>
                                <a:gd name="T57" fmla="*/ 52 h 95"/>
                                <a:gd name="T58" fmla="*/ 24 w 97"/>
                                <a:gd name="T59" fmla="*/ 48 h 95"/>
                                <a:gd name="T60" fmla="*/ 20 w 97"/>
                                <a:gd name="T61" fmla="*/ 46 h 95"/>
                                <a:gd name="T62" fmla="*/ 17 w 97"/>
                                <a:gd name="T63" fmla="*/ 40 h 95"/>
                                <a:gd name="T64" fmla="*/ 16 w 97"/>
                                <a:gd name="T65" fmla="*/ 39 h 95"/>
                                <a:gd name="T66" fmla="*/ 14 w 97"/>
                                <a:gd name="T67" fmla="*/ 37 h 95"/>
                                <a:gd name="T68" fmla="*/ 9 w 97"/>
                                <a:gd name="T69" fmla="*/ 34 h 95"/>
                                <a:gd name="T70" fmla="*/ 4 w 97"/>
                                <a:gd name="T71" fmla="*/ 33 h 95"/>
                                <a:gd name="T72" fmla="*/ 3 w 97"/>
                                <a:gd name="T73" fmla="*/ 30 h 95"/>
                                <a:gd name="T74" fmla="*/ 3 w 97"/>
                                <a:gd name="T75" fmla="*/ 29 h 95"/>
                                <a:gd name="T76" fmla="*/ 0 w 97"/>
                                <a:gd name="T77" fmla="*/ 26 h 95"/>
                                <a:gd name="T78" fmla="*/ 5 w 97"/>
                                <a:gd name="T79" fmla="*/ 25 h 95"/>
                                <a:gd name="T80" fmla="*/ 11 w 97"/>
                                <a:gd name="T81" fmla="*/ 23 h 95"/>
                                <a:gd name="T82" fmla="*/ 16 w 97"/>
                                <a:gd name="T83" fmla="*/ 25 h 95"/>
                                <a:gd name="T84" fmla="*/ 20 w 97"/>
                                <a:gd name="T85" fmla="*/ 25 h 95"/>
                                <a:gd name="T86" fmla="*/ 22 w 97"/>
                                <a:gd name="T87" fmla="*/ 22 h 95"/>
                                <a:gd name="T88" fmla="*/ 20 w 97"/>
                                <a:gd name="T89" fmla="*/ 17 h 95"/>
                                <a:gd name="T90" fmla="*/ 22 w 97"/>
                                <a:gd name="T91" fmla="*/ 14 h 95"/>
                                <a:gd name="T92" fmla="*/ 25 w 97"/>
                                <a:gd name="T93" fmla="*/ 17 h 95"/>
                                <a:gd name="T94" fmla="*/ 34 w 97"/>
                                <a:gd name="T95" fmla="*/ 17 h 95"/>
                                <a:gd name="T96" fmla="*/ 33 w 97"/>
                                <a:gd name="T97" fmla="*/ 15 h 95"/>
                                <a:gd name="T98" fmla="*/ 44 w 97"/>
                                <a:gd name="T99" fmla="*/ 9 h 95"/>
                                <a:gd name="T100" fmla="*/ 43 w 97"/>
                                <a:gd name="T101" fmla="*/ 4 h 95"/>
                                <a:gd name="T102" fmla="*/ 50 w 97"/>
                                <a:gd name="T103" fmla="*/ 2 h 95"/>
                                <a:gd name="T104" fmla="*/ 56 w 97"/>
                                <a:gd name="T105" fmla="*/ 6 h 95"/>
                                <a:gd name="T106" fmla="*/ 60 w 97"/>
                                <a:gd name="T107" fmla="*/ 11 h 95"/>
                                <a:gd name="T108" fmla="*/ 65 w 97"/>
                                <a:gd name="T109" fmla="*/ 12 h 95"/>
                                <a:gd name="T110" fmla="*/ 68 w 97"/>
                                <a:gd name="T111" fmla="*/ 15 h 95"/>
                                <a:gd name="T112" fmla="*/ 74 w 97"/>
                                <a:gd name="T113" fmla="*/ 17 h 95"/>
                                <a:gd name="T114" fmla="*/ 83 w 97"/>
                                <a:gd name="T115" fmla="*/ 21 h 95"/>
                                <a:gd name="T116" fmla="*/ 97 w 97"/>
                                <a:gd name="T117" fmla="*/ 86 h 95"/>
                                <a:gd name="T118" fmla="*/ 95 w 97"/>
                                <a:gd name="T119" fmla="*/ 83 h 95"/>
                                <a:gd name="T120" fmla="*/ 90 w 97"/>
                                <a:gd name="T121" fmla="*/ 86 h 95"/>
                                <a:gd name="T122" fmla="*/ 91 w 97"/>
                                <a:gd name="T123" fmla="*/ 91 h 95"/>
                                <a:gd name="T124" fmla="*/ 94 w 97"/>
                                <a:gd name="T125" fmla="*/ 94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97" h="95">
                                  <a:moveTo>
                                    <a:pt x="88" y="22"/>
                                  </a:moveTo>
                                  <a:cubicBezTo>
                                    <a:pt x="87" y="22"/>
                                    <a:pt x="87" y="23"/>
                                    <a:pt x="87" y="23"/>
                                  </a:cubicBezTo>
                                  <a:cubicBezTo>
                                    <a:pt x="87" y="24"/>
                                    <a:pt x="86" y="24"/>
                                    <a:pt x="86" y="24"/>
                                  </a:cubicBezTo>
                                  <a:cubicBezTo>
                                    <a:pt x="86" y="25"/>
                                    <a:pt x="85" y="25"/>
                                    <a:pt x="85" y="25"/>
                                  </a:cubicBezTo>
                                  <a:cubicBezTo>
                                    <a:pt x="85" y="26"/>
                                    <a:pt x="85" y="26"/>
                                    <a:pt x="85" y="26"/>
                                  </a:cubicBezTo>
                                  <a:cubicBezTo>
                                    <a:pt x="85" y="27"/>
                                    <a:pt x="85" y="27"/>
                                    <a:pt x="85" y="27"/>
                                  </a:cubicBezTo>
                                  <a:cubicBezTo>
                                    <a:pt x="84" y="28"/>
                                    <a:pt x="84" y="28"/>
                                    <a:pt x="84" y="28"/>
                                  </a:cubicBezTo>
                                  <a:cubicBezTo>
                                    <a:pt x="84" y="29"/>
                                    <a:pt x="83" y="30"/>
                                    <a:pt x="83" y="31"/>
                                  </a:cubicBezTo>
                                  <a:cubicBezTo>
                                    <a:pt x="84" y="32"/>
                                    <a:pt x="83" y="33"/>
                                    <a:pt x="83" y="34"/>
                                  </a:cubicBezTo>
                                  <a:cubicBezTo>
                                    <a:pt x="83" y="34"/>
                                    <a:pt x="83" y="35"/>
                                    <a:pt x="83" y="35"/>
                                  </a:cubicBezTo>
                                  <a:cubicBezTo>
                                    <a:pt x="83" y="35"/>
                                    <a:pt x="84" y="36"/>
                                    <a:pt x="84" y="36"/>
                                  </a:cubicBezTo>
                                  <a:cubicBezTo>
                                    <a:pt x="83" y="36"/>
                                    <a:pt x="83" y="36"/>
                                    <a:pt x="83" y="36"/>
                                  </a:cubicBezTo>
                                  <a:cubicBezTo>
                                    <a:pt x="83" y="36"/>
                                    <a:pt x="83" y="37"/>
                                    <a:pt x="83" y="37"/>
                                  </a:cubicBezTo>
                                  <a:cubicBezTo>
                                    <a:pt x="82" y="37"/>
                                    <a:pt x="82" y="37"/>
                                    <a:pt x="82" y="37"/>
                                  </a:cubicBezTo>
                                  <a:cubicBezTo>
                                    <a:pt x="82" y="37"/>
                                    <a:pt x="82" y="37"/>
                                    <a:pt x="82" y="37"/>
                                  </a:cubicBezTo>
                                  <a:cubicBezTo>
                                    <a:pt x="81" y="37"/>
                                    <a:pt x="81" y="37"/>
                                    <a:pt x="81" y="37"/>
                                  </a:cubicBezTo>
                                  <a:cubicBezTo>
                                    <a:pt x="80" y="37"/>
                                    <a:pt x="80" y="37"/>
                                    <a:pt x="80" y="37"/>
                                  </a:cubicBezTo>
                                  <a:cubicBezTo>
                                    <a:pt x="79" y="37"/>
                                    <a:pt x="79" y="37"/>
                                    <a:pt x="79" y="37"/>
                                  </a:cubicBezTo>
                                  <a:cubicBezTo>
                                    <a:pt x="79" y="38"/>
                                    <a:pt x="78" y="38"/>
                                    <a:pt x="79" y="38"/>
                                  </a:cubicBezTo>
                                  <a:cubicBezTo>
                                    <a:pt x="79" y="38"/>
                                    <a:pt x="79" y="38"/>
                                    <a:pt x="79" y="38"/>
                                  </a:cubicBezTo>
                                  <a:cubicBezTo>
                                    <a:pt x="80" y="39"/>
                                    <a:pt x="79" y="39"/>
                                    <a:pt x="79" y="39"/>
                                  </a:cubicBezTo>
                                  <a:cubicBezTo>
                                    <a:pt x="79" y="39"/>
                                    <a:pt x="79" y="39"/>
                                    <a:pt x="79" y="39"/>
                                  </a:cubicBezTo>
                                  <a:cubicBezTo>
                                    <a:pt x="79" y="40"/>
                                    <a:pt x="78" y="40"/>
                                    <a:pt x="78" y="40"/>
                                  </a:cubicBezTo>
                                  <a:cubicBezTo>
                                    <a:pt x="78" y="40"/>
                                    <a:pt x="78" y="41"/>
                                    <a:pt x="78" y="41"/>
                                  </a:cubicBezTo>
                                  <a:cubicBezTo>
                                    <a:pt x="77" y="41"/>
                                    <a:pt x="77" y="41"/>
                                    <a:pt x="77" y="42"/>
                                  </a:cubicBezTo>
                                  <a:cubicBezTo>
                                    <a:pt x="77" y="42"/>
                                    <a:pt x="76" y="42"/>
                                    <a:pt x="75" y="42"/>
                                  </a:cubicBezTo>
                                  <a:cubicBezTo>
                                    <a:pt x="75" y="42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4"/>
                                    <a:pt x="76" y="44"/>
                                  </a:cubicBezTo>
                                  <a:cubicBezTo>
                                    <a:pt x="75" y="45"/>
                                    <a:pt x="74" y="45"/>
                                    <a:pt x="74" y="45"/>
                                  </a:cubicBezTo>
                                  <a:cubicBezTo>
                                    <a:pt x="74" y="46"/>
                                    <a:pt x="74" y="46"/>
                                    <a:pt x="73" y="46"/>
                                  </a:cubicBezTo>
                                  <a:cubicBezTo>
                                    <a:pt x="73" y="46"/>
                                    <a:pt x="73" y="47"/>
                                    <a:pt x="73" y="47"/>
                                  </a:cubicBezTo>
                                  <a:cubicBezTo>
                                    <a:pt x="73" y="48"/>
                                    <a:pt x="73" y="48"/>
                                    <a:pt x="74" y="48"/>
                                  </a:cubicBezTo>
                                  <a:cubicBezTo>
                                    <a:pt x="74" y="48"/>
                                    <a:pt x="74" y="48"/>
                                    <a:pt x="73" y="49"/>
                                  </a:cubicBezTo>
                                  <a:cubicBezTo>
                                    <a:pt x="73" y="49"/>
                                    <a:pt x="73" y="49"/>
                                    <a:pt x="72" y="50"/>
                                  </a:cubicBezTo>
                                  <a:cubicBezTo>
                                    <a:pt x="72" y="51"/>
                                    <a:pt x="75" y="50"/>
                                    <a:pt x="75" y="49"/>
                                  </a:cubicBezTo>
                                  <a:cubicBezTo>
                                    <a:pt x="75" y="49"/>
                                    <a:pt x="74" y="49"/>
                                    <a:pt x="74" y="48"/>
                                  </a:cubicBezTo>
                                  <a:cubicBezTo>
                                    <a:pt x="74" y="48"/>
                                    <a:pt x="74" y="48"/>
                                    <a:pt x="75" y="48"/>
                                  </a:cubicBezTo>
                                  <a:cubicBezTo>
                                    <a:pt x="75" y="48"/>
                                    <a:pt x="76" y="47"/>
                                    <a:pt x="76" y="47"/>
                                  </a:cubicBezTo>
                                  <a:cubicBezTo>
                                    <a:pt x="76" y="47"/>
                                    <a:pt x="77" y="47"/>
                                    <a:pt x="78" y="47"/>
                                  </a:cubicBezTo>
                                  <a:cubicBezTo>
                                    <a:pt x="78" y="48"/>
                                    <a:pt x="78" y="48"/>
                                    <a:pt x="78" y="49"/>
                                  </a:cubicBezTo>
                                  <a:cubicBezTo>
                                    <a:pt x="79" y="49"/>
                                    <a:pt x="78" y="50"/>
                                    <a:pt x="78" y="50"/>
                                  </a:cubicBezTo>
                                  <a:cubicBezTo>
                                    <a:pt x="78" y="51"/>
                                    <a:pt x="79" y="50"/>
                                    <a:pt x="78" y="51"/>
                                  </a:cubicBezTo>
                                  <a:cubicBezTo>
                                    <a:pt x="79" y="51"/>
                                    <a:pt x="80" y="51"/>
                                    <a:pt x="79" y="52"/>
                                  </a:cubicBezTo>
                                  <a:cubicBezTo>
                                    <a:pt x="79" y="53"/>
                                    <a:pt x="78" y="53"/>
                                    <a:pt x="78" y="54"/>
                                  </a:cubicBezTo>
                                  <a:cubicBezTo>
                                    <a:pt x="78" y="55"/>
                                    <a:pt x="79" y="54"/>
                                    <a:pt x="79" y="55"/>
                                  </a:cubicBezTo>
                                  <a:cubicBezTo>
                                    <a:pt x="79" y="55"/>
                                    <a:pt x="79" y="56"/>
                                    <a:pt x="79" y="56"/>
                                  </a:cubicBezTo>
                                  <a:cubicBezTo>
                                    <a:pt x="80" y="56"/>
                                    <a:pt x="80" y="57"/>
                                    <a:pt x="80" y="57"/>
                                  </a:cubicBezTo>
                                  <a:cubicBezTo>
                                    <a:pt x="80" y="57"/>
                                    <a:pt x="80" y="57"/>
                                    <a:pt x="80" y="58"/>
                                  </a:cubicBezTo>
                                  <a:cubicBezTo>
                                    <a:pt x="80" y="58"/>
                                    <a:pt x="80" y="58"/>
                                    <a:pt x="80" y="59"/>
                                  </a:cubicBezTo>
                                  <a:cubicBezTo>
                                    <a:pt x="80" y="59"/>
                                    <a:pt x="80" y="59"/>
                                    <a:pt x="80" y="59"/>
                                  </a:cubicBezTo>
                                  <a:cubicBezTo>
                                    <a:pt x="79" y="59"/>
                                    <a:pt x="79" y="59"/>
                                    <a:pt x="79" y="60"/>
                                  </a:cubicBezTo>
                                  <a:cubicBezTo>
                                    <a:pt x="78" y="60"/>
                                    <a:pt x="79" y="60"/>
                                    <a:pt x="78" y="60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7" y="60"/>
                                    <a:pt x="77" y="60"/>
                                    <a:pt x="77" y="61"/>
                                  </a:cubicBezTo>
                                  <a:cubicBezTo>
                                    <a:pt x="77" y="61"/>
                                    <a:pt x="77" y="61"/>
                                    <a:pt x="78" y="61"/>
                                  </a:cubicBezTo>
                                  <a:cubicBezTo>
                                    <a:pt x="78" y="61"/>
                                    <a:pt x="78" y="61"/>
                                    <a:pt x="78" y="62"/>
                                  </a:cubicBezTo>
                                  <a:cubicBezTo>
                                    <a:pt x="78" y="62"/>
                                    <a:pt x="78" y="62"/>
                                    <a:pt x="78" y="62"/>
                                  </a:cubicBezTo>
                                  <a:cubicBezTo>
                                    <a:pt x="79" y="62"/>
                                    <a:pt x="79" y="62"/>
                                    <a:pt x="79" y="63"/>
                                  </a:cubicBezTo>
                                  <a:cubicBezTo>
                                    <a:pt x="79" y="63"/>
                                    <a:pt x="80" y="64"/>
                                    <a:pt x="80" y="64"/>
                                  </a:cubicBezTo>
                                  <a:cubicBezTo>
                                    <a:pt x="80" y="64"/>
                                    <a:pt x="80" y="64"/>
                                    <a:pt x="79" y="64"/>
                                  </a:cubicBezTo>
                                  <a:cubicBezTo>
                                    <a:pt x="79" y="64"/>
                                    <a:pt x="79" y="65"/>
                                    <a:pt x="79" y="65"/>
                                  </a:cubicBezTo>
                                  <a:cubicBezTo>
                                    <a:pt x="79" y="65"/>
                                    <a:pt x="78" y="66"/>
                                    <a:pt x="78" y="66"/>
                                  </a:cubicBezTo>
                                  <a:cubicBezTo>
                                    <a:pt x="78" y="66"/>
                                    <a:pt x="79" y="66"/>
                                    <a:pt x="79" y="66"/>
                                  </a:cubicBezTo>
                                  <a:cubicBezTo>
                                    <a:pt x="79" y="66"/>
                                    <a:pt x="79" y="66"/>
                                    <a:pt x="79" y="67"/>
                                  </a:cubicBezTo>
                                  <a:cubicBezTo>
                                    <a:pt x="79" y="67"/>
                                    <a:pt x="79" y="67"/>
                                    <a:pt x="79" y="67"/>
                                  </a:cubicBezTo>
                                  <a:cubicBezTo>
                                    <a:pt x="79" y="68"/>
                                    <a:pt x="79" y="68"/>
                                    <a:pt x="79" y="68"/>
                                  </a:cubicBezTo>
                                  <a:cubicBezTo>
                                    <a:pt x="80" y="68"/>
                                    <a:pt x="80" y="68"/>
                                    <a:pt x="80" y="68"/>
                                  </a:cubicBezTo>
                                  <a:cubicBezTo>
                                    <a:pt x="81" y="68"/>
                                    <a:pt x="81" y="69"/>
                                    <a:pt x="82" y="69"/>
                                  </a:cubicBezTo>
                                  <a:cubicBezTo>
                                    <a:pt x="82" y="70"/>
                                    <a:pt x="83" y="69"/>
                                    <a:pt x="83" y="69"/>
                                  </a:cubicBezTo>
                                  <a:cubicBezTo>
                                    <a:pt x="83" y="69"/>
                                    <a:pt x="84" y="69"/>
                                    <a:pt x="84" y="69"/>
                                  </a:cubicBezTo>
                                  <a:cubicBezTo>
                                    <a:pt x="84" y="69"/>
                                    <a:pt x="84" y="69"/>
                                    <a:pt x="84" y="69"/>
                                  </a:cubicBezTo>
                                  <a:cubicBezTo>
                                    <a:pt x="84" y="70"/>
                                    <a:pt x="84" y="70"/>
                                    <a:pt x="84" y="70"/>
                                  </a:cubicBezTo>
                                  <a:cubicBezTo>
                                    <a:pt x="84" y="71"/>
                                    <a:pt x="83" y="71"/>
                                    <a:pt x="83" y="71"/>
                                  </a:cubicBezTo>
                                  <a:cubicBezTo>
                                    <a:pt x="83" y="72"/>
                                    <a:pt x="83" y="72"/>
                                    <a:pt x="83" y="72"/>
                                  </a:cubicBezTo>
                                  <a:cubicBezTo>
                                    <a:pt x="82" y="73"/>
                                    <a:pt x="82" y="73"/>
                                    <a:pt x="81" y="73"/>
                                  </a:cubicBezTo>
                                  <a:cubicBezTo>
                                    <a:pt x="81" y="73"/>
                                    <a:pt x="80" y="74"/>
                                    <a:pt x="80" y="74"/>
                                  </a:cubicBezTo>
                                  <a:cubicBezTo>
                                    <a:pt x="80" y="74"/>
                                    <a:pt x="80" y="75"/>
                                    <a:pt x="80" y="75"/>
                                  </a:cubicBezTo>
                                  <a:cubicBezTo>
                                    <a:pt x="80" y="75"/>
                                    <a:pt x="79" y="75"/>
                                    <a:pt x="79" y="75"/>
                                  </a:cubicBezTo>
                                  <a:cubicBezTo>
                                    <a:pt x="79" y="75"/>
                                    <a:pt x="79" y="76"/>
                                    <a:pt x="79" y="76"/>
                                  </a:cubicBezTo>
                                  <a:cubicBezTo>
                                    <a:pt x="78" y="76"/>
                                    <a:pt x="78" y="76"/>
                                    <a:pt x="78" y="76"/>
                                  </a:cubicBezTo>
                                  <a:cubicBezTo>
                                    <a:pt x="77" y="76"/>
                                    <a:pt x="77" y="76"/>
                                    <a:pt x="77" y="77"/>
                                  </a:cubicBezTo>
                                  <a:cubicBezTo>
                                    <a:pt x="77" y="77"/>
                                    <a:pt x="77" y="77"/>
                                    <a:pt x="77" y="77"/>
                                  </a:cubicBezTo>
                                  <a:cubicBezTo>
                                    <a:pt x="77" y="77"/>
                                    <a:pt x="77" y="77"/>
                                    <a:pt x="77" y="78"/>
                                  </a:cubicBezTo>
                                  <a:cubicBezTo>
                                    <a:pt x="77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5" y="78"/>
                                    <a:pt x="75" y="79"/>
                                  </a:cubicBezTo>
                                  <a:cubicBezTo>
                                    <a:pt x="75" y="79"/>
                                    <a:pt x="75" y="79"/>
                                    <a:pt x="74" y="79"/>
                                  </a:cubicBezTo>
                                  <a:cubicBezTo>
                                    <a:pt x="74" y="79"/>
                                    <a:pt x="74" y="78"/>
                                    <a:pt x="74" y="79"/>
                                  </a:cubicBezTo>
                                  <a:cubicBezTo>
                                    <a:pt x="74" y="79"/>
                                    <a:pt x="75" y="80"/>
                                    <a:pt x="74" y="80"/>
                                  </a:cubicBezTo>
                                  <a:cubicBezTo>
                                    <a:pt x="74" y="80"/>
                                    <a:pt x="73" y="79"/>
                                    <a:pt x="73" y="79"/>
                                  </a:cubicBezTo>
                                  <a:cubicBezTo>
                                    <a:pt x="72" y="79"/>
                                    <a:pt x="72" y="80"/>
                                    <a:pt x="71" y="79"/>
                                  </a:cubicBezTo>
                                  <a:cubicBezTo>
                                    <a:pt x="71" y="79"/>
                                    <a:pt x="71" y="79"/>
                                    <a:pt x="71" y="79"/>
                                  </a:cubicBezTo>
                                  <a:cubicBezTo>
                                    <a:pt x="71" y="78"/>
                                    <a:pt x="71" y="78"/>
                                    <a:pt x="70" y="78"/>
                                  </a:cubicBezTo>
                                  <a:cubicBezTo>
                                    <a:pt x="70" y="78"/>
                                    <a:pt x="69" y="78"/>
                                    <a:pt x="68" y="78"/>
                                  </a:cubicBezTo>
                                  <a:cubicBezTo>
                                    <a:pt x="68" y="77"/>
                                    <a:pt x="68" y="76"/>
                                    <a:pt x="68" y="76"/>
                                  </a:cubicBezTo>
                                  <a:cubicBezTo>
                                    <a:pt x="68" y="76"/>
                                    <a:pt x="67" y="77"/>
                                    <a:pt x="67" y="77"/>
                                  </a:cubicBezTo>
                                  <a:cubicBezTo>
                                    <a:pt x="67" y="77"/>
                                    <a:pt x="66" y="76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5"/>
                                  </a:cubicBezTo>
                                  <a:cubicBezTo>
                                    <a:pt x="67" y="75"/>
                                    <a:pt x="66" y="74"/>
                                    <a:pt x="66" y="75"/>
                                  </a:cubicBezTo>
                                  <a:cubicBezTo>
                                    <a:pt x="66" y="75"/>
                                    <a:pt x="66" y="75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5" y="76"/>
                                  </a:cubicBezTo>
                                  <a:cubicBezTo>
                                    <a:pt x="65" y="76"/>
                                    <a:pt x="65" y="77"/>
                                    <a:pt x="64" y="76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5"/>
                                    <a:pt x="63" y="75"/>
                                    <a:pt x="62" y="75"/>
                                  </a:cubicBezTo>
                                  <a:cubicBezTo>
                                    <a:pt x="62" y="75"/>
                                    <a:pt x="61" y="75"/>
                                    <a:pt x="60" y="75"/>
                                  </a:cubicBezTo>
                                  <a:cubicBezTo>
                                    <a:pt x="60" y="75"/>
                                    <a:pt x="60" y="75"/>
                                    <a:pt x="60" y="75"/>
                                  </a:cubicBezTo>
                                  <a:cubicBezTo>
                                    <a:pt x="59" y="74"/>
                                    <a:pt x="58" y="75"/>
                                    <a:pt x="57" y="76"/>
                                  </a:cubicBezTo>
                                  <a:cubicBezTo>
                                    <a:pt x="57" y="76"/>
                                    <a:pt x="57" y="76"/>
                                    <a:pt x="56" y="77"/>
                                  </a:cubicBezTo>
                                  <a:cubicBezTo>
                                    <a:pt x="56" y="77"/>
                                    <a:pt x="56" y="77"/>
                                    <a:pt x="55" y="77"/>
                                  </a:cubicBezTo>
                                  <a:cubicBezTo>
                                    <a:pt x="54" y="77"/>
                                    <a:pt x="54" y="78"/>
                                    <a:pt x="54" y="79"/>
                                  </a:cubicBezTo>
                                  <a:cubicBezTo>
                                    <a:pt x="53" y="79"/>
                                    <a:pt x="53" y="80"/>
                                    <a:pt x="53" y="80"/>
                                  </a:cubicBezTo>
                                  <a:cubicBezTo>
                                    <a:pt x="53" y="80"/>
                                    <a:pt x="53" y="81"/>
                                    <a:pt x="53" y="81"/>
                                  </a:cubicBezTo>
                                  <a:cubicBezTo>
                                    <a:pt x="53" y="81"/>
                                    <a:pt x="53" y="81"/>
                                    <a:pt x="53" y="81"/>
                                  </a:cubicBezTo>
                                  <a:cubicBezTo>
                                    <a:pt x="53" y="82"/>
                                    <a:pt x="53" y="81"/>
                                    <a:pt x="53" y="82"/>
                                  </a:cubicBezTo>
                                  <a:cubicBezTo>
                                    <a:pt x="53" y="82"/>
                                    <a:pt x="53" y="82"/>
                                    <a:pt x="53" y="83"/>
                                  </a:cubicBezTo>
                                  <a:cubicBezTo>
                                    <a:pt x="53" y="83"/>
                                    <a:pt x="53" y="83"/>
                                    <a:pt x="53" y="84"/>
                                  </a:cubicBezTo>
                                  <a:cubicBezTo>
                                    <a:pt x="53" y="84"/>
                                    <a:pt x="54" y="84"/>
                                    <a:pt x="54" y="85"/>
                                  </a:cubicBezTo>
                                  <a:cubicBezTo>
                                    <a:pt x="53" y="85"/>
                                    <a:pt x="53" y="85"/>
                                    <a:pt x="52" y="85"/>
                                  </a:cubicBezTo>
                                  <a:cubicBezTo>
                                    <a:pt x="52" y="85"/>
                                    <a:pt x="52" y="85"/>
                                    <a:pt x="51" y="85"/>
                                  </a:cubicBezTo>
                                  <a:cubicBezTo>
                                    <a:pt x="51" y="85"/>
                                    <a:pt x="51" y="85"/>
                                    <a:pt x="50" y="86"/>
                                  </a:cubicBezTo>
                                  <a:cubicBezTo>
                                    <a:pt x="50" y="86"/>
                                    <a:pt x="50" y="86"/>
                                    <a:pt x="50" y="86"/>
                                  </a:cubicBezTo>
                                  <a:cubicBezTo>
                                    <a:pt x="50" y="86"/>
                                    <a:pt x="49" y="86"/>
                                    <a:pt x="49" y="86"/>
                                  </a:cubicBezTo>
                                  <a:cubicBezTo>
                                    <a:pt x="48" y="85"/>
                                    <a:pt x="48" y="85"/>
                                    <a:pt x="47" y="85"/>
                                  </a:cubicBezTo>
                                  <a:cubicBezTo>
                                    <a:pt x="47" y="85"/>
                                    <a:pt x="46" y="86"/>
                                    <a:pt x="46" y="86"/>
                                  </a:cubicBezTo>
                                  <a:cubicBezTo>
                                    <a:pt x="45" y="86"/>
                                    <a:pt x="46" y="85"/>
                                    <a:pt x="45" y="85"/>
                                  </a:cubicBezTo>
                                  <a:cubicBezTo>
                                    <a:pt x="45" y="85"/>
                                    <a:pt x="44" y="85"/>
                                    <a:pt x="44" y="84"/>
                                  </a:cubicBezTo>
                                  <a:cubicBezTo>
                                    <a:pt x="44" y="85"/>
                                    <a:pt x="43" y="85"/>
                                    <a:pt x="42" y="85"/>
                                  </a:cubicBezTo>
                                  <a:cubicBezTo>
                                    <a:pt x="41" y="85"/>
                                    <a:pt x="42" y="84"/>
                                    <a:pt x="42" y="83"/>
                                  </a:cubicBezTo>
                                  <a:cubicBezTo>
                                    <a:pt x="42" y="83"/>
                                    <a:pt x="42" y="83"/>
                                    <a:pt x="42" y="83"/>
                                  </a:cubicBezTo>
                                  <a:cubicBezTo>
                                    <a:pt x="41" y="83"/>
                                    <a:pt x="40" y="82"/>
                                    <a:pt x="40" y="82"/>
                                  </a:cubicBezTo>
                                  <a:cubicBezTo>
                                    <a:pt x="39" y="82"/>
                                    <a:pt x="39" y="82"/>
                                    <a:pt x="38" y="82"/>
                                  </a:cubicBezTo>
                                  <a:cubicBezTo>
                                    <a:pt x="38" y="81"/>
                                    <a:pt x="37" y="81"/>
                                    <a:pt x="37" y="82"/>
                                  </a:cubicBezTo>
                                  <a:cubicBezTo>
                                    <a:pt x="36" y="83"/>
                                    <a:pt x="36" y="83"/>
                                    <a:pt x="35" y="83"/>
                                  </a:cubicBezTo>
                                  <a:cubicBezTo>
                                    <a:pt x="35" y="82"/>
                                    <a:pt x="34" y="83"/>
                                    <a:pt x="34" y="83"/>
                                  </a:cubicBezTo>
                                  <a:cubicBezTo>
                                    <a:pt x="34" y="83"/>
                                    <a:pt x="33" y="82"/>
                                    <a:pt x="33" y="82"/>
                                  </a:cubicBezTo>
                                  <a:cubicBezTo>
                                    <a:pt x="32" y="83"/>
                                    <a:pt x="32" y="83"/>
                                    <a:pt x="31" y="82"/>
                                  </a:cubicBezTo>
                                  <a:cubicBezTo>
                                    <a:pt x="31" y="82"/>
                                    <a:pt x="31" y="81"/>
                                    <a:pt x="30" y="81"/>
                                  </a:cubicBezTo>
                                  <a:cubicBezTo>
                                    <a:pt x="30" y="81"/>
                                    <a:pt x="30" y="82"/>
                                    <a:pt x="29" y="82"/>
                                  </a:cubicBezTo>
                                  <a:cubicBezTo>
                                    <a:pt x="28" y="82"/>
                                    <a:pt x="28" y="81"/>
                                    <a:pt x="27" y="81"/>
                                  </a:cubicBezTo>
                                  <a:cubicBezTo>
                                    <a:pt x="27" y="80"/>
                                    <a:pt x="26" y="80"/>
                                    <a:pt x="25" y="80"/>
                                  </a:cubicBezTo>
                                  <a:cubicBezTo>
                                    <a:pt x="24" y="80"/>
                                    <a:pt x="24" y="79"/>
                                    <a:pt x="23" y="79"/>
                                  </a:cubicBezTo>
                                  <a:cubicBezTo>
                                    <a:pt x="23" y="79"/>
                                    <a:pt x="23" y="80"/>
                                    <a:pt x="22" y="79"/>
                                  </a:cubicBezTo>
                                  <a:cubicBezTo>
                                    <a:pt x="22" y="79"/>
                                    <a:pt x="23" y="79"/>
                                    <a:pt x="23" y="78"/>
                                  </a:cubicBezTo>
                                  <a:cubicBezTo>
                                    <a:pt x="23" y="78"/>
                                    <a:pt x="23" y="77"/>
                                    <a:pt x="22" y="77"/>
                                  </a:cubicBezTo>
                                  <a:cubicBezTo>
                                    <a:pt x="22" y="77"/>
                                    <a:pt x="22" y="78"/>
                                    <a:pt x="21" y="77"/>
                                  </a:cubicBezTo>
                                  <a:cubicBezTo>
                                    <a:pt x="21" y="77"/>
                                    <a:pt x="20" y="77"/>
                                    <a:pt x="20" y="77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1" y="76"/>
                                    <a:pt x="21" y="76"/>
                                  </a:cubicBezTo>
                                  <a:cubicBezTo>
                                    <a:pt x="21" y="76"/>
                                    <a:pt x="21" y="76"/>
                                    <a:pt x="21" y="76"/>
                                  </a:cubicBezTo>
                                  <a:cubicBezTo>
                                    <a:pt x="22" y="75"/>
                                    <a:pt x="22" y="75"/>
                                    <a:pt x="22" y="74"/>
                                  </a:cubicBezTo>
                                  <a:cubicBezTo>
                                    <a:pt x="23" y="72"/>
                                    <a:pt x="23" y="71"/>
                                    <a:pt x="23" y="69"/>
                                  </a:cubicBezTo>
                                  <a:cubicBezTo>
                                    <a:pt x="24" y="68"/>
                                    <a:pt x="24" y="68"/>
                                    <a:pt x="24" y="67"/>
                                  </a:cubicBezTo>
                                  <a:cubicBezTo>
                                    <a:pt x="24" y="66"/>
                                    <a:pt x="24" y="65"/>
                                    <a:pt x="24" y="65"/>
                                  </a:cubicBezTo>
                                  <a:cubicBezTo>
                                    <a:pt x="25" y="64"/>
                                    <a:pt x="25" y="65"/>
                                    <a:pt x="25" y="64"/>
                                  </a:cubicBezTo>
                                  <a:cubicBezTo>
                                    <a:pt x="25" y="63"/>
                                    <a:pt x="24" y="63"/>
                                    <a:pt x="24" y="64"/>
                                  </a:cubicBezTo>
                                  <a:cubicBezTo>
                                    <a:pt x="24" y="64"/>
                                    <a:pt x="24" y="62"/>
                                    <a:pt x="24" y="62"/>
                                  </a:cubicBezTo>
                                  <a:cubicBezTo>
                                    <a:pt x="24" y="61"/>
                                    <a:pt x="24" y="60"/>
                                    <a:pt x="24" y="60"/>
                                  </a:cubicBezTo>
                                  <a:cubicBezTo>
                                    <a:pt x="24" y="59"/>
                                    <a:pt x="24" y="58"/>
                                    <a:pt x="24" y="57"/>
                                  </a:cubicBezTo>
                                  <a:cubicBezTo>
                                    <a:pt x="24" y="57"/>
                                    <a:pt x="24" y="56"/>
                                    <a:pt x="25" y="56"/>
                                  </a:cubicBezTo>
                                  <a:cubicBezTo>
                                    <a:pt x="26" y="56"/>
                                    <a:pt x="27" y="58"/>
                                    <a:pt x="27" y="59"/>
                                  </a:cubicBezTo>
                                  <a:cubicBezTo>
                                    <a:pt x="27" y="59"/>
                                    <a:pt x="28" y="60"/>
                                    <a:pt x="28" y="61"/>
                                  </a:cubicBezTo>
                                  <a:cubicBezTo>
                                    <a:pt x="28" y="61"/>
                                    <a:pt x="28" y="61"/>
                                    <a:pt x="29" y="61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1"/>
                                    <a:pt x="28" y="60"/>
                                  </a:cubicBezTo>
                                  <a:cubicBezTo>
                                    <a:pt x="28" y="60"/>
                                    <a:pt x="28" y="59"/>
                                    <a:pt x="28" y="58"/>
                                  </a:cubicBezTo>
                                  <a:cubicBezTo>
                                    <a:pt x="27" y="57"/>
                                    <a:pt x="27" y="57"/>
                                    <a:pt x="26" y="56"/>
                                  </a:cubicBezTo>
                                  <a:cubicBezTo>
                                    <a:pt x="26" y="55"/>
                                    <a:pt x="25" y="55"/>
                                    <a:pt x="24" y="55"/>
                                  </a:cubicBezTo>
                                  <a:cubicBezTo>
                                    <a:pt x="24" y="54"/>
                                    <a:pt x="24" y="53"/>
                                    <a:pt x="24" y="52"/>
                                  </a:cubicBezTo>
                                  <a:cubicBezTo>
                                    <a:pt x="24" y="52"/>
                                    <a:pt x="22" y="51"/>
                                    <a:pt x="23" y="51"/>
                                  </a:cubicBezTo>
                                  <a:cubicBezTo>
                                    <a:pt x="23" y="51"/>
                                    <a:pt x="24" y="52"/>
                                    <a:pt x="24" y="52"/>
                                  </a:cubicBezTo>
                                  <a:cubicBezTo>
                                    <a:pt x="24" y="53"/>
                                    <a:pt x="25" y="54"/>
                                    <a:pt x="26" y="54"/>
                                  </a:cubicBezTo>
                                  <a:cubicBezTo>
                                    <a:pt x="26" y="54"/>
                                    <a:pt x="25" y="54"/>
                                    <a:pt x="25" y="53"/>
                                  </a:cubicBezTo>
                                  <a:cubicBezTo>
                                    <a:pt x="25" y="53"/>
                                    <a:pt x="25" y="53"/>
                                    <a:pt x="25" y="52"/>
                                  </a:cubicBezTo>
                                  <a:cubicBezTo>
                                    <a:pt x="25" y="52"/>
                                    <a:pt x="25" y="52"/>
                                    <a:pt x="25" y="52"/>
                                  </a:cubicBezTo>
                                  <a:cubicBezTo>
                                    <a:pt x="25" y="52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4" y="50"/>
                                    <a:pt x="24" y="49"/>
                                  </a:cubicBezTo>
                                  <a:cubicBezTo>
                                    <a:pt x="24" y="49"/>
                                    <a:pt x="25" y="49"/>
                                    <a:pt x="25" y="49"/>
                                  </a:cubicBezTo>
                                  <a:cubicBezTo>
                                    <a:pt x="25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9"/>
                                    <a:pt x="24" y="49"/>
                                  </a:cubicBezTo>
                                  <a:cubicBezTo>
                                    <a:pt x="24" y="49"/>
                                    <a:pt x="24" y="48"/>
                                    <a:pt x="23" y="48"/>
                                  </a:cubicBezTo>
                                  <a:cubicBezTo>
                                    <a:pt x="23" y="48"/>
                                    <a:pt x="23" y="48"/>
                                    <a:pt x="22" y="48"/>
                                  </a:cubicBezTo>
                                  <a:cubicBezTo>
                                    <a:pt x="22" y="48"/>
                                    <a:pt x="22" y="48"/>
                                    <a:pt x="22" y="47"/>
                                  </a:cubicBezTo>
                                  <a:cubicBezTo>
                                    <a:pt x="22" y="47"/>
                                    <a:pt x="21" y="47"/>
                                    <a:pt x="21" y="47"/>
                                  </a:cubicBezTo>
                                  <a:cubicBezTo>
                                    <a:pt x="21" y="47"/>
                                    <a:pt x="20" y="47"/>
                                    <a:pt x="20" y="46"/>
                                  </a:cubicBezTo>
                                  <a:cubicBezTo>
                                    <a:pt x="20" y="46"/>
                                    <a:pt x="20" y="45"/>
                                    <a:pt x="20" y="45"/>
                                  </a:cubicBezTo>
                                  <a:cubicBezTo>
                                    <a:pt x="19" y="44"/>
                                    <a:pt x="18" y="44"/>
                                    <a:pt x="18" y="42"/>
                                  </a:cubicBezTo>
                                  <a:cubicBezTo>
                                    <a:pt x="18" y="42"/>
                                    <a:pt x="19" y="42"/>
                                    <a:pt x="19" y="41"/>
                                  </a:cubicBezTo>
                                  <a:cubicBezTo>
                                    <a:pt x="19" y="41"/>
                                    <a:pt x="19" y="41"/>
                                    <a:pt x="18" y="41"/>
                                  </a:cubicBezTo>
                                  <a:cubicBezTo>
                                    <a:pt x="18" y="40"/>
                                    <a:pt x="17" y="41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8" y="39"/>
                                    <a:pt x="17" y="39"/>
                                    <a:pt x="18" y="39"/>
                                  </a:cubicBezTo>
                                  <a:cubicBezTo>
                                    <a:pt x="18" y="39"/>
                                    <a:pt x="20" y="39"/>
                                    <a:pt x="19" y="39"/>
                                  </a:cubicBezTo>
                                  <a:cubicBezTo>
                                    <a:pt x="19" y="38"/>
                                    <a:pt x="18" y="38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6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9"/>
                                    <a:pt x="15" y="39"/>
                                    <a:pt x="15" y="39"/>
                                  </a:cubicBezTo>
                                  <a:cubicBezTo>
                                    <a:pt x="15" y="38"/>
                                    <a:pt x="15" y="39"/>
                                    <a:pt x="15" y="38"/>
                                  </a:cubicBezTo>
                                  <a:cubicBezTo>
                                    <a:pt x="15" y="38"/>
                                    <a:pt x="15" y="38"/>
                                    <a:pt x="15" y="38"/>
                                  </a:cubicBezTo>
                                  <a:cubicBezTo>
                                    <a:pt x="15" y="38"/>
                                    <a:pt x="16" y="38"/>
                                    <a:pt x="16" y="37"/>
                                  </a:cubicBezTo>
                                  <a:cubicBezTo>
                                    <a:pt x="15" y="37"/>
                                    <a:pt x="15" y="36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4" y="37"/>
                                  </a:cubicBezTo>
                                  <a:cubicBezTo>
                                    <a:pt x="14" y="37"/>
                                    <a:pt x="13" y="37"/>
                                    <a:pt x="13" y="37"/>
                                  </a:cubicBezTo>
                                  <a:cubicBezTo>
                                    <a:pt x="13" y="36"/>
                                    <a:pt x="12" y="36"/>
                                    <a:pt x="11" y="36"/>
                                  </a:cubicBezTo>
                                  <a:cubicBezTo>
                                    <a:pt x="11" y="37"/>
                                    <a:pt x="12" y="37"/>
                                    <a:pt x="11" y="37"/>
                                  </a:cubicBezTo>
                                  <a:cubicBezTo>
                                    <a:pt x="11" y="37"/>
                                    <a:pt x="11" y="36"/>
                                    <a:pt x="11" y="35"/>
                                  </a:cubicBezTo>
                                  <a:cubicBezTo>
                                    <a:pt x="10" y="35"/>
                                    <a:pt x="10" y="35"/>
                                    <a:pt x="9" y="35"/>
                                  </a:cubicBezTo>
                                  <a:cubicBezTo>
                                    <a:pt x="9" y="35"/>
                                    <a:pt x="9" y="34"/>
                                    <a:pt x="9" y="34"/>
                                  </a:cubicBezTo>
                                  <a:cubicBezTo>
                                    <a:pt x="9" y="34"/>
                                    <a:pt x="9" y="34"/>
                                    <a:pt x="8" y="34"/>
                                  </a:cubicBezTo>
                                  <a:cubicBezTo>
                                    <a:pt x="8" y="34"/>
                                    <a:pt x="7" y="34"/>
                                    <a:pt x="7" y="34"/>
                                  </a:cubicBezTo>
                                  <a:cubicBezTo>
                                    <a:pt x="6" y="34"/>
                                    <a:pt x="6" y="34"/>
                                    <a:pt x="6" y="33"/>
                                  </a:cubicBezTo>
                                  <a:cubicBezTo>
                                    <a:pt x="6" y="33"/>
                                    <a:pt x="6" y="33"/>
                                    <a:pt x="6" y="33"/>
                                  </a:cubicBezTo>
                                  <a:cubicBezTo>
                                    <a:pt x="5" y="33"/>
                                    <a:pt x="5" y="33"/>
                                    <a:pt x="5" y="33"/>
                                  </a:cubicBezTo>
                                  <a:cubicBezTo>
                                    <a:pt x="5" y="33"/>
                                    <a:pt x="5" y="33"/>
                                    <a:pt x="4" y="33"/>
                                  </a:cubicBezTo>
                                  <a:cubicBezTo>
                                    <a:pt x="4" y="33"/>
                                    <a:pt x="4" y="34"/>
                                    <a:pt x="4" y="34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3" y="34"/>
                                    <a:pt x="3" y="34"/>
                                    <a:pt x="3" y="33"/>
                                  </a:cubicBezTo>
                                  <a:cubicBezTo>
                                    <a:pt x="3" y="33"/>
                                    <a:pt x="2" y="32"/>
                                    <a:pt x="2" y="32"/>
                                  </a:cubicBezTo>
                                  <a:cubicBezTo>
                                    <a:pt x="1" y="31"/>
                                    <a:pt x="0" y="31"/>
                                    <a:pt x="1" y="31"/>
                                  </a:cubicBezTo>
                                  <a:cubicBezTo>
                                    <a:pt x="1" y="31"/>
                                    <a:pt x="5" y="31"/>
                                    <a:pt x="3" y="30"/>
                                  </a:cubicBezTo>
                                  <a:cubicBezTo>
                                    <a:pt x="3" y="30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2" y="30"/>
                                    <a:pt x="2" y="30"/>
                                  </a:cubicBezTo>
                                  <a:cubicBezTo>
                                    <a:pt x="1" y="30"/>
                                    <a:pt x="2" y="30"/>
                                    <a:pt x="1" y="29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1" y="28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3" y="29"/>
                                    <a:pt x="3" y="29"/>
                                  </a:cubicBezTo>
                                  <a:cubicBezTo>
                                    <a:pt x="3" y="28"/>
                                    <a:pt x="3" y="29"/>
                                    <a:pt x="2" y="28"/>
                                  </a:cubicBezTo>
                                  <a:cubicBezTo>
                                    <a:pt x="2" y="28"/>
                                    <a:pt x="3" y="27"/>
                                    <a:pt x="3" y="27"/>
                                  </a:cubicBezTo>
                                  <a:cubicBezTo>
                                    <a:pt x="3" y="27"/>
                                    <a:pt x="2" y="28"/>
                                    <a:pt x="2" y="28"/>
                                  </a:cubicBezTo>
                                  <a:cubicBezTo>
                                    <a:pt x="2" y="28"/>
                                    <a:pt x="1" y="28"/>
                                    <a:pt x="1" y="28"/>
                                  </a:cubicBezTo>
                                  <a:cubicBezTo>
                                    <a:pt x="0" y="28"/>
                                    <a:pt x="0" y="28"/>
                                    <a:pt x="0" y="27"/>
                                  </a:cubicBezTo>
                                  <a:cubicBezTo>
                                    <a:pt x="0" y="27"/>
                                    <a:pt x="0" y="26"/>
                                    <a:pt x="0" y="26"/>
                                  </a:cubicBezTo>
                                  <a:cubicBezTo>
                                    <a:pt x="1" y="26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2" y="26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5" y="25"/>
                                    <a:pt x="5" y="24"/>
                                    <a:pt x="5" y="24"/>
                                  </a:cubicBezTo>
                                  <a:cubicBezTo>
                                    <a:pt x="6" y="25"/>
                                    <a:pt x="6" y="24"/>
                                    <a:pt x="7" y="24"/>
                                  </a:cubicBezTo>
                                  <a:cubicBezTo>
                                    <a:pt x="7" y="24"/>
                                    <a:pt x="8" y="25"/>
                                    <a:pt x="8" y="25"/>
                                  </a:cubicBezTo>
                                  <a:cubicBezTo>
                                    <a:pt x="8" y="24"/>
                                    <a:pt x="8" y="23"/>
                                    <a:pt x="9" y="23"/>
                                  </a:cubicBezTo>
                                  <a:cubicBezTo>
                                    <a:pt x="9" y="23"/>
                                    <a:pt x="9" y="23"/>
                                    <a:pt x="9" y="23"/>
                                  </a:cubicBezTo>
                                  <a:cubicBezTo>
                                    <a:pt x="10" y="24"/>
                                    <a:pt x="10" y="23"/>
                                    <a:pt x="11" y="23"/>
                                  </a:cubicBezTo>
                                  <a:cubicBezTo>
                                    <a:pt x="11" y="23"/>
                                    <a:pt x="11" y="23"/>
                                    <a:pt x="11" y="23"/>
                                  </a:cubicBezTo>
                                  <a:cubicBezTo>
                                    <a:pt x="11" y="23"/>
                                    <a:pt x="11" y="23"/>
                                    <a:pt x="12" y="23"/>
                                  </a:cubicBezTo>
                                  <a:cubicBezTo>
                                    <a:pt x="12" y="23"/>
                                    <a:pt x="12" y="24"/>
                                    <a:pt x="13" y="24"/>
                                  </a:cubicBezTo>
                                  <a:cubicBezTo>
                                    <a:pt x="13" y="25"/>
                                    <a:pt x="13" y="26"/>
                                    <a:pt x="14" y="26"/>
                                  </a:cubicBezTo>
                                  <a:cubicBezTo>
                                    <a:pt x="14" y="27"/>
                                    <a:pt x="14" y="27"/>
                                    <a:pt x="15" y="26"/>
                                  </a:cubicBezTo>
                                  <a:cubicBezTo>
                                    <a:pt x="15" y="26"/>
                                    <a:pt x="16" y="25"/>
                                    <a:pt x="16" y="25"/>
                                  </a:cubicBezTo>
                                  <a:cubicBezTo>
                                    <a:pt x="17" y="25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6"/>
                                    <a:pt x="17" y="26"/>
                                  </a:cubicBezTo>
                                  <a:cubicBezTo>
                                    <a:pt x="18" y="26"/>
                                    <a:pt x="18" y="25"/>
                                    <a:pt x="18" y="25"/>
                                  </a:cubicBezTo>
                                  <a:cubicBezTo>
                                    <a:pt x="18" y="25"/>
                                    <a:pt x="18" y="25"/>
                                    <a:pt x="19" y="25"/>
                                  </a:cubicBezTo>
                                  <a:cubicBezTo>
                                    <a:pt x="19" y="25"/>
                                    <a:pt x="19" y="24"/>
                                    <a:pt x="19" y="24"/>
                                  </a:cubicBezTo>
                                  <a:cubicBezTo>
                                    <a:pt x="20" y="24"/>
                                    <a:pt x="20" y="25"/>
                                    <a:pt x="20" y="25"/>
                                  </a:cubicBezTo>
                                  <a:cubicBezTo>
                                    <a:pt x="21" y="26"/>
                                    <a:pt x="21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3" y="25"/>
                                  </a:cubicBezTo>
                                  <a:cubicBezTo>
                                    <a:pt x="23" y="25"/>
                                    <a:pt x="23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3"/>
                                  </a:cubicBezTo>
                                  <a:cubicBezTo>
                                    <a:pt x="22" y="23"/>
                                    <a:pt x="22" y="22"/>
                                    <a:pt x="22" y="22"/>
                                  </a:cubicBezTo>
                                  <a:cubicBezTo>
                                    <a:pt x="22" y="21"/>
                                    <a:pt x="21" y="21"/>
                                    <a:pt x="22" y="20"/>
                                  </a:cubicBezTo>
                                  <a:cubicBezTo>
                                    <a:pt x="22" y="20"/>
                                    <a:pt x="21" y="20"/>
                                    <a:pt x="22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1" y="19"/>
                                    <a:pt x="21" y="18"/>
                                    <a:pt x="21" y="18"/>
                                  </a:cubicBezTo>
                                  <a:cubicBezTo>
                                    <a:pt x="21" y="18"/>
                                    <a:pt x="20" y="18"/>
                                    <a:pt x="20" y="17"/>
                                  </a:cubicBezTo>
                                  <a:cubicBezTo>
                                    <a:pt x="20" y="17"/>
                                    <a:pt x="20" y="17"/>
                                    <a:pt x="20" y="17"/>
                                  </a:cubicBezTo>
                                  <a:cubicBezTo>
                                    <a:pt x="20" y="17"/>
                                    <a:pt x="20" y="17"/>
                                    <a:pt x="20" y="16"/>
                                  </a:cubicBezTo>
                                  <a:cubicBezTo>
                                    <a:pt x="20" y="16"/>
                                    <a:pt x="20" y="16"/>
                                    <a:pt x="20" y="15"/>
                                  </a:cubicBezTo>
                                  <a:cubicBezTo>
                                    <a:pt x="20" y="15"/>
                                    <a:pt x="19" y="15"/>
                                    <a:pt x="19" y="14"/>
                                  </a:cubicBezTo>
                                  <a:cubicBezTo>
                                    <a:pt x="19" y="14"/>
                                    <a:pt x="20" y="14"/>
                                    <a:pt x="21" y="14"/>
                                  </a:cubicBezTo>
                                  <a:cubicBezTo>
                                    <a:pt x="21" y="14"/>
                                    <a:pt x="21" y="15"/>
                                    <a:pt x="21" y="15"/>
                                  </a:cubicBezTo>
                                  <a:cubicBezTo>
                                    <a:pt x="22" y="15"/>
                                    <a:pt x="22" y="15"/>
                                    <a:pt x="22" y="14"/>
                                  </a:cubicBezTo>
                                  <a:cubicBezTo>
                                    <a:pt x="23" y="14"/>
                                    <a:pt x="23" y="14"/>
                                    <a:pt x="24" y="14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5" y="18"/>
                                    <a:pt x="25" y="18"/>
                                  </a:cubicBezTo>
                                  <a:cubicBezTo>
                                    <a:pt x="25" y="18"/>
                                    <a:pt x="25" y="18"/>
                                    <a:pt x="25" y="18"/>
                                  </a:cubicBezTo>
                                  <a:cubicBezTo>
                                    <a:pt x="25" y="18"/>
                                    <a:pt x="25" y="17"/>
                                    <a:pt x="25" y="17"/>
                                  </a:cubicBezTo>
                                  <a:cubicBezTo>
                                    <a:pt x="26" y="17"/>
                                    <a:pt x="26" y="18"/>
                                    <a:pt x="27" y="18"/>
                                  </a:cubicBezTo>
                                  <a:cubicBezTo>
                                    <a:pt x="27" y="18"/>
                                    <a:pt x="28" y="18"/>
                                    <a:pt x="28" y="18"/>
                                  </a:cubicBezTo>
                                  <a:cubicBezTo>
                                    <a:pt x="29" y="18"/>
                                    <a:pt x="29" y="18"/>
                                    <a:pt x="30" y="18"/>
                                  </a:cubicBezTo>
                                  <a:cubicBezTo>
                                    <a:pt x="30" y="18"/>
                                    <a:pt x="30" y="19"/>
                                    <a:pt x="31" y="19"/>
                                  </a:cubicBezTo>
                                  <a:cubicBezTo>
                                    <a:pt x="31" y="19"/>
                                    <a:pt x="32" y="18"/>
                                    <a:pt x="33" y="18"/>
                                  </a:cubicBezTo>
                                  <a:cubicBezTo>
                                    <a:pt x="33" y="18"/>
                                    <a:pt x="34" y="17"/>
                                    <a:pt x="34" y="17"/>
                                  </a:cubicBezTo>
                                  <a:cubicBezTo>
                                    <a:pt x="35" y="17"/>
                                    <a:pt x="36" y="17"/>
                                    <a:pt x="36" y="16"/>
                                  </a:cubicBezTo>
                                  <a:cubicBezTo>
                                    <a:pt x="36" y="16"/>
                                    <a:pt x="35" y="17"/>
                                    <a:pt x="35" y="17"/>
                                  </a:cubicBezTo>
                                  <a:cubicBezTo>
                                    <a:pt x="35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3" y="17"/>
                                    <a:pt x="33" y="16"/>
                                  </a:cubicBezTo>
                                  <a:cubicBezTo>
                                    <a:pt x="33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3" y="15"/>
                                    <a:pt x="33" y="15"/>
                                  </a:cubicBezTo>
                                  <a:cubicBezTo>
                                    <a:pt x="33" y="15"/>
                                    <a:pt x="33" y="15"/>
                                    <a:pt x="34" y="14"/>
                                  </a:cubicBezTo>
                                  <a:cubicBezTo>
                                    <a:pt x="35" y="13"/>
                                    <a:pt x="37" y="13"/>
                                    <a:pt x="38" y="12"/>
                                  </a:cubicBezTo>
                                  <a:cubicBezTo>
                                    <a:pt x="39" y="12"/>
                                    <a:pt x="40" y="12"/>
                                    <a:pt x="41" y="11"/>
                                  </a:cubicBezTo>
                                  <a:cubicBezTo>
                                    <a:pt x="42" y="10"/>
                                    <a:pt x="42" y="10"/>
                                    <a:pt x="42" y="9"/>
                                  </a:cubicBezTo>
                                  <a:cubicBezTo>
                                    <a:pt x="43" y="8"/>
                                    <a:pt x="43" y="9"/>
                                    <a:pt x="44" y="9"/>
                                  </a:cubicBez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ubicBezTo>
                                    <a:pt x="43" y="9"/>
                                    <a:pt x="43" y="8"/>
                                    <a:pt x="43" y="8"/>
                                  </a:cubicBezTo>
                                  <a:cubicBezTo>
                                    <a:pt x="43" y="8"/>
                                    <a:pt x="43" y="8"/>
                                    <a:pt x="43" y="7"/>
                                  </a:cubicBezTo>
                                  <a:cubicBezTo>
                                    <a:pt x="43" y="7"/>
                                    <a:pt x="43" y="8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3" y="6"/>
                                    <a:pt x="43" y="5"/>
                                    <a:pt x="43" y="4"/>
                                  </a:cubicBezTo>
                                  <a:cubicBezTo>
                                    <a:pt x="43" y="4"/>
                                    <a:pt x="43" y="3"/>
                                    <a:pt x="43" y="3"/>
                                  </a:cubicBezTo>
                                  <a:cubicBezTo>
                                    <a:pt x="43" y="2"/>
                                    <a:pt x="43" y="2"/>
                                    <a:pt x="44" y="2"/>
                                  </a:cubicBezTo>
                                  <a:cubicBezTo>
                                    <a:pt x="44" y="1"/>
                                    <a:pt x="45" y="1"/>
                                    <a:pt x="45" y="1"/>
                                  </a:cubicBezTo>
                                  <a:cubicBezTo>
                                    <a:pt x="47" y="0"/>
                                    <a:pt x="48" y="0"/>
                                    <a:pt x="49" y="0"/>
                                  </a:cubicBezTo>
                                  <a:cubicBezTo>
                                    <a:pt x="49" y="0"/>
                                    <a:pt x="49" y="0"/>
                                    <a:pt x="50" y="1"/>
                                  </a:cubicBezTo>
                                  <a:cubicBezTo>
                                    <a:pt x="50" y="1"/>
                                    <a:pt x="50" y="1"/>
                                    <a:pt x="50" y="2"/>
                                  </a:cubicBezTo>
                                  <a:cubicBezTo>
                                    <a:pt x="50" y="3"/>
                                    <a:pt x="50" y="2"/>
                                    <a:pt x="51" y="3"/>
                                  </a:cubicBezTo>
                                  <a:cubicBezTo>
                                    <a:pt x="51" y="3"/>
                                    <a:pt x="51" y="4"/>
                                    <a:pt x="51" y="4"/>
                                  </a:cubicBezTo>
                                  <a:cubicBezTo>
                                    <a:pt x="52" y="4"/>
                                    <a:pt x="52" y="4"/>
                                    <a:pt x="52" y="3"/>
                                  </a:cubicBezTo>
                                  <a:cubicBezTo>
                                    <a:pt x="53" y="3"/>
                                    <a:pt x="53" y="3"/>
                                    <a:pt x="54" y="4"/>
                                  </a:cubicBezTo>
                                  <a:cubicBezTo>
                                    <a:pt x="54" y="4"/>
                                    <a:pt x="54" y="5"/>
                                    <a:pt x="54" y="6"/>
                                  </a:cubicBezTo>
                                  <a:cubicBezTo>
                                    <a:pt x="55" y="6"/>
                                    <a:pt x="56" y="6"/>
                                    <a:pt x="56" y="6"/>
                                  </a:cubicBezTo>
                                  <a:cubicBezTo>
                                    <a:pt x="57" y="6"/>
                                    <a:pt x="57" y="8"/>
                                    <a:pt x="57" y="8"/>
                                  </a:cubicBezTo>
                                  <a:cubicBezTo>
                                    <a:pt x="58" y="8"/>
                                    <a:pt x="59" y="8"/>
                                    <a:pt x="59" y="8"/>
                                  </a:cubicBezTo>
                                  <a:cubicBezTo>
                                    <a:pt x="60" y="8"/>
                                    <a:pt x="60" y="8"/>
                                    <a:pt x="60" y="9"/>
                                  </a:cubicBezTo>
                                  <a:cubicBezTo>
                                    <a:pt x="61" y="9"/>
                                    <a:pt x="61" y="9"/>
                                    <a:pt x="61" y="9"/>
                                  </a:cubicBezTo>
                                  <a:cubicBezTo>
                                    <a:pt x="60" y="9"/>
                                    <a:pt x="60" y="9"/>
                                    <a:pt x="60" y="10"/>
                                  </a:cubicBezTo>
                                  <a:cubicBezTo>
                                    <a:pt x="60" y="10"/>
                                    <a:pt x="61" y="10"/>
                                    <a:pt x="60" y="11"/>
                                  </a:cubicBezTo>
                                  <a:cubicBezTo>
                                    <a:pt x="60" y="11"/>
                                    <a:pt x="60" y="11"/>
                                    <a:pt x="60" y="11"/>
                                  </a:cubicBezTo>
                                  <a:cubicBezTo>
                                    <a:pt x="60" y="12"/>
                                    <a:pt x="61" y="12"/>
                                    <a:pt x="61" y="12"/>
                                  </a:cubicBezTo>
                                  <a:cubicBezTo>
                                    <a:pt x="62" y="12"/>
                                    <a:pt x="63" y="12"/>
                                    <a:pt x="63" y="11"/>
                                  </a:cubicBezTo>
                                  <a:cubicBezTo>
                                    <a:pt x="64" y="12"/>
                                    <a:pt x="64" y="9"/>
                                    <a:pt x="65" y="10"/>
                                  </a:cubicBezTo>
                                  <a:cubicBezTo>
                                    <a:pt x="65" y="10"/>
                                    <a:pt x="64" y="11"/>
                                    <a:pt x="64" y="11"/>
                                  </a:cubicBezTo>
                                  <a:cubicBezTo>
                                    <a:pt x="64" y="12"/>
                                    <a:pt x="65" y="12"/>
                                    <a:pt x="65" y="12"/>
                                  </a:cubicBezTo>
                                  <a:cubicBezTo>
                                    <a:pt x="65" y="12"/>
                                    <a:pt x="65" y="13"/>
                                    <a:pt x="65" y="13"/>
                                  </a:cubicBezTo>
                                  <a:cubicBezTo>
                                    <a:pt x="65" y="13"/>
                                    <a:pt x="65" y="13"/>
                                    <a:pt x="65" y="13"/>
                                  </a:cubicBezTo>
                                  <a:cubicBezTo>
                                    <a:pt x="66" y="13"/>
                                    <a:pt x="66" y="13"/>
                                    <a:pt x="66" y="14"/>
                                  </a:cubicBezTo>
                                  <a:cubicBezTo>
                                    <a:pt x="66" y="14"/>
                                    <a:pt x="67" y="14"/>
                                    <a:pt x="67" y="14"/>
                                  </a:cubicBezTo>
                                  <a:cubicBezTo>
                                    <a:pt x="67" y="14"/>
                                    <a:pt x="67" y="14"/>
                                    <a:pt x="68" y="14"/>
                                  </a:cubicBezTo>
                                  <a:cubicBezTo>
                                    <a:pt x="68" y="15"/>
                                    <a:pt x="68" y="15"/>
                                    <a:pt x="68" y="15"/>
                                  </a:cubicBezTo>
                                  <a:cubicBezTo>
                                    <a:pt x="68" y="15"/>
                                    <a:pt x="69" y="15"/>
                                    <a:pt x="69" y="15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70" y="16"/>
                                    <a:pt x="71" y="16"/>
                                  </a:cubicBezTo>
                                  <a:cubicBezTo>
                                    <a:pt x="72" y="16"/>
                                    <a:pt x="72" y="17"/>
                                    <a:pt x="72" y="17"/>
                                  </a:cubicBezTo>
                                  <a:cubicBezTo>
                                    <a:pt x="73" y="17"/>
                                    <a:pt x="73" y="17"/>
                                    <a:pt x="74" y="17"/>
                                  </a:cubicBezTo>
                                  <a:cubicBezTo>
                                    <a:pt x="74" y="17"/>
                                    <a:pt x="74" y="17"/>
                                    <a:pt x="74" y="17"/>
                                  </a:cubicBezTo>
                                  <a:cubicBezTo>
                                    <a:pt x="75" y="17"/>
                                    <a:pt x="76" y="17"/>
                                    <a:pt x="76" y="18"/>
                                  </a:cubicBezTo>
                                  <a:cubicBezTo>
                                    <a:pt x="77" y="18"/>
                                    <a:pt x="77" y="18"/>
                                    <a:pt x="77" y="19"/>
                                  </a:cubicBezTo>
                                  <a:cubicBezTo>
                                    <a:pt x="77" y="19"/>
                                    <a:pt x="78" y="20"/>
                                    <a:pt x="78" y="20"/>
                                  </a:cubicBezTo>
                                  <a:cubicBezTo>
                                    <a:pt x="79" y="20"/>
                                    <a:pt x="80" y="20"/>
                                    <a:pt x="80" y="20"/>
                                  </a:cubicBezTo>
                                  <a:cubicBezTo>
                                    <a:pt x="80" y="20"/>
                                    <a:pt x="82" y="20"/>
                                    <a:pt x="82" y="20"/>
                                  </a:cubicBezTo>
                                  <a:cubicBezTo>
                                    <a:pt x="83" y="20"/>
                                    <a:pt x="83" y="21"/>
                                    <a:pt x="83" y="21"/>
                                  </a:cubicBezTo>
                                  <a:cubicBezTo>
                                    <a:pt x="84" y="21"/>
                                    <a:pt x="84" y="21"/>
                                    <a:pt x="85" y="21"/>
                                  </a:cubicBezTo>
                                  <a:cubicBezTo>
                                    <a:pt x="86" y="21"/>
                                    <a:pt x="86" y="21"/>
                                    <a:pt x="86" y="22"/>
                                  </a:cubicBezTo>
                                  <a:cubicBezTo>
                                    <a:pt x="87" y="22"/>
                                    <a:pt x="88" y="22"/>
                                    <a:pt x="88" y="22"/>
                                  </a:cubicBezTo>
                                  <a:cubicBezTo>
                                    <a:pt x="88" y="22"/>
                                    <a:pt x="88" y="22"/>
                                    <a:pt x="88" y="22"/>
                                  </a:cubicBezTo>
                                  <a:close/>
                                  <a:moveTo>
                                    <a:pt x="96" y="89"/>
                                  </a:moveTo>
                                  <a:cubicBezTo>
                                    <a:pt x="97" y="88"/>
                                    <a:pt x="97" y="87"/>
                                    <a:pt x="97" y="86"/>
                                  </a:cubicBezTo>
                                  <a:cubicBezTo>
                                    <a:pt x="97" y="86"/>
                                    <a:pt x="97" y="85"/>
                                    <a:pt x="96" y="84"/>
                                  </a:cubicBezTo>
                                  <a:cubicBezTo>
                                    <a:pt x="96" y="84"/>
                                    <a:pt x="96" y="83"/>
                                    <a:pt x="96" y="83"/>
                                  </a:cubicBezTo>
                                  <a:cubicBezTo>
                                    <a:pt x="96" y="82"/>
                                    <a:pt x="96" y="82"/>
                                    <a:pt x="96" y="82"/>
                                  </a:cubicBezTo>
                                  <a:cubicBezTo>
                                    <a:pt x="96" y="81"/>
                                    <a:pt x="96" y="80"/>
                                    <a:pt x="96" y="80"/>
                                  </a:cubicBezTo>
                                  <a:cubicBezTo>
                                    <a:pt x="95" y="80"/>
                                    <a:pt x="95" y="81"/>
                                    <a:pt x="95" y="82"/>
                                  </a:cubicBezTo>
                                  <a:cubicBezTo>
                                    <a:pt x="95" y="82"/>
                                    <a:pt x="96" y="82"/>
                                    <a:pt x="95" y="83"/>
                                  </a:cubicBezTo>
                                  <a:cubicBezTo>
                                    <a:pt x="95" y="83"/>
                                    <a:pt x="94" y="82"/>
                                    <a:pt x="94" y="82"/>
                                  </a:cubicBezTo>
                                  <a:cubicBezTo>
                                    <a:pt x="94" y="82"/>
                                    <a:pt x="93" y="83"/>
                                    <a:pt x="92" y="83"/>
                                  </a:cubicBezTo>
                                  <a:cubicBezTo>
                                    <a:pt x="92" y="83"/>
                                    <a:pt x="91" y="84"/>
                                    <a:pt x="91" y="84"/>
                                  </a:cubicBezTo>
                                  <a:cubicBezTo>
                                    <a:pt x="91" y="84"/>
                                    <a:pt x="91" y="84"/>
                                    <a:pt x="91" y="85"/>
                                  </a:cubicBezTo>
                                  <a:cubicBezTo>
                                    <a:pt x="91" y="85"/>
                                    <a:pt x="90" y="85"/>
                                    <a:pt x="90" y="85"/>
                                  </a:cubicBezTo>
                                  <a:cubicBezTo>
                                    <a:pt x="90" y="85"/>
                                    <a:pt x="90" y="85"/>
                                    <a:pt x="90" y="86"/>
                                  </a:cubicBezTo>
                                  <a:cubicBezTo>
                                    <a:pt x="90" y="86"/>
                                    <a:pt x="91" y="86"/>
                                    <a:pt x="91" y="86"/>
                                  </a:cubicBezTo>
                                  <a:cubicBezTo>
                                    <a:pt x="90" y="87"/>
                                    <a:pt x="90" y="87"/>
                                    <a:pt x="90" y="87"/>
                                  </a:cubicBezTo>
                                  <a:cubicBezTo>
                                    <a:pt x="90" y="88"/>
                                    <a:pt x="91" y="88"/>
                                    <a:pt x="91" y="88"/>
                                  </a:cubicBezTo>
                                  <a:cubicBezTo>
                                    <a:pt x="91" y="89"/>
                                    <a:pt x="91" y="89"/>
                                    <a:pt x="90" y="89"/>
                                  </a:cubicBezTo>
                                  <a:cubicBezTo>
                                    <a:pt x="90" y="90"/>
                                    <a:pt x="91" y="90"/>
                                    <a:pt x="91" y="90"/>
                                  </a:cubicBezTo>
                                  <a:cubicBezTo>
                                    <a:pt x="92" y="90"/>
                                    <a:pt x="91" y="90"/>
                                    <a:pt x="91" y="91"/>
                                  </a:cubicBezTo>
                                  <a:cubicBezTo>
                                    <a:pt x="91" y="91"/>
                                    <a:pt x="92" y="91"/>
                                    <a:pt x="92" y="92"/>
                                  </a:cubicBezTo>
                                  <a:cubicBezTo>
                                    <a:pt x="92" y="92"/>
                                    <a:pt x="91" y="92"/>
                                    <a:pt x="91" y="93"/>
                                  </a:cubicBezTo>
                                  <a:cubicBezTo>
                                    <a:pt x="92" y="93"/>
                                    <a:pt x="92" y="93"/>
                                    <a:pt x="92" y="94"/>
                                  </a:cubicBezTo>
                                  <a:cubicBezTo>
                                    <a:pt x="93" y="94"/>
                                    <a:pt x="93" y="94"/>
                                    <a:pt x="93" y="94"/>
                                  </a:cubicBezTo>
                                  <a:cubicBezTo>
                                    <a:pt x="93" y="94"/>
                                    <a:pt x="93" y="94"/>
                                    <a:pt x="94" y="94"/>
                                  </a:cubicBezTo>
                                  <a:cubicBezTo>
                                    <a:pt x="94" y="95"/>
                                    <a:pt x="94" y="95"/>
                                    <a:pt x="94" y="94"/>
                                  </a:cubicBezTo>
                                  <a:cubicBezTo>
                                    <a:pt x="95" y="94"/>
                                    <a:pt x="95" y="93"/>
                                    <a:pt x="95" y="93"/>
                                  </a:cubicBezTo>
                                  <a:cubicBezTo>
                                    <a:pt x="95" y="93"/>
                                    <a:pt x="95" y="93"/>
                                    <a:pt x="95" y="92"/>
                                  </a:cubicBezTo>
                                  <a:cubicBezTo>
                                    <a:pt x="95" y="92"/>
                                    <a:pt x="95" y="92"/>
                                    <a:pt x="95" y="92"/>
                                  </a:cubicBezTo>
                                  <a:cubicBezTo>
                                    <a:pt x="95" y="91"/>
                                    <a:pt x="96" y="90"/>
                                    <a:pt x="96" y="8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0" name="Freeform 813">
                              <a:extLst>
                                <a:ext uri="{FF2B5EF4-FFF2-40B4-BE49-F238E27FC236}">
                                  <a16:creationId xmlns:a16="http://schemas.microsoft.com/office/drawing/2014/main" id="{8777CB92-8567-7D60-31D0-99DAB6B4538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72076" y="2620963"/>
                              <a:ext cx="33337" cy="63500"/>
                            </a:xfrm>
                            <a:custGeom>
                              <a:avLst/>
                              <a:gdLst>
                                <a:gd name="T0" fmla="*/ 3 w 8"/>
                                <a:gd name="T1" fmla="*/ 6 h 15"/>
                                <a:gd name="T2" fmla="*/ 0 w 8"/>
                                <a:gd name="T3" fmla="*/ 4 h 15"/>
                                <a:gd name="T4" fmla="*/ 2 w 8"/>
                                <a:gd name="T5" fmla="*/ 4 h 15"/>
                                <a:gd name="T6" fmla="*/ 3 w 8"/>
                                <a:gd name="T7" fmla="*/ 6 h 15"/>
                                <a:gd name="T8" fmla="*/ 3 w 8"/>
                                <a:gd name="T9" fmla="*/ 6 h 15"/>
                                <a:gd name="T10" fmla="*/ 4 w 8"/>
                                <a:gd name="T11" fmla="*/ 6 h 15"/>
                                <a:gd name="T12" fmla="*/ 5 w 8"/>
                                <a:gd name="T13" fmla="*/ 7 h 15"/>
                                <a:gd name="T14" fmla="*/ 2 w 8"/>
                                <a:gd name="T15" fmla="*/ 2 h 15"/>
                                <a:gd name="T16" fmla="*/ 3 w 8"/>
                                <a:gd name="T17" fmla="*/ 4 h 15"/>
                                <a:gd name="T18" fmla="*/ 4 w 8"/>
                                <a:gd name="T19" fmla="*/ 6 h 15"/>
                                <a:gd name="T20" fmla="*/ 4 w 8"/>
                                <a:gd name="T21" fmla="*/ 6 h 15"/>
                                <a:gd name="T22" fmla="*/ 3 w 8"/>
                                <a:gd name="T23" fmla="*/ 1 h 15"/>
                                <a:gd name="T24" fmla="*/ 4 w 8"/>
                                <a:gd name="T25" fmla="*/ 3 h 15"/>
                                <a:gd name="T26" fmla="*/ 6 w 8"/>
                                <a:gd name="T27" fmla="*/ 5 h 15"/>
                                <a:gd name="T28" fmla="*/ 4 w 8"/>
                                <a:gd name="T29" fmla="*/ 2 h 15"/>
                                <a:gd name="T30" fmla="*/ 3 w 8"/>
                                <a:gd name="T31" fmla="*/ 1 h 15"/>
                                <a:gd name="T32" fmla="*/ 3 w 8"/>
                                <a:gd name="T33" fmla="*/ 1 h 15"/>
                                <a:gd name="T34" fmla="*/ 5 w 8"/>
                                <a:gd name="T35" fmla="*/ 2 h 15"/>
                                <a:gd name="T36" fmla="*/ 6 w 8"/>
                                <a:gd name="T37" fmla="*/ 3 h 15"/>
                                <a:gd name="T38" fmla="*/ 7 w 8"/>
                                <a:gd name="T39" fmla="*/ 3 h 15"/>
                                <a:gd name="T40" fmla="*/ 8 w 8"/>
                                <a:gd name="T41" fmla="*/ 2 h 15"/>
                                <a:gd name="T42" fmla="*/ 7 w 8"/>
                                <a:gd name="T43" fmla="*/ 2 h 15"/>
                                <a:gd name="T44" fmla="*/ 7 w 8"/>
                                <a:gd name="T45" fmla="*/ 1 h 15"/>
                                <a:gd name="T46" fmla="*/ 6 w 8"/>
                                <a:gd name="T47" fmla="*/ 1 h 15"/>
                                <a:gd name="T48" fmla="*/ 6 w 8"/>
                                <a:gd name="T49" fmla="*/ 2 h 15"/>
                                <a:gd name="T50" fmla="*/ 6 w 8"/>
                                <a:gd name="T51" fmla="*/ 2 h 15"/>
                                <a:gd name="T52" fmla="*/ 5 w 8"/>
                                <a:gd name="T53" fmla="*/ 1 h 15"/>
                                <a:gd name="T54" fmla="*/ 5 w 8"/>
                                <a:gd name="T55" fmla="*/ 2 h 15"/>
                                <a:gd name="T56" fmla="*/ 5 w 8"/>
                                <a:gd name="T57" fmla="*/ 2 h 15"/>
                                <a:gd name="T58" fmla="*/ 4 w 8"/>
                                <a:gd name="T59" fmla="*/ 12 h 15"/>
                                <a:gd name="T60" fmla="*/ 5 w 8"/>
                                <a:gd name="T61" fmla="*/ 15 h 15"/>
                                <a:gd name="T62" fmla="*/ 5 w 8"/>
                                <a:gd name="T63" fmla="*/ 13 h 15"/>
                                <a:gd name="T64" fmla="*/ 4 w 8"/>
                                <a:gd name="T65" fmla="*/ 11 h 15"/>
                                <a:gd name="T66" fmla="*/ 4 w 8"/>
                                <a:gd name="T67" fmla="*/ 12 h 15"/>
                                <a:gd name="T68" fmla="*/ 4 w 8"/>
                                <a:gd name="T69" fmla="*/ 12 h 15"/>
                                <a:gd name="T70" fmla="*/ 4 w 8"/>
                                <a:gd name="T71" fmla="*/ 8 h 15"/>
                                <a:gd name="T72" fmla="*/ 5 w 8"/>
                                <a:gd name="T73" fmla="*/ 9 h 15"/>
                                <a:gd name="T74" fmla="*/ 6 w 8"/>
                                <a:gd name="T75" fmla="*/ 10 h 15"/>
                                <a:gd name="T76" fmla="*/ 5 w 8"/>
                                <a:gd name="T77" fmla="*/ 8 h 15"/>
                                <a:gd name="T78" fmla="*/ 4 w 8"/>
                                <a:gd name="T79" fmla="*/ 8 h 15"/>
                                <a:gd name="T80" fmla="*/ 4 w 8"/>
                                <a:gd name="T81" fmla="*/ 8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8" h="15">
                                  <a:moveTo>
                                    <a:pt x="3" y="6"/>
                                  </a:moveTo>
                                  <a:cubicBezTo>
                                    <a:pt x="2" y="6"/>
                                    <a:pt x="0" y="6"/>
                                    <a:pt x="0" y="4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5"/>
                                    <a:pt x="2" y="5"/>
                                    <a:pt x="3" y="6"/>
                                  </a:cubicBezTo>
                                  <a:cubicBezTo>
                                    <a:pt x="2" y="6"/>
                                    <a:pt x="2" y="5"/>
                                    <a:pt x="3" y="6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5" y="7"/>
                                    <a:pt x="5" y="7"/>
                                  </a:cubicBezTo>
                                  <a:cubicBezTo>
                                    <a:pt x="5" y="6"/>
                                    <a:pt x="3" y="2"/>
                                    <a:pt x="2" y="2"/>
                                  </a:cubicBezTo>
                                  <a:cubicBezTo>
                                    <a:pt x="1" y="3"/>
                                    <a:pt x="2" y="3"/>
                                    <a:pt x="3" y="4"/>
                                  </a:cubicBezTo>
                                  <a:cubicBezTo>
                                    <a:pt x="3" y="5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3" y="5"/>
                                    <a:pt x="4" y="6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2" y="1"/>
                                    <a:pt x="4" y="3"/>
                                    <a:pt x="4" y="3"/>
                                  </a:cubicBezTo>
                                  <a:cubicBezTo>
                                    <a:pt x="4" y="4"/>
                                    <a:pt x="5" y="5"/>
                                    <a:pt x="6" y="5"/>
                                  </a:cubicBezTo>
                                  <a:cubicBezTo>
                                    <a:pt x="6" y="4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4" y="1"/>
                                    <a:pt x="3" y="1"/>
                                  </a:cubicBezTo>
                                  <a:cubicBezTo>
                                    <a:pt x="3" y="1"/>
                                    <a:pt x="4" y="1"/>
                                    <a:pt x="3" y="1"/>
                                  </a:cubicBezTo>
                                  <a:close/>
                                  <a:moveTo>
                                    <a:pt x="5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4"/>
                                    <a:pt x="7" y="3"/>
                                    <a:pt x="7" y="3"/>
                                  </a:cubicBezTo>
                                  <a:cubicBezTo>
                                    <a:pt x="7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0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2"/>
                                  </a:cubicBezTo>
                                  <a:cubicBezTo>
                                    <a:pt x="6" y="2"/>
                                    <a:pt x="7" y="2"/>
                                    <a:pt x="6" y="2"/>
                                  </a:cubicBezTo>
                                  <a:cubicBezTo>
                                    <a:pt x="6" y="2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5" y="2"/>
                                    <a:pt x="5" y="2"/>
                                  </a:cubicBezTo>
                                  <a:cubicBezTo>
                                    <a:pt x="6" y="2"/>
                                    <a:pt x="5" y="2"/>
                                    <a:pt x="5" y="2"/>
                                  </a:cubicBezTo>
                                  <a:close/>
                                  <a:moveTo>
                                    <a:pt x="4" y="12"/>
                                  </a:moveTo>
                                  <a:cubicBezTo>
                                    <a:pt x="4" y="13"/>
                                    <a:pt x="4" y="14"/>
                                    <a:pt x="5" y="15"/>
                                  </a:cubicBezTo>
                                  <a:cubicBezTo>
                                    <a:pt x="6" y="15"/>
                                    <a:pt x="5" y="14"/>
                                    <a:pt x="5" y="13"/>
                                  </a:cubicBezTo>
                                  <a:cubicBezTo>
                                    <a:pt x="5" y="13"/>
                                    <a:pt x="4" y="12"/>
                                    <a:pt x="4" y="11"/>
                                  </a:cubicBezTo>
                                  <a:cubicBezTo>
                                    <a:pt x="3" y="11"/>
                                    <a:pt x="3" y="12"/>
                                    <a:pt x="4" y="12"/>
                                  </a:cubicBezTo>
                                  <a:cubicBezTo>
                                    <a:pt x="4" y="13"/>
                                    <a:pt x="4" y="12"/>
                                    <a:pt x="4" y="12"/>
                                  </a:cubicBezTo>
                                  <a:close/>
                                  <a:moveTo>
                                    <a:pt x="4" y="8"/>
                                  </a:moveTo>
                                  <a:cubicBezTo>
                                    <a:pt x="4" y="9"/>
                                    <a:pt x="4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6" y="10"/>
                                  </a:cubicBezTo>
                                  <a:cubicBezTo>
                                    <a:pt x="6" y="9"/>
                                    <a:pt x="5" y="8"/>
                                    <a:pt x="5" y="8"/>
                                  </a:cubicBezTo>
                                  <a:cubicBezTo>
                                    <a:pt x="4" y="7"/>
                                    <a:pt x="4" y="7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1" name="Freeform 814">
                              <a:extLst>
                                <a:ext uri="{FF2B5EF4-FFF2-40B4-BE49-F238E27FC236}">
                                  <a16:creationId xmlns:a16="http://schemas.microsoft.com/office/drawing/2014/main" id="{E4DDBC25-0F23-F2FD-5347-FDFDF2DF1E7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91225" y="2779713"/>
                              <a:ext cx="179387" cy="117475"/>
                            </a:xfrm>
                            <a:custGeom>
                              <a:avLst/>
                              <a:gdLst>
                                <a:gd name="T0" fmla="*/ 2 w 43"/>
                                <a:gd name="T1" fmla="*/ 19 h 28"/>
                                <a:gd name="T2" fmla="*/ 1 w 43"/>
                                <a:gd name="T3" fmla="*/ 16 h 28"/>
                                <a:gd name="T4" fmla="*/ 3 w 43"/>
                                <a:gd name="T5" fmla="*/ 15 h 28"/>
                                <a:gd name="T6" fmla="*/ 4 w 43"/>
                                <a:gd name="T7" fmla="*/ 15 h 28"/>
                                <a:gd name="T8" fmla="*/ 7 w 43"/>
                                <a:gd name="T9" fmla="*/ 14 h 28"/>
                                <a:gd name="T10" fmla="*/ 10 w 43"/>
                                <a:gd name="T11" fmla="*/ 16 h 28"/>
                                <a:gd name="T12" fmla="*/ 8 w 43"/>
                                <a:gd name="T13" fmla="*/ 18 h 28"/>
                                <a:gd name="T14" fmla="*/ 3 w 43"/>
                                <a:gd name="T15" fmla="*/ 22 h 28"/>
                                <a:gd name="T16" fmla="*/ 3 w 43"/>
                                <a:gd name="T17" fmla="*/ 21 h 28"/>
                                <a:gd name="T18" fmla="*/ 7 w 43"/>
                                <a:gd name="T19" fmla="*/ 12 h 28"/>
                                <a:gd name="T20" fmla="*/ 8 w 43"/>
                                <a:gd name="T21" fmla="*/ 10 h 28"/>
                                <a:gd name="T22" fmla="*/ 6 w 43"/>
                                <a:gd name="T23" fmla="*/ 8 h 28"/>
                                <a:gd name="T24" fmla="*/ 4 w 43"/>
                                <a:gd name="T25" fmla="*/ 11 h 28"/>
                                <a:gd name="T26" fmla="*/ 9 w 43"/>
                                <a:gd name="T27" fmla="*/ 9 h 28"/>
                                <a:gd name="T28" fmla="*/ 9 w 43"/>
                                <a:gd name="T29" fmla="*/ 9 h 28"/>
                                <a:gd name="T30" fmla="*/ 9 w 43"/>
                                <a:gd name="T31" fmla="*/ 14 h 28"/>
                                <a:gd name="T32" fmla="*/ 37 w 43"/>
                                <a:gd name="T33" fmla="*/ 27 h 28"/>
                                <a:gd name="T34" fmla="*/ 40 w 43"/>
                                <a:gd name="T35" fmla="*/ 23 h 28"/>
                                <a:gd name="T36" fmla="*/ 39 w 43"/>
                                <a:gd name="T37" fmla="*/ 20 h 28"/>
                                <a:gd name="T38" fmla="*/ 38 w 43"/>
                                <a:gd name="T39" fmla="*/ 11 h 28"/>
                                <a:gd name="T40" fmla="*/ 42 w 43"/>
                                <a:gd name="T41" fmla="*/ 5 h 28"/>
                                <a:gd name="T42" fmla="*/ 42 w 43"/>
                                <a:gd name="T43" fmla="*/ 3 h 28"/>
                                <a:gd name="T44" fmla="*/ 34 w 43"/>
                                <a:gd name="T45" fmla="*/ 2 h 28"/>
                                <a:gd name="T46" fmla="*/ 29 w 43"/>
                                <a:gd name="T47" fmla="*/ 1 h 28"/>
                                <a:gd name="T48" fmla="*/ 27 w 43"/>
                                <a:gd name="T49" fmla="*/ 2 h 28"/>
                                <a:gd name="T50" fmla="*/ 26 w 43"/>
                                <a:gd name="T51" fmla="*/ 2 h 28"/>
                                <a:gd name="T52" fmla="*/ 24 w 43"/>
                                <a:gd name="T53" fmla="*/ 3 h 28"/>
                                <a:gd name="T54" fmla="*/ 23 w 43"/>
                                <a:gd name="T55" fmla="*/ 2 h 28"/>
                                <a:gd name="T56" fmla="*/ 20 w 43"/>
                                <a:gd name="T57" fmla="*/ 2 h 28"/>
                                <a:gd name="T58" fmla="*/ 18 w 43"/>
                                <a:gd name="T59" fmla="*/ 1 h 28"/>
                                <a:gd name="T60" fmla="*/ 17 w 43"/>
                                <a:gd name="T61" fmla="*/ 4 h 28"/>
                                <a:gd name="T62" fmla="*/ 15 w 43"/>
                                <a:gd name="T63" fmla="*/ 4 h 28"/>
                                <a:gd name="T64" fmla="*/ 13 w 43"/>
                                <a:gd name="T65" fmla="*/ 5 h 28"/>
                                <a:gd name="T66" fmla="*/ 12 w 43"/>
                                <a:gd name="T67" fmla="*/ 6 h 28"/>
                                <a:gd name="T68" fmla="*/ 12 w 43"/>
                                <a:gd name="T69" fmla="*/ 10 h 28"/>
                                <a:gd name="T70" fmla="*/ 12 w 43"/>
                                <a:gd name="T71" fmla="*/ 12 h 28"/>
                                <a:gd name="T72" fmla="*/ 13 w 43"/>
                                <a:gd name="T73" fmla="*/ 13 h 28"/>
                                <a:gd name="T74" fmla="*/ 13 w 43"/>
                                <a:gd name="T75" fmla="*/ 15 h 28"/>
                                <a:gd name="T76" fmla="*/ 16 w 43"/>
                                <a:gd name="T77" fmla="*/ 19 h 28"/>
                                <a:gd name="T78" fmla="*/ 18 w 43"/>
                                <a:gd name="T79" fmla="*/ 18 h 28"/>
                                <a:gd name="T80" fmla="*/ 17 w 43"/>
                                <a:gd name="T81" fmla="*/ 24 h 28"/>
                                <a:gd name="T82" fmla="*/ 20 w 43"/>
                                <a:gd name="T83" fmla="*/ 23 h 28"/>
                                <a:gd name="T84" fmla="*/ 23 w 43"/>
                                <a:gd name="T85" fmla="*/ 22 h 28"/>
                                <a:gd name="T86" fmla="*/ 24 w 43"/>
                                <a:gd name="T87" fmla="*/ 22 h 28"/>
                                <a:gd name="T88" fmla="*/ 27 w 43"/>
                                <a:gd name="T89" fmla="*/ 24 h 28"/>
                                <a:gd name="T90" fmla="*/ 30 w 43"/>
                                <a:gd name="T91" fmla="*/ 26 h 28"/>
                                <a:gd name="T92" fmla="*/ 34 w 43"/>
                                <a:gd name="T93" fmla="*/ 27 h 28"/>
                                <a:gd name="T94" fmla="*/ 37 w 43"/>
                                <a:gd name="T95" fmla="*/ 27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43" h="28">
                                  <a:moveTo>
                                    <a:pt x="3" y="21"/>
                                  </a:moveTo>
                                  <a:cubicBezTo>
                                    <a:pt x="3" y="20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19"/>
                                    <a:pt x="2" y="19"/>
                                  </a:cubicBezTo>
                                  <a:cubicBezTo>
                                    <a:pt x="1" y="19"/>
                                    <a:pt x="0" y="19"/>
                                    <a:pt x="1" y="18"/>
                                  </a:cubicBezTo>
                                  <a:cubicBezTo>
                                    <a:pt x="1" y="18"/>
                                    <a:pt x="2" y="18"/>
                                    <a:pt x="1" y="17"/>
                                  </a:cubicBezTo>
                                  <a:cubicBezTo>
                                    <a:pt x="1" y="16"/>
                                    <a:pt x="0" y="16"/>
                                    <a:pt x="1" y="16"/>
                                  </a:cubicBezTo>
                                  <a:cubicBezTo>
                                    <a:pt x="2" y="15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6"/>
                                    <a:pt x="3" y="15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3" y="15"/>
                                    <a:pt x="3" y="16"/>
                                    <a:pt x="3" y="16"/>
                                  </a:cubicBezTo>
                                  <a:cubicBezTo>
                                    <a:pt x="4" y="15"/>
                                    <a:pt x="3" y="15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5" y="15"/>
                                    <a:pt x="5" y="14"/>
                                    <a:pt x="5" y="14"/>
                                  </a:cubicBezTo>
                                  <a:cubicBezTo>
                                    <a:pt x="6" y="14"/>
                                    <a:pt x="6" y="15"/>
                                    <a:pt x="6" y="15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4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10" y="16"/>
                                    <a:pt x="10" y="16"/>
                                    <a:pt x="10" y="16"/>
                                  </a:cubicBezTo>
                                  <a:cubicBezTo>
                                    <a:pt x="11" y="17"/>
                                    <a:pt x="10" y="17"/>
                                    <a:pt x="9" y="16"/>
                                  </a:cubicBezTo>
                                  <a:cubicBezTo>
                                    <a:pt x="9" y="16"/>
                                    <a:pt x="9" y="17"/>
                                    <a:pt x="9" y="17"/>
                                  </a:cubicBezTo>
                                  <a:cubicBezTo>
                                    <a:pt x="8" y="18"/>
                                    <a:pt x="8" y="18"/>
                                    <a:pt x="8" y="18"/>
                                  </a:cubicBezTo>
                                  <a:cubicBezTo>
                                    <a:pt x="8" y="18"/>
                                    <a:pt x="6" y="20"/>
                                    <a:pt x="6" y="19"/>
                                  </a:cubicBezTo>
                                  <a:cubicBezTo>
                                    <a:pt x="5" y="19"/>
                                    <a:pt x="4" y="19"/>
                                    <a:pt x="3" y="20"/>
                                  </a:cubicBezTo>
                                  <a:cubicBezTo>
                                    <a:pt x="3" y="21"/>
                                    <a:pt x="3" y="22"/>
                                    <a:pt x="3" y="22"/>
                                  </a:cubicBezTo>
                                  <a:cubicBezTo>
                                    <a:pt x="2" y="23"/>
                                    <a:pt x="1" y="23"/>
                                    <a:pt x="1" y="22"/>
                                  </a:cubicBezTo>
                                  <a:cubicBezTo>
                                    <a:pt x="1" y="21"/>
                                    <a:pt x="2" y="21"/>
                                    <a:pt x="3" y="21"/>
                                  </a:cubicBezTo>
                                  <a:cubicBezTo>
                                    <a:pt x="3" y="20"/>
                                    <a:pt x="2" y="21"/>
                                    <a:pt x="3" y="21"/>
                                  </a:cubicBezTo>
                                  <a:close/>
                                  <a:moveTo>
                                    <a:pt x="5" y="13"/>
                                  </a:moveTo>
                                  <a:cubicBezTo>
                                    <a:pt x="5" y="14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9" y="11"/>
                                    <a:pt x="8" y="11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6" y="9"/>
                                  </a:cubicBezTo>
                                  <a:cubicBezTo>
                                    <a:pt x="6" y="9"/>
                                    <a:pt x="7" y="8"/>
                                    <a:pt x="6" y="8"/>
                                  </a:cubicBezTo>
                                  <a:cubicBezTo>
                                    <a:pt x="6" y="8"/>
                                    <a:pt x="5" y="8"/>
                                    <a:pt x="5" y="9"/>
                                  </a:cubicBezTo>
                                  <a:cubicBezTo>
                                    <a:pt x="4" y="10"/>
                                    <a:pt x="3" y="9"/>
                                    <a:pt x="2" y="10"/>
                                  </a:cubicBezTo>
                                  <a:cubicBezTo>
                                    <a:pt x="1" y="11"/>
                                    <a:pt x="4" y="11"/>
                                    <a:pt x="4" y="11"/>
                                  </a:cubicBezTo>
                                  <a:cubicBezTo>
                                    <a:pt x="4" y="12"/>
                                    <a:pt x="5" y="12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lose/>
                                  <a:moveTo>
                                    <a:pt x="9" y="9"/>
                                  </a:moveTo>
                                  <a:cubicBezTo>
                                    <a:pt x="8" y="9"/>
                                    <a:pt x="10" y="10"/>
                                    <a:pt x="10" y="10"/>
                                  </a:cubicBezTo>
                                  <a:cubicBezTo>
                                    <a:pt x="11" y="9"/>
                                    <a:pt x="9" y="8"/>
                                    <a:pt x="9" y="9"/>
                                  </a:cubicBezTo>
                                  <a:cubicBezTo>
                                    <a:pt x="9" y="9"/>
                                    <a:pt x="9" y="8"/>
                                    <a:pt x="9" y="9"/>
                                  </a:cubicBezTo>
                                  <a:close/>
                                  <a:moveTo>
                                    <a:pt x="9" y="14"/>
                                  </a:moveTo>
                                  <a:cubicBezTo>
                                    <a:pt x="9" y="15"/>
                                    <a:pt x="11" y="16"/>
                                    <a:pt x="11" y="15"/>
                                  </a:cubicBezTo>
                                  <a:cubicBezTo>
                                    <a:pt x="11" y="14"/>
                                    <a:pt x="9" y="13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lose/>
                                  <a:moveTo>
                                    <a:pt x="37" y="27"/>
                                  </a:moveTo>
                                  <a:cubicBezTo>
                                    <a:pt x="38" y="27"/>
                                    <a:pt x="38" y="26"/>
                                    <a:pt x="38" y="26"/>
                                  </a:cubicBezTo>
                                  <a:cubicBezTo>
                                    <a:pt x="39" y="26"/>
                                    <a:pt x="39" y="25"/>
                                    <a:pt x="39" y="25"/>
                                  </a:cubicBezTo>
                                  <a:cubicBezTo>
                                    <a:pt x="39" y="24"/>
                                    <a:pt x="41" y="24"/>
                                    <a:pt x="40" y="23"/>
                                  </a:cubicBezTo>
                                  <a:cubicBezTo>
                                    <a:pt x="40" y="23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40" y="22"/>
                                    <a:pt x="40" y="22"/>
                                  </a:cubicBezTo>
                                  <a:cubicBezTo>
                                    <a:pt x="39" y="21"/>
                                    <a:pt x="39" y="20"/>
                                    <a:pt x="39" y="20"/>
                                  </a:cubicBezTo>
                                  <a:cubicBezTo>
                                    <a:pt x="38" y="19"/>
                                    <a:pt x="39" y="18"/>
                                    <a:pt x="39" y="18"/>
                                  </a:cubicBezTo>
                                  <a:cubicBezTo>
                                    <a:pt x="39" y="17"/>
                                    <a:pt x="39" y="16"/>
                                    <a:pt x="38" y="15"/>
                                  </a:cubicBezTo>
                                  <a:cubicBezTo>
                                    <a:pt x="38" y="14"/>
                                    <a:pt x="37" y="12"/>
                                    <a:pt x="38" y="11"/>
                                  </a:cubicBezTo>
                                  <a:cubicBezTo>
                                    <a:pt x="39" y="10"/>
                                    <a:pt x="40" y="9"/>
                                    <a:pt x="40" y="7"/>
                                  </a:cubicBezTo>
                                  <a:cubicBezTo>
                                    <a:pt x="41" y="7"/>
                                    <a:pt x="41" y="6"/>
                                    <a:pt x="41" y="6"/>
                                  </a:cubicBezTo>
                                  <a:cubicBezTo>
                                    <a:pt x="41" y="5"/>
                                    <a:pt x="41" y="6"/>
                                    <a:pt x="42" y="5"/>
                                  </a:cubicBezTo>
                                  <a:cubicBezTo>
                                    <a:pt x="42" y="5"/>
                                    <a:pt x="42" y="5"/>
                                    <a:pt x="42" y="5"/>
                                  </a:cubicBezTo>
                                  <a:cubicBezTo>
                                    <a:pt x="42" y="5"/>
                                    <a:pt x="43" y="5"/>
                                    <a:pt x="43" y="5"/>
                                  </a:cubicBezTo>
                                  <a:cubicBezTo>
                                    <a:pt x="43" y="4"/>
                                    <a:pt x="42" y="3"/>
                                    <a:pt x="42" y="3"/>
                                  </a:cubicBezTo>
                                  <a:cubicBezTo>
                                    <a:pt x="41" y="4"/>
                                    <a:pt x="39" y="4"/>
                                    <a:pt x="38" y="4"/>
                                  </a:cubicBezTo>
                                  <a:cubicBezTo>
                                    <a:pt x="37" y="3"/>
                                    <a:pt x="36" y="3"/>
                                    <a:pt x="35" y="3"/>
                                  </a:cubicBezTo>
                                  <a:cubicBezTo>
                                    <a:pt x="35" y="3"/>
                                    <a:pt x="34" y="3"/>
                                    <a:pt x="34" y="2"/>
                                  </a:cubicBezTo>
                                  <a:cubicBezTo>
                                    <a:pt x="33" y="2"/>
                                    <a:pt x="33" y="2"/>
                                    <a:pt x="32" y="2"/>
                                  </a:cubicBezTo>
                                  <a:cubicBezTo>
                                    <a:pt x="31" y="2"/>
                                    <a:pt x="31" y="2"/>
                                    <a:pt x="30" y="1"/>
                                  </a:cubicBezTo>
                                  <a:cubicBezTo>
                                    <a:pt x="30" y="1"/>
                                    <a:pt x="29" y="2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2"/>
                                    <a:pt x="27" y="2"/>
                                  </a:cubicBezTo>
                                  <a:cubicBezTo>
                                    <a:pt x="27" y="2"/>
                                    <a:pt x="27" y="1"/>
                                    <a:pt x="27" y="1"/>
                                  </a:cubicBezTo>
                                  <a:cubicBezTo>
                                    <a:pt x="27" y="1"/>
                                    <a:pt x="27" y="0"/>
                                    <a:pt x="26" y="1"/>
                                  </a:cubicBezTo>
                                  <a:cubicBezTo>
                                    <a:pt x="26" y="1"/>
                                    <a:pt x="27" y="2"/>
                                    <a:pt x="26" y="2"/>
                                  </a:cubicBezTo>
                                  <a:cubicBezTo>
                                    <a:pt x="25" y="2"/>
                                    <a:pt x="26" y="1"/>
                                    <a:pt x="25" y="1"/>
                                  </a:cubicBezTo>
                                  <a:cubicBezTo>
                                    <a:pt x="25" y="1"/>
                                    <a:pt x="25" y="2"/>
                                    <a:pt x="25" y="2"/>
                                  </a:cubicBezTo>
                                  <a:cubicBezTo>
                                    <a:pt x="25" y="2"/>
                                    <a:pt x="24" y="2"/>
                                    <a:pt x="24" y="3"/>
                                  </a:cubicBezTo>
                                  <a:cubicBezTo>
                                    <a:pt x="24" y="3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1" y="3"/>
                                    <a:pt x="21" y="2"/>
                                    <a:pt x="20" y="2"/>
                                  </a:cubicBezTo>
                                  <a:cubicBezTo>
                                    <a:pt x="20" y="2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19" y="4"/>
                                    <a:pt x="19" y="2"/>
                                    <a:pt x="18" y="1"/>
                                  </a:cubicBezTo>
                                  <a:cubicBezTo>
                                    <a:pt x="18" y="2"/>
                                    <a:pt x="19" y="2"/>
                                    <a:pt x="19" y="3"/>
                                  </a:cubicBezTo>
                                  <a:cubicBezTo>
                                    <a:pt x="19" y="3"/>
                                    <a:pt x="18" y="4"/>
                                    <a:pt x="18" y="3"/>
                                  </a:cubicBezTo>
                                  <a:cubicBezTo>
                                    <a:pt x="17" y="3"/>
                                    <a:pt x="17" y="3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5"/>
                                    <a:pt x="16" y="5"/>
                                    <a:pt x="16" y="6"/>
                                  </a:cubicBezTo>
                                  <a:cubicBezTo>
                                    <a:pt x="15" y="6"/>
                                    <a:pt x="15" y="5"/>
                                    <a:pt x="15" y="5"/>
                                  </a:cubicBezTo>
                                  <a:cubicBezTo>
                                    <a:pt x="14" y="6"/>
                                    <a:pt x="14" y="5"/>
                                    <a:pt x="13" y="5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7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9"/>
                                    <a:pt x="13" y="9"/>
                                    <a:pt x="12" y="10"/>
                                  </a:cubicBezTo>
                                  <a:cubicBezTo>
                                    <a:pt x="12" y="10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2" y="11"/>
                                    <a:pt x="12" y="12"/>
                                  </a:cubicBezTo>
                                  <a:cubicBezTo>
                                    <a:pt x="12" y="12"/>
                                    <a:pt x="11" y="12"/>
                                    <a:pt x="12" y="12"/>
                                  </a:cubicBezTo>
                                  <a:cubicBezTo>
                                    <a:pt x="12" y="12"/>
                                    <a:pt x="13" y="11"/>
                                    <a:pt x="14" y="12"/>
                                  </a:cubicBezTo>
                                  <a:cubicBezTo>
                                    <a:pt x="14" y="12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1" y="13"/>
                                    <a:pt x="11" y="14"/>
                                    <a:pt x="12" y="14"/>
                                  </a:cubicBezTo>
                                  <a:cubicBezTo>
                                    <a:pt x="12" y="15"/>
                                    <a:pt x="12" y="15"/>
                                    <a:pt x="13" y="15"/>
                                  </a:cubicBezTo>
                                  <a:cubicBezTo>
                                    <a:pt x="13" y="16"/>
                                    <a:pt x="13" y="16"/>
                                    <a:pt x="13" y="17"/>
                                  </a:cubicBezTo>
                                  <a:cubicBezTo>
                                    <a:pt x="13" y="18"/>
                                    <a:pt x="14" y="18"/>
                                    <a:pt x="15" y="18"/>
                                  </a:cubicBezTo>
                                  <a:cubicBezTo>
                                    <a:pt x="15" y="19"/>
                                    <a:pt x="15" y="19"/>
                                    <a:pt x="16" y="19"/>
                                  </a:cubicBezTo>
                                  <a:cubicBezTo>
                                    <a:pt x="16" y="19"/>
                                    <a:pt x="17" y="19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8" y="17"/>
                                    <a:pt x="18" y="17"/>
                                    <a:pt x="18" y="18"/>
                                  </a:cubicBezTo>
                                  <a:cubicBezTo>
                                    <a:pt x="19" y="18"/>
                                    <a:pt x="18" y="18"/>
                                    <a:pt x="18" y="19"/>
                                  </a:cubicBezTo>
                                  <a:cubicBezTo>
                                    <a:pt x="18" y="19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7" y="23"/>
                                    <a:pt x="17" y="24"/>
                                  </a:cubicBezTo>
                                  <a:cubicBezTo>
                                    <a:pt x="18" y="24"/>
                                    <a:pt x="18" y="23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0" y="22"/>
                                    <a:pt x="21" y="22"/>
                                    <a:pt x="21" y="22"/>
                                  </a:cubicBezTo>
                                  <a:cubicBezTo>
                                    <a:pt x="22" y="22"/>
                                    <a:pt x="22" y="21"/>
                                    <a:pt x="23" y="21"/>
                                  </a:cubicBezTo>
                                  <a:cubicBezTo>
                                    <a:pt x="23" y="22"/>
                                    <a:pt x="23" y="23"/>
                                    <a:pt x="23" y="22"/>
                                  </a:cubicBezTo>
                                  <a:cubicBezTo>
                                    <a:pt x="24" y="22"/>
                                    <a:pt x="23" y="22"/>
                                    <a:pt x="24" y="21"/>
                                  </a:cubicBezTo>
                                  <a:cubicBezTo>
                                    <a:pt x="24" y="21"/>
                                    <a:pt x="24" y="22"/>
                                    <a:pt x="24" y="22"/>
                                  </a:cubicBezTo>
                                  <a:cubicBezTo>
                                    <a:pt x="24" y="22"/>
                                    <a:pt x="24" y="22"/>
                                    <a:pt x="24" y="22"/>
                                  </a:cubicBezTo>
                                  <a:cubicBezTo>
                                    <a:pt x="25" y="22"/>
                                    <a:pt x="25" y="22"/>
                                    <a:pt x="25" y="23"/>
                                  </a:cubicBezTo>
                                  <a:cubicBezTo>
                                    <a:pt x="25" y="23"/>
                                    <a:pt x="26" y="24"/>
                                    <a:pt x="26" y="23"/>
                                  </a:cubicBezTo>
                                  <a:cubicBezTo>
                                    <a:pt x="27" y="23"/>
                                    <a:pt x="27" y="24"/>
                                    <a:pt x="27" y="24"/>
                                  </a:cubicBezTo>
                                  <a:cubicBezTo>
                                    <a:pt x="27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28" y="24"/>
                                    <a:pt x="29" y="25"/>
                                  </a:cubicBezTo>
                                  <a:cubicBezTo>
                                    <a:pt x="29" y="25"/>
                                    <a:pt x="29" y="26"/>
                                    <a:pt x="30" y="26"/>
                                  </a:cubicBezTo>
                                  <a:cubicBezTo>
                                    <a:pt x="30" y="27"/>
                                    <a:pt x="30" y="27"/>
                                    <a:pt x="31" y="27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3" y="28"/>
                                    <a:pt x="33" y="28"/>
                                    <a:pt x="34" y="27"/>
                                  </a:cubicBezTo>
                                  <a:cubicBezTo>
                                    <a:pt x="35" y="27"/>
                                    <a:pt x="35" y="27"/>
                                    <a:pt x="36" y="28"/>
                                  </a:cubicBezTo>
                                  <a:cubicBezTo>
                                    <a:pt x="36" y="28"/>
                                    <a:pt x="36" y="28"/>
                                    <a:pt x="37" y="28"/>
                                  </a:cubicBezTo>
                                  <a:cubicBezTo>
                                    <a:pt x="37" y="28"/>
                                    <a:pt x="37" y="28"/>
                                    <a:pt x="37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2" name="Freeform 815">
                              <a:extLst>
                                <a:ext uri="{FF2B5EF4-FFF2-40B4-BE49-F238E27FC236}">
                                  <a16:creationId xmlns:a16="http://schemas.microsoft.com/office/drawing/2014/main" id="{22EFC7A6-B0BC-C18C-AFD0-0800CDA1357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08638" y="2884488"/>
                              <a:ext cx="195262" cy="161925"/>
                            </a:xfrm>
                            <a:custGeom>
                              <a:avLst/>
                              <a:gdLst>
                                <a:gd name="T0" fmla="*/ 3 w 47"/>
                                <a:gd name="T1" fmla="*/ 8 h 39"/>
                                <a:gd name="T2" fmla="*/ 15 w 47"/>
                                <a:gd name="T3" fmla="*/ 2 h 39"/>
                                <a:gd name="T4" fmla="*/ 16 w 47"/>
                                <a:gd name="T5" fmla="*/ 8 h 39"/>
                                <a:gd name="T6" fmla="*/ 11 w 47"/>
                                <a:gd name="T7" fmla="*/ 9 h 39"/>
                                <a:gd name="T8" fmla="*/ 5 w 47"/>
                                <a:gd name="T9" fmla="*/ 10 h 39"/>
                                <a:gd name="T10" fmla="*/ 2 w 47"/>
                                <a:gd name="T11" fmla="*/ 14 h 39"/>
                                <a:gd name="T12" fmla="*/ 5 w 47"/>
                                <a:gd name="T13" fmla="*/ 12 h 39"/>
                                <a:gd name="T14" fmla="*/ 19 w 47"/>
                                <a:gd name="T15" fmla="*/ 7 h 39"/>
                                <a:gd name="T16" fmla="*/ 19 w 47"/>
                                <a:gd name="T17" fmla="*/ 7 h 39"/>
                                <a:gd name="T18" fmla="*/ 17 w 47"/>
                                <a:gd name="T19" fmla="*/ 33 h 39"/>
                                <a:gd name="T20" fmla="*/ 16 w 47"/>
                                <a:gd name="T21" fmla="*/ 28 h 39"/>
                                <a:gd name="T22" fmla="*/ 11 w 47"/>
                                <a:gd name="T23" fmla="*/ 29 h 39"/>
                                <a:gd name="T24" fmla="*/ 13 w 47"/>
                                <a:gd name="T25" fmla="*/ 32 h 39"/>
                                <a:gd name="T26" fmla="*/ 24 w 47"/>
                                <a:gd name="T27" fmla="*/ 33 h 39"/>
                                <a:gd name="T28" fmla="*/ 28 w 47"/>
                                <a:gd name="T29" fmla="*/ 31 h 39"/>
                                <a:gd name="T30" fmla="*/ 30 w 47"/>
                                <a:gd name="T31" fmla="*/ 25 h 39"/>
                                <a:gd name="T32" fmla="*/ 25 w 47"/>
                                <a:gd name="T33" fmla="*/ 23 h 39"/>
                                <a:gd name="T34" fmla="*/ 24 w 47"/>
                                <a:gd name="T35" fmla="*/ 25 h 39"/>
                                <a:gd name="T36" fmla="*/ 25 w 47"/>
                                <a:gd name="T37" fmla="*/ 22 h 39"/>
                                <a:gd name="T38" fmla="*/ 22 w 47"/>
                                <a:gd name="T39" fmla="*/ 25 h 39"/>
                                <a:gd name="T40" fmla="*/ 19 w 47"/>
                                <a:gd name="T41" fmla="*/ 26 h 39"/>
                                <a:gd name="T42" fmla="*/ 21 w 47"/>
                                <a:gd name="T43" fmla="*/ 29 h 39"/>
                                <a:gd name="T44" fmla="*/ 19 w 47"/>
                                <a:gd name="T45" fmla="*/ 33 h 39"/>
                                <a:gd name="T46" fmla="*/ 19 w 47"/>
                                <a:gd name="T47" fmla="*/ 33 h 39"/>
                                <a:gd name="T48" fmla="*/ 10 w 47"/>
                                <a:gd name="T49" fmla="*/ 33 h 39"/>
                                <a:gd name="T50" fmla="*/ 16 w 47"/>
                                <a:gd name="T51" fmla="*/ 36 h 39"/>
                                <a:gd name="T52" fmla="*/ 17 w 47"/>
                                <a:gd name="T53" fmla="*/ 23 h 39"/>
                                <a:gd name="T54" fmla="*/ 17 w 47"/>
                                <a:gd name="T55" fmla="*/ 28 h 39"/>
                                <a:gd name="T56" fmla="*/ 30 w 47"/>
                                <a:gd name="T57" fmla="*/ 34 h 39"/>
                                <a:gd name="T58" fmla="*/ 24 w 47"/>
                                <a:gd name="T59" fmla="*/ 35 h 39"/>
                                <a:gd name="T60" fmla="*/ 27 w 47"/>
                                <a:gd name="T61" fmla="*/ 36 h 39"/>
                                <a:gd name="T62" fmla="*/ 20 w 47"/>
                                <a:gd name="T63" fmla="*/ 35 h 39"/>
                                <a:gd name="T64" fmla="*/ 22 w 47"/>
                                <a:gd name="T65" fmla="*/ 38 h 39"/>
                                <a:gd name="T66" fmla="*/ 23 w 47"/>
                                <a:gd name="T67" fmla="*/ 36 h 39"/>
                                <a:gd name="T68" fmla="*/ 46 w 47"/>
                                <a:gd name="T69" fmla="*/ 33 h 39"/>
                                <a:gd name="T70" fmla="*/ 45 w 47"/>
                                <a:gd name="T71" fmla="*/ 30 h 39"/>
                                <a:gd name="T72" fmla="*/ 6 w 47"/>
                                <a:gd name="T73" fmla="*/ 35 h 39"/>
                                <a:gd name="T74" fmla="*/ 10 w 47"/>
                                <a:gd name="T75" fmla="*/ 35 h 39"/>
                                <a:gd name="T76" fmla="*/ 11 w 47"/>
                                <a:gd name="T77" fmla="*/ 31 h 39"/>
                                <a:gd name="T78" fmla="*/ 9 w 47"/>
                                <a:gd name="T79" fmla="*/ 28 h 39"/>
                                <a:gd name="T80" fmla="*/ 12 w 47"/>
                                <a:gd name="T81" fmla="*/ 25 h 39"/>
                                <a:gd name="T82" fmla="*/ 14 w 47"/>
                                <a:gd name="T83" fmla="*/ 22 h 39"/>
                                <a:gd name="T84" fmla="*/ 17 w 47"/>
                                <a:gd name="T85" fmla="*/ 19 h 39"/>
                                <a:gd name="T86" fmla="*/ 16 w 47"/>
                                <a:gd name="T87" fmla="*/ 16 h 39"/>
                                <a:gd name="T88" fmla="*/ 13 w 47"/>
                                <a:gd name="T89" fmla="*/ 14 h 39"/>
                                <a:gd name="T90" fmla="*/ 13 w 47"/>
                                <a:gd name="T91" fmla="*/ 9 h 39"/>
                                <a:gd name="T92" fmla="*/ 8 w 47"/>
                                <a:gd name="T93" fmla="*/ 14 h 39"/>
                                <a:gd name="T94" fmla="*/ 6 w 47"/>
                                <a:gd name="T95" fmla="*/ 12 h 39"/>
                                <a:gd name="T96" fmla="*/ 3 w 47"/>
                                <a:gd name="T97" fmla="*/ 14 h 39"/>
                                <a:gd name="T98" fmla="*/ 0 w 47"/>
                                <a:gd name="T99" fmla="*/ 15 h 39"/>
                                <a:gd name="T100" fmla="*/ 2 w 47"/>
                                <a:gd name="T101" fmla="*/ 23 h 39"/>
                                <a:gd name="T102" fmla="*/ 0 w 47"/>
                                <a:gd name="T103" fmla="*/ 22 h 39"/>
                                <a:gd name="T104" fmla="*/ 1 w 47"/>
                                <a:gd name="T105" fmla="*/ 27 h 39"/>
                                <a:gd name="T106" fmla="*/ 4 w 47"/>
                                <a:gd name="T107" fmla="*/ 30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47" h="39">
                                  <a:moveTo>
                                    <a:pt x="2" y="14"/>
                                  </a:moveTo>
                                  <a:cubicBezTo>
                                    <a:pt x="1" y="13"/>
                                    <a:pt x="2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2"/>
                                  </a:cubicBezTo>
                                  <a:cubicBezTo>
                                    <a:pt x="1" y="12"/>
                                    <a:pt x="2" y="11"/>
                                    <a:pt x="2" y="10"/>
                                  </a:cubicBezTo>
                                  <a:cubicBezTo>
                                    <a:pt x="2" y="10"/>
                                    <a:pt x="3" y="9"/>
                                    <a:pt x="3" y="8"/>
                                  </a:cubicBezTo>
                                  <a:cubicBezTo>
                                    <a:pt x="4" y="8"/>
                                    <a:pt x="4" y="9"/>
                                    <a:pt x="5" y="8"/>
                                  </a:cubicBezTo>
                                  <a:cubicBezTo>
                                    <a:pt x="6" y="8"/>
                                    <a:pt x="6" y="8"/>
                                    <a:pt x="7" y="8"/>
                                  </a:cubicBezTo>
                                  <a:cubicBezTo>
                                    <a:pt x="8" y="8"/>
                                    <a:pt x="9" y="8"/>
                                    <a:pt x="10" y="7"/>
                                  </a:cubicBezTo>
                                  <a:cubicBezTo>
                                    <a:pt x="11" y="6"/>
                                    <a:pt x="11" y="4"/>
                                    <a:pt x="12" y="3"/>
                                  </a:cubicBezTo>
                                  <a:cubicBezTo>
                                    <a:pt x="13" y="2"/>
                                    <a:pt x="14" y="2"/>
                                    <a:pt x="15" y="2"/>
                                  </a:cubicBezTo>
                                  <a:cubicBezTo>
                                    <a:pt x="15" y="1"/>
                                    <a:pt x="16" y="0"/>
                                    <a:pt x="17" y="0"/>
                                  </a:cubicBezTo>
                                  <a:cubicBezTo>
                                    <a:pt x="17" y="0"/>
                                    <a:pt x="16" y="1"/>
                                    <a:pt x="16" y="2"/>
                                  </a:cubicBezTo>
                                  <a:cubicBezTo>
                                    <a:pt x="15" y="2"/>
                                    <a:pt x="16" y="3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6"/>
                                  </a:cubicBezTo>
                                  <a:cubicBezTo>
                                    <a:pt x="16" y="7"/>
                                    <a:pt x="16" y="7"/>
                                    <a:pt x="16" y="8"/>
                                  </a:cubicBezTo>
                                  <a:cubicBezTo>
                                    <a:pt x="15" y="8"/>
                                    <a:pt x="15" y="10"/>
                                    <a:pt x="14" y="10"/>
                                  </a:cubicBezTo>
                                  <a:cubicBezTo>
                                    <a:pt x="14" y="10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9"/>
                                    <a:pt x="12" y="8"/>
                                    <a:pt x="11" y="8"/>
                                  </a:cubicBezTo>
                                  <a:cubicBezTo>
                                    <a:pt x="11" y="8"/>
                                    <a:pt x="11" y="9"/>
                                    <a:pt x="11" y="9"/>
                                  </a:cubicBezTo>
                                  <a:cubicBezTo>
                                    <a:pt x="10" y="9"/>
                                    <a:pt x="10" y="9"/>
                                    <a:pt x="9" y="9"/>
                                  </a:cubicBezTo>
                                  <a:cubicBezTo>
                                    <a:pt x="9" y="9"/>
                                    <a:pt x="8" y="10"/>
                                    <a:pt x="8" y="10"/>
                                  </a:cubicBezTo>
                                  <a:cubicBezTo>
                                    <a:pt x="7" y="10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6" y="9"/>
                                    <a:pt x="6" y="9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4" y="10"/>
                                    <a:pt x="4" y="10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2" y="13"/>
                                    <a:pt x="2" y="14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lose/>
                                  <a:moveTo>
                                    <a:pt x="5" y="11"/>
                                  </a:moveTo>
                                  <a:cubicBezTo>
                                    <a:pt x="5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2" y="13"/>
                                    <a:pt x="3" y="13"/>
                                  </a:cubicBezTo>
                                  <a:cubicBezTo>
                                    <a:pt x="4" y="14"/>
                                    <a:pt x="5" y="13"/>
                                    <a:pt x="5" y="12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1"/>
                                  </a:cubicBezTo>
                                  <a:close/>
                                  <a:moveTo>
                                    <a:pt x="19" y="7"/>
                                  </a:move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20" y="7"/>
                                    <a:pt x="20" y="7"/>
                                    <a:pt x="20" y="6"/>
                                  </a:cubicBezTo>
                                  <a:cubicBezTo>
                                    <a:pt x="20" y="6"/>
                                    <a:pt x="21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5"/>
                                  </a:cubicBezTo>
                                  <a:cubicBezTo>
                                    <a:pt x="19" y="6"/>
                                    <a:pt x="18" y="6"/>
                                    <a:pt x="19" y="7"/>
                                  </a:cubicBezTo>
                                  <a:cubicBezTo>
                                    <a:pt x="19" y="7"/>
                                    <a:pt x="19" y="6"/>
                                    <a:pt x="19" y="7"/>
                                  </a:cubicBezTo>
                                  <a:close/>
                                  <a:moveTo>
                                    <a:pt x="13" y="32"/>
                                  </a:moveTo>
                                  <a:cubicBezTo>
                                    <a:pt x="14" y="32"/>
                                    <a:pt x="14" y="32"/>
                                    <a:pt x="14" y="32"/>
                                  </a:cubicBezTo>
                                  <a:cubicBezTo>
                                    <a:pt x="14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3"/>
                                    <a:pt x="17" y="33"/>
                                    <a:pt x="17" y="33"/>
                                  </a:cubicBezTo>
                                  <a:cubicBezTo>
                                    <a:pt x="18" y="33"/>
                                    <a:pt x="18" y="32"/>
                                    <a:pt x="18" y="32"/>
                                  </a:cubicBezTo>
                                  <a:cubicBezTo>
                                    <a:pt x="18" y="31"/>
                                    <a:pt x="18" y="30"/>
                                    <a:pt x="18" y="29"/>
                                  </a:cubicBezTo>
                                  <a:cubicBezTo>
                                    <a:pt x="17" y="29"/>
                                    <a:pt x="17" y="29"/>
                                    <a:pt x="17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5" y="28"/>
                                    <a:pt x="16" y="28"/>
                                    <a:pt x="16" y="28"/>
                                  </a:cubicBezTo>
                                  <a:cubicBezTo>
                                    <a:pt x="16" y="27"/>
                                    <a:pt x="16" y="27"/>
                                    <a:pt x="15" y="27"/>
                                  </a:cubicBezTo>
                                  <a:cubicBezTo>
                                    <a:pt x="15" y="26"/>
                                    <a:pt x="14" y="27"/>
                                    <a:pt x="14" y="27"/>
                                  </a:cubicBezTo>
                                  <a:cubicBezTo>
                                    <a:pt x="13" y="27"/>
                                    <a:pt x="12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1" y="27"/>
                                  </a:cubicBezTo>
                                  <a:cubicBezTo>
                                    <a:pt x="11" y="27"/>
                                    <a:pt x="11" y="28"/>
                                    <a:pt x="11" y="29"/>
                                  </a:cubicBezTo>
                                  <a:cubicBezTo>
                                    <a:pt x="11" y="29"/>
                                    <a:pt x="11" y="29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1"/>
                                    <a:pt x="13" y="31"/>
                                    <a:pt x="13" y="32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lose/>
                                  <a:moveTo>
                                    <a:pt x="22" y="31"/>
                                  </a:moveTo>
                                  <a:cubicBezTo>
                                    <a:pt x="23" y="31"/>
                                    <a:pt x="23" y="32"/>
                                    <a:pt x="24" y="32"/>
                                  </a:cubicBezTo>
                                  <a:cubicBezTo>
                                    <a:pt x="24" y="31"/>
                                    <a:pt x="24" y="31"/>
                                    <a:pt x="24" y="32"/>
                                  </a:cubicBezTo>
                                  <a:cubicBezTo>
                                    <a:pt x="24" y="32"/>
                                    <a:pt x="25" y="32"/>
                                    <a:pt x="25" y="32"/>
                                  </a:cubicBezTo>
                                  <a:cubicBezTo>
                                    <a:pt x="24" y="32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5" y="34"/>
                                    <a:pt x="25" y="34"/>
                                  </a:cubicBezTo>
                                  <a:cubicBezTo>
                                    <a:pt x="26" y="34"/>
                                    <a:pt x="27" y="34"/>
                                    <a:pt x="27" y="34"/>
                                  </a:cubicBezTo>
                                  <a:cubicBezTo>
                                    <a:pt x="27" y="34"/>
                                    <a:pt x="27" y="33"/>
                                    <a:pt x="27" y="32"/>
                                  </a:cubicBezTo>
                                  <a:cubicBezTo>
                                    <a:pt x="27" y="32"/>
                                    <a:pt x="26" y="32"/>
                                    <a:pt x="27" y="32"/>
                                  </a:cubicBezTo>
                                  <a:cubicBezTo>
                                    <a:pt x="27" y="31"/>
                                    <a:pt x="27" y="31"/>
                                    <a:pt x="28" y="31"/>
                                  </a:cubicBezTo>
                                  <a:cubicBezTo>
                                    <a:pt x="28" y="31"/>
                                    <a:pt x="30" y="31"/>
                                    <a:pt x="29" y="29"/>
                                  </a:cubicBezTo>
                                  <a:cubicBezTo>
                                    <a:pt x="29" y="29"/>
                                    <a:pt x="28" y="29"/>
                                    <a:pt x="28" y="29"/>
                                  </a:cubicBezTo>
                                  <a:cubicBezTo>
                                    <a:pt x="27" y="28"/>
                                    <a:pt x="28" y="28"/>
                                    <a:pt x="28" y="27"/>
                                  </a:cubicBezTo>
                                  <a:cubicBezTo>
                                    <a:pt x="29" y="27"/>
                                    <a:pt x="29" y="26"/>
                                    <a:pt x="29" y="26"/>
                                  </a:cubicBezTo>
                                  <a:cubicBezTo>
                                    <a:pt x="30" y="26"/>
                                    <a:pt x="30" y="25"/>
                                    <a:pt x="30" y="25"/>
                                  </a:cubicBezTo>
                                  <a:cubicBezTo>
                                    <a:pt x="30" y="24"/>
                                    <a:pt x="30" y="23"/>
                                    <a:pt x="30" y="23"/>
                                  </a:cubicBezTo>
                                  <a:cubicBezTo>
                                    <a:pt x="30" y="22"/>
                                    <a:pt x="31" y="22"/>
                                    <a:pt x="30" y="21"/>
                                  </a:cubicBezTo>
                                  <a:cubicBezTo>
                                    <a:pt x="30" y="21"/>
                                    <a:pt x="29" y="21"/>
                                    <a:pt x="29" y="20"/>
                                  </a:cubicBezTo>
                                  <a:cubicBezTo>
                                    <a:pt x="28" y="20"/>
                                    <a:pt x="27" y="21"/>
                                    <a:pt x="27" y="21"/>
                                  </a:cubicBezTo>
                                  <a:cubicBezTo>
                                    <a:pt x="26" y="22"/>
                                    <a:pt x="25" y="22"/>
                                    <a:pt x="25" y="23"/>
                                  </a:cubicBezTo>
                                  <a:cubicBezTo>
                                    <a:pt x="25" y="23"/>
                                    <a:pt x="26" y="23"/>
                                    <a:pt x="26" y="24"/>
                                  </a:cubicBezTo>
                                  <a:cubicBezTo>
                                    <a:pt x="26" y="24"/>
                                    <a:pt x="26" y="24"/>
                                    <a:pt x="25" y="24"/>
                                  </a:cubicBezTo>
                                  <a:cubicBezTo>
                                    <a:pt x="25" y="25"/>
                                    <a:pt x="25" y="25"/>
                                    <a:pt x="25" y="25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5" y="25"/>
                                    <a:pt x="25" y="24"/>
                                  </a:cubicBezTo>
                                  <a:cubicBezTo>
                                    <a:pt x="24" y="24"/>
                                    <a:pt x="24" y="25"/>
                                    <a:pt x="24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4" y="24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5" y="23"/>
                                    <a:pt x="25" y="22"/>
                                  </a:cubicBezTo>
                                  <a:cubicBezTo>
                                    <a:pt x="24" y="22"/>
                                    <a:pt x="23" y="22"/>
                                    <a:pt x="23" y="22"/>
                                  </a:cubicBezTo>
                                  <a:cubicBezTo>
                                    <a:pt x="22" y="22"/>
                                    <a:pt x="21" y="22"/>
                                    <a:pt x="21" y="22"/>
                                  </a:cubicBezTo>
                                  <a:cubicBezTo>
                                    <a:pt x="21" y="23"/>
                                    <a:pt x="24" y="22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1" y="25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0" y="26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19" y="25"/>
                                    <a:pt x="19" y="25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19" y="26"/>
                                    <a:pt x="19" y="26"/>
                                    <a:pt x="20" y="26"/>
                                  </a:cubicBezTo>
                                  <a:cubicBezTo>
                                    <a:pt x="20" y="26"/>
                                    <a:pt x="20" y="27"/>
                                    <a:pt x="20" y="27"/>
                                  </a:cubicBezTo>
                                  <a:cubicBezTo>
                                    <a:pt x="20" y="27"/>
                                    <a:pt x="20" y="27"/>
                                    <a:pt x="20" y="27"/>
                                  </a:cubicBezTo>
                                  <a:cubicBezTo>
                                    <a:pt x="20" y="28"/>
                                    <a:pt x="20" y="27"/>
                                    <a:pt x="20" y="28"/>
                                  </a:cubicBezTo>
                                  <a:cubicBezTo>
                                    <a:pt x="20" y="28"/>
                                    <a:pt x="21" y="28"/>
                                    <a:pt x="21" y="29"/>
                                  </a:cubicBezTo>
                                  <a:cubicBezTo>
                                    <a:pt x="21" y="29"/>
                                    <a:pt x="20" y="29"/>
                                    <a:pt x="20" y="30"/>
                                  </a:cubicBezTo>
                                  <a:cubicBezTo>
                                    <a:pt x="21" y="30"/>
                                    <a:pt x="21" y="31"/>
                                    <a:pt x="21" y="31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lose/>
                                  <a:moveTo>
                                    <a:pt x="19" y="33"/>
                                  </a:move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8" y="34"/>
                                    <a:pt x="18" y="34"/>
                                  </a:cubicBezTo>
                                  <a:cubicBezTo>
                                    <a:pt x="17" y="35"/>
                                    <a:pt x="17" y="35"/>
                                    <a:pt x="17" y="36"/>
                                  </a:cubicBezTo>
                                  <a:cubicBezTo>
                                    <a:pt x="17" y="37"/>
                                    <a:pt x="17" y="37"/>
                                    <a:pt x="18" y="36"/>
                                  </a:cubicBezTo>
                                  <a:cubicBezTo>
                                    <a:pt x="18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3"/>
                                  </a:cubicBezTo>
                                  <a:close/>
                                  <a:moveTo>
                                    <a:pt x="12" y="34"/>
                                  </a:moveTo>
                                  <a:cubicBezTo>
                                    <a:pt x="12" y="35"/>
                                    <a:pt x="11" y="35"/>
                                    <a:pt x="12" y="35"/>
                                  </a:cubicBezTo>
                                  <a:cubicBezTo>
                                    <a:pt x="12" y="35"/>
                                    <a:pt x="13" y="35"/>
                                    <a:pt x="13" y="35"/>
                                  </a:cubicBezTo>
                                  <a:cubicBezTo>
                                    <a:pt x="13" y="34"/>
                                    <a:pt x="12" y="33"/>
                                    <a:pt x="11" y="33"/>
                                  </a:cubicBezTo>
                                  <a:cubicBezTo>
                                    <a:pt x="11" y="33"/>
                                    <a:pt x="11" y="32"/>
                                    <a:pt x="10" y="33"/>
                                  </a:cubicBezTo>
                                  <a:cubicBezTo>
                                    <a:pt x="10" y="33"/>
                                    <a:pt x="11" y="34"/>
                                    <a:pt x="12" y="34"/>
                                  </a:cubicBezTo>
                                  <a:cubicBezTo>
                                    <a:pt x="12" y="35"/>
                                    <a:pt x="11" y="34"/>
                                    <a:pt x="12" y="34"/>
                                  </a:cubicBezTo>
                                  <a:close/>
                                  <a:moveTo>
                                    <a:pt x="14" y="35"/>
                                  </a:moveTo>
                                  <a:cubicBezTo>
                                    <a:pt x="14" y="35"/>
                                    <a:pt x="15" y="35"/>
                                    <a:pt x="15" y="35"/>
                                  </a:cubicBezTo>
                                  <a:cubicBezTo>
                                    <a:pt x="15" y="36"/>
                                    <a:pt x="16" y="36"/>
                                    <a:pt x="16" y="36"/>
                                  </a:cubicBezTo>
                                  <a:cubicBezTo>
                                    <a:pt x="16" y="35"/>
                                    <a:pt x="14" y="34"/>
                                    <a:pt x="14" y="35"/>
                                  </a:cubicBezTo>
                                  <a:cubicBezTo>
                                    <a:pt x="14" y="35"/>
                                    <a:pt x="14" y="34"/>
                                    <a:pt x="14" y="35"/>
                                  </a:cubicBezTo>
                                  <a:close/>
                                  <a:moveTo>
                                    <a:pt x="16" y="24"/>
                                  </a:moveTo>
                                  <a:cubicBezTo>
                                    <a:pt x="16" y="25"/>
                                    <a:pt x="17" y="25"/>
                                    <a:pt x="17" y="24"/>
                                  </a:cubicBezTo>
                                  <a:cubicBezTo>
                                    <a:pt x="17" y="24"/>
                                    <a:pt x="17" y="24"/>
                                    <a:pt x="17" y="23"/>
                                  </a:cubicBezTo>
                                  <a:cubicBezTo>
                                    <a:pt x="17" y="23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3"/>
                                    <a:pt x="16" y="24"/>
                                  </a:cubicBezTo>
                                  <a:cubicBezTo>
                                    <a:pt x="16" y="24"/>
                                    <a:pt x="16" y="23"/>
                                    <a:pt x="16" y="24"/>
                                  </a:cubicBezTo>
                                  <a:close/>
                                  <a:moveTo>
                                    <a:pt x="17" y="27"/>
                                  </a:moveTo>
                                  <a:cubicBezTo>
                                    <a:pt x="17" y="27"/>
                                    <a:pt x="16" y="29"/>
                                    <a:pt x="17" y="28"/>
                                  </a:cubicBezTo>
                                  <a:cubicBezTo>
                                    <a:pt x="18" y="28"/>
                                    <a:pt x="18" y="27"/>
                                    <a:pt x="17" y="27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lose/>
                                  <a:moveTo>
                                    <a:pt x="27" y="35"/>
                                  </a:moveTo>
                                  <a:cubicBezTo>
                                    <a:pt x="28" y="36"/>
                                    <a:pt x="28" y="34"/>
                                    <a:pt x="29" y="34"/>
                                  </a:cubicBezTo>
                                  <a:cubicBezTo>
                                    <a:pt x="29" y="34"/>
                                    <a:pt x="30" y="35"/>
                                    <a:pt x="30" y="34"/>
                                  </a:cubicBezTo>
                                  <a:cubicBezTo>
                                    <a:pt x="29" y="33"/>
                                    <a:pt x="28" y="33"/>
                                    <a:pt x="28" y="33"/>
                                  </a:cubicBezTo>
                                  <a:cubicBezTo>
                                    <a:pt x="28" y="33"/>
                                    <a:pt x="28" y="34"/>
                                    <a:pt x="28" y="34"/>
                                  </a:cubicBezTo>
                                  <a:cubicBezTo>
                                    <a:pt x="27" y="34"/>
                                    <a:pt x="27" y="34"/>
                                    <a:pt x="27" y="35"/>
                                  </a:cubicBezTo>
                                  <a:cubicBezTo>
                                    <a:pt x="27" y="35"/>
                                    <a:pt x="27" y="34"/>
                                    <a:pt x="27" y="35"/>
                                  </a:cubicBezTo>
                                  <a:close/>
                                  <a:moveTo>
                                    <a:pt x="24" y="35"/>
                                  </a:moveTo>
                                  <a:cubicBezTo>
                                    <a:pt x="24" y="35"/>
                                    <a:pt x="25" y="36"/>
                                    <a:pt x="25" y="37"/>
                                  </a:cubicBezTo>
                                  <a:cubicBezTo>
                                    <a:pt x="25" y="37"/>
                                    <a:pt x="25" y="38"/>
                                    <a:pt x="25" y="38"/>
                                  </a:cubicBezTo>
                                  <a:cubicBezTo>
                                    <a:pt x="25" y="38"/>
                                    <a:pt x="25" y="39"/>
                                    <a:pt x="26" y="39"/>
                                  </a:cubicBezTo>
                                  <a:cubicBezTo>
                                    <a:pt x="26" y="39"/>
                                    <a:pt x="26" y="37"/>
                                    <a:pt x="26" y="37"/>
                                  </a:cubicBezTo>
                                  <a:cubicBezTo>
                                    <a:pt x="26" y="37"/>
                                    <a:pt x="27" y="36"/>
                                    <a:pt x="27" y="36"/>
                                  </a:cubicBezTo>
                                  <a:cubicBezTo>
                                    <a:pt x="27" y="35"/>
                                    <a:pt x="26" y="35"/>
                                    <a:pt x="26" y="35"/>
                                  </a:cubicBezTo>
                                  <a:cubicBezTo>
                                    <a:pt x="25" y="35"/>
                                    <a:pt x="25" y="34"/>
                                    <a:pt x="25" y="34"/>
                                  </a:cubicBezTo>
                                  <a:cubicBezTo>
                                    <a:pt x="24" y="34"/>
                                    <a:pt x="24" y="34"/>
                                    <a:pt x="24" y="35"/>
                                  </a:cubicBezTo>
                                  <a:close/>
                                  <a:moveTo>
                                    <a:pt x="21" y="34"/>
                                  </a:moveTo>
                                  <a:cubicBezTo>
                                    <a:pt x="20" y="34"/>
                                    <a:pt x="20" y="34"/>
                                    <a:pt x="20" y="35"/>
                                  </a:cubicBezTo>
                                  <a:cubicBezTo>
                                    <a:pt x="19" y="35"/>
                                    <a:pt x="20" y="35"/>
                                    <a:pt x="20" y="35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19" y="36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21" y="37"/>
                                  </a:cubicBezTo>
                                  <a:cubicBezTo>
                                    <a:pt x="21" y="37"/>
                                    <a:pt x="21" y="37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4" y="38"/>
                                    <a:pt x="25" y="38"/>
                                    <a:pt x="25" y="37"/>
                                  </a:cubicBezTo>
                                  <a:cubicBezTo>
                                    <a:pt x="25" y="37"/>
                                    <a:pt x="24" y="35"/>
                                    <a:pt x="24" y="35"/>
                                  </a:cubicBezTo>
                                  <a:cubicBezTo>
                                    <a:pt x="23" y="35"/>
                                    <a:pt x="23" y="36"/>
                                    <a:pt x="23" y="36"/>
                                  </a:cubicBezTo>
                                  <a:cubicBezTo>
                                    <a:pt x="22" y="36"/>
                                    <a:pt x="22" y="35"/>
                                    <a:pt x="22" y="35"/>
                                  </a:cubicBezTo>
                                  <a:cubicBezTo>
                                    <a:pt x="22" y="35"/>
                                    <a:pt x="21" y="35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lose/>
                                  <a:moveTo>
                                    <a:pt x="44" y="33"/>
                                  </a:moveTo>
                                  <a:cubicBezTo>
                                    <a:pt x="45" y="33"/>
                                    <a:pt x="45" y="33"/>
                                    <a:pt x="46" y="33"/>
                                  </a:cubicBezTo>
                                  <a:cubicBezTo>
                                    <a:pt x="46" y="33"/>
                                    <a:pt x="46" y="34"/>
                                    <a:pt x="47" y="34"/>
                                  </a:cubicBezTo>
                                  <a:cubicBezTo>
                                    <a:pt x="47" y="34"/>
                                    <a:pt x="47" y="33"/>
                                    <a:pt x="47" y="33"/>
                                  </a:cubicBezTo>
                                  <a:cubicBezTo>
                                    <a:pt x="47" y="33"/>
                                    <a:pt x="47" y="32"/>
                                    <a:pt x="47" y="32"/>
                                  </a:cubicBezTo>
                                  <a:cubicBezTo>
                                    <a:pt x="47" y="32"/>
                                    <a:pt x="46" y="31"/>
                                    <a:pt x="46" y="31"/>
                                  </a:cubicBezTo>
                                  <a:cubicBezTo>
                                    <a:pt x="46" y="31"/>
                                    <a:pt x="45" y="30"/>
                                    <a:pt x="45" y="30"/>
                                  </a:cubicBezTo>
                                  <a:cubicBezTo>
                                    <a:pt x="45" y="30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2"/>
                                  </a:cubicBezTo>
                                  <a:cubicBezTo>
                                    <a:pt x="44" y="32"/>
                                    <a:pt x="44" y="32"/>
                                    <a:pt x="44" y="32"/>
                                  </a:cubicBezTo>
                                  <a:cubicBezTo>
                                    <a:pt x="44" y="32"/>
                                    <a:pt x="44" y="33"/>
                                    <a:pt x="44" y="33"/>
                                  </a:cubicBezTo>
                                  <a:close/>
                                  <a:moveTo>
                                    <a:pt x="6" y="35"/>
                                  </a:moveTo>
                                  <a:cubicBezTo>
                                    <a:pt x="6" y="35"/>
                                    <a:pt x="7" y="35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1" y="35"/>
                                    <a:pt x="10" y="35"/>
                                    <a:pt x="11" y="35"/>
                                  </a:cubicBezTo>
                                  <a:cubicBezTo>
                                    <a:pt x="11" y="35"/>
                                    <a:pt x="11" y="34"/>
                                    <a:pt x="11" y="34"/>
                                  </a:cubicBezTo>
                                  <a:cubicBezTo>
                                    <a:pt x="11" y="33"/>
                                    <a:pt x="10" y="33"/>
                                    <a:pt x="9" y="33"/>
                                  </a:cubicBezTo>
                                  <a:cubicBezTo>
                                    <a:pt x="9" y="33"/>
                                    <a:pt x="10" y="32"/>
                                    <a:pt x="9" y="32"/>
                                  </a:cubicBezTo>
                                  <a:cubicBezTo>
                                    <a:pt x="9" y="31"/>
                                    <a:pt x="10" y="32"/>
                                    <a:pt x="11" y="31"/>
                                  </a:cubicBezTo>
                                  <a:cubicBezTo>
                                    <a:pt x="11" y="31"/>
                                    <a:pt x="10" y="30"/>
                                    <a:pt x="10" y="30"/>
                                  </a:cubicBezTo>
                                  <a:cubicBezTo>
                                    <a:pt x="10" y="30"/>
                                    <a:pt x="10" y="29"/>
                                    <a:pt x="10" y="29"/>
                                  </a:cubicBezTo>
                                  <a:cubicBezTo>
                                    <a:pt x="10" y="29"/>
                                    <a:pt x="10" y="29"/>
                                    <a:pt x="10" y="29"/>
                                  </a:cubicBezTo>
                                  <a:cubicBezTo>
                                    <a:pt x="10" y="28"/>
                                    <a:pt x="10" y="28"/>
                                    <a:pt x="10" y="28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0" y="28"/>
                                    <a:pt x="10" y="28"/>
                                    <a:pt x="11" y="27"/>
                                  </a:cubicBezTo>
                                  <a:cubicBezTo>
                                    <a:pt x="11" y="27"/>
                                    <a:pt x="11" y="27"/>
                                    <a:pt x="12" y="27"/>
                                  </a:cubicBezTo>
                                  <a:cubicBezTo>
                                    <a:pt x="12" y="26"/>
                                    <a:pt x="10" y="26"/>
                                    <a:pt x="10" y="26"/>
                                  </a:cubicBezTo>
                                  <a:cubicBezTo>
                                    <a:pt x="10" y="25"/>
                                    <a:pt x="11" y="26"/>
                                    <a:pt x="11" y="26"/>
                                  </a:cubicBezTo>
                                  <a:cubicBezTo>
                                    <a:pt x="11" y="26"/>
                                    <a:pt x="12" y="26"/>
                                    <a:pt x="12" y="25"/>
                                  </a:cubicBezTo>
                                  <a:cubicBezTo>
                                    <a:pt x="12" y="25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2" y="24"/>
                                    <a:pt x="12" y="24"/>
                                  </a:cubicBezTo>
                                  <a:cubicBezTo>
                                    <a:pt x="13" y="24"/>
                                    <a:pt x="13" y="23"/>
                                    <a:pt x="14" y="24"/>
                                  </a:cubicBezTo>
                                  <a:cubicBezTo>
                                    <a:pt x="14" y="24"/>
                                    <a:pt x="14" y="22"/>
                                    <a:pt x="14" y="22"/>
                                  </a:cubicBezTo>
                                  <a:cubicBezTo>
                                    <a:pt x="14" y="21"/>
                                    <a:pt x="14" y="20"/>
                                    <a:pt x="15" y="19"/>
                                  </a:cubicBezTo>
                                  <a:cubicBezTo>
                                    <a:pt x="15" y="19"/>
                                    <a:pt x="15" y="18"/>
                                    <a:pt x="16" y="19"/>
                                  </a:cubicBezTo>
                                  <a:cubicBezTo>
                                    <a:pt x="16" y="19"/>
                                    <a:pt x="15" y="19"/>
                                    <a:pt x="15" y="20"/>
                                  </a:cubicBezTo>
                                  <a:cubicBezTo>
                                    <a:pt x="16" y="20"/>
                                    <a:pt x="16" y="20"/>
                                    <a:pt x="16" y="20"/>
                                  </a:cubicBezTo>
                                  <a:cubicBezTo>
                                    <a:pt x="16" y="22"/>
                                    <a:pt x="16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20"/>
                                  </a:cubicBezTo>
                                  <a:cubicBezTo>
                                    <a:pt x="18" y="20"/>
                                    <a:pt x="18" y="20"/>
                                    <a:pt x="18" y="20"/>
                                  </a:cubicBezTo>
                                  <a:cubicBezTo>
                                    <a:pt x="18" y="19"/>
                                    <a:pt x="19" y="18"/>
                                    <a:pt x="19" y="17"/>
                                  </a:cubicBezTo>
                                  <a:cubicBezTo>
                                    <a:pt x="19" y="16"/>
                                    <a:pt x="18" y="16"/>
                                    <a:pt x="17" y="16"/>
                                  </a:cubicBezTo>
                                  <a:cubicBezTo>
                                    <a:pt x="17" y="16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5" y="15"/>
                                  </a:cubicBezTo>
                                  <a:cubicBezTo>
                                    <a:pt x="15" y="15"/>
                                    <a:pt x="15" y="15"/>
                                    <a:pt x="15" y="15"/>
                                  </a:cubicBezTo>
                                  <a:cubicBezTo>
                                    <a:pt x="14" y="15"/>
                                    <a:pt x="14" y="16"/>
                                    <a:pt x="14" y="16"/>
                                  </a:cubicBezTo>
                                  <a:cubicBezTo>
                                    <a:pt x="14" y="15"/>
                                    <a:pt x="16" y="14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3" y="14"/>
                                  </a:cubicBezTo>
                                  <a:cubicBezTo>
                                    <a:pt x="13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3"/>
                                  </a:cubicBezTo>
                                  <a:cubicBezTo>
                                    <a:pt x="14" y="13"/>
                                    <a:pt x="14" y="13"/>
                                    <a:pt x="15" y="13"/>
                                  </a:cubicBezTo>
                                  <a:cubicBezTo>
                                    <a:pt x="15" y="12"/>
                                    <a:pt x="15" y="11"/>
                                    <a:pt x="15" y="10"/>
                                  </a:cubicBezTo>
                                  <a:cubicBezTo>
                                    <a:pt x="14" y="10"/>
                                    <a:pt x="14" y="9"/>
                                    <a:pt x="13" y="9"/>
                                  </a:cubicBezTo>
                                  <a:cubicBezTo>
                                    <a:pt x="12" y="9"/>
                                    <a:pt x="12" y="9"/>
                                    <a:pt x="11" y="9"/>
                                  </a:cubicBezTo>
                                  <a:cubicBezTo>
                                    <a:pt x="11" y="9"/>
                                    <a:pt x="11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8" y="9"/>
                                    <a:pt x="7" y="10"/>
                                    <a:pt x="7" y="12"/>
                                  </a:cubicBezTo>
                                  <a:cubicBezTo>
                                    <a:pt x="7" y="13"/>
                                    <a:pt x="8" y="13"/>
                                    <a:pt x="8" y="14"/>
                                  </a:cubicBezTo>
                                  <a:cubicBezTo>
                                    <a:pt x="8" y="14"/>
                                    <a:pt x="8" y="16"/>
                                    <a:pt x="8" y="15"/>
                                  </a:cubicBezTo>
                                  <a:cubicBezTo>
                                    <a:pt x="7" y="15"/>
                                    <a:pt x="8" y="14"/>
                                    <a:pt x="7" y="14"/>
                                  </a:cubicBezTo>
                                  <a:cubicBezTo>
                                    <a:pt x="7" y="14"/>
                                    <a:pt x="6" y="16"/>
                                    <a:pt x="6" y="15"/>
                                  </a:cubicBezTo>
                                  <a:cubicBezTo>
                                    <a:pt x="6" y="14"/>
                                    <a:pt x="7" y="13"/>
                                    <a:pt x="7" y="13"/>
                                  </a:cubicBezTo>
                                  <a:cubicBezTo>
                                    <a:pt x="7" y="12"/>
                                    <a:pt x="6" y="12"/>
                                    <a:pt x="6" y="12"/>
                                  </a:cubicBezTo>
                                  <a:cubicBezTo>
                                    <a:pt x="5" y="13"/>
                                    <a:pt x="5" y="13"/>
                                    <a:pt x="5" y="14"/>
                                  </a:cubicBezTo>
                                  <a:cubicBezTo>
                                    <a:pt x="4" y="14"/>
                                    <a:pt x="4" y="14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5" y="16"/>
                                  </a:cubicBezTo>
                                  <a:cubicBezTo>
                                    <a:pt x="5" y="16"/>
                                    <a:pt x="4" y="16"/>
                                    <a:pt x="3" y="16"/>
                                  </a:cubicBezTo>
                                  <a:cubicBezTo>
                                    <a:pt x="3" y="15"/>
                                    <a:pt x="3" y="15"/>
                                    <a:pt x="3" y="14"/>
                                  </a:cubicBezTo>
                                  <a:cubicBezTo>
                                    <a:pt x="2" y="14"/>
                                    <a:pt x="3" y="14"/>
                                    <a:pt x="3" y="15"/>
                                  </a:cubicBezTo>
                                  <a:cubicBezTo>
                                    <a:pt x="3" y="15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1" y="15"/>
                                    <a:pt x="1" y="15"/>
                                  </a:cubicBezTo>
                                  <a:cubicBezTo>
                                    <a:pt x="1" y="15"/>
                                    <a:pt x="1" y="14"/>
                                    <a:pt x="1" y="14"/>
                                  </a:cubicBezTo>
                                  <a:cubicBezTo>
                                    <a:pt x="0" y="14"/>
                                    <a:pt x="0" y="15"/>
                                    <a:pt x="0" y="15"/>
                                  </a:cubicBezTo>
                                  <a:cubicBezTo>
                                    <a:pt x="0" y="16"/>
                                    <a:pt x="0" y="17"/>
                                    <a:pt x="0" y="18"/>
                                  </a:cubicBezTo>
                                  <a:cubicBezTo>
                                    <a:pt x="0" y="19"/>
                                    <a:pt x="0" y="20"/>
                                    <a:pt x="0" y="21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0" y="23"/>
                                    <a:pt x="1" y="23"/>
                                    <a:pt x="0" y="23"/>
                                  </a:cubicBezTo>
                                  <a:cubicBezTo>
                                    <a:pt x="0" y="22"/>
                                    <a:pt x="0" y="21"/>
                                    <a:pt x="0" y="21"/>
                                  </a:cubicBezTo>
                                  <a:cubicBezTo>
                                    <a:pt x="0" y="21"/>
                                    <a:pt x="0" y="22"/>
                                    <a:pt x="0" y="22"/>
                                  </a:cubicBezTo>
                                  <a:cubicBezTo>
                                    <a:pt x="0" y="23"/>
                                    <a:pt x="0" y="23"/>
                                    <a:pt x="0" y="24"/>
                                  </a:cubicBezTo>
                                  <a:cubicBezTo>
                                    <a:pt x="0" y="24"/>
                                    <a:pt x="0" y="25"/>
                                    <a:pt x="0" y="26"/>
                                  </a:cubicBezTo>
                                  <a:cubicBezTo>
                                    <a:pt x="0" y="26"/>
                                    <a:pt x="0" y="27"/>
                                    <a:pt x="0" y="28"/>
                                  </a:cubicBezTo>
                                  <a:cubicBezTo>
                                    <a:pt x="0" y="28"/>
                                    <a:pt x="1" y="28"/>
                                    <a:pt x="1" y="28"/>
                                  </a:cubicBezTo>
                                  <a:cubicBezTo>
                                    <a:pt x="1" y="28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1" y="27"/>
                                    <a:pt x="2" y="27"/>
                                  </a:cubicBezTo>
                                  <a:cubicBezTo>
                                    <a:pt x="2" y="28"/>
                                    <a:pt x="2" y="28"/>
                                    <a:pt x="2" y="29"/>
                                  </a:cubicBezTo>
                                  <a:cubicBezTo>
                                    <a:pt x="2" y="29"/>
                                    <a:pt x="2" y="29"/>
                                    <a:pt x="2" y="30"/>
                                  </a:cubicBezTo>
                                  <a:cubicBezTo>
                                    <a:pt x="2" y="29"/>
                                    <a:pt x="2" y="28"/>
                                    <a:pt x="3" y="29"/>
                                  </a:cubicBezTo>
                                  <a:cubicBezTo>
                                    <a:pt x="4" y="29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4" y="32"/>
                                    <a:pt x="4" y="33"/>
                                  </a:cubicBezTo>
                                  <a:cubicBezTo>
                                    <a:pt x="4" y="33"/>
                                    <a:pt x="4" y="35"/>
                                    <a:pt x="4" y="35"/>
                                  </a:cubicBezTo>
                                  <a:cubicBezTo>
                                    <a:pt x="4" y="35"/>
                                    <a:pt x="5" y="35"/>
                                    <a:pt x="6" y="3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3" name="Freeform 816">
                              <a:extLst>
                                <a:ext uri="{FF2B5EF4-FFF2-40B4-BE49-F238E27FC236}">
                                  <a16:creationId xmlns:a16="http://schemas.microsoft.com/office/drawing/2014/main" id="{383684E3-7571-3E38-5200-19C86A9050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16588" y="3208338"/>
                              <a:ext cx="192087" cy="112713"/>
                            </a:xfrm>
                            <a:custGeom>
                              <a:avLst/>
                              <a:gdLst>
                                <a:gd name="T0" fmla="*/ 17 w 46"/>
                                <a:gd name="T1" fmla="*/ 25 h 27"/>
                                <a:gd name="T2" fmla="*/ 19 w 46"/>
                                <a:gd name="T3" fmla="*/ 25 h 27"/>
                                <a:gd name="T4" fmla="*/ 20 w 46"/>
                                <a:gd name="T5" fmla="*/ 22 h 27"/>
                                <a:gd name="T6" fmla="*/ 25 w 46"/>
                                <a:gd name="T7" fmla="*/ 23 h 27"/>
                                <a:gd name="T8" fmla="*/ 28 w 46"/>
                                <a:gd name="T9" fmla="*/ 24 h 27"/>
                                <a:gd name="T10" fmla="*/ 32 w 46"/>
                                <a:gd name="T11" fmla="*/ 24 h 27"/>
                                <a:gd name="T12" fmla="*/ 34 w 46"/>
                                <a:gd name="T13" fmla="*/ 23 h 27"/>
                                <a:gd name="T14" fmla="*/ 40 w 46"/>
                                <a:gd name="T15" fmla="*/ 22 h 27"/>
                                <a:gd name="T16" fmla="*/ 43 w 46"/>
                                <a:gd name="T17" fmla="*/ 18 h 27"/>
                                <a:gd name="T18" fmla="*/ 45 w 46"/>
                                <a:gd name="T19" fmla="*/ 17 h 27"/>
                                <a:gd name="T20" fmla="*/ 45 w 46"/>
                                <a:gd name="T21" fmla="*/ 15 h 27"/>
                                <a:gd name="T22" fmla="*/ 44 w 46"/>
                                <a:gd name="T23" fmla="*/ 12 h 27"/>
                                <a:gd name="T24" fmla="*/ 41 w 46"/>
                                <a:gd name="T25" fmla="*/ 11 h 27"/>
                                <a:gd name="T26" fmla="*/ 39 w 46"/>
                                <a:gd name="T27" fmla="*/ 10 h 27"/>
                                <a:gd name="T28" fmla="*/ 39 w 46"/>
                                <a:gd name="T29" fmla="*/ 8 h 27"/>
                                <a:gd name="T30" fmla="*/ 35 w 46"/>
                                <a:gd name="T31" fmla="*/ 7 h 27"/>
                                <a:gd name="T32" fmla="*/ 33 w 46"/>
                                <a:gd name="T33" fmla="*/ 8 h 27"/>
                                <a:gd name="T34" fmla="*/ 31 w 46"/>
                                <a:gd name="T35" fmla="*/ 10 h 27"/>
                                <a:gd name="T36" fmla="*/ 30 w 46"/>
                                <a:gd name="T37" fmla="*/ 8 h 27"/>
                                <a:gd name="T38" fmla="*/ 30 w 46"/>
                                <a:gd name="T39" fmla="*/ 5 h 27"/>
                                <a:gd name="T40" fmla="*/ 26 w 46"/>
                                <a:gd name="T41" fmla="*/ 4 h 27"/>
                                <a:gd name="T42" fmla="*/ 22 w 46"/>
                                <a:gd name="T43" fmla="*/ 2 h 27"/>
                                <a:gd name="T44" fmla="*/ 19 w 46"/>
                                <a:gd name="T45" fmla="*/ 2 h 27"/>
                                <a:gd name="T46" fmla="*/ 15 w 46"/>
                                <a:gd name="T47" fmla="*/ 0 h 27"/>
                                <a:gd name="T48" fmla="*/ 13 w 46"/>
                                <a:gd name="T49" fmla="*/ 3 h 27"/>
                                <a:gd name="T50" fmla="*/ 9 w 46"/>
                                <a:gd name="T51" fmla="*/ 5 h 27"/>
                                <a:gd name="T52" fmla="*/ 8 w 46"/>
                                <a:gd name="T53" fmla="*/ 6 h 27"/>
                                <a:gd name="T54" fmla="*/ 4 w 46"/>
                                <a:gd name="T55" fmla="*/ 7 h 27"/>
                                <a:gd name="T56" fmla="*/ 2 w 46"/>
                                <a:gd name="T57" fmla="*/ 9 h 27"/>
                                <a:gd name="T58" fmla="*/ 1 w 46"/>
                                <a:gd name="T59" fmla="*/ 10 h 27"/>
                                <a:gd name="T60" fmla="*/ 3 w 46"/>
                                <a:gd name="T61" fmla="*/ 15 h 27"/>
                                <a:gd name="T62" fmla="*/ 5 w 46"/>
                                <a:gd name="T63" fmla="*/ 18 h 27"/>
                                <a:gd name="T64" fmla="*/ 7 w 46"/>
                                <a:gd name="T65" fmla="*/ 20 h 27"/>
                                <a:gd name="T66" fmla="*/ 9 w 46"/>
                                <a:gd name="T67" fmla="*/ 21 h 27"/>
                                <a:gd name="T68" fmla="*/ 12 w 46"/>
                                <a:gd name="T69" fmla="*/ 24 h 27"/>
                                <a:gd name="T70" fmla="*/ 14 w 46"/>
                                <a:gd name="T71" fmla="*/ 26 h 2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46" h="27">
                                  <a:moveTo>
                                    <a:pt x="14" y="26"/>
                                  </a:moveTo>
                                  <a:cubicBezTo>
                                    <a:pt x="15" y="27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6"/>
                                    <a:pt x="18" y="26"/>
                                  </a:cubicBezTo>
                                  <a:cubicBezTo>
                                    <a:pt x="18" y="26"/>
                                    <a:pt x="18" y="25"/>
                                    <a:pt x="19" y="25"/>
                                  </a:cubicBezTo>
                                  <a:cubicBezTo>
                                    <a:pt x="19" y="24"/>
                                    <a:pt x="20" y="24"/>
                                    <a:pt x="20" y="23"/>
                                  </a:cubicBezTo>
                                  <a:cubicBezTo>
                                    <a:pt x="20" y="22"/>
                                    <a:pt x="20" y="22"/>
                                    <a:pt x="20" y="22"/>
                                  </a:cubicBezTo>
                                  <a:cubicBezTo>
                                    <a:pt x="21" y="22"/>
                                    <a:pt x="21" y="22"/>
                                    <a:pt x="21" y="22"/>
                                  </a:cubicBezTo>
                                  <a:cubicBezTo>
                                    <a:pt x="23" y="22"/>
                                    <a:pt x="24" y="23"/>
                                    <a:pt x="25" y="23"/>
                                  </a:cubicBezTo>
                                  <a:cubicBezTo>
                                    <a:pt x="25" y="23"/>
                                    <a:pt x="26" y="23"/>
                                    <a:pt x="26" y="23"/>
                                  </a:cubicBezTo>
                                  <a:cubicBezTo>
                                    <a:pt x="27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30" y="23"/>
                                    <a:pt x="31" y="24"/>
                                  </a:cubicBezTo>
                                  <a:cubicBezTo>
                                    <a:pt x="31" y="24"/>
                                    <a:pt x="32" y="24"/>
                                    <a:pt x="32" y="24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4" y="25"/>
                                    <a:pt x="34" y="24"/>
                                    <a:pt x="34" y="23"/>
                                  </a:cubicBezTo>
                                  <a:cubicBezTo>
                                    <a:pt x="35" y="23"/>
                                    <a:pt x="36" y="23"/>
                                    <a:pt x="37" y="23"/>
                                  </a:cubicBezTo>
                                  <a:cubicBezTo>
                                    <a:pt x="38" y="23"/>
                                    <a:pt x="39" y="22"/>
                                    <a:pt x="40" y="22"/>
                                  </a:cubicBezTo>
                                  <a:cubicBezTo>
                                    <a:pt x="41" y="21"/>
                                    <a:pt x="41" y="20"/>
                                    <a:pt x="41" y="20"/>
                                  </a:cubicBezTo>
                                  <a:cubicBezTo>
                                    <a:pt x="41" y="19"/>
                                    <a:pt x="42" y="19"/>
                                    <a:pt x="43" y="18"/>
                                  </a:cubicBezTo>
                                  <a:cubicBezTo>
                                    <a:pt x="43" y="18"/>
                                    <a:pt x="43" y="17"/>
                                    <a:pt x="44" y="17"/>
                                  </a:cubicBezTo>
                                  <a:cubicBezTo>
                                    <a:pt x="44" y="17"/>
                                    <a:pt x="45" y="17"/>
                                    <a:pt x="45" y="17"/>
                                  </a:cubicBezTo>
                                  <a:cubicBezTo>
                                    <a:pt x="45" y="16"/>
                                    <a:pt x="46" y="16"/>
                                    <a:pt x="46" y="16"/>
                                  </a:cubicBezTo>
                                  <a:cubicBezTo>
                                    <a:pt x="46" y="16"/>
                                    <a:pt x="46" y="15"/>
                                    <a:pt x="45" y="15"/>
                                  </a:cubicBezTo>
                                  <a:cubicBezTo>
                                    <a:pt x="45" y="15"/>
                                    <a:pt x="45" y="14"/>
                                    <a:pt x="45" y="14"/>
                                  </a:cubicBezTo>
                                  <a:cubicBezTo>
                                    <a:pt x="44" y="13"/>
                                    <a:pt x="45" y="12"/>
                                    <a:pt x="44" y="12"/>
                                  </a:cubicBezTo>
                                  <a:cubicBezTo>
                                    <a:pt x="43" y="12"/>
                                    <a:pt x="43" y="12"/>
                                    <a:pt x="43" y="12"/>
                                  </a:cubicBezTo>
                                  <a:cubicBezTo>
                                    <a:pt x="42" y="11"/>
                                    <a:pt x="42" y="11"/>
                                    <a:pt x="41" y="11"/>
                                  </a:cubicBezTo>
                                  <a:cubicBezTo>
                                    <a:pt x="40" y="10"/>
                                    <a:pt x="41" y="11"/>
                                    <a:pt x="40" y="11"/>
                                  </a:cubicBezTo>
                                  <a:cubicBezTo>
                                    <a:pt x="39" y="11"/>
                                    <a:pt x="39" y="11"/>
                                    <a:pt x="39" y="10"/>
                                  </a:cubicBezTo>
                                  <a:cubicBezTo>
                                    <a:pt x="38" y="10"/>
                                    <a:pt x="38" y="10"/>
                                    <a:pt x="38" y="10"/>
                                  </a:cubicBezTo>
                                  <a:cubicBezTo>
                                    <a:pt x="37" y="9"/>
                                    <a:pt x="39" y="9"/>
                                    <a:pt x="39" y="8"/>
                                  </a:cubicBezTo>
                                  <a:cubicBezTo>
                                    <a:pt x="38" y="8"/>
                                    <a:pt x="37" y="9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7"/>
                                  </a:cubicBezTo>
                                  <a:cubicBezTo>
                                    <a:pt x="34" y="7"/>
                                    <a:pt x="33" y="6"/>
                                    <a:pt x="33" y="7"/>
                                  </a:cubicBezTo>
                                  <a:cubicBezTo>
                                    <a:pt x="32" y="7"/>
                                    <a:pt x="33" y="8"/>
                                    <a:pt x="33" y="8"/>
                                  </a:cubicBezTo>
                                  <a:cubicBezTo>
                                    <a:pt x="34" y="9"/>
                                    <a:pt x="33" y="9"/>
                                    <a:pt x="32" y="9"/>
                                  </a:cubicBezTo>
                                  <a:cubicBezTo>
                                    <a:pt x="32" y="10"/>
                                    <a:pt x="31" y="10"/>
                                    <a:pt x="31" y="10"/>
                                  </a:cubicBezTo>
                                  <a:cubicBezTo>
                                    <a:pt x="30" y="9"/>
                                    <a:pt x="30" y="9"/>
                                    <a:pt x="30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7" y="6"/>
                                    <a:pt x="30" y="6"/>
                                    <a:pt x="30" y="5"/>
                                  </a:cubicBezTo>
                                  <a:cubicBezTo>
                                    <a:pt x="29" y="4"/>
                                    <a:pt x="28" y="4"/>
                                    <a:pt x="28" y="4"/>
                                  </a:cubicBezTo>
                                  <a:cubicBezTo>
                                    <a:pt x="27" y="5"/>
                                    <a:pt x="27" y="4"/>
                                    <a:pt x="26" y="4"/>
                                  </a:cubicBezTo>
                                  <a:cubicBezTo>
                                    <a:pt x="25" y="3"/>
                                    <a:pt x="24" y="3"/>
                                    <a:pt x="24" y="3"/>
                                  </a:cubicBezTo>
                                  <a:cubicBezTo>
                                    <a:pt x="23" y="3"/>
                                    <a:pt x="23" y="2"/>
                                    <a:pt x="22" y="2"/>
                                  </a:cubicBezTo>
                                  <a:cubicBezTo>
                                    <a:pt x="22" y="1"/>
                                    <a:pt x="21" y="0"/>
                                    <a:pt x="20" y="1"/>
                                  </a:cubicBezTo>
                                  <a:cubicBezTo>
                                    <a:pt x="20" y="1"/>
                                    <a:pt x="20" y="2"/>
                                    <a:pt x="19" y="2"/>
                                  </a:cubicBezTo>
                                  <a:cubicBezTo>
                                    <a:pt x="19" y="3"/>
                                    <a:pt x="18" y="2"/>
                                    <a:pt x="18" y="1"/>
                                  </a:cubicBezTo>
                                  <a:cubicBezTo>
                                    <a:pt x="17" y="0"/>
                                    <a:pt x="16" y="0"/>
                                    <a:pt x="15" y="0"/>
                                  </a:cubicBezTo>
                                  <a:cubicBezTo>
                                    <a:pt x="15" y="1"/>
                                    <a:pt x="16" y="1"/>
                                    <a:pt x="16" y="2"/>
                                  </a:cubicBezTo>
                                  <a:cubicBezTo>
                                    <a:pt x="16" y="2"/>
                                    <a:pt x="14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8" y="5"/>
                                    <a:pt x="8" y="6"/>
                                    <a:pt x="8" y="6"/>
                                  </a:cubicBezTo>
                                  <a:cubicBezTo>
                                    <a:pt x="7" y="6"/>
                                    <a:pt x="6" y="7"/>
                                    <a:pt x="6" y="7"/>
                                  </a:cubicBezTo>
                                  <a:cubicBezTo>
                                    <a:pt x="5" y="7"/>
                                    <a:pt x="4" y="7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3" y="8"/>
                                  </a:cubicBezTo>
                                  <a:cubicBezTo>
                                    <a:pt x="3" y="8"/>
                                    <a:pt x="2" y="9"/>
                                    <a:pt x="2" y="9"/>
                                  </a:cubicBezTo>
                                  <a:cubicBezTo>
                                    <a:pt x="1" y="9"/>
                                    <a:pt x="1" y="8"/>
                                    <a:pt x="1" y="8"/>
                                  </a:cubicBezTo>
                                  <a:cubicBezTo>
                                    <a:pt x="0" y="8"/>
                                    <a:pt x="1" y="9"/>
                                    <a:pt x="1" y="10"/>
                                  </a:cubicBezTo>
                                  <a:cubicBezTo>
                                    <a:pt x="2" y="10"/>
                                    <a:pt x="2" y="11"/>
                                    <a:pt x="3" y="11"/>
                                  </a:cubicBezTo>
                                  <a:cubicBezTo>
                                    <a:pt x="4" y="13"/>
                                    <a:pt x="3" y="14"/>
                                    <a:pt x="3" y="15"/>
                                  </a:cubicBezTo>
                                  <a:cubicBezTo>
                                    <a:pt x="4" y="16"/>
                                    <a:pt x="4" y="16"/>
                                    <a:pt x="4" y="17"/>
                                  </a:cubicBezTo>
                                  <a:cubicBezTo>
                                    <a:pt x="4" y="17"/>
                                    <a:pt x="5" y="18"/>
                                    <a:pt x="5" y="18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7" y="18"/>
                                    <a:pt x="7" y="19"/>
                                    <a:pt x="7" y="20"/>
                                  </a:cubicBezTo>
                                  <a:cubicBezTo>
                                    <a:pt x="7" y="20"/>
                                    <a:pt x="8" y="20"/>
                                    <a:pt x="8" y="20"/>
                                  </a:cubicBezTo>
                                  <a:cubicBezTo>
                                    <a:pt x="8" y="21"/>
                                    <a:pt x="8" y="20"/>
                                    <a:pt x="9" y="21"/>
                                  </a:cubicBezTo>
                                  <a:cubicBezTo>
                                    <a:pt x="9" y="21"/>
                                    <a:pt x="10" y="22"/>
                                    <a:pt x="10" y="22"/>
                                  </a:cubicBezTo>
                                  <a:cubicBezTo>
                                    <a:pt x="11" y="23"/>
                                    <a:pt x="12" y="23"/>
                                    <a:pt x="12" y="24"/>
                                  </a:cubicBezTo>
                                  <a:cubicBezTo>
                                    <a:pt x="13" y="24"/>
                                    <a:pt x="13" y="25"/>
                                    <a:pt x="14" y="26"/>
                                  </a:cubicBezTo>
                                  <a:cubicBezTo>
                                    <a:pt x="15" y="26"/>
                                    <a:pt x="13" y="25"/>
                                    <a:pt x="14" y="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4" name="Freeform 817">
                              <a:extLst>
                                <a:ext uri="{FF2B5EF4-FFF2-40B4-BE49-F238E27FC236}">
                                  <a16:creationId xmlns:a16="http://schemas.microsoft.com/office/drawing/2014/main" id="{72E4695D-E904-C02D-099A-946317041C0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59450" y="3400425"/>
                              <a:ext cx="165100" cy="163513"/>
                            </a:xfrm>
                            <a:custGeom>
                              <a:avLst/>
                              <a:gdLst>
                                <a:gd name="T0" fmla="*/ 32 w 40"/>
                                <a:gd name="T1" fmla="*/ 37 h 39"/>
                                <a:gd name="T2" fmla="*/ 24 w 40"/>
                                <a:gd name="T3" fmla="*/ 31 h 39"/>
                                <a:gd name="T4" fmla="*/ 16 w 40"/>
                                <a:gd name="T5" fmla="*/ 27 h 39"/>
                                <a:gd name="T6" fmla="*/ 12 w 40"/>
                                <a:gd name="T7" fmla="*/ 22 h 39"/>
                                <a:gd name="T8" fmla="*/ 12 w 40"/>
                                <a:gd name="T9" fmla="*/ 21 h 39"/>
                                <a:gd name="T10" fmla="*/ 8 w 40"/>
                                <a:gd name="T11" fmla="*/ 17 h 39"/>
                                <a:gd name="T12" fmla="*/ 6 w 40"/>
                                <a:gd name="T13" fmla="*/ 12 h 39"/>
                                <a:gd name="T14" fmla="*/ 4 w 40"/>
                                <a:gd name="T15" fmla="*/ 15 h 39"/>
                                <a:gd name="T16" fmla="*/ 2 w 40"/>
                                <a:gd name="T17" fmla="*/ 15 h 39"/>
                                <a:gd name="T18" fmla="*/ 1 w 40"/>
                                <a:gd name="T19" fmla="*/ 13 h 39"/>
                                <a:gd name="T20" fmla="*/ 3 w 40"/>
                                <a:gd name="T21" fmla="*/ 10 h 39"/>
                                <a:gd name="T22" fmla="*/ 10 w 40"/>
                                <a:gd name="T23" fmla="*/ 10 h 39"/>
                                <a:gd name="T24" fmla="*/ 13 w 40"/>
                                <a:gd name="T25" fmla="*/ 9 h 39"/>
                                <a:gd name="T26" fmla="*/ 15 w 40"/>
                                <a:gd name="T27" fmla="*/ 5 h 39"/>
                                <a:gd name="T28" fmla="*/ 17 w 40"/>
                                <a:gd name="T29" fmla="*/ 3 h 39"/>
                                <a:gd name="T30" fmla="*/ 19 w 40"/>
                                <a:gd name="T31" fmla="*/ 2 h 39"/>
                                <a:gd name="T32" fmla="*/ 23 w 40"/>
                                <a:gd name="T33" fmla="*/ 2 h 39"/>
                                <a:gd name="T34" fmla="*/ 26 w 40"/>
                                <a:gd name="T35" fmla="*/ 6 h 39"/>
                                <a:gd name="T36" fmla="*/ 34 w 40"/>
                                <a:gd name="T37" fmla="*/ 7 h 39"/>
                                <a:gd name="T38" fmla="*/ 36 w 40"/>
                                <a:gd name="T39" fmla="*/ 8 h 39"/>
                                <a:gd name="T40" fmla="*/ 38 w 40"/>
                                <a:gd name="T41" fmla="*/ 10 h 39"/>
                                <a:gd name="T42" fmla="*/ 39 w 40"/>
                                <a:gd name="T43" fmla="*/ 13 h 39"/>
                                <a:gd name="T44" fmla="*/ 37 w 40"/>
                                <a:gd name="T45" fmla="*/ 16 h 39"/>
                                <a:gd name="T46" fmla="*/ 32 w 40"/>
                                <a:gd name="T47" fmla="*/ 13 h 39"/>
                                <a:gd name="T48" fmla="*/ 28 w 40"/>
                                <a:gd name="T49" fmla="*/ 14 h 39"/>
                                <a:gd name="T50" fmla="*/ 25 w 40"/>
                                <a:gd name="T51" fmla="*/ 13 h 39"/>
                                <a:gd name="T52" fmla="*/ 21 w 40"/>
                                <a:gd name="T53" fmla="*/ 13 h 39"/>
                                <a:gd name="T54" fmla="*/ 18 w 40"/>
                                <a:gd name="T55" fmla="*/ 14 h 39"/>
                                <a:gd name="T56" fmla="*/ 16 w 40"/>
                                <a:gd name="T57" fmla="*/ 18 h 39"/>
                                <a:gd name="T58" fmla="*/ 17 w 40"/>
                                <a:gd name="T59" fmla="*/ 20 h 39"/>
                                <a:gd name="T60" fmla="*/ 19 w 40"/>
                                <a:gd name="T61" fmla="*/ 23 h 39"/>
                                <a:gd name="T62" fmla="*/ 25 w 40"/>
                                <a:gd name="T63" fmla="*/ 30 h 39"/>
                                <a:gd name="T64" fmla="*/ 29 w 40"/>
                                <a:gd name="T65" fmla="*/ 35 h 39"/>
                                <a:gd name="T66" fmla="*/ 33 w 40"/>
                                <a:gd name="T67" fmla="*/ 38 h 39"/>
                                <a:gd name="T68" fmla="*/ 7 w 40"/>
                                <a:gd name="T69" fmla="*/ 15 h 39"/>
                                <a:gd name="T70" fmla="*/ 8 w 40"/>
                                <a:gd name="T71" fmla="*/ 14 h 39"/>
                                <a:gd name="T72" fmla="*/ 6 w 40"/>
                                <a:gd name="T73" fmla="*/ 14 h 39"/>
                                <a:gd name="T74" fmla="*/ 6 w 40"/>
                                <a:gd name="T75" fmla="*/ 17 h 39"/>
                                <a:gd name="T76" fmla="*/ 7 w 40"/>
                                <a:gd name="T77" fmla="*/ 18 h 39"/>
                                <a:gd name="T78" fmla="*/ 7 w 40"/>
                                <a:gd name="T79" fmla="*/ 16 h 39"/>
                                <a:gd name="T80" fmla="*/ 9 w 40"/>
                                <a:gd name="T81" fmla="*/ 19 h 39"/>
                                <a:gd name="T82" fmla="*/ 11 w 40"/>
                                <a:gd name="T83" fmla="*/ 20 h 39"/>
                                <a:gd name="T84" fmla="*/ 9 w 40"/>
                                <a:gd name="T85" fmla="*/ 23 h 39"/>
                                <a:gd name="T86" fmla="*/ 10 w 40"/>
                                <a:gd name="T87" fmla="*/ 24 h 39"/>
                                <a:gd name="T88" fmla="*/ 19 w 40"/>
                                <a:gd name="T89" fmla="*/ 30 h 39"/>
                                <a:gd name="T90" fmla="*/ 23 w 40"/>
                                <a:gd name="T91" fmla="*/ 31 h 39"/>
                                <a:gd name="T92" fmla="*/ 21 w 40"/>
                                <a:gd name="T93" fmla="*/ 34 h 39"/>
                                <a:gd name="T94" fmla="*/ 23 w 40"/>
                                <a:gd name="T95" fmla="*/ 34 h 39"/>
                                <a:gd name="T96" fmla="*/ 25 w 40"/>
                                <a:gd name="T97" fmla="*/ 34 h 39"/>
                                <a:gd name="T98" fmla="*/ 25 w 40"/>
                                <a:gd name="T99" fmla="*/ 34 h 39"/>
                                <a:gd name="T100" fmla="*/ 18 w 40"/>
                                <a:gd name="T101" fmla="*/ 33 h 39"/>
                                <a:gd name="T102" fmla="*/ 18 w 40"/>
                                <a:gd name="T103" fmla="*/ 33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40" h="39">
                                  <a:moveTo>
                                    <a:pt x="33" y="38"/>
                                  </a:moveTo>
                                  <a:cubicBezTo>
                                    <a:pt x="33" y="38"/>
                                    <a:pt x="33" y="39"/>
                                    <a:pt x="33" y="39"/>
                                  </a:cubicBezTo>
                                  <a:cubicBezTo>
                                    <a:pt x="33" y="38"/>
                                    <a:pt x="33" y="38"/>
                                    <a:pt x="32" y="37"/>
                                  </a:cubicBezTo>
                                  <a:cubicBezTo>
                                    <a:pt x="32" y="37"/>
                                    <a:pt x="31" y="37"/>
                                    <a:pt x="30" y="37"/>
                                  </a:cubicBezTo>
                                  <a:cubicBezTo>
                                    <a:pt x="29" y="36"/>
                                    <a:pt x="29" y="35"/>
                                    <a:pt x="28" y="34"/>
                                  </a:cubicBezTo>
                                  <a:cubicBezTo>
                                    <a:pt x="26" y="33"/>
                                    <a:pt x="25" y="32"/>
                                    <a:pt x="24" y="31"/>
                                  </a:cubicBezTo>
                                  <a:cubicBezTo>
                                    <a:pt x="23" y="30"/>
                                    <a:pt x="22" y="30"/>
                                    <a:pt x="21" y="29"/>
                                  </a:cubicBezTo>
                                  <a:cubicBezTo>
                                    <a:pt x="20" y="29"/>
                                    <a:pt x="18" y="29"/>
                                    <a:pt x="17" y="29"/>
                                  </a:cubicBezTo>
                                  <a:cubicBezTo>
                                    <a:pt x="16" y="28"/>
                                    <a:pt x="16" y="28"/>
                                    <a:pt x="16" y="27"/>
                                  </a:cubicBezTo>
                                  <a:cubicBezTo>
                                    <a:pt x="15" y="27"/>
                                    <a:pt x="15" y="27"/>
                                    <a:pt x="14" y="26"/>
                                  </a:cubicBezTo>
                                  <a:cubicBezTo>
                                    <a:pt x="13" y="25"/>
                                    <a:pt x="12" y="24"/>
                                    <a:pt x="12" y="23"/>
                                  </a:cubicBezTo>
                                  <a:cubicBezTo>
                                    <a:pt x="11" y="22"/>
                                    <a:pt x="11" y="22"/>
                                    <a:pt x="12" y="22"/>
                                  </a:cubicBezTo>
                                  <a:cubicBezTo>
                                    <a:pt x="12" y="22"/>
                                    <a:pt x="12" y="22"/>
                                    <a:pt x="12" y="22"/>
                                  </a:cubicBezTo>
                                  <a:cubicBezTo>
                                    <a:pt x="12" y="22"/>
                                    <a:pt x="13" y="22"/>
                                    <a:pt x="13" y="22"/>
                                  </a:cubicBezTo>
                                  <a:cubicBezTo>
                                    <a:pt x="13" y="21"/>
                                    <a:pt x="12" y="21"/>
                                    <a:pt x="12" y="21"/>
                                  </a:cubicBezTo>
                                  <a:cubicBezTo>
                                    <a:pt x="11" y="20"/>
                                    <a:pt x="11" y="20"/>
                                    <a:pt x="10" y="19"/>
                                  </a:cubicBezTo>
                                  <a:cubicBezTo>
                                    <a:pt x="10" y="18"/>
                                    <a:pt x="10" y="18"/>
                                    <a:pt x="9" y="18"/>
                                  </a:cubicBezTo>
                                  <a:cubicBezTo>
                                    <a:pt x="9" y="18"/>
                                    <a:pt x="8" y="17"/>
                                    <a:pt x="8" y="17"/>
                                  </a:cubicBezTo>
                                  <a:cubicBezTo>
                                    <a:pt x="9" y="18"/>
                                    <a:pt x="10" y="17"/>
                                    <a:pt x="10" y="16"/>
                                  </a:cubicBezTo>
                                  <a:cubicBezTo>
                                    <a:pt x="10" y="15"/>
                                    <a:pt x="9" y="14"/>
                                    <a:pt x="8" y="14"/>
                                  </a:cubicBezTo>
                                  <a:cubicBezTo>
                                    <a:pt x="8" y="13"/>
                                    <a:pt x="7" y="12"/>
                                    <a:pt x="6" y="12"/>
                                  </a:cubicBezTo>
                                  <a:cubicBezTo>
                                    <a:pt x="6" y="12"/>
                                    <a:pt x="5" y="12"/>
                                    <a:pt x="5" y="12"/>
                                  </a:cubicBezTo>
                                  <a:cubicBezTo>
                                    <a:pt x="5" y="13"/>
                                    <a:pt x="5" y="13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4" y="16"/>
                                    <a:pt x="3" y="17"/>
                                  </a:cubicBezTo>
                                  <a:cubicBezTo>
                                    <a:pt x="2" y="18"/>
                                    <a:pt x="2" y="16"/>
                                    <a:pt x="2" y="15"/>
                                  </a:cubicBezTo>
                                  <a:cubicBezTo>
                                    <a:pt x="1" y="15"/>
                                    <a:pt x="1" y="15"/>
                                    <a:pt x="1" y="14"/>
                                  </a:cubicBezTo>
                                  <a:cubicBezTo>
                                    <a:pt x="1" y="14"/>
                                    <a:pt x="2" y="14"/>
                                    <a:pt x="2" y="14"/>
                                  </a:cubicBezTo>
                                  <a:cubicBezTo>
                                    <a:pt x="1" y="14"/>
                                    <a:pt x="1" y="14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2"/>
                                  </a:cubicBezTo>
                                  <a:cubicBezTo>
                                    <a:pt x="1" y="12"/>
                                    <a:pt x="0" y="11"/>
                                    <a:pt x="0" y="10"/>
                                  </a:cubicBezTo>
                                  <a:cubicBezTo>
                                    <a:pt x="1" y="11"/>
                                    <a:pt x="4" y="12"/>
                                    <a:pt x="3" y="10"/>
                                  </a:cubicBezTo>
                                  <a:cubicBezTo>
                                    <a:pt x="4" y="10"/>
                                    <a:pt x="5" y="11"/>
                                    <a:pt x="6" y="10"/>
                                  </a:cubicBezTo>
                                  <a:cubicBezTo>
                                    <a:pt x="7" y="10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9" y="11"/>
                                    <a:pt x="10" y="10"/>
                                  </a:cubicBezTo>
                                  <a:cubicBezTo>
                                    <a:pt x="10" y="10"/>
                                    <a:pt x="12" y="12"/>
                                    <a:pt x="13" y="11"/>
                                  </a:cubicBezTo>
                                  <a:cubicBezTo>
                                    <a:pt x="13" y="10"/>
                                    <a:pt x="12" y="10"/>
                                    <a:pt x="12" y="9"/>
                                  </a:cubicBezTo>
                                  <a:cubicBezTo>
                                    <a:pt x="12" y="9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4" y="7"/>
                                    <a:pt x="14" y="8"/>
                                    <a:pt x="15" y="7"/>
                                  </a:cubicBezTo>
                                  <a:cubicBezTo>
                                    <a:pt x="15" y="6"/>
                                    <a:pt x="15" y="6"/>
                                    <a:pt x="15" y="5"/>
                                  </a:cubicBezTo>
                                  <a:cubicBezTo>
                                    <a:pt x="15" y="5"/>
                                    <a:pt x="14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6" y="3"/>
                                    <a:pt x="16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9" y="0"/>
                                    <a:pt x="20" y="1"/>
                                    <a:pt x="20" y="1"/>
                                  </a:cubicBezTo>
                                  <a:cubicBezTo>
                                    <a:pt x="21" y="1"/>
                                    <a:pt x="22" y="1"/>
                                    <a:pt x="23" y="2"/>
                                  </a:cubicBezTo>
                                  <a:cubicBezTo>
                                    <a:pt x="23" y="3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7" y="6"/>
                                    <a:pt x="28" y="7"/>
                                    <a:pt x="28" y="7"/>
                                  </a:cubicBezTo>
                                  <a:cubicBezTo>
                                    <a:pt x="29" y="7"/>
                                    <a:pt x="30" y="7"/>
                                    <a:pt x="31" y="7"/>
                                  </a:cubicBezTo>
                                  <a:cubicBezTo>
                                    <a:pt x="32" y="8"/>
                                    <a:pt x="33" y="8"/>
                                    <a:pt x="34" y="7"/>
                                  </a:cubicBezTo>
                                  <a:cubicBezTo>
                                    <a:pt x="34" y="7"/>
                                    <a:pt x="35" y="7"/>
                                    <a:pt x="36" y="6"/>
                                  </a:cubicBezTo>
                                  <a:cubicBezTo>
                                    <a:pt x="36" y="6"/>
                                    <a:pt x="37" y="5"/>
                                    <a:pt x="38" y="5"/>
                                  </a:cubicBezTo>
                                  <a:cubicBezTo>
                                    <a:pt x="37" y="6"/>
                                    <a:pt x="36" y="7"/>
                                    <a:pt x="36" y="8"/>
                                  </a:cubicBezTo>
                                  <a:cubicBezTo>
                                    <a:pt x="36" y="8"/>
                                    <a:pt x="37" y="8"/>
                                    <a:pt x="37" y="9"/>
                                  </a:cubicBezTo>
                                  <a:cubicBezTo>
                                    <a:pt x="37" y="9"/>
                                    <a:pt x="36" y="10"/>
                                    <a:pt x="37" y="10"/>
                                  </a:cubicBezTo>
                                  <a:cubicBezTo>
                                    <a:pt x="37" y="10"/>
                                    <a:pt x="38" y="10"/>
                                    <a:pt x="38" y="10"/>
                                  </a:cubicBezTo>
                                  <a:cubicBezTo>
                                    <a:pt x="38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2"/>
                                    <a:pt x="37" y="12"/>
                                  </a:cubicBezTo>
                                  <a:cubicBezTo>
                                    <a:pt x="38" y="12"/>
                                    <a:pt x="39" y="12"/>
                                    <a:pt x="39" y="13"/>
                                  </a:cubicBezTo>
                                  <a:cubicBezTo>
                                    <a:pt x="40" y="13"/>
                                    <a:pt x="40" y="13"/>
                                    <a:pt x="39" y="14"/>
                                  </a:cubicBezTo>
                                  <a:cubicBezTo>
                                    <a:pt x="38" y="14"/>
                                    <a:pt x="38" y="14"/>
                                    <a:pt x="38" y="15"/>
                                  </a:cubicBezTo>
                                  <a:cubicBezTo>
                                    <a:pt x="38" y="15"/>
                                    <a:pt x="38" y="16"/>
                                    <a:pt x="37" y="16"/>
                                  </a:cubicBezTo>
                                  <a:cubicBezTo>
                                    <a:pt x="36" y="17"/>
                                    <a:pt x="36" y="15"/>
                                    <a:pt x="35" y="15"/>
                                  </a:cubicBezTo>
                                  <a:cubicBezTo>
                                    <a:pt x="35" y="14"/>
                                    <a:pt x="35" y="14"/>
                                    <a:pt x="34" y="14"/>
                                  </a:cubicBezTo>
                                  <a:cubicBezTo>
                                    <a:pt x="33" y="14"/>
                                    <a:pt x="33" y="14"/>
                                    <a:pt x="32" y="13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3"/>
                                    <a:pt x="30" y="14"/>
                                    <a:pt x="30" y="14"/>
                                  </a:cubicBezTo>
                                  <a:cubicBezTo>
                                    <a:pt x="29" y="14"/>
                                    <a:pt x="29" y="14"/>
                                    <a:pt x="28" y="14"/>
                                  </a:cubicBezTo>
                                  <a:cubicBezTo>
                                    <a:pt x="28" y="13"/>
                                    <a:pt x="28" y="13"/>
                                    <a:pt x="27" y="14"/>
                                  </a:cubicBezTo>
                                  <a:cubicBezTo>
                                    <a:pt x="27" y="14"/>
                                    <a:pt x="27" y="14"/>
                                    <a:pt x="26" y="14"/>
                                  </a:cubicBezTo>
                                  <a:cubicBezTo>
                                    <a:pt x="26" y="14"/>
                                    <a:pt x="26" y="13"/>
                                    <a:pt x="25" y="13"/>
                                  </a:cubicBezTo>
                                  <a:cubicBezTo>
                                    <a:pt x="25" y="13"/>
                                    <a:pt x="25" y="14"/>
                                    <a:pt x="24" y="13"/>
                                  </a:cubicBezTo>
                                  <a:cubicBezTo>
                                    <a:pt x="24" y="13"/>
                                    <a:pt x="24" y="12"/>
                                    <a:pt x="23" y="13"/>
                                  </a:cubicBezTo>
                                  <a:cubicBezTo>
                                    <a:pt x="22" y="13"/>
                                    <a:pt x="22" y="13"/>
                                    <a:pt x="21" y="13"/>
                                  </a:cubicBezTo>
                                  <a:cubicBezTo>
                                    <a:pt x="21" y="13"/>
                                    <a:pt x="20" y="13"/>
                                    <a:pt x="20" y="14"/>
                                  </a:cubicBezTo>
                                  <a:cubicBezTo>
                                    <a:pt x="19" y="14"/>
                                    <a:pt x="19" y="15"/>
                                    <a:pt x="19" y="15"/>
                                  </a:cubicBezTo>
                                  <a:cubicBezTo>
                                    <a:pt x="18" y="15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7" y="14"/>
                                    <a:pt x="17" y="13"/>
                                  </a:cubicBezTo>
                                  <a:cubicBezTo>
                                    <a:pt x="15" y="12"/>
                                    <a:pt x="16" y="15"/>
                                    <a:pt x="15" y="17"/>
                                  </a:cubicBezTo>
                                  <a:cubicBezTo>
                                    <a:pt x="15" y="17"/>
                                    <a:pt x="15" y="18"/>
                                    <a:pt x="16" y="18"/>
                                  </a:cubicBezTo>
                                  <a:cubicBezTo>
                                    <a:pt x="16" y="18"/>
                                    <a:pt x="16" y="18"/>
                                    <a:pt x="17" y="18"/>
                                  </a:cubicBezTo>
                                  <a:cubicBezTo>
                                    <a:pt x="17" y="19"/>
                                    <a:pt x="17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20"/>
                                  </a:cubicBezTo>
                                  <a:cubicBezTo>
                                    <a:pt x="17" y="20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8" y="22"/>
                                    <a:pt x="19" y="23"/>
                                  </a:cubicBezTo>
                                  <a:cubicBezTo>
                                    <a:pt x="19" y="24"/>
                                    <a:pt x="21" y="26"/>
                                    <a:pt x="22" y="27"/>
                                  </a:cubicBezTo>
                                  <a:cubicBezTo>
                                    <a:pt x="23" y="28"/>
                                    <a:pt x="23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30"/>
                                  </a:cubicBezTo>
                                  <a:cubicBezTo>
                                    <a:pt x="26" y="30"/>
                                    <a:pt x="26" y="30"/>
                                    <a:pt x="26" y="31"/>
                                  </a:cubicBezTo>
                                  <a:cubicBezTo>
                                    <a:pt x="26" y="32"/>
                                    <a:pt x="27" y="32"/>
                                    <a:pt x="28" y="33"/>
                                  </a:cubicBezTo>
                                  <a:cubicBezTo>
                                    <a:pt x="28" y="34"/>
                                    <a:pt x="29" y="34"/>
                                    <a:pt x="29" y="35"/>
                                  </a:cubicBezTo>
                                  <a:cubicBezTo>
                                    <a:pt x="30" y="35"/>
                                    <a:pt x="30" y="35"/>
                                    <a:pt x="30" y="36"/>
                                  </a:cubicBezTo>
                                  <a:cubicBezTo>
                                    <a:pt x="31" y="36"/>
                                    <a:pt x="31" y="36"/>
                                    <a:pt x="31" y="36"/>
                                  </a:cubicBezTo>
                                  <a:cubicBezTo>
                                    <a:pt x="32" y="37"/>
                                    <a:pt x="34" y="37"/>
                                    <a:pt x="33" y="38"/>
                                  </a:cubicBezTo>
                                  <a:close/>
                                  <a:moveTo>
                                    <a:pt x="8" y="14"/>
                                  </a:moveTo>
                                  <a:cubicBezTo>
                                    <a:pt x="8" y="13"/>
                                    <a:pt x="7" y="14"/>
                                    <a:pt x="7" y="14"/>
                                  </a:cubicBezTo>
                                  <a:cubicBezTo>
                                    <a:pt x="6" y="15"/>
                                    <a:pt x="7" y="14"/>
                                    <a:pt x="7" y="15"/>
                                  </a:cubicBezTo>
                                  <a:cubicBezTo>
                                    <a:pt x="8" y="15"/>
                                    <a:pt x="8" y="16"/>
                                    <a:pt x="9" y="15"/>
                                  </a:cubicBezTo>
                                  <a:cubicBezTo>
                                    <a:pt x="9" y="15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lose/>
                                  <a:moveTo>
                                    <a:pt x="7" y="16"/>
                                  </a:moveTo>
                                  <a:cubicBezTo>
                                    <a:pt x="7" y="16"/>
                                    <a:pt x="6" y="15"/>
                                    <a:pt x="6" y="15"/>
                                  </a:cubicBezTo>
                                  <a:cubicBezTo>
                                    <a:pt x="6" y="14"/>
                                    <a:pt x="5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6" y="17"/>
                                    <a:pt x="6" y="17"/>
                                  </a:cubicBezTo>
                                  <a:cubicBezTo>
                                    <a:pt x="6" y="18"/>
                                    <a:pt x="6" y="19"/>
                                    <a:pt x="6" y="20"/>
                                  </a:cubicBezTo>
                                  <a:cubicBezTo>
                                    <a:pt x="7" y="20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18"/>
                                  </a:cubicBezTo>
                                  <a:cubicBezTo>
                                    <a:pt x="7" y="18"/>
                                    <a:pt x="7" y="18"/>
                                    <a:pt x="7" y="17"/>
                                  </a:cubicBezTo>
                                  <a:cubicBezTo>
                                    <a:pt x="7" y="17"/>
                                    <a:pt x="7" y="17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lose/>
                                  <a:moveTo>
                                    <a:pt x="9" y="19"/>
                                  </a:moveTo>
                                  <a:cubicBezTo>
                                    <a:pt x="9" y="19"/>
                                    <a:pt x="9" y="18"/>
                                    <a:pt x="9" y="18"/>
                                  </a:cubicBezTo>
                                  <a:cubicBezTo>
                                    <a:pt x="8" y="18"/>
                                    <a:pt x="9" y="19"/>
                                    <a:pt x="9" y="19"/>
                                  </a:cubicBezTo>
                                  <a:cubicBezTo>
                                    <a:pt x="9" y="20"/>
                                    <a:pt x="10" y="20"/>
                                    <a:pt x="10" y="20"/>
                                  </a:cubicBezTo>
                                  <a:cubicBezTo>
                                    <a:pt x="10" y="21"/>
                                    <a:pt x="10" y="21"/>
                                    <a:pt x="11" y="21"/>
                                  </a:cubicBezTo>
                                  <a:cubicBezTo>
                                    <a:pt x="11" y="22"/>
                                    <a:pt x="11" y="21"/>
                                    <a:pt x="11" y="20"/>
                                  </a:cubicBezTo>
                                  <a:cubicBezTo>
                                    <a:pt x="10" y="20"/>
                                    <a:pt x="10" y="19"/>
                                    <a:pt x="9" y="19"/>
                                  </a:cubicBezTo>
                                  <a:cubicBezTo>
                                    <a:pt x="9" y="19"/>
                                    <a:pt x="9" y="19"/>
                                    <a:pt x="9" y="19"/>
                                  </a:cubicBezTo>
                                  <a:close/>
                                  <a:moveTo>
                                    <a:pt x="9" y="23"/>
                                  </a:moveTo>
                                  <a:cubicBezTo>
                                    <a:pt x="9" y="23"/>
                                    <a:pt x="12" y="27"/>
                                    <a:pt x="12" y="27"/>
                                  </a:cubicBezTo>
                                  <a:cubicBezTo>
                                    <a:pt x="13" y="26"/>
                                    <a:pt x="12" y="25"/>
                                    <a:pt x="11" y="25"/>
                                  </a:cubicBezTo>
                                  <a:cubicBezTo>
                                    <a:pt x="11" y="25"/>
                                    <a:pt x="11" y="24"/>
                                    <a:pt x="10" y="24"/>
                                  </a:cubicBezTo>
                                  <a:cubicBezTo>
                                    <a:pt x="10" y="24"/>
                                    <a:pt x="10" y="23"/>
                                    <a:pt x="9" y="23"/>
                                  </a:cubicBezTo>
                                  <a:cubicBezTo>
                                    <a:pt x="9" y="23"/>
                                    <a:pt x="10" y="23"/>
                                    <a:pt x="9" y="23"/>
                                  </a:cubicBezTo>
                                  <a:close/>
                                  <a:moveTo>
                                    <a:pt x="19" y="30"/>
                                  </a:moveTo>
                                  <a:cubicBezTo>
                                    <a:pt x="18" y="30"/>
                                    <a:pt x="19" y="30"/>
                                    <a:pt x="19" y="31"/>
                                  </a:cubicBezTo>
                                  <a:cubicBezTo>
                                    <a:pt x="19" y="31"/>
                                    <a:pt x="20" y="31"/>
                                    <a:pt x="20" y="31"/>
                                  </a:cubicBezTo>
                                  <a:cubicBezTo>
                                    <a:pt x="21" y="31"/>
                                    <a:pt x="22" y="31"/>
                                    <a:pt x="23" y="31"/>
                                  </a:cubicBezTo>
                                  <a:cubicBezTo>
                                    <a:pt x="23" y="30"/>
                                    <a:pt x="20" y="30"/>
                                    <a:pt x="20" y="30"/>
                                  </a:cubicBezTo>
                                  <a:cubicBezTo>
                                    <a:pt x="20" y="30"/>
                                    <a:pt x="19" y="30"/>
                                    <a:pt x="19" y="30"/>
                                  </a:cubicBezTo>
                                  <a:close/>
                                  <a:moveTo>
                                    <a:pt x="21" y="34"/>
                                  </a:moveTo>
                                  <a:cubicBezTo>
                                    <a:pt x="22" y="35"/>
                                    <a:pt x="23" y="35"/>
                                    <a:pt x="24" y="34"/>
                                  </a:cubicBezTo>
                                  <a:cubicBezTo>
                                    <a:pt x="24" y="34"/>
                                    <a:pt x="25" y="35"/>
                                    <a:pt x="25" y="34"/>
                                  </a:cubicBezTo>
                                  <a:cubicBezTo>
                                    <a:pt x="24" y="34"/>
                                    <a:pt x="24" y="34"/>
                                    <a:pt x="23" y="34"/>
                                  </a:cubicBezTo>
                                  <a:cubicBezTo>
                                    <a:pt x="23" y="34"/>
                                    <a:pt x="21" y="34"/>
                                    <a:pt x="21" y="34"/>
                                  </a:cubicBezTo>
                                  <a:cubicBezTo>
                                    <a:pt x="22" y="34"/>
                                    <a:pt x="21" y="34"/>
                                    <a:pt x="21" y="34"/>
                                  </a:cubicBezTo>
                                  <a:close/>
                                  <a:moveTo>
                                    <a:pt x="25" y="34"/>
                                  </a:moveTo>
                                  <a:cubicBezTo>
                                    <a:pt x="26" y="34"/>
                                    <a:pt x="27" y="36"/>
                                    <a:pt x="28" y="36"/>
                                  </a:cubicBezTo>
                                  <a:cubicBezTo>
                                    <a:pt x="28" y="35"/>
                                    <a:pt x="27" y="34"/>
                                    <a:pt x="26" y="34"/>
                                  </a:cubicBezTo>
                                  <a:cubicBezTo>
                                    <a:pt x="26" y="34"/>
                                    <a:pt x="26" y="33"/>
                                    <a:pt x="25" y="34"/>
                                  </a:cubicBezTo>
                                  <a:cubicBezTo>
                                    <a:pt x="25" y="34"/>
                                    <a:pt x="25" y="34"/>
                                    <a:pt x="25" y="34"/>
                                  </a:cubicBezTo>
                                  <a:cubicBezTo>
                                    <a:pt x="26" y="34"/>
                                    <a:pt x="25" y="34"/>
                                    <a:pt x="25" y="34"/>
                                  </a:cubicBezTo>
                                  <a:close/>
                                  <a:moveTo>
                                    <a:pt x="18" y="33"/>
                                  </a:moveTo>
                                  <a:cubicBezTo>
                                    <a:pt x="18" y="33"/>
                                    <a:pt x="17" y="33"/>
                                    <a:pt x="17" y="34"/>
                                  </a:cubicBezTo>
                                  <a:cubicBezTo>
                                    <a:pt x="18" y="34"/>
                                    <a:pt x="19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5" name="Freeform 818">
                              <a:extLst>
                                <a:ext uri="{FF2B5EF4-FFF2-40B4-BE49-F238E27FC236}">
                                  <a16:creationId xmlns:a16="http://schemas.microsoft.com/office/drawing/2014/main" id="{BECDA7BB-FD0E-E1AF-1939-4747290550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03925" y="3492500"/>
                              <a:ext cx="184150" cy="115888"/>
                            </a:xfrm>
                            <a:custGeom>
                              <a:avLst/>
                              <a:gdLst>
                                <a:gd name="T0" fmla="*/ 39 w 44"/>
                                <a:gd name="T1" fmla="*/ 4 h 28"/>
                                <a:gd name="T2" fmla="*/ 37 w 44"/>
                                <a:gd name="T3" fmla="*/ 3 h 28"/>
                                <a:gd name="T4" fmla="*/ 35 w 44"/>
                                <a:gd name="T5" fmla="*/ 2 h 28"/>
                                <a:gd name="T6" fmla="*/ 29 w 44"/>
                                <a:gd name="T7" fmla="*/ 2 h 28"/>
                                <a:gd name="T8" fmla="*/ 25 w 44"/>
                                <a:gd name="T9" fmla="*/ 4 h 28"/>
                                <a:gd name="T10" fmla="*/ 20 w 44"/>
                                <a:gd name="T11" fmla="*/ 5 h 28"/>
                                <a:gd name="T12" fmla="*/ 16 w 44"/>
                                <a:gd name="T13" fmla="*/ 5 h 28"/>
                                <a:gd name="T14" fmla="*/ 11 w 44"/>
                                <a:gd name="T15" fmla="*/ 4 h 28"/>
                                <a:gd name="T16" fmla="*/ 4 w 44"/>
                                <a:gd name="T17" fmla="*/ 3 h 28"/>
                                <a:gd name="T18" fmla="*/ 4 w 44"/>
                                <a:gd name="T19" fmla="*/ 1 h 28"/>
                                <a:gd name="T20" fmla="*/ 2 w 44"/>
                                <a:gd name="T21" fmla="*/ 2 h 28"/>
                                <a:gd name="T22" fmla="*/ 2 w 44"/>
                                <a:gd name="T23" fmla="*/ 6 h 28"/>
                                <a:gd name="T24" fmla="*/ 3 w 44"/>
                                <a:gd name="T25" fmla="*/ 8 h 28"/>
                                <a:gd name="T26" fmla="*/ 5 w 44"/>
                                <a:gd name="T27" fmla="*/ 10 h 28"/>
                                <a:gd name="T28" fmla="*/ 4 w 44"/>
                                <a:gd name="T29" fmla="*/ 12 h 28"/>
                                <a:gd name="T30" fmla="*/ 1 w 44"/>
                                <a:gd name="T31" fmla="*/ 13 h 28"/>
                                <a:gd name="T32" fmla="*/ 1 w 44"/>
                                <a:gd name="T33" fmla="*/ 16 h 28"/>
                                <a:gd name="T34" fmla="*/ 1 w 44"/>
                                <a:gd name="T35" fmla="*/ 18 h 28"/>
                                <a:gd name="T36" fmla="*/ 4 w 44"/>
                                <a:gd name="T37" fmla="*/ 22 h 28"/>
                                <a:gd name="T38" fmla="*/ 4 w 44"/>
                                <a:gd name="T39" fmla="*/ 27 h 28"/>
                                <a:gd name="T40" fmla="*/ 8 w 44"/>
                                <a:gd name="T41" fmla="*/ 26 h 28"/>
                                <a:gd name="T42" fmla="*/ 12 w 44"/>
                                <a:gd name="T43" fmla="*/ 25 h 28"/>
                                <a:gd name="T44" fmla="*/ 14 w 44"/>
                                <a:gd name="T45" fmla="*/ 25 h 28"/>
                                <a:gd name="T46" fmla="*/ 15 w 44"/>
                                <a:gd name="T47" fmla="*/ 25 h 28"/>
                                <a:gd name="T48" fmla="*/ 16 w 44"/>
                                <a:gd name="T49" fmla="*/ 26 h 28"/>
                                <a:gd name="T50" fmla="*/ 20 w 44"/>
                                <a:gd name="T51" fmla="*/ 28 h 28"/>
                                <a:gd name="T52" fmla="*/ 24 w 44"/>
                                <a:gd name="T53" fmla="*/ 27 h 28"/>
                                <a:gd name="T54" fmla="*/ 26 w 44"/>
                                <a:gd name="T55" fmla="*/ 24 h 28"/>
                                <a:gd name="T56" fmla="*/ 29 w 44"/>
                                <a:gd name="T57" fmla="*/ 23 h 28"/>
                                <a:gd name="T58" fmla="*/ 33 w 44"/>
                                <a:gd name="T59" fmla="*/ 20 h 28"/>
                                <a:gd name="T60" fmla="*/ 34 w 44"/>
                                <a:gd name="T61" fmla="*/ 20 h 28"/>
                                <a:gd name="T62" fmla="*/ 36 w 44"/>
                                <a:gd name="T63" fmla="*/ 22 h 28"/>
                                <a:gd name="T64" fmla="*/ 37 w 44"/>
                                <a:gd name="T65" fmla="*/ 21 h 28"/>
                                <a:gd name="T66" fmla="*/ 38 w 44"/>
                                <a:gd name="T67" fmla="*/ 19 h 28"/>
                                <a:gd name="T68" fmla="*/ 35 w 44"/>
                                <a:gd name="T69" fmla="*/ 17 h 28"/>
                                <a:gd name="T70" fmla="*/ 37 w 44"/>
                                <a:gd name="T71" fmla="*/ 15 h 28"/>
                                <a:gd name="T72" fmla="*/ 38 w 44"/>
                                <a:gd name="T73" fmla="*/ 11 h 28"/>
                                <a:gd name="T74" fmla="*/ 42 w 44"/>
                                <a:gd name="T75" fmla="*/ 8 h 28"/>
                                <a:gd name="T76" fmla="*/ 41 w 44"/>
                                <a:gd name="T77" fmla="*/ 5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44" h="28">
                                  <a:moveTo>
                                    <a:pt x="41" y="5"/>
                                  </a:moveTo>
                                  <a:cubicBezTo>
                                    <a:pt x="40" y="5"/>
                                    <a:pt x="39" y="5"/>
                                    <a:pt x="39" y="4"/>
                                  </a:cubicBezTo>
                                  <a:cubicBezTo>
                                    <a:pt x="38" y="3"/>
                                    <a:pt x="39" y="3"/>
                                    <a:pt x="38" y="3"/>
                                  </a:cubicBezTo>
                                  <a:cubicBezTo>
                                    <a:pt x="37" y="3"/>
                                    <a:pt x="37" y="3"/>
                                    <a:pt x="37" y="3"/>
                                  </a:cubicBezTo>
                                  <a:cubicBezTo>
                                    <a:pt x="37" y="3"/>
                                    <a:pt x="36" y="2"/>
                                    <a:pt x="36" y="2"/>
                                  </a:cubicBezTo>
                                  <a:cubicBezTo>
                                    <a:pt x="36" y="2"/>
                                    <a:pt x="35" y="2"/>
                                    <a:pt x="35" y="2"/>
                                  </a:cubicBezTo>
                                  <a:cubicBezTo>
                                    <a:pt x="35" y="2"/>
                                    <a:pt x="34" y="2"/>
                                    <a:pt x="34" y="2"/>
                                  </a:cubicBezTo>
                                  <a:cubicBezTo>
                                    <a:pt x="32" y="1"/>
                                    <a:pt x="31" y="1"/>
                                    <a:pt x="29" y="2"/>
                                  </a:cubicBezTo>
                                  <a:cubicBezTo>
                                    <a:pt x="28" y="2"/>
                                    <a:pt x="28" y="2"/>
                                    <a:pt x="27" y="3"/>
                                  </a:cubicBezTo>
                                  <a:cubicBezTo>
                                    <a:pt x="26" y="3"/>
                                    <a:pt x="25" y="4"/>
                                    <a:pt x="25" y="4"/>
                                  </a:cubicBezTo>
                                  <a:cubicBezTo>
                                    <a:pt x="24" y="5"/>
                                    <a:pt x="24" y="5"/>
                                    <a:pt x="23" y="5"/>
                                  </a:cubicBezTo>
                                  <a:cubicBezTo>
                                    <a:pt x="22" y="6"/>
                                    <a:pt x="21" y="6"/>
                                    <a:pt x="20" y="5"/>
                                  </a:cubicBezTo>
                                  <a:cubicBezTo>
                                    <a:pt x="20" y="5"/>
                                    <a:pt x="19" y="5"/>
                                    <a:pt x="18" y="5"/>
                                  </a:cubicBezTo>
                                  <a:cubicBezTo>
                                    <a:pt x="17" y="5"/>
                                    <a:pt x="17" y="5"/>
                                    <a:pt x="16" y="5"/>
                                  </a:cubicBezTo>
                                  <a:cubicBezTo>
                                    <a:pt x="15" y="4"/>
                                    <a:pt x="14" y="5"/>
                                    <a:pt x="14" y="5"/>
                                  </a:cubicBezTo>
                                  <a:cubicBezTo>
                                    <a:pt x="13" y="5"/>
                                    <a:pt x="12" y="4"/>
                                    <a:pt x="11" y="4"/>
                                  </a:cubicBezTo>
                                  <a:cubicBezTo>
                                    <a:pt x="9" y="4"/>
                                    <a:pt x="8" y="3"/>
                                    <a:pt x="6" y="4"/>
                                  </a:cubicBezTo>
                                  <a:cubicBezTo>
                                    <a:pt x="6" y="4"/>
                                    <a:pt x="3" y="4"/>
                                    <a:pt x="4" y="3"/>
                                  </a:cubicBezTo>
                                  <a:cubicBezTo>
                                    <a:pt x="4" y="2"/>
                                    <a:pt x="6" y="2"/>
                                    <a:pt x="5" y="2"/>
                                  </a:cubicBezTo>
                                  <a:cubicBezTo>
                                    <a:pt x="5" y="1"/>
                                    <a:pt x="5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3" y="0"/>
                                  </a:cubicBezTo>
                                  <a:cubicBezTo>
                                    <a:pt x="3" y="1"/>
                                    <a:pt x="3" y="1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3"/>
                                  </a:cubicBezTo>
                                  <a:cubicBezTo>
                                    <a:pt x="0" y="4"/>
                                    <a:pt x="1" y="5"/>
                                    <a:pt x="2" y="6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5" y="10"/>
                                    <a:pt x="5" y="10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2" y="13"/>
                                    <a:pt x="1" y="13"/>
                                  </a:cubicBezTo>
                                  <a:cubicBezTo>
                                    <a:pt x="1" y="14"/>
                                    <a:pt x="2" y="14"/>
                                    <a:pt x="1" y="15"/>
                                  </a:cubicBezTo>
                                  <a:cubicBezTo>
                                    <a:pt x="1" y="15"/>
                                    <a:pt x="1" y="15"/>
                                    <a:pt x="1" y="16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20"/>
                                    <a:pt x="3" y="20"/>
                                  </a:cubicBezTo>
                                  <a:cubicBezTo>
                                    <a:pt x="4" y="20"/>
                                    <a:pt x="4" y="21"/>
                                    <a:pt x="4" y="22"/>
                                  </a:cubicBezTo>
                                  <a:cubicBezTo>
                                    <a:pt x="4" y="23"/>
                                    <a:pt x="5" y="23"/>
                                    <a:pt x="5" y="24"/>
                                  </a:cubicBezTo>
                                  <a:cubicBezTo>
                                    <a:pt x="5" y="25"/>
                                    <a:pt x="5" y="26"/>
                                    <a:pt x="4" y="27"/>
                                  </a:cubicBezTo>
                                  <a:cubicBezTo>
                                    <a:pt x="5" y="27"/>
                                    <a:pt x="6" y="27"/>
                                    <a:pt x="6" y="27"/>
                                  </a:cubicBezTo>
                                  <a:cubicBezTo>
                                    <a:pt x="7" y="27"/>
                                    <a:pt x="7" y="26"/>
                                    <a:pt x="8" y="26"/>
                                  </a:cubicBezTo>
                                  <a:cubicBezTo>
                                    <a:pt x="9" y="26"/>
                                    <a:pt x="9" y="27"/>
                                    <a:pt x="10" y="26"/>
                                  </a:cubicBezTo>
                                  <a:cubicBezTo>
                                    <a:pt x="11" y="26"/>
                                    <a:pt x="11" y="25"/>
                                    <a:pt x="12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4" y="25"/>
                                    <a:pt x="13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6" y="25"/>
                                    <a:pt x="16" y="25"/>
                                    <a:pt x="16" y="26"/>
                                  </a:cubicBezTo>
                                  <a:cubicBezTo>
                                    <a:pt x="16" y="26"/>
                                    <a:pt x="17" y="26"/>
                                    <a:pt x="17" y="27"/>
                                  </a:cubicBezTo>
                                  <a:cubicBezTo>
                                    <a:pt x="18" y="26"/>
                                    <a:pt x="20" y="27"/>
                                    <a:pt x="20" y="28"/>
                                  </a:cubicBezTo>
                                  <a:cubicBezTo>
                                    <a:pt x="21" y="28"/>
                                    <a:pt x="22" y="27"/>
                                    <a:pt x="22" y="27"/>
                                  </a:cubicBezTo>
                                  <a:cubicBezTo>
                                    <a:pt x="23" y="27"/>
                                    <a:pt x="24" y="27"/>
                                    <a:pt x="24" y="27"/>
                                  </a:cubicBezTo>
                                  <a:cubicBezTo>
                                    <a:pt x="26" y="27"/>
                                    <a:pt x="27" y="26"/>
                                    <a:pt x="27" y="25"/>
                                  </a:cubicBezTo>
                                  <a:cubicBezTo>
                                    <a:pt x="26" y="25"/>
                                    <a:pt x="26" y="24"/>
                                    <a:pt x="26" y="24"/>
                                  </a:cubicBezTo>
                                  <a:cubicBezTo>
                                    <a:pt x="26" y="23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8" y="23"/>
                                    <a:pt x="29" y="23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30" y="21"/>
                                    <a:pt x="32" y="22"/>
                                    <a:pt x="33" y="20"/>
                                  </a:cubicBezTo>
                                  <a:cubicBezTo>
                                    <a:pt x="33" y="20"/>
                                    <a:pt x="33" y="21"/>
                                    <a:pt x="33" y="21"/>
                                  </a:cubicBezTo>
                                  <a:cubicBezTo>
                                    <a:pt x="34" y="21"/>
                                    <a:pt x="34" y="20"/>
                                    <a:pt x="34" y="20"/>
                                  </a:cubicBezTo>
                                  <a:cubicBezTo>
                                    <a:pt x="35" y="20"/>
                                    <a:pt x="35" y="21"/>
                                    <a:pt x="35" y="21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ubicBezTo>
                                    <a:pt x="36" y="22"/>
                                    <a:pt x="36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8" y="21"/>
                                    <a:pt x="38" y="21"/>
                                    <a:pt x="39" y="21"/>
                                  </a:cubicBezTo>
                                  <a:cubicBezTo>
                                    <a:pt x="39" y="20"/>
                                    <a:pt x="38" y="20"/>
                                    <a:pt x="38" y="19"/>
                                  </a:cubicBezTo>
                                  <a:cubicBezTo>
                                    <a:pt x="37" y="19"/>
                                    <a:pt x="37" y="18"/>
                                    <a:pt x="37" y="18"/>
                                  </a:cubicBezTo>
                                  <a:cubicBezTo>
                                    <a:pt x="36" y="17"/>
                                    <a:pt x="36" y="17"/>
                                    <a:pt x="35" y="17"/>
                                  </a:cubicBezTo>
                                  <a:cubicBezTo>
                                    <a:pt x="35" y="17"/>
                                    <a:pt x="35" y="16"/>
                                    <a:pt x="36" y="16"/>
                                  </a:cubicBezTo>
                                  <a:cubicBezTo>
                                    <a:pt x="36" y="16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8" y="14"/>
                                    <a:pt x="38" y="14"/>
                                  </a:cubicBezTo>
                                  <a:cubicBezTo>
                                    <a:pt x="38" y="13"/>
                                    <a:pt x="38" y="12"/>
                                    <a:pt x="38" y="11"/>
                                  </a:cubicBezTo>
                                  <a:cubicBezTo>
                                    <a:pt x="38" y="11"/>
                                    <a:pt x="38" y="10"/>
                                    <a:pt x="39" y="10"/>
                                  </a:cubicBezTo>
                                  <a:cubicBezTo>
                                    <a:pt x="40" y="8"/>
                                    <a:pt x="40" y="8"/>
                                    <a:pt x="42" y="8"/>
                                  </a:cubicBezTo>
                                  <a:cubicBezTo>
                                    <a:pt x="44" y="8"/>
                                    <a:pt x="43" y="6"/>
                                    <a:pt x="43" y="5"/>
                                  </a:cubicBezTo>
                                  <a:cubicBezTo>
                                    <a:pt x="42" y="5"/>
                                    <a:pt x="41" y="5"/>
                                    <a:pt x="41" y="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6" name="Freeform 819">
                              <a:extLst>
                                <a:ext uri="{FF2B5EF4-FFF2-40B4-BE49-F238E27FC236}">
                                  <a16:creationId xmlns:a16="http://schemas.microsoft.com/office/drawing/2014/main" id="{824C5AE6-EA32-3E40-66E9-2A26B0FD96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6" y="3187700"/>
                              <a:ext cx="107950" cy="87313"/>
                            </a:xfrm>
                            <a:custGeom>
                              <a:avLst/>
                              <a:gdLst>
                                <a:gd name="T0" fmla="*/ 6 w 26"/>
                                <a:gd name="T1" fmla="*/ 3 h 21"/>
                                <a:gd name="T2" fmla="*/ 8 w 26"/>
                                <a:gd name="T3" fmla="*/ 3 h 21"/>
                                <a:gd name="T4" fmla="*/ 11 w 26"/>
                                <a:gd name="T5" fmla="*/ 3 h 21"/>
                                <a:gd name="T6" fmla="*/ 12 w 26"/>
                                <a:gd name="T7" fmla="*/ 2 h 21"/>
                                <a:gd name="T8" fmla="*/ 13 w 26"/>
                                <a:gd name="T9" fmla="*/ 1 h 21"/>
                                <a:gd name="T10" fmla="*/ 14 w 26"/>
                                <a:gd name="T11" fmla="*/ 1 h 21"/>
                                <a:gd name="T12" fmla="*/ 16 w 26"/>
                                <a:gd name="T13" fmla="*/ 1 h 21"/>
                                <a:gd name="T14" fmla="*/ 17 w 26"/>
                                <a:gd name="T15" fmla="*/ 2 h 21"/>
                                <a:gd name="T16" fmla="*/ 19 w 26"/>
                                <a:gd name="T17" fmla="*/ 3 h 21"/>
                                <a:gd name="T18" fmla="*/ 21 w 26"/>
                                <a:gd name="T19" fmla="*/ 3 h 21"/>
                                <a:gd name="T20" fmla="*/ 22 w 26"/>
                                <a:gd name="T21" fmla="*/ 6 h 21"/>
                                <a:gd name="T22" fmla="*/ 21 w 26"/>
                                <a:gd name="T23" fmla="*/ 7 h 21"/>
                                <a:gd name="T24" fmla="*/ 24 w 26"/>
                                <a:gd name="T25" fmla="*/ 9 h 21"/>
                                <a:gd name="T26" fmla="*/ 26 w 26"/>
                                <a:gd name="T27" fmla="*/ 12 h 21"/>
                                <a:gd name="T28" fmla="*/ 24 w 26"/>
                                <a:gd name="T29" fmla="*/ 15 h 21"/>
                                <a:gd name="T30" fmla="*/ 22 w 26"/>
                                <a:gd name="T31" fmla="*/ 17 h 21"/>
                                <a:gd name="T32" fmla="*/ 22 w 26"/>
                                <a:gd name="T33" fmla="*/ 21 h 21"/>
                                <a:gd name="T34" fmla="*/ 20 w 26"/>
                                <a:gd name="T35" fmla="*/ 21 h 21"/>
                                <a:gd name="T36" fmla="*/ 19 w 26"/>
                                <a:gd name="T37" fmla="*/ 20 h 21"/>
                                <a:gd name="T38" fmla="*/ 17 w 26"/>
                                <a:gd name="T39" fmla="*/ 19 h 21"/>
                                <a:gd name="T40" fmla="*/ 16 w 26"/>
                                <a:gd name="T41" fmla="*/ 18 h 21"/>
                                <a:gd name="T42" fmla="*/ 15 w 26"/>
                                <a:gd name="T43" fmla="*/ 16 h 21"/>
                                <a:gd name="T44" fmla="*/ 14 w 26"/>
                                <a:gd name="T45" fmla="*/ 16 h 21"/>
                                <a:gd name="T46" fmla="*/ 11 w 26"/>
                                <a:gd name="T47" fmla="*/ 17 h 21"/>
                                <a:gd name="T48" fmla="*/ 11 w 26"/>
                                <a:gd name="T49" fmla="*/ 15 h 21"/>
                                <a:gd name="T50" fmla="*/ 11 w 26"/>
                                <a:gd name="T51" fmla="*/ 14 h 21"/>
                                <a:gd name="T52" fmla="*/ 8 w 26"/>
                                <a:gd name="T53" fmla="*/ 13 h 21"/>
                                <a:gd name="T54" fmla="*/ 5 w 26"/>
                                <a:gd name="T55" fmla="*/ 11 h 21"/>
                                <a:gd name="T56" fmla="*/ 3 w 26"/>
                                <a:gd name="T57" fmla="*/ 8 h 21"/>
                                <a:gd name="T58" fmla="*/ 2 w 26"/>
                                <a:gd name="T59" fmla="*/ 8 h 21"/>
                                <a:gd name="T60" fmla="*/ 1 w 26"/>
                                <a:gd name="T61" fmla="*/ 6 h 21"/>
                                <a:gd name="T62" fmla="*/ 2 w 26"/>
                                <a:gd name="T63" fmla="*/ 4 h 21"/>
                                <a:gd name="T64" fmla="*/ 6 w 26"/>
                                <a:gd name="T65" fmla="*/ 2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6" h="21">
                                  <a:moveTo>
                                    <a:pt x="6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2"/>
                                    <a:pt x="8" y="3"/>
                                  </a:cubicBezTo>
                                  <a:cubicBezTo>
                                    <a:pt x="8" y="3"/>
                                    <a:pt x="9" y="3"/>
                                    <a:pt x="9" y="3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4" y="0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5" y="1"/>
                                    <a:pt x="15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6" y="1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1"/>
                                    <a:pt x="17" y="1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1" y="3"/>
                                  </a:cubicBezTo>
                                  <a:cubicBezTo>
                                    <a:pt x="21" y="3"/>
                                    <a:pt x="22" y="3"/>
                                    <a:pt x="22" y="4"/>
                                  </a:cubicBezTo>
                                  <a:cubicBezTo>
                                    <a:pt x="23" y="4"/>
                                    <a:pt x="22" y="5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1" y="8"/>
                                    <a:pt x="22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9"/>
                                  </a:cubicBezTo>
                                  <a:cubicBezTo>
                                    <a:pt x="25" y="9"/>
                                    <a:pt x="25" y="10"/>
                                    <a:pt x="25" y="11"/>
                                  </a:cubicBezTo>
                                  <a:cubicBezTo>
                                    <a:pt x="25" y="11"/>
                                    <a:pt x="26" y="11"/>
                                    <a:pt x="26" y="12"/>
                                  </a:cubicBezTo>
                                  <a:cubicBezTo>
                                    <a:pt x="26" y="13"/>
                                    <a:pt x="26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4" y="15"/>
                                  </a:cubicBezTo>
                                  <a:cubicBezTo>
                                    <a:pt x="24" y="15"/>
                                    <a:pt x="23" y="15"/>
                                    <a:pt x="23" y="15"/>
                                  </a:cubicBezTo>
                                  <a:cubicBezTo>
                                    <a:pt x="22" y="16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9"/>
                                    <a:pt x="22" y="19"/>
                                  </a:cubicBezTo>
                                  <a:cubicBezTo>
                                    <a:pt x="23" y="20"/>
                                    <a:pt x="23" y="20"/>
                                    <a:pt x="22" y="21"/>
                                  </a:cubicBezTo>
                                  <a:cubicBezTo>
                                    <a:pt x="22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0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19" y="20"/>
                                    <a:pt x="19" y="20"/>
                                  </a:cubicBezTo>
                                  <a:cubicBezTo>
                                    <a:pt x="19" y="19"/>
                                    <a:pt x="18" y="20"/>
                                    <a:pt x="18" y="19"/>
                                  </a:cubicBezTo>
                                  <a:cubicBezTo>
                                    <a:pt x="18" y="19"/>
                                    <a:pt x="17" y="19"/>
                                    <a:pt x="17" y="1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5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5" y="16"/>
                                  </a:cubicBezTo>
                                  <a:cubicBezTo>
                                    <a:pt x="15" y="16"/>
                                    <a:pt x="16" y="15"/>
                                    <a:pt x="16" y="15"/>
                                  </a:cubicBezTo>
                                  <a:cubicBezTo>
                                    <a:pt x="15" y="14"/>
                                    <a:pt x="15" y="17"/>
                                    <a:pt x="14" y="16"/>
                                  </a:cubicBezTo>
                                  <a:cubicBezTo>
                                    <a:pt x="14" y="17"/>
                                    <a:pt x="13" y="17"/>
                                    <a:pt x="12" y="17"/>
                                  </a:cubicBezTo>
                                  <a:cubicBezTo>
                                    <a:pt x="12" y="17"/>
                                    <a:pt x="11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3"/>
                                    <a:pt x="11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8" y="13"/>
                                  </a:cubicBezTo>
                                  <a:cubicBezTo>
                                    <a:pt x="8" y="13"/>
                                    <a:pt x="8" y="12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5" y="11"/>
                                  </a:cubicBezTo>
                                  <a:cubicBezTo>
                                    <a:pt x="5" y="10"/>
                                    <a:pt x="5" y="9"/>
                                    <a:pt x="5" y="9"/>
                                  </a:cubicBezTo>
                                  <a:cubicBezTo>
                                    <a:pt x="4" y="8"/>
                                    <a:pt x="4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5"/>
                                    <a:pt x="0" y="5"/>
                                    <a:pt x="0" y="5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3"/>
                                    <a:pt x="5" y="1"/>
                                    <a:pt x="6" y="2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7" name="Freeform 820">
                              <a:extLst>
                                <a:ext uri="{FF2B5EF4-FFF2-40B4-BE49-F238E27FC236}">
                                  <a16:creationId xmlns:a16="http://schemas.microsoft.com/office/drawing/2014/main" id="{7E0D209F-1C81-D24B-C2CF-04504B67E9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6" y="3187700"/>
                              <a:ext cx="107950" cy="87313"/>
                            </a:xfrm>
                            <a:custGeom>
                              <a:avLst/>
                              <a:gdLst>
                                <a:gd name="T0" fmla="*/ 6 w 26"/>
                                <a:gd name="T1" fmla="*/ 3 h 21"/>
                                <a:gd name="T2" fmla="*/ 8 w 26"/>
                                <a:gd name="T3" fmla="*/ 3 h 21"/>
                                <a:gd name="T4" fmla="*/ 11 w 26"/>
                                <a:gd name="T5" fmla="*/ 3 h 21"/>
                                <a:gd name="T6" fmla="*/ 12 w 26"/>
                                <a:gd name="T7" fmla="*/ 2 h 21"/>
                                <a:gd name="T8" fmla="*/ 13 w 26"/>
                                <a:gd name="T9" fmla="*/ 1 h 21"/>
                                <a:gd name="T10" fmla="*/ 14 w 26"/>
                                <a:gd name="T11" fmla="*/ 1 h 21"/>
                                <a:gd name="T12" fmla="*/ 16 w 26"/>
                                <a:gd name="T13" fmla="*/ 1 h 21"/>
                                <a:gd name="T14" fmla="*/ 17 w 26"/>
                                <a:gd name="T15" fmla="*/ 2 h 21"/>
                                <a:gd name="T16" fmla="*/ 19 w 26"/>
                                <a:gd name="T17" fmla="*/ 3 h 21"/>
                                <a:gd name="T18" fmla="*/ 21 w 26"/>
                                <a:gd name="T19" fmla="*/ 3 h 21"/>
                                <a:gd name="T20" fmla="*/ 22 w 26"/>
                                <a:gd name="T21" fmla="*/ 6 h 21"/>
                                <a:gd name="T22" fmla="*/ 21 w 26"/>
                                <a:gd name="T23" fmla="*/ 7 h 21"/>
                                <a:gd name="T24" fmla="*/ 24 w 26"/>
                                <a:gd name="T25" fmla="*/ 9 h 21"/>
                                <a:gd name="T26" fmla="*/ 26 w 26"/>
                                <a:gd name="T27" fmla="*/ 12 h 21"/>
                                <a:gd name="T28" fmla="*/ 24 w 26"/>
                                <a:gd name="T29" fmla="*/ 15 h 21"/>
                                <a:gd name="T30" fmla="*/ 22 w 26"/>
                                <a:gd name="T31" fmla="*/ 17 h 21"/>
                                <a:gd name="T32" fmla="*/ 22 w 26"/>
                                <a:gd name="T33" fmla="*/ 21 h 21"/>
                                <a:gd name="T34" fmla="*/ 20 w 26"/>
                                <a:gd name="T35" fmla="*/ 21 h 21"/>
                                <a:gd name="T36" fmla="*/ 19 w 26"/>
                                <a:gd name="T37" fmla="*/ 20 h 21"/>
                                <a:gd name="T38" fmla="*/ 17 w 26"/>
                                <a:gd name="T39" fmla="*/ 19 h 21"/>
                                <a:gd name="T40" fmla="*/ 16 w 26"/>
                                <a:gd name="T41" fmla="*/ 18 h 21"/>
                                <a:gd name="T42" fmla="*/ 15 w 26"/>
                                <a:gd name="T43" fmla="*/ 16 h 21"/>
                                <a:gd name="T44" fmla="*/ 14 w 26"/>
                                <a:gd name="T45" fmla="*/ 16 h 21"/>
                                <a:gd name="T46" fmla="*/ 11 w 26"/>
                                <a:gd name="T47" fmla="*/ 17 h 21"/>
                                <a:gd name="T48" fmla="*/ 11 w 26"/>
                                <a:gd name="T49" fmla="*/ 15 h 21"/>
                                <a:gd name="T50" fmla="*/ 11 w 26"/>
                                <a:gd name="T51" fmla="*/ 14 h 21"/>
                                <a:gd name="T52" fmla="*/ 8 w 26"/>
                                <a:gd name="T53" fmla="*/ 13 h 21"/>
                                <a:gd name="T54" fmla="*/ 5 w 26"/>
                                <a:gd name="T55" fmla="*/ 11 h 21"/>
                                <a:gd name="T56" fmla="*/ 3 w 26"/>
                                <a:gd name="T57" fmla="*/ 8 h 21"/>
                                <a:gd name="T58" fmla="*/ 2 w 26"/>
                                <a:gd name="T59" fmla="*/ 8 h 21"/>
                                <a:gd name="T60" fmla="*/ 1 w 26"/>
                                <a:gd name="T61" fmla="*/ 6 h 21"/>
                                <a:gd name="T62" fmla="*/ 2 w 26"/>
                                <a:gd name="T63" fmla="*/ 4 h 21"/>
                                <a:gd name="T64" fmla="*/ 6 w 26"/>
                                <a:gd name="T65" fmla="*/ 2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6" h="21">
                                  <a:moveTo>
                                    <a:pt x="6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2"/>
                                    <a:pt x="8" y="3"/>
                                  </a:cubicBezTo>
                                  <a:cubicBezTo>
                                    <a:pt x="8" y="3"/>
                                    <a:pt x="9" y="3"/>
                                    <a:pt x="9" y="3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4" y="0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5" y="1"/>
                                    <a:pt x="15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6" y="1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1"/>
                                    <a:pt x="17" y="1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1" y="3"/>
                                  </a:cubicBezTo>
                                  <a:cubicBezTo>
                                    <a:pt x="21" y="3"/>
                                    <a:pt x="22" y="3"/>
                                    <a:pt x="22" y="4"/>
                                  </a:cubicBezTo>
                                  <a:cubicBezTo>
                                    <a:pt x="23" y="4"/>
                                    <a:pt x="22" y="5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1" y="8"/>
                                    <a:pt x="22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9"/>
                                  </a:cubicBezTo>
                                  <a:cubicBezTo>
                                    <a:pt x="25" y="9"/>
                                    <a:pt x="25" y="10"/>
                                    <a:pt x="25" y="11"/>
                                  </a:cubicBezTo>
                                  <a:cubicBezTo>
                                    <a:pt x="25" y="11"/>
                                    <a:pt x="26" y="11"/>
                                    <a:pt x="26" y="12"/>
                                  </a:cubicBezTo>
                                  <a:cubicBezTo>
                                    <a:pt x="26" y="13"/>
                                    <a:pt x="26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4" y="15"/>
                                  </a:cubicBezTo>
                                  <a:cubicBezTo>
                                    <a:pt x="24" y="15"/>
                                    <a:pt x="23" y="15"/>
                                    <a:pt x="23" y="15"/>
                                  </a:cubicBezTo>
                                  <a:cubicBezTo>
                                    <a:pt x="22" y="16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9"/>
                                    <a:pt x="22" y="19"/>
                                  </a:cubicBezTo>
                                  <a:cubicBezTo>
                                    <a:pt x="23" y="20"/>
                                    <a:pt x="23" y="20"/>
                                    <a:pt x="22" y="21"/>
                                  </a:cubicBezTo>
                                  <a:cubicBezTo>
                                    <a:pt x="22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0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19" y="20"/>
                                    <a:pt x="19" y="20"/>
                                  </a:cubicBezTo>
                                  <a:cubicBezTo>
                                    <a:pt x="19" y="19"/>
                                    <a:pt x="18" y="20"/>
                                    <a:pt x="18" y="19"/>
                                  </a:cubicBezTo>
                                  <a:cubicBezTo>
                                    <a:pt x="18" y="19"/>
                                    <a:pt x="17" y="19"/>
                                    <a:pt x="17" y="1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5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5" y="16"/>
                                  </a:cubicBezTo>
                                  <a:cubicBezTo>
                                    <a:pt x="15" y="16"/>
                                    <a:pt x="16" y="15"/>
                                    <a:pt x="16" y="15"/>
                                  </a:cubicBezTo>
                                  <a:cubicBezTo>
                                    <a:pt x="15" y="14"/>
                                    <a:pt x="15" y="17"/>
                                    <a:pt x="14" y="16"/>
                                  </a:cubicBezTo>
                                  <a:cubicBezTo>
                                    <a:pt x="14" y="17"/>
                                    <a:pt x="13" y="17"/>
                                    <a:pt x="12" y="17"/>
                                  </a:cubicBezTo>
                                  <a:cubicBezTo>
                                    <a:pt x="12" y="17"/>
                                    <a:pt x="11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3"/>
                                    <a:pt x="11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8" y="13"/>
                                  </a:cubicBezTo>
                                  <a:cubicBezTo>
                                    <a:pt x="8" y="13"/>
                                    <a:pt x="8" y="12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5" y="11"/>
                                  </a:cubicBezTo>
                                  <a:cubicBezTo>
                                    <a:pt x="5" y="10"/>
                                    <a:pt x="5" y="9"/>
                                    <a:pt x="5" y="9"/>
                                  </a:cubicBezTo>
                                  <a:cubicBezTo>
                                    <a:pt x="4" y="8"/>
                                    <a:pt x="4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5"/>
                                    <a:pt x="0" y="5"/>
                                    <a:pt x="0" y="5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3"/>
                                    <a:pt x="5" y="1"/>
                                    <a:pt x="6" y="2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8" name="Freeform 821">
                              <a:extLst>
                                <a:ext uri="{FF2B5EF4-FFF2-40B4-BE49-F238E27FC236}">
                                  <a16:creationId xmlns:a16="http://schemas.microsoft.com/office/drawing/2014/main" id="{2464F1C5-3A8B-46EB-0F1A-DBE43FC521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24563" y="2967038"/>
                              <a:ext cx="274637" cy="233363"/>
                            </a:xfrm>
                            <a:custGeom>
                              <a:avLst/>
                              <a:gdLst>
                                <a:gd name="T0" fmla="*/ 8 w 66"/>
                                <a:gd name="T1" fmla="*/ 51 h 56"/>
                                <a:gd name="T2" fmla="*/ 15 w 66"/>
                                <a:gd name="T3" fmla="*/ 48 h 56"/>
                                <a:gd name="T4" fmla="*/ 23 w 66"/>
                                <a:gd name="T5" fmla="*/ 50 h 56"/>
                                <a:gd name="T6" fmla="*/ 27 w 66"/>
                                <a:gd name="T7" fmla="*/ 50 h 56"/>
                                <a:gd name="T8" fmla="*/ 30 w 66"/>
                                <a:gd name="T9" fmla="*/ 52 h 56"/>
                                <a:gd name="T10" fmla="*/ 33 w 66"/>
                                <a:gd name="T11" fmla="*/ 52 h 56"/>
                                <a:gd name="T12" fmla="*/ 36 w 66"/>
                                <a:gd name="T13" fmla="*/ 53 h 56"/>
                                <a:gd name="T14" fmla="*/ 40 w 66"/>
                                <a:gd name="T15" fmla="*/ 52 h 56"/>
                                <a:gd name="T16" fmla="*/ 43 w 66"/>
                                <a:gd name="T17" fmla="*/ 54 h 56"/>
                                <a:gd name="T18" fmla="*/ 47 w 66"/>
                                <a:gd name="T19" fmla="*/ 54 h 56"/>
                                <a:gd name="T20" fmla="*/ 51 w 66"/>
                                <a:gd name="T21" fmla="*/ 52 h 56"/>
                                <a:gd name="T22" fmla="*/ 54 w 66"/>
                                <a:gd name="T23" fmla="*/ 47 h 56"/>
                                <a:gd name="T24" fmla="*/ 59 w 66"/>
                                <a:gd name="T25" fmla="*/ 47 h 56"/>
                                <a:gd name="T26" fmla="*/ 58 w 66"/>
                                <a:gd name="T27" fmla="*/ 42 h 56"/>
                                <a:gd name="T28" fmla="*/ 58 w 66"/>
                                <a:gd name="T29" fmla="*/ 40 h 56"/>
                                <a:gd name="T30" fmla="*/ 56 w 66"/>
                                <a:gd name="T31" fmla="*/ 35 h 56"/>
                                <a:gd name="T32" fmla="*/ 60 w 66"/>
                                <a:gd name="T33" fmla="*/ 36 h 56"/>
                                <a:gd name="T34" fmla="*/ 65 w 66"/>
                                <a:gd name="T35" fmla="*/ 33 h 56"/>
                                <a:gd name="T36" fmla="*/ 64 w 66"/>
                                <a:gd name="T37" fmla="*/ 29 h 56"/>
                                <a:gd name="T38" fmla="*/ 60 w 66"/>
                                <a:gd name="T39" fmla="*/ 28 h 56"/>
                                <a:gd name="T40" fmla="*/ 57 w 66"/>
                                <a:gd name="T41" fmla="*/ 23 h 56"/>
                                <a:gd name="T42" fmla="*/ 55 w 66"/>
                                <a:gd name="T43" fmla="*/ 19 h 56"/>
                                <a:gd name="T44" fmla="*/ 53 w 66"/>
                                <a:gd name="T45" fmla="*/ 16 h 56"/>
                                <a:gd name="T46" fmla="*/ 54 w 66"/>
                                <a:gd name="T47" fmla="*/ 13 h 56"/>
                                <a:gd name="T48" fmla="*/ 53 w 66"/>
                                <a:gd name="T49" fmla="*/ 10 h 56"/>
                                <a:gd name="T50" fmla="*/ 54 w 66"/>
                                <a:gd name="T51" fmla="*/ 8 h 56"/>
                                <a:gd name="T52" fmla="*/ 51 w 66"/>
                                <a:gd name="T53" fmla="*/ 6 h 56"/>
                                <a:gd name="T54" fmla="*/ 46 w 66"/>
                                <a:gd name="T55" fmla="*/ 5 h 56"/>
                                <a:gd name="T56" fmla="*/ 44 w 66"/>
                                <a:gd name="T57" fmla="*/ 2 h 56"/>
                                <a:gd name="T58" fmla="*/ 38 w 66"/>
                                <a:gd name="T59" fmla="*/ 1 h 56"/>
                                <a:gd name="T60" fmla="*/ 33 w 66"/>
                                <a:gd name="T61" fmla="*/ 1 h 56"/>
                                <a:gd name="T62" fmla="*/ 29 w 66"/>
                                <a:gd name="T63" fmla="*/ 4 h 56"/>
                                <a:gd name="T64" fmla="*/ 24 w 66"/>
                                <a:gd name="T65" fmla="*/ 6 h 56"/>
                                <a:gd name="T66" fmla="*/ 25 w 66"/>
                                <a:gd name="T67" fmla="*/ 11 h 56"/>
                                <a:gd name="T68" fmla="*/ 22 w 66"/>
                                <a:gd name="T69" fmla="*/ 13 h 56"/>
                                <a:gd name="T70" fmla="*/ 19 w 66"/>
                                <a:gd name="T71" fmla="*/ 17 h 56"/>
                                <a:gd name="T72" fmla="*/ 18 w 66"/>
                                <a:gd name="T73" fmla="*/ 23 h 56"/>
                                <a:gd name="T74" fmla="*/ 16 w 66"/>
                                <a:gd name="T75" fmla="*/ 23 h 56"/>
                                <a:gd name="T76" fmla="*/ 12 w 66"/>
                                <a:gd name="T77" fmla="*/ 26 h 56"/>
                                <a:gd name="T78" fmla="*/ 7 w 66"/>
                                <a:gd name="T79" fmla="*/ 26 h 56"/>
                                <a:gd name="T80" fmla="*/ 4 w 66"/>
                                <a:gd name="T81" fmla="*/ 30 h 56"/>
                                <a:gd name="T82" fmla="*/ 6 w 66"/>
                                <a:gd name="T83" fmla="*/ 41 h 56"/>
                                <a:gd name="T84" fmla="*/ 4 w 66"/>
                                <a:gd name="T85" fmla="*/ 52 h 5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</a:cxnLst>
                              <a:rect l="0" t="0" r="r" b="b"/>
                              <a:pathLst>
                                <a:path w="66" h="56">
                                  <a:moveTo>
                                    <a:pt x="6" y="52"/>
                                  </a:moveTo>
                                  <a:cubicBezTo>
                                    <a:pt x="6" y="52"/>
                                    <a:pt x="7" y="52"/>
                                    <a:pt x="7" y="52"/>
                                  </a:cubicBezTo>
                                  <a:cubicBezTo>
                                    <a:pt x="8" y="52"/>
                                    <a:pt x="8" y="51"/>
                                    <a:pt x="8" y="51"/>
                                  </a:cubicBezTo>
                                  <a:cubicBezTo>
                                    <a:pt x="9" y="49"/>
                                    <a:pt x="9" y="49"/>
                                    <a:pt x="11" y="49"/>
                                  </a:cubicBezTo>
                                  <a:cubicBezTo>
                                    <a:pt x="11" y="49"/>
                                    <a:pt x="12" y="49"/>
                                    <a:pt x="13" y="49"/>
                                  </a:cubicBezTo>
                                  <a:cubicBezTo>
                                    <a:pt x="13" y="49"/>
                                    <a:pt x="14" y="48"/>
                                    <a:pt x="15" y="48"/>
                                  </a:cubicBezTo>
                                  <a:cubicBezTo>
                                    <a:pt x="15" y="48"/>
                                    <a:pt x="16" y="48"/>
                                    <a:pt x="17" y="48"/>
                                  </a:cubicBezTo>
                                  <a:cubicBezTo>
                                    <a:pt x="18" y="48"/>
                                    <a:pt x="19" y="49"/>
                                    <a:pt x="20" y="49"/>
                                  </a:cubicBezTo>
                                  <a:cubicBezTo>
                                    <a:pt x="21" y="49"/>
                                    <a:pt x="22" y="49"/>
                                    <a:pt x="23" y="50"/>
                                  </a:cubicBezTo>
                                  <a:cubicBezTo>
                                    <a:pt x="24" y="50"/>
                                    <a:pt x="24" y="50"/>
                                    <a:pt x="24" y="50"/>
                                  </a:cubicBezTo>
                                  <a:cubicBezTo>
                                    <a:pt x="25" y="50"/>
                                    <a:pt x="25" y="50"/>
                                    <a:pt x="26" y="50"/>
                                  </a:cubicBezTo>
                                  <a:cubicBezTo>
                                    <a:pt x="26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8" y="50"/>
                                    <a:pt x="28" y="50"/>
                                    <a:pt x="28" y="51"/>
                                  </a:cubicBezTo>
                                  <a:cubicBezTo>
                                    <a:pt x="29" y="52"/>
                                    <a:pt x="30" y="53"/>
                                    <a:pt x="30" y="52"/>
                                  </a:cubicBezTo>
                                  <a:cubicBezTo>
                                    <a:pt x="31" y="52"/>
                                    <a:pt x="31" y="52"/>
                                    <a:pt x="31" y="52"/>
                                  </a:cubicBezTo>
                                  <a:cubicBezTo>
                                    <a:pt x="32" y="53"/>
                                    <a:pt x="31" y="54"/>
                                    <a:pt x="32" y="53"/>
                                  </a:cubicBezTo>
                                  <a:cubicBezTo>
                                    <a:pt x="33" y="53"/>
                                    <a:pt x="32" y="52"/>
                                    <a:pt x="33" y="52"/>
                                  </a:cubicBezTo>
                                  <a:cubicBezTo>
                                    <a:pt x="33" y="52"/>
                                    <a:pt x="34" y="53"/>
                                    <a:pt x="34" y="52"/>
                                  </a:cubicBezTo>
                                  <a:cubicBezTo>
                                    <a:pt x="35" y="52"/>
                                    <a:pt x="35" y="52"/>
                                    <a:pt x="35" y="52"/>
                                  </a:cubicBezTo>
                                  <a:cubicBezTo>
                                    <a:pt x="36" y="52"/>
                                    <a:pt x="36" y="53"/>
                                    <a:pt x="36" y="53"/>
                                  </a:cubicBezTo>
                                  <a:cubicBezTo>
                                    <a:pt x="37" y="53"/>
                                    <a:pt x="37" y="52"/>
                                    <a:pt x="38" y="53"/>
                                  </a:cubicBezTo>
                                  <a:cubicBezTo>
                                    <a:pt x="38" y="53"/>
                                    <a:pt x="38" y="54"/>
                                    <a:pt x="39" y="54"/>
                                  </a:cubicBezTo>
                                  <a:cubicBezTo>
                                    <a:pt x="39" y="53"/>
                                    <a:pt x="39" y="53"/>
                                    <a:pt x="40" y="52"/>
                                  </a:cubicBezTo>
                                  <a:cubicBezTo>
                                    <a:pt x="40" y="52"/>
                                    <a:pt x="40" y="52"/>
                                    <a:pt x="40" y="52"/>
                                  </a:cubicBezTo>
                                  <a:cubicBezTo>
                                    <a:pt x="41" y="52"/>
                                    <a:pt x="41" y="52"/>
                                    <a:pt x="41" y="52"/>
                                  </a:cubicBezTo>
                                  <a:cubicBezTo>
                                    <a:pt x="43" y="52"/>
                                    <a:pt x="42" y="55"/>
                                    <a:pt x="43" y="54"/>
                                  </a:cubicBezTo>
                                  <a:cubicBezTo>
                                    <a:pt x="44" y="54"/>
                                    <a:pt x="44" y="53"/>
                                    <a:pt x="45" y="53"/>
                                  </a:cubicBezTo>
                                  <a:cubicBezTo>
                                    <a:pt x="45" y="53"/>
                                    <a:pt x="46" y="54"/>
                                    <a:pt x="46" y="54"/>
                                  </a:cubicBezTo>
                                  <a:cubicBezTo>
                                    <a:pt x="46" y="54"/>
                                    <a:pt x="47" y="54"/>
                                    <a:pt x="47" y="54"/>
                                  </a:cubicBezTo>
                                  <a:cubicBezTo>
                                    <a:pt x="48" y="53"/>
                                    <a:pt x="49" y="53"/>
                                    <a:pt x="49" y="54"/>
                                  </a:cubicBezTo>
                                  <a:cubicBezTo>
                                    <a:pt x="50" y="55"/>
                                    <a:pt x="50" y="56"/>
                                    <a:pt x="50" y="56"/>
                                  </a:cubicBezTo>
                                  <a:cubicBezTo>
                                    <a:pt x="52" y="56"/>
                                    <a:pt x="51" y="53"/>
                                    <a:pt x="51" y="52"/>
                                  </a:cubicBezTo>
                                  <a:cubicBezTo>
                                    <a:pt x="51" y="51"/>
                                    <a:pt x="51" y="51"/>
                                    <a:pt x="52" y="50"/>
                                  </a:cubicBezTo>
                                  <a:cubicBezTo>
                                    <a:pt x="52" y="49"/>
                                    <a:pt x="53" y="49"/>
                                    <a:pt x="53" y="48"/>
                                  </a:cubicBezTo>
                                  <a:cubicBezTo>
                                    <a:pt x="54" y="47"/>
                                    <a:pt x="54" y="47"/>
                                    <a:pt x="54" y="47"/>
                                  </a:cubicBezTo>
                                  <a:cubicBezTo>
                                    <a:pt x="55" y="47"/>
                                    <a:pt x="55" y="47"/>
                                    <a:pt x="56" y="47"/>
                                  </a:cubicBezTo>
                                  <a:cubicBezTo>
                                    <a:pt x="56" y="47"/>
                                    <a:pt x="56" y="47"/>
                                    <a:pt x="57" y="47"/>
                                  </a:cubicBezTo>
                                  <a:cubicBezTo>
                                    <a:pt x="57" y="46"/>
                                    <a:pt x="58" y="47"/>
                                    <a:pt x="59" y="47"/>
                                  </a:cubicBezTo>
                                  <a:cubicBezTo>
                                    <a:pt x="59" y="47"/>
                                    <a:pt x="59" y="46"/>
                                    <a:pt x="59" y="45"/>
                                  </a:cubicBezTo>
                                  <a:cubicBezTo>
                                    <a:pt x="58" y="45"/>
                                    <a:pt x="58" y="45"/>
                                    <a:pt x="58" y="44"/>
                                  </a:cubicBezTo>
                                  <a:cubicBezTo>
                                    <a:pt x="58" y="43"/>
                                    <a:pt x="58" y="43"/>
                                    <a:pt x="58" y="42"/>
                                  </a:cubicBezTo>
                                  <a:cubicBezTo>
                                    <a:pt x="58" y="42"/>
                                    <a:pt x="58" y="42"/>
                                    <a:pt x="58" y="41"/>
                                  </a:cubicBezTo>
                                  <a:cubicBezTo>
                                    <a:pt x="58" y="41"/>
                                    <a:pt x="58" y="41"/>
                                    <a:pt x="57" y="41"/>
                                  </a:cubicBezTo>
                                  <a:cubicBezTo>
                                    <a:pt x="57" y="40"/>
                                    <a:pt x="58" y="40"/>
                                    <a:pt x="58" y="40"/>
                                  </a:cubicBezTo>
                                  <a:cubicBezTo>
                                    <a:pt x="58" y="39"/>
                                    <a:pt x="57" y="39"/>
                                    <a:pt x="57" y="38"/>
                                  </a:cubicBezTo>
                                  <a:cubicBezTo>
                                    <a:pt x="56" y="38"/>
                                    <a:pt x="56" y="37"/>
                                    <a:pt x="56" y="36"/>
                                  </a:cubicBezTo>
                                  <a:cubicBezTo>
                                    <a:pt x="56" y="36"/>
                                    <a:pt x="56" y="36"/>
                                    <a:pt x="56" y="35"/>
                                  </a:cubicBezTo>
                                  <a:cubicBezTo>
                                    <a:pt x="57" y="35"/>
                                    <a:pt x="57" y="35"/>
                                    <a:pt x="57" y="34"/>
                                  </a:cubicBezTo>
                                  <a:cubicBezTo>
                                    <a:pt x="57" y="34"/>
                                    <a:pt x="58" y="34"/>
                                    <a:pt x="59" y="34"/>
                                  </a:cubicBezTo>
                                  <a:cubicBezTo>
                                    <a:pt x="59" y="35"/>
                                    <a:pt x="59" y="35"/>
                                    <a:pt x="60" y="36"/>
                                  </a:cubicBezTo>
                                  <a:cubicBezTo>
                                    <a:pt x="62" y="36"/>
                                    <a:pt x="63" y="35"/>
                                    <a:pt x="64" y="34"/>
                                  </a:cubicBezTo>
                                  <a:cubicBezTo>
                                    <a:pt x="64" y="34"/>
                                    <a:pt x="64" y="34"/>
                                    <a:pt x="64" y="33"/>
                                  </a:cubicBezTo>
                                  <a:cubicBezTo>
                                    <a:pt x="65" y="33"/>
                                    <a:pt x="65" y="33"/>
                                    <a:pt x="65" y="33"/>
                                  </a:cubicBezTo>
                                  <a:cubicBezTo>
                                    <a:pt x="66" y="33"/>
                                    <a:pt x="65" y="32"/>
                                    <a:pt x="65" y="31"/>
                                  </a:cubicBezTo>
                                  <a:cubicBezTo>
                                    <a:pt x="64" y="31"/>
                                    <a:pt x="63" y="30"/>
                                    <a:pt x="63" y="30"/>
                                  </a:cubicBezTo>
                                  <a:cubicBezTo>
                                    <a:pt x="64" y="29"/>
                                    <a:pt x="64" y="30"/>
                                    <a:pt x="64" y="29"/>
                                  </a:cubicBezTo>
                                  <a:cubicBezTo>
                                    <a:pt x="64" y="29"/>
                                    <a:pt x="64" y="29"/>
                                    <a:pt x="63" y="29"/>
                                  </a:cubicBezTo>
                                  <a:cubicBezTo>
                                    <a:pt x="63" y="28"/>
                                    <a:pt x="63" y="28"/>
                                    <a:pt x="62" y="28"/>
                                  </a:cubicBezTo>
                                  <a:cubicBezTo>
                                    <a:pt x="61" y="27"/>
                                    <a:pt x="61" y="28"/>
                                    <a:pt x="60" y="28"/>
                                  </a:cubicBezTo>
                                  <a:cubicBezTo>
                                    <a:pt x="59" y="28"/>
                                    <a:pt x="60" y="26"/>
                                    <a:pt x="60" y="26"/>
                                  </a:cubicBezTo>
                                  <a:cubicBezTo>
                                    <a:pt x="60" y="25"/>
                                    <a:pt x="59" y="24"/>
                                    <a:pt x="59" y="24"/>
                                  </a:cubicBezTo>
                                  <a:cubicBezTo>
                                    <a:pt x="58" y="24"/>
                                    <a:pt x="57" y="23"/>
                                    <a:pt x="57" y="23"/>
                                  </a:cubicBezTo>
                                  <a:cubicBezTo>
                                    <a:pt x="56" y="22"/>
                                    <a:pt x="56" y="21"/>
                                    <a:pt x="55" y="20"/>
                                  </a:cubicBezTo>
                                  <a:cubicBezTo>
                                    <a:pt x="55" y="20"/>
                                    <a:pt x="55" y="20"/>
                                    <a:pt x="55" y="20"/>
                                  </a:cubicBezTo>
                                  <a:cubicBezTo>
                                    <a:pt x="55" y="19"/>
                                    <a:pt x="55" y="19"/>
                                    <a:pt x="55" y="19"/>
                                  </a:cubicBezTo>
                                  <a:cubicBezTo>
                                    <a:pt x="55" y="18"/>
                                    <a:pt x="55" y="18"/>
                                    <a:pt x="54" y="18"/>
                                  </a:cubicBezTo>
                                  <a:cubicBezTo>
                                    <a:pt x="54" y="18"/>
                                    <a:pt x="54" y="17"/>
                                    <a:pt x="54" y="17"/>
                                  </a:cubicBezTo>
                                  <a:cubicBezTo>
                                    <a:pt x="54" y="17"/>
                                    <a:pt x="53" y="17"/>
                                    <a:pt x="53" y="16"/>
                                  </a:cubicBezTo>
                                  <a:cubicBezTo>
                                    <a:pt x="52" y="16"/>
                                    <a:pt x="53" y="14"/>
                                    <a:pt x="53" y="15"/>
                                  </a:cubicBezTo>
                                  <a:cubicBezTo>
                                    <a:pt x="53" y="14"/>
                                    <a:pt x="53" y="14"/>
                                    <a:pt x="54" y="14"/>
                                  </a:cubicBezTo>
                                  <a:cubicBezTo>
                                    <a:pt x="54" y="14"/>
                                    <a:pt x="54" y="14"/>
                                    <a:pt x="54" y="13"/>
                                  </a:cubicBezTo>
                                  <a:cubicBezTo>
                                    <a:pt x="54" y="13"/>
                                    <a:pt x="54" y="13"/>
                                    <a:pt x="54" y="12"/>
                                  </a:cubicBezTo>
                                  <a:cubicBezTo>
                                    <a:pt x="54" y="12"/>
                                    <a:pt x="54" y="11"/>
                                    <a:pt x="53" y="11"/>
                                  </a:cubicBezTo>
                                  <a:cubicBezTo>
                                    <a:pt x="53" y="11"/>
                                    <a:pt x="53" y="11"/>
                                    <a:pt x="53" y="10"/>
                                  </a:cubicBezTo>
                                  <a:cubicBezTo>
                                    <a:pt x="53" y="10"/>
                                    <a:pt x="53" y="10"/>
                                    <a:pt x="54" y="9"/>
                                  </a:cubicBezTo>
                                  <a:cubicBezTo>
                                    <a:pt x="54" y="9"/>
                                    <a:pt x="53" y="9"/>
                                    <a:pt x="53" y="8"/>
                                  </a:cubicBezTo>
                                  <a:cubicBezTo>
                                    <a:pt x="53" y="8"/>
                                    <a:pt x="53" y="8"/>
                                    <a:pt x="54" y="8"/>
                                  </a:cubicBezTo>
                                  <a:cubicBezTo>
                                    <a:pt x="54" y="7"/>
                                    <a:pt x="53" y="7"/>
                                    <a:pt x="53" y="7"/>
                                  </a:cubicBezTo>
                                  <a:cubicBezTo>
                                    <a:pt x="52" y="7"/>
                                    <a:pt x="52" y="6"/>
                                    <a:pt x="52" y="6"/>
                                  </a:cubicBezTo>
                                  <a:cubicBezTo>
                                    <a:pt x="52" y="6"/>
                                    <a:pt x="52" y="6"/>
                                    <a:pt x="51" y="6"/>
                                  </a:cubicBezTo>
                                  <a:cubicBezTo>
                                    <a:pt x="51" y="6"/>
                                    <a:pt x="51" y="6"/>
                                    <a:pt x="51" y="6"/>
                                  </a:cubicBezTo>
                                  <a:cubicBezTo>
                                    <a:pt x="51" y="5"/>
                                    <a:pt x="51" y="4"/>
                                    <a:pt x="50" y="4"/>
                                  </a:cubicBezTo>
                                  <a:cubicBezTo>
                                    <a:pt x="49" y="4"/>
                                    <a:pt x="46" y="3"/>
                                    <a:pt x="46" y="5"/>
                                  </a:cubicBezTo>
                                  <a:cubicBezTo>
                                    <a:pt x="44" y="4"/>
                                    <a:pt x="44" y="5"/>
                                    <a:pt x="43" y="6"/>
                                  </a:cubicBezTo>
                                  <a:cubicBezTo>
                                    <a:pt x="43" y="5"/>
                                    <a:pt x="43" y="4"/>
                                    <a:pt x="43" y="4"/>
                                  </a:cubicBezTo>
                                  <a:cubicBezTo>
                                    <a:pt x="43" y="3"/>
                                    <a:pt x="44" y="3"/>
                                    <a:pt x="44" y="2"/>
                                  </a:cubicBezTo>
                                  <a:cubicBezTo>
                                    <a:pt x="43" y="2"/>
                                    <a:pt x="42" y="2"/>
                                    <a:pt x="42" y="2"/>
                                  </a:cubicBezTo>
                                  <a:cubicBezTo>
                                    <a:pt x="40" y="1"/>
                                    <a:pt x="40" y="2"/>
                                    <a:pt x="39" y="3"/>
                                  </a:cubicBezTo>
                                  <a:cubicBezTo>
                                    <a:pt x="38" y="3"/>
                                    <a:pt x="38" y="2"/>
                                    <a:pt x="38" y="1"/>
                                  </a:cubicBezTo>
                                  <a:cubicBezTo>
                                    <a:pt x="37" y="0"/>
                                    <a:pt x="37" y="1"/>
                                    <a:pt x="36" y="1"/>
                                  </a:cubicBezTo>
                                  <a:cubicBezTo>
                                    <a:pt x="35" y="2"/>
                                    <a:pt x="35" y="1"/>
                                    <a:pt x="35" y="0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2"/>
                                    <a:pt x="32" y="2"/>
                                    <a:pt x="31" y="3"/>
                                  </a:cubicBezTo>
                                  <a:cubicBezTo>
                                    <a:pt x="31" y="3"/>
                                    <a:pt x="31" y="4"/>
                                    <a:pt x="31" y="4"/>
                                  </a:cubicBezTo>
                                  <a:cubicBezTo>
                                    <a:pt x="30" y="5"/>
                                    <a:pt x="30" y="4"/>
                                    <a:pt x="29" y="4"/>
                                  </a:cubicBezTo>
                                  <a:cubicBezTo>
                                    <a:pt x="29" y="5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5" y="6"/>
                                    <a:pt x="24" y="6"/>
                                  </a:cubicBezTo>
                                  <a:cubicBezTo>
                                    <a:pt x="25" y="7"/>
                                    <a:pt x="24" y="8"/>
                                    <a:pt x="24" y="9"/>
                                  </a:cubicBezTo>
                                  <a:cubicBezTo>
                                    <a:pt x="23" y="11"/>
                                    <a:pt x="25" y="10"/>
                                    <a:pt x="26" y="10"/>
                                  </a:cubicBezTo>
                                  <a:cubicBezTo>
                                    <a:pt x="26" y="11"/>
                                    <a:pt x="25" y="11"/>
                                    <a:pt x="25" y="11"/>
                                  </a:cubicBezTo>
                                  <a:cubicBezTo>
                                    <a:pt x="25" y="12"/>
                                    <a:pt x="25" y="12"/>
                                    <a:pt x="25" y="12"/>
                                  </a:cubicBezTo>
                                  <a:cubicBezTo>
                                    <a:pt x="24" y="13"/>
                                    <a:pt x="23" y="12"/>
                                    <a:pt x="23" y="12"/>
                                  </a:cubicBezTo>
                                  <a:cubicBezTo>
                                    <a:pt x="22" y="12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1" y="14"/>
                                    <a:pt x="21" y="14"/>
                                  </a:cubicBezTo>
                                  <a:cubicBezTo>
                                    <a:pt x="20" y="15"/>
                                    <a:pt x="19" y="15"/>
                                    <a:pt x="19" y="16"/>
                                  </a:cubicBezTo>
                                  <a:cubicBezTo>
                                    <a:pt x="19" y="16"/>
                                    <a:pt x="19" y="17"/>
                                    <a:pt x="19" y="17"/>
                                  </a:cubicBezTo>
                                  <a:cubicBezTo>
                                    <a:pt x="19" y="18"/>
                                    <a:pt x="19" y="19"/>
                                    <a:pt x="18" y="19"/>
                                  </a:cubicBezTo>
                                  <a:cubicBezTo>
                                    <a:pt x="18" y="20"/>
                                    <a:pt x="17" y="21"/>
                                    <a:pt x="18" y="22"/>
                                  </a:cubicBezTo>
                                  <a:cubicBezTo>
                                    <a:pt x="18" y="22"/>
                                    <a:pt x="18" y="22"/>
                                    <a:pt x="18" y="23"/>
                                  </a:cubicBezTo>
                                  <a:cubicBezTo>
                                    <a:pt x="19" y="23"/>
                                    <a:pt x="18" y="24"/>
                                    <a:pt x="18" y="24"/>
                                  </a:cubicBezTo>
                                  <a:cubicBezTo>
                                    <a:pt x="17" y="24"/>
                                    <a:pt x="17" y="23"/>
                                    <a:pt x="17" y="22"/>
                                  </a:cubicBezTo>
                                  <a:cubicBezTo>
                                    <a:pt x="17" y="22"/>
                                    <a:pt x="16" y="23"/>
                                    <a:pt x="16" y="23"/>
                                  </a:cubicBezTo>
                                  <a:cubicBezTo>
                                    <a:pt x="16" y="23"/>
                                    <a:pt x="15" y="22"/>
                                    <a:pt x="15" y="23"/>
                                  </a:cubicBezTo>
                                  <a:cubicBezTo>
                                    <a:pt x="15" y="24"/>
                                    <a:pt x="14" y="24"/>
                                    <a:pt x="13" y="24"/>
                                  </a:cubicBezTo>
                                  <a:cubicBezTo>
                                    <a:pt x="12" y="24"/>
                                    <a:pt x="13" y="26"/>
                                    <a:pt x="12" y="26"/>
                                  </a:cubicBezTo>
                                  <a:cubicBezTo>
                                    <a:pt x="11" y="26"/>
                                    <a:pt x="10" y="26"/>
                                    <a:pt x="10" y="26"/>
                                  </a:cubicBezTo>
                                  <a:cubicBezTo>
                                    <a:pt x="9" y="27"/>
                                    <a:pt x="9" y="26"/>
                                    <a:pt x="8" y="26"/>
                                  </a:cubicBezTo>
                                  <a:cubicBezTo>
                                    <a:pt x="8" y="26"/>
                                    <a:pt x="7" y="26"/>
                                    <a:pt x="7" y="26"/>
                                  </a:cubicBezTo>
                                  <a:cubicBezTo>
                                    <a:pt x="6" y="26"/>
                                    <a:pt x="6" y="26"/>
                                    <a:pt x="5" y="26"/>
                                  </a:cubicBezTo>
                                  <a:cubicBezTo>
                                    <a:pt x="5" y="26"/>
                                    <a:pt x="4" y="26"/>
                                    <a:pt x="3" y="26"/>
                                  </a:cubicBezTo>
                                  <a:cubicBezTo>
                                    <a:pt x="3" y="28"/>
                                    <a:pt x="4" y="29"/>
                                    <a:pt x="4" y="30"/>
                                  </a:cubicBezTo>
                                  <a:cubicBezTo>
                                    <a:pt x="5" y="32"/>
                                    <a:pt x="6" y="33"/>
                                    <a:pt x="6" y="34"/>
                                  </a:cubicBezTo>
                                  <a:cubicBezTo>
                                    <a:pt x="6" y="36"/>
                                    <a:pt x="6" y="37"/>
                                    <a:pt x="7" y="38"/>
                                  </a:cubicBezTo>
                                  <a:cubicBezTo>
                                    <a:pt x="7" y="39"/>
                                    <a:pt x="7" y="40"/>
                                    <a:pt x="6" y="41"/>
                                  </a:cubicBezTo>
                                  <a:cubicBezTo>
                                    <a:pt x="5" y="42"/>
                                    <a:pt x="0" y="43"/>
                                    <a:pt x="2" y="45"/>
                                  </a:cubicBezTo>
                                  <a:cubicBezTo>
                                    <a:pt x="3" y="46"/>
                                    <a:pt x="4" y="46"/>
                                    <a:pt x="4" y="47"/>
                                  </a:cubicBezTo>
                                  <a:cubicBezTo>
                                    <a:pt x="5" y="49"/>
                                    <a:pt x="4" y="50"/>
                                    <a:pt x="4" y="52"/>
                                  </a:cubicBezTo>
                                  <a:cubicBezTo>
                                    <a:pt x="4" y="52"/>
                                    <a:pt x="5" y="51"/>
                                    <a:pt x="6" y="5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9" name="Freeform 822">
                              <a:extLst>
                                <a:ext uri="{FF2B5EF4-FFF2-40B4-BE49-F238E27FC236}">
                                  <a16:creationId xmlns:a16="http://schemas.microsoft.com/office/drawing/2014/main" id="{25DF3725-4973-9879-BA18-D4A65B0971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46738" y="3300413"/>
                              <a:ext cx="211137" cy="107950"/>
                            </a:xfrm>
                            <a:custGeom>
                              <a:avLst/>
                              <a:gdLst>
                                <a:gd name="T0" fmla="*/ 34 w 51"/>
                                <a:gd name="T1" fmla="*/ 25 h 26"/>
                                <a:gd name="T2" fmla="*/ 40 w 51"/>
                                <a:gd name="T3" fmla="*/ 23 h 26"/>
                                <a:gd name="T4" fmla="*/ 44 w 51"/>
                                <a:gd name="T5" fmla="*/ 22 h 26"/>
                                <a:gd name="T6" fmla="*/ 44 w 51"/>
                                <a:gd name="T7" fmla="*/ 21 h 26"/>
                                <a:gd name="T8" fmla="*/ 47 w 51"/>
                                <a:gd name="T9" fmla="*/ 19 h 26"/>
                                <a:gd name="T10" fmla="*/ 47 w 51"/>
                                <a:gd name="T11" fmla="*/ 17 h 26"/>
                                <a:gd name="T12" fmla="*/ 48 w 51"/>
                                <a:gd name="T13" fmla="*/ 16 h 26"/>
                                <a:gd name="T14" fmla="*/ 47 w 51"/>
                                <a:gd name="T15" fmla="*/ 13 h 26"/>
                                <a:gd name="T16" fmla="*/ 50 w 51"/>
                                <a:gd name="T17" fmla="*/ 13 h 26"/>
                                <a:gd name="T18" fmla="*/ 50 w 51"/>
                                <a:gd name="T19" fmla="*/ 7 h 26"/>
                                <a:gd name="T20" fmla="*/ 50 w 51"/>
                                <a:gd name="T21" fmla="*/ 3 h 26"/>
                                <a:gd name="T22" fmla="*/ 49 w 51"/>
                                <a:gd name="T23" fmla="*/ 2 h 26"/>
                                <a:gd name="T24" fmla="*/ 45 w 51"/>
                                <a:gd name="T25" fmla="*/ 2 h 26"/>
                                <a:gd name="T26" fmla="*/ 42 w 51"/>
                                <a:gd name="T27" fmla="*/ 1 h 26"/>
                                <a:gd name="T28" fmla="*/ 37 w 51"/>
                                <a:gd name="T29" fmla="*/ 0 h 26"/>
                                <a:gd name="T30" fmla="*/ 36 w 51"/>
                                <a:gd name="T31" fmla="*/ 2 h 26"/>
                                <a:gd name="T32" fmla="*/ 34 w 51"/>
                                <a:gd name="T33" fmla="*/ 3 h 26"/>
                                <a:gd name="T34" fmla="*/ 29 w 51"/>
                                <a:gd name="T35" fmla="*/ 2 h 26"/>
                                <a:gd name="T36" fmla="*/ 27 w 51"/>
                                <a:gd name="T37" fmla="*/ 4 h 26"/>
                                <a:gd name="T38" fmla="*/ 24 w 51"/>
                                <a:gd name="T39" fmla="*/ 7 h 26"/>
                                <a:gd name="T40" fmla="*/ 23 w 51"/>
                                <a:gd name="T41" fmla="*/ 10 h 26"/>
                                <a:gd name="T42" fmla="*/ 24 w 51"/>
                                <a:gd name="T43" fmla="*/ 13 h 26"/>
                                <a:gd name="T44" fmla="*/ 23 w 51"/>
                                <a:gd name="T45" fmla="*/ 14 h 26"/>
                                <a:gd name="T46" fmla="*/ 19 w 51"/>
                                <a:gd name="T47" fmla="*/ 13 h 26"/>
                                <a:gd name="T48" fmla="*/ 17 w 51"/>
                                <a:gd name="T49" fmla="*/ 14 h 26"/>
                                <a:gd name="T50" fmla="*/ 12 w 51"/>
                                <a:gd name="T51" fmla="*/ 16 h 26"/>
                                <a:gd name="T52" fmla="*/ 8 w 51"/>
                                <a:gd name="T53" fmla="*/ 14 h 26"/>
                                <a:gd name="T54" fmla="*/ 6 w 51"/>
                                <a:gd name="T55" fmla="*/ 16 h 26"/>
                                <a:gd name="T56" fmla="*/ 5 w 51"/>
                                <a:gd name="T57" fmla="*/ 16 h 26"/>
                                <a:gd name="T58" fmla="*/ 1 w 51"/>
                                <a:gd name="T59" fmla="*/ 14 h 26"/>
                                <a:gd name="T60" fmla="*/ 0 w 51"/>
                                <a:gd name="T61" fmla="*/ 17 h 26"/>
                                <a:gd name="T62" fmla="*/ 2 w 51"/>
                                <a:gd name="T63" fmla="*/ 19 h 26"/>
                                <a:gd name="T64" fmla="*/ 3 w 51"/>
                                <a:gd name="T65" fmla="*/ 21 h 26"/>
                                <a:gd name="T66" fmla="*/ 7 w 51"/>
                                <a:gd name="T67" fmla="*/ 21 h 26"/>
                                <a:gd name="T68" fmla="*/ 11 w 51"/>
                                <a:gd name="T69" fmla="*/ 22 h 26"/>
                                <a:gd name="T70" fmla="*/ 14 w 51"/>
                                <a:gd name="T71" fmla="*/ 20 h 26"/>
                                <a:gd name="T72" fmla="*/ 18 w 51"/>
                                <a:gd name="T73" fmla="*/ 19 h 26"/>
                                <a:gd name="T74" fmla="*/ 19 w 51"/>
                                <a:gd name="T75" fmla="*/ 21 h 26"/>
                                <a:gd name="T76" fmla="*/ 21 w 51"/>
                                <a:gd name="T77" fmla="*/ 23 h 26"/>
                                <a:gd name="T78" fmla="*/ 24 w 51"/>
                                <a:gd name="T79" fmla="*/ 24 h 26"/>
                                <a:gd name="T80" fmla="*/ 28 w 51"/>
                                <a:gd name="T81" fmla="*/ 24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51" h="26">
                                  <a:moveTo>
                                    <a:pt x="31" y="25"/>
                                  </a:moveTo>
                                  <a:cubicBezTo>
                                    <a:pt x="32" y="25"/>
                                    <a:pt x="33" y="26"/>
                                    <a:pt x="34" y="25"/>
                                  </a:cubicBezTo>
                                  <a:cubicBezTo>
                                    <a:pt x="36" y="25"/>
                                    <a:pt x="36" y="23"/>
                                    <a:pt x="38" y="23"/>
                                  </a:cubicBezTo>
                                  <a:cubicBezTo>
                                    <a:pt x="38" y="23"/>
                                    <a:pt x="39" y="23"/>
                                    <a:pt x="40" y="23"/>
                                  </a:cubicBezTo>
                                  <a:cubicBezTo>
                                    <a:pt x="41" y="23"/>
                                    <a:pt x="41" y="23"/>
                                    <a:pt x="42" y="23"/>
                                  </a:cubicBezTo>
                                  <a:cubicBezTo>
                                    <a:pt x="42" y="23"/>
                                    <a:pt x="43" y="23"/>
                                    <a:pt x="44" y="22"/>
                                  </a:cubicBezTo>
                                  <a:cubicBezTo>
                                    <a:pt x="44" y="22"/>
                                    <a:pt x="44" y="22"/>
                                    <a:pt x="44" y="22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5" y="21"/>
                                    <a:pt x="45" y="20"/>
                                    <a:pt x="46" y="20"/>
                                  </a:cubicBezTo>
                                  <a:cubicBezTo>
                                    <a:pt x="46" y="20"/>
                                    <a:pt x="47" y="20"/>
                                    <a:pt x="47" y="19"/>
                                  </a:cubicBezTo>
                                  <a:cubicBezTo>
                                    <a:pt x="48" y="18"/>
                                    <a:pt x="47" y="18"/>
                                    <a:pt x="47" y="18"/>
                                  </a:cubicBezTo>
                                  <a:cubicBezTo>
                                    <a:pt x="47" y="17"/>
                                    <a:pt x="47" y="17"/>
                                    <a:pt x="47" y="17"/>
                                  </a:cubicBezTo>
                                  <a:cubicBezTo>
                                    <a:pt x="47" y="16"/>
                                    <a:pt x="47" y="16"/>
                                    <a:pt x="47" y="16"/>
                                  </a:cubicBezTo>
                                  <a:cubicBezTo>
                                    <a:pt x="47" y="16"/>
                                    <a:pt x="48" y="16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9" y="15"/>
                                  </a:cubicBezTo>
                                  <a:cubicBezTo>
                                    <a:pt x="49" y="13"/>
                                    <a:pt x="47" y="14"/>
                                    <a:pt x="47" y="13"/>
                                  </a:cubicBezTo>
                                  <a:cubicBezTo>
                                    <a:pt x="48" y="13"/>
                                    <a:pt x="48" y="12"/>
                                    <a:pt x="48" y="12"/>
                                  </a:cubicBezTo>
                                  <a:cubicBezTo>
                                    <a:pt x="49" y="12"/>
                                    <a:pt x="50" y="13"/>
                                    <a:pt x="50" y="13"/>
                                  </a:cubicBezTo>
                                  <a:cubicBezTo>
                                    <a:pt x="51" y="13"/>
                                    <a:pt x="51" y="12"/>
                                    <a:pt x="51" y="11"/>
                                  </a:cubicBezTo>
                                  <a:cubicBezTo>
                                    <a:pt x="51" y="10"/>
                                    <a:pt x="51" y="8"/>
                                    <a:pt x="50" y="7"/>
                                  </a:cubicBezTo>
                                  <a:cubicBezTo>
                                    <a:pt x="50" y="7"/>
                                    <a:pt x="50" y="6"/>
                                    <a:pt x="50" y="6"/>
                                  </a:cubicBezTo>
                                  <a:cubicBezTo>
                                    <a:pt x="50" y="5"/>
                                    <a:pt x="50" y="4"/>
                                    <a:pt x="50" y="3"/>
                                  </a:cubicBezTo>
                                  <a:cubicBezTo>
                                    <a:pt x="50" y="3"/>
                                    <a:pt x="50" y="3"/>
                                    <a:pt x="50" y="3"/>
                                  </a:cubicBezTo>
                                  <a:cubicBezTo>
                                    <a:pt x="50" y="3"/>
                                    <a:pt x="50" y="3"/>
                                    <a:pt x="49" y="2"/>
                                  </a:cubicBezTo>
                                  <a:cubicBezTo>
                                    <a:pt x="49" y="2"/>
                                    <a:pt x="48" y="2"/>
                                    <a:pt x="48" y="2"/>
                                  </a:cubicBezTo>
                                  <a:cubicBezTo>
                                    <a:pt x="47" y="1"/>
                                    <a:pt x="46" y="2"/>
                                    <a:pt x="45" y="2"/>
                                  </a:cubicBezTo>
                                  <a:cubicBezTo>
                                    <a:pt x="44" y="2"/>
                                    <a:pt x="44" y="2"/>
                                    <a:pt x="44" y="2"/>
                                  </a:cubicBezTo>
                                  <a:cubicBezTo>
                                    <a:pt x="43" y="1"/>
                                    <a:pt x="42" y="1"/>
                                    <a:pt x="42" y="1"/>
                                  </a:cubicBezTo>
                                  <a:cubicBezTo>
                                    <a:pt x="41" y="1"/>
                                    <a:pt x="40" y="0"/>
                                    <a:pt x="38" y="0"/>
                                  </a:cubicBezTo>
                                  <a:cubicBezTo>
                                    <a:pt x="38" y="0"/>
                                    <a:pt x="37" y="0"/>
                                    <a:pt x="37" y="0"/>
                                  </a:cubicBezTo>
                                  <a:cubicBezTo>
                                    <a:pt x="37" y="0"/>
                                    <a:pt x="37" y="1"/>
                                    <a:pt x="37" y="1"/>
                                  </a:cubicBezTo>
                                  <a:cubicBezTo>
                                    <a:pt x="37" y="2"/>
                                    <a:pt x="36" y="2"/>
                                    <a:pt x="36" y="2"/>
                                  </a:cubicBezTo>
                                  <a:cubicBezTo>
                                    <a:pt x="36" y="2"/>
                                    <a:pt x="36" y="3"/>
                                    <a:pt x="35" y="4"/>
                                  </a:cubicBezTo>
                                  <a:cubicBezTo>
                                    <a:pt x="35" y="4"/>
                                    <a:pt x="34" y="3"/>
                                    <a:pt x="34" y="3"/>
                                  </a:cubicBezTo>
                                  <a:cubicBezTo>
                                    <a:pt x="33" y="3"/>
                                    <a:pt x="33" y="4"/>
                                    <a:pt x="32" y="4"/>
                                  </a:cubicBezTo>
                                  <a:cubicBezTo>
                                    <a:pt x="31" y="4"/>
                                    <a:pt x="30" y="3"/>
                                    <a:pt x="29" y="2"/>
                                  </a:cubicBezTo>
                                  <a:cubicBezTo>
                                    <a:pt x="29" y="3"/>
                                    <a:pt x="29" y="4"/>
                                    <a:pt x="29" y="4"/>
                                  </a:cubicBezTo>
                                  <a:cubicBezTo>
                                    <a:pt x="28" y="4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7" y="5"/>
                                    <a:pt x="26" y="5"/>
                                  </a:cubicBezTo>
                                  <a:cubicBezTo>
                                    <a:pt x="26" y="7"/>
                                    <a:pt x="25" y="7"/>
                                    <a:pt x="24" y="7"/>
                                  </a:cubicBezTo>
                                  <a:cubicBezTo>
                                    <a:pt x="23" y="8"/>
                                    <a:pt x="22" y="8"/>
                                    <a:pt x="22" y="9"/>
                                  </a:cubicBezTo>
                                  <a:cubicBezTo>
                                    <a:pt x="22" y="9"/>
                                    <a:pt x="23" y="10"/>
                                    <a:pt x="23" y="10"/>
                                  </a:cubicBezTo>
                                  <a:cubicBezTo>
                                    <a:pt x="23" y="10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4" y="13"/>
                                  </a:cubicBezTo>
                                  <a:cubicBezTo>
                                    <a:pt x="24" y="13"/>
                                    <a:pt x="24" y="13"/>
                                    <a:pt x="24" y="14"/>
                                  </a:cubicBezTo>
                                  <a:cubicBezTo>
                                    <a:pt x="24" y="15"/>
                                    <a:pt x="24" y="15"/>
                                    <a:pt x="23" y="14"/>
                                  </a:cubicBezTo>
                                  <a:cubicBezTo>
                                    <a:pt x="22" y="14"/>
                                    <a:pt x="22" y="13"/>
                                    <a:pt x="21" y="13"/>
                                  </a:cubicBezTo>
                                  <a:cubicBezTo>
                                    <a:pt x="21" y="14"/>
                                    <a:pt x="20" y="13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8" y="13"/>
                                  </a:cubicBezTo>
                                  <a:cubicBezTo>
                                    <a:pt x="18" y="14"/>
                                    <a:pt x="17" y="14"/>
                                    <a:pt x="17" y="14"/>
                                  </a:cubicBezTo>
                                  <a:cubicBezTo>
                                    <a:pt x="15" y="14"/>
                                    <a:pt x="14" y="14"/>
                                    <a:pt x="13" y="15"/>
                                  </a:cubicBezTo>
                                  <a:cubicBezTo>
                                    <a:pt x="13" y="15"/>
                                    <a:pt x="12" y="15"/>
                                    <a:pt x="12" y="16"/>
                                  </a:cubicBezTo>
                                  <a:cubicBezTo>
                                    <a:pt x="11" y="16"/>
                                    <a:pt x="11" y="16"/>
                                    <a:pt x="10" y="16"/>
                                  </a:cubicBezTo>
                                  <a:cubicBezTo>
                                    <a:pt x="9" y="15"/>
                                    <a:pt x="9" y="14"/>
                                    <a:pt x="8" y="14"/>
                                  </a:cubicBezTo>
                                  <a:cubicBezTo>
                                    <a:pt x="8" y="14"/>
                                    <a:pt x="7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6"/>
                                  </a:cubicBezTo>
                                  <a:cubicBezTo>
                                    <a:pt x="6" y="16"/>
                                    <a:pt x="6" y="17"/>
                                    <a:pt x="5" y="17"/>
                                  </a:cubicBezTo>
                                  <a:cubicBezTo>
                                    <a:pt x="5" y="17"/>
                                    <a:pt x="5" y="16"/>
                                    <a:pt x="5" y="16"/>
                                  </a:cubicBezTo>
                                  <a:cubicBezTo>
                                    <a:pt x="4" y="16"/>
                                    <a:pt x="4" y="15"/>
                                    <a:pt x="3" y="15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5"/>
                                    <a:pt x="1" y="15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0" y="17"/>
                                  </a:cubicBezTo>
                                  <a:cubicBezTo>
                                    <a:pt x="1" y="17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1" y="19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3" y="20"/>
                                  </a:cubicBezTo>
                                  <a:cubicBezTo>
                                    <a:pt x="3" y="20"/>
                                    <a:pt x="3" y="21"/>
                                    <a:pt x="3" y="21"/>
                                  </a:cubicBezTo>
                                  <a:cubicBezTo>
                                    <a:pt x="4" y="21"/>
                                    <a:pt x="5" y="21"/>
                                    <a:pt x="6" y="20"/>
                                  </a:cubicBezTo>
                                  <a:cubicBezTo>
                                    <a:pt x="6" y="19"/>
                                    <a:pt x="7" y="20"/>
                                    <a:pt x="7" y="21"/>
                                  </a:cubicBezTo>
                                  <a:cubicBezTo>
                                    <a:pt x="8" y="21"/>
                                    <a:pt x="8" y="21"/>
                                    <a:pt x="9" y="21"/>
                                  </a:cubicBezTo>
                                  <a:cubicBezTo>
                                    <a:pt x="9" y="22"/>
                                    <a:pt x="10" y="22"/>
                                    <a:pt x="11" y="22"/>
                                  </a:cubicBezTo>
                                  <a:cubicBezTo>
                                    <a:pt x="11" y="21"/>
                                    <a:pt x="11" y="20"/>
                                    <a:pt x="12" y="20"/>
                                  </a:cubicBezTo>
                                  <a:cubicBezTo>
                                    <a:pt x="12" y="20"/>
                                    <a:pt x="13" y="20"/>
                                    <a:pt x="14" y="20"/>
                                  </a:cubicBezTo>
                                  <a:cubicBezTo>
                                    <a:pt x="14" y="20"/>
                                    <a:pt x="15" y="20"/>
                                    <a:pt x="16" y="20"/>
                                  </a:cubicBezTo>
                                  <a:cubicBezTo>
                                    <a:pt x="17" y="20"/>
                                    <a:pt x="17" y="19"/>
                                    <a:pt x="18" y="19"/>
                                  </a:cubicBezTo>
                                  <a:cubicBezTo>
                                    <a:pt x="18" y="19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8" y="21"/>
                                    <a:pt x="19" y="21"/>
                                  </a:cubicBezTo>
                                  <a:cubicBezTo>
                                    <a:pt x="19" y="22"/>
                                    <a:pt x="19" y="22"/>
                                    <a:pt x="20" y="22"/>
                                  </a:cubicBezTo>
                                  <a:cubicBezTo>
                                    <a:pt x="20" y="23"/>
                                    <a:pt x="21" y="23"/>
                                    <a:pt x="21" y="23"/>
                                  </a:cubicBezTo>
                                  <a:cubicBezTo>
                                    <a:pt x="22" y="23"/>
                                    <a:pt x="22" y="23"/>
                                    <a:pt x="23" y="23"/>
                                  </a:cubicBezTo>
                                  <a:cubicBezTo>
                                    <a:pt x="23" y="23"/>
                                    <a:pt x="23" y="24"/>
                                    <a:pt x="24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6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30" y="25"/>
                                    <a:pt x="31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0" name="Freeform 823">
                              <a:extLst>
                                <a:ext uri="{FF2B5EF4-FFF2-40B4-BE49-F238E27FC236}">
                                  <a16:creationId xmlns:a16="http://schemas.microsoft.com/office/drawing/2014/main" id="{E1B096E5-4649-6B8A-EED3-6188FAE57C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46738" y="3371850"/>
                              <a:ext cx="3175" cy="7938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2"/>
                                <a:gd name="T2" fmla="*/ 0 w 1"/>
                                <a:gd name="T3" fmla="*/ 0 h 2"/>
                                <a:gd name="T4" fmla="*/ 0 w 1"/>
                                <a:gd name="T5" fmla="*/ 2 h 2"/>
                                <a:gd name="T6" fmla="*/ 1 w 1"/>
                                <a:gd name="T7" fmla="*/ 2 h 2"/>
                                <a:gd name="T8" fmla="*/ 1 w 1"/>
                                <a:gd name="T9" fmla="*/ 1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2"/>
                                  </a:cubicBezTo>
                                  <a:cubicBezTo>
                                    <a:pt x="0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1" name="Freeform 841">
                              <a:extLst>
                                <a:ext uri="{FF2B5EF4-FFF2-40B4-BE49-F238E27FC236}">
                                  <a16:creationId xmlns:a16="http://schemas.microsoft.com/office/drawing/2014/main" id="{C4914FEA-C58B-AC91-3EF4-B35D117AB0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78575" y="3892550"/>
                              <a:ext cx="7937" cy="20638"/>
                            </a:xfrm>
                            <a:custGeom>
                              <a:avLst/>
                              <a:gdLst>
                                <a:gd name="T0" fmla="*/ 2 w 2"/>
                                <a:gd name="T1" fmla="*/ 0 h 5"/>
                                <a:gd name="T2" fmla="*/ 1 w 2"/>
                                <a:gd name="T3" fmla="*/ 0 h 5"/>
                                <a:gd name="T4" fmla="*/ 0 w 2"/>
                                <a:gd name="T5" fmla="*/ 1 h 5"/>
                                <a:gd name="T6" fmla="*/ 1 w 2"/>
                                <a:gd name="T7" fmla="*/ 5 h 5"/>
                                <a:gd name="T8" fmla="*/ 2 w 2"/>
                                <a:gd name="T9" fmla="*/ 4 h 5"/>
                                <a:gd name="T10" fmla="*/ 2 w 2"/>
                                <a:gd name="T11" fmla="*/ 1 h 5"/>
                                <a:gd name="T12" fmla="*/ 2 w 2"/>
                                <a:gd name="T13" fmla="*/ 0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</a:cxnLst>
                              <a:rect l="0" t="0" r="r" b="b"/>
                              <a:pathLst>
                                <a:path w="2" h="5">
                                  <a:moveTo>
                                    <a:pt x="2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lnTo>
                                    <a:pt x="2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4" name="Africa">
                            <a:extLst>
                              <a:ext uri="{FF2B5EF4-FFF2-40B4-BE49-F238E27FC236}">
                                <a16:creationId xmlns:a16="http://schemas.microsoft.com/office/drawing/2014/main" id="{BA5699D8-9627-EABB-918D-15966B635AF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300663" y="3636963"/>
                            <a:ext cx="2347912" cy="2190750"/>
                            <a:chOff x="4659313" y="3754438"/>
                            <a:chExt cx="2347912" cy="2190750"/>
                          </a:xfrm>
                          <a:grpFill/>
                        </p:grpSpPr>
                        <p:sp>
                          <p:nvSpPr>
                            <p:cNvPr id="95" name="Freeform 875">
                              <a:extLst>
                                <a:ext uri="{FF2B5EF4-FFF2-40B4-BE49-F238E27FC236}">
                                  <a16:creationId xmlns:a16="http://schemas.microsoft.com/office/drawing/2014/main" id="{B2E47B73-A50D-D117-BE3C-FF810D3FC1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57913" y="4600575"/>
                              <a:ext cx="33337" cy="25400"/>
                            </a:xfrm>
                            <a:custGeom>
                              <a:avLst/>
                              <a:gdLst>
                                <a:gd name="T0" fmla="*/ 0 w 21"/>
                                <a:gd name="T1" fmla="*/ 3 h 16"/>
                                <a:gd name="T2" fmla="*/ 3 w 21"/>
                                <a:gd name="T3" fmla="*/ 10 h 16"/>
                                <a:gd name="T4" fmla="*/ 6 w 21"/>
                                <a:gd name="T5" fmla="*/ 16 h 16"/>
                                <a:gd name="T6" fmla="*/ 16 w 21"/>
                                <a:gd name="T7" fmla="*/ 16 h 16"/>
                                <a:gd name="T8" fmla="*/ 21 w 21"/>
                                <a:gd name="T9" fmla="*/ 10 h 16"/>
                                <a:gd name="T10" fmla="*/ 21 w 21"/>
                                <a:gd name="T11" fmla="*/ 0 h 16"/>
                                <a:gd name="T12" fmla="*/ 0 w 21"/>
                                <a:gd name="T13" fmla="*/ 3 h 1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</a:cxnLst>
                              <a:rect l="0" t="0" r="r" b="b"/>
                              <a:pathLst>
                                <a:path w="21" h="16">
                                  <a:moveTo>
                                    <a:pt x="0" y="3"/>
                                  </a:moveTo>
                                  <a:lnTo>
                                    <a:pt x="3" y="10"/>
                                  </a:lnTo>
                                  <a:lnTo>
                                    <a:pt x="6" y="16"/>
                                  </a:lnTo>
                                  <a:lnTo>
                                    <a:pt x="16" y="16"/>
                                  </a:lnTo>
                                  <a:lnTo>
                                    <a:pt x="21" y="10"/>
                                  </a:lnTo>
                                  <a:lnTo>
                                    <a:pt x="21" y="0"/>
                                  </a:lnTo>
                                  <a:lnTo>
                                    <a:pt x="0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6" name="Freeform 876">
                              <a:extLst>
                                <a:ext uri="{FF2B5EF4-FFF2-40B4-BE49-F238E27FC236}">
                                  <a16:creationId xmlns:a16="http://schemas.microsoft.com/office/drawing/2014/main" id="{94DA15DA-439F-D807-EDE3-59DEF4E2A0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92676" y="4075113"/>
                              <a:ext cx="238125" cy="200025"/>
                            </a:xfrm>
                            <a:custGeom>
                              <a:avLst/>
                              <a:gdLst>
                                <a:gd name="T0" fmla="*/ 26 w 57"/>
                                <a:gd name="T1" fmla="*/ 0 h 48"/>
                                <a:gd name="T2" fmla="*/ 25 w 57"/>
                                <a:gd name="T3" fmla="*/ 4 h 48"/>
                                <a:gd name="T4" fmla="*/ 21 w 57"/>
                                <a:gd name="T5" fmla="*/ 10 h 48"/>
                                <a:gd name="T6" fmla="*/ 18 w 57"/>
                                <a:gd name="T7" fmla="*/ 13 h 48"/>
                                <a:gd name="T8" fmla="*/ 16 w 57"/>
                                <a:gd name="T9" fmla="*/ 21 h 48"/>
                                <a:gd name="T10" fmla="*/ 14 w 57"/>
                                <a:gd name="T11" fmla="*/ 24 h 48"/>
                                <a:gd name="T12" fmla="*/ 8 w 57"/>
                                <a:gd name="T13" fmla="*/ 31 h 48"/>
                                <a:gd name="T14" fmla="*/ 5 w 57"/>
                                <a:gd name="T15" fmla="*/ 38 h 48"/>
                                <a:gd name="T16" fmla="*/ 2 w 57"/>
                                <a:gd name="T17" fmla="*/ 42 h 48"/>
                                <a:gd name="T18" fmla="*/ 2 w 57"/>
                                <a:gd name="T19" fmla="*/ 42 h 48"/>
                                <a:gd name="T20" fmla="*/ 1 w 57"/>
                                <a:gd name="T21" fmla="*/ 48 h 48"/>
                                <a:gd name="T22" fmla="*/ 27 w 57"/>
                                <a:gd name="T23" fmla="*/ 47 h 48"/>
                                <a:gd name="T24" fmla="*/ 26 w 57"/>
                                <a:gd name="T25" fmla="*/ 36 h 48"/>
                                <a:gd name="T26" fmla="*/ 30 w 57"/>
                                <a:gd name="T27" fmla="*/ 33 h 48"/>
                                <a:gd name="T28" fmla="*/ 34 w 57"/>
                                <a:gd name="T29" fmla="*/ 32 h 48"/>
                                <a:gd name="T30" fmla="*/ 34 w 57"/>
                                <a:gd name="T31" fmla="*/ 13 h 48"/>
                                <a:gd name="T32" fmla="*/ 57 w 57"/>
                                <a:gd name="T33" fmla="*/ 13 h 48"/>
                                <a:gd name="T34" fmla="*/ 57 w 57"/>
                                <a:gd name="T35" fmla="*/ 3 h 48"/>
                                <a:gd name="T36" fmla="*/ 57 w 57"/>
                                <a:gd name="T37" fmla="*/ 0 h 48"/>
                                <a:gd name="T38" fmla="*/ 27 w 57"/>
                                <a:gd name="T39" fmla="*/ 0 h 48"/>
                                <a:gd name="T40" fmla="*/ 26 w 57"/>
                                <a:gd name="T41" fmla="*/ 0 h 4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</a:cxnLst>
                              <a:rect l="0" t="0" r="r" b="b"/>
                              <a:pathLst>
                                <a:path w="57" h="48">
                                  <a:moveTo>
                                    <a:pt x="26" y="0"/>
                                  </a:moveTo>
                                  <a:cubicBezTo>
                                    <a:pt x="26" y="0"/>
                                    <a:pt x="26" y="3"/>
                                    <a:pt x="25" y="4"/>
                                  </a:cubicBezTo>
                                  <a:cubicBezTo>
                                    <a:pt x="25" y="7"/>
                                    <a:pt x="23" y="9"/>
                                    <a:pt x="21" y="10"/>
                                  </a:cubicBezTo>
                                  <a:cubicBezTo>
                                    <a:pt x="20" y="11"/>
                                    <a:pt x="18" y="11"/>
                                    <a:pt x="18" y="13"/>
                                  </a:cubicBezTo>
                                  <a:cubicBezTo>
                                    <a:pt x="17" y="16"/>
                                    <a:pt x="15" y="18"/>
                                    <a:pt x="16" y="21"/>
                                  </a:cubicBezTo>
                                  <a:cubicBezTo>
                                    <a:pt x="16" y="23"/>
                                    <a:pt x="15" y="24"/>
                                    <a:pt x="14" y="24"/>
                                  </a:cubicBezTo>
                                  <a:cubicBezTo>
                                    <a:pt x="12" y="27"/>
                                    <a:pt x="10" y="28"/>
                                    <a:pt x="8" y="31"/>
                                  </a:cubicBezTo>
                                  <a:cubicBezTo>
                                    <a:pt x="7" y="33"/>
                                    <a:pt x="6" y="35"/>
                                    <a:pt x="5" y="38"/>
                                  </a:cubicBezTo>
                                  <a:cubicBezTo>
                                    <a:pt x="5" y="39"/>
                                    <a:pt x="5" y="41"/>
                                    <a:pt x="2" y="42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4"/>
                                    <a:pt x="0" y="46"/>
                                    <a:pt x="1" y="48"/>
                                  </a:cubicBezTo>
                                  <a:cubicBezTo>
                                    <a:pt x="27" y="47"/>
                                    <a:pt x="27" y="47"/>
                                    <a:pt x="27" y="47"/>
                                  </a:cubicBezTo>
                                  <a:cubicBezTo>
                                    <a:pt x="26" y="36"/>
                                    <a:pt x="26" y="36"/>
                                    <a:pt x="26" y="36"/>
                                  </a:cubicBezTo>
                                  <a:cubicBezTo>
                                    <a:pt x="30" y="33"/>
                                    <a:pt x="30" y="33"/>
                                    <a:pt x="30" y="33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57" y="13"/>
                                    <a:pt x="57" y="13"/>
                                    <a:pt x="57" y="13"/>
                                  </a:cubicBezTo>
                                  <a:cubicBezTo>
                                    <a:pt x="57" y="3"/>
                                    <a:pt x="57" y="3"/>
                                    <a:pt x="57" y="3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27" y="0"/>
                                    <a:pt x="27" y="0"/>
                                    <a:pt x="27" y="0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7" name="Freeform 878">
                              <a:extLst>
                                <a:ext uri="{FF2B5EF4-FFF2-40B4-BE49-F238E27FC236}">
                                  <a16:creationId xmlns:a16="http://schemas.microsoft.com/office/drawing/2014/main" id="{006CBA97-A701-A47F-D6C7-03BAA27F67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88063" y="5337175"/>
                              <a:ext cx="220662" cy="204788"/>
                            </a:xfrm>
                            <a:custGeom>
                              <a:avLst/>
                              <a:gdLst>
                                <a:gd name="T0" fmla="*/ 48 w 53"/>
                                <a:gd name="T1" fmla="*/ 40 h 49"/>
                                <a:gd name="T2" fmla="*/ 49 w 53"/>
                                <a:gd name="T3" fmla="*/ 38 h 49"/>
                                <a:gd name="T4" fmla="*/ 49 w 53"/>
                                <a:gd name="T5" fmla="*/ 36 h 49"/>
                                <a:gd name="T6" fmla="*/ 53 w 53"/>
                                <a:gd name="T7" fmla="*/ 31 h 49"/>
                                <a:gd name="T8" fmla="*/ 53 w 53"/>
                                <a:gd name="T9" fmla="*/ 30 h 49"/>
                                <a:gd name="T10" fmla="*/ 53 w 53"/>
                                <a:gd name="T11" fmla="*/ 30 h 49"/>
                                <a:gd name="T12" fmla="*/ 51 w 53"/>
                                <a:gd name="T13" fmla="*/ 29 h 49"/>
                                <a:gd name="T14" fmla="*/ 51 w 53"/>
                                <a:gd name="T15" fmla="*/ 27 h 49"/>
                                <a:gd name="T16" fmla="*/ 52 w 53"/>
                                <a:gd name="T17" fmla="*/ 25 h 49"/>
                                <a:gd name="T18" fmla="*/ 50 w 53"/>
                                <a:gd name="T19" fmla="*/ 24 h 49"/>
                                <a:gd name="T20" fmla="*/ 50 w 53"/>
                                <a:gd name="T21" fmla="*/ 23 h 49"/>
                                <a:gd name="T22" fmla="*/ 52 w 53"/>
                                <a:gd name="T23" fmla="*/ 22 h 49"/>
                                <a:gd name="T24" fmla="*/ 52 w 53"/>
                                <a:gd name="T25" fmla="*/ 21 h 49"/>
                                <a:gd name="T26" fmla="*/ 52 w 53"/>
                                <a:gd name="T27" fmla="*/ 21 h 49"/>
                                <a:gd name="T28" fmla="*/ 52 w 53"/>
                                <a:gd name="T29" fmla="*/ 21 h 49"/>
                                <a:gd name="T30" fmla="*/ 53 w 53"/>
                                <a:gd name="T31" fmla="*/ 20 h 49"/>
                                <a:gd name="T32" fmla="*/ 52 w 53"/>
                                <a:gd name="T33" fmla="*/ 18 h 49"/>
                                <a:gd name="T34" fmla="*/ 52 w 53"/>
                                <a:gd name="T35" fmla="*/ 17 h 49"/>
                                <a:gd name="T36" fmla="*/ 52 w 53"/>
                                <a:gd name="T37" fmla="*/ 16 h 49"/>
                                <a:gd name="T38" fmla="*/ 52 w 53"/>
                                <a:gd name="T39" fmla="*/ 16 h 49"/>
                                <a:gd name="T40" fmla="*/ 52 w 53"/>
                                <a:gd name="T41" fmla="*/ 14 h 49"/>
                                <a:gd name="T42" fmla="*/ 52 w 53"/>
                                <a:gd name="T43" fmla="*/ 14 h 49"/>
                                <a:gd name="T44" fmla="*/ 52 w 53"/>
                                <a:gd name="T45" fmla="*/ 12 h 49"/>
                                <a:gd name="T46" fmla="*/ 51 w 53"/>
                                <a:gd name="T47" fmla="*/ 9 h 49"/>
                                <a:gd name="T48" fmla="*/ 52 w 53"/>
                                <a:gd name="T49" fmla="*/ 7 h 49"/>
                                <a:gd name="T50" fmla="*/ 51 w 53"/>
                                <a:gd name="T51" fmla="*/ 7 h 49"/>
                                <a:gd name="T52" fmla="*/ 48 w 53"/>
                                <a:gd name="T53" fmla="*/ 6 h 49"/>
                                <a:gd name="T54" fmla="*/ 45 w 53"/>
                                <a:gd name="T55" fmla="*/ 6 h 49"/>
                                <a:gd name="T56" fmla="*/ 40 w 53"/>
                                <a:gd name="T57" fmla="*/ 3 h 49"/>
                                <a:gd name="T58" fmla="*/ 35 w 53"/>
                                <a:gd name="T59" fmla="*/ 3 h 49"/>
                                <a:gd name="T60" fmla="*/ 35 w 53"/>
                                <a:gd name="T61" fmla="*/ 0 h 49"/>
                                <a:gd name="T62" fmla="*/ 29 w 53"/>
                                <a:gd name="T63" fmla="*/ 0 h 49"/>
                                <a:gd name="T64" fmla="*/ 25 w 53"/>
                                <a:gd name="T65" fmla="*/ 2 h 49"/>
                                <a:gd name="T66" fmla="*/ 24 w 53"/>
                                <a:gd name="T67" fmla="*/ 6 h 49"/>
                                <a:gd name="T68" fmla="*/ 17 w 53"/>
                                <a:gd name="T69" fmla="*/ 9 h 49"/>
                                <a:gd name="T70" fmla="*/ 12 w 53"/>
                                <a:gd name="T71" fmla="*/ 17 h 49"/>
                                <a:gd name="T72" fmla="*/ 10 w 53"/>
                                <a:gd name="T73" fmla="*/ 17 h 49"/>
                                <a:gd name="T74" fmla="*/ 9 w 53"/>
                                <a:gd name="T75" fmla="*/ 17 h 49"/>
                                <a:gd name="T76" fmla="*/ 6 w 53"/>
                                <a:gd name="T77" fmla="*/ 16 h 49"/>
                                <a:gd name="T78" fmla="*/ 4 w 53"/>
                                <a:gd name="T79" fmla="*/ 17 h 49"/>
                                <a:gd name="T80" fmla="*/ 3 w 53"/>
                                <a:gd name="T81" fmla="*/ 15 h 49"/>
                                <a:gd name="T82" fmla="*/ 0 w 53"/>
                                <a:gd name="T83" fmla="*/ 15 h 49"/>
                                <a:gd name="T84" fmla="*/ 0 w 53"/>
                                <a:gd name="T85" fmla="*/ 17 h 49"/>
                                <a:gd name="T86" fmla="*/ 5 w 53"/>
                                <a:gd name="T87" fmla="*/ 24 h 49"/>
                                <a:gd name="T88" fmla="*/ 6 w 53"/>
                                <a:gd name="T89" fmla="*/ 28 h 49"/>
                                <a:gd name="T90" fmla="*/ 9 w 53"/>
                                <a:gd name="T91" fmla="*/ 30 h 49"/>
                                <a:gd name="T92" fmla="*/ 13 w 53"/>
                                <a:gd name="T93" fmla="*/ 32 h 49"/>
                                <a:gd name="T94" fmla="*/ 14 w 53"/>
                                <a:gd name="T95" fmla="*/ 35 h 49"/>
                                <a:gd name="T96" fmla="*/ 16 w 53"/>
                                <a:gd name="T97" fmla="*/ 35 h 49"/>
                                <a:gd name="T98" fmla="*/ 16 w 53"/>
                                <a:gd name="T99" fmla="*/ 39 h 49"/>
                                <a:gd name="T100" fmla="*/ 19 w 53"/>
                                <a:gd name="T101" fmla="*/ 43 h 49"/>
                                <a:gd name="T102" fmla="*/ 25 w 53"/>
                                <a:gd name="T103" fmla="*/ 44 h 49"/>
                                <a:gd name="T104" fmla="*/ 25 w 53"/>
                                <a:gd name="T105" fmla="*/ 46 h 49"/>
                                <a:gd name="T106" fmla="*/ 28 w 53"/>
                                <a:gd name="T107" fmla="*/ 47 h 49"/>
                                <a:gd name="T108" fmla="*/ 30 w 53"/>
                                <a:gd name="T109" fmla="*/ 47 h 49"/>
                                <a:gd name="T110" fmla="*/ 34 w 53"/>
                                <a:gd name="T111" fmla="*/ 48 h 49"/>
                                <a:gd name="T112" fmla="*/ 39 w 53"/>
                                <a:gd name="T113" fmla="*/ 48 h 49"/>
                                <a:gd name="T114" fmla="*/ 41 w 53"/>
                                <a:gd name="T115" fmla="*/ 49 h 49"/>
                                <a:gd name="T116" fmla="*/ 49 w 53"/>
                                <a:gd name="T117" fmla="*/ 41 h 49"/>
                                <a:gd name="T118" fmla="*/ 48 w 53"/>
                                <a:gd name="T119" fmla="*/ 40 h 4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53" h="49">
                                  <a:moveTo>
                                    <a:pt x="48" y="40"/>
                                  </a:move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53" y="31"/>
                                    <a:pt x="53" y="31"/>
                                    <a:pt x="53" y="31"/>
                                  </a:cubicBezTo>
                                  <a:cubicBezTo>
                                    <a:pt x="53" y="30"/>
                                    <a:pt x="53" y="30"/>
                                    <a:pt x="53" y="30"/>
                                  </a:cubicBezTo>
                                  <a:cubicBezTo>
                                    <a:pt x="53" y="30"/>
                                    <a:pt x="53" y="30"/>
                                    <a:pt x="53" y="30"/>
                                  </a:cubicBezTo>
                                  <a:cubicBezTo>
                                    <a:pt x="51" y="29"/>
                                    <a:pt x="51" y="29"/>
                                    <a:pt x="51" y="29"/>
                                  </a:cubicBezTo>
                                  <a:cubicBezTo>
                                    <a:pt x="51" y="27"/>
                                    <a:pt x="51" y="27"/>
                                    <a:pt x="51" y="27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0" y="24"/>
                                    <a:pt x="50" y="24"/>
                                    <a:pt x="50" y="24"/>
                                  </a:cubicBezTo>
                                  <a:cubicBezTo>
                                    <a:pt x="50" y="23"/>
                                    <a:pt x="50" y="23"/>
                                    <a:pt x="50" y="23"/>
                                  </a:cubicBezTo>
                                  <a:cubicBezTo>
                                    <a:pt x="52" y="22"/>
                                    <a:pt x="52" y="22"/>
                                    <a:pt x="52" y="22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3" y="20"/>
                                    <a:pt x="53" y="20"/>
                                    <a:pt x="53" y="20"/>
                                  </a:cubicBezTo>
                                  <a:cubicBezTo>
                                    <a:pt x="53" y="20"/>
                                    <a:pt x="52" y="18"/>
                                    <a:pt x="52" y="18"/>
                                  </a:cubicBezTo>
                                  <a:cubicBezTo>
                                    <a:pt x="52" y="18"/>
                                    <a:pt x="52" y="17"/>
                                    <a:pt x="52" y="17"/>
                                  </a:cubicBezTo>
                                  <a:cubicBezTo>
                                    <a:pt x="52" y="17"/>
                                    <a:pt x="52" y="16"/>
                                    <a:pt x="52" y="16"/>
                                  </a:cubicBezTo>
                                  <a:cubicBezTo>
                                    <a:pt x="52" y="16"/>
                                    <a:pt x="52" y="16"/>
                                    <a:pt x="52" y="16"/>
                                  </a:cubicBezTo>
                                  <a:cubicBezTo>
                                    <a:pt x="52" y="16"/>
                                    <a:pt x="52" y="14"/>
                                    <a:pt x="52" y="14"/>
                                  </a:cubicBezTo>
                                  <a:cubicBezTo>
                                    <a:pt x="52" y="14"/>
                                    <a:pt x="52" y="14"/>
                                    <a:pt x="52" y="14"/>
                                  </a:cubicBezTo>
                                  <a:cubicBezTo>
                                    <a:pt x="52" y="12"/>
                                    <a:pt x="52" y="12"/>
                                    <a:pt x="52" y="12"/>
                                  </a:cubicBezTo>
                                  <a:cubicBezTo>
                                    <a:pt x="51" y="9"/>
                                    <a:pt x="51" y="9"/>
                                    <a:pt x="51" y="9"/>
                                  </a:cubicBezTo>
                                  <a:cubicBezTo>
                                    <a:pt x="52" y="7"/>
                                    <a:pt x="52" y="7"/>
                                    <a:pt x="52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48" y="6"/>
                                    <a:pt x="48" y="6"/>
                                    <a:pt x="48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0" y="3"/>
                                    <a:pt x="40" y="3"/>
                                    <a:pt x="40" y="3"/>
                                  </a:cubicBezTo>
                                  <a:cubicBezTo>
                                    <a:pt x="35" y="3"/>
                                    <a:pt x="35" y="3"/>
                                    <a:pt x="35" y="3"/>
                                  </a:cubicBezTo>
                                  <a:cubicBezTo>
                                    <a:pt x="35" y="0"/>
                                    <a:pt x="35" y="0"/>
                                    <a:pt x="35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0" y="17"/>
                                    <a:pt x="10" y="17"/>
                                    <a:pt x="10" y="17"/>
                                  </a:cubicBezTo>
                                  <a:cubicBezTo>
                                    <a:pt x="9" y="17"/>
                                    <a:pt x="9" y="17"/>
                                    <a:pt x="9" y="17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0" y="15"/>
                                    <a:pt x="0" y="15"/>
                                    <a:pt x="0" y="15"/>
                                  </a:cubicBezTo>
                                  <a:cubicBezTo>
                                    <a:pt x="0" y="17"/>
                                    <a:pt x="0" y="17"/>
                                    <a:pt x="0" y="17"/>
                                  </a:cubicBezTo>
                                  <a:cubicBezTo>
                                    <a:pt x="5" y="24"/>
                                    <a:pt x="5" y="24"/>
                                    <a:pt x="5" y="24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9" y="43"/>
                                    <a:pt x="19" y="43"/>
                                    <a:pt x="19" y="43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30" y="47"/>
                                    <a:pt x="30" y="47"/>
                                    <a:pt x="30" y="47"/>
                                  </a:cubicBezTo>
                                  <a:cubicBezTo>
                                    <a:pt x="34" y="48"/>
                                    <a:pt x="34" y="48"/>
                                    <a:pt x="34" y="48"/>
                                  </a:cubicBezTo>
                                  <a:cubicBezTo>
                                    <a:pt x="39" y="48"/>
                                    <a:pt x="39" y="48"/>
                                    <a:pt x="39" y="48"/>
                                  </a:cubicBezTo>
                                  <a:cubicBezTo>
                                    <a:pt x="41" y="49"/>
                                    <a:pt x="41" y="49"/>
                                    <a:pt x="41" y="49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lnTo>
                                    <a:pt x="48" y="4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8" name="Freeform 879">
                              <a:extLst>
                                <a:ext uri="{FF2B5EF4-FFF2-40B4-BE49-F238E27FC236}">
                                  <a16:creationId xmlns:a16="http://schemas.microsoft.com/office/drawing/2014/main" id="{7DF3F106-7296-51DC-B233-4CC9091E09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95988" y="5126038"/>
                              <a:ext cx="328612" cy="282575"/>
                            </a:xfrm>
                            <a:custGeom>
                              <a:avLst/>
                              <a:gdLst>
                                <a:gd name="T0" fmla="*/ 67 w 79"/>
                                <a:gd name="T1" fmla="*/ 5 h 68"/>
                                <a:gd name="T2" fmla="*/ 64 w 79"/>
                                <a:gd name="T3" fmla="*/ 2 h 68"/>
                                <a:gd name="T4" fmla="*/ 59 w 79"/>
                                <a:gd name="T5" fmla="*/ 0 h 68"/>
                                <a:gd name="T6" fmla="*/ 47 w 79"/>
                                <a:gd name="T7" fmla="*/ 2 h 68"/>
                                <a:gd name="T8" fmla="*/ 47 w 79"/>
                                <a:gd name="T9" fmla="*/ 3 h 68"/>
                                <a:gd name="T10" fmla="*/ 45 w 79"/>
                                <a:gd name="T11" fmla="*/ 10 h 68"/>
                                <a:gd name="T12" fmla="*/ 45 w 79"/>
                                <a:gd name="T13" fmla="*/ 11 h 68"/>
                                <a:gd name="T14" fmla="*/ 44 w 79"/>
                                <a:gd name="T15" fmla="*/ 14 h 68"/>
                                <a:gd name="T16" fmla="*/ 45 w 79"/>
                                <a:gd name="T17" fmla="*/ 16 h 68"/>
                                <a:gd name="T18" fmla="*/ 43 w 79"/>
                                <a:gd name="T19" fmla="*/ 25 h 68"/>
                                <a:gd name="T20" fmla="*/ 47 w 79"/>
                                <a:gd name="T21" fmla="*/ 28 h 68"/>
                                <a:gd name="T22" fmla="*/ 50 w 79"/>
                                <a:gd name="T23" fmla="*/ 27 h 68"/>
                                <a:gd name="T24" fmla="*/ 53 w 79"/>
                                <a:gd name="T25" fmla="*/ 36 h 68"/>
                                <a:gd name="T26" fmla="*/ 52 w 79"/>
                                <a:gd name="T27" fmla="*/ 35 h 68"/>
                                <a:gd name="T28" fmla="*/ 52 w 79"/>
                                <a:gd name="T29" fmla="*/ 34 h 68"/>
                                <a:gd name="T30" fmla="*/ 49 w 79"/>
                                <a:gd name="T31" fmla="*/ 36 h 68"/>
                                <a:gd name="T32" fmla="*/ 46 w 79"/>
                                <a:gd name="T33" fmla="*/ 34 h 68"/>
                                <a:gd name="T34" fmla="*/ 44 w 79"/>
                                <a:gd name="T35" fmla="*/ 31 h 68"/>
                                <a:gd name="T36" fmla="*/ 42 w 79"/>
                                <a:gd name="T37" fmla="*/ 29 h 68"/>
                                <a:gd name="T38" fmla="*/ 38 w 79"/>
                                <a:gd name="T39" fmla="*/ 27 h 68"/>
                                <a:gd name="T40" fmla="*/ 35 w 79"/>
                                <a:gd name="T41" fmla="*/ 23 h 68"/>
                                <a:gd name="T42" fmla="*/ 34 w 79"/>
                                <a:gd name="T43" fmla="*/ 25 h 68"/>
                                <a:gd name="T44" fmla="*/ 27 w 79"/>
                                <a:gd name="T45" fmla="*/ 25 h 68"/>
                                <a:gd name="T46" fmla="*/ 24 w 79"/>
                                <a:gd name="T47" fmla="*/ 24 h 68"/>
                                <a:gd name="T48" fmla="*/ 23 w 79"/>
                                <a:gd name="T49" fmla="*/ 20 h 68"/>
                                <a:gd name="T50" fmla="*/ 16 w 79"/>
                                <a:gd name="T51" fmla="*/ 22 h 68"/>
                                <a:gd name="T52" fmla="*/ 15 w 79"/>
                                <a:gd name="T53" fmla="*/ 21 h 68"/>
                                <a:gd name="T54" fmla="*/ 14 w 79"/>
                                <a:gd name="T55" fmla="*/ 18 h 68"/>
                                <a:gd name="T56" fmla="*/ 14 w 79"/>
                                <a:gd name="T57" fmla="*/ 21 h 68"/>
                                <a:gd name="T58" fmla="*/ 14 w 79"/>
                                <a:gd name="T59" fmla="*/ 23 h 68"/>
                                <a:gd name="T60" fmla="*/ 13 w 79"/>
                                <a:gd name="T61" fmla="*/ 27 h 68"/>
                                <a:gd name="T62" fmla="*/ 13 w 79"/>
                                <a:gd name="T63" fmla="*/ 31 h 68"/>
                                <a:gd name="T64" fmla="*/ 0 w 79"/>
                                <a:gd name="T65" fmla="*/ 32 h 68"/>
                                <a:gd name="T66" fmla="*/ 4 w 79"/>
                                <a:gd name="T67" fmla="*/ 60 h 68"/>
                                <a:gd name="T68" fmla="*/ 15 w 79"/>
                                <a:gd name="T69" fmla="*/ 64 h 68"/>
                                <a:gd name="T70" fmla="*/ 22 w 79"/>
                                <a:gd name="T71" fmla="*/ 66 h 68"/>
                                <a:gd name="T72" fmla="*/ 26 w 79"/>
                                <a:gd name="T73" fmla="*/ 68 h 68"/>
                                <a:gd name="T74" fmla="*/ 31 w 79"/>
                                <a:gd name="T75" fmla="*/ 68 h 68"/>
                                <a:gd name="T76" fmla="*/ 34 w 79"/>
                                <a:gd name="T77" fmla="*/ 68 h 68"/>
                                <a:gd name="T78" fmla="*/ 46 w 79"/>
                                <a:gd name="T79" fmla="*/ 57 h 68"/>
                                <a:gd name="T80" fmla="*/ 51 w 79"/>
                                <a:gd name="T81" fmla="*/ 51 h 68"/>
                                <a:gd name="T82" fmla="*/ 56 w 79"/>
                                <a:gd name="T83" fmla="*/ 47 h 68"/>
                                <a:gd name="T84" fmla="*/ 72 w 79"/>
                                <a:gd name="T85" fmla="*/ 36 h 68"/>
                                <a:gd name="T86" fmla="*/ 74 w 79"/>
                                <a:gd name="T87" fmla="*/ 31 h 68"/>
                                <a:gd name="T88" fmla="*/ 77 w 79"/>
                                <a:gd name="T89" fmla="*/ 28 h 68"/>
                                <a:gd name="T90" fmla="*/ 77 w 79"/>
                                <a:gd name="T91" fmla="*/ 24 h 68"/>
                                <a:gd name="T92" fmla="*/ 76 w 79"/>
                                <a:gd name="T93" fmla="*/ 21 h 68"/>
                                <a:gd name="T94" fmla="*/ 76 w 79"/>
                                <a:gd name="T95" fmla="*/ 18 h 68"/>
                                <a:gd name="T96" fmla="*/ 79 w 79"/>
                                <a:gd name="T97" fmla="*/ 14 h 68"/>
                                <a:gd name="T98" fmla="*/ 77 w 79"/>
                                <a:gd name="T99" fmla="*/ 12 h 68"/>
                                <a:gd name="T100" fmla="*/ 76 w 79"/>
                                <a:gd name="T101" fmla="*/ 9 h 68"/>
                                <a:gd name="T102" fmla="*/ 74 w 79"/>
                                <a:gd name="T103" fmla="*/ 8 h 68"/>
                                <a:gd name="T104" fmla="*/ 68 w 79"/>
                                <a:gd name="T105" fmla="*/ 6 h 6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79" h="68">
                                  <a:moveTo>
                                    <a:pt x="68" y="6"/>
                                  </a:moveTo>
                                  <a:cubicBezTo>
                                    <a:pt x="67" y="5"/>
                                    <a:pt x="67" y="5"/>
                                    <a:pt x="67" y="5"/>
                                  </a:cubicBezTo>
                                  <a:cubicBezTo>
                                    <a:pt x="65" y="5"/>
                                    <a:pt x="65" y="5"/>
                                    <a:pt x="65" y="5"/>
                                  </a:cubicBezTo>
                                  <a:cubicBezTo>
                                    <a:pt x="64" y="2"/>
                                    <a:pt x="64" y="2"/>
                                    <a:pt x="64" y="2"/>
                                  </a:cubicBezTo>
                                  <a:cubicBezTo>
                                    <a:pt x="61" y="2"/>
                                    <a:pt x="61" y="2"/>
                                    <a:pt x="61" y="2"/>
                                  </a:cubicBezTo>
                                  <a:cubicBezTo>
                                    <a:pt x="59" y="0"/>
                                    <a:pt x="59" y="0"/>
                                    <a:pt x="59" y="0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5" y="10"/>
                                    <a:pt x="45" y="10"/>
                                    <a:pt x="45" y="10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5" y="13"/>
                                    <a:pt x="45" y="13"/>
                                    <a:pt x="45" y="13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5" y="15"/>
                                    <a:pt x="45" y="15"/>
                                    <a:pt x="45" y="15"/>
                                  </a:cubicBezTo>
                                  <a:cubicBezTo>
                                    <a:pt x="45" y="16"/>
                                    <a:pt x="45" y="16"/>
                                    <a:pt x="45" y="16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5"/>
                                    <a:pt x="43" y="25"/>
                                    <a:pt x="43" y="25"/>
                                  </a:cubicBezTo>
                                  <a:cubicBezTo>
                                    <a:pt x="46" y="26"/>
                                    <a:pt x="46" y="26"/>
                                    <a:pt x="46" y="26"/>
                                  </a:cubicBezTo>
                                  <a:cubicBezTo>
                                    <a:pt x="47" y="28"/>
                                    <a:pt x="47" y="28"/>
                                    <a:pt x="47" y="28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3" y="27"/>
                                    <a:pt x="53" y="27"/>
                                    <a:pt x="53" y="27"/>
                                  </a:cubicBezTo>
                                  <a:cubicBezTo>
                                    <a:pt x="53" y="36"/>
                                    <a:pt x="53" y="36"/>
                                    <a:pt x="53" y="36"/>
                                  </a:cubicBezTo>
                                  <a:cubicBezTo>
                                    <a:pt x="52" y="36"/>
                                    <a:pt x="52" y="36"/>
                                    <a:pt x="52" y="36"/>
                                  </a:cubicBezTo>
                                  <a:cubicBezTo>
                                    <a:pt x="52" y="35"/>
                                    <a:pt x="52" y="35"/>
                                    <a:pt x="52" y="35"/>
                                  </a:cubicBezTo>
                                  <a:cubicBezTo>
                                    <a:pt x="52" y="35"/>
                                    <a:pt x="52" y="35"/>
                                    <a:pt x="52" y="35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1" y="34"/>
                                    <a:pt x="51" y="34"/>
                                    <a:pt x="51" y="34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8" y="36"/>
                                    <a:pt x="48" y="36"/>
                                    <a:pt x="48" y="36"/>
                                  </a:cubicBezTo>
                                  <a:cubicBezTo>
                                    <a:pt x="46" y="34"/>
                                    <a:pt x="46" y="34"/>
                                    <a:pt x="46" y="34"/>
                                  </a:cubicBezTo>
                                  <a:cubicBezTo>
                                    <a:pt x="46" y="32"/>
                                    <a:pt x="46" y="32"/>
                                    <a:pt x="46" y="32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40" y="27"/>
                                    <a:pt x="40" y="27"/>
                                    <a:pt x="40" y="27"/>
                                  </a:cubicBezTo>
                                  <a:cubicBezTo>
                                    <a:pt x="38" y="27"/>
                                    <a:pt x="38" y="27"/>
                                    <a:pt x="38" y="27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5" y="23"/>
                                    <a:pt x="35" y="23"/>
                                    <a:pt x="35" y="23"/>
                                  </a:cubicBezTo>
                                  <a:cubicBezTo>
                                    <a:pt x="34" y="23"/>
                                    <a:pt x="34" y="23"/>
                                    <a:pt x="34" y="23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3" y="23"/>
                                    <a:pt x="23" y="23"/>
                                    <a:pt x="23" y="23"/>
                                  </a:cubicBezTo>
                                  <a:cubicBezTo>
                                    <a:pt x="23" y="20"/>
                                    <a:pt x="23" y="20"/>
                                    <a:pt x="23" y="20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5" y="22"/>
                                    <a:pt x="15" y="22"/>
                                    <a:pt x="15" y="22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6" y="19"/>
                                    <a:pt x="16" y="19"/>
                                    <a:pt x="16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4" y="22"/>
                                    <a:pt x="14" y="22"/>
                                  </a:cubicBezTo>
                                  <a:cubicBezTo>
                                    <a:pt x="14" y="22"/>
                                    <a:pt x="14" y="23"/>
                                    <a:pt x="14" y="23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7"/>
                                    <a:pt x="13" y="27"/>
                                    <a:pt x="13" y="27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4" y="32"/>
                                    <a:pt x="14" y="32"/>
                                    <a:pt x="14" y="32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0" y="55"/>
                                    <a:pt x="0" y="55"/>
                                    <a:pt x="0" y="55"/>
                                  </a:cubicBezTo>
                                  <a:cubicBezTo>
                                    <a:pt x="4" y="60"/>
                                    <a:pt x="4" y="60"/>
                                    <a:pt x="4" y="60"/>
                                  </a:cubicBezTo>
                                  <a:cubicBezTo>
                                    <a:pt x="9" y="65"/>
                                    <a:pt x="9" y="65"/>
                                    <a:pt x="9" y="65"/>
                                  </a:cubicBezTo>
                                  <a:cubicBezTo>
                                    <a:pt x="15" y="64"/>
                                    <a:pt x="15" y="64"/>
                                    <a:pt x="15" y="64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5" y="66"/>
                                    <a:pt x="25" y="66"/>
                                    <a:pt x="25" y="66"/>
                                  </a:cubicBezTo>
                                  <a:cubicBezTo>
                                    <a:pt x="26" y="68"/>
                                    <a:pt x="26" y="68"/>
                                    <a:pt x="26" y="68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31" y="68"/>
                                    <a:pt x="31" y="68"/>
                                    <a:pt x="31" y="68"/>
                                  </a:cubicBezTo>
                                  <a:cubicBezTo>
                                    <a:pt x="32" y="68"/>
                                    <a:pt x="32" y="68"/>
                                    <a:pt x="32" y="68"/>
                                  </a:cubicBezTo>
                                  <a:cubicBezTo>
                                    <a:pt x="34" y="68"/>
                                    <a:pt x="34" y="68"/>
                                    <a:pt x="34" y="68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46" y="57"/>
                                    <a:pt x="46" y="57"/>
                                    <a:pt x="46" y="57"/>
                                  </a:cubicBezTo>
                                  <a:cubicBezTo>
                                    <a:pt x="47" y="53"/>
                                    <a:pt x="47" y="53"/>
                                    <a:pt x="47" y="53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6" y="47"/>
                                    <a:pt x="56" y="47"/>
                                    <a:pt x="56" y="47"/>
                                  </a:cubicBezTo>
                                  <a:cubicBezTo>
                                    <a:pt x="75" y="40"/>
                                    <a:pt x="75" y="40"/>
                                    <a:pt x="75" y="40"/>
                                  </a:cubicBezTo>
                                  <a:cubicBezTo>
                                    <a:pt x="72" y="36"/>
                                    <a:pt x="72" y="36"/>
                                    <a:pt x="72" y="36"/>
                                  </a:cubicBezTo>
                                  <a:cubicBezTo>
                                    <a:pt x="75" y="34"/>
                                    <a:pt x="75" y="34"/>
                                    <a:pt x="75" y="34"/>
                                  </a:cubicBezTo>
                                  <a:cubicBezTo>
                                    <a:pt x="74" y="31"/>
                                    <a:pt x="74" y="31"/>
                                    <a:pt x="74" y="31"/>
                                  </a:cubicBezTo>
                                  <a:cubicBezTo>
                                    <a:pt x="78" y="28"/>
                                    <a:pt x="78" y="28"/>
                                    <a:pt x="78" y="28"/>
                                  </a:cubicBezTo>
                                  <a:cubicBezTo>
                                    <a:pt x="77" y="28"/>
                                    <a:pt x="77" y="28"/>
                                    <a:pt x="77" y="28"/>
                                  </a:cubicBezTo>
                                  <a:cubicBezTo>
                                    <a:pt x="76" y="26"/>
                                    <a:pt x="76" y="26"/>
                                    <a:pt x="76" y="26"/>
                                  </a:cubicBezTo>
                                  <a:cubicBezTo>
                                    <a:pt x="77" y="24"/>
                                    <a:pt x="77" y="24"/>
                                    <a:pt x="77" y="24"/>
                                  </a:cubicBezTo>
                                  <a:cubicBezTo>
                                    <a:pt x="76" y="22"/>
                                    <a:pt x="76" y="22"/>
                                    <a:pt x="76" y="22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9" y="16"/>
                                    <a:pt x="79" y="16"/>
                                    <a:pt x="79" y="16"/>
                                  </a:cubicBezTo>
                                  <a:cubicBezTo>
                                    <a:pt x="79" y="14"/>
                                    <a:pt x="79" y="14"/>
                                    <a:pt x="79" y="14"/>
                                  </a:cubicBezTo>
                                  <a:cubicBezTo>
                                    <a:pt x="76" y="12"/>
                                    <a:pt x="76" y="12"/>
                                    <a:pt x="76" y="12"/>
                                  </a:cubicBezTo>
                                  <a:cubicBezTo>
                                    <a:pt x="77" y="12"/>
                                    <a:pt x="77" y="12"/>
                                    <a:pt x="77" y="12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5" y="9"/>
                                    <a:pt x="75" y="9"/>
                                    <a:pt x="75" y="9"/>
                                  </a:cubicBezTo>
                                  <a:cubicBezTo>
                                    <a:pt x="74" y="8"/>
                                    <a:pt x="74" y="8"/>
                                    <a:pt x="74" y="8"/>
                                  </a:cubicBezTo>
                                  <a:cubicBezTo>
                                    <a:pt x="71" y="6"/>
                                    <a:pt x="71" y="6"/>
                                    <a:pt x="71" y="6"/>
                                  </a:cubicBezTo>
                                  <a:lnTo>
                                    <a:pt x="68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9" name="Freeform 880">
                              <a:extLst>
                                <a:ext uri="{FF2B5EF4-FFF2-40B4-BE49-F238E27FC236}">
                                  <a16:creationId xmlns:a16="http://schemas.microsoft.com/office/drawing/2014/main" id="{396B79F3-5499-CBB3-12FC-79EC005D9A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11888" y="4770438"/>
                              <a:ext cx="150812" cy="158750"/>
                            </a:xfrm>
                            <a:custGeom>
                              <a:avLst/>
                              <a:gdLst>
                                <a:gd name="T0" fmla="*/ 79 w 95"/>
                                <a:gd name="T1" fmla="*/ 66 h 100"/>
                                <a:gd name="T2" fmla="*/ 84 w 95"/>
                                <a:gd name="T3" fmla="*/ 58 h 100"/>
                                <a:gd name="T4" fmla="*/ 87 w 95"/>
                                <a:gd name="T5" fmla="*/ 56 h 100"/>
                                <a:gd name="T6" fmla="*/ 92 w 95"/>
                                <a:gd name="T7" fmla="*/ 53 h 100"/>
                                <a:gd name="T8" fmla="*/ 95 w 95"/>
                                <a:gd name="T9" fmla="*/ 48 h 100"/>
                                <a:gd name="T10" fmla="*/ 95 w 95"/>
                                <a:gd name="T11" fmla="*/ 42 h 100"/>
                                <a:gd name="T12" fmla="*/ 95 w 95"/>
                                <a:gd name="T13" fmla="*/ 37 h 100"/>
                                <a:gd name="T14" fmla="*/ 95 w 95"/>
                                <a:gd name="T15" fmla="*/ 32 h 100"/>
                                <a:gd name="T16" fmla="*/ 84 w 95"/>
                                <a:gd name="T17" fmla="*/ 19 h 100"/>
                                <a:gd name="T18" fmla="*/ 84 w 95"/>
                                <a:gd name="T19" fmla="*/ 11 h 100"/>
                                <a:gd name="T20" fmla="*/ 82 w 95"/>
                                <a:gd name="T21" fmla="*/ 8 h 100"/>
                                <a:gd name="T22" fmla="*/ 82 w 95"/>
                                <a:gd name="T23" fmla="*/ 6 h 100"/>
                                <a:gd name="T24" fmla="*/ 79 w 95"/>
                                <a:gd name="T25" fmla="*/ 6 h 100"/>
                                <a:gd name="T26" fmla="*/ 76 w 95"/>
                                <a:gd name="T27" fmla="*/ 3 h 100"/>
                                <a:gd name="T28" fmla="*/ 76 w 95"/>
                                <a:gd name="T29" fmla="*/ 0 h 100"/>
                                <a:gd name="T30" fmla="*/ 69 w 95"/>
                                <a:gd name="T31" fmla="*/ 8 h 100"/>
                                <a:gd name="T32" fmla="*/ 58 w 95"/>
                                <a:gd name="T33" fmla="*/ 6 h 100"/>
                                <a:gd name="T34" fmla="*/ 48 w 95"/>
                                <a:gd name="T35" fmla="*/ 8 h 100"/>
                                <a:gd name="T36" fmla="*/ 45 w 95"/>
                                <a:gd name="T37" fmla="*/ 14 h 100"/>
                                <a:gd name="T38" fmla="*/ 40 w 95"/>
                                <a:gd name="T39" fmla="*/ 11 h 100"/>
                                <a:gd name="T40" fmla="*/ 37 w 95"/>
                                <a:gd name="T41" fmla="*/ 8 h 100"/>
                                <a:gd name="T42" fmla="*/ 34 w 95"/>
                                <a:gd name="T43" fmla="*/ 11 h 100"/>
                                <a:gd name="T44" fmla="*/ 27 w 95"/>
                                <a:gd name="T45" fmla="*/ 8 h 100"/>
                                <a:gd name="T46" fmla="*/ 21 w 95"/>
                                <a:gd name="T47" fmla="*/ 14 h 100"/>
                                <a:gd name="T48" fmla="*/ 21 w 95"/>
                                <a:gd name="T49" fmla="*/ 16 h 100"/>
                                <a:gd name="T50" fmla="*/ 19 w 95"/>
                                <a:gd name="T51" fmla="*/ 21 h 100"/>
                                <a:gd name="T52" fmla="*/ 21 w 95"/>
                                <a:gd name="T53" fmla="*/ 24 h 100"/>
                                <a:gd name="T54" fmla="*/ 21 w 95"/>
                                <a:gd name="T55" fmla="*/ 27 h 100"/>
                                <a:gd name="T56" fmla="*/ 19 w 95"/>
                                <a:gd name="T57" fmla="*/ 32 h 100"/>
                                <a:gd name="T58" fmla="*/ 24 w 95"/>
                                <a:gd name="T59" fmla="*/ 32 h 100"/>
                                <a:gd name="T60" fmla="*/ 29 w 95"/>
                                <a:gd name="T61" fmla="*/ 37 h 100"/>
                                <a:gd name="T62" fmla="*/ 6 w 95"/>
                                <a:gd name="T63" fmla="*/ 61 h 100"/>
                                <a:gd name="T64" fmla="*/ 0 w 95"/>
                                <a:gd name="T65" fmla="*/ 77 h 100"/>
                                <a:gd name="T66" fmla="*/ 0 w 95"/>
                                <a:gd name="T67" fmla="*/ 100 h 100"/>
                                <a:gd name="T68" fmla="*/ 8 w 95"/>
                                <a:gd name="T69" fmla="*/ 100 h 100"/>
                                <a:gd name="T70" fmla="*/ 13 w 95"/>
                                <a:gd name="T71" fmla="*/ 95 h 100"/>
                                <a:gd name="T72" fmla="*/ 76 w 95"/>
                                <a:gd name="T73" fmla="*/ 95 h 100"/>
                                <a:gd name="T74" fmla="*/ 76 w 95"/>
                                <a:gd name="T75" fmla="*/ 74 h 100"/>
                                <a:gd name="T76" fmla="*/ 79 w 95"/>
                                <a:gd name="T77" fmla="*/ 66 h 10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95" h="100">
                                  <a:moveTo>
                                    <a:pt x="79" y="66"/>
                                  </a:moveTo>
                                  <a:lnTo>
                                    <a:pt x="84" y="58"/>
                                  </a:lnTo>
                                  <a:lnTo>
                                    <a:pt x="87" y="56"/>
                                  </a:lnTo>
                                  <a:lnTo>
                                    <a:pt x="92" y="53"/>
                                  </a:lnTo>
                                  <a:lnTo>
                                    <a:pt x="95" y="48"/>
                                  </a:lnTo>
                                  <a:lnTo>
                                    <a:pt x="95" y="42"/>
                                  </a:lnTo>
                                  <a:lnTo>
                                    <a:pt x="95" y="37"/>
                                  </a:lnTo>
                                  <a:lnTo>
                                    <a:pt x="95" y="32"/>
                                  </a:lnTo>
                                  <a:lnTo>
                                    <a:pt x="84" y="19"/>
                                  </a:lnTo>
                                  <a:lnTo>
                                    <a:pt x="84" y="11"/>
                                  </a:lnTo>
                                  <a:lnTo>
                                    <a:pt x="82" y="8"/>
                                  </a:lnTo>
                                  <a:lnTo>
                                    <a:pt x="82" y="6"/>
                                  </a:lnTo>
                                  <a:lnTo>
                                    <a:pt x="79" y="6"/>
                                  </a:lnTo>
                                  <a:lnTo>
                                    <a:pt x="76" y="3"/>
                                  </a:lnTo>
                                  <a:lnTo>
                                    <a:pt x="76" y="0"/>
                                  </a:lnTo>
                                  <a:lnTo>
                                    <a:pt x="69" y="8"/>
                                  </a:lnTo>
                                  <a:lnTo>
                                    <a:pt x="58" y="6"/>
                                  </a:lnTo>
                                  <a:lnTo>
                                    <a:pt x="48" y="8"/>
                                  </a:lnTo>
                                  <a:lnTo>
                                    <a:pt x="45" y="14"/>
                                  </a:lnTo>
                                  <a:lnTo>
                                    <a:pt x="40" y="11"/>
                                  </a:lnTo>
                                  <a:lnTo>
                                    <a:pt x="37" y="8"/>
                                  </a:lnTo>
                                  <a:lnTo>
                                    <a:pt x="34" y="11"/>
                                  </a:lnTo>
                                  <a:lnTo>
                                    <a:pt x="27" y="8"/>
                                  </a:lnTo>
                                  <a:lnTo>
                                    <a:pt x="21" y="14"/>
                                  </a:lnTo>
                                  <a:lnTo>
                                    <a:pt x="21" y="16"/>
                                  </a:lnTo>
                                  <a:lnTo>
                                    <a:pt x="19" y="21"/>
                                  </a:lnTo>
                                  <a:lnTo>
                                    <a:pt x="21" y="24"/>
                                  </a:lnTo>
                                  <a:lnTo>
                                    <a:pt x="21" y="27"/>
                                  </a:lnTo>
                                  <a:lnTo>
                                    <a:pt x="19" y="32"/>
                                  </a:lnTo>
                                  <a:lnTo>
                                    <a:pt x="24" y="32"/>
                                  </a:lnTo>
                                  <a:lnTo>
                                    <a:pt x="29" y="37"/>
                                  </a:lnTo>
                                  <a:lnTo>
                                    <a:pt x="6" y="61"/>
                                  </a:lnTo>
                                  <a:lnTo>
                                    <a:pt x="0" y="77"/>
                                  </a:lnTo>
                                  <a:lnTo>
                                    <a:pt x="0" y="100"/>
                                  </a:lnTo>
                                  <a:lnTo>
                                    <a:pt x="8" y="100"/>
                                  </a:lnTo>
                                  <a:lnTo>
                                    <a:pt x="13" y="95"/>
                                  </a:lnTo>
                                  <a:lnTo>
                                    <a:pt x="76" y="95"/>
                                  </a:lnTo>
                                  <a:lnTo>
                                    <a:pt x="76" y="74"/>
                                  </a:lnTo>
                                  <a:lnTo>
                                    <a:pt x="79" y="6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0" name="Freeform 881">
                              <a:extLst>
                                <a:ext uri="{FF2B5EF4-FFF2-40B4-BE49-F238E27FC236}">
                                  <a16:creationId xmlns:a16="http://schemas.microsoft.com/office/drawing/2014/main" id="{2EA013F0-44F0-CC7A-EC97-A61AADAABD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83238" y="3754438"/>
                              <a:ext cx="117475" cy="238125"/>
                            </a:xfrm>
                            <a:custGeom>
                              <a:avLst/>
                              <a:gdLst>
                                <a:gd name="T0" fmla="*/ 19 w 28"/>
                                <a:gd name="T1" fmla="*/ 51 h 57"/>
                                <a:gd name="T2" fmla="*/ 18 w 28"/>
                                <a:gd name="T3" fmla="*/ 48 h 57"/>
                                <a:gd name="T4" fmla="*/ 23 w 28"/>
                                <a:gd name="T5" fmla="*/ 42 h 57"/>
                                <a:gd name="T6" fmla="*/ 28 w 28"/>
                                <a:gd name="T7" fmla="*/ 40 h 57"/>
                                <a:gd name="T8" fmla="*/ 28 w 28"/>
                                <a:gd name="T9" fmla="*/ 34 h 57"/>
                                <a:gd name="T10" fmla="*/ 24 w 28"/>
                                <a:gd name="T11" fmla="*/ 31 h 57"/>
                                <a:gd name="T12" fmla="*/ 23 w 28"/>
                                <a:gd name="T13" fmla="*/ 30 h 57"/>
                                <a:gd name="T14" fmla="*/ 25 w 28"/>
                                <a:gd name="T15" fmla="*/ 29 h 57"/>
                                <a:gd name="T16" fmla="*/ 23 w 28"/>
                                <a:gd name="T17" fmla="*/ 29 h 57"/>
                                <a:gd name="T18" fmla="*/ 19 w 28"/>
                                <a:gd name="T19" fmla="*/ 28 h 57"/>
                                <a:gd name="T20" fmla="*/ 25 w 28"/>
                                <a:gd name="T21" fmla="*/ 19 h 57"/>
                                <a:gd name="T22" fmla="*/ 22 w 28"/>
                                <a:gd name="T23" fmla="*/ 12 h 57"/>
                                <a:gd name="T24" fmla="*/ 25 w 28"/>
                                <a:gd name="T25" fmla="*/ 4 h 57"/>
                                <a:gd name="T26" fmla="*/ 24 w 28"/>
                                <a:gd name="T27" fmla="*/ 2 h 57"/>
                                <a:gd name="T28" fmla="*/ 19 w 28"/>
                                <a:gd name="T29" fmla="*/ 2 h 57"/>
                                <a:gd name="T30" fmla="*/ 12 w 28"/>
                                <a:gd name="T31" fmla="*/ 1 h 57"/>
                                <a:gd name="T32" fmla="*/ 8 w 28"/>
                                <a:gd name="T33" fmla="*/ 3 h 57"/>
                                <a:gd name="T34" fmla="*/ 7 w 28"/>
                                <a:gd name="T35" fmla="*/ 4 h 57"/>
                                <a:gd name="T36" fmla="*/ 5 w 28"/>
                                <a:gd name="T37" fmla="*/ 6 h 57"/>
                                <a:gd name="T38" fmla="*/ 6 w 28"/>
                                <a:gd name="T39" fmla="*/ 8 h 57"/>
                                <a:gd name="T40" fmla="*/ 6 w 28"/>
                                <a:gd name="T41" fmla="*/ 9 h 57"/>
                                <a:gd name="T42" fmla="*/ 6 w 28"/>
                                <a:gd name="T43" fmla="*/ 11 h 57"/>
                                <a:gd name="T44" fmla="*/ 6 w 28"/>
                                <a:gd name="T45" fmla="*/ 12 h 57"/>
                                <a:gd name="T46" fmla="*/ 6 w 28"/>
                                <a:gd name="T47" fmla="*/ 14 h 57"/>
                                <a:gd name="T48" fmla="*/ 6 w 28"/>
                                <a:gd name="T49" fmla="*/ 16 h 57"/>
                                <a:gd name="T50" fmla="*/ 6 w 28"/>
                                <a:gd name="T51" fmla="*/ 19 h 57"/>
                                <a:gd name="T52" fmla="*/ 0 w 28"/>
                                <a:gd name="T53" fmla="*/ 26 h 57"/>
                                <a:gd name="T54" fmla="*/ 2 w 28"/>
                                <a:gd name="T55" fmla="*/ 31 h 57"/>
                                <a:gd name="T56" fmla="*/ 4 w 28"/>
                                <a:gd name="T57" fmla="*/ 34 h 57"/>
                                <a:gd name="T58" fmla="*/ 6 w 28"/>
                                <a:gd name="T59" fmla="*/ 39 h 57"/>
                                <a:gd name="T60" fmla="*/ 14 w 28"/>
                                <a:gd name="T61" fmla="*/ 57 h 57"/>
                                <a:gd name="T62" fmla="*/ 19 w 28"/>
                                <a:gd name="T63" fmla="*/ 54 h 5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</a:cxnLst>
                              <a:rect l="0" t="0" r="r" b="b"/>
                              <a:pathLst>
                                <a:path w="28" h="57">
                                  <a:moveTo>
                                    <a:pt x="19" y="54"/>
                                  </a:move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9" y="51"/>
                                    <a:pt x="19" y="50"/>
                                  </a:cubicBezTo>
                                  <a:cubicBezTo>
                                    <a:pt x="19" y="50"/>
                                    <a:pt x="18" y="48"/>
                                    <a:pt x="18" y="48"/>
                                  </a:cubicBezTo>
                                  <a:cubicBezTo>
                                    <a:pt x="18" y="48"/>
                                    <a:pt x="18" y="47"/>
                                    <a:pt x="18" y="47"/>
                                  </a:cubicBezTo>
                                  <a:cubicBezTo>
                                    <a:pt x="23" y="42"/>
                                    <a:pt x="23" y="42"/>
                                    <a:pt x="23" y="42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8" y="40"/>
                                    <a:pt x="28" y="40"/>
                                    <a:pt x="28" y="40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8" y="34"/>
                                    <a:pt x="28" y="34"/>
                                    <a:pt x="28" y="34"/>
                                  </a:cubicBezTo>
                                  <a:cubicBezTo>
                                    <a:pt x="26" y="34"/>
                                    <a:pt x="26" y="34"/>
                                    <a:pt x="26" y="32"/>
                                  </a:cubicBezTo>
                                  <a:cubicBezTo>
                                    <a:pt x="25" y="31"/>
                                    <a:pt x="25" y="31"/>
                                    <a:pt x="24" y="31"/>
                                  </a:cubicBezTo>
                                  <a:cubicBezTo>
                                    <a:pt x="24" y="32"/>
                                    <a:pt x="23" y="32"/>
                                    <a:pt x="23" y="32"/>
                                  </a:cubicBezTo>
                                  <a:cubicBezTo>
                                    <a:pt x="22" y="31"/>
                                    <a:pt x="23" y="31"/>
                                    <a:pt x="23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5" y="30"/>
                                    <a:pt x="25" y="29"/>
                                  </a:cubicBezTo>
                                  <a:cubicBezTo>
                                    <a:pt x="25" y="29"/>
                                    <a:pt x="24" y="29"/>
                                    <a:pt x="24" y="29"/>
                                  </a:cubicBezTo>
                                  <a:cubicBezTo>
                                    <a:pt x="24" y="28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30"/>
                                    <a:pt x="23" y="30"/>
                                  </a:cubicBezTo>
                                  <a:cubicBezTo>
                                    <a:pt x="22" y="31"/>
                                    <a:pt x="19" y="30"/>
                                    <a:pt x="19" y="28"/>
                                  </a:cubicBezTo>
                                  <a:cubicBezTo>
                                    <a:pt x="18" y="27"/>
                                    <a:pt x="18" y="25"/>
                                    <a:pt x="20" y="25"/>
                                  </a:cubicBezTo>
                                  <a:cubicBezTo>
                                    <a:pt x="22" y="23"/>
                                    <a:pt x="24" y="21"/>
                                    <a:pt x="25" y="19"/>
                                  </a:cubicBezTo>
                                  <a:cubicBezTo>
                                    <a:pt x="25" y="17"/>
                                    <a:pt x="24" y="16"/>
                                    <a:pt x="25" y="15"/>
                                  </a:cubicBezTo>
                                  <a:cubicBezTo>
                                    <a:pt x="24" y="14"/>
                                    <a:pt x="23" y="13"/>
                                    <a:pt x="22" y="12"/>
                                  </a:cubicBezTo>
                                  <a:cubicBezTo>
                                    <a:pt x="21" y="11"/>
                                    <a:pt x="21" y="9"/>
                                    <a:pt x="22" y="8"/>
                                  </a:cubicBezTo>
                                  <a:cubicBezTo>
                                    <a:pt x="24" y="7"/>
                                    <a:pt x="24" y="5"/>
                                    <a:pt x="25" y="4"/>
                                  </a:cubicBezTo>
                                  <a:cubicBezTo>
                                    <a:pt x="26" y="3"/>
                                    <a:pt x="26" y="3"/>
                                    <a:pt x="25" y="2"/>
                                  </a:cubicBezTo>
                                  <a:cubicBezTo>
                                    <a:pt x="25" y="2"/>
                                    <a:pt x="24" y="2"/>
                                    <a:pt x="24" y="2"/>
                                  </a:cubicBezTo>
                                  <a:cubicBezTo>
                                    <a:pt x="23" y="4"/>
                                    <a:pt x="22" y="4"/>
                                    <a:pt x="20" y="5"/>
                                  </a:cubicBezTo>
                                  <a:cubicBezTo>
                                    <a:pt x="20" y="4"/>
                                    <a:pt x="20" y="3"/>
                                    <a:pt x="19" y="2"/>
                                  </a:cubicBezTo>
                                  <a:cubicBezTo>
                                    <a:pt x="19" y="2"/>
                                    <a:pt x="20" y="1"/>
                                    <a:pt x="19" y="1"/>
                                  </a:cubicBezTo>
                                  <a:cubicBezTo>
                                    <a:pt x="17" y="0"/>
                                    <a:pt x="14" y="0"/>
                                    <a:pt x="12" y="1"/>
                                  </a:cubicBezTo>
                                  <a:cubicBezTo>
                                    <a:pt x="11" y="2"/>
                                    <a:pt x="10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5" y="6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7" y="17"/>
                                    <a:pt x="7" y="17"/>
                                    <a:pt x="7" y="17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0" y="26"/>
                                    <a:pt x="0" y="26"/>
                                    <a:pt x="0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29"/>
                                    <a:pt x="2" y="31"/>
                                    <a:pt x="2" y="31"/>
                                  </a:cubicBezTo>
                                  <a:cubicBezTo>
                                    <a:pt x="2" y="31"/>
                                    <a:pt x="2" y="33"/>
                                    <a:pt x="2" y="33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6" y="36"/>
                                    <a:pt x="6" y="36"/>
                                    <a:pt x="6" y="36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4" y="57"/>
                                    <a:pt x="14" y="57"/>
                                    <a:pt x="14" y="57"/>
                                  </a:cubicBezTo>
                                  <a:cubicBezTo>
                                    <a:pt x="17" y="56"/>
                                    <a:pt x="17" y="56"/>
                                    <a:pt x="17" y="56"/>
                                  </a:cubicBezTo>
                                  <a:lnTo>
                                    <a:pt x="19" y="5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1" name="Freeform 882">
                              <a:extLst>
                                <a:ext uri="{FF2B5EF4-FFF2-40B4-BE49-F238E27FC236}">
                                  <a16:creationId xmlns:a16="http://schemas.microsoft.com/office/drawing/2014/main" id="{2E3DFF4A-E399-4B3E-FCA4-E3BFD78F01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72100" y="4575175"/>
                              <a:ext cx="53975" cy="146050"/>
                            </a:xfrm>
                            <a:custGeom>
                              <a:avLst/>
                              <a:gdLst>
                                <a:gd name="T0" fmla="*/ 0 w 13"/>
                                <a:gd name="T1" fmla="*/ 0 h 35"/>
                                <a:gd name="T2" fmla="*/ 0 w 13"/>
                                <a:gd name="T3" fmla="*/ 1 h 35"/>
                                <a:gd name="T4" fmla="*/ 0 w 13"/>
                                <a:gd name="T5" fmla="*/ 3 h 35"/>
                                <a:gd name="T6" fmla="*/ 3 w 13"/>
                                <a:gd name="T7" fmla="*/ 5 h 35"/>
                                <a:gd name="T8" fmla="*/ 3 w 13"/>
                                <a:gd name="T9" fmla="*/ 9 h 35"/>
                                <a:gd name="T10" fmla="*/ 2 w 13"/>
                                <a:gd name="T11" fmla="*/ 11 h 35"/>
                                <a:gd name="T12" fmla="*/ 4 w 13"/>
                                <a:gd name="T13" fmla="*/ 11 h 35"/>
                                <a:gd name="T14" fmla="*/ 4 w 13"/>
                                <a:gd name="T15" fmla="*/ 15 h 35"/>
                                <a:gd name="T16" fmla="*/ 3 w 13"/>
                                <a:gd name="T17" fmla="*/ 16 h 35"/>
                                <a:gd name="T18" fmla="*/ 5 w 13"/>
                                <a:gd name="T19" fmla="*/ 19 h 35"/>
                                <a:gd name="T20" fmla="*/ 4 w 13"/>
                                <a:gd name="T21" fmla="*/ 20 h 35"/>
                                <a:gd name="T22" fmla="*/ 5 w 13"/>
                                <a:gd name="T23" fmla="*/ 23 h 35"/>
                                <a:gd name="T24" fmla="*/ 4 w 13"/>
                                <a:gd name="T25" fmla="*/ 24 h 35"/>
                                <a:gd name="T26" fmla="*/ 5 w 13"/>
                                <a:gd name="T27" fmla="*/ 26 h 35"/>
                                <a:gd name="T28" fmla="*/ 4 w 13"/>
                                <a:gd name="T29" fmla="*/ 28 h 35"/>
                                <a:gd name="T30" fmla="*/ 4 w 13"/>
                                <a:gd name="T31" fmla="*/ 29 h 35"/>
                                <a:gd name="T32" fmla="*/ 4 w 13"/>
                                <a:gd name="T33" fmla="*/ 30 h 35"/>
                                <a:gd name="T34" fmla="*/ 9 w 13"/>
                                <a:gd name="T35" fmla="*/ 35 h 35"/>
                                <a:gd name="T36" fmla="*/ 11 w 13"/>
                                <a:gd name="T37" fmla="*/ 34 h 35"/>
                                <a:gd name="T38" fmla="*/ 11 w 13"/>
                                <a:gd name="T39" fmla="*/ 33 h 35"/>
                                <a:gd name="T40" fmla="*/ 13 w 13"/>
                                <a:gd name="T41" fmla="*/ 32 h 35"/>
                                <a:gd name="T42" fmla="*/ 11 w 13"/>
                                <a:gd name="T43" fmla="*/ 30 h 35"/>
                                <a:gd name="T44" fmla="*/ 12 w 13"/>
                                <a:gd name="T45" fmla="*/ 14 h 35"/>
                                <a:gd name="T46" fmla="*/ 10 w 13"/>
                                <a:gd name="T47" fmla="*/ 12 h 35"/>
                                <a:gd name="T48" fmla="*/ 10 w 13"/>
                                <a:gd name="T49" fmla="*/ 8 h 35"/>
                                <a:gd name="T50" fmla="*/ 6 w 13"/>
                                <a:gd name="T51" fmla="*/ 5 h 35"/>
                                <a:gd name="T52" fmla="*/ 6 w 13"/>
                                <a:gd name="T53" fmla="*/ 4 h 35"/>
                                <a:gd name="T54" fmla="*/ 7 w 13"/>
                                <a:gd name="T55" fmla="*/ 1 h 35"/>
                                <a:gd name="T56" fmla="*/ 4 w 13"/>
                                <a:gd name="T57" fmla="*/ 1 h 35"/>
                                <a:gd name="T58" fmla="*/ 0 w 13"/>
                                <a:gd name="T59" fmla="*/ 0 h 3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</a:cxnLst>
                              <a:rect l="0" t="0" r="r" b="b"/>
                              <a:pathLst>
                                <a:path w="13" h="35">
                                  <a:moveTo>
                                    <a:pt x="0" y="0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3" y="5"/>
                                    <a:pt x="3" y="5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4" y="11"/>
                                    <a:pt x="4" y="11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4" y="24"/>
                                    <a:pt x="4" y="24"/>
                                  </a:cubicBezTo>
                                  <a:cubicBezTo>
                                    <a:pt x="4" y="24"/>
                                    <a:pt x="5" y="26"/>
                                    <a:pt x="5" y="26"/>
                                  </a:cubicBezTo>
                                  <a:cubicBezTo>
                                    <a:pt x="5" y="26"/>
                                    <a:pt x="4" y="27"/>
                                    <a:pt x="4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30"/>
                                    <a:pt x="4" y="30"/>
                                    <a:pt x="4" y="30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4"/>
                                    <a:pt x="11" y="34"/>
                                    <a:pt x="11" y="34"/>
                                  </a:cubicBezTo>
                                  <a:cubicBezTo>
                                    <a:pt x="11" y="33"/>
                                    <a:pt x="11" y="33"/>
                                    <a:pt x="11" y="33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1" y="30"/>
                                    <a:pt x="11" y="30"/>
                                    <a:pt x="11" y="30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" name="Freeform 883">
                              <a:extLst>
                                <a:ext uri="{FF2B5EF4-FFF2-40B4-BE49-F238E27FC236}">
                                  <a16:creationId xmlns:a16="http://schemas.microsoft.com/office/drawing/2014/main" id="{7CF2484C-FA6C-39B3-507F-E7EF0BE3480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203950" y="4921250"/>
                              <a:ext cx="312737" cy="303213"/>
                            </a:xfrm>
                            <a:custGeom>
                              <a:avLst/>
                              <a:gdLst>
                                <a:gd name="T0" fmla="*/ 70 w 75"/>
                                <a:gd name="T1" fmla="*/ 37 h 73"/>
                                <a:gd name="T2" fmla="*/ 67 w 75"/>
                                <a:gd name="T3" fmla="*/ 33 h 73"/>
                                <a:gd name="T4" fmla="*/ 69 w 75"/>
                                <a:gd name="T5" fmla="*/ 34 h 73"/>
                                <a:gd name="T6" fmla="*/ 71 w 75"/>
                                <a:gd name="T7" fmla="*/ 28 h 73"/>
                                <a:gd name="T8" fmla="*/ 72 w 75"/>
                                <a:gd name="T9" fmla="*/ 28 h 73"/>
                                <a:gd name="T10" fmla="*/ 70 w 75"/>
                                <a:gd name="T11" fmla="*/ 48 h 73"/>
                                <a:gd name="T12" fmla="*/ 72 w 75"/>
                                <a:gd name="T13" fmla="*/ 46 h 73"/>
                                <a:gd name="T14" fmla="*/ 56 w 75"/>
                                <a:gd name="T15" fmla="*/ 13 h 73"/>
                                <a:gd name="T16" fmla="*/ 7 w 75"/>
                                <a:gd name="T17" fmla="*/ 0 h 73"/>
                                <a:gd name="T18" fmla="*/ 10 w 75"/>
                                <a:gd name="T19" fmla="*/ 5 h 73"/>
                                <a:gd name="T20" fmla="*/ 9 w 75"/>
                                <a:gd name="T21" fmla="*/ 9 h 73"/>
                                <a:gd name="T22" fmla="*/ 7 w 75"/>
                                <a:gd name="T23" fmla="*/ 11 h 73"/>
                                <a:gd name="T24" fmla="*/ 10 w 75"/>
                                <a:gd name="T25" fmla="*/ 13 h 73"/>
                                <a:gd name="T26" fmla="*/ 6 w 75"/>
                                <a:gd name="T27" fmla="*/ 18 h 73"/>
                                <a:gd name="T28" fmla="*/ 3 w 75"/>
                                <a:gd name="T29" fmla="*/ 23 h 73"/>
                                <a:gd name="T30" fmla="*/ 0 w 75"/>
                                <a:gd name="T31" fmla="*/ 27 h 73"/>
                                <a:gd name="T32" fmla="*/ 1 w 75"/>
                                <a:gd name="T33" fmla="*/ 33 h 73"/>
                                <a:gd name="T34" fmla="*/ 6 w 75"/>
                                <a:gd name="T35" fmla="*/ 41 h 73"/>
                                <a:gd name="T36" fmla="*/ 11 w 75"/>
                                <a:gd name="T37" fmla="*/ 51 h 73"/>
                                <a:gd name="T38" fmla="*/ 15 w 75"/>
                                <a:gd name="T39" fmla="*/ 54 h 73"/>
                                <a:gd name="T40" fmla="*/ 18 w 75"/>
                                <a:gd name="T41" fmla="*/ 55 h 73"/>
                                <a:gd name="T42" fmla="*/ 24 w 75"/>
                                <a:gd name="T43" fmla="*/ 57 h 73"/>
                                <a:gd name="T44" fmla="*/ 31 w 75"/>
                                <a:gd name="T45" fmla="*/ 58 h 73"/>
                                <a:gd name="T46" fmla="*/ 35 w 75"/>
                                <a:gd name="T47" fmla="*/ 62 h 73"/>
                                <a:gd name="T48" fmla="*/ 35 w 75"/>
                                <a:gd name="T49" fmla="*/ 64 h 73"/>
                                <a:gd name="T50" fmla="*/ 35 w 75"/>
                                <a:gd name="T51" fmla="*/ 67 h 73"/>
                                <a:gd name="T52" fmla="*/ 37 w 75"/>
                                <a:gd name="T53" fmla="*/ 70 h 73"/>
                                <a:gd name="T54" fmla="*/ 38 w 75"/>
                                <a:gd name="T55" fmla="*/ 72 h 73"/>
                                <a:gd name="T56" fmla="*/ 44 w 75"/>
                                <a:gd name="T57" fmla="*/ 71 h 73"/>
                                <a:gd name="T58" fmla="*/ 46 w 75"/>
                                <a:gd name="T59" fmla="*/ 73 h 73"/>
                                <a:gd name="T60" fmla="*/ 50 w 75"/>
                                <a:gd name="T61" fmla="*/ 72 h 73"/>
                                <a:gd name="T62" fmla="*/ 59 w 75"/>
                                <a:gd name="T63" fmla="*/ 69 h 73"/>
                                <a:gd name="T64" fmla="*/ 72 w 75"/>
                                <a:gd name="T65" fmla="*/ 66 h 73"/>
                                <a:gd name="T66" fmla="*/ 75 w 75"/>
                                <a:gd name="T67" fmla="*/ 64 h 73"/>
                                <a:gd name="T68" fmla="*/ 71 w 75"/>
                                <a:gd name="T69" fmla="*/ 60 h 73"/>
                                <a:gd name="T70" fmla="*/ 68 w 75"/>
                                <a:gd name="T71" fmla="*/ 49 h 73"/>
                                <a:gd name="T72" fmla="*/ 68 w 75"/>
                                <a:gd name="T73" fmla="*/ 45 h 73"/>
                                <a:gd name="T74" fmla="*/ 68 w 75"/>
                                <a:gd name="T75" fmla="*/ 40 h 73"/>
                                <a:gd name="T76" fmla="*/ 65 w 75"/>
                                <a:gd name="T77" fmla="*/ 36 h 73"/>
                                <a:gd name="T78" fmla="*/ 66 w 75"/>
                                <a:gd name="T79" fmla="*/ 28 h 73"/>
                                <a:gd name="T80" fmla="*/ 56 w 75"/>
                                <a:gd name="T81" fmla="*/ 17 h 7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75" h="73">
                                  <a:moveTo>
                                    <a:pt x="69" y="34"/>
                                  </a:moveTo>
                                  <a:cubicBezTo>
                                    <a:pt x="69" y="35"/>
                                    <a:pt x="69" y="36"/>
                                    <a:pt x="70" y="37"/>
                                  </a:cubicBezTo>
                                  <a:cubicBezTo>
                                    <a:pt x="68" y="37"/>
                                    <a:pt x="68" y="36"/>
                                    <a:pt x="67" y="35"/>
                                  </a:cubicBezTo>
                                  <a:cubicBezTo>
                                    <a:pt x="67" y="35"/>
                                    <a:pt x="67" y="34"/>
                                    <a:pt x="67" y="33"/>
                                  </a:cubicBezTo>
                                  <a:cubicBezTo>
                                    <a:pt x="68" y="33"/>
                                    <a:pt x="68" y="33"/>
                                    <a:pt x="68" y="33"/>
                                  </a:cubicBezTo>
                                  <a:cubicBezTo>
                                    <a:pt x="69" y="33"/>
                                    <a:pt x="69" y="34"/>
                                    <a:pt x="69" y="34"/>
                                  </a:cubicBezTo>
                                  <a:close/>
                                  <a:moveTo>
                                    <a:pt x="71" y="27"/>
                                  </a:moveTo>
                                  <a:cubicBezTo>
                                    <a:pt x="71" y="27"/>
                                    <a:pt x="71" y="27"/>
                                    <a:pt x="71" y="28"/>
                                  </a:cubicBezTo>
                                  <a:cubicBezTo>
                                    <a:pt x="71" y="28"/>
                                    <a:pt x="71" y="29"/>
                                    <a:pt x="71" y="30"/>
                                  </a:cubicBezTo>
                                  <a:cubicBezTo>
                                    <a:pt x="71" y="29"/>
                                    <a:pt x="71" y="28"/>
                                    <a:pt x="72" y="28"/>
                                  </a:cubicBezTo>
                                  <a:cubicBezTo>
                                    <a:pt x="72" y="28"/>
                                    <a:pt x="72" y="27"/>
                                    <a:pt x="71" y="27"/>
                                  </a:cubicBezTo>
                                  <a:close/>
                                  <a:moveTo>
                                    <a:pt x="70" y="48"/>
                                  </a:move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1" y="48"/>
                                    <a:pt x="71" y="47"/>
                                    <a:pt x="72" y="46"/>
                                  </a:cubicBezTo>
                                  <a:cubicBezTo>
                                    <a:pt x="71" y="47"/>
                                    <a:pt x="70" y="47"/>
                                    <a:pt x="70" y="48"/>
                                  </a:cubicBezTo>
                                  <a:close/>
                                  <a:moveTo>
                                    <a:pt x="56" y="13"/>
                                  </a:moveTo>
                                  <a:cubicBezTo>
                                    <a:pt x="31" y="0"/>
                                    <a:pt x="31" y="0"/>
                                    <a:pt x="31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2"/>
                                    <a:pt x="7" y="12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2" y="31"/>
                                    <a:pt x="2" y="31"/>
                                    <a:pt x="2" y="31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1" y="35"/>
                                    <a:pt x="1" y="35"/>
                                    <a:pt x="1" y="35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9" y="49"/>
                                    <a:pt x="9" y="49"/>
                                    <a:pt x="9" y="49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7" y="54"/>
                                    <a:pt x="17" y="54"/>
                                    <a:pt x="17" y="54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21" y="55"/>
                                    <a:pt x="21" y="55"/>
                                    <a:pt x="21" y="55"/>
                                  </a:cubicBezTo>
                                  <a:cubicBezTo>
                                    <a:pt x="24" y="57"/>
                                    <a:pt x="24" y="57"/>
                                    <a:pt x="24" y="57"/>
                                  </a:cubicBezTo>
                                  <a:cubicBezTo>
                                    <a:pt x="31" y="59"/>
                                    <a:pt x="31" y="59"/>
                                    <a:pt x="31" y="59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4" y="60"/>
                                    <a:pt x="34" y="60"/>
                                    <a:pt x="34" y="60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6"/>
                                    <a:pt x="35" y="66"/>
                                    <a:pt x="35" y="66"/>
                                  </a:cubicBezTo>
                                  <a:cubicBezTo>
                                    <a:pt x="35" y="67"/>
                                    <a:pt x="35" y="67"/>
                                    <a:pt x="35" y="67"/>
                                  </a:cubicBezTo>
                                  <a:cubicBezTo>
                                    <a:pt x="35" y="67"/>
                                    <a:pt x="36" y="68"/>
                                    <a:pt x="36" y="69"/>
                                  </a:cubicBezTo>
                                  <a:cubicBezTo>
                                    <a:pt x="36" y="69"/>
                                    <a:pt x="37" y="70"/>
                                    <a:pt x="37" y="70"/>
                                  </a:cubicBezTo>
                                  <a:cubicBezTo>
                                    <a:pt x="38" y="71"/>
                                    <a:pt x="38" y="71"/>
                                    <a:pt x="38" y="71"/>
                                  </a:cubicBezTo>
                                  <a:cubicBezTo>
                                    <a:pt x="38" y="72"/>
                                    <a:pt x="38" y="72"/>
                                    <a:pt x="38" y="72"/>
                                  </a:cubicBezTo>
                                  <a:cubicBezTo>
                                    <a:pt x="42" y="72"/>
                                    <a:pt x="42" y="72"/>
                                    <a:pt x="42" y="72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9" y="73"/>
                                    <a:pt x="49" y="73"/>
                                    <a:pt x="49" y="73"/>
                                  </a:cubicBezTo>
                                  <a:cubicBezTo>
                                    <a:pt x="50" y="72"/>
                                    <a:pt x="50" y="72"/>
                                    <a:pt x="50" y="72"/>
                                  </a:cubicBezTo>
                                  <a:cubicBezTo>
                                    <a:pt x="54" y="73"/>
                                    <a:pt x="54" y="73"/>
                                    <a:pt x="54" y="73"/>
                                  </a:cubicBezTo>
                                  <a:cubicBezTo>
                                    <a:pt x="59" y="69"/>
                                    <a:pt x="59" y="69"/>
                                    <a:pt x="59" y="69"/>
                                  </a:cubicBezTo>
                                  <a:cubicBezTo>
                                    <a:pt x="62" y="71"/>
                                    <a:pt x="62" y="71"/>
                                    <a:pt x="62" y="71"/>
                                  </a:cubicBezTo>
                                  <a:cubicBezTo>
                                    <a:pt x="72" y="66"/>
                                    <a:pt x="72" y="66"/>
                                    <a:pt x="72" y="66"/>
                                  </a:cubicBezTo>
                                  <a:cubicBezTo>
                                    <a:pt x="75" y="64"/>
                                    <a:pt x="75" y="64"/>
                                    <a:pt x="75" y="64"/>
                                  </a:cubicBezTo>
                                  <a:cubicBezTo>
                                    <a:pt x="75" y="64"/>
                                    <a:pt x="75" y="64"/>
                                    <a:pt x="75" y="64"/>
                                  </a:cubicBezTo>
                                  <a:cubicBezTo>
                                    <a:pt x="74" y="63"/>
                                    <a:pt x="73" y="62"/>
                                    <a:pt x="72" y="62"/>
                                  </a:cubicBezTo>
                                  <a:cubicBezTo>
                                    <a:pt x="71" y="62"/>
                                    <a:pt x="71" y="61"/>
                                    <a:pt x="71" y="60"/>
                                  </a:cubicBezTo>
                                  <a:cubicBezTo>
                                    <a:pt x="70" y="58"/>
                                    <a:pt x="70" y="55"/>
                                    <a:pt x="69" y="53"/>
                                  </a:cubicBezTo>
                                  <a:cubicBezTo>
                                    <a:pt x="68" y="52"/>
                                    <a:pt x="67" y="51"/>
                                    <a:pt x="68" y="49"/>
                                  </a:cubicBezTo>
                                  <a:cubicBezTo>
                                    <a:pt x="69" y="48"/>
                                    <a:pt x="69" y="47"/>
                                    <a:pt x="68" y="46"/>
                                  </a:cubicBezTo>
                                  <a:cubicBezTo>
                                    <a:pt x="67" y="46"/>
                                    <a:pt x="67" y="45"/>
                                    <a:pt x="68" y="45"/>
                                  </a:cubicBezTo>
                                  <a:cubicBezTo>
                                    <a:pt x="68" y="44"/>
                                    <a:pt x="68" y="43"/>
                                    <a:pt x="69" y="42"/>
                                  </a:cubicBezTo>
                                  <a:cubicBezTo>
                                    <a:pt x="69" y="41"/>
                                    <a:pt x="69" y="40"/>
                                    <a:pt x="68" y="40"/>
                                  </a:cubicBezTo>
                                  <a:cubicBezTo>
                                    <a:pt x="67" y="39"/>
                                    <a:pt x="66" y="38"/>
                                    <a:pt x="65" y="37"/>
                                  </a:cubicBezTo>
                                  <a:cubicBezTo>
                                    <a:pt x="65" y="37"/>
                                    <a:pt x="65" y="36"/>
                                    <a:pt x="65" y="36"/>
                                  </a:cubicBezTo>
                                  <a:cubicBezTo>
                                    <a:pt x="64" y="35"/>
                                    <a:pt x="65" y="34"/>
                                    <a:pt x="65" y="32"/>
                                  </a:cubicBezTo>
                                  <a:cubicBezTo>
                                    <a:pt x="65" y="31"/>
                                    <a:pt x="67" y="30"/>
                                    <a:pt x="66" y="28"/>
                                  </a:cubicBezTo>
                                  <a:cubicBezTo>
                                    <a:pt x="68" y="27"/>
                                    <a:pt x="67" y="26"/>
                                    <a:pt x="67" y="25"/>
                                  </a:cubicBezTo>
                                  <a:cubicBezTo>
                                    <a:pt x="56" y="17"/>
                                    <a:pt x="56" y="17"/>
                                    <a:pt x="56" y="17"/>
                                  </a:cubicBezTo>
                                  <a:lnTo>
                                    <a:pt x="56" y="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3" name="Freeform 884">
                              <a:extLst>
                                <a:ext uri="{FF2B5EF4-FFF2-40B4-BE49-F238E27FC236}">
                                  <a16:creationId xmlns:a16="http://schemas.microsoft.com/office/drawing/2014/main" id="{3FACD748-73E1-23E5-B0DA-36AB11CAA6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42050" y="5641975"/>
                              <a:ext cx="36512" cy="53975"/>
                            </a:xfrm>
                            <a:custGeom>
                              <a:avLst/>
                              <a:gdLst>
                                <a:gd name="T0" fmla="*/ 1 w 9"/>
                                <a:gd name="T1" fmla="*/ 5 h 13"/>
                                <a:gd name="T2" fmla="*/ 1 w 9"/>
                                <a:gd name="T3" fmla="*/ 7 h 13"/>
                                <a:gd name="T4" fmla="*/ 1 w 9"/>
                                <a:gd name="T5" fmla="*/ 8 h 13"/>
                                <a:gd name="T6" fmla="*/ 0 w 9"/>
                                <a:gd name="T7" fmla="*/ 9 h 13"/>
                                <a:gd name="T8" fmla="*/ 1 w 9"/>
                                <a:gd name="T9" fmla="*/ 9 h 13"/>
                                <a:gd name="T10" fmla="*/ 3 w 9"/>
                                <a:gd name="T11" fmla="*/ 12 h 13"/>
                                <a:gd name="T12" fmla="*/ 5 w 9"/>
                                <a:gd name="T13" fmla="*/ 12 h 13"/>
                                <a:gd name="T14" fmla="*/ 8 w 9"/>
                                <a:gd name="T15" fmla="*/ 12 h 13"/>
                                <a:gd name="T16" fmla="*/ 9 w 9"/>
                                <a:gd name="T17" fmla="*/ 13 h 13"/>
                                <a:gd name="T18" fmla="*/ 9 w 9"/>
                                <a:gd name="T19" fmla="*/ 9 h 13"/>
                                <a:gd name="T20" fmla="*/ 9 w 9"/>
                                <a:gd name="T21" fmla="*/ 9 h 13"/>
                                <a:gd name="T22" fmla="*/ 9 w 9"/>
                                <a:gd name="T23" fmla="*/ 3 h 13"/>
                                <a:gd name="T24" fmla="*/ 8 w 9"/>
                                <a:gd name="T25" fmla="*/ 2 h 13"/>
                                <a:gd name="T26" fmla="*/ 4 w 9"/>
                                <a:gd name="T27" fmla="*/ 0 h 13"/>
                                <a:gd name="T28" fmla="*/ 1 w 9"/>
                                <a:gd name="T29" fmla="*/ 5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9" h="13">
                                  <a:moveTo>
                                    <a:pt x="1" y="5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7" y="12"/>
                                    <a:pt x="8" y="12"/>
                                  </a:cubicBezTo>
                                  <a:cubicBezTo>
                                    <a:pt x="8" y="12"/>
                                    <a:pt x="9" y="13"/>
                                    <a:pt x="9" y="13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lnTo>
                                    <a:pt x="1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4" name="Freeform 885">
                              <a:extLst>
                                <a:ext uri="{FF2B5EF4-FFF2-40B4-BE49-F238E27FC236}">
                                  <a16:creationId xmlns:a16="http://schemas.microsoft.com/office/drawing/2014/main" id="{1BCE3623-4A59-16CC-1C3E-3B01E18953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88050" y="4246563"/>
                              <a:ext cx="474662" cy="374650"/>
                            </a:xfrm>
                            <a:custGeom>
                              <a:avLst/>
                              <a:gdLst>
                                <a:gd name="T0" fmla="*/ 109 w 114"/>
                                <a:gd name="T1" fmla="*/ 26 h 90"/>
                                <a:gd name="T2" fmla="*/ 106 w 114"/>
                                <a:gd name="T3" fmla="*/ 15 h 90"/>
                                <a:gd name="T4" fmla="*/ 105 w 114"/>
                                <a:gd name="T5" fmla="*/ 7 h 90"/>
                                <a:gd name="T6" fmla="*/ 103 w 114"/>
                                <a:gd name="T7" fmla="*/ 1 h 90"/>
                                <a:gd name="T8" fmla="*/ 82 w 114"/>
                                <a:gd name="T9" fmla="*/ 4 h 90"/>
                                <a:gd name="T10" fmla="*/ 77 w 114"/>
                                <a:gd name="T11" fmla="*/ 1 h 90"/>
                                <a:gd name="T12" fmla="*/ 66 w 114"/>
                                <a:gd name="T13" fmla="*/ 0 h 90"/>
                                <a:gd name="T14" fmla="*/ 22 w 114"/>
                                <a:gd name="T15" fmla="*/ 1 h 90"/>
                                <a:gd name="T16" fmla="*/ 15 w 114"/>
                                <a:gd name="T17" fmla="*/ 16 h 90"/>
                                <a:gd name="T18" fmla="*/ 15 w 114"/>
                                <a:gd name="T19" fmla="*/ 47 h 90"/>
                                <a:gd name="T20" fmla="*/ 8 w 114"/>
                                <a:gd name="T21" fmla="*/ 48 h 90"/>
                                <a:gd name="T22" fmla="*/ 9 w 114"/>
                                <a:gd name="T23" fmla="*/ 49 h 90"/>
                                <a:gd name="T24" fmla="*/ 7 w 114"/>
                                <a:gd name="T25" fmla="*/ 52 h 90"/>
                                <a:gd name="T26" fmla="*/ 5 w 114"/>
                                <a:gd name="T27" fmla="*/ 54 h 90"/>
                                <a:gd name="T28" fmla="*/ 5 w 114"/>
                                <a:gd name="T29" fmla="*/ 57 h 90"/>
                                <a:gd name="T30" fmla="*/ 2 w 114"/>
                                <a:gd name="T31" fmla="*/ 60 h 90"/>
                                <a:gd name="T32" fmla="*/ 0 w 114"/>
                                <a:gd name="T33" fmla="*/ 67 h 90"/>
                                <a:gd name="T34" fmla="*/ 3 w 114"/>
                                <a:gd name="T35" fmla="*/ 67 h 90"/>
                                <a:gd name="T36" fmla="*/ 4 w 114"/>
                                <a:gd name="T37" fmla="*/ 70 h 90"/>
                                <a:gd name="T38" fmla="*/ 6 w 114"/>
                                <a:gd name="T39" fmla="*/ 72 h 90"/>
                                <a:gd name="T40" fmla="*/ 8 w 114"/>
                                <a:gd name="T41" fmla="*/ 77 h 90"/>
                                <a:gd name="T42" fmla="*/ 12 w 114"/>
                                <a:gd name="T43" fmla="*/ 86 h 90"/>
                                <a:gd name="T44" fmla="*/ 15 w 114"/>
                                <a:gd name="T45" fmla="*/ 89 h 90"/>
                                <a:gd name="T46" fmla="*/ 22 w 114"/>
                                <a:gd name="T47" fmla="*/ 87 h 90"/>
                                <a:gd name="T48" fmla="*/ 28 w 114"/>
                                <a:gd name="T49" fmla="*/ 84 h 90"/>
                                <a:gd name="T50" fmla="*/ 32 w 114"/>
                                <a:gd name="T51" fmla="*/ 90 h 90"/>
                                <a:gd name="T52" fmla="*/ 42 w 114"/>
                                <a:gd name="T53" fmla="*/ 89 h 90"/>
                                <a:gd name="T54" fmla="*/ 49 w 114"/>
                                <a:gd name="T55" fmla="*/ 85 h 90"/>
                                <a:gd name="T56" fmla="*/ 53 w 114"/>
                                <a:gd name="T57" fmla="*/ 88 h 90"/>
                                <a:gd name="T58" fmla="*/ 56 w 114"/>
                                <a:gd name="T59" fmla="*/ 84 h 90"/>
                                <a:gd name="T60" fmla="*/ 65 w 114"/>
                                <a:gd name="T61" fmla="*/ 88 h 90"/>
                                <a:gd name="T62" fmla="*/ 73 w 114"/>
                                <a:gd name="T63" fmla="*/ 79 h 90"/>
                                <a:gd name="T64" fmla="*/ 70 w 114"/>
                                <a:gd name="T65" fmla="*/ 73 h 90"/>
                                <a:gd name="T66" fmla="*/ 75 w 114"/>
                                <a:gd name="T67" fmla="*/ 71 h 90"/>
                                <a:gd name="T68" fmla="*/ 77 w 114"/>
                                <a:gd name="T69" fmla="*/ 75 h 90"/>
                                <a:gd name="T70" fmla="*/ 83 w 114"/>
                                <a:gd name="T71" fmla="*/ 85 h 90"/>
                                <a:gd name="T72" fmla="*/ 82 w 114"/>
                                <a:gd name="T73" fmla="*/ 90 h 90"/>
                                <a:gd name="T74" fmla="*/ 85 w 114"/>
                                <a:gd name="T75" fmla="*/ 86 h 90"/>
                                <a:gd name="T76" fmla="*/ 85 w 114"/>
                                <a:gd name="T77" fmla="*/ 84 h 90"/>
                                <a:gd name="T78" fmla="*/ 87 w 114"/>
                                <a:gd name="T79" fmla="*/ 80 h 90"/>
                                <a:gd name="T80" fmla="*/ 90 w 114"/>
                                <a:gd name="T81" fmla="*/ 80 h 90"/>
                                <a:gd name="T82" fmla="*/ 95 w 114"/>
                                <a:gd name="T83" fmla="*/ 68 h 90"/>
                                <a:gd name="T84" fmla="*/ 100 w 114"/>
                                <a:gd name="T85" fmla="*/ 57 h 90"/>
                                <a:gd name="T86" fmla="*/ 103 w 114"/>
                                <a:gd name="T87" fmla="*/ 43 h 90"/>
                                <a:gd name="T88" fmla="*/ 104 w 114"/>
                                <a:gd name="T89" fmla="*/ 37 h 90"/>
                                <a:gd name="T90" fmla="*/ 107 w 114"/>
                                <a:gd name="T91" fmla="*/ 35 h 90"/>
                                <a:gd name="T92" fmla="*/ 114 w 114"/>
                                <a:gd name="T93" fmla="*/ 30 h 9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114" h="90">
                                  <a:moveTo>
                                    <a:pt x="110" y="27"/>
                                  </a:moveTo>
                                  <a:cubicBezTo>
                                    <a:pt x="110" y="26"/>
                                    <a:pt x="109" y="26"/>
                                    <a:pt x="109" y="26"/>
                                  </a:cubicBezTo>
                                  <a:cubicBezTo>
                                    <a:pt x="108" y="26"/>
                                    <a:pt x="107" y="26"/>
                                    <a:pt x="107" y="25"/>
                                  </a:cubicBezTo>
                                  <a:cubicBezTo>
                                    <a:pt x="106" y="22"/>
                                    <a:pt x="105" y="19"/>
                                    <a:pt x="106" y="15"/>
                                  </a:cubicBezTo>
                                  <a:cubicBezTo>
                                    <a:pt x="106" y="13"/>
                                    <a:pt x="105" y="10"/>
                                    <a:pt x="105" y="8"/>
                                  </a:cubicBezTo>
                                  <a:cubicBezTo>
                                    <a:pt x="105" y="8"/>
                                    <a:pt x="105" y="7"/>
                                    <a:pt x="105" y="7"/>
                                  </a:cubicBezTo>
                                  <a:cubicBezTo>
                                    <a:pt x="104" y="6"/>
                                    <a:pt x="103" y="5"/>
                                    <a:pt x="103" y="3"/>
                                  </a:cubicBezTo>
                                  <a:cubicBezTo>
                                    <a:pt x="103" y="2"/>
                                    <a:pt x="104" y="2"/>
                                    <a:pt x="103" y="1"/>
                                  </a:cubicBezTo>
                                  <a:cubicBezTo>
                                    <a:pt x="84" y="1"/>
                                    <a:pt x="84" y="1"/>
                                    <a:pt x="84" y="1"/>
                                  </a:cubicBezTo>
                                  <a:cubicBezTo>
                                    <a:pt x="82" y="4"/>
                                    <a:pt x="82" y="4"/>
                                    <a:pt x="82" y="4"/>
                                  </a:cubicBezTo>
                                  <a:cubicBezTo>
                                    <a:pt x="80" y="4"/>
                                    <a:pt x="80" y="4"/>
                                    <a:pt x="80" y="4"/>
                                  </a:cubicBezTo>
                                  <a:cubicBezTo>
                                    <a:pt x="77" y="1"/>
                                    <a:pt x="77" y="1"/>
                                    <a:pt x="77" y="1"/>
                                  </a:cubicBezTo>
                                  <a:cubicBezTo>
                                    <a:pt x="66" y="1"/>
                                    <a:pt x="66" y="1"/>
                                    <a:pt x="66" y="1"/>
                                  </a:cubicBezTo>
                                  <a:cubicBezTo>
                                    <a:pt x="66" y="0"/>
                                    <a:pt x="66" y="0"/>
                                    <a:pt x="66" y="0"/>
                                  </a:cubicBezTo>
                                  <a:cubicBezTo>
                                    <a:pt x="65" y="1"/>
                                    <a:pt x="65" y="1"/>
                                    <a:pt x="65" y="1"/>
                                  </a:cubicBezTo>
                                  <a:cubicBezTo>
                                    <a:pt x="22" y="1"/>
                                    <a:pt x="22" y="1"/>
                                    <a:pt x="22" y="1"/>
                                  </a:cubicBezTo>
                                  <a:cubicBezTo>
                                    <a:pt x="22" y="16"/>
                                    <a:pt x="22" y="16"/>
                                    <a:pt x="22" y="16"/>
                                  </a:cubicBezTo>
                                  <a:cubicBezTo>
                                    <a:pt x="15" y="16"/>
                                    <a:pt x="15" y="16"/>
                                    <a:pt x="15" y="16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15" y="47"/>
                                    <a:pt x="15" y="47"/>
                                    <a:pt x="15" y="47"/>
                                  </a:cubicBezTo>
                                  <a:cubicBezTo>
                                    <a:pt x="10" y="47"/>
                                    <a:pt x="10" y="47"/>
                                    <a:pt x="10" y="47"/>
                                  </a:cubicBezTo>
                                  <a:cubicBezTo>
                                    <a:pt x="10" y="47"/>
                                    <a:pt x="8" y="48"/>
                                    <a:pt x="8" y="48"/>
                                  </a:cubicBezTo>
                                  <a:cubicBezTo>
                                    <a:pt x="8" y="48"/>
                                    <a:pt x="8" y="49"/>
                                    <a:pt x="8" y="49"/>
                                  </a:cubicBezTo>
                                  <a:cubicBezTo>
                                    <a:pt x="8" y="49"/>
                                    <a:pt x="9" y="49"/>
                                    <a:pt x="9" y="49"/>
                                  </a:cubicBezTo>
                                  <a:cubicBezTo>
                                    <a:pt x="9" y="50"/>
                                    <a:pt x="9" y="50"/>
                                    <a:pt x="9" y="50"/>
                                  </a:cubicBezTo>
                                  <a:cubicBezTo>
                                    <a:pt x="7" y="52"/>
                                    <a:pt x="7" y="52"/>
                                    <a:pt x="7" y="52"/>
                                  </a:cubicBezTo>
                                  <a:cubicBezTo>
                                    <a:pt x="7" y="54"/>
                                    <a:pt x="7" y="54"/>
                                    <a:pt x="7" y="54"/>
                                  </a:cubicBezTo>
                                  <a:cubicBezTo>
                                    <a:pt x="5" y="54"/>
                                    <a:pt x="5" y="54"/>
                                    <a:pt x="5" y="54"/>
                                  </a:cubicBezTo>
                                  <a:cubicBezTo>
                                    <a:pt x="4" y="55"/>
                                    <a:pt x="4" y="55"/>
                                    <a:pt x="4" y="55"/>
                                  </a:cubicBezTo>
                                  <a:cubicBezTo>
                                    <a:pt x="4" y="55"/>
                                    <a:pt x="5" y="56"/>
                                    <a:pt x="5" y="57"/>
                                  </a:cubicBezTo>
                                  <a:cubicBezTo>
                                    <a:pt x="5" y="57"/>
                                    <a:pt x="5" y="58"/>
                                    <a:pt x="5" y="58"/>
                                  </a:cubicBezTo>
                                  <a:cubicBezTo>
                                    <a:pt x="2" y="60"/>
                                    <a:pt x="2" y="60"/>
                                    <a:pt x="2" y="60"/>
                                  </a:cubicBezTo>
                                  <a:cubicBezTo>
                                    <a:pt x="4" y="63"/>
                                    <a:pt x="4" y="63"/>
                                    <a:pt x="4" y="63"/>
                                  </a:cubicBezTo>
                                  <a:cubicBezTo>
                                    <a:pt x="0" y="67"/>
                                    <a:pt x="0" y="67"/>
                                    <a:pt x="0" y="67"/>
                                  </a:cubicBezTo>
                                  <a:cubicBezTo>
                                    <a:pt x="1" y="68"/>
                                    <a:pt x="1" y="68"/>
                                    <a:pt x="1" y="68"/>
                                  </a:cubicBezTo>
                                  <a:cubicBezTo>
                                    <a:pt x="3" y="67"/>
                                    <a:pt x="3" y="67"/>
                                    <a:pt x="3" y="67"/>
                                  </a:cubicBezTo>
                                  <a:cubicBezTo>
                                    <a:pt x="5" y="68"/>
                                    <a:pt x="5" y="68"/>
                                    <a:pt x="5" y="68"/>
                                  </a:cubicBezTo>
                                  <a:cubicBezTo>
                                    <a:pt x="4" y="70"/>
                                    <a:pt x="4" y="70"/>
                                    <a:pt x="4" y="70"/>
                                  </a:cubicBezTo>
                                  <a:cubicBezTo>
                                    <a:pt x="5" y="72"/>
                                    <a:pt x="5" y="72"/>
                                    <a:pt x="5" y="72"/>
                                  </a:cubicBez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6" y="75"/>
                                    <a:pt x="6" y="75"/>
                                    <a:pt x="6" y="75"/>
                                  </a:cubicBezTo>
                                  <a:cubicBezTo>
                                    <a:pt x="8" y="77"/>
                                    <a:pt x="8" y="77"/>
                                    <a:pt x="8" y="77"/>
                                  </a:cubicBezTo>
                                  <a:cubicBezTo>
                                    <a:pt x="8" y="80"/>
                                    <a:pt x="8" y="80"/>
                                    <a:pt x="8" y="80"/>
                                  </a:cubicBezTo>
                                  <a:cubicBezTo>
                                    <a:pt x="12" y="86"/>
                                    <a:pt x="12" y="86"/>
                                    <a:pt x="12" y="86"/>
                                  </a:cubicBezTo>
                                  <a:cubicBezTo>
                                    <a:pt x="13" y="88"/>
                                    <a:pt x="13" y="88"/>
                                    <a:pt x="13" y="88"/>
                                  </a:cubicBezTo>
                                  <a:cubicBezTo>
                                    <a:pt x="15" y="89"/>
                                    <a:pt x="15" y="89"/>
                                    <a:pt x="15" y="89"/>
                                  </a:cubicBezTo>
                                  <a:cubicBezTo>
                                    <a:pt x="21" y="88"/>
                                    <a:pt x="21" y="88"/>
                                    <a:pt x="21" y="88"/>
                                  </a:cubicBezTo>
                                  <a:cubicBezTo>
                                    <a:pt x="22" y="87"/>
                                    <a:pt x="22" y="87"/>
                                    <a:pt x="22" y="87"/>
                                  </a:cubicBezTo>
                                  <a:cubicBezTo>
                                    <a:pt x="23" y="84"/>
                                    <a:pt x="23" y="84"/>
                                    <a:pt x="23" y="84"/>
                                  </a:cubicBezTo>
                                  <a:cubicBezTo>
                                    <a:pt x="28" y="84"/>
                                    <a:pt x="28" y="84"/>
                                    <a:pt x="28" y="84"/>
                                  </a:cubicBezTo>
                                  <a:cubicBezTo>
                                    <a:pt x="28" y="85"/>
                                    <a:pt x="28" y="85"/>
                                    <a:pt x="28" y="85"/>
                                  </a:cubicBezTo>
                                  <a:cubicBezTo>
                                    <a:pt x="32" y="90"/>
                                    <a:pt x="32" y="90"/>
                                    <a:pt x="32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42" y="89"/>
                                    <a:pt x="42" y="89"/>
                                    <a:pt x="42" y="89"/>
                                  </a:cubicBezTo>
                                  <a:cubicBezTo>
                                    <a:pt x="41" y="86"/>
                                    <a:pt x="41" y="86"/>
                                    <a:pt x="41" y="86"/>
                                  </a:cubicBezTo>
                                  <a:cubicBezTo>
                                    <a:pt x="49" y="85"/>
                                    <a:pt x="49" y="85"/>
                                    <a:pt x="49" y="85"/>
                                  </a:cubicBezTo>
                                  <a:cubicBezTo>
                                    <a:pt x="49" y="89"/>
                                    <a:pt x="49" y="89"/>
                                    <a:pt x="49" y="89"/>
                                  </a:cubicBezTo>
                                  <a:cubicBezTo>
                                    <a:pt x="53" y="88"/>
                                    <a:pt x="53" y="88"/>
                                    <a:pt x="53" y="88"/>
                                  </a:cubicBezTo>
                                  <a:cubicBezTo>
                                    <a:pt x="53" y="86"/>
                                    <a:pt x="53" y="86"/>
                                    <a:pt x="53" y="86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ubicBezTo>
                                    <a:pt x="62" y="89"/>
                                    <a:pt x="62" y="89"/>
                                    <a:pt x="62" y="89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70" y="82"/>
                                    <a:pt x="70" y="82"/>
                                    <a:pt x="70" y="82"/>
                                  </a:cubicBezTo>
                                  <a:cubicBezTo>
                                    <a:pt x="73" y="79"/>
                                    <a:pt x="73" y="79"/>
                                    <a:pt x="73" y="79"/>
                                  </a:cubicBezTo>
                                  <a:cubicBezTo>
                                    <a:pt x="72" y="75"/>
                                    <a:pt x="72" y="75"/>
                                    <a:pt x="72" y="75"/>
                                  </a:cubicBezTo>
                                  <a:cubicBezTo>
                                    <a:pt x="70" y="73"/>
                                    <a:pt x="70" y="73"/>
                                    <a:pt x="70" y="73"/>
                                  </a:cubicBezTo>
                                  <a:cubicBezTo>
                                    <a:pt x="75" y="73"/>
                                    <a:pt x="75" y="73"/>
                                    <a:pt x="75" y="73"/>
                                  </a:cubicBezTo>
                                  <a:cubicBezTo>
                                    <a:pt x="75" y="71"/>
                                    <a:pt x="75" y="71"/>
                                    <a:pt x="75" y="71"/>
                                  </a:cubicBezTo>
                                  <a:cubicBezTo>
                                    <a:pt x="78" y="71"/>
                                    <a:pt x="78" y="71"/>
                                    <a:pt x="78" y="71"/>
                                  </a:cubicBezTo>
                                  <a:cubicBezTo>
                                    <a:pt x="77" y="75"/>
                                    <a:pt x="77" y="75"/>
                                    <a:pt x="77" y="75"/>
                                  </a:cubicBezTo>
                                  <a:cubicBezTo>
                                    <a:pt x="78" y="81"/>
                                    <a:pt x="78" y="81"/>
                                    <a:pt x="78" y="81"/>
                                  </a:cubicBezTo>
                                  <a:cubicBezTo>
                                    <a:pt x="83" y="85"/>
                                    <a:pt x="83" y="85"/>
                                    <a:pt x="83" y="85"/>
                                  </a:cubicBezTo>
                                  <a:cubicBezTo>
                                    <a:pt x="83" y="87"/>
                                    <a:pt x="83" y="87"/>
                                    <a:pt x="83" y="87"/>
                                  </a:cubicBezTo>
                                  <a:cubicBezTo>
                                    <a:pt x="82" y="90"/>
                                    <a:pt x="82" y="90"/>
                                    <a:pt x="82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5" y="86"/>
                                    <a:pt x="85" y="86"/>
                                    <a:pt x="85" y="86"/>
                                  </a:cubicBezTo>
                                  <a:cubicBezTo>
                                    <a:pt x="85" y="85"/>
                                    <a:pt x="85" y="85"/>
                                    <a:pt x="85" y="85"/>
                                  </a:cubicBezTo>
                                  <a:cubicBezTo>
                                    <a:pt x="85" y="84"/>
                                    <a:pt x="85" y="84"/>
                                    <a:pt x="85" y="84"/>
                                  </a:cubicBezTo>
                                  <a:cubicBezTo>
                                    <a:pt x="85" y="83"/>
                                    <a:pt x="85" y="83"/>
                                    <a:pt x="85" y="83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9" y="82"/>
                                    <a:pt x="89" y="82"/>
                                    <a:pt x="89" y="82"/>
                                  </a:cubicBezTo>
                                  <a:cubicBezTo>
                                    <a:pt x="90" y="80"/>
                                    <a:pt x="90" y="80"/>
                                    <a:pt x="90" y="80"/>
                                  </a:cubicBezTo>
                                  <a:cubicBezTo>
                                    <a:pt x="90" y="74"/>
                                    <a:pt x="90" y="74"/>
                                    <a:pt x="90" y="74"/>
                                  </a:cubicBezTo>
                                  <a:cubicBezTo>
                                    <a:pt x="95" y="68"/>
                                    <a:pt x="95" y="68"/>
                                    <a:pt x="95" y="68"/>
                                  </a:cubicBezTo>
                                  <a:cubicBezTo>
                                    <a:pt x="98" y="68"/>
                                    <a:pt x="98" y="68"/>
                                    <a:pt x="98" y="68"/>
                                  </a:cubicBezTo>
                                  <a:cubicBezTo>
                                    <a:pt x="100" y="57"/>
                                    <a:pt x="100" y="57"/>
                                    <a:pt x="100" y="57"/>
                                  </a:cubicBezTo>
                                  <a:cubicBezTo>
                                    <a:pt x="100" y="51"/>
                                    <a:pt x="100" y="51"/>
                                    <a:pt x="100" y="51"/>
                                  </a:cubicBezTo>
                                  <a:cubicBezTo>
                                    <a:pt x="103" y="43"/>
                                    <a:pt x="103" y="43"/>
                                    <a:pt x="103" y="43"/>
                                  </a:cubicBezTo>
                                  <a:cubicBezTo>
                                    <a:pt x="103" y="41"/>
                                    <a:pt x="103" y="41"/>
                                    <a:pt x="103" y="41"/>
                                  </a:cubicBezTo>
                                  <a:cubicBezTo>
                                    <a:pt x="104" y="37"/>
                                    <a:pt x="104" y="37"/>
                                    <a:pt x="104" y="37"/>
                                  </a:cubicBezTo>
                                  <a:cubicBezTo>
                                    <a:pt x="106" y="37"/>
                                    <a:pt x="106" y="37"/>
                                    <a:pt x="106" y="37"/>
                                  </a:cubicBezTo>
                                  <a:cubicBezTo>
                                    <a:pt x="107" y="35"/>
                                    <a:pt x="107" y="35"/>
                                    <a:pt x="107" y="35"/>
                                  </a:cubicBezTo>
                                  <a:cubicBezTo>
                                    <a:pt x="112" y="34"/>
                                    <a:pt x="112" y="34"/>
                                    <a:pt x="112" y="34"/>
                                  </a:cubicBezTo>
                                  <a:cubicBezTo>
                                    <a:pt x="114" y="30"/>
                                    <a:pt x="114" y="30"/>
                                    <a:pt x="114" y="30"/>
                                  </a:cubicBezTo>
                                  <a:cubicBezTo>
                                    <a:pt x="113" y="30"/>
                                    <a:pt x="111" y="28"/>
                                    <a:pt x="110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5" name="Freeform 886">
                              <a:extLst>
                                <a:ext uri="{FF2B5EF4-FFF2-40B4-BE49-F238E27FC236}">
                                  <a16:creationId xmlns:a16="http://schemas.microsoft.com/office/drawing/2014/main" id="{6736FA35-D247-67A2-BC12-394567CC67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34088" y="4541838"/>
                              <a:ext cx="352425" cy="250825"/>
                            </a:xfrm>
                            <a:custGeom>
                              <a:avLst/>
                              <a:gdLst>
                                <a:gd name="T0" fmla="*/ 188 w 222"/>
                                <a:gd name="T1" fmla="*/ 37 h 158"/>
                                <a:gd name="T2" fmla="*/ 173 w 222"/>
                                <a:gd name="T3" fmla="*/ 11 h 158"/>
                                <a:gd name="T4" fmla="*/ 167 w 222"/>
                                <a:gd name="T5" fmla="*/ 0 h 158"/>
                                <a:gd name="T6" fmla="*/ 154 w 222"/>
                                <a:gd name="T7" fmla="*/ 5 h 158"/>
                                <a:gd name="T8" fmla="*/ 162 w 222"/>
                                <a:gd name="T9" fmla="*/ 21 h 158"/>
                                <a:gd name="T10" fmla="*/ 141 w 222"/>
                                <a:gd name="T11" fmla="*/ 45 h 158"/>
                                <a:gd name="T12" fmla="*/ 118 w 222"/>
                                <a:gd name="T13" fmla="*/ 34 h 158"/>
                                <a:gd name="T14" fmla="*/ 110 w 222"/>
                                <a:gd name="T15" fmla="*/ 45 h 158"/>
                                <a:gd name="T16" fmla="*/ 94 w 222"/>
                                <a:gd name="T17" fmla="*/ 53 h 158"/>
                                <a:gd name="T18" fmla="*/ 81 w 222"/>
                                <a:gd name="T19" fmla="*/ 47 h 158"/>
                                <a:gd name="T20" fmla="*/ 55 w 222"/>
                                <a:gd name="T21" fmla="*/ 50 h 158"/>
                                <a:gd name="T22" fmla="*/ 44 w 222"/>
                                <a:gd name="T23" fmla="*/ 34 h 158"/>
                                <a:gd name="T24" fmla="*/ 28 w 222"/>
                                <a:gd name="T25" fmla="*/ 42 h 158"/>
                                <a:gd name="T26" fmla="*/ 10 w 222"/>
                                <a:gd name="T27" fmla="*/ 47 h 158"/>
                                <a:gd name="T28" fmla="*/ 5 w 222"/>
                                <a:gd name="T29" fmla="*/ 53 h 158"/>
                                <a:gd name="T30" fmla="*/ 5 w 222"/>
                                <a:gd name="T31" fmla="*/ 58 h 158"/>
                                <a:gd name="T32" fmla="*/ 15 w 222"/>
                                <a:gd name="T33" fmla="*/ 63 h 158"/>
                                <a:gd name="T34" fmla="*/ 13 w 222"/>
                                <a:gd name="T35" fmla="*/ 71 h 158"/>
                                <a:gd name="T36" fmla="*/ 26 w 222"/>
                                <a:gd name="T37" fmla="*/ 74 h 158"/>
                                <a:gd name="T38" fmla="*/ 34 w 222"/>
                                <a:gd name="T39" fmla="*/ 87 h 158"/>
                                <a:gd name="T40" fmla="*/ 49 w 222"/>
                                <a:gd name="T41" fmla="*/ 100 h 158"/>
                                <a:gd name="T42" fmla="*/ 52 w 222"/>
                                <a:gd name="T43" fmla="*/ 105 h 158"/>
                                <a:gd name="T44" fmla="*/ 55 w 222"/>
                                <a:gd name="T45" fmla="*/ 110 h 158"/>
                                <a:gd name="T46" fmla="*/ 73 w 222"/>
                                <a:gd name="T47" fmla="*/ 131 h 158"/>
                                <a:gd name="T48" fmla="*/ 78 w 222"/>
                                <a:gd name="T49" fmla="*/ 139 h 158"/>
                                <a:gd name="T50" fmla="*/ 97 w 222"/>
                                <a:gd name="T51" fmla="*/ 139 h 158"/>
                                <a:gd name="T52" fmla="*/ 107 w 222"/>
                                <a:gd name="T53" fmla="*/ 142 h 158"/>
                                <a:gd name="T54" fmla="*/ 115 w 222"/>
                                <a:gd name="T55" fmla="*/ 139 h 158"/>
                                <a:gd name="T56" fmla="*/ 120 w 222"/>
                                <a:gd name="T57" fmla="*/ 147 h 158"/>
                                <a:gd name="T58" fmla="*/ 128 w 222"/>
                                <a:gd name="T59" fmla="*/ 150 h 158"/>
                                <a:gd name="T60" fmla="*/ 131 w 222"/>
                                <a:gd name="T61" fmla="*/ 155 h 158"/>
                                <a:gd name="T62" fmla="*/ 139 w 222"/>
                                <a:gd name="T63" fmla="*/ 152 h 158"/>
                                <a:gd name="T64" fmla="*/ 149 w 222"/>
                                <a:gd name="T65" fmla="*/ 152 h 158"/>
                                <a:gd name="T66" fmla="*/ 157 w 222"/>
                                <a:gd name="T67" fmla="*/ 158 h 158"/>
                                <a:gd name="T68" fmla="*/ 170 w 222"/>
                                <a:gd name="T69" fmla="*/ 150 h 158"/>
                                <a:gd name="T70" fmla="*/ 188 w 222"/>
                                <a:gd name="T71" fmla="*/ 144 h 158"/>
                                <a:gd name="T72" fmla="*/ 204 w 222"/>
                                <a:gd name="T73" fmla="*/ 134 h 158"/>
                                <a:gd name="T74" fmla="*/ 215 w 222"/>
                                <a:gd name="T75" fmla="*/ 131 h 158"/>
                                <a:gd name="T76" fmla="*/ 217 w 222"/>
                                <a:gd name="T77" fmla="*/ 137 h 158"/>
                                <a:gd name="T78" fmla="*/ 220 w 222"/>
                                <a:gd name="T79" fmla="*/ 134 h 158"/>
                                <a:gd name="T80" fmla="*/ 222 w 222"/>
                                <a:gd name="T81" fmla="*/ 123 h 158"/>
                                <a:gd name="T82" fmla="*/ 207 w 222"/>
                                <a:gd name="T83" fmla="*/ 113 h 158"/>
                                <a:gd name="T84" fmla="*/ 196 w 222"/>
                                <a:gd name="T85" fmla="*/ 97 h 158"/>
                                <a:gd name="T86" fmla="*/ 186 w 222"/>
                                <a:gd name="T87" fmla="*/ 84 h 158"/>
                                <a:gd name="T88" fmla="*/ 175 w 222"/>
                                <a:gd name="T89" fmla="*/ 74 h 158"/>
                                <a:gd name="T90" fmla="*/ 183 w 222"/>
                                <a:gd name="T91" fmla="*/ 68 h 158"/>
                                <a:gd name="T92" fmla="*/ 191 w 222"/>
                                <a:gd name="T93" fmla="*/ 66 h 158"/>
                                <a:gd name="T94" fmla="*/ 186 w 222"/>
                                <a:gd name="T95" fmla="*/ 50 h 15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222" h="158">
                                  <a:moveTo>
                                    <a:pt x="188" y="42"/>
                                  </a:moveTo>
                                  <a:lnTo>
                                    <a:pt x="188" y="37"/>
                                  </a:lnTo>
                                  <a:lnTo>
                                    <a:pt x="175" y="26"/>
                                  </a:lnTo>
                                  <a:lnTo>
                                    <a:pt x="173" y="11"/>
                                  </a:lnTo>
                                  <a:lnTo>
                                    <a:pt x="175" y="0"/>
                                  </a:lnTo>
                                  <a:lnTo>
                                    <a:pt x="167" y="0"/>
                                  </a:lnTo>
                                  <a:lnTo>
                                    <a:pt x="167" y="5"/>
                                  </a:lnTo>
                                  <a:lnTo>
                                    <a:pt x="154" y="5"/>
                                  </a:lnTo>
                                  <a:lnTo>
                                    <a:pt x="160" y="11"/>
                                  </a:lnTo>
                                  <a:lnTo>
                                    <a:pt x="162" y="21"/>
                                  </a:lnTo>
                                  <a:lnTo>
                                    <a:pt x="154" y="29"/>
                                  </a:lnTo>
                                  <a:lnTo>
                                    <a:pt x="141" y="45"/>
                                  </a:lnTo>
                                  <a:lnTo>
                                    <a:pt x="133" y="47"/>
                                  </a:lnTo>
                                  <a:lnTo>
                                    <a:pt x="118" y="34"/>
                                  </a:lnTo>
                                  <a:lnTo>
                                    <a:pt x="110" y="40"/>
                                  </a:lnTo>
                                  <a:lnTo>
                                    <a:pt x="110" y="45"/>
                                  </a:lnTo>
                                  <a:lnTo>
                                    <a:pt x="99" y="47"/>
                                  </a:lnTo>
                                  <a:lnTo>
                                    <a:pt x="94" y="53"/>
                                  </a:lnTo>
                                  <a:lnTo>
                                    <a:pt x="84" y="53"/>
                                  </a:lnTo>
                                  <a:lnTo>
                                    <a:pt x="81" y="47"/>
                                  </a:lnTo>
                                  <a:lnTo>
                                    <a:pt x="63" y="50"/>
                                  </a:lnTo>
                                  <a:lnTo>
                                    <a:pt x="55" y="50"/>
                                  </a:lnTo>
                                  <a:lnTo>
                                    <a:pt x="44" y="37"/>
                                  </a:lnTo>
                                  <a:lnTo>
                                    <a:pt x="44" y="34"/>
                                  </a:lnTo>
                                  <a:lnTo>
                                    <a:pt x="31" y="34"/>
                                  </a:lnTo>
                                  <a:lnTo>
                                    <a:pt x="28" y="42"/>
                                  </a:lnTo>
                                  <a:lnTo>
                                    <a:pt x="26" y="45"/>
                                  </a:lnTo>
                                  <a:lnTo>
                                    <a:pt x="10" y="47"/>
                                  </a:lnTo>
                                  <a:lnTo>
                                    <a:pt x="5" y="45"/>
                                  </a:lnTo>
                                  <a:lnTo>
                                    <a:pt x="5" y="53"/>
                                  </a:lnTo>
                                  <a:lnTo>
                                    <a:pt x="0" y="58"/>
                                  </a:lnTo>
                                  <a:lnTo>
                                    <a:pt x="5" y="58"/>
                                  </a:lnTo>
                                  <a:lnTo>
                                    <a:pt x="2" y="63"/>
                                  </a:lnTo>
                                  <a:lnTo>
                                    <a:pt x="15" y="63"/>
                                  </a:lnTo>
                                  <a:lnTo>
                                    <a:pt x="15" y="66"/>
                                  </a:lnTo>
                                  <a:lnTo>
                                    <a:pt x="13" y="71"/>
                                  </a:lnTo>
                                  <a:lnTo>
                                    <a:pt x="15" y="74"/>
                                  </a:lnTo>
                                  <a:lnTo>
                                    <a:pt x="26" y="74"/>
                                  </a:lnTo>
                                  <a:lnTo>
                                    <a:pt x="34" y="79"/>
                                  </a:lnTo>
                                  <a:lnTo>
                                    <a:pt x="34" y="87"/>
                                  </a:lnTo>
                                  <a:lnTo>
                                    <a:pt x="47" y="95"/>
                                  </a:lnTo>
                                  <a:lnTo>
                                    <a:pt x="49" y="100"/>
                                  </a:lnTo>
                                  <a:lnTo>
                                    <a:pt x="55" y="100"/>
                                  </a:lnTo>
                                  <a:lnTo>
                                    <a:pt x="52" y="105"/>
                                  </a:lnTo>
                                  <a:lnTo>
                                    <a:pt x="57" y="108"/>
                                  </a:lnTo>
                                  <a:lnTo>
                                    <a:pt x="55" y="110"/>
                                  </a:lnTo>
                                  <a:lnTo>
                                    <a:pt x="68" y="118"/>
                                  </a:lnTo>
                                  <a:lnTo>
                                    <a:pt x="73" y="131"/>
                                  </a:lnTo>
                                  <a:lnTo>
                                    <a:pt x="78" y="134"/>
                                  </a:lnTo>
                                  <a:lnTo>
                                    <a:pt x="78" y="139"/>
                                  </a:lnTo>
                                  <a:lnTo>
                                    <a:pt x="89" y="144"/>
                                  </a:lnTo>
                                  <a:lnTo>
                                    <a:pt x="97" y="139"/>
                                  </a:lnTo>
                                  <a:lnTo>
                                    <a:pt x="104" y="142"/>
                                  </a:lnTo>
                                  <a:lnTo>
                                    <a:pt x="107" y="142"/>
                                  </a:lnTo>
                                  <a:lnTo>
                                    <a:pt x="110" y="137"/>
                                  </a:lnTo>
                                  <a:lnTo>
                                    <a:pt x="115" y="139"/>
                                  </a:lnTo>
                                  <a:lnTo>
                                    <a:pt x="115" y="142"/>
                                  </a:lnTo>
                                  <a:lnTo>
                                    <a:pt x="120" y="147"/>
                                  </a:lnTo>
                                  <a:lnTo>
                                    <a:pt x="120" y="150"/>
                                  </a:lnTo>
                                  <a:lnTo>
                                    <a:pt x="128" y="150"/>
                                  </a:lnTo>
                                  <a:lnTo>
                                    <a:pt x="128" y="155"/>
                                  </a:lnTo>
                                  <a:lnTo>
                                    <a:pt x="131" y="155"/>
                                  </a:lnTo>
                                  <a:lnTo>
                                    <a:pt x="133" y="158"/>
                                  </a:lnTo>
                                  <a:lnTo>
                                    <a:pt x="139" y="152"/>
                                  </a:lnTo>
                                  <a:lnTo>
                                    <a:pt x="146" y="155"/>
                                  </a:lnTo>
                                  <a:lnTo>
                                    <a:pt x="149" y="152"/>
                                  </a:lnTo>
                                  <a:lnTo>
                                    <a:pt x="152" y="155"/>
                                  </a:lnTo>
                                  <a:lnTo>
                                    <a:pt x="157" y="158"/>
                                  </a:lnTo>
                                  <a:lnTo>
                                    <a:pt x="160" y="152"/>
                                  </a:lnTo>
                                  <a:lnTo>
                                    <a:pt x="170" y="150"/>
                                  </a:lnTo>
                                  <a:lnTo>
                                    <a:pt x="181" y="152"/>
                                  </a:lnTo>
                                  <a:lnTo>
                                    <a:pt x="188" y="144"/>
                                  </a:lnTo>
                                  <a:lnTo>
                                    <a:pt x="199" y="137"/>
                                  </a:lnTo>
                                  <a:lnTo>
                                    <a:pt x="204" y="134"/>
                                  </a:lnTo>
                                  <a:lnTo>
                                    <a:pt x="215" y="129"/>
                                  </a:lnTo>
                                  <a:lnTo>
                                    <a:pt x="215" y="131"/>
                                  </a:lnTo>
                                  <a:lnTo>
                                    <a:pt x="215" y="131"/>
                                  </a:lnTo>
                                  <a:lnTo>
                                    <a:pt x="217" y="137"/>
                                  </a:lnTo>
                                  <a:lnTo>
                                    <a:pt x="222" y="137"/>
                                  </a:lnTo>
                                  <a:lnTo>
                                    <a:pt x="220" y="134"/>
                                  </a:lnTo>
                                  <a:lnTo>
                                    <a:pt x="222" y="131"/>
                                  </a:lnTo>
                                  <a:lnTo>
                                    <a:pt x="222" y="123"/>
                                  </a:lnTo>
                                  <a:lnTo>
                                    <a:pt x="212" y="123"/>
                                  </a:lnTo>
                                  <a:lnTo>
                                    <a:pt x="207" y="113"/>
                                  </a:lnTo>
                                  <a:lnTo>
                                    <a:pt x="207" y="105"/>
                                  </a:lnTo>
                                  <a:lnTo>
                                    <a:pt x="196" y="97"/>
                                  </a:lnTo>
                                  <a:lnTo>
                                    <a:pt x="194" y="95"/>
                                  </a:lnTo>
                                  <a:lnTo>
                                    <a:pt x="186" y="84"/>
                                  </a:lnTo>
                                  <a:lnTo>
                                    <a:pt x="170" y="79"/>
                                  </a:lnTo>
                                  <a:lnTo>
                                    <a:pt x="175" y="74"/>
                                  </a:lnTo>
                                  <a:lnTo>
                                    <a:pt x="175" y="68"/>
                                  </a:lnTo>
                                  <a:lnTo>
                                    <a:pt x="183" y="68"/>
                                  </a:lnTo>
                                  <a:lnTo>
                                    <a:pt x="186" y="71"/>
                                  </a:lnTo>
                                  <a:lnTo>
                                    <a:pt x="191" y="66"/>
                                  </a:lnTo>
                                  <a:lnTo>
                                    <a:pt x="191" y="50"/>
                                  </a:lnTo>
                                  <a:lnTo>
                                    <a:pt x="186" y="50"/>
                                  </a:lnTo>
                                  <a:lnTo>
                                    <a:pt x="188" y="4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6" name="Freeform 887">
                              <a:extLst>
                                <a:ext uri="{FF2B5EF4-FFF2-40B4-BE49-F238E27FC236}">
                                  <a16:creationId xmlns:a16="http://schemas.microsoft.com/office/drawing/2014/main" id="{88B11358-37C0-4BE3-7E3B-7871EBCF3CA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837238" y="5534025"/>
                              <a:ext cx="466725" cy="411163"/>
                            </a:xfrm>
                            <a:custGeom>
                              <a:avLst/>
                              <a:gdLst>
                                <a:gd name="T0" fmla="*/ 106 w 112"/>
                                <a:gd name="T1" fmla="*/ 35 h 99"/>
                                <a:gd name="T2" fmla="*/ 105 w 112"/>
                                <a:gd name="T3" fmla="*/ 38 h 99"/>
                                <a:gd name="T4" fmla="*/ 98 w 112"/>
                                <a:gd name="T5" fmla="*/ 35 h 99"/>
                                <a:gd name="T6" fmla="*/ 98 w 112"/>
                                <a:gd name="T7" fmla="*/ 33 h 99"/>
                                <a:gd name="T8" fmla="*/ 105 w 112"/>
                                <a:gd name="T9" fmla="*/ 28 h 99"/>
                                <a:gd name="T10" fmla="*/ 101 w 112"/>
                                <a:gd name="T11" fmla="*/ 2 h 99"/>
                                <a:gd name="T12" fmla="*/ 90 w 112"/>
                                <a:gd name="T13" fmla="*/ 0 h 99"/>
                                <a:gd name="T14" fmla="*/ 85 w 112"/>
                                <a:gd name="T15" fmla="*/ 2 h 99"/>
                                <a:gd name="T16" fmla="*/ 73 w 112"/>
                                <a:gd name="T17" fmla="*/ 10 h 99"/>
                                <a:gd name="T18" fmla="*/ 68 w 112"/>
                                <a:gd name="T19" fmla="*/ 18 h 99"/>
                                <a:gd name="T20" fmla="*/ 62 w 112"/>
                                <a:gd name="T21" fmla="*/ 26 h 99"/>
                                <a:gd name="T22" fmla="*/ 52 w 112"/>
                                <a:gd name="T23" fmla="*/ 26 h 99"/>
                                <a:gd name="T24" fmla="*/ 45 w 112"/>
                                <a:gd name="T25" fmla="*/ 23 h 99"/>
                                <a:gd name="T26" fmla="*/ 38 w 112"/>
                                <a:gd name="T27" fmla="*/ 34 h 99"/>
                                <a:gd name="T28" fmla="*/ 34 w 112"/>
                                <a:gd name="T29" fmla="*/ 35 h 99"/>
                                <a:gd name="T30" fmla="*/ 29 w 112"/>
                                <a:gd name="T31" fmla="*/ 35 h 99"/>
                                <a:gd name="T32" fmla="*/ 30 w 112"/>
                                <a:gd name="T33" fmla="*/ 29 h 99"/>
                                <a:gd name="T34" fmla="*/ 28 w 112"/>
                                <a:gd name="T35" fmla="*/ 23 h 99"/>
                                <a:gd name="T36" fmla="*/ 24 w 112"/>
                                <a:gd name="T37" fmla="*/ 47 h 99"/>
                                <a:gd name="T38" fmla="*/ 17 w 112"/>
                                <a:gd name="T39" fmla="*/ 50 h 99"/>
                                <a:gd name="T40" fmla="*/ 12 w 112"/>
                                <a:gd name="T41" fmla="*/ 51 h 99"/>
                                <a:gd name="T42" fmla="*/ 7 w 112"/>
                                <a:gd name="T43" fmla="*/ 46 h 99"/>
                                <a:gd name="T44" fmla="*/ 3 w 112"/>
                                <a:gd name="T45" fmla="*/ 46 h 99"/>
                                <a:gd name="T46" fmla="*/ 0 w 112"/>
                                <a:gd name="T47" fmla="*/ 49 h 99"/>
                                <a:gd name="T48" fmla="*/ 6 w 112"/>
                                <a:gd name="T49" fmla="*/ 62 h 99"/>
                                <a:gd name="T50" fmla="*/ 13 w 112"/>
                                <a:gd name="T51" fmla="*/ 81 h 99"/>
                                <a:gd name="T52" fmla="*/ 10 w 112"/>
                                <a:gd name="T53" fmla="*/ 84 h 99"/>
                                <a:gd name="T54" fmla="*/ 14 w 112"/>
                                <a:gd name="T55" fmla="*/ 90 h 99"/>
                                <a:gd name="T56" fmla="*/ 16 w 112"/>
                                <a:gd name="T57" fmla="*/ 92 h 99"/>
                                <a:gd name="T58" fmla="*/ 19 w 112"/>
                                <a:gd name="T59" fmla="*/ 95 h 99"/>
                                <a:gd name="T60" fmla="*/ 24 w 112"/>
                                <a:gd name="T61" fmla="*/ 98 h 99"/>
                                <a:gd name="T62" fmla="*/ 28 w 112"/>
                                <a:gd name="T63" fmla="*/ 96 h 99"/>
                                <a:gd name="T64" fmla="*/ 31 w 112"/>
                                <a:gd name="T65" fmla="*/ 95 h 99"/>
                                <a:gd name="T66" fmla="*/ 37 w 112"/>
                                <a:gd name="T67" fmla="*/ 95 h 99"/>
                                <a:gd name="T68" fmla="*/ 39 w 112"/>
                                <a:gd name="T69" fmla="*/ 93 h 99"/>
                                <a:gd name="T70" fmla="*/ 46 w 112"/>
                                <a:gd name="T71" fmla="*/ 92 h 99"/>
                                <a:gd name="T72" fmla="*/ 50 w 112"/>
                                <a:gd name="T73" fmla="*/ 92 h 99"/>
                                <a:gd name="T74" fmla="*/ 59 w 112"/>
                                <a:gd name="T75" fmla="*/ 92 h 99"/>
                                <a:gd name="T76" fmla="*/ 63 w 112"/>
                                <a:gd name="T77" fmla="*/ 91 h 99"/>
                                <a:gd name="T78" fmla="*/ 66 w 112"/>
                                <a:gd name="T79" fmla="*/ 90 h 99"/>
                                <a:gd name="T80" fmla="*/ 73 w 112"/>
                                <a:gd name="T81" fmla="*/ 87 h 99"/>
                                <a:gd name="T82" fmla="*/ 78 w 112"/>
                                <a:gd name="T83" fmla="*/ 84 h 99"/>
                                <a:gd name="T84" fmla="*/ 92 w 112"/>
                                <a:gd name="T85" fmla="*/ 69 h 99"/>
                                <a:gd name="T86" fmla="*/ 106 w 112"/>
                                <a:gd name="T87" fmla="*/ 51 h 99"/>
                                <a:gd name="T88" fmla="*/ 110 w 112"/>
                                <a:gd name="T89" fmla="*/ 44 h 99"/>
                                <a:gd name="T90" fmla="*/ 112 w 112"/>
                                <a:gd name="T91" fmla="*/ 35 h 99"/>
                                <a:gd name="T92" fmla="*/ 86 w 112"/>
                                <a:gd name="T93" fmla="*/ 59 h 99"/>
                                <a:gd name="T94" fmla="*/ 77 w 112"/>
                                <a:gd name="T95" fmla="*/ 64 h 99"/>
                                <a:gd name="T96" fmla="*/ 72 w 112"/>
                                <a:gd name="T97" fmla="*/ 56 h 99"/>
                                <a:gd name="T98" fmla="*/ 77 w 112"/>
                                <a:gd name="T99" fmla="*/ 51 h 99"/>
                                <a:gd name="T100" fmla="*/ 83 w 112"/>
                                <a:gd name="T101" fmla="*/ 48 h 99"/>
                                <a:gd name="T102" fmla="*/ 88 w 112"/>
                                <a:gd name="T103" fmla="*/ 55 h 9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112" h="99">
                                  <a:moveTo>
                                    <a:pt x="112" y="35"/>
                                  </a:move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9"/>
                                    <a:pt x="106" y="39"/>
                                    <a:pt x="106" y="39"/>
                                  </a:cubicBezTo>
                                  <a:cubicBezTo>
                                    <a:pt x="106" y="39"/>
                                    <a:pt x="105" y="38"/>
                                    <a:pt x="105" y="38"/>
                                  </a:cubicBezTo>
                                  <a:cubicBezTo>
                                    <a:pt x="104" y="38"/>
                                    <a:pt x="102" y="38"/>
                                    <a:pt x="102" y="38"/>
                                  </a:cubicBezTo>
                                  <a:cubicBezTo>
                                    <a:pt x="100" y="38"/>
                                    <a:pt x="100" y="38"/>
                                    <a:pt x="100" y="38"/>
                                  </a:cubicBezTo>
                                  <a:cubicBezTo>
                                    <a:pt x="98" y="35"/>
                                    <a:pt x="98" y="35"/>
                                    <a:pt x="98" y="35"/>
                                  </a:cubicBezTo>
                                  <a:cubicBezTo>
                                    <a:pt x="97" y="35"/>
                                    <a:pt x="97" y="35"/>
                                    <a:pt x="97" y="35"/>
                                  </a:cubicBezTo>
                                  <a:cubicBezTo>
                                    <a:pt x="98" y="34"/>
                                    <a:pt x="98" y="34"/>
                                    <a:pt x="98" y="34"/>
                                  </a:cubicBezTo>
                                  <a:cubicBezTo>
                                    <a:pt x="98" y="33"/>
                                    <a:pt x="98" y="33"/>
                                    <a:pt x="98" y="33"/>
                                  </a:cubicBezTo>
                                  <a:cubicBezTo>
                                    <a:pt x="98" y="31"/>
                                    <a:pt x="98" y="31"/>
                                    <a:pt x="98" y="31"/>
                                  </a:cubicBezTo>
                                  <a:cubicBezTo>
                                    <a:pt x="101" y="26"/>
                                    <a:pt x="101" y="26"/>
                                    <a:pt x="101" y="26"/>
                                  </a:cubicBezTo>
                                  <a:cubicBezTo>
                                    <a:pt x="105" y="28"/>
                                    <a:pt x="105" y="28"/>
                                    <a:pt x="105" y="28"/>
                                  </a:cubicBezTo>
                                  <a:cubicBezTo>
                                    <a:pt x="105" y="16"/>
                                    <a:pt x="105" y="16"/>
                                    <a:pt x="105" y="16"/>
                                  </a:cubicBezTo>
                                  <a:cubicBezTo>
                                    <a:pt x="103" y="10"/>
                                    <a:pt x="103" y="10"/>
                                    <a:pt x="103" y="10"/>
                                  </a:cubicBezTo>
                                  <a:cubicBezTo>
                                    <a:pt x="101" y="2"/>
                                    <a:pt x="101" y="2"/>
                                    <a:pt x="101" y="2"/>
                                  </a:cubicBezTo>
                                  <a:cubicBezTo>
                                    <a:pt x="99" y="1"/>
                                    <a:pt x="99" y="1"/>
                                    <a:pt x="99" y="1"/>
                                  </a:cubicBezTo>
                                  <a:cubicBezTo>
                                    <a:pt x="94" y="1"/>
                                    <a:pt x="94" y="1"/>
                                    <a:pt x="94" y="1"/>
                                  </a:cubicBezTo>
                                  <a:cubicBezTo>
                                    <a:pt x="90" y="0"/>
                                    <a:pt x="90" y="0"/>
                                    <a:pt x="90" y="0"/>
                                  </a:cubicBezTo>
                                  <a:cubicBezTo>
                                    <a:pt x="88" y="0"/>
                                    <a:pt x="88" y="0"/>
                                    <a:pt x="88" y="0"/>
                                  </a:cubicBezTo>
                                  <a:cubicBezTo>
                                    <a:pt x="86" y="0"/>
                                    <a:pt x="86" y="0"/>
                                    <a:pt x="86" y="0"/>
                                  </a:cubicBezTo>
                                  <a:cubicBezTo>
                                    <a:pt x="85" y="2"/>
                                    <a:pt x="85" y="2"/>
                                    <a:pt x="85" y="2"/>
                                  </a:cubicBezTo>
                                  <a:cubicBezTo>
                                    <a:pt x="81" y="3"/>
                                    <a:pt x="81" y="3"/>
                                    <a:pt x="81" y="3"/>
                                  </a:cubicBezTo>
                                  <a:cubicBezTo>
                                    <a:pt x="77" y="8"/>
                                    <a:pt x="77" y="8"/>
                                    <a:pt x="77" y="8"/>
                                  </a:cubicBezTo>
                                  <a:cubicBezTo>
                                    <a:pt x="73" y="10"/>
                                    <a:pt x="73" y="10"/>
                                    <a:pt x="73" y="10"/>
                                  </a:cubicBezTo>
                                  <a:cubicBezTo>
                                    <a:pt x="72" y="11"/>
                                    <a:pt x="72" y="11"/>
                                    <a:pt x="72" y="11"/>
                                  </a:cubicBezTo>
                                  <a:cubicBezTo>
                                    <a:pt x="71" y="15"/>
                                    <a:pt x="71" y="15"/>
                                    <a:pt x="71" y="15"/>
                                  </a:cubicBezTo>
                                  <a:cubicBezTo>
                                    <a:pt x="68" y="18"/>
                                    <a:pt x="68" y="18"/>
                                    <a:pt x="68" y="18"/>
                                  </a:cubicBezTo>
                                  <a:cubicBezTo>
                                    <a:pt x="64" y="19"/>
                                    <a:pt x="64" y="19"/>
                                    <a:pt x="64" y="19"/>
                                  </a:cubicBezTo>
                                  <a:cubicBezTo>
                                    <a:pt x="64" y="21"/>
                                    <a:pt x="64" y="21"/>
                                    <a:pt x="64" y="21"/>
                                  </a:cubicBezTo>
                                  <a:cubicBezTo>
                                    <a:pt x="62" y="26"/>
                                    <a:pt x="62" y="26"/>
                                    <a:pt x="62" y="26"/>
                                  </a:cubicBezTo>
                                  <a:cubicBezTo>
                                    <a:pt x="56" y="27"/>
                                    <a:pt x="56" y="27"/>
                                    <a:pt x="56" y="27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2" y="26"/>
                                    <a:pt x="52" y="26"/>
                                    <a:pt x="52" y="26"/>
                                  </a:cubicBezTo>
                                  <a:cubicBezTo>
                                    <a:pt x="51" y="26"/>
                                    <a:pt x="51" y="26"/>
                                    <a:pt x="51" y="26"/>
                                  </a:cubicBezTo>
                                  <a:cubicBezTo>
                                    <a:pt x="48" y="23"/>
                                    <a:pt x="48" y="23"/>
                                    <a:pt x="48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3" y="25"/>
                                    <a:pt x="43" y="25"/>
                                    <a:pt x="43" y="25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38" y="34"/>
                                    <a:pt x="38" y="34"/>
                                    <a:pt x="38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4" y="35"/>
                                    <a:pt x="34" y="35"/>
                                    <a:pt x="34" y="35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0" y="35"/>
                                    <a:pt x="30" y="35"/>
                                    <a:pt x="30" y="35"/>
                                  </a:cubicBezTo>
                                  <a:cubicBezTo>
                                    <a:pt x="29" y="35"/>
                                    <a:pt x="29" y="35"/>
                                    <a:pt x="29" y="35"/>
                                  </a:cubicBezTo>
                                  <a:cubicBezTo>
                                    <a:pt x="29" y="35"/>
                                    <a:pt x="29" y="35"/>
                                    <a:pt x="29" y="35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8" y="23"/>
                                    <a:pt x="28" y="23"/>
                                    <a:pt x="28" y="23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47"/>
                                    <a:pt x="24" y="47"/>
                                    <a:pt x="24" y="47"/>
                                  </a:cubicBezTo>
                                  <a:cubicBezTo>
                                    <a:pt x="21" y="48"/>
                                    <a:pt x="21" y="48"/>
                                    <a:pt x="21" y="48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7" y="50"/>
                                    <a:pt x="17" y="50"/>
                                  </a:cubicBezTo>
                                  <a:cubicBezTo>
                                    <a:pt x="16" y="50"/>
                                    <a:pt x="15" y="51"/>
                                    <a:pt x="15" y="51"/>
                                  </a:cubicBezTo>
                                  <a:cubicBezTo>
                                    <a:pt x="15" y="51"/>
                                    <a:pt x="13" y="51"/>
                                    <a:pt x="13" y="51"/>
                                  </a:cubicBezTo>
                                  <a:cubicBezTo>
                                    <a:pt x="13" y="51"/>
                                    <a:pt x="12" y="51"/>
                                    <a:pt x="12" y="51"/>
                                  </a:cubicBezTo>
                                  <a:cubicBezTo>
                                    <a:pt x="10" y="50"/>
                                    <a:pt x="10" y="50"/>
                                    <a:pt x="10" y="50"/>
                                  </a:cubicBezTo>
                                  <a:cubicBezTo>
                                    <a:pt x="7" y="50"/>
                                    <a:pt x="7" y="50"/>
                                    <a:pt x="7" y="50"/>
                                  </a:cubicBezTo>
                                  <a:cubicBezTo>
                                    <a:pt x="7" y="46"/>
                                    <a:pt x="7" y="46"/>
                                    <a:pt x="7" y="46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3" y="44"/>
                                    <a:pt x="3" y="44"/>
                                    <a:pt x="3" y="44"/>
                                  </a:cubicBezTo>
                                  <a:cubicBezTo>
                                    <a:pt x="3" y="44"/>
                                    <a:pt x="3" y="46"/>
                                    <a:pt x="3" y="46"/>
                                  </a:cubicBezTo>
                                  <a:cubicBezTo>
                                    <a:pt x="3" y="46"/>
                                    <a:pt x="2" y="47"/>
                                    <a:pt x="2" y="47"/>
                                  </a:cubicBezTo>
                                  <a:cubicBezTo>
                                    <a:pt x="0" y="49"/>
                                    <a:pt x="0" y="49"/>
                                    <a:pt x="0" y="49"/>
                                  </a:cubicBezTo>
                                  <a:cubicBezTo>
                                    <a:pt x="0" y="49"/>
                                    <a:pt x="0" y="49"/>
                                    <a:pt x="0" y="49"/>
                                  </a:cubicBezTo>
                                  <a:cubicBezTo>
                                    <a:pt x="1" y="50"/>
                                    <a:pt x="1" y="51"/>
                                    <a:pt x="2" y="52"/>
                                  </a:cubicBezTo>
                                  <a:cubicBezTo>
                                    <a:pt x="4" y="54"/>
                                    <a:pt x="5" y="56"/>
                                    <a:pt x="5" y="58"/>
                                  </a:cubicBezTo>
                                  <a:cubicBezTo>
                                    <a:pt x="5" y="60"/>
                                    <a:pt x="6" y="61"/>
                                    <a:pt x="6" y="62"/>
                                  </a:cubicBezTo>
                                  <a:cubicBezTo>
                                    <a:pt x="7" y="64"/>
                                    <a:pt x="9" y="65"/>
                                    <a:pt x="9" y="67"/>
                                  </a:cubicBezTo>
                                  <a:cubicBezTo>
                                    <a:pt x="9" y="69"/>
                                    <a:pt x="10" y="70"/>
                                    <a:pt x="11" y="71"/>
                                  </a:cubicBezTo>
                                  <a:cubicBezTo>
                                    <a:pt x="14" y="74"/>
                                    <a:pt x="14" y="78"/>
                                    <a:pt x="13" y="81"/>
                                  </a:cubicBezTo>
                                  <a:cubicBezTo>
                                    <a:pt x="13" y="81"/>
                                    <a:pt x="12" y="82"/>
                                    <a:pt x="12" y="82"/>
                                  </a:cubicBezTo>
                                  <a:cubicBezTo>
                                    <a:pt x="11" y="82"/>
                                    <a:pt x="10" y="82"/>
                                    <a:pt x="10" y="82"/>
                                  </a:cubicBezTo>
                                  <a:cubicBezTo>
                                    <a:pt x="10" y="82"/>
                                    <a:pt x="10" y="84"/>
                                    <a:pt x="10" y="84"/>
                                  </a:cubicBezTo>
                                  <a:cubicBezTo>
                                    <a:pt x="10" y="85"/>
                                    <a:pt x="12" y="86"/>
                                    <a:pt x="12" y="87"/>
                                  </a:cubicBezTo>
                                  <a:cubicBezTo>
                                    <a:pt x="13" y="87"/>
                                    <a:pt x="13" y="87"/>
                                    <a:pt x="13" y="88"/>
                                  </a:cubicBezTo>
                                  <a:cubicBezTo>
                                    <a:pt x="13" y="89"/>
                                    <a:pt x="14" y="90"/>
                                    <a:pt x="14" y="90"/>
                                  </a:cubicBezTo>
                                  <a:cubicBezTo>
                                    <a:pt x="14" y="91"/>
                                    <a:pt x="14" y="90"/>
                                    <a:pt x="14" y="91"/>
                                  </a:cubicBezTo>
                                  <a:cubicBezTo>
                                    <a:pt x="13" y="92"/>
                                    <a:pt x="14" y="93"/>
                                    <a:pt x="14" y="93"/>
                                  </a:cubicBezTo>
                                  <a:cubicBezTo>
                                    <a:pt x="15" y="93"/>
                                    <a:pt x="16" y="92"/>
                                    <a:pt x="16" y="92"/>
                                  </a:cubicBezTo>
                                  <a:cubicBezTo>
                                    <a:pt x="16" y="92"/>
                                    <a:pt x="17" y="93"/>
                                    <a:pt x="17" y="94"/>
                                  </a:cubicBezTo>
                                  <a:cubicBezTo>
                                    <a:pt x="17" y="94"/>
                                    <a:pt x="17" y="95"/>
                                    <a:pt x="18" y="95"/>
                                  </a:cubicBezTo>
                                  <a:cubicBezTo>
                                    <a:pt x="18" y="95"/>
                                    <a:pt x="19" y="94"/>
                                    <a:pt x="19" y="95"/>
                                  </a:cubicBezTo>
                                  <a:cubicBezTo>
                                    <a:pt x="20" y="96"/>
                                    <a:pt x="20" y="97"/>
                                    <a:pt x="21" y="97"/>
                                  </a:cubicBezTo>
                                  <a:cubicBezTo>
                                    <a:pt x="21" y="98"/>
                                    <a:pt x="21" y="98"/>
                                    <a:pt x="22" y="98"/>
                                  </a:cubicBezTo>
                                  <a:cubicBezTo>
                                    <a:pt x="23" y="98"/>
                                    <a:pt x="23" y="98"/>
                                    <a:pt x="24" y="98"/>
                                  </a:cubicBezTo>
                                  <a:cubicBezTo>
                                    <a:pt x="24" y="99"/>
                                    <a:pt x="24" y="99"/>
                                    <a:pt x="25" y="98"/>
                                  </a:cubicBezTo>
                                  <a:cubicBezTo>
                                    <a:pt x="26" y="98"/>
                                    <a:pt x="26" y="98"/>
                                    <a:pt x="27" y="97"/>
                                  </a:cubicBezTo>
                                  <a:cubicBezTo>
                                    <a:pt x="27" y="97"/>
                                    <a:pt x="27" y="96"/>
                                    <a:pt x="28" y="96"/>
                                  </a:cubicBezTo>
                                  <a:cubicBezTo>
                                    <a:pt x="29" y="96"/>
                                    <a:pt x="30" y="96"/>
                                    <a:pt x="30" y="96"/>
                                  </a:cubicBezTo>
                                  <a:cubicBezTo>
                                    <a:pt x="30" y="96"/>
                                    <a:pt x="30" y="95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2" y="95"/>
                                    <a:pt x="33" y="95"/>
                                    <a:pt x="34" y="95"/>
                                  </a:cubicBezTo>
                                  <a:cubicBezTo>
                                    <a:pt x="34" y="95"/>
                                    <a:pt x="33" y="95"/>
                                    <a:pt x="34" y="95"/>
                                  </a:cubicBezTo>
                                  <a:cubicBezTo>
                                    <a:pt x="36" y="95"/>
                                    <a:pt x="35" y="96"/>
                                    <a:pt x="37" y="95"/>
                                  </a:cubicBezTo>
                                  <a:cubicBezTo>
                                    <a:pt x="37" y="94"/>
                                    <a:pt x="37" y="94"/>
                                    <a:pt x="38" y="94"/>
                                  </a:cubicBezTo>
                                  <a:cubicBezTo>
                                    <a:pt x="38" y="94"/>
                                    <a:pt x="38" y="94"/>
                                    <a:pt x="38" y="94"/>
                                  </a:cubicBezTo>
                                  <a:cubicBezTo>
                                    <a:pt x="38" y="93"/>
                                    <a:pt x="39" y="94"/>
                                    <a:pt x="39" y="93"/>
                                  </a:cubicBezTo>
                                  <a:cubicBezTo>
                                    <a:pt x="39" y="93"/>
                                    <a:pt x="39" y="93"/>
                                    <a:pt x="40" y="92"/>
                                  </a:cubicBezTo>
                                  <a:cubicBezTo>
                                    <a:pt x="40" y="92"/>
                                    <a:pt x="40" y="92"/>
                                    <a:pt x="41" y="92"/>
                                  </a:cubicBezTo>
                                  <a:cubicBezTo>
                                    <a:pt x="42" y="92"/>
                                    <a:pt x="44" y="92"/>
                                    <a:pt x="46" y="92"/>
                                  </a:cubicBezTo>
                                  <a:cubicBezTo>
                                    <a:pt x="46" y="92"/>
                                    <a:pt x="47" y="92"/>
                                    <a:pt x="47" y="93"/>
                                  </a:cubicBezTo>
                                  <a:cubicBezTo>
                                    <a:pt x="47" y="93"/>
                                    <a:pt x="48" y="92"/>
                                    <a:pt x="48" y="92"/>
                                  </a:cubicBezTo>
                                  <a:cubicBezTo>
                                    <a:pt x="49" y="92"/>
                                    <a:pt x="49" y="92"/>
                                    <a:pt x="50" y="92"/>
                                  </a:cubicBezTo>
                                  <a:cubicBezTo>
                                    <a:pt x="51" y="92"/>
                                    <a:pt x="53" y="92"/>
                                    <a:pt x="54" y="93"/>
                                  </a:cubicBezTo>
                                  <a:cubicBezTo>
                                    <a:pt x="55" y="93"/>
                                    <a:pt x="56" y="94"/>
                                    <a:pt x="57" y="94"/>
                                  </a:cubicBezTo>
                                  <a:cubicBezTo>
                                    <a:pt x="57" y="93"/>
                                    <a:pt x="58" y="92"/>
                                    <a:pt x="59" y="92"/>
                                  </a:cubicBezTo>
                                  <a:cubicBezTo>
                                    <a:pt x="59" y="92"/>
                                    <a:pt x="60" y="92"/>
                                    <a:pt x="61" y="92"/>
                                  </a:cubicBezTo>
                                  <a:cubicBezTo>
                                    <a:pt x="61" y="92"/>
                                    <a:pt x="62" y="92"/>
                                    <a:pt x="62" y="92"/>
                                  </a:cubicBezTo>
                                  <a:cubicBezTo>
                                    <a:pt x="63" y="92"/>
                                    <a:pt x="63" y="91"/>
                                    <a:pt x="63" y="91"/>
                                  </a:cubicBezTo>
                                  <a:cubicBezTo>
                                    <a:pt x="63" y="90"/>
                                    <a:pt x="64" y="89"/>
                                    <a:pt x="65" y="89"/>
                                  </a:cubicBezTo>
                                  <a:cubicBezTo>
                                    <a:pt x="66" y="89"/>
                                    <a:pt x="66" y="89"/>
                                    <a:pt x="66" y="89"/>
                                  </a:cubicBezTo>
                                  <a:cubicBezTo>
                                    <a:pt x="66" y="90"/>
                                    <a:pt x="66" y="90"/>
                                    <a:pt x="66" y="90"/>
                                  </a:cubicBezTo>
                                  <a:cubicBezTo>
                                    <a:pt x="67" y="90"/>
                                    <a:pt x="68" y="90"/>
                                    <a:pt x="69" y="90"/>
                                  </a:cubicBezTo>
                                  <a:cubicBezTo>
                                    <a:pt x="69" y="90"/>
                                    <a:pt x="70" y="90"/>
                                    <a:pt x="71" y="89"/>
                                  </a:cubicBezTo>
                                  <a:cubicBezTo>
                                    <a:pt x="72" y="88"/>
                                    <a:pt x="73" y="88"/>
                                    <a:pt x="73" y="87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cubicBezTo>
                                    <a:pt x="75" y="87"/>
                                    <a:pt x="76" y="86"/>
                                    <a:pt x="76" y="86"/>
                                  </a:cubicBezTo>
                                  <a:cubicBezTo>
                                    <a:pt x="77" y="85"/>
                                    <a:pt x="78" y="84"/>
                                    <a:pt x="78" y="84"/>
                                  </a:cubicBezTo>
                                  <a:cubicBezTo>
                                    <a:pt x="82" y="81"/>
                                    <a:pt x="82" y="81"/>
                                    <a:pt x="82" y="81"/>
                                  </a:cubicBezTo>
                                  <a:cubicBezTo>
                                    <a:pt x="85" y="78"/>
                                    <a:pt x="90" y="71"/>
                                    <a:pt x="90" y="71"/>
                                  </a:cubicBezTo>
                                  <a:cubicBezTo>
                                    <a:pt x="90" y="71"/>
                                    <a:pt x="92" y="70"/>
                                    <a:pt x="92" y="69"/>
                                  </a:cubicBezTo>
                                  <a:cubicBezTo>
                                    <a:pt x="95" y="67"/>
                                    <a:pt x="96" y="64"/>
                                    <a:pt x="98" y="61"/>
                                  </a:cubicBezTo>
                                  <a:cubicBezTo>
                                    <a:pt x="99" y="59"/>
                                    <a:pt x="102" y="54"/>
                                    <a:pt x="103" y="53"/>
                                  </a:cubicBezTo>
                                  <a:cubicBezTo>
                                    <a:pt x="103" y="52"/>
                                    <a:pt x="104" y="52"/>
                                    <a:pt x="106" y="51"/>
                                  </a:cubicBezTo>
                                  <a:cubicBezTo>
                                    <a:pt x="107" y="51"/>
                                    <a:pt x="108" y="49"/>
                                    <a:pt x="109" y="48"/>
                                  </a:cubicBezTo>
                                  <a:cubicBezTo>
                                    <a:pt x="109" y="47"/>
                                    <a:pt x="110" y="47"/>
                                    <a:pt x="110" y="46"/>
                                  </a:cubicBezTo>
                                  <a:cubicBezTo>
                                    <a:pt x="110" y="46"/>
                                    <a:pt x="111" y="45"/>
                                    <a:pt x="110" y="44"/>
                                  </a:cubicBezTo>
                                  <a:cubicBezTo>
                                    <a:pt x="110" y="44"/>
                                    <a:pt x="111" y="43"/>
                                    <a:pt x="111" y="42"/>
                                  </a:cubicBezTo>
                                  <a:cubicBezTo>
                                    <a:pt x="111" y="41"/>
                                    <a:pt x="111" y="40"/>
                                    <a:pt x="111" y="39"/>
                                  </a:cubicBezTo>
                                  <a:cubicBezTo>
                                    <a:pt x="112" y="38"/>
                                    <a:pt x="112" y="37"/>
                                    <a:pt x="112" y="35"/>
                                  </a:cubicBezTo>
                                  <a:close/>
                                  <a:moveTo>
                                    <a:pt x="88" y="55"/>
                                  </a:move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1" y="61"/>
                                    <a:pt x="81" y="61"/>
                                    <a:pt x="81" y="61"/>
                                  </a:cubicBezTo>
                                  <a:cubicBezTo>
                                    <a:pt x="79" y="65"/>
                                    <a:pt x="79" y="65"/>
                                    <a:pt x="79" y="65"/>
                                  </a:cubicBezTo>
                                  <a:cubicBezTo>
                                    <a:pt x="77" y="64"/>
                                    <a:pt x="77" y="64"/>
                                    <a:pt x="77" y="64"/>
                                  </a:cubicBezTo>
                                  <a:cubicBezTo>
                                    <a:pt x="74" y="62"/>
                                    <a:pt x="74" y="62"/>
                                    <a:pt x="74" y="62"/>
                                  </a:cubicBezTo>
                                  <a:cubicBezTo>
                                    <a:pt x="74" y="60"/>
                                    <a:pt x="74" y="60"/>
                                    <a:pt x="74" y="60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4" y="55"/>
                                    <a:pt x="74" y="55"/>
                                    <a:pt x="74" y="55"/>
                                  </a:cubicBezTo>
                                  <a:cubicBezTo>
                                    <a:pt x="76" y="52"/>
                                    <a:pt x="76" y="52"/>
                                    <a:pt x="76" y="52"/>
                                  </a:cubicBezTo>
                                  <a:cubicBezTo>
                                    <a:pt x="77" y="51"/>
                                    <a:pt x="77" y="51"/>
                                    <a:pt x="77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80" y="49"/>
                                    <a:pt x="80" y="49"/>
                                    <a:pt x="80" y="49"/>
                                  </a:cubicBezTo>
                                  <a:cubicBezTo>
                                    <a:pt x="83" y="48"/>
                                    <a:pt x="83" y="48"/>
                                    <a:pt x="83" y="48"/>
                                  </a:cubicBezTo>
                                  <a:cubicBezTo>
                                    <a:pt x="84" y="50"/>
                                    <a:pt x="84" y="50"/>
                                    <a:pt x="84" y="50"/>
                                  </a:cubicBezTo>
                                  <a:cubicBezTo>
                                    <a:pt x="88" y="53"/>
                                    <a:pt x="88" y="53"/>
                                    <a:pt x="88" y="53"/>
                                  </a:cubicBezTo>
                                  <a:lnTo>
                                    <a:pt x="88" y="5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7" name="Freeform 888">
                              <a:extLst>
                                <a:ext uri="{FF2B5EF4-FFF2-40B4-BE49-F238E27FC236}">
                                  <a16:creationId xmlns:a16="http://schemas.microsoft.com/office/drawing/2014/main" id="{DB1CEB04-96B8-0946-8E04-D0CB7A7F03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32563" y="4549775"/>
                              <a:ext cx="292100" cy="387350"/>
                            </a:xfrm>
                            <a:custGeom>
                              <a:avLst/>
                              <a:gdLst>
                                <a:gd name="T0" fmla="*/ 68 w 70"/>
                                <a:gd name="T1" fmla="*/ 1 h 93"/>
                                <a:gd name="T2" fmla="*/ 67 w 70"/>
                                <a:gd name="T3" fmla="*/ 1 h 93"/>
                                <a:gd name="T4" fmla="*/ 65 w 70"/>
                                <a:gd name="T5" fmla="*/ 2 h 93"/>
                                <a:gd name="T6" fmla="*/ 61 w 70"/>
                                <a:gd name="T7" fmla="*/ 4 h 93"/>
                                <a:gd name="T8" fmla="*/ 59 w 70"/>
                                <a:gd name="T9" fmla="*/ 4 h 93"/>
                                <a:gd name="T10" fmla="*/ 53 w 70"/>
                                <a:gd name="T11" fmla="*/ 5 h 93"/>
                                <a:gd name="T12" fmla="*/ 51 w 70"/>
                                <a:gd name="T13" fmla="*/ 5 h 93"/>
                                <a:gd name="T14" fmla="*/ 45 w 70"/>
                                <a:gd name="T15" fmla="*/ 6 h 93"/>
                                <a:gd name="T16" fmla="*/ 41 w 70"/>
                                <a:gd name="T17" fmla="*/ 8 h 93"/>
                                <a:gd name="T18" fmla="*/ 36 w 70"/>
                                <a:gd name="T19" fmla="*/ 9 h 93"/>
                                <a:gd name="T20" fmla="*/ 31 w 70"/>
                                <a:gd name="T21" fmla="*/ 9 h 93"/>
                                <a:gd name="T22" fmla="*/ 26 w 70"/>
                                <a:gd name="T23" fmla="*/ 12 h 93"/>
                                <a:gd name="T24" fmla="*/ 18 w 70"/>
                                <a:gd name="T25" fmla="*/ 7 h 93"/>
                                <a:gd name="T26" fmla="*/ 15 w 70"/>
                                <a:gd name="T27" fmla="*/ 4 h 93"/>
                                <a:gd name="T28" fmla="*/ 15 w 70"/>
                                <a:gd name="T29" fmla="*/ 4 h 93"/>
                                <a:gd name="T30" fmla="*/ 11 w 70"/>
                                <a:gd name="T31" fmla="*/ 9 h 93"/>
                                <a:gd name="T32" fmla="*/ 17 w 70"/>
                                <a:gd name="T33" fmla="*/ 18 h 93"/>
                                <a:gd name="T34" fmla="*/ 20 w 70"/>
                                <a:gd name="T35" fmla="*/ 20 h 93"/>
                                <a:gd name="T36" fmla="*/ 40 w 70"/>
                                <a:gd name="T37" fmla="*/ 27 h 93"/>
                                <a:gd name="T38" fmla="*/ 47 w 70"/>
                                <a:gd name="T39" fmla="*/ 27 h 93"/>
                                <a:gd name="T40" fmla="*/ 27 w 70"/>
                                <a:gd name="T41" fmla="*/ 48 h 93"/>
                                <a:gd name="T42" fmla="*/ 20 w 70"/>
                                <a:gd name="T43" fmla="*/ 48 h 93"/>
                                <a:gd name="T44" fmla="*/ 14 w 70"/>
                                <a:gd name="T45" fmla="*/ 50 h 93"/>
                                <a:gd name="T46" fmla="*/ 12 w 70"/>
                                <a:gd name="T47" fmla="*/ 53 h 93"/>
                                <a:gd name="T48" fmla="*/ 7 w 70"/>
                                <a:gd name="T49" fmla="*/ 53 h 93"/>
                                <a:gd name="T50" fmla="*/ 6 w 70"/>
                                <a:gd name="T51" fmla="*/ 55 h 93"/>
                                <a:gd name="T52" fmla="*/ 0 w 70"/>
                                <a:gd name="T53" fmla="*/ 63 h 93"/>
                                <a:gd name="T54" fmla="*/ 0 w 70"/>
                                <a:gd name="T55" fmla="*/ 87 h 93"/>
                                <a:gd name="T56" fmla="*/ 4 w 70"/>
                                <a:gd name="T57" fmla="*/ 93 h 93"/>
                                <a:gd name="T58" fmla="*/ 8 w 70"/>
                                <a:gd name="T59" fmla="*/ 88 h 93"/>
                                <a:gd name="T60" fmla="*/ 12 w 70"/>
                                <a:gd name="T61" fmla="*/ 84 h 93"/>
                                <a:gd name="T62" fmla="*/ 24 w 70"/>
                                <a:gd name="T63" fmla="*/ 72 h 93"/>
                                <a:gd name="T64" fmla="*/ 24 w 70"/>
                                <a:gd name="T65" fmla="*/ 72 h 93"/>
                                <a:gd name="T66" fmla="*/ 33 w 70"/>
                                <a:gd name="T67" fmla="*/ 67 h 93"/>
                                <a:gd name="T68" fmla="*/ 33 w 70"/>
                                <a:gd name="T69" fmla="*/ 66 h 93"/>
                                <a:gd name="T70" fmla="*/ 33 w 70"/>
                                <a:gd name="T71" fmla="*/ 67 h 93"/>
                                <a:gd name="T72" fmla="*/ 36 w 70"/>
                                <a:gd name="T73" fmla="*/ 64 h 93"/>
                                <a:gd name="T74" fmla="*/ 44 w 70"/>
                                <a:gd name="T75" fmla="*/ 56 h 93"/>
                                <a:gd name="T76" fmla="*/ 51 w 70"/>
                                <a:gd name="T77" fmla="*/ 47 h 93"/>
                                <a:gd name="T78" fmla="*/ 56 w 70"/>
                                <a:gd name="T79" fmla="*/ 38 h 93"/>
                                <a:gd name="T80" fmla="*/ 57 w 70"/>
                                <a:gd name="T81" fmla="*/ 36 h 93"/>
                                <a:gd name="T82" fmla="*/ 60 w 70"/>
                                <a:gd name="T83" fmla="*/ 31 h 93"/>
                                <a:gd name="T84" fmla="*/ 60 w 70"/>
                                <a:gd name="T85" fmla="*/ 28 h 93"/>
                                <a:gd name="T86" fmla="*/ 64 w 70"/>
                                <a:gd name="T87" fmla="*/ 22 h 93"/>
                                <a:gd name="T88" fmla="*/ 67 w 70"/>
                                <a:gd name="T89" fmla="*/ 13 h 93"/>
                                <a:gd name="T90" fmla="*/ 68 w 70"/>
                                <a:gd name="T91" fmla="*/ 12 h 93"/>
                                <a:gd name="T92" fmla="*/ 69 w 70"/>
                                <a:gd name="T93" fmla="*/ 9 h 93"/>
                                <a:gd name="T94" fmla="*/ 69 w 70"/>
                                <a:gd name="T95" fmla="*/ 4 h 93"/>
                                <a:gd name="T96" fmla="*/ 68 w 70"/>
                                <a:gd name="T97" fmla="*/ 1 h 9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70" h="93">
                                  <a:moveTo>
                                    <a:pt x="68" y="1"/>
                                  </a:moveTo>
                                  <a:cubicBezTo>
                                    <a:pt x="68" y="1"/>
                                    <a:pt x="68" y="1"/>
                                    <a:pt x="67" y="1"/>
                                  </a:cubicBezTo>
                                  <a:cubicBezTo>
                                    <a:pt x="66" y="0"/>
                                    <a:pt x="66" y="1"/>
                                    <a:pt x="65" y="2"/>
                                  </a:cubicBezTo>
                                  <a:cubicBezTo>
                                    <a:pt x="64" y="3"/>
                                    <a:pt x="63" y="4"/>
                                    <a:pt x="61" y="4"/>
                                  </a:cubicBezTo>
                                  <a:cubicBezTo>
                                    <a:pt x="60" y="4"/>
                                    <a:pt x="60" y="4"/>
                                    <a:pt x="59" y="4"/>
                                  </a:cubicBezTo>
                                  <a:cubicBezTo>
                                    <a:pt x="57" y="4"/>
                                    <a:pt x="55" y="6"/>
                                    <a:pt x="53" y="5"/>
                                  </a:cubicBezTo>
                                  <a:cubicBezTo>
                                    <a:pt x="52" y="5"/>
                                    <a:pt x="51" y="5"/>
                                    <a:pt x="51" y="5"/>
                                  </a:cubicBezTo>
                                  <a:cubicBezTo>
                                    <a:pt x="49" y="7"/>
                                    <a:pt x="47" y="6"/>
                                    <a:pt x="45" y="6"/>
                                  </a:cubicBezTo>
                                  <a:cubicBezTo>
                                    <a:pt x="43" y="6"/>
                                    <a:pt x="42" y="7"/>
                                    <a:pt x="41" y="8"/>
                                  </a:cubicBezTo>
                                  <a:cubicBezTo>
                                    <a:pt x="39" y="9"/>
                                    <a:pt x="38" y="10"/>
                                    <a:pt x="36" y="9"/>
                                  </a:cubicBezTo>
                                  <a:cubicBezTo>
                                    <a:pt x="34" y="8"/>
                                    <a:pt x="33" y="8"/>
                                    <a:pt x="31" y="9"/>
                                  </a:cubicBezTo>
                                  <a:cubicBezTo>
                                    <a:pt x="30" y="11"/>
                                    <a:pt x="28" y="11"/>
                                    <a:pt x="26" y="12"/>
                                  </a:cubicBezTo>
                                  <a:cubicBezTo>
                                    <a:pt x="22" y="12"/>
                                    <a:pt x="20" y="9"/>
                                    <a:pt x="18" y="7"/>
                                  </a:cubicBezTo>
                                  <a:cubicBezTo>
                                    <a:pt x="17" y="6"/>
                                    <a:pt x="17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20" y="20"/>
                                    <a:pt x="20" y="20"/>
                                    <a:pt x="20" y="20"/>
                                  </a:cubicBezTo>
                                  <a:cubicBezTo>
                                    <a:pt x="40" y="27"/>
                                    <a:pt x="40" y="27"/>
                                    <a:pt x="40" y="27"/>
                                  </a:cubicBezTo>
                                  <a:cubicBezTo>
                                    <a:pt x="47" y="27"/>
                                    <a:pt x="47" y="27"/>
                                    <a:pt x="47" y="27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0" y="48"/>
                                    <a:pt x="20" y="48"/>
                                    <a:pt x="20" y="48"/>
                                  </a:cubicBezTo>
                                  <a:cubicBezTo>
                                    <a:pt x="14" y="50"/>
                                    <a:pt x="14" y="50"/>
                                    <a:pt x="14" y="50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7" y="53"/>
                                    <a:pt x="7" y="53"/>
                                    <a:pt x="7" y="53"/>
                                  </a:cubicBezTo>
                                  <a:cubicBezTo>
                                    <a:pt x="6" y="55"/>
                                    <a:pt x="6" y="55"/>
                                    <a:pt x="6" y="55"/>
                                  </a:cubicBezTo>
                                  <a:cubicBezTo>
                                    <a:pt x="0" y="63"/>
                                    <a:pt x="0" y="63"/>
                                    <a:pt x="0" y="63"/>
                                  </a:cubicBezTo>
                                  <a:cubicBezTo>
                                    <a:pt x="0" y="87"/>
                                    <a:pt x="0" y="87"/>
                                    <a:pt x="0" y="87"/>
                                  </a:cubicBezTo>
                                  <a:cubicBezTo>
                                    <a:pt x="4" y="93"/>
                                    <a:pt x="4" y="93"/>
                                    <a:pt x="4" y="93"/>
                                  </a:cubicBezTo>
                                  <a:cubicBezTo>
                                    <a:pt x="5" y="92"/>
                                    <a:pt x="7" y="90"/>
                                    <a:pt x="8" y="88"/>
                                  </a:cubicBezTo>
                                  <a:cubicBezTo>
                                    <a:pt x="9" y="87"/>
                                    <a:pt x="10" y="85"/>
                                    <a:pt x="12" y="84"/>
                                  </a:cubicBezTo>
                                  <a:cubicBezTo>
                                    <a:pt x="15" y="79"/>
                                    <a:pt x="19" y="76"/>
                                    <a:pt x="24" y="72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7" y="70"/>
                                    <a:pt x="30" y="69"/>
                                    <a:pt x="33" y="67"/>
                                  </a:cubicBezTo>
                                  <a:cubicBezTo>
                                    <a:pt x="33" y="66"/>
                                    <a:pt x="33" y="66"/>
                                    <a:pt x="33" y="66"/>
                                  </a:cubicBezTo>
                                  <a:cubicBezTo>
                                    <a:pt x="33" y="66"/>
                                    <a:pt x="33" y="66"/>
                                    <a:pt x="33" y="67"/>
                                  </a:cubicBezTo>
                                  <a:cubicBezTo>
                                    <a:pt x="34" y="66"/>
                                    <a:pt x="35" y="65"/>
                                    <a:pt x="36" y="64"/>
                                  </a:cubicBezTo>
                                  <a:cubicBezTo>
                                    <a:pt x="40" y="62"/>
                                    <a:pt x="42" y="59"/>
                                    <a:pt x="44" y="56"/>
                                  </a:cubicBezTo>
                                  <a:cubicBezTo>
                                    <a:pt x="47" y="53"/>
                                    <a:pt x="49" y="50"/>
                                    <a:pt x="51" y="47"/>
                                  </a:cubicBezTo>
                                  <a:cubicBezTo>
                                    <a:pt x="53" y="44"/>
                                    <a:pt x="55" y="41"/>
                                    <a:pt x="56" y="38"/>
                                  </a:cubicBezTo>
                                  <a:cubicBezTo>
                                    <a:pt x="56" y="37"/>
                                    <a:pt x="56" y="36"/>
                                    <a:pt x="57" y="36"/>
                                  </a:cubicBezTo>
                                  <a:cubicBezTo>
                                    <a:pt x="58" y="34"/>
                                    <a:pt x="59" y="32"/>
                                    <a:pt x="60" y="31"/>
                                  </a:cubicBezTo>
                                  <a:cubicBezTo>
                                    <a:pt x="60" y="30"/>
                                    <a:pt x="60" y="29"/>
                                    <a:pt x="60" y="28"/>
                                  </a:cubicBezTo>
                                  <a:cubicBezTo>
                                    <a:pt x="62" y="27"/>
                                    <a:pt x="63" y="24"/>
                                    <a:pt x="64" y="22"/>
                                  </a:cubicBezTo>
                                  <a:cubicBezTo>
                                    <a:pt x="67" y="19"/>
                                    <a:pt x="67" y="17"/>
                                    <a:pt x="67" y="13"/>
                                  </a:cubicBezTo>
                                  <a:cubicBezTo>
                                    <a:pt x="67" y="13"/>
                                    <a:pt x="67" y="12"/>
                                    <a:pt x="68" y="12"/>
                                  </a:cubicBezTo>
                                  <a:cubicBezTo>
                                    <a:pt x="69" y="11"/>
                                    <a:pt x="69" y="10"/>
                                    <a:pt x="69" y="9"/>
                                  </a:cubicBezTo>
                                  <a:cubicBezTo>
                                    <a:pt x="69" y="7"/>
                                    <a:pt x="68" y="6"/>
                                    <a:pt x="69" y="4"/>
                                  </a:cubicBezTo>
                                  <a:cubicBezTo>
                                    <a:pt x="70" y="2"/>
                                    <a:pt x="70" y="2"/>
                                    <a:pt x="68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8" name="Freeform 889">
                              <a:extLst>
                                <a:ext uri="{FF2B5EF4-FFF2-40B4-BE49-F238E27FC236}">
                                  <a16:creationId xmlns:a16="http://schemas.microsoft.com/office/drawing/2014/main" id="{445E67ED-DFE4-2221-C96A-E73E6C6889A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997450" y="4605338"/>
                              <a:ext cx="87312" cy="90488"/>
                            </a:xfrm>
                            <a:custGeom>
                              <a:avLst/>
                              <a:gdLst>
                                <a:gd name="T0" fmla="*/ 5 w 21"/>
                                <a:gd name="T1" fmla="*/ 17 h 22"/>
                                <a:gd name="T2" fmla="*/ 4 w 21"/>
                                <a:gd name="T3" fmla="*/ 18 h 22"/>
                                <a:gd name="T4" fmla="*/ 5 w 21"/>
                                <a:gd name="T5" fmla="*/ 17 h 22"/>
                                <a:gd name="T6" fmla="*/ 19 w 21"/>
                                <a:gd name="T7" fmla="*/ 10 h 22"/>
                                <a:gd name="T8" fmla="*/ 19 w 21"/>
                                <a:gd name="T9" fmla="*/ 9 h 22"/>
                                <a:gd name="T10" fmla="*/ 19 w 21"/>
                                <a:gd name="T11" fmla="*/ 7 h 22"/>
                                <a:gd name="T12" fmla="*/ 14 w 21"/>
                                <a:gd name="T13" fmla="*/ 0 h 22"/>
                                <a:gd name="T14" fmla="*/ 5 w 21"/>
                                <a:gd name="T15" fmla="*/ 2 h 22"/>
                                <a:gd name="T16" fmla="*/ 4 w 21"/>
                                <a:gd name="T17" fmla="*/ 5 h 22"/>
                                <a:gd name="T18" fmla="*/ 3 w 21"/>
                                <a:gd name="T19" fmla="*/ 5 h 22"/>
                                <a:gd name="T20" fmla="*/ 2 w 21"/>
                                <a:gd name="T21" fmla="*/ 7 h 22"/>
                                <a:gd name="T22" fmla="*/ 1 w 21"/>
                                <a:gd name="T23" fmla="*/ 7 h 22"/>
                                <a:gd name="T24" fmla="*/ 0 w 21"/>
                                <a:gd name="T25" fmla="*/ 8 h 22"/>
                                <a:gd name="T26" fmla="*/ 1 w 21"/>
                                <a:gd name="T27" fmla="*/ 8 h 22"/>
                                <a:gd name="T28" fmla="*/ 1 w 21"/>
                                <a:gd name="T29" fmla="*/ 12 h 22"/>
                                <a:gd name="T30" fmla="*/ 2 w 21"/>
                                <a:gd name="T31" fmla="*/ 13 h 22"/>
                                <a:gd name="T32" fmla="*/ 4 w 21"/>
                                <a:gd name="T33" fmla="*/ 15 h 22"/>
                                <a:gd name="T34" fmla="*/ 5 w 21"/>
                                <a:gd name="T35" fmla="*/ 17 h 22"/>
                                <a:gd name="T36" fmla="*/ 6 w 21"/>
                                <a:gd name="T37" fmla="*/ 18 h 22"/>
                                <a:gd name="T38" fmla="*/ 7 w 21"/>
                                <a:gd name="T39" fmla="*/ 18 h 22"/>
                                <a:gd name="T40" fmla="*/ 7 w 21"/>
                                <a:gd name="T41" fmla="*/ 19 h 22"/>
                                <a:gd name="T42" fmla="*/ 13 w 21"/>
                                <a:gd name="T43" fmla="*/ 22 h 22"/>
                                <a:gd name="T44" fmla="*/ 15 w 21"/>
                                <a:gd name="T45" fmla="*/ 18 h 22"/>
                                <a:gd name="T46" fmla="*/ 18 w 21"/>
                                <a:gd name="T47" fmla="*/ 16 h 22"/>
                                <a:gd name="T48" fmla="*/ 19 w 21"/>
                                <a:gd name="T49" fmla="*/ 13 h 22"/>
                                <a:gd name="T50" fmla="*/ 21 w 21"/>
                                <a:gd name="T51" fmla="*/ 13 h 22"/>
                                <a:gd name="T52" fmla="*/ 21 w 21"/>
                                <a:gd name="T53" fmla="*/ 11 h 22"/>
                                <a:gd name="T54" fmla="*/ 18 w 21"/>
                                <a:gd name="T55" fmla="*/ 12 h 22"/>
                                <a:gd name="T56" fmla="*/ 19 w 21"/>
                                <a:gd name="T57" fmla="*/ 10 h 2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</a:cxnLst>
                              <a:rect l="0" t="0" r="r" b="b"/>
                              <a:pathLst>
                                <a:path w="21" h="22">
                                  <a:moveTo>
                                    <a:pt x="5" y="17"/>
                                  </a:moveTo>
                                  <a:cubicBezTo>
                                    <a:pt x="5" y="19"/>
                                    <a:pt x="5" y="19"/>
                                    <a:pt x="4" y="18"/>
                                  </a:cubicBezTo>
                                  <a:cubicBezTo>
                                    <a:pt x="4" y="17"/>
                                    <a:pt x="5" y="18"/>
                                    <a:pt x="5" y="17"/>
                                  </a:cubicBezTo>
                                  <a:close/>
                                  <a:moveTo>
                                    <a:pt x="19" y="10"/>
                                  </a:move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0" y="7"/>
                                    <a:pt x="0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2" y="10"/>
                                    <a:pt x="1" y="12"/>
                                  </a:cubicBezTo>
                                  <a:cubicBezTo>
                                    <a:pt x="1" y="12"/>
                                    <a:pt x="1" y="13"/>
                                    <a:pt x="2" y="13"/>
                                  </a:cubicBezTo>
                                  <a:cubicBezTo>
                                    <a:pt x="3" y="13"/>
                                    <a:pt x="4" y="14"/>
                                    <a:pt x="4" y="15"/>
                                  </a:cubicBezTo>
                                  <a:cubicBezTo>
                                    <a:pt x="4" y="16"/>
                                    <a:pt x="4" y="17"/>
                                    <a:pt x="5" y="17"/>
                                  </a:cubicBezTo>
                                  <a:cubicBezTo>
                                    <a:pt x="6" y="17"/>
                                    <a:pt x="6" y="17"/>
                                    <a:pt x="6" y="18"/>
                                  </a:cubicBezTo>
                                  <a:cubicBezTo>
                                    <a:pt x="7" y="18"/>
                                    <a:pt x="8" y="18"/>
                                    <a:pt x="7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9" y="20"/>
                                    <a:pt x="11" y="21"/>
                                    <a:pt x="13" y="22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21" y="13"/>
                                    <a:pt x="21" y="13"/>
                                    <a:pt x="21" y="13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lnTo>
                                    <a:pt x="19" y="1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9" name="Freeform 890">
                              <a:extLst>
                                <a:ext uri="{FF2B5EF4-FFF2-40B4-BE49-F238E27FC236}">
                                  <a16:creationId xmlns:a16="http://schemas.microsoft.com/office/drawing/2014/main" id="{3B2CBDBA-9698-9745-3BE5-37A1788E16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84738" y="4413250"/>
                              <a:ext cx="169862" cy="128588"/>
                            </a:xfrm>
                            <a:custGeom>
                              <a:avLst/>
                              <a:gdLst>
                                <a:gd name="T0" fmla="*/ 40 w 41"/>
                                <a:gd name="T1" fmla="*/ 27 h 31"/>
                                <a:gd name="T2" fmla="*/ 41 w 41"/>
                                <a:gd name="T3" fmla="*/ 26 h 31"/>
                                <a:gd name="T4" fmla="*/ 39 w 41"/>
                                <a:gd name="T5" fmla="*/ 23 h 31"/>
                                <a:gd name="T6" fmla="*/ 37 w 41"/>
                                <a:gd name="T7" fmla="*/ 24 h 31"/>
                                <a:gd name="T8" fmla="*/ 36 w 41"/>
                                <a:gd name="T9" fmla="*/ 21 h 31"/>
                                <a:gd name="T10" fmla="*/ 37 w 41"/>
                                <a:gd name="T11" fmla="*/ 19 h 31"/>
                                <a:gd name="T12" fmla="*/ 36 w 41"/>
                                <a:gd name="T13" fmla="*/ 17 h 31"/>
                                <a:gd name="T14" fmla="*/ 34 w 41"/>
                                <a:gd name="T15" fmla="*/ 16 h 31"/>
                                <a:gd name="T16" fmla="*/ 34 w 41"/>
                                <a:gd name="T17" fmla="*/ 13 h 31"/>
                                <a:gd name="T18" fmla="*/ 31 w 41"/>
                                <a:gd name="T19" fmla="*/ 11 h 31"/>
                                <a:gd name="T20" fmla="*/ 30 w 41"/>
                                <a:gd name="T21" fmla="*/ 8 h 31"/>
                                <a:gd name="T22" fmla="*/ 27 w 41"/>
                                <a:gd name="T23" fmla="*/ 7 h 31"/>
                                <a:gd name="T24" fmla="*/ 27 w 41"/>
                                <a:gd name="T25" fmla="*/ 4 h 31"/>
                                <a:gd name="T26" fmla="*/ 26 w 41"/>
                                <a:gd name="T27" fmla="*/ 4 h 31"/>
                                <a:gd name="T28" fmla="*/ 23 w 41"/>
                                <a:gd name="T29" fmla="*/ 3 h 31"/>
                                <a:gd name="T30" fmla="*/ 20 w 41"/>
                                <a:gd name="T31" fmla="*/ 0 h 31"/>
                                <a:gd name="T32" fmla="*/ 16 w 41"/>
                                <a:gd name="T33" fmla="*/ 0 h 31"/>
                                <a:gd name="T34" fmla="*/ 11 w 41"/>
                                <a:gd name="T35" fmla="*/ 2 h 31"/>
                                <a:gd name="T36" fmla="*/ 7 w 41"/>
                                <a:gd name="T37" fmla="*/ 1 h 31"/>
                                <a:gd name="T38" fmla="*/ 6 w 41"/>
                                <a:gd name="T39" fmla="*/ 3 h 31"/>
                                <a:gd name="T40" fmla="*/ 6 w 41"/>
                                <a:gd name="T41" fmla="*/ 4 h 31"/>
                                <a:gd name="T42" fmla="*/ 6 w 41"/>
                                <a:gd name="T43" fmla="*/ 5 h 31"/>
                                <a:gd name="T44" fmla="*/ 3 w 41"/>
                                <a:gd name="T45" fmla="*/ 12 h 31"/>
                                <a:gd name="T46" fmla="*/ 0 w 41"/>
                                <a:gd name="T47" fmla="*/ 14 h 31"/>
                                <a:gd name="T48" fmla="*/ 4 w 41"/>
                                <a:gd name="T49" fmla="*/ 19 h 31"/>
                                <a:gd name="T50" fmla="*/ 6 w 41"/>
                                <a:gd name="T51" fmla="*/ 22 h 31"/>
                                <a:gd name="T52" fmla="*/ 12 w 41"/>
                                <a:gd name="T53" fmla="*/ 22 h 31"/>
                                <a:gd name="T54" fmla="*/ 13 w 41"/>
                                <a:gd name="T55" fmla="*/ 20 h 31"/>
                                <a:gd name="T56" fmla="*/ 15 w 41"/>
                                <a:gd name="T57" fmla="*/ 20 h 31"/>
                                <a:gd name="T58" fmla="*/ 20 w 41"/>
                                <a:gd name="T59" fmla="*/ 23 h 31"/>
                                <a:gd name="T60" fmla="*/ 23 w 41"/>
                                <a:gd name="T61" fmla="*/ 21 h 31"/>
                                <a:gd name="T62" fmla="*/ 24 w 41"/>
                                <a:gd name="T63" fmla="*/ 23 h 31"/>
                                <a:gd name="T64" fmla="*/ 20 w 41"/>
                                <a:gd name="T65" fmla="*/ 24 h 31"/>
                                <a:gd name="T66" fmla="*/ 15 w 41"/>
                                <a:gd name="T67" fmla="*/ 21 h 31"/>
                                <a:gd name="T68" fmla="*/ 14 w 41"/>
                                <a:gd name="T69" fmla="*/ 23 h 31"/>
                                <a:gd name="T70" fmla="*/ 10 w 41"/>
                                <a:gd name="T71" fmla="*/ 23 h 31"/>
                                <a:gd name="T72" fmla="*/ 10 w 41"/>
                                <a:gd name="T73" fmla="*/ 25 h 31"/>
                                <a:gd name="T74" fmla="*/ 5 w 41"/>
                                <a:gd name="T75" fmla="*/ 25 h 31"/>
                                <a:gd name="T76" fmla="*/ 4 w 41"/>
                                <a:gd name="T77" fmla="*/ 26 h 31"/>
                                <a:gd name="T78" fmla="*/ 5 w 41"/>
                                <a:gd name="T79" fmla="*/ 30 h 31"/>
                                <a:gd name="T80" fmla="*/ 11 w 41"/>
                                <a:gd name="T81" fmla="*/ 30 h 31"/>
                                <a:gd name="T82" fmla="*/ 14 w 41"/>
                                <a:gd name="T83" fmla="*/ 28 h 31"/>
                                <a:gd name="T84" fmla="*/ 25 w 41"/>
                                <a:gd name="T85" fmla="*/ 28 h 31"/>
                                <a:gd name="T86" fmla="*/ 28 w 41"/>
                                <a:gd name="T87" fmla="*/ 28 h 31"/>
                                <a:gd name="T88" fmla="*/ 29 w 41"/>
                                <a:gd name="T89" fmla="*/ 29 h 31"/>
                                <a:gd name="T90" fmla="*/ 30 w 41"/>
                                <a:gd name="T91" fmla="*/ 29 h 31"/>
                                <a:gd name="T92" fmla="*/ 34 w 41"/>
                                <a:gd name="T93" fmla="*/ 31 h 31"/>
                                <a:gd name="T94" fmla="*/ 35 w 41"/>
                                <a:gd name="T95" fmla="*/ 30 h 31"/>
                                <a:gd name="T96" fmla="*/ 40 w 41"/>
                                <a:gd name="T97" fmla="*/ 30 h 31"/>
                                <a:gd name="T98" fmla="*/ 40 w 41"/>
                                <a:gd name="T99" fmla="*/ 28 h 31"/>
                                <a:gd name="T100" fmla="*/ 40 w 41"/>
                                <a:gd name="T101" fmla="*/ 27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41" h="31">
                                  <a:moveTo>
                                    <a:pt x="40" y="27"/>
                                  </a:moveTo>
                                  <a:cubicBezTo>
                                    <a:pt x="41" y="26"/>
                                    <a:pt x="41" y="26"/>
                                    <a:pt x="41" y="26"/>
                                  </a:cubicBezTo>
                                  <a:cubicBezTo>
                                    <a:pt x="39" y="23"/>
                                    <a:pt x="39" y="23"/>
                                    <a:pt x="39" y="23"/>
                                  </a:cubicBezTo>
                                  <a:cubicBezTo>
                                    <a:pt x="37" y="24"/>
                                    <a:pt x="37" y="24"/>
                                    <a:pt x="37" y="24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19"/>
                                    <a:pt x="37" y="19"/>
                                    <a:pt x="37" y="19"/>
                                  </a:cubicBezTo>
                                  <a:cubicBezTo>
                                    <a:pt x="36" y="17"/>
                                    <a:pt x="36" y="17"/>
                                    <a:pt x="36" y="17"/>
                                  </a:cubicBezTo>
                                  <a:cubicBezTo>
                                    <a:pt x="34" y="16"/>
                                    <a:pt x="34" y="16"/>
                                    <a:pt x="34" y="16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0" y="0"/>
                                    <a:pt x="20" y="0"/>
                                    <a:pt x="20" y="0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4"/>
                                  </a:cubicBezTo>
                                  <a:cubicBezTo>
                                    <a:pt x="6" y="4"/>
                                    <a:pt x="6" y="5"/>
                                    <a:pt x="6" y="5"/>
                                  </a:cubicBezTo>
                                  <a:cubicBezTo>
                                    <a:pt x="6" y="8"/>
                                    <a:pt x="4" y="9"/>
                                    <a:pt x="3" y="12"/>
                                  </a:cubicBezTo>
                                  <a:cubicBezTo>
                                    <a:pt x="2" y="12"/>
                                    <a:pt x="1" y="13"/>
                                    <a:pt x="0" y="14"/>
                                  </a:cubicBezTo>
                                  <a:cubicBezTo>
                                    <a:pt x="2" y="15"/>
                                    <a:pt x="3" y="17"/>
                                    <a:pt x="4" y="19"/>
                                  </a:cubicBezTo>
                                  <a:cubicBezTo>
                                    <a:pt x="5" y="20"/>
                                    <a:pt x="5" y="21"/>
                                    <a:pt x="6" y="22"/>
                                  </a:cubicBezTo>
                                  <a:cubicBezTo>
                                    <a:pt x="12" y="22"/>
                                    <a:pt x="12" y="22"/>
                                    <a:pt x="12" y="22"/>
                                  </a:cubicBezTo>
                                  <a:cubicBezTo>
                                    <a:pt x="13" y="20"/>
                                    <a:pt x="13" y="20"/>
                                    <a:pt x="13" y="20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4" y="25"/>
                                    <a:pt x="3" y="25"/>
                                    <a:pt x="4" y="26"/>
                                  </a:cubicBezTo>
                                  <a:cubicBezTo>
                                    <a:pt x="5" y="27"/>
                                    <a:pt x="5" y="29"/>
                                    <a:pt x="5" y="30"/>
                                  </a:cubicBezTo>
                                  <a:cubicBezTo>
                                    <a:pt x="11" y="30"/>
                                    <a:pt x="11" y="30"/>
                                    <a:pt x="11" y="30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8" y="28"/>
                                    <a:pt x="28" y="28"/>
                                    <a:pt x="28" y="28"/>
                                  </a:cubicBezTo>
                                  <a:cubicBezTo>
                                    <a:pt x="29" y="29"/>
                                    <a:pt x="29" y="29"/>
                                    <a:pt x="29" y="29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4" y="31"/>
                                    <a:pt x="34" y="31"/>
                                    <a:pt x="34" y="31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40" y="30"/>
                                    <a:pt x="40" y="30"/>
                                    <a:pt x="40" y="30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lnTo>
                                    <a:pt x="40" y="2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0" name="Freeform 891">
                              <a:extLst>
                                <a:ext uri="{FF2B5EF4-FFF2-40B4-BE49-F238E27FC236}">
                                  <a16:creationId xmlns:a16="http://schemas.microsoft.com/office/drawing/2014/main" id="{9BC58528-FA04-A4C3-C3F5-FFDB67C7D1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59425" y="4883150"/>
                              <a:ext cx="7937" cy="4763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0 h 1"/>
                                <a:gd name="T2" fmla="*/ 0 w 2"/>
                                <a:gd name="T3" fmla="*/ 1 h 1"/>
                                <a:gd name="T4" fmla="*/ 0 w 2"/>
                                <a:gd name="T5" fmla="*/ 1 h 1"/>
                                <a:gd name="T6" fmla="*/ 2 w 2"/>
                                <a:gd name="T7" fmla="*/ 0 h 1"/>
                                <a:gd name="T8" fmla="*/ 1 w 2"/>
                                <a:gd name="T9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2" h="1"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1" y="1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1" name="Freeform 892">
                              <a:extLst>
                                <a:ext uri="{FF2B5EF4-FFF2-40B4-BE49-F238E27FC236}">
                                  <a16:creationId xmlns:a16="http://schemas.microsoft.com/office/drawing/2014/main" id="{A1C75E56-6C7D-C3BB-CB4F-57F667B357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88075" y="4921250"/>
                              <a:ext cx="57150" cy="49213"/>
                            </a:xfrm>
                            <a:custGeom>
                              <a:avLst/>
                              <a:gdLst>
                                <a:gd name="T0" fmla="*/ 15 w 36"/>
                                <a:gd name="T1" fmla="*/ 5 h 31"/>
                                <a:gd name="T2" fmla="*/ 10 w 36"/>
                                <a:gd name="T3" fmla="*/ 8 h 31"/>
                                <a:gd name="T4" fmla="*/ 5 w 36"/>
                                <a:gd name="T5" fmla="*/ 13 h 31"/>
                                <a:gd name="T6" fmla="*/ 5 w 36"/>
                                <a:gd name="T7" fmla="*/ 18 h 31"/>
                                <a:gd name="T8" fmla="*/ 0 w 36"/>
                                <a:gd name="T9" fmla="*/ 24 h 31"/>
                                <a:gd name="T10" fmla="*/ 2 w 36"/>
                                <a:gd name="T11" fmla="*/ 29 h 31"/>
                                <a:gd name="T12" fmla="*/ 2 w 36"/>
                                <a:gd name="T13" fmla="*/ 29 h 31"/>
                                <a:gd name="T14" fmla="*/ 5 w 36"/>
                                <a:gd name="T15" fmla="*/ 26 h 31"/>
                                <a:gd name="T16" fmla="*/ 10 w 36"/>
                                <a:gd name="T17" fmla="*/ 29 h 31"/>
                                <a:gd name="T18" fmla="*/ 10 w 36"/>
                                <a:gd name="T19" fmla="*/ 31 h 31"/>
                                <a:gd name="T20" fmla="*/ 15 w 36"/>
                                <a:gd name="T21" fmla="*/ 31 h 31"/>
                                <a:gd name="T22" fmla="*/ 21 w 36"/>
                                <a:gd name="T23" fmla="*/ 29 h 31"/>
                                <a:gd name="T24" fmla="*/ 21 w 36"/>
                                <a:gd name="T25" fmla="*/ 24 h 31"/>
                                <a:gd name="T26" fmla="*/ 23 w 36"/>
                                <a:gd name="T27" fmla="*/ 24 h 31"/>
                                <a:gd name="T28" fmla="*/ 28 w 36"/>
                                <a:gd name="T29" fmla="*/ 21 h 31"/>
                                <a:gd name="T30" fmla="*/ 31 w 36"/>
                                <a:gd name="T31" fmla="*/ 24 h 31"/>
                                <a:gd name="T32" fmla="*/ 34 w 36"/>
                                <a:gd name="T33" fmla="*/ 24 h 31"/>
                                <a:gd name="T34" fmla="*/ 36 w 36"/>
                                <a:gd name="T35" fmla="*/ 18 h 31"/>
                                <a:gd name="T36" fmla="*/ 36 w 36"/>
                                <a:gd name="T37" fmla="*/ 13 h 31"/>
                                <a:gd name="T38" fmla="*/ 36 w 36"/>
                                <a:gd name="T39" fmla="*/ 10 h 31"/>
                                <a:gd name="T40" fmla="*/ 28 w 36"/>
                                <a:gd name="T41" fmla="*/ 0 h 31"/>
                                <a:gd name="T42" fmla="*/ 23 w 36"/>
                                <a:gd name="T43" fmla="*/ 5 h 31"/>
                                <a:gd name="T44" fmla="*/ 15 w 36"/>
                                <a:gd name="T45" fmla="*/ 5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</a:cxnLst>
                              <a:rect l="0" t="0" r="r" b="b"/>
                              <a:pathLst>
                                <a:path w="36" h="31">
                                  <a:moveTo>
                                    <a:pt x="15" y="5"/>
                                  </a:moveTo>
                                  <a:lnTo>
                                    <a:pt x="10" y="8"/>
                                  </a:lnTo>
                                  <a:lnTo>
                                    <a:pt x="5" y="13"/>
                                  </a:lnTo>
                                  <a:lnTo>
                                    <a:pt x="5" y="18"/>
                                  </a:lnTo>
                                  <a:lnTo>
                                    <a:pt x="0" y="24"/>
                                  </a:lnTo>
                                  <a:lnTo>
                                    <a:pt x="2" y="29"/>
                                  </a:lnTo>
                                  <a:lnTo>
                                    <a:pt x="2" y="29"/>
                                  </a:lnTo>
                                  <a:lnTo>
                                    <a:pt x="5" y="26"/>
                                  </a:lnTo>
                                  <a:lnTo>
                                    <a:pt x="10" y="29"/>
                                  </a:lnTo>
                                  <a:lnTo>
                                    <a:pt x="10" y="31"/>
                                  </a:lnTo>
                                  <a:lnTo>
                                    <a:pt x="15" y="31"/>
                                  </a:lnTo>
                                  <a:lnTo>
                                    <a:pt x="21" y="29"/>
                                  </a:lnTo>
                                  <a:lnTo>
                                    <a:pt x="21" y="24"/>
                                  </a:lnTo>
                                  <a:lnTo>
                                    <a:pt x="23" y="24"/>
                                  </a:lnTo>
                                  <a:lnTo>
                                    <a:pt x="28" y="21"/>
                                  </a:lnTo>
                                  <a:lnTo>
                                    <a:pt x="31" y="24"/>
                                  </a:lnTo>
                                  <a:lnTo>
                                    <a:pt x="34" y="24"/>
                                  </a:lnTo>
                                  <a:lnTo>
                                    <a:pt x="36" y="18"/>
                                  </a:lnTo>
                                  <a:lnTo>
                                    <a:pt x="36" y="13"/>
                                  </a:lnTo>
                                  <a:lnTo>
                                    <a:pt x="36" y="10"/>
                                  </a:lnTo>
                                  <a:lnTo>
                                    <a:pt x="28" y="0"/>
                                  </a:lnTo>
                                  <a:lnTo>
                                    <a:pt x="23" y="5"/>
                                  </a:lnTo>
                                  <a:lnTo>
                                    <a:pt x="15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2" name="Freeform 893">
                              <a:extLst>
                                <a:ext uri="{FF2B5EF4-FFF2-40B4-BE49-F238E27FC236}">
                                  <a16:creationId xmlns:a16="http://schemas.microsoft.com/office/drawing/2014/main" id="{571841EF-1C77-1A6E-B304-8C7DD8A9ED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5" y="4492625"/>
                              <a:ext cx="336550" cy="277813"/>
                            </a:xfrm>
                            <a:custGeom>
                              <a:avLst/>
                              <a:gdLst>
                                <a:gd name="T0" fmla="*/ 66 w 81"/>
                                <a:gd name="T1" fmla="*/ 6 h 67"/>
                                <a:gd name="T2" fmla="*/ 54 w 81"/>
                                <a:gd name="T3" fmla="*/ 4 h 67"/>
                                <a:gd name="T4" fmla="*/ 47 w 81"/>
                                <a:gd name="T5" fmla="*/ 8 h 67"/>
                                <a:gd name="T6" fmla="*/ 35 w 81"/>
                                <a:gd name="T7" fmla="*/ 4 h 67"/>
                                <a:gd name="T8" fmla="*/ 24 w 81"/>
                                <a:gd name="T9" fmla="*/ 2 h 67"/>
                                <a:gd name="T10" fmla="*/ 17 w 81"/>
                                <a:gd name="T11" fmla="*/ 2 h 67"/>
                                <a:gd name="T12" fmla="*/ 14 w 81"/>
                                <a:gd name="T13" fmla="*/ 1 h 67"/>
                                <a:gd name="T14" fmla="*/ 9 w 81"/>
                                <a:gd name="T15" fmla="*/ 7 h 67"/>
                                <a:gd name="T16" fmla="*/ 6 w 81"/>
                                <a:gd name="T17" fmla="*/ 15 h 67"/>
                                <a:gd name="T18" fmla="*/ 5 w 81"/>
                                <a:gd name="T19" fmla="*/ 18 h 67"/>
                                <a:gd name="T20" fmla="*/ 7 w 81"/>
                                <a:gd name="T21" fmla="*/ 20 h 67"/>
                                <a:gd name="T22" fmla="*/ 7 w 81"/>
                                <a:gd name="T23" fmla="*/ 25 h 67"/>
                                <a:gd name="T24" fmla="*/ 6 w 81"/>
                                <a:gd name="T25" fmla="*/ 26 h 67"/>
                                <a:gd name="T26" fmla="*/ 4 w 81"/>
                                <a:gd name="T27" fmla="*/ 29 h 67"/>
                                <a:gd name="T28" fmla="*/ 0 w 81"/>
                                <a:gd name="T29" fmla="*/ 34 h 67"/>
                                <a:gd name="T30" fmla="*/ 0 w 81"/>
                                <a:gd name="T31" fmla="*/ 44 h 67"/>
                                <a:gd name="T32" fmla="*/ 4 w 81"/>
                                <a:gd name="T33" fmla="*/ 52 h 67"/>
                                <a:gd name="T34" fmla="*/ 7 w 81"/>
                                <a:gd name="T35" fmla="*/ 53 h 67"/>
                                <a:gd name="T36" fmla="*/ 17 w 81"/>
                                <a:gd name="T37" fmla="*/ 58 h 67"/>
                                <a:gd name="T38" fmla="*/ 22 w 81"/>
                                <a:gd name="T39" fmla="*/ 60 h 67"/>
                                <a:gd name="T40" fmla="*/ 18 w 81"/>
                                <a:gd name="T41" fmla="*/ 60 h 67"/>
                                <a:gd name="T42" fmla="*/ 22 w 81"/>
                                <a:gd name="T43" fmla="*/ 66 h 67"/>
                                <a:gd name="T44" fmla="*/ 24 w 81"/>
                                <a:gd name="T45" fmla="*/ 67 h 67"/>
                                <a:gd name="T46" fmla="*/ 25 w 81"/>
                                <a:gd name="T47" fmla="*/ 67 h 67"/>
                                <a:gd name="T48" fmla="*/ 31 w 81"/>
                                <a:gd name="T49" fmla="*/ 66 h 67"/>
                                <a:gd name="T50" fmla="*/ 36 w 81"/>
                                <a:gd name="T51" fmla="*/ 66 h 67"/>
                                <a:gd name="T52" fmla="*/ 39 w 81"/>
                                <a:gd name="T53" fmla="*/ 64 h 67"/>
                                <a:gd name="T54" fmla="*/ 41 w 81"/>
                                <a:gd name="T55" fmla="*/ 56 h 67"/>
                                <a:gd name="T56" fmla="*/ 47 w 81"/>
                                <a:gd name="T57" fmla="*/ 51 h 67"/>
                                <a:gd name="T58" fmla="*/ 50 w 81"/>
                                <a:gd name="T59" fmla="*/ 48 h 67"/>
                                <a:gd name="T60" fmla="*/ 53 w 81"/>
                                <a:gd name="T61" fmla="*/ 49 h 67"/>
                                <a:gd name="T62" fmla="*/ 56 w 81"/>
                                <a:gd name="T63" fmla="*/ 50 h 67"/>
                                <a:gd name="T64" fmla="*/ 57 w 81"/>
                                <a:gd name="T65" fmla="*/ 51 h 67"/>
                                <a:gd name="T66" fmla="*/ 60 w 81"/>
                                <a:gd name="T67" fmla="*/ 48 h 67"/>
                                <a:gd name="T68" fmla="*/ 62 w 81"/>
                                <a:gd name="T69" fmla="*/ 44 h 67"/>
                                <a:gd name="T70" fmla="*/ 65 w 81"/>
                                <a:gd name="T71" fmla="*/ 38 h 67"/>
                                <a:gd name="T72" fmla="*/ 69 w 81"/>
                                <a:gd name="T73" fmla="*/ 32 h 67"/>
                                <a:gd name="T74" fmla="*/ 71 w 81"/>
                                <a:gd name="T75" fmla="*/ 27 h 67"/>
                                <a:gd name="T76" fmla="*/ 75 w 81"/>
                                <a:gd name="T77" fmla="*/ 20 h 67"/>
                                <a:gd name="T78" fmla="*/ 78 w 81"/>
                                <a:gd name="T79" fmla="*/ 19 h 67"/>
                                <a:gd name="T80" fmla="*/ 80 w 81"/>
                                <a:gd name="T81" fmla="*/ 15 h 67"/>
                                <a:gd name="T82" fmla="*/ 81 w 81"/>
                                <a:gd name="T83" fmla="*/ 12 h 67"/>
                                <a:gd name="T84" fmla="*/ 78 w 81"/>
                                <a:gd name="T85" fmla="*/ 11 h 67"/>
                                <a:gd name="T86" fmla="*/ 74 w 81"/>
                                <a:gd name="T87" fmla="*/ 2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81" h="67">
                                  <a:moveTo>
                                    <a:pt x="69" y="3"/>
                                  </a:moveTo>
                                  <a:cubicBezTo>
                                    <a:pt x="66" y="6"/>
                                    <a:pt x="66" y="6"/>
                                    <a:pt x="66" y="6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54" y="4"/>
                                    <a:pt x="54" y="4"/>
                                    <a:pt x="54" y="4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2" y="8"/>
                                    <a:pt x="42" y="8"/>
                                    <a:pt x="42" y="8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4" y="2"/>
                                    <a:pt x="24" y="2"/>
                                    <a:pt x="24" y="2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7"/>
                                    <a:pt x="6" y="17"/>
                                  </a:cubicBezTo>
                                  <a:cubicBezTo>
                                    <a:pt x="6" y="17"/>
                                    <a:pt x="5" y="18"/>
                                    <a:pt x="5" y="18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4" y="29"/>
                                    <a:pt x="4" y="29"/>
                                    <a:pt x="4" y="29"/>
                                  </a:cubicBezTo>
                                  <a:cubicBezTo>
                                    <a:pt x="3" y="34"/>
                                    <a:pt x="3" y="34"/>
                                    <a:pt x="3" y="34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0" y="42"/>
                                    <a:pt x="0" y="42"/>
                                    <a:pt x="0" y="42"/>
                                  </a:cubicBezTo>
                                  <a:cubicBezTo>
                                    <a:pt x="0" y="44"/>
                                    <a:pt x="0" y="44"/>
                                    <a:pt x="0" y="44"/>
                                  </a:cubicBezTo>
                                  <a:cubicBezTo>
                                    <a:pt x="0" y="53"/>
                                    <a:pt x="0" y="53"/>
                                    <a:pt x="0" y="53"/>
                                  </a:cubicBezTo>
                                  <a:cubicBezTo>
                                    <a:pt x="1" y="53"/>
                                    <a:pt x="3" y="52"/>
                                    <a:pt x="4" y="52"/>
                                  </a:cubicBezTo>
                                  <a:cubicBezTo>
                                    <a:pt x="5" y="53"/>
                                    <a:pt x="5" y="52"/>
                                    <a:pt x="5" y="51"/>
                                  </a:cubicBezTo>
                                  <a:cubicBezTo>
                                    <a:pt x="6" y="51"/>
                                    <a:pt x="6" y="53"/>
                                    <a:pt x="7" y="53"/>
                                  </a:cubicBezTo>
                                  <a:cubicBezTo>
                                    <a:pt x="10" y="52"/>
                                    <a:pt x="12" y="53"/>
                                    <a:pt x="15" y="55"/>
                                  </a:cubicBezTo>
                                  <a:cubicBezTo>
                                    <a:pt x="16" y="56"/>
                                    <a:pt x="17" y="57"/>
                                    <a:pt x="17" y="58"/>
                                  </a:cubicBezTo>
                                  <a:cubicBezTo>
                                    <a:pt x="18" y="59"/>
                                    <a:pt x="18" y="60"/>
                                    <a:pt x="19" y="60"/>
                                  </a:cubicBezTo>
                                  <a:cubicBezTo>
                                    <a:pt x="20" y="60"/>
                                    <a:pt x="21" y="59"/>
                                    <a:pt x="22" y="60"/>
                                  </a:cubicBezTo>
                                  <a:cubicBezTo>
                                    <a:pt x="21" y="60"/>
                                    <a:pt x="20" y="60"/>
                                    <a:pt x="19" y="60"/>
                                  </a:cubicBezTo>
                                  <a:cubicBezTo>
                                    <a:pt x="19" y="60"/>
                                    <a:pt x="18" y="60"/>
                                    <a:pt x="18" y="60"/>
                                  </a:cubicBezTo>
                                  <a:cubicBezTo>
                                    <a:pt x="19" y="63"/>
                                    <a:pt x="19" y="65"/>
                                    <a:pt x="21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3" y="65"/>
                                    <a:pt x="23" y="64"/>
                                    <a:pt x="24" y="64"/>
                                  </a:cubicBezTo>
                                  <a:cubicBezTo>
                                    <a:pt x="24" y="65"/>
                                    <a:pt x="23" y="66"/>
                                    <a:pt x="24" y="67"/>
                                  </a:cubicBezTo>
                                  <a:cubicBezTo>
                                    <a:pt x="24" y="67"/>
                                    <a:pt x="24" y="66"/>
                                    <a:pt x="24" y="66"/>
                                  </a:cubicBezTo>
                                  <a:cubicBezTo>
                                    <a:pt x="25" y="66"/>
                                    <a:pt x="24" y="66"/>
                                    <a:pt x="25" y="67"/>
                                  </a:cubicBezTo>
                                  <a:cubicBezTo>
                                    <a:pt x="25" y="67"/>
                                    <a:pt x="26" y="67"/>
                                    <a:pt x="26" y="67"/>
                                  </a:cubicBezTo>
                                  <a:cubicBezTo>
                                    <a:pt x="28" y="67"/>
                                    <a:pt x="29" y="67"/>
                                    <a:pt x="31" y="66"/>
                                  </a:cubicBezTo>
                                  <a:cubicBezTo>
                                    <a:pt x="32" y="65"/>
                                    <a:pt x="32" y="67"/>
                                    <a:pt x="33" y="66"/>
                                  </a:cubicBezTo>
                                  <a:cubicBezTo>
                                    <a:pt x="34" y="65"/>
                                    <a:pt x="35" y="66"/>
                                    <a:pt x="36" y="66"/>
                                  </a:cubicBezTo>
                                  <a:cubicBezTo>
                                    <a:pt x="37" y="65"/>
                                    <a:pt x="38" y="65"/>
                                    <a:pt x="38" y="64"/>
                                  </a:cubicBezTo>
                                  <a:cubicBezTo>
                                    <a:pt x="39" y="64"/>
                                    <a:pt x="39" y="64"/>
                                    <a:pt x="39" y="64"/>
                                  </a:cubicBezTo>
                                  <a:cubicBezTo>
                                    <a:pt x="41" y="61"/>
                                    <a:pt x="41" y="61"/>
                                    <a:pt x="41" y="61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6" y="51"/>
                                    <a:pt x="46" y="51"/>
                                    <a:pt x="46" y="51"/>
                                  </a:cubicBezTo>
                                  <a:cubicBezTo>
                                    <a:pt x="47" y="51"/>
                                    <a:pt x="47" y="51"/>
                                    <a:pt x="47" y="51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50" y="48"/>
                                    <a:pt x="50" y="48"/>
                                    <a:pt x="50" y="48"/>
                                  </a:cubicBezTo>
                                  <a:cubicBezTo>
                                    <a:pt x="51" y="49"/>
                                    <a:pt x="51" y="49"/>
                                    <a:pt x="51" y="49"/>
                                  </a:cubicBezTo>
                                  <a:cubicBezTo>
                                    <a:pt x="53" y="49"/>
                                    <a:pt x="53" y="49"/>
                                    <a:pt x="53" y="49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6" y="50"/>
                                    <a:pt x="56" y="50"/>
                                    <a:pt x="56" y="50"/>
                                  </a:cubicBezTo>
                                  <a:cubicBezTo>
                                    <a:pt x="57" y="50"/>
                                    <a:pt x="57" y="50"/>
                                    <a:pt x="57" y="50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9" y="51"/>
                                    <a:pt x="59" y="51"/>
                                    <a:pt x="59" y="51"/>
                                  </a:cubicBezTo>
                                  <a:cubicBezTo>
                                    <a:pt x="60" y="48"/>
                                    <a:pt x="60" y="48"/>
                                    <a:pt x="60" y="48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4"/>
                                    <a:pt x="62" y="44"/>
                                    <a:pt x="62" y="44"/>
                                  </a:cubicBezTo>
                                  <a:cubicBezTo>
                                    <a:pt x="65" y="41"/>
                                    <a:pt x="65" y="41"/>
                                    <a:pt x="65" y="41"/>
                                  </a:cubicBezTo>
                                  <a:cubicBezTo>
                                    <a:pt x="65" y="38"/>
                                    <a:pt x="65" y="38"/>
                                    <a:pt x="65" y="38"/>
                                  </a:cubicBezTo>
                                  <a:cubicBezTo>
                                    <a:pt x="68" y="36"/>
                                    <a:pt x="68" y="36"/>
                                    <a:pt x="68" y="36"/>
                                  </a:cubicBezTo>
                                  <a:cubicBezTo>
                                    <a:pt x="69" y="32"/>
                                    <a:pt x="69" y="32"/>
                                    <a:pt x="69" y="32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3" y="26"/>
                                    <a:pt x="73" y="26"/>
                                    <a:pt x="73" y="26"/>
                                  </a:cubicBezTo>
                                  <a:cubicBezTo>
                                    <a:pt x="75" y="20"/>
                                    <a:pt x="75" y="20"/>
                                    <a:pt x="75" y="20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81" y="17"/>
                                    <a:pt x="81" y="17"/>
                                    <a:pt x="81" y="17"/>
                                  </a:cubicBezTo>
                                  <a:cubicBezTo>
                                    <a:pt x="80" y="15"/>
                                    <a:pt x="80" y="15"/>
                                    <a:pt x="80" y="15"/>
                                  </a:cubicBezTo>
                                  <a:cubicBezTo>
                                    <a:pt x="81" y="13"/>
                                    <a:pt x="81" y="13"/>
                                    <a:pt x="81" y="13"/>
                                  </a:cubicBezTo>
                                  <a:cubicBezTo>
                                    <a:pt x="81" y="12"/>
                                    <a:pt x="81" y="12"/>
                                    <a:pt x="81" y="12"/>
                                  </a:cubicBezTo>
                                  <a:cubicBezTo>
                                    <a:pt x="79" y="11"/>
                                    <a:pt x="79" y="11"/>
                                    <a:pt x="79" y="11"/>
                                  </a:cubicBezTo>
                                  <a:cubicBezTo>
                                    <a:pt x="78" y="11"/>
                                    <a:pt x="78" y="11"/>
                                    <a:pt x="78" y="11"/>
                                  </a:cubicBezTo>
                                  <a:cubicBezTo>
                                    <a:pt x="77" y="6"/>
                                    <a:pt x="77" y="6"/>
                                    <a:pt x="77" y="6"/>
                                  </a:cubicBezTo>
                                  <a:cubicBezTo>
                                    <a:pt x="74" y="2"/>
                                    <a:pt x="74" y="2"/>
                                    <a:pt x="74" y="2"/>
                                  </a:cubicBezTo>
                                  <a:lnTo>
                                    <a:pt x="69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3" name="Freeform 894">
                              <a:extLst>
                                <a:ext uri="{FF2B5EF4-FFF2-40B4-BE49-F238E27FC236}">
                                  <a16:creationId xmlns:a16="http://schemas.microsoft.com/office/drawing/2014/main" id="{5CF22062-1C8A-A5EC-2434-A35BEFD0D5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75275" y="4205288"/>
                              <a:ext cx="450850" cy="349250"/>
                            </a:xfrm>
                            <a:custGeom>
                              <a:avLst/>
                              <a:gdLst>
                                <a:gd name="T0" fmla="*/ 92 w 108"/>
                                <a:gd name="T1" fmla="*/ 65 h 84"/>
                                <a:gd name="T2" fmla="*/ 97 w 108"/>
                                <a:gd name="T3" fmla="*/ 57 h 84"/>
                                <a:gd name="T4" fmla="*/ 105 w 108"/>
                                <a:gd name="T5" fmla="*/ 49 h 84"/>
                                <a:gd name="T6" fmla="*/ 105 w 108"/>
                                <a:gd name="T7" fmla="*/ 34 h 84"/>
                                <a:gd name="T8" fmla="*/ 106 w 108"/>
                                <a:gd name="T9" fmla="*/ 26 h 84"/>
                                <a:gd name="T10" fmla="*/ 108 w 108"/>
                                <a:gd name="T11" fmla="*/ 23 h 84"/>
                                <a:gd name="T12" fmla="*/ 105 w 108"/>
                                <a:gd name="T13" fmla="*/ 22 h 84"/>
                                <a:gd name="T14" fmla="*/ 104 w 108"/>
                                <a:gd name="T15" fmla="*/ 20 h 84"/>
                                <a:gd name="T16" fmla="*/ 105 w 108"/>
                                <a:gd name="T17" fmla="*/ 19 h 84"/>
                                <a:gd name="T18" fmla="*/ 103 w 108"/>
                                <a:gd name="T19" fmla="*/ 15 h 84"/>
                                <a:gd name="T20" fmla="*/ 103 w 108"/>
                                <a:gd name="T21" fmla="*/ 11 h 84"/>
                                <a:gd name="T22" fmla="*/ 101 w 108"/>
                                <a:gd name="T23" fmla="*/ 4 h 84"/>
                                <a:gd name="T24" fmla="*/ 96 w 108"/>
                                <a:gd name="T25" fmla="*/ 7 h 84"/>
                                <a:gd name="T26" fmla="*/ 92 w 108"/>
                                <a:gd name="T27" fmla="*/ 3 h 84"/>
                                <a:gd name="T28" fmla="*/ 81 w 108"/>
                                <a:gd name="T29" fmla="*/ 0 h 84"/>
                                <a:gd name="T30" fmla="*/ 50 w 108"/>
                                <a:gd name="T31" fmla="*/ 20 h 84"/>
                                <a:gd name="T32" fmla="*/ 39 w 108"/>
                                <a:gd name="T33" fmla="*/ 30 h 84"/>
                                <a:gd name="T34" fmla="*/ 28 w 108"/>
                                <a:gd name="T35" fmla="*/ 32 h 84"/>
                                <a:gd name="T36" fmla="*/ 28 w 108"/>
                                <a:gd name="T37" fmla="*/ 52 h 84"/>
                                <a:gd name="T38" fmla="*/ 26 w 108"/>
                                <a:gd name="T39" fmla="*/ 56 h 84"/>
                                <a:gd name="T40" fmla="*/ 23 w 108"/>
                                <a:gd name="T41" fmla="*/ 59 h 84"/>
                                <a:gd name="T42" fmla="*/ 9 w 108"/>
                                <a:gd name="T43" fmla="*/ 60 h 84"/>
                                <a:gd name="T44" fmla="*/ 6 w 108"/>
                                <a:gd name="T45" fmla="*/ 62 h 84"/>
                                <a:gd name="T46" fmla="*/ 1 w 108"/>
                                <a:gd name="T47" fmla="*/ 62 h 84"/>
                                <a:gd name="T48" fmla="*/ 1 w 108"/>
                                <a:gd name="T49" fmla="*/ 64 h 84"/>
                                <a:gd name="T50" fmla="*/ 0 w 108"/>
                                <a:gd name="T51" fmla="*/ 65 h 84"/>
                                <a:gd name="T52" fmla="*/ 3 w 108"/>
                                <a:gd name="T53" fmla="*/ 70 h 84"/>
                                <a:gd name="T54" fmla="*/ 8 w 108"/>
                                <a:gd name="T55" fmla="*/ 73 h 84"/>
                                <a:gd name="T56" fmla="*/ 6 w 108"/>
                                <a:gd name="T57" fmla="*/ 73 h 84"/>
                                <a:gd name="T58" fmla="*/ 6 w 108"/>
                                <a:gd name="T59" fmla="*/ 75 h 84"/>
                                <a:gd name="T60" fmla="*/ 12 w 108"/>
                                <a:gd name="T61" fmla="*/ 78 h 84"/>
                                <a:gd name="T62" fmla="*/ 13 w 108"/>
                                <a:gd name="T63" fmla="*/ 78 h 84"/>
                                <a:gd name="T64" fmla="*/ 14 w 108"/>
                                <a:gd name="T65" fmla="*/ 78 h 84"/>
                                <a:gd name="T66" fmla="*/ 15 w 108"/>
                                <a:gd name="T67" fmla="*/ 80 h 84"/>
                                <a:gd name="T68" fmla="*/ 13 w 108"/>
                                <a:gd name="T69" fmla="*/ 80 h 84"/>
                                <a:gd name="T70" fmla="*/ 16 w 108"/>
                                <a:gd name="T71" fmla="*/ 83 h 84"/>
                                <a:gd name="T72" fmla="*/ 15 w 108"/>
                                <a:gd name="T73" fmla="*/ 81 h 84"/>
                                <a:gd name="T74" fmla="*/ 18 w 108"/>
                                <a:gd name="T75" fmla="*/ 80 h 84"/>
                                <a:gd name="T76" fmla="*/ 24 w 108"/>
                                <a:gd name="T77" fmla="*/ 84 h 84"/>
                                <a:gd name="T78" fmla="*/ 24 w 108"/>
                                <a:gd name="T79" fmla="*/ 79 h 84"/>
                                <a:gd name="T80" fmla="*/ 27 w 108"/>
                                <a:gd name="T81" fmla="*/ 76 h 84"/>
                                <a:gd name="T82" fmla="*/ 27 w 108"/>
                                <a:gd name="T83" fmla="*/ 72 h 84"/>
                                <a:gd name="T84" fmla="*/ 32 w 108"/>
                                <a:gd name="T85" fmla="*/ 70 h 84"/>
                                <a:gd name="T86" fmla="*/ 34 w 108"/>
                                <a:gd name="T87" fmla="*/ 71 h 84"/>
                                <a:gd name="T88" fmla="*/ 35 w 108"/>
                                <a:gd name="T89" fmla="*/ 71 h 84"/>
                                <a:gd name="T90" fmla="*/ 37 w 108"/>
                                <a:gd name="T91" fmla="*/ 69 h 84"/>
                                <a:gd name="T92" fmla="*/ 42 w 108"/>
                                <a:gd name="T93" fmla="*/ 71 h 84"/>
                                <a:gd name="T94" fmla="*/ 47 w 108"/>
                                <a:gd name="T95" fmla="*/ 76 h 84"/>
                                <a:gd name="T96" fmla="*/ 53 w 108"/>
                                <a:gd name="T97" fmla="*/ 73 h 84"/>
                                <a:gd name="T98" fmla="*/ 60 w 108"/>
                                <a:gd name="T99" fmla="*/ 77 h 84"/>
                                <a:gd name="T100" fmla="*/ 65 w 108"/>
                                <a:gd name="T101" fmla="*/ 77 h 84"/>
                                <a:gd name="T102" fmla="*/ 68 w 108"/>
                                <a:gd name="T103" fmla="*/ 74 h 84"/>
                                <a:gd name="T104" fmla="*/ 72 w 108"/>
                                <a:gd name="T105" fmla="*/ 73 h 84"/>
                                <a:gd name="T106" fmla="*/ 78 w 108"/>
                                <a:gd name="T107" fmla="*/ 73 h 84"/>
                                <a:gd name="T108" fmla="*/ 84 w 108"/>
                                <a:gd name="T109" fmla="*/ 75 h 84"/>
                                <a:gd name="T110" fmla="*/ 87 w 108"/>
                                <a:gd name="T111" fmla="*/ 72 h 84"/>
                                <a:gd name="T112" fmla="*/ 92 w 108"/>
                                <a:gd name="T113" fmla="*/ 71 h 84"/>
                                <a:gd name="T114" fmla="*/ 91 w 108"/>
                                <a:gd name="T115" fmla="*/ 65 h 84"/>
                                <a:gd name="T116" fmla="*/ 92 w 108"/>
                                <a:gd name="T117" fmla="*/ 65 h 8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108" h="84">
                                  <a:moveTo>
                                    <a:pt x="92" y="65"/>
                                  </a:moveTo>
                                  <a:cubicBezTo>
                                    <a:pt x="97" y="57"/>
                                    <a:pt x="97" y="57"/>
                                    <a:pt x="97" y="57"/>
                                  </a:cubicBezTo>
                                  <a:cubicBezTo>
                                    <a:pt x="105" y="49"/>
                                    <a:pt x="105" y="49"/>
                                    <a:pt x="105" y="49"/>
                                  </a:cubicBezTo>
                                  <a:cubicBezTo>
                                    <a:pt x="105" y="34"/>
                                    <a:pt x="105" y="34"/>
                                    <a:pt x="105" y="34"/>
                                  </a:cubicBezTo>
                                  <a:cubicBezTo>
                                    <a:pt x="106" y="26"/>
                                    <a:pt x="106" y="26"/>
                                    <a:pt x="106" y="26"/>
                                  </a:cubicBezTo>
                                  <a:cubicBezTo>
                                    <a:pt x="108" y="23"/>
                                    <a:pt x="108" y="23"/>
                                    <a:pt x="108" y="23"/>
                                  </a:cubicBezTo>
                                  <a:cubicBezTo>
                                    <a:pt x="108" y="23"/>
                                    <a:pt x="105" y="22"/>
                                    <a:pt x="105" y="22"/>
                                  </a:cubicBezTo>
                                  <a:cubicBezTo>
                                    <a:pt x="105" y="22"/>
                                    <a:pt x="104" y="20"/>
                                    <a:pt x="104" y="20"/>
                                  </a:cubicBezTo>
                                  <a:cubicBezTo>
                                    <a:pt x="105" y="19"/>
                                    <a:pt x="105" y="19"/>
                                    <a:pt x="105" y="19"/>
                                  </a:cubicBezTo>
                                  <a:cubicBezTo>
                                    <a:pt x="103" y="15"/>
                                    <a:pt x="103" y="15"/>
                                    <a:pt x="103" y="15"/>
                                  </a:cubicBezTo>
                                  <a:cubicBezTo>
                                    <a:pt x="103" y="11"/>
                                    <a:pt x="103" y="11"/>
                                    <a:pt x="103" y="11"/>
                                  </a:cubicBezTo>
                                  <a:cubicBezTo>
                                    <a:pt x="101" y="4"/>
                                    <a:pt x="101" y="4"/>
                                    <a:pt x="101" y="4"/>
                                  </a:cubicBezTo>
                                  <a:cubicBezTo>
                                    <a:pt x="96" y="7"/>
                                    <a:pt x="96" y="7"/>
                                    <a:pt x="96" y="7"/>
                                  </a:cubicBezTo>
                                  <a:cubicBezTo>
                                    <a:pt x="92" y="3"/>
                                    <a:pt x="92" y="3"/>
                                    <a:pt x="92" y="3"/>
                                  </a:cubicBezTo>
                                  <a:cubicBezTo>
                                    <a:pt x="81" y="0"/>
                                    <a:pt x="81" y="0"/>
                                    <a:pt x="81" y="0"/>
                                  </a:cubicBezTo>
                                  <a:cubicBezTo>
                                    <a:pt x="50" y="20"/>
                                    <a:pt x="50" y="20"/>
                                    <a:pt x="50" y="20"/>
                                  </a:cubicBezTo>
                                  <a:cubicBezTo>
                                    <a:pt x="39" y="30"/>
                                    <a:pt x="39" y="30"/>
                                    <a:pt x="39" y="30"/>
                                  </a:cubicBezTo>
                                  <a:cubicBezTo>
                                    <a:pt x="28" y="32"/>
                                    <a:pt x="28" y="32"/>
                                    <a:pt x="28" y="3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6" y="56"/>
                                    <a:pt x="26" y="56"/>
                                    <a:pt x="26" y="56"/>
                                  </a:cubicBezTo>
                                  <a:cubicBezTo>
                                    <a:pt x="23" y="59"/>
                                    <a:pt x="23" y="59"/>
                                    <a:pt x="23" y="59"/>
                                  </a:cubicBezTo>
                                  <a:cubicBezTo>
                                    <a:pt x="9" y="60"/>
                                    <a:pt x="9" y="60"/>
                                    <a:pt x="9" y="60"/>
                                  </a:cubicBezTo>
                                  <a:cubicBezTo>
                                    <a:pt x="6" y="62"/>
                                    <a:pt x="6" y="62"/>
                                    <a:pt x="6" y="62"/>
                                  </a:cubicBezTo>
                                  <a:cubicBezTo>
                                    <a:pt x="1" y="62"/>
                                    <a:pt x="1" y="62"/>
                                    <a:pt x="1" y="62"/>
                                  </a:cubicBezTo>
                                  <a:cubicBezTo>
                                    <a:pt x="1" y="64"/>
                                    <a:pt x="1" y="64"/>
                                    <a:pt x="1" y="64"/>
                                  </a:cubicBezTo>
                                  <a:cubicBezTo>
                                    <a:pt x="0" y="65"/>
                                    <a:pt x="0" y="65"/>
                                    <a:pt x="0" y="65"/>
                                  </a:cubicBezTo>
                                  <a:cubicBezTo>
                                    <a:pt x="3" y="70"/>
                                    <a:pt x="3" y="70"/>
                                    <a:pt x="3" y="70"/>
                                  </a:cubicBezTo>
                                  <a:cubicBezTo>
                                    <a:pt x="8" y="73"/>
                                    <a:pt x="8" y="73"/>
                                    <a:pt x="8" y="73"/>
                                  </a:cubicBezTo>
                                  <a:cubicBezTo>
                                    <a:pt x="6" y="73"/>
                                    <a:pt x="6" y="73"/>
                                    <a:pt x="6" y="73"/>
                                  </a:cubicBezTo>
                                  <a:cubicBezTo>
                                    <a:pt x="6" y="75"/>
                                    <a:pt x="6" y="75"/>
                                    <a:pt x="6" y="75"/>
                                  </a:cubicBezTo>
                                  <a:cubicBezTo>
                                    <a:pt x="12" y="78"/>
                                    <a:pt x="12" y="78"/>
                                    <a:pt x="12" y="78"/>
                                  </a:cubicBezTo>
                                  <a:cubicBezTo>
                                    <a:pt x="13" y="78"/>
                                    <a:pt x="13" y="78"/>
                                    <a:pt x="13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5" y="80"/>
                                    <a:pt x="15" y="80"/>
                                    <a:pt x="15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6" y="83"/>
                                    <a:pt x="16" y="83"/>
                                    <a:pt x="16" y="83"/>
                                  </a:cubicBezTo>
                                  <a:cubicBezTo>
                                    <a:pt x="15" y="81"/>
                                    <a:pt x="15" y="81"/>
                                    <a:pt x="15" y="81"/>
                                  </a:cubicBezTo>
                                  <a:cubicBezTo>
                                    <a:pt x="18" y="80"/>
                                    <a:pt x="18" y="80"/>
                                    <a:pt x="18" y="80"/>
                                  </a:cubicBezTo>
                                  <a:cubicBezTo>
                                    <a:pt x="24" y="84"/>
                                    <a:pt x="24" y="84"/>
                                    <a:pt x="24" y="84"/>
                                  </a:cubicBezTo>
                                  <a:cubicBezTo>
                                    <a:pt x="24" y="79"/>
                                    <a:pt x="24" y="79"/>
                                    <a:pt x="24" y="79"/>
                                  </a:cubicBezTo>
                                  <a:cubicBezTo>
                                    <a:pt x="27" y="76"/>
                                    <a:pt x="27" y="76"/>
                                    <a:pt x="27" y="76"/>
                                  </a:cubicBezTo>
                                  <a:cubicBezTo>
                                    <a:pt x="27" y="72"/>
                                    <a:pt x="27" y="72"/>
                                    <a:pt x="27" y="72"/>
                                  </a:cubicBezTo>
                                  <a:cubicBezTo>
                                    <a:pt x="32" y="70"/>
                                    <a:pt x="32" y="70"/>
                                    <a:pt x="32" y="70"/>
                                  </a:cubicBezTo>
                                  <a:cubicBezTo>
                                    <a:pt x="34" y="71"/>
                                    <a:pt x="34" y="71"/>
                                    <a:pt x="34" y="71"/>
                                  </a:cubicBezTo>
                                  <a:cubicBezTo>
                                    <a:pt x="35" y="71"/>
                                    <a:pt x="35" y="71"/>
                                    <a:pt x="35" y="71"/>
                                  </a:cubicBezTo>
                                  <a:cubicBezTo>
                                    <a:pt x="37" y="69"/>
                                    <a:pt x="37" y="69"/>
                                    <a:pt x="37" y="69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7" y="76"/>
                                    <a:pt x="47" y="76"/>
                                    <a:pt x="47" y="76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60" y="77"/>
                                    <a:pt x="60" y="77"/>
                                    <a:pt x="60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8" y="74"/>
                                    <a:pt x="68" y="74"/>
                                    <a:pt x="68" y="74"/>
                                  </a:cubicBezTo>
                                  <a:cubicBezTo>
                                    <a:pt x="72" y="73"/>
                                    <a:pt x="72" y="73"/>
                                    <a:pt x="72" y="73"/>
                                  </a:cubicBezTo>
                                  <a:cubicBezTo>
                                    <a:pt x="78" y="73"/>
                                    <a:pt x="78" y="73"/>
                                    <a:pt x="78" y="73"/>
                                  </a:cubicBezTo>
                                  <a:cubicBezTo>
                                    <a:pt x="84" y="75"/>
                                    <a:pt x="84" y="75"/>
                                    <a:pt x="84" y="75"/>
                                  </a:cubicBezTo>
                                  <a:cubicBezTo>
                                    <a:pt x="87" y="72"/>
                                    <a:pt x="87" y="72"/>
                                    <a:pt x="87" y="72"/>
                                  </a:cubicBezTo>
                                  <a:cubicBezTo>
                                    <a:pt x="92" y="71"/>
                                    <a:pt x="92" y="71"/>
                                    <a:pt x="92" y="71"/>
                                  </a:cubicBezTo>
                                  <a:cubicBezTo>
                                    <a:pt x="91" y="65"/>
                                    <a:pt x="91" y="65"/>
                                    <a:pt x="91" y="65"/>
                                  </a:cubicBezTo>
                                  <a:lnTo>
                                    <a:pt x="92" y="6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4" name="Freeform 895">
                              <a:extLst>
                                <a:ext uri="{FF2B5EF4-FFF2-40B4-BE49-F238E27FC236}">
                                  <a16:creationId xmlns:a16="http://schemas.microsoft.com/office/drawing/2014/main" id="{F69DCD60-F780-1E01-5B40-2C53B8052F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03888" y="5380038"/>
                              <a:ext cx="384175" cy="365125"/>
                            </a:xfrm>
                            <a:custGeom>
                              <a:avLst/>
                              <a:gdLst>
                                <a:gd name="T0" fmla="*/ 35 w 92"/>
                                <a:gd name="T1" fmla="*/ 83 h 88"/>
                                <a:gd name="T2" fmla="*/ 35 w 92"/>
                                <a:gd name="T3" fmla="*/ 81 h 88"/>
                                <a:gd name="T4" fmla="*/ 36 w 92"/>
                                <a:gd name="T5" fmla="*/ 81 h 88"/>
                                <a:gd name="T6" fmla="*/ 39 w 92"/>
                                <a:gd name="T7" fmla="*/ 83 h 88"/>
                                <a:gd name="T8" fmla="*/ 39 w 92"/>
                                <a:gd name="T9" fmla="*/ 87 h 88"/>
                                <a:gd name="T10" fmla="*/ 42 w 92"/>
                                <a:gd name="T11" fmla="*/ 87 h 88"/>
                                <a:gd name="T12" fmla="*/ 44 w 92"/>
                                <a:gd name="T13" fmla="*/ 88 h 88"/>
                                <a:gd name="T14" fmla="*/ 45 w 92"/>
                                <a:gd name="T15" fmla="*/ 88 h 88"/>
                                <a:gd name="T16" fmla="*/ 47 w 92"/>
                                <a:gd name="T17" fmla="*/ 88 h 88"/>
                                <a:gd name="T18" fmla="*/ 49 w 92"/>
                                <a:gd name="T19" fmla="*/ 87 h 88"/>
                                <a:gd name="T20" fmla="*/ 51 w 92"/>
                                <a:gd name="T21" fmla="*/ 88 h 88"/>
                                <a:gd name="T22" fmla="*/ 53 w 92"/>
                                <a:gd name="T23" fmla="*/ 85 h 88"/>
                                <a:gd name="T24" fmla="*/ 56 w 92"/>
                                <a:gd name="T25" fmla="*/ 84 h 88"/>
                                <a:gd name="T26" fmla="*/ 56 w 92"/>
                                <a:gd name="T27" fmla="*/ 36 h 88"/>
                                <a:gd name="T28" fmla="*/ 63 w 92"/>
                                <a:gd name="T29" fmla="*/ 35 h 88"/>
                                <a:gd name="T30" fmla="*/ 63 w 92"/>
                                <a:gd name="T31" fmla="*/ 9 h 88"/>
                                <a:gd name="T32" fmla="*/ 79 w 92"/>
                                <a:gd name="T33" fmla="*/ 7 h 88"/>
                                <a:gd name="T34" fmla="*/ 81 w 92"/>
                                <a:gd name="T35" fmla="*/ 10 h 88"/>
                                <a:gd name="T36" fmla="*/ 85 w 92"/>
                                <a:gd name="T37" fmla="*/ 7 h 88"/>
                                <a:gd name="T38" fmla="*/ 87 w 92"/>
                                <a:gd name="T39" fmla="*/ 7 h 88"/>
                                <a:gd name="T40" fmla="*/ 87 w 92"/>
                                <a:gd name="T41" fmla="*/ 7 h 88"/>
                                <a:gd name="T42" fmla="*/ 90 w 92"/>
                                <a:gd name="T43" fmla="*/ 5 h 88"/>
                                <a:gd name="T44" fmla="*/ 92 w 92"/>
                                <a:gd name="T45" fmla="*/ 5 h 88"/>
                                <a:gd name="T46" fmla="*/ 90 w 92"/>
                                <a:gd name="T47" fmla="*/ 4 h 88"/>
                                <a:gd name="T48" fmla="*/ 85 w 92"/>
                                <a:gd name="T49" fmla="*/ 3 h 88"/>
                                <a:gd name="T50" fmla="*/ 79 w 92"/>
                                <a:gd name="T51" fmla="*/ 4 h 88"/>
                                <a:gd name="T52" fmla="*/ 64 w 92"/>
                                <a:gd name="T53" fmla="*/ 7 h 88"/>
                                <a:gd name="T54" fmla="*/ 61 w 92"/>
                                <a:gd name="T55" fmla="*/ 7 h 88"/>
                                <a:gd name="T56" fmla="*/ 58 w 92"/>
                                <a:gd name="T57" fmla="*/ 6 h 88"/>
                                <a:gd name="T58" fmla="*/ 48 w 92"/>
                                <a:gd name="T59" fmla="*/ 6 h 88"/>
                                <a:gd name="T60" fmla="*/ 45 w 92"/>
                                <a:gd name="T61" fmla="*/ 3 h 88"/>
                                <a:gd name="T62" fmla="*/ 15 w 92"/>
                                <a:gd name="T63" fmla="*/ 3 h 88"/>
                                <a:gd name="T64" fmla="*/ 11 w 92"/>
                                <a:gd name="T65" fmla="*/ 0 h 88"/>
                                <a:gd name="T66" fmla="*/ 9 w 92"/>
                                <a:gd name="T67" fmla="*/ 0 h 88"/>
                                <a:gd name="T68" fmla="*/ 5 w 92"/>
                                <a:gd name="T69" fmla="*/ 2 h 88"/>
                                <a:gd name="T70" fmla="*/ 4 w 92"/>
                                <a:gd name="T71" fmla="*/ 1 h 88"/>
                                <a:gd name="T72" fmla="*/ 2 w 92"/>
                                <a:gd name="T73" fmla="*/ 1 h 88"/>
                                <a:gd name="T74" fmla="*/ 1 w 92"/>
                                <a:gd name="T75" fmla="*/ 1 h 88"/>
                                <a:gd name="T76" fmla="*/ 1 w 92"/>
                                <a:gd name="T77" fmla="*/ 2 h 88"/>
                                <a:gd name="T78" fmla="*/ 1 w 92"/>
                                <a:gd name="T79" fmla="*/ 2 h 88"/>
                                <a:gd name="T80" fmla="*/ 1 w 92"/>
                                <a:gd name="T81" fmla="*/ 6 h 88"/>
                                <a:gd name="T82" fmla="*/ 1 w 92"/>
                                <a:gd name="T83" fmla="*/ 7 h 88"/>
                                <a:gd name="T84" fmla="*/ 1 w 92"/>
                                <a:gd name="T85" fmla="*/ 9 h 88"/>
                                <a:gd name="T86" fmla="*/ 5 w 92"/>
                                <a:gd name="T87" fmla="*/ 13 h 88"/>
                                <a:gd name="T88" fmla="*/ 8 w 92"/>
                                <a:gd name="T89" fmla="*/ 19 h 88"/>
                                <a:gd name="T90" fmla="*/ 11 w 92"/>
                                <a:gd name="T91" fmla="*/ 23 h 88"/>
                                <a:gd name="T92" fmla="*/ 11 w 92"/>
                                <a:gd name="T93" fmla="*/ 25 h 88"/>
                                <a:gd name="T94" fmla="*/ 16 w 92"/>
                                <a:gd name="T95" fmla="*/ 34 h 88"/>
                                <a:gd name="T96" fmla="*/ 18 w 92"/>
                                <a:gd name="T97" fmla="*/ 37 h 88"/>
                                <a:gd name="T98" fmla="*/ 20 w 92"/>
                                <a:gd name="T99" fmla="*/ 43 h 88"/>
                                <a:gd name="T100" fmla="*/ 20 w 92"/>
                                <a:gd name="T101" fmla="*/ 47 h 88"/>
                                <a:gd name="T102" fmla="*/ 20 w 92"/>
                                <a:gd name="T103" fmla="*/ 51 h 88"/>
                                <a:gd name="T104" fmla="*/ 19 w 92"/>
                                <a:gd name="T105" fmla="*/ 52 h 88"/>
                                <a:gd name="T106" fmla="*/ 22 w 92"/>
                                <a:gd name="T107" fmla="*/ 58 h 88"/>
                                <a:gd name="T108" fmla="*/ 22 w 92"/>
                                <a:gd name="T109" fmla="*/ 60 h 88"/>
                                <a:gd name="T110" fmla="*/ 22 w 92"/>
                                <a:gd name="T111" fmla="*/ 66 h 88"/>
                                <a:gd name="T112" fmla="*/ 24 w 92"/>
                                <a:gd name="T113" fmla="*/ 70 h 88"/>
                                <a:gd name="T114" fmla="*/ 25 w 92"/>
                                <a:gd name="T115" fmla="*/ 76 h 88"/>
                                <a:gd name="T116" fmla="*/ 32 w 92"/>
                                <a:gd name="T117" fmla="*/ 86 h 88"/>
                                <a:gd name="T118" fmla="*/ 34 w 92"/>
                                <a:gd name="T119" fmla="*/ 84 h 88"/>
                                <a:gd name="T120" fmla="*/ 35 w 92"/>
                                <a:gd name="T121" fmla="*/ 83 h 8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92" h="88">
                                  <a:moveTo>
                                    <a:pt x="35" y="83"/>
                                  </a:moveTo>
                                  <a:cubicBezTo>
                                    <a:pt x="35" y="83"/>
                                    <a:pt x="35" y="81"/>
                                    <a:pt x="35" y="81"/>
                                  </a:cubicBezTo>
                                  <a:cubicBezTo>
                                    <a:pt x="36" y="81"/>
                                    <a:pt x="36" y="81"/>
                                    <a:pt x="36" y="81"/>
                                  </a:cubicBezTo>
                                  <a:cubicBezTo>
                                    <a:pt x="39" y="83"/>
                                    <a:pt x="39" y="83"/>
                                    <a:pt x="39" y="83"/>
                                  </a:cubicBezTo>
                                  <a:cubicBezTo>
                                    <a:pt x="39" y="87"/>
                                    <a:pt x="39" y="87"/>
                                    <a:pt x="39" y="87"/>
                                  </a:cubicBezTo>
                                  <a:cubicBezTo>
                                    <a:pt x="42" y="87"/>
                                    <a:pt x="42" y="87"/>
                                    <a:pt x="42" y="87"/>
                                  </a:cubicBezTo>
                                  <a:cubicBezTo>
                                    <a:pt x="44" y="88"/>
                                    <a:pt x="44" y="88"/>
                                    <a:pt x="44" y="88"/>
                                  </a:cubicBezTo>
                                  <a:cubicBezTo>
                                    <a:pt x="44" y="88"/>
                                    <a:pt x="45" y="88"/>
                                    <a:pt x="45" y="88"/>
                                  </a:cubicBezTo>
                                  <a:cubicBezTo>
                                    <a:pt x="45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8" y="87"/>
                                    <a:pt x="49" y="87"/>
                                  </a:cubicBezTo>
                                  <a:cubicBezTo>
                                    <a:pt x="49" y="87"/>
                                    <a:pt x="51" y="88"/>
                                    <a:pt x="51" y="88"/>
                                  </a:cubicBezTo>
                                  <a:cubicBezTo>
                                    <a:pt x="53" y="85"/>
                                    <a:pt x="53" y="85"/>
                                    <a:pt x="53" y="85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ubicBezTo>
                                    <a:pt x="56" y="36"/>
                                    <a:pt x="56" y="36"/>
                                    <a:pt x="56" y="36"/>
                                  </a:cubicBezTo>
                                  <a:cubicBezTo>
                                    <a:pt x="63" y="35"/>
                                    <a:pt x="63" y="35"/>
                                    <a:pt x="63" y="35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81" y="10"/>
                                    <a:pt x="81" y="10"/>
                                    <a:pt x="81" y="10"/>
                                  </a:cubicBezTo>
                                  <a:cubicBezTo>
                                    <a:pt x="85" y="7"/>
                                    <a:pt x="85" y="7"/>
                                    <a:pt x="85" y="7"/>
                                  </a:cubicBezTo>
                                  <a:cubicBezTo>
                                    <a:pt x="87" y="7"/>
                                    <a:pt x="87" y="7"/>
                                    <a:pt x="87" y="7"/>
                                  </a:cubicBezTo>
                                  <a:cubicBezTo>
                                    <a:pt x="87" y="7"/>
                                    <a:pt x="87" y="7"/>
                                    <a:pt x="87" y="7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0" y="4"/>
                                    <a:pt x="90" y="4"/>
                                    <a:pt x="90" y="4"/>
                                  </a:cubicBezTo>
                                  <a:cubicBezTo>
                                    <a:pt x="85" y="3"/>
                                    <a:pt x="85" y="3"/>
                                    <a:pt x="85" y="3"/>
                                  </a:cubicBezTo>
                                  <a:cubicBezTo>
                                    <a:pt x="79" y="4"/>
                                    <a:pt x="79" y="4"/>
                                    <a:pt x="79" y="4"/>
                                  </a:cubicBezTo>
                                  <a:cubicBezTo>
                                    <a:pt x="64" y="7"/>
                                    <a:pt x="64" y="7"/>
                                    <a:pt x="64" y="7"/>
                                  </a:cubicBezTo>
                                  <a:cubicBezTo>
                                    <a:pt x="61" y="7"/>
                                    <a:pt x="61" y="7"/>
                                    <a:pt x="61" y="7"/>
                                  </a:cubicBezTo>
                                  <a:cubicBezTo>
                                    <a:pt x="58" y="6"/>
                                    <a:pt x="58" y="6"/>
                                    <a:pt x="58" y="6"/>
                                  </a:cubicBezTo>
                                  <a:cubicBezTo>
                                    <a:pt x="48" y="6"/>
                                    <a:pt x="48" y="6"/>
                                    <a:pt x="48" y="6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3"/>
                                    <a:pt x="0" y="5"/>
                                    <a:pt x="1" y="6"/>
                                  </a:cubicBezTo>
                                  <a:cubicBezTo>
                                    <a:pt x="1" y="6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8"/>
                                    <a:pt x="1" y="9"/>
                                  </a:cubicBezTo>
                                  <a:cubicBezTo>
                                    <a:pt x="2" y="10"/>
                                    <a:pt x="4" y="11"/>
                                    <a:pt x="5" y="13"/>
                                  </a:cubicBezTo>
                                  <a:cubicBezTo>
                                    <a:pt x="6" y="14"/>
                                    <a:pt x="7" y="17"/>
                                    <a:pt x="8" y="19"/>
                                  </a:cubicBezTo>
                                  <a:cubicBezTo>
                                    <a:pt x="9" y="20"/>
                                    <a:pt x="9" y="22"/>
                                    <a:pt x="11" y="23"/>
                                  </a:cubicBezTo>
                                  <a:cubicBezTo>
                                    <a:pt x="11" y="24"/>
                                    <a:pt x="11" y="25"/>
                                    <a:pt x="11" y="25"/>
                                  </a:cubicBezTo>
                                  <a:cubicBezTo>
                                    <a:pt x="12" y="28"/>
                                    <a:pt x="14" y="31"/>
                                    <a:pt x="16" y="34"/>
                                  </a:cubicBezTo>
                                  <a:cubicBezTo>
                                    <a:pt x="16" y="35"/>
                                    <a:pt x="17" y="36"/>
                                    <a:pt x="18" y="37"/>
                                  </a:cubicBezTo>
                                  <a:cubicBezTo>
                                    <a:pt x="19" y="39"/>
                                    <a:pt x="21" y="40"/>
                                    <a:pt x="20" y="43"/>
                                  </a:cubicBezTo>
                                  <a:cubicBezTo>
                                    <a:pt x="19" y="44"/>
                                    <a:pt x="19" y="45"/>
                                    <a:pt x="20" y="47"/>
                                  </a:cubicBezTo>
                                  <a:cubicBezTo>
                                    <a:pt x="20" y="48"/>
                                    <a:pt x="20" y="49"/>
                                    <a:pt x="20" y="51"/>
                                  </a:cubicBezTo>
                                  <a:cubicBezTo>
                                    <a:pt x="19" y="51"/>
                                    <a:pt x="19" y="52"/>
                                    <a:pt x="19" y="52"/>
                                  </a:cubicBezTo>
                                  <a:cubicBezTo>
                                    <a:pt x="20" y="54"/>
                                    <a:pt x="21" y="56"/>
                                    <a:pt x="22" y="58"/>
                                  </a:cubicBezTo>
                                  <a:cubicBezTo>
                                    <a:pt x="22" y="59"/>
                                    <a:pt x="22" y="59"/>
                                    <a:pt x="22" y="60"/>
                                  </a:cubicBezTo>
                                  <a:cubicBezTo>
                                    <a:pt x="22" y="62"/>
                                    <a:pt x="22" y="64"/>
                                    <a:pt x="22" y="66"/>
                                  </a:cubicBezTo>
                                  <a:cubicBezTo>
                                    <a:pt x="23" y="67"/>
                                    <a:pt x="24" y="69"/>
                                    <a:pt x="24" y="70"/>
                                  </a:cubicBezTo>
                                  <a:cubicBezTo>
                                    <a:pt x="24" y="72"/>
                                    <a:pt x="24" y="74"/>
                                    <a:pt x="25" y="76"/>
                                  </a:cubicBezTo>
                                  <a:cubicBezTo>
                                    <a:pt x="26" y="80"/>
                                    <a:pt x="29" y="83"/>
                                    <a:pt x="32" y="86"/>
                                  </a:cubicBezTo>
                                  <a:cubicBezTo>
                                    <a:pt x="34" y="84"/>
                                    <a:pt x="34" y="84"/>
                                    <a:pt x="34" y="84"/>
                                  </a:cubicBezTo>
                                  <a:cubicBezTo>
                                    <a:pt x="34" y="84"/>
                                    <a:pt x="35" y="83"/>
                                    <a:pt x="35" y="8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5" name="Freeform 896">
                              <a:extLst>
                                <a:ext uri="{FF2B5EF4-FFF2-40B4-BE49-F238E27FC236}">
                                  <a16:creationId xmlns:a16="http://schemas.microsoft.com/office/drawing/2014/main" id="{55EAE1A5-EA87-4DDB-F1C3-4A4B168F80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29350" y="5187950"/>
                              <a:ext cx="303212" cy="490538"/>
                            </a:xfrm>
                            <a:custGeom>
                              <a:avLst/>
                              <a:gdLst>
                                <a:gd name="T0" fmla="*/ 53 w 73"/>
                                <a:gd name="T1" fmla="*/ 5 h 118"/>
                                <a:gd name="T2" fmla="*/ 44 w 73"/>
                                <a:gd name="T3" fmla="*/ 8 h 118"/>
                                <a:gd name="T4" fmla="*/ 40 w 73"/>
                                <a:gd name="T5" fmla="*/ 9 h 118"/>
                                <a:gd name="T6" fmla="*/ 38 w 73"/>
                                <a:gd name="T7" fmla="*/ 7 h 118"/>
                                <a:gd name="T8" fmla="*/ 30 w 73"/>
                                <a:gd name="T9" fmla="*/ 8 h 118"/>
                                <a:gd name="T10" fmla="*/ 29 w 73"/>
                                <a:gd name="T11" fmla="*/ 20 h 118"/>
                                <a:gd name="T12" fmla="*/ 38 w 73"/>
                                <a:gd name="T13" fmla="*/ 29 h 118"/>
                                <a:gd name="T14" fmla="*/ 37 w 73"/>
                                <a:gd name="T15" fmla="*/ 33 h 118"/>
                                <a:gd name="T16" fmla="*/ 35 w 73"/>
                                <a:gd name="T17" fmla="*/ 39 h 118"/>
                                <a:gd name="T18" fmla="*/ 34 w 73"/>
                                <a:gd name="T19" fmla="*/ 44 h 118"/>
                                <a:gd name="T20" fmla="*/ 33 w 73"/>
                                <a:gd name="T21" fmla="*/ 47 h 118"/>
                                <a:gd name="T22" fmla="*/ 30 w 73"/>
                                <a:gd name="T23" fmla="*/ 42 h 118"/>
                                <a:gd name="T24" fmla="*/ 29 w 73"/>
                                <a:gd name="T25" fmla="*/ 33 h 118"/>
                                <a:gd name="T26" fmla="*/ 28 w 73"/>
                                <a:gd name="T27" fmla="*/ 28 h 118"/>
                                <a:gd name="T28" fmla="*/ 23 w 73"/>
                                <a:gd name="T29" fmla="*/ 29 h 118"/>
                                <a:gd name="T30" fmla="*/ 19 w 73"/>
                                <a:gd name="T31" fmla="*/ 25 h 118"/>
                                <a:gd name="T32" fmla="*/ 1 w 73"/>
                                <a:gd name="T33" fmla="*/ 36 h 118"/>
                                <a:gd name="T34" fmla="*/ 6 w 73"/>
                                <a:gd name="T35" fmla="*/ 39 h 118"/>
                                <a:gd name="T36" fmla="*/ 14 w 73"/>
                                <a:gd name="T37" fmla="*/ 42 h 118"/>
                                <a:gd name="T38" fmla="*/ 18 w 73"/>
                                <a:gd name="T39" fmla="*/ 43 h 118"/>
                                <a:gd name="T40" fmla="*/ 18 w 73"/>
                                <a:gd name="T41" fmla="*/ 48 h 118"/>
                                <a:gd name="T42" fmla="*/ 18 w 73"/>
                                <a:gd name="T43" fmla="*/ 50 h 118"/>
                                <a:gd name="T44" fmla="*/ 18 w 73"/>
                                <a:gd name="T45" fmla="*/ 52 h 118"/>
                                <a:gd name="T46" fmla="*/ 18 w 73"/>
                                <a:gd name="T47" fmla="*/ 54 h 118"/>
                                <a:gd name="T48" fmla="*/ 18 w 73"/>
                                <a:gd name="T49" fmla="*/ 57 h 118"/>
                                <a:gd name="T50" fmla="*/ 18 w 73"/>
                                <a:gd name="T51" fmla="*/ 57 h 118"/>
                                <a:gd name="T52" fmla="*/ 16 w 73"/>
                                <a:gd name="T53" fmla="*/ 59 h 118"/>
                                <a:gd name="T54" fmla="*/ 18 w 73"/>
                                <a:gd name="T55" fmla="*/ 61 h 118"/>
                                <a:gd name="T56" fmla="*/ 17 w 73"/>
                                <a:gd name="T57" fmla="*/ 65 h 118"/>
                                <a:gd name="T58" fmla="*/ 19 w 73"/>
                                <a:gd name="T59" fmla="*/ 66 h 118"/>
                                <a:gd name="T60" fmla="*/ 15 w 73"/>
                                <a:gd name="T61" fmla="*/ 72 h 118"/>
                                <a:gd name="T62" fmla="*/ 14 w 73"/>
                                <a:gd name="T63" fmla="*/ 76 h 118"/>
                                <a:gd name="T64" fmla="*/ 7 w 73"/>
                                <a:gd name="T65" fmla="*/ 85 h 118"/>
                                <a:gd name="T66" fmla="*/ 11 w 73"/>
                                <a:gd name="T67" fmla="*/ 99 h 118"/>
                                <a:gd name="T68" fmla="*/ 12 w 73"/>
                                <a:gd name="T69" fmla="*/ 112 h 118"/>
                                <a:gd name="T70" fmla="*/ 18 w 73"/>
                                <a:gd name="T71" fmla="*/ 118 h 118"/>
                                <a:gd name="T72" fmla="*/ 18 w 73"/>
                                <a:gd name="T73" fmla="*/ 114 h 118"/>
                                <a:gd name="T74" fmla="*/ 17 w 73"/>
                                <a:gd name="T75" fmla="*/ 111 h 118"/>
                                <a:gd name="T76" fmla="*/ 22 w 73"/>
                                <a:gd name="T77" fmla="*/ 106 h 118"/>
                                <a:gd name="T78" fmla="*/ 36 w 73"/>
                                <a:gd name="T79" fmla="*/ 96 h 118"/>
                                <a:gd name="T80" fmla="*/ 36 w 73"/>
                                <a:gd name="T81" fmla="*/ 93 h 118"/>
                                <a:gd name="T82" fmla="*/ 37 w 73"/>
                                <a:gd name="T83" fmla="*/ 86 h 118"/>
                                <a:gd name="T84" fmla="*/ 35 w 73"/>
                                <a:gd name="T85" fmla="*/ 83 h 118"/>
                                <a:gd name="T86" fmla="*/ 33 w 73"/>
                                <a:gd name="T87" fmla="*/ 75 h 118"/>
                                <a:gd name="T88" fmla="*/ 31 w 73"/>
                                <a:gd name="T89" fmla="*/ 70 h 118"/>
                                <a:gd name="T90" fmla="*/ 33 w 73"/>
                                <a:gd name="T91" fmla="*/ 66 h 118"/>
                                <a:gd name="T92" fmla="*/ 34 w 73"/>
                                <a:gd name="T93" fmla="*/ 65 h 118"/>
                                <a:gd name="T94" fmla="*/ 42 w 73"/>
                                <a:gd name="T95" fmla="*/ 59 h 118"/>
                                <a:gd name="T96" fmla="*/ 48 w 73"/>
                                <a:gd name="T97" fmla="*/ 52 h 118"/>
                                <a:gd name="T98" fmla="*/ 59 w 73"/>
                                <a:gd name="T99" fmla="*/ 47 h 118"/>
                                <a:gd name="T100" fmla="*/ 64 w 73"/>
                                <a:gd name="T101" fmla="*/ 44 h 118"/>
                                <a:gd name="T102" fmla="*/ 67 w 73"/>
                                <a:gd name="T103" fmla="*/ 39 h 118"/>
                                <a:gd name="T104" fmla="*/ 72 w 73"/>
                                <a:gd name="T105" fmla="*/ 31 h 118"/>
                                <a:gd name="T106" fmla="*/ 70 w 73"/>
                                <a:gd name="T107" fmla="*/ 26 h 118"/>
                                <a:gd name="T108" fmla="*/ 69 w 73"/>
                                <a:gd name="T109" fmla="*/ 7 h 118"/>
                                <a:gd name="T110" fmla="*/ 69 w 73"/>
                                <a:gd name="T111" fmla="*/ 0 h 118"/>
                                <a:gd name="T112" fmla="*/ 56 w 73"/>
                                <a:gd name="T113" fmla="*/ 7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73" h="118">
                                  <a:moveTo>
                                    <a:pt x="56" y="7"/>
                                  </a:moveTo>
                                  <a:cubicBezTo>
                                    <a:pt x="53" y="5"/>
                                    <a:pt x="53" y="5"/>
                                    <a:pt x="53" y="5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4" y="8"/>
                                    <a:pt x="44" y="8"/>
                                    <a:pt x="44" y="8"/>
                                  </a:cubicBezTo>
                                  <a:cubicBezTo>
                                    <a:pt x="43" y="9"/>
                                    <a:pt x="43" y="9"/>
                                    <a:pt x="43" y="9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6" y="8"/>
                                    <a:pt x="36" y="8"/>
                                    <a:pt x="36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8" y="29"/>
                                    <a:pt x="38" y="29"/>
                                    <a:pt x="38" y="29"/>
                                  </a:cubicBezTo>
                                  <a:cubicBezTo>
                                    <a:pt x="38" y="32"/>
                                    <a:pt x="38" y="32"/>
                                    <a:pt x="38" y="32"/>
                                  </a:cubicBezTo>
                                  <a:cubicBezTo>
                                    <a:pt x="37" y="33"/>
                                    <a:pt x="37" y="33"/>
                                    <a:pt x="37" y="33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0" y="42"/>
                                    <a:pt x="30" y="42"/>
                                    <a:pt x="30" y="42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9" y="33"/>
                                    <a:pt x="29" y="33"/>
                                    <a:pt x="29" y="33"/>
                                  </a:cubicBezTo>
                                  <a:cubicBezTo>
                                    <a:pt x="29" y="29"/>
                                    <a:pt x="29" y="29"/>
                                    <a:pt x="29" y="29"/>
                                  </a:cubicBezTo>
                                  <a:cubicBezTo>
                                    <a:pt x="28" y="28"/>
                                    <a:pt x="28" y="28"/>
                                    <a:pt x="28" y="28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19" y="25"/>
                                    <a:pt x="19" y="25"/>
                                    <a:pt x="19" y="25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1" y="36"/>
                                    <a:pt x="1" y="36"/>
                                    <a:pt x="1" y="36"/>
                                  </a:cubicBezTo>
                                  <a:cubicBezTo>
                                    <a:pt x="1" y="39"/>
                                    <a:pt x="1" y="39"/>
                                    <a:pt x="1" y="39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ubicBezTo>
                                    <a:pt x="17" y="43"/>
                                    <a:pt x="17" y="43"/>
                                    <a:pt x="17" y="43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7" y="45"/>
                                    <a:pt x="17" y="45"/>
                                    <a:pt x="17" y="45"/>
                                  </a:cubicBezTo>
                                  <a:cubicBezTo>
                                    <a:pt x="18" y="48"/>
                                    <a:pt x="18" y="48"/>
                                    <a:pt x="18" y="48"/>
                                  </a:cubicBezTo>
                                  <a:cubicBezTo>
                                    <a:pt x="18" y="50"/>
                                    <a:pt x="18" y="50"/>
                                    <a:pt x="18" y="50"/>
                                  </a:cubicBezTo>
                                  <a:cubicBezTo>
                                    <a:pt x="18" y="50"/>
                                    <a:pt x="18" y="50"/>
                                    <a:pt x="18" y="50"/>
                                  </a:cubicBezTo>
                                  <a:cubicBezTo>
                                    <a:pt x="18" y="50"/>
                                    <a:pt x="18" y="52"/>
                                    <a:pt x="18" y="52"/>
                                  </a:cubicBezTo>
                                  <a:cubicBezTo>
                                    <a:pt x="18" y="52"/>
                                    <a:pt x="18" y="52"/>
                                    <a:pt x="18" y="52"/>
                                  </a:cubicBezTo>
                                  <a:cubicBezTo>
                                    <a:pt x="18" y="52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4"/>
                                    <a:pt x="18" y="54"/>
                                  </a:cubicBezTo>
                                  <a:cubicBezTo>
                                    <a:pt x="18" y="54"/>
                                    <a:pt x="19" y="56"/>
                                    <a:pt x="19" y="56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8"/>
                                    <a:pt x="18" y="58"/>
                                    <a:pt x="18" y="58"/>
                                  </a:cubicBezTo>
                                  <a:cubicBezTo>
                                    <a:pt x="16" y="59"/>
                                    <a:pt x="16" y="59"/>
                                    <a:pt x="16" y="59"/>
                                  </a:cubicBezTo>
                                  <a:cubicBezTo>
                                    <a:pt x="16" y="60"/>
                                    <a:pt x="16" y="60"/>
                                    <a:pt x="16" y="60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5"/>
                                    <a:pt x="17" y="65"/>
                                    <a:pt x="17" y="65"/>
                                  </a:cubicBezTo>
                                  <a:cubicBezTo>
                                    <a:pt x="19" y="66"/>
                                    <a:pt x="19" y="66"/>
                                    <a:pt x="19" y="66"/>
                                  </a:cubicBezTo>
                                  <a:cubicBezTo>
                                    <a:pt x="19" y="66"/>
                                    <a:pt x="19" y="66"/>
                                    <a:pt x="19" y="66"/>
                                  </a:cubicBezTo>
                                  <a:cubicBezTo>
                                    <a:pt x="19" y="67"/>
                                    <a:pt x="19" y="67"/>
                                    <a:pt x="19" y="67"/>
                                  </a:cubicBezTo>
                                  <a:cubicBezTo>
                                    <a:pt x="15" y="72"/>
                                    <a:pt x="15" y="72"/>
                                    <a:pt x="15" y="72"/>
                                  </a:cubicBezTo>
                                  <a:cubicBezTo>
                                    <a:pt x="15" y="74"/>
                                    <a:pt x="15" y="74"/>
                                    <a:pt x="15" y="74"/>
                                  </a:cubicBezTo>
                                  <a:cubicBezTo>
                                    <a:pt x="14" y="76"/>
                                    <a:pt x="14" y="76"/>
                                    <a:pt x="14" y="76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7" y="85"/>
                                    <a:pt x="7" y="85"/>
                                    <a:pt x="7" y="85"/>
                                  </a:cubicBezTo>
                                  <a:cubicBezTo>
                                    <a:pt x="9" y="93"/>
                                    <a:pt x="9" y="93"/>
                                    <a:pt x="9" y="93"/>
                                  </a:cubicBezTo>
                                  <a:cubicBezTo>
                                    <a:pt x="11" y="99"/>
                                    <a:pt x="11" y="99"/>
                                    <a:pt x="11" y="99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2" y="112"/>
                                    <a:pt x="12" y="112"/>
                                    <a:pt x="12" y="112"/>
                                  </a:cubicBezTo>
                                  <a:cubicBezTo>
                                    <a:pt x="12" y="118"/>
                                    <a:pt x="12" y="118"/>
                                    <a:pt x="12" y="118"/>
                                  </a:cubicBezTo>
                                  <a:cubicBezTo>
                                    <a:pt x="18" y="118"/>
                                    <a:pt x="18" y="118"/>
                                    <a:pt x="18" y="118"/>
                                  </a:cubicBezTo>
                                  <a:cubicBezTo>
                                    <a:pt x="19" y="117"/>
                                    <a:pt x="19" y="116"/>
                                    <a:pt x="18" y="115"/>
                                  </a:cubicBezTo>
                                  <a:cubicBezTo>
                                    <a:pt x="18" y="114"/>
                                    <a:pt x="18" y="114"/>
                                    <a:pt x="18" y="114"/>
                                  </a:cubicBezTo>
                                  <a:cubicBezTo>
                                    <a:pt x="17" y="114"/>
                                    <a:pt x="17" y="113"/>
                                    <a:pt x="17" y="113"/>
                                  </a:cubicBezTo>
                                  <a:cubicBezTo>
                                    <a:pt x="17" y="112"/>
                                    <a:pt x="17" y="111"/>
                                    <a:pt x="17" y="111"/>
                                  </a:cubicBezTo>
                                  <a:cubicBezTo>
                                    <a:pt x="18" y="109"/>
                                    <a:pt x="20" y="108"/>
                                    <a:pt x="20" y="107"/>
                                  </a:cubicBezTo>
                                  <a:cubicBezTo>
                                    <a:pt x="21" y="107"/>
                                    <a:pt x="21" y="107"/>
                                    <a:pt x="22" y="106"/>
                                  </a:cubicBezTo>
                                  <a:cubicBezTo>
                                    <a:pt x="24" y="106"/>
                                    <a:pt x="25" y="105"/>
                                    <a:pt x="27" y="104"/>
                                  </a:cubicBezTo>
                                  <a:cubicBezTo>
                                    <a:pt x="31" y="103"/>
                                    <a:pt x="35" y="102"/>
                                    <a:pt x="36" y="96"/>
                                  </a:cubicBezTo>
                                  <a:cubicBezTo>
                                    <a:pt x="34" y="97"/>
                                    <a:pt x="35" y="95"/>
                                    <a:pt x="35" y="94"/>
                                  </a:cubicBezTo>
                                  <a:cubicBezTo>
                                    <a:pt x="36" y="94"/>
                                    <a:pt x="36" y="94"/>
                                    <a:pt x="36" y="93"/>
                                  </a:cubicBezTo>
                                  <a:cubicBezTo>
                                    <a:pt x="36" y="92"/>
                                    <a:pt x="36" y="91"/>
                                    <a:pt x="36" y="90"/>
                                  </a:cubicBezTo>
                                  <a:cubicBezTo>
                                    <a:pt x="37" y="89"/>
                                    <a:pt x="37" y="88"/>
                                    <a:pt x="37" y="86"/>
                                  </a:cubicBezTo>
                                  <a:cubicBezTo>
                                    <a:pt x="37" y="85"/>
                                    <a:pt x="37" y="84"/>
                                    <a:pt x="35" y="84"/>
                                  </a:cubicBezTo>
                                  <a:cubicBezTo>
                                    <a:pt x="35" y="84"/>
                                    <a:pt x="35" y="83"/>
                                    <a:pt x="35" y="83"/>
                                  </a:cubicBezTo>
                                  <a:cubicBezTo>
                                    <a:pt x="35" y="82"/>
                                    <a:pt x="35" y="80"/>
                                    <a:pt x="34" y="80"/>
                                  </a:cubicBezTo>
                                  <a:cubicBezTo>
                                    <a:pt x="33" y="78"/>
                                    <a:pt x="33" y="77"/>
                                    <a:pt x="33" y="75"/>
                                  </a:cubicBezTo>
                                  <a:cubicBezTo>
                                    <a:pt x="33" y="74"/>
                                    <a:pt x="33" y="73"/>
                                    <a:pt x="32" y="73"/>
                                  </a:cubicBezTo>
                                  <a:cubicBezTo>
                                    <a:pt x="31" y="73"/>
                                    <a:pt x="31" y="71"/>
                                    <a:pt x="31" y="70"/>
                                  </a:cubicBezTo>
                                  <a:cubicBezTo>
                                    <a:pt x="31" y="70"/>
                                    <a:pt x="31" y="70"/>
                                    <a:pt x="31" y="69"/>
                                  </a:cubicBezTo>
                                  <a:cubicBezTo>
                                    <a:pt x="31" y="68"/>
                                    <a:pt x="32" y="67"/>
                                    <a:pt x="33" y="66"/>
                                  </a:cubicBezTo>
                                  <a:cubicBezTo>
                                    <a:pt x="33" y="66"/>
                                    <a:pt x="33" y="66"/>
                                    <a:pt x="33" y="66"/>
                                  </a:cubicBezTo>
                                  <a:cubicBezTo>
                                    <a:pt x="34" y="66"/>
                                    <a:pt x="34" y="65"/>
                                    <a:pt x="34" y="65"/>
                                  </a:cubicBezTo>
                                  <a:cubicBezTo>
                                    <a:pt x="36" y="64"/>
                                    <a:pt x="37" y="61"/>
                                    <a:pt x="40" y="60"/>
                                  </a:cubicBezTo>
                                  <a:cubicBezTo>
                                    <a:pt x="41" y="60"/>
                                    <a:pt x="41" y="60"/>
                                    <a:pt x="42" y="59"/>
                                  </a:cubicBezTo>
                                  <a:cubicBezTo>
                                    <a:pt x="42" y="58"/>
                                    <a:pt x="44" y="57"/>
                                    <a:pt x="45" y="55"/>
                                  </a:cubicBezTo>
                                  <a:cubicBezTo>
                                    <a:pt x="45" y="54"/>
                                    <a:pt x="47" y="53"/>
                                    <a:pt x="48" y="52"/>
                                  </a:cubicBezTo>
                                  <a:cubicBezTo>
                                    <a:pt x="49" y="51"/>
                                    <a:pt x="51" y="50"/>
                                    <a:pt x="53" y="49"/>
                                  </a:cubicBezTo>
                                  <a:cubicBezTo>
                                    <a:pt x="55" y="48"/>
                                    <a:pt x="57" y="47"/>
                                    <a:pt x="59" y="47"/>
                                  </a:cubicBezTo>
                                  <a:cubicBezTo>
                                    <a:pt x="59" y="46"/>
                                    <a:pt x="61" y="47"/>
                                    <a:pt x="61" y="46"/>
                                  </a:cubicBezTo>
                                  <a:cubicBezTo>
                                    <a:pt x="62" y="45"/>
                                    <a:pt x="63" y="44"/>
                                    <a:pt x="64" y="44"/>
                                  </a:cubicBezTo>
                                  <a:cubicBezTo>
                                    <a:pt x="65" y="43"/>
                                    <a:pt x="66" y="43"/>
                                    <a:pt x="66" y="41"/>
                                  </a:cubicBezTo>
                                  <a:cubicBezTo>
                                    <a:pt x="67" y="41"/>
                                    <a:pt x="67" y="40"/>
                                    <a:pt x="67" y="39"/>
                                  </a:cubicBezTo>
                                  <a:cubicBezTo>
                                    <a:pt x="69" y="38"/>
                                    <a:pt x="71" y="36"/>
                                    <a:pt x="71" y="34"/>
                                  </a:cubicBezTo>
                                  <a:cubicBezTo>
                                    <a:pt x="71" y="33"/>
                                    <a:pt x="71" y="32"/>
                                    <a:pt x="72" y="31"/>
                                  </a:cubicBezTo>
                                  <a:cubicBezTo>
                                    <a:pt x="72" y="30"/>
                                    <a:pt x="73" y="29"/>
                                    <a:pt x="72" y="29"/>
                                  </a:cubicBezTo>
                                  <a:cubicBezTo>
                                    <a:pt x="71" y="28"/>
                                    <a:pt x="71" y="27"/>
                                    <a:pt x="70" y="26"/>
                                  </a:cubicBezTo>
                                  <a:cubicBezTo>
                                    <a:pt x="70" y="21"/>
                                    <a:pt x="70" y="16"/>
                                    <a:pt x="70" y="11"/>
                                  </a:cubicBezTo>
                                  <a:cubicBezTo>
                                    <a:pt x="70" y="10"/>
                                    <a:pt x="70" y="9"/>
                                    <a:pt x="69" y="7"/>
                                  </a:cubicBezTo>
                                  <a:cubicBezTo>
                                    <a:pt x="69" y="7"/>
                                    <a:pt x="69" y="6"/>
                                    <a:pt x="70" y="6"/>
                                  </a:cubicBezTo>
                                  <a:cubicBezTo>
                                    <a:pt x="71" y="4"/>
                                    <a:pt x="70" y="1"/>
                                    <a:pt x="69" y="0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lnTo>
                                    <a:pt x="56" y="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6" name="Freeform 897">
                              <a:extLst>
                                <a:ext uri="{FF2B5EF4-FFF2-40B4-BE49-F238E27FC236}">
                                  <a16:creationId xmlns:a16="http://schemas.microsoft.com/office/drawing/2014/main" id="{CFEDE15C-E6BC-3244-AB5D-64E816AC17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05388" y="3805238"/>
                              <a:ext cx="341312" cy="269875"/>
                            </a:xfrm>
                            <a:custGeom>
                              <a:avLst/>
                              <a:gdLst>
                                <a:gd name="T0" fmla="*/ 82 w 82"/>
                                <a:gd name="T1" fmla="*/ 27 h 65"/>
                                <a:gd name="T2" fmla="*/ 79 w 82"/>
                                <a:gd name="T3" fmla="*/ 25 h 65"/>
                                <a:gd name="T4" fmla="*/ 77 w 82"/>
                                <a:gd name="T5" fmla="*/ 21 h 65"/>
                                <a:gd name="T6" fmla="*/ 77 w 82"/>
                                <a:gd name="T7" fmla="*/ 20 h 65"/>
                                <a:gd name="T8" fmla="*/ 77 w 82"/>
                                <a:gd name="T9" fmla="*/ 20 h 65"/>
                                <a:gd name="T10" fmla="*/ 78 w 82"/>
                                <a:gd name="T11" fmla="*/ 19 h 65"/>
                                <a:gd name="T12" fmla="*/ 77 w 82"/>
                                <a:gd name="T13" fmla="*/ 18 h 65"/>
                                <a:gd name="T14" fmla="*/ 77 w 82"/>
                                <a:gd name="T15" fmla="*/ 11 h 65"/>
                                <a:gd name="T16" fmla="*/ 76 w 82"/>
                                <a:gd name="T17" fmla="*/ 10 h 65"/>
                                <a:gd name="T18" fmla="*/ 77 w 82"/>
                                <a:gd name="T19" fmla="*/ 9 h 65"/>
                                <a:gd name="T20" fmla="*/ 74 w 82"/>
                                <a:gd name="T21" fmla="*/ 7 h 65"/>
                                <a:gd name="T22" fmla="*/ 74 w 82"/>
                                <a:gd name="T23" fmla="*/ 7 h 65"/>
                                <a:gd name="T24" fmla="*/ 73 w 82"/>
                                <a:gd name="T25" fmla="*/ 6 h 65"/>
                                <a:gd name="T26" fmla="*/ 69 w 82"/>
                                <a:gd name="T27" fmla="*/ 4 h 65"/>
                                <a:gd name="T28" fmla="*/ 67 w 82"/>
                                <a:gd name="T29" fmla="*/ 6 h 65"/>
                                <a:gd name="T30" fmla="*/ 66 w 82"/>
                                <a:gd name="T31" fmla="*/ 6 h 65"/>
                                <a:gd name="T32" fmla="*/ 60 w 82"/>
                                <a:gd name="T33" fmla="*/ 6 h 65"/>
                                <a:gd name="T34" fmla="*/ 59 w 82"/>
                                <a:gd name="T35" fmla="*/ 6 h 65"/>
                                <a:gd name="T36" fmla="*/ 57 w 82"/>
                                <a:gd name="T37" fmla="*/ 6 h 65"/>
                                <a:gd name="T38" fmla="*/ 53 w 82"/>
                                <a:gd name="T39" fmla="*/ 0 h 65"/>
                                <a:gd name="T40" fmla="*/ 53 w 82"/>
                                <a:gd name="T41" fmla="*/ 0 h 65"/>
                                <a:gd name="T42" fmla="*/ 48 w 82"/>
                                <a:gd name="T43" fmla="*/ 3 h 65"/>
                                <a:gd name="T44" fmla="*/ 45 w 82"/>
                                <a:gd name="T45" fmla="*/ 11 h 65"/>
                                <a:gd name="T46" fmla="*/ 42 w 82"/>
                                <a:gd name="T47" fmla="*/ 16 h 65"/>
                                <a:gd name="T48" fmla="*/ 37 w 82"/>
                                <a:gd name="T49" fmla="*/ 19 h 65"/>
                                <a:gd name="T50" fmla="*/ 33 w 82"/>
                                <a:gd name="T51" fmla="*/ 21 h 65"/>
                                <a:gd name="T52" fmla="*/ 31 w 82"/>
                                <a:gd name="T53" fmla="*/ 22 h 65"/>
                                <a:gd name="T54" fmla="*/ 27 w 82"/>
                                <a:gd name="T55" fmla="*/ 26 h 65"/>
                                <a:gd name="T56" fmla="*/ 26 w 82"/>
                                <a:gd name="T57" fmla="*/ 29 h 65"/>
                                <a:gd name="T58" fmla="*/ 26 w 82"/>
                                <a:gd name="T59" fmla="*/ 32 h 65"/>
                                <a:gd name="T60" fmla="*/ 23 w 82"/>
                                <a:gd name="T61" fmla="*/ 35 h 65"/>
                                <a:gd name="T62" fmla="*/ 23 w 82"/>
                                <a:gd name="T63" fmla="*/ 43 h 65"/>
                                <a:gd name="T64" fmla="*/ 24 w 82"/>
                                <a:gd name="T65" fmla="*/ 47 h 65"/>
                                <a:gd name="T66" fmla="*/ 23 w 82"/>
                                <a:gd name="T67" fmla="*/ 48 h 65"/>
                                <a:gd name="T68" fmla="*/ 19 w 82"/>
                                <a:gd name="T69" fmla="*/ 54 h 65"/>
                                <a:gd name="T70" fmla="*/ 12 w 82"/>
                                <a:gd name="T71" fmla="*/ 60 h 65"/>
                                <a:gd name="T72" fmla="*/ 5 w 82"/>
                                <a:gd name="T73" fmla="*/ 63 h 65"/>
                                <a:gd name="T74" fmla="*/ 0 w 82"/>
                                <a:gd name="T75" fmla="*/ 65 h 65"/>
                                <a:gd name="T76" fmla="*/ 30 w 82"/>
                                <a:gd name="T77" fmla="*/ 65 h 65"/>
                                <a:gd name="T78" fmla="*/ 30 w 82"/>
                                <a:gd name="T79" fmla="*/ 57 h 65"/>
                                <a:gd name="T80" fmla="*/ 36 w 82"/>
                                <a:gd name="T81" fmla="*/ 52 h 65"/>
                                <a:gd name="T82" fmla="*/ 40 w 82"/>
                                <a:gd name="T83" fmla="*/ 51 h 65"/>
                                <a:gd name="T84" fmla="*/ 43 w 82"/>
                                <a:gd name="T85" fmla="*/ 51 h 65"/>
                                <a:gd name="T86" fmla="*/ 49 w 82"/>
                                <a:gd name="T87" fmla="*/ 50 h 65"/>
                                <a:gd name="T88" fmla="*/ 51 w 82"/>
                                <a:gd name="T89" fmla="*/ 51 h 65"/>
                                <a:gd name="T90" fmla="*/ 55 w 82"/>
                                <a:gd name="T91" fmla="*/ 46 h 65"/>
                                <a:gd name="T92" fmla="*/ 59 w 82"/>
                                <a:gd name="T93" fmla="*/ 43 h 65"/>
                                <a:gd name="T94" fmla="*/ 64 w 82"/>
                                <a:gd name="T95" fmla="*/ 42 h 65"/>
                                <a:gd name="T96" fmla="*/ 64 w 82"/>
                                <a:gd name="T97" fmla="*/ 40 h 65"/>
                                <a:gd name="T98" fmla="*/ 64 w 82"/>
                                <a:gd name="T99" fmla="*/ 39 h 65"/>
                                <a:gd name="T100" fmla="*/ 63 w 82"/>
                                <a:gd name="T101" fmla="*/ 37 h 65"/>
                                <a:gd name="T102" fmla="*/ 64 w 82"/>
                                <a:gd name="T103" fmla="*/ 34 h 65"/>
                                <a:gd name="T104" fmla="*/ 69 w 82"/>
                                <a:gd name="T105" fmla="*/ 33 h 65"/>
                                <a:gd name="T106" fmla="*/ 69 w 82"/>
                                <a:gd name="T107" fmla="*/ 30 h 65"/>
                                <a:gd name="T108" fmla="*/ 77 w 82"/>
                                <a:gd name="T109" fmla="*/ 30 h 65"/>
                                <a:gd name="T110" fmla="*/ 81 w 82"/>
                                <a:gd name="T111" fmla="*/ 31 h 65"/>
                                <a:gd name="T112" fmla="*/ 81 w 82"/>
                                <a:gd name="T113" fmla="*/ 30 h 65"/>
                                <a:gd name="T114" fmla="*/ 80 w 82"/>
                                <a:gd name="T115" fmla="*/ 29 h 65"/>
                                <a:gd name="T116" fmla="*/ 82 w 82"/>
                                <a:gd name="T117" fmla="*/ 27 h 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2" h="65">
                                  <a:moveTo>
                                    <a:pt x="82" y="27"/>
                                  </a:moveTo>
                                  <a:cubicBezTo>
                                    <a:pt x="79" y="25"/>
                                    <a:pt x="79" y="25"/>
                                    <a:pt x="79" y="25"/>
                                  </a:cubicBezTo>
                                  <a:cubicBezTo>
                                    <a:pt x="77" y="21"/>
                                    <a:pt x="77" y="21"/>
                                    <a:pt x="77" y="21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1"/>
                                    <a:pt x="77" y="11"/>
                                    <a:pt x="77" y="11"/>
                                  </a:cubicBezTo>
                                  <a:cubicBezTo>
                                    <a:pt x="76" y="10"/>
                                    <a:pt x="76" y="10"/>
                                    <a:pt x="76" y="10"/>
                                  </a:cubicBezTo>
                                  <a:cubicBezTo>
                                    <a:pt x="77" y="9"/>
                                    <a:pt x="77" y="9"/>
                                    <a:pt x="77" y="9"/>
                                  </a:cubicBezTo>
                                  <a:cubicBezTo>
                                    <a:pt x="74" y="7"/>
                                    <a:pt x="74" y="7"/>
                                    <a:pt x="74" y="7"/>
                                  </a:cubicBezTo>
                                  <a:cubicBezTo>
                                    <a:pt x="74" y="7"/>
                                    <a:pt x="74" y="7"/>
                                    <a:pt x="74" y="7"/>
                                  </a:cubicBezTo>
                                  <a:cubicBezTo>
                                    <a:pt x="73" y="6"/>
                                    <a:pt x="73" y="6"/>
                                    <a:pt x="73" y="6"/>
                                  </a:cubicBezTo>
                                  <a:cubicBezTo>
                                    <a:pt x="70" y="7"/>
                                    <a:pt x="70" y="7"/>
                                    <a:pt x="69" y="4"/>
                                  </a:cubicBezTo>
                                  <a:cubicBezTo>
                                    <a:pt x="68" y="5"/>
                                    <a:pt x="68" y="6"/>
                                    <a:pt x="67" y="6"/>
                                  </a:cubicBezTo>
                                  <a:cubicBezTo>
                                    <a:pt x="67" y="6"/>
                                    <a:pt x="66" y="6"/>
                                    <a:pt x="66" y="6"/>
                                  </a:cubicBezTo>
                                  <a:cubicBezTo>
                                    <a:pt x="64" y="6"/>
                                    <a:pt x="62" y="5"/>
                                    <a:pt x="60" y="6"/>
                                  </a:cubicBezTo>
                                  <a:cubicBezTo>
                                    <a:pt x="60" y="7"/>
                                    <a:pt x="59" y="7"/>
                                    <a:pt x="59" y="6"/>
                                  </a:cubicBezTo>
                                  <a:cubicBezTo>
                                    <a:pt x="58" y="6"/>
                                    <a:pt x="57" y="6"/>
                                    <a:pt x="57" y="6"/>
                                  </a:cubicBezTo>
                                  <a:cubicBezTo>
                                    <a:pt x="56" y="4"/>
                                    <a:pt x="53" y="3"/>
                                    <a:pt x="53" y="0"/>
                                  </a:cubicBezTo>
                                  <a:cubicBezTo>
                                    <a:pt x="53" y="0"/>
                                    <a:pt x="53" y="0"/>
                                    <a:pt x="53" y="0"/>
                                  </a:cubicBezTo>
                                  <a:cubicBezTo>
                                    <a:pt x="52" y="0"/>
                                    <a:pt x="48" y="2"/>
                                    <a:pt x="48" y="3"/>
                                  </a:cubicBezTo>
                                  <a:cubicBezTo>
                                    <a:pt x="48" y="5"/>
                                    <a:pt x="47" y="8"/>
                                    <a:pt x="45" y="11"/>
                                  </a:cubicBezTo>
                                  <a:cubicBezTo>
                                    <a:pt x="44" y="13"/>
                                    <a:pt x="44" y="15"/>
                                    <a:pt x="42" y="16"/>
                                  </a:cubicBezTo>
                                  <a:cubicBezTo>
                                    <a:pt x="41" y="17"/>
                                    <a:pt x="39" y="18"/>
                                    <a:pt x="37" y="19"/>
                                  </a:cubicBezTo>
                                  <a:cubicBezTo>
                                    <a:pt x="36" y="20"/>
                                    <a:pt x="34" y="20"/>
                                    <a:pt x="33" y="21"/>
                                  </a:cubicBezTo>
                                  <a:cubicBezTo>
                                    <a:pt x="32" y="21"/>
                                    <a:pt x="31" y="21"/>
                                    <a:pt x="31" y="22"/>
                                  </a:cubicBezTo>
                                  <a:cubicBezTo>
                                    <a:pt x="30" y="24"/>
                                    <a:pt x="29" y="25"/>
                                    <a:pt x="27" y="26"/>
                                  </a:cubicBezTo>
                                  <a:cubicBezTo>
                                    <a:pt x="27" y="27"/>
                                    <a:pt x="26" y="28"/>
                                    <a:pt x="26" y="29"/>
                                  </a:cubicBezTo>
                                  <a:cubicBezTo>
                                    <a:pt x="26" y="30"/>
                                    <a:pt x="26" y="31"/>
                                    <a:pt x="26" y="32"/>
                                  </a:cubicBezTo>
                                  <a:cubicBezTo>
                                    <a:pt x="24" y="33"/>
                                    <a:pt x="24" y="34"/>
                                    <a:pt x="23" y="35"/>
                                  </a:cubicBezTo>
                                  <a:cubicBezTo>
                                    <a:pt x="22" y="38"/>
                                    <a:pt x="22" y="41"/>
                                    <a:pt x="23" y="43"/>
                                  </a:cubicBezTo>
                                  <a:cubicBezTo>
                                    <a:pt x="23" y="44"/>
                                    <a:pt x="24" y="45"/>
                                    <a:pt x="24" y="47"/>
                                  </a:cubicBezTo>
                                  <a:cubicBezTo>
                                    <a:pt x="23" y="47"/>
                                    <a:pt x="23" y="48"/>
                                    <a:pt x="23" y="48"/>
                                  </a:cubicBezTo>
                                  <a:cubicBezTo>
                                    <a:pt x="21" y="50"/>
                                    <a:pt x="21" y="52"/>
                                    <a:pt x="19" y="54"/>
                                  </a:cubicBezTo>
                                  <a:cubicBezTo>
                                    <a:pt x="17" y="56"/>
                                    <a:pt x="13" y="57"/>
                                    <a:pt x="12" y="60"/>
                                  </a:cubicBezTo>
                                  <a:cubicBezTo>
                                    <a:pt x="9" y="61"/>
                                    <a:pt x="7" y="63"/>
                                    <a:pt x="5" y="63"/>
                                  </a:cubicBezTo>
                                  <a:cubicBezTo>
                                    <a:pt x="3" y="63"/>
                                    <a:pt x="1" y="63"/>
                                    <a:pt x="0" y="65"/>
                                  </a:cubicBezTo>
                                  <a:cubicBezTo>
                                    <a:pt x="30" y="65"/>
                                    <a:pt x="30" y="65"/>
                                    <a:pt x="30" y="65"/>
                                  </a:cubicBezTo>
                                  <a:cubicBezTo>
                                    <a:pt x="30" y="57"/>
                                    <a:pt x="30" y="57"/>
                                    <a:pt x="30" y="57"/>
                                  </a:cubicBezTo>
                                  <a:cubicBezTo>
                                    <a:pt x="36" y="52"/>
                                    <a:pt x="36" y="52"/>
                                    <a:pt x="36" y="52"/>
                                  </a:cubicBezTo>
                                  <a:cubicBezTo>
                                    <a:pt x="40" y="51"/>
                                    <a:pt x="40" y="51"/>
                                    <a:pt x="40" y="51"/>
                                  </a:cubicBezTo>
                                  <a:cubicBezTo>
                                    <a:pt x="43" y="51"/>
                                    <a:pt x="43" y="51"/>
                                    <a:pt x="43" y="51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5" y="46"/>
                                    <a:pt x="55" y="46"/>
                                    <a:pt x="55" y="46"/>
                                  </a:cubicBezTo>
                                  <a:cubicBezTo>
                                    <a:pt x="55" y="46"/>
                                    <a:pt x="59" y="43"/>
                                    <a:pt x="59" y="43"/>
                                  </a:cubicBezTo>
                                  <a:cubicBezTo>
                                    <a:pt x="60" y="43"/>
                                    <a:pt x="64" y="42"/>
                                    <a:pt x="64" y="42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4" y="34"/>
                                    <a:pt x="64" y="34"/>
                                    <a:pt x="64" y="34"/>
                                  </a:cubicBezTo>
                                  <a:cubicBezTo>
                                    <a:pt x="69" y="33"/>
                                    <a:pt x="69" y="33"/>
                                    <a:pt x="69" y="33"/>
                                  </a:cubicBezTo>
                                  <a:cubicBezTo>
                                    <a:pt x="69" y="30"/>
                                    <a:pt x="69" y="30"/>
                                    <a:pt x="69" y="30"/>
                                  </a:cubicBezTo>
                                  <a:cubicBezTo>
                                    <a:pt x="77" y="30"/>
                                    <a:pt x="77" y="30"/>
                                    <a:pt x="77" y="30"/>
                                  </a:cubicBezTo>
                                  <a:cubicBezTo>
                                    <a:pt x="81" y="31"/>
                                    <a:pt x="81" y="31"/>
                                    <a:pt x="81" y="31"/>
                                  </a:cubicBezTo>
                                  <a:cubicBezTo>
                                    <a:pt x="81" y="30"/>
                                    <a:pt x="81" y="30"/>
                                    <a:pt x="81" y="30"/>
                                  </a:cubicBezTo>
                                  <a:cubicBezTo>
                                    <a:pt x="80" y="29"/>
                                    <a:pt x="80" y="29"/>
                                    <a:pt x="80" y="29"/>
                                  </a:cubicBezTo>
                                  <a:lnTo>
                                    <a:pt x="82" y="2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7" name="Freeform 898">
                              <a:extLst>
                                <a:ext uri="{FF2B5EF4-FFF2-40B4-BE49-F238E27FC236}">
                                  <a16:creationId xmlns:a16="http://schemas.microsoft.com/office/drawing/2014/main" id="{DAADF04D-817D-5D71-26C1-1AE15F0F40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994525" y="5470525"/>
                              <a:ext cx="12700" cy="17463"/>
                            </a:xfrm>
                            <a:custGeom>
                              <a:avLst/>
                              <a:gdLst>
                                <a:gd name="T0" fmla="*/ 3 w 3"/>
                                <a:gd name="T1" fmla="*/ 2 h 4"/>
                                <a:gd name="T2" fmla="*/ 2 w 3"/>
                                <a:gd name="T3" fmla="*/ 0 h 4"/>
                                <a:gd name="T4" fmla="*/ 0 w 3"/>
                                <a:gd name="T5" fmla="*/ 3 h 4"/>
                                <a:gd name="T6" fmla="*/ 1 w 3"/>
                                <a:gd name="T7" fmla="*/ 4 h 4"/>
                                <a:gd name="T8" fmla="*/ 3 w 3"/>
                                <a:gd name="T9" fmla="*/ 2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3" h="4">
                                  <a:moveTo>
                                    <a:pt x="3" y="2"/>
                                  </a:moveTo>
                                  <a:cubicBezTo>
                                    <a:pt x="3" y="1"/>
                                    <a:pt x="3" y="0"/>
                                    <a:pt x="2" y="0"/>
                                  </a:cubicBezTo>
                                  <a:cubicBezTo>
                                    <a:pt x="2" y="0"/>
                                    <a:pt x="0" y="2"/>
                                    <a:pt x="0" y="3"/>
                                  </a:cubicBezTo>
                                  <a:cubicBezTo>
                                    <a:pt x="0" y="3"/>
                                    <a:pt x="1" y="4"/>
                                    <a:pt x="1" y="4"/>
                                  </a:cubicBezTo>
                                  <a:cubicBezTo>
                                    <a:pt x="2" y="4"/>
                                    <a:pt x="3" y="2"/>
                                    <a:pt x="3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8" name="Freeform 899">
                              <a:extLst>
                                <a:ext uri="{FF2B5EF4-FFF2-40B4-BE49-F238E27FC236}">
                                  <a16:creationId xmlns:a16="http://schemas.microsoft.com/office/drawing/2014/main" id="{D81531E6-615E-A4B6-4812-4C86577A1C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92675" y="4087813"/>
                              <a:ext cx="346075" cy="379413"/>
                            </a:xfrm>
                            <a:custGeom>
                              <a:avLst/>
                              <a:gdLst>
                                <a:gd name="T0" fmla="*/ 35 w 83"/>
                                <a:gd name="T1" fmla="*/ 91 h 91"/>
                                <a:gd name="T2" fmla="*/ 35 w 83"/>
                                <a:gd name="T3" fmla="*/ 89 h 91"/>
                                <a:gd name="T4" fmla="*/ 35 w 83"/>
                                <a:gd name="T5" fmla="*/ 87 h 91"/>
                                <a:gd name="T6" fmla="*/ 36 w 83"/>
                                <a:gd name="T7" fmla="*/ 86 h 91"/>
                                <a:gd name="T8" fmla="*/ 38 w 83"/>
                                <a:gd name="T9" fmla="*/ 85 h 91"/>
                                <a:gd name="T10" fmla="*/ 41 w 83"/>
                                <a:gd name="T11" fmla="*/ 89 h 91"/>
                                <a:gd name="T12" fmla="*/ 43 w 83"/>
                                <a:gd name="T13" fmla="*/ 87 h 91"/>
                                <a:gd name="T14" fmla="*/ 52 w 83"/>
                                <a:gd name="T15" fmla="*/ 87 h 91"/>
                                <a:gd name="T16" fmla="*/ 52 w 83"/>
                                <a:gd name="T17" fmla="*/ 85 h 91"/>
                                <a:gd name="T18" fmla="*/ 52 w 83"/>
                                <a:gd name="T19" fmla="*/ 86 h 91"/>
                                <a:gd name="T20" fmla="*/ 78 w 83"/>
                                <a:gd name="T21" fmla="*/ 86 h 91"/>
                                <a:gd name="T22" fmla="*/ 79 w 83"/>
                                <a:gd name="T23" fmla="*/ 81 h 91"/>
                                <a:gd name="T24" fmla="*/ 79 w 83"/>
                                <a:gd name="T25" fmla="*/ 80 h 91"/>
                                <a:gd name="T26" fmla="*/ 77 w 83"/>
                                <a:gd name="T27" fmla="*/ 79 h 91"/>
                                <a:gd name="T28" fmla="*/ 71 w 83"/>
                                <a:gd name="T29" fmla="*/ 17 h 91"/>
                                <a:gd name="T30" fmla="*/ 83 w 83"/>
                                <a:gd name="T31" fmla="*/ 17 h 91"/>
                                <a:gd name="T32" fmla="*/ 57 w 83"/>
                                <a:gd name="T33" fmla="*/ 0 h 91"/>
                                <a:gd name="T34" fmla="*/ 57 w 83"/>
                                <a:gd name="T35" fmla="*/ 10 h 91"/>
                                <a:gd name="T36" fmla="*/ 34 w 83"/>
                                <a:gd name="T37" fmla="*/ 10 h 91"/>
                                <a:gd name="T38" fmla="*/ 34 w 83"/>
                                <a:gd name="T39" fmla="*/ 29 h 91"/>
                                <a:gd name="T40" fmla="*/ 30 w 83"/>
                                <a:gd name="T41" fmla="*/ 30 h 91"/>
                                <a:gd name="T42" fmla="*/ 26 w 83"/>
                                <a:gd name="T43" fmla="*/ 33 h 91"/>
                                <a:gd name="T44" fmla="*/ 27 w 83"/>
                                <a:gd name="T45" fmla="*/ 44 h 91"/>
                                <a:gd name="T46" fmla="*/ 1 w 83"/>
                                <a:gd name="T47" fmla="*/ 45 h 91"/>
                                <a:gd name="T48" fmla="*/ 0 w 83"/>
                                <a:gd name="T49" fmla="*/ 49 h 91"/>
                                <a:gd name="T50" fmla="*/ 1 w 83"/>
                                <a:gd name="T51" fmla="*/ 47 h 91"/>
                                <a:gd name="T52" fmla="*/ 1 w 83"/>
                                <a:gd name="T53" fmla="*/ 47 h 91"/>
                                <a:gd name="T54" fmla="*/ 5 w 83"/>
                                <a:gd name="T55" fmla="*/ 52 h 91"/>
                                <a:gd name="T56" fmla="*/ 5 w 83"/>
                                <a:gd name="T57" fmla="*/ 58 h 91"/>
                                <a:gd name="T58" fmla="*/ 5 w 83"/>
                                <a:gd name="T59" fmla="*/ 59 h 91"/>
                                <a:gd name="T60" fmla="*/ 5 w 83"/>
                                <a:gd name="T61" fmla="*/ 61 h 91"/>
                                <a:gd name="T62" fmla="*/ 6 w 83"/>
                                <a:gd name="T63" fmla="*/ 62 h 91"/>
                                <a:gd name="T64" fmla="*/ 7 w 83"/>
                                <a:gd name="T65" fmla="*/ 65 h 91"/>
                                <a:gd name="T66" fmla="*/ 7 w 83"/>
                                <a:gd name="T67" fmla="*/ 73 h 91"/>
                                <a:gd name="T68" fmla="*/ 6 w 83"/>
                                <a:gd name="T69" fmla="*/ 74 h 91"/>
                                <a:gd name="T70" fmla="*/ 5 w 83"/>
                                <a:gd name="T71" fmla="*/ 78 h 91"/>
                                <a:gd name="T72" fmla="*/ 4 w 83"/>
                                <a:gd name="T73" fmla="*/ 81 h 91"/>
                                <a:gd name="T74" fmla="*/ 5 w 83"/>
                                <a:gd name="T75" fmla="*/ 79 h 91"/>
                                <a:gd name="T76" fmla="*/ 9 w 83"/>
                                <a:gd name="T77" fmla="*/ 80 h 91"/>
                                <a:gd name="T78" fmla="*/ 14 w 83"/>
                                <a:gd name="T79" fmla="*/ 78 h 91"/>
                                <a:gd name="T80" fmla="*/ 18 w 83"/>
                                <a:gd name="T81" fmla="*/ 78 h 91"/>
                                <a:gd name="T82" fmla="*/ 21 w 83"/>
                                <a:gd name="T83" fmla="*/ 81 h 91"/>
                                <a:gd name="T84" fmla="*/ 24 w 83"/>
                                <a:gd name="T85" fmla="*/ 82 h 91"/>
                                <a:gd name="T86" fmla="*/ 25 w 83"/>
                                <a:gd name="T87" fmla="*/ 82 h 91"/>
                                <a:gd name="T88" fmla="*/ 25 w 83"/>
                                <a:gd name="T89" fmla="*/ 85 h 91"/>
                                <a:gd name="T90" fmla="*/ 28 w 83"/>
                                <a:gd name="T91" fmla="*/ 86 h 91"/>
                                <a:gd name="T92" fmla="*/ 29 w 83"/>
                                <a:gd name="T93" fmla="*/ 89 h 91"/>
                                <a:gd name="T94" fmla="*/ 32 w 83"/>
                                <a:gd name="T95" fmla="*/ 91 h 91"/>
                                <a:gd name="T96" fmla="*/ 34 w 83"/>
                                <a:gd name="T97" fmla="*/ 91 h 91"/>
                                <a:gd name="T98" fmla="*/ 35 w 83"/>
                                <a:gd name="T99" fmla="*/ 91 h 9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83" h="91">
                                  <a:moveTo>
                                    <a:pt x="35" y="91"/>
                                  </a:moveTo>
                                  <a:cubicBezTo>
                                    <a:pt x="35" y="91"/>
                                    <a:pt x="35" y="89"/>
                                    <a:pt x="35" y="89"/>
                                  </a:cubicBezTo>
                                  <a:cubicBezTo>
                                    <a:pt x="35" y="89"/>
                                    <a:pt x="35" y="88"/>
                                    <a:pt x="35" y="87"/>
                                  </a:cubicBezTo>
                                  <a:cubicBezTo>
                                    <a:pt x="36" y="87"/>
                                    <a:pt x="36" y="86"/>
                                    <a:pt x="36" y="86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41" y="89"/>
                                    <a:pt x="41" y="89"/>
                                    <a:pt x="41" y="89"/>
                                  </a:cubicBezTo>
                                  <a:cubicBezTo>
                                    <a:pt x="43" y="87"/>
                                    <a:pt x="43" y="87"/>
                                    <a:pt x="43" y="87"/>
                                  </a:cubicBezTo>
                                  <a:cubicBezTo>
                                    <a:pt x="52" y="87"/>
                                    <a:pt x="52" y="87"/>
                                    <a:pt x="52" y="87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6"/>
                                    <a:pt x="52" y="86"/>
                                    <a:pt x="52" y="86"/>
                                  </a:cubicBezTo>
                                  <a:cubicBezTo>
                                    <a:pt x="78" y="86"/>
                                    <a:pt x="78" y="86"/>
                                    <a:pt x="78" y="86"/>
                                  </a:cubicBezTo>
                                  <a:cubicBezTo>
                                    <a:pt x="79" y="81"/>
                                    <a:pt x="79" y="81"/>
                                    <a:pt x="79" y="81"/>
                                  </a:cubicBezTo>
                                  <a:cubicBezTo>
                                    <a:pt x="79" y="81"/>
                                    <a:pt x="79" y="80"/>
                                    <a:pt x="79" y="80"/>
                                  </a:cubicBezTo>
                                  <a:cubicBezTo>
                                    <a:pt x="79" y="80"/>
                                    <a:pt x="77" y="79"/>
                                    <a:pt x="77" y="79"/>
                                  </a:cubicBezTo>
                                  <a:cubicBezTo>
                                    <a:pt x="71" y="17"/>
                                    <a:pt x="71" y="17"/>
                                    <a:pt x="71" y="17"/>
                                  </a:cubicBezTo>
                                  <a:cubicBezTo>
                                    <a:pt x="83" y="17"/>
                                    <a:pt x="83" y="17"/>
                                    <a:pt x="83" y="17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7" y="10"/>
                                    <a:pt x="57" y="10"/>
                                    <a:pt x="57" y="10"/>
                                  </a:cubicBezTo>
                                  <a:cubicBezTo>
                                    <a:pt x="34" y="10"/>
                                    <a:pt x="34" y="10"/>
                                    <a:pt x="34" y="10"/>
                                  </a:cubicBezTo>
                                  <a:cubicBezTo>
                                    <a:pt x="34" y="29"/>
                                    <a:pt x="34" y="29"/>
                                    <a:pt x="34" y="29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1" y="45"/>
                                    <a:pt x="1" y="45"/>
                                    <a:pt x="1" y="45"/>
                                  </a:cubicBezTo>
                                  <a:cubicBezTo>
                                    <a:pt x="0" y="46"/>
                                    <a:pt x="0" y="47"/>
                                    <a:pt x="0" y="49"/>
                                  </a:cubicBezTo>
                                  <a:cubicBezTo>
                                    <a:pt x="1" y="48"/>
                                    <a:pt x="0" y="47"/>
                                    <a:pt x="1" y="47"/>
                                  </a:cubicBezTo>
                                  <a:cubicBezTo>
                                    <a:pt x="1" y="47"/>
                                    <a:pt x="1" y="47"/>
                                    <a:pt x="1" y="47"/>
                                  </a:cubicBezTo>
                                  <a:cubicBezTo>
                                    <a:pt x="2" y="49"/>
                                    <a:pt x="4" y="50"/>
                                    <a:pt x="5" y="52"/>
                                  </a:cubicBezTo>
                                  <a:cubicBezTo>
                                    <a:pt x="6" y="54"/>
                                    <a:pt x="6" y="56"/>
                                    <a:pt x="5" y="58"/>
                                  </a:cubicBezTo>
                                  <a:cubicBezTo>
                                    <a:pt x="4" y="58"/>
                                    <a:pt x="4" y="58"/>
                                    <a:pt x="5" y="59"/>
                                  </a:cubicBezTo>
                                  <a:cubicBezTo>
                                    <a:pt x="4" y="60"/>
                                    <a:pt x="4" y="61"/>
                                    <a:pt x="5" y="61"/>
                                  </a:cubicBezTo>
                                  <a:cubicBezTo>
                                    <a:pt x="6" y="61"/>
                                    <a:pt x="6" y="62"/>
                                    <a:pt x="6" y="62"/>
                                  </a:cubicBezTo>
                                  <a:cubicBezTo>
                                    <a:pt x="6" y="63"/>
                                    <a:pt x="7" y="64"/>
                                    <a:pt x="7" y="65"/>
                                  </a:cubicBezTo>
                                  <a:cubicBezTo>
                                    <a:pt x="7" y="68"/>
                                    <a:pt x="7" y="70"/>
                                    <a:pt x="7" y="73"/>
                                  </a:cubicBezTo>
                                  <a:cubicBezTo>
                                    <a:pt x="6" y="73"/>
                                    <a:pt x="6" y="74"/>
                                    <a:pt x="6" y="74"/>
                                  </a:cubicBezTo>
                                  <a:cubicBezTo>
                                    <a:pt x="6" y="75"/>
                                    <a:pt x="5" y="77"/>
                                    <a:pt x="5" y="78"/>
                                  </a:cubicBezTo>
                                  <a:cubicBezTo>
                                    <a:pt x="5" y="79"/>
                                    <a:pt x="4" y="80"/>
                                    <a:pt x="4" y="81"/>
                                  </a:cubicBezTo>
                                  <a:cubicBezTo>
                                    <a:pt x="5" y="79"/>
                                    <a:pt x="5" y="79"/>
                                    <a:pt x="5" y="79"/>
                                  </a:cubicBezTo>
                                  <a:cubicBezTo>
                                    <a:pt x="9" y="80"/>
                                    <a:pt x="9" y="80"/>
                                    <a:pt x="9" y="80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8" y="78"/>
                                    <a:pt x="18" y="78"/>
                                    <a:pt x="18" y="78"/>
                                  </a:cubicBezTo>
                                  <a:cubicBezTo>
                                    <a:pt x="21" y="81"/>
                                    <a:pt x="21" y="81"/>
                                    <a:pt x="21" y="81"/>
                                  </a:cubicBezTo>
                                  <a:cubicBezTo>
                                    <a:pt x="24" y="82"/>
                                    <a:pt x="24" y="82"/>
                                    <a:pt x="24" y="82"/>
                                  </a:cubicBezTo>
                                  <a:cubicBezTo>
                                    <a:pt x="25" y="82"/>
                                    <a:pt x="25" y="82"/>
                                    <a:pt x="25" y="82"/>
                                  </a:cubicBezTo>
                                  <a:cubicBezTo>
                                    <a:pt x="25" y="85"/>
                                    <a:pt x="25" y="85"/>
                                    <a:pt x="25" y="85"/>
                                  </a:cubicBezTo>
                                  <a:cubicBezTo>
                                    <a:pt x="28" y="86"/>
                                    <a:pt x="28" y="86"/>
                                    <a:pt x="28" y="86"/>
                                  </a:cubicBezTo>
                                  <a:cubicBezTo>
                                    <a:pt x="29" y="89"/>
                                    <a:pt x="29" y="89"/>
                                    <a:pt x="29" y="89"/>
                                  </a:cubicBezTo>
                                  <a:cubicBezTo>
                                    <a:pt x="32" y="91"/>
                                    <a:pt x="32" y="91"/>
                                    <a:pt x="32" y="91"/>
                                  </a:cubicBezTo>
                                  <a:cubicBezTo>
                                    <a:pt x="34" y="91"/>
                                    <a:pt x="34" y="91"/>
                                    <a:pt x="34" y="91"/>
                                  </a:cubicBezTo>
                                  <a:lnTo>
                                    <a:pt x="35" y="9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9" name="Freeform 900">
                              <a:extLst>
                                <a:ext uri="{FF2B5EF4-FFF2-40B4-BE49-F238E27FC236}">
                                  <a16:creationId xmlns:a16="http://schemas.microsoft.com/office/drawing/2014/main" id="{1AC5670D-E544-3273-E8DB-E28BEEB68A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26025" y="4159250"/>
                              <a:ext cx="466725" cy="446088"/>
                            </a:xfrm>
                            <a:custGeom>
                              <a:avLst/>
                              <a:gdLst>
                                <a:gd name="T0" fmla="*/ 107 w 112"/>
                                <a:gd name="T1" fmla="*/ 70 h 107"/>
                                <a:gd name="T2" fmla="*/ 112 w 112"/>
                                <a:gd name="T3" fmla="*/ 63 h 107"/>
                                <a:gd name="T4" fmla="*/ 106 w 112"/>
                                <a:gd name="T5" fmla="*/ 44 h 107"/>
                                <a:gd name="T6" fmla="*/ 105 w 112"/>
                                <a:gd name="T7" fmla="*/ 38 h 107"/>
                                <a:gd name="T8" fmla="*/ 100 w 112"/>
                                <a:gd name="T9" fmla="*/ 37 h 107"/>
                                <a:gd name="T10" fmla="*/ 99 w 112"/>
                                <a:gd name="T11" fmla="*/ 35 h 107"/>
                                <a:gd name="T12" fmla="*/ 94 w 112"/>
                                <a:gd name="T13" fmla="*/ 33 h 107"/>
                                <a:gd name="T14" fmla="*/ 91 w 112"/>
                                <a:gd name="T15" fmla="*/ 29 h 107"/>
                                <a:gd name="T16" fmla="*/ 39 w 112"/>
                                <a:gd name="T17" fmla="*/ 0 h 107"/>
                                <a:gd name="T18" fmla="*/ 47 w 112"/>
                                <a:gd name="T19" fmla="*/ 63 h 107"/>
                                <a:gd name="T20" fmla="*/ 46 w 112"/>
                                <a:gd name="T21" fmla="*/ 69 h 107"/>
                                <a:gd name="T22" fmla="*/ 20 w 112"/>
                                <a:gd name="T23" fmla="*/ 68 h 107"/>
                                <a:gd name="T24" fmla="*/ 11 w 112"/>
                                <a:gd name="T25" fmla="*/ 70 h 107"/>
                                <a:gd name="T26" fmla="*/ 6 w 112"/>
                                <a:gd name="T27" fmla="*/ 68 h 107"/>
                                <a:gd name="T28" fmla="*/ 3 w 112"/>
                                <a:gd name="T29" fmla="*/ 70 h 107"/>
                                <a:gd name="T30" fmla="*/ 3 w 112"/>
                                <a:gd name="T31" fmla="*/ 74 h 107"/>
                                <a:gd name="T32" fmla="*/ 0 w 112"/>
                                <a:gd name="T33" fmla="*/ 74 h 107"/>
                                <a:gd name="T34" fmla="*/ 2 w 112"/>
                                <a:gd name="T35" fmla="*/ 78 h 107"/>
                                <a:gd name="T36" fmla="*/ 2 w 112"/>
                                <a:gd name="T37" fmla="*/ 82 h 107"/>
                                <a:gd name="T38" fmla="*/ 5 w 112"/>
                                <a:gd name="T39" fmla="*/ 84 h 107"/>
                                <a:gd name="T40" fmla="*/ 6 w 112"/>
                                <a:gd name="T41" fmla="*/ 88 h 107"/>
                                <a:gd name="T42" fmla="*/ 6 w 112"/>
                                <a:gd name="T43" fmla="*/ 91 h 107"/>
                                <a:gd name="T44" fmla="*/ 7 w 112"/>
                                <a:gd name="T45" fmla="*/ 94 h 107"/>
                                <a:gd name="T46" fmla="*/ 11 w 112"/>
                                <a:gd name="T47" fmla="*/ 94 h 107"/>
                                <a:gd name="T48" fmla="*/ 13 w 112"/>
                                <a:gd name="T49" fmla="*/ 92 h 107"/>
                                <a:gd name="T50" fmla="*/ 18 w 112"/>
                                <a:gd name="T51" fmla="*/ 93 h 107"/>
                                <a:gd name="T52" fmla="*/ 20 w 112"/>
                                <a:gd name="T53" fmla="*/ 92 h 107"/>
                                <a:gd name="T54" fmla="*/ 20 w 112"/>
                                <a:gd name="T55" fmla="*/ 90 h 107"/>
                                <a:gd name="T56" fmla="*/ 24 w 112"/>
                                <a:gd name="T57" fmla="*/ 94 h 107"/>
                                <a:gd name="T58" fmla="*/ 23 w 112"/>
                                <a:gd name="T59" fmla="*/ 96 h 107"/>
                                <a:gd name="T60" fmla="*/ 24 w 112"/>
                                <a:gd name="T61" fmla="*/ 101 h 107"/>
                                <a:gd name="T62" fmla="*/ 27 w 112"/>
                                <a:gd name="T63" fmla="*/ 103 h 107"/>
                                <a:gd name="T64" fmla="*/ 29 w 112"/>
                                <a:gd name="T65" fmla="*/ 107 h 107"/>
                                <a:gd name="T66" fmla="*/ 35 w 112"/>
                                <a:gd name="T67" fmla="*/ 107 h 107"/>
                                <a:gd name="T68" fmla="*/ 38 w 112"/>
                                <a:gd name="T69" fmla="*/ 105 h 107"/>
                                <a:gd name="T70" fmla="*/ 40 w 112"/>
                                <a:gd name="T71" fmla="*/ 104 h 107"/>
                                <a:gd name="T72" fmla="*/ 41 w 112"/>
                                <a:gd name="T73" fmla="*/ 102 h 107"/>
                                <a:gd name="T74" fmla="*/ 43 w 112"/>
                                <a:gd name="T75" fmla="*/ 106 h 107"/>
                                <a:gd name="T76" fmla="*/ 46 w 112"/>
                                <a:gd name="T77" fmla="*/ 104 h 107"/>
                                <a:gd name="T78" fmla="*/ 47 w 112"/>
                                <a:gd name="T79" fmla="*/ 101 h 107"/>
                                <a:gd name="T80" fmla="*/ 48 w 112"/>
                                <a:gd name="T81" fmla="*/ 98 h 107"/>
                                <a:gd name="T82" fmla="*/ 47 w 112"/>
                                <a:gd name="T83" fmla="*/ 95 h 107"/>
                                <a:gd name="T84" fmla="*/ 54 w 112"/>
                                <a:gd name="T85" fmla="*/ 91 h 107"/>
                                <a:gd name="T86" fmla="*/ 55 w 112"/>
                                <a:gd name="T87" fmla="*/ 89 h 107"/>
                                <a:gd name="T88" fmla="*/ 54 w 112"/>
                                <a:gd name="T89" fmla="*/ 86 h 107"/>
                                <a:gd name="T90" fmla="*/ 57 w 112"/>
                                <a:gd name="T91" fmla="*/ 84 h 107"/>
                                <a:gd name="T92" fmla="*/ 60 w 112"/>
                                <a:gd name="T93" fmla="*/ 85 h 107"/>
                                <a:gd name="T94" fmla="*/ 61 w 112"/>
                                <a:gd name="T95" fmla="*/ 82 h 107"/>
                                <a:gd name="T96" fmla="*/ 64 w 112"/>
                                <a:gd name="T97" fmla="*/ 80 h 107"/>
                                <a:gd name="T98" fmla="*/ 66 w 112"/>
                                <a:gd name="T99" fmla="*/ 78 h 107"/>
                                <a:gd name="T100" fmla="*/ 70 w 112"/>
                                <a:gd name="T101" fmla="*/ 78 h 107"/>
                                <a:gd name="T102" fmla="*/ 76 w 112"/>
                                <a:gd name="T103" fmla="*/ 74 h 107"/>
                                <a:gd name="T104" fmla="*/ 85 w 112"/>
                                <a:gd name="T105" fmla="*/ 73 h 107"/>
                                <a:gd name="T106" fmla="*/ 93 w 112"/>
                                <a:gd name="T107" fmla="*/ 71 h 10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112" h="107">
                                  <a:moveTo>
                                    <a:pt x="93" y="71"/>
                                  </a:moveTo>
                                  <a:cubicBezTo>
                                    <a:pt x="107" y="70"/>
                                    <a:pt x="107" y="70"/>
                                    <a:pt x="107" y="70"/>
                                  </a:cubicBezTo>
                                  <a:cubicBezTo>
                                    <a:pt x="110" y="67"/>
                                    <a:pt x="110" y="67"/>
                                    <a:pt x="110" y="67"/>
                                  </a:cubicBezTo>
                                  <a:cubicBezTo>
                                    <a:pt x="112" y="63"/>
                                    <a:pt x="112" y="63"/>
                                    <a:pt x="112" y="63"/>
                                  </a:cubicBezTo>
                                  <a:cubicBezTo>
                                    <a:pt x="112" y="43"/>
                                    <a:pt x="112" y="43"/>
                                    <a:pt x="112" y="43"/>
                                  </a:cubicBezTo>
                                  <a:cubicBezTo>
                                    <a:pt x="106" y="44"/>
                                    <a:pt x="106" y="44"/>
                                    <a:pt x="106" y="44"/>
                                  </a:cubicBezTo>
                                  <a:cubicBezTo>
                                    <a:pt x="105" y="44"/>
                                    <a:pt x="105" y="44"/>
                                    <a:pt x="105" y="44"/>
                                  </a:cubicBezTo>
                                  <a:cubicBezTo>
                                    <a:pt x="105" y="38"/>
                                    <a:pt x="105" y="38"/>
                                    <a:pt x="105" y="38"/>
                                  </a:cubicBezTo>
                                  <a:cubicBezTo>
                                    <a:pt x="102" y="36"/>
                                    <a:pt x="102" y="36"/>
                                    <a:pt x="102" y="36"/>
                                  </a:cubicBezTo>
                                  <a:cubicBezTo>
                                    <a:pt x="100" y="37"/>
                                    <a:pt x="100" y="37"/>
                                    <a:pt x="100" y="37"/>
                                  </a:cubicBezTo>
                                  <a:cubicBezTo>
                                    <a:pt x="99" y="37"/>
                                    <a:pt x="99" y="37"/>
                                    <a:pt x="99" y="37"/>
                                  </a:cubicBezTo>
                                  <a:cubicBezTo>
                                    <a:pt x="99" y="35"/>
                                    <a:pt x="99" y="35"/>
                                    <a:pt x="99" y="35"/>
                                  </a:cubicBezTo>
                                  <a:cubicBezTo>
                                    <a:pt x="96" y="35"/>
                                    <a:pt x="96" y="35"/>
                                    <a:pt x="96" y="35"/>
                                  </a:cubicBezTo>
                                  <a:cubicBezTo>
                                    <a:pt x="94" y="33"/>
                                    <a:pt x="94" y="33"/>
                                    <a:pt x="94" y="33"/>
                                  </a:cubicBezTo>
                                  <a:cubicBezTo>
                                    <a:pt x="91" y="32"/>
                                    <a:pt x="91" y="32"/>
                                    <a:pt x="91" y="32"/>
                                  </a:cubicBezTo>
                                  <a:cubicBezTo>
                                    <a:pt x="91" y="29"/>
                                    <a:pt x="91" y="29"/>
                                    <a:pt x="91" y="29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39" y="0"/>
                                    <a:pt x="39" y="0"/>
                                    <a:pt x="39" y="0"/>
                                  </a:cubicBezTo>
                                  <a:cubicBezTo>
                                    <a:pt x="45" y="62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4"/>
                                    <a:pt x="47" y="64"/>
                                  </a:cubicBezTo>
                                  <a:cubicBezTo>
                                    <a:pt x="46" y="69"/>
                                    <a:pt x="46" y="69"/>
                                    <a:pt x="46" y="69"/>
                                  </a:cubicBezTo>
                                  <a:cubicBezTo>
                                    <a:pt x="20" y="69"/>
                                    <a:pt x="20" y="69"/>
                                    <a:pt x="20" y="69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0" y="70"/>
                                    <a:pt x="20" y="70"/>
                                    <a:pt x="20" y="70"/>
                                  </a:cubicBezTo>
                                  <a:cubicBezTo>
                                    <a:pt x="11" y="70"/>
                                    <a:pt x="11" y="70"/>
                                    <a:pt x="11" y="70"/>
                                  </a:cubicBezTo>
                                  <a:cubicBezTo>
                                    <a:pt x="9" y="72"/>
                                    <a:pt x="9" y="72"/>
                                    <a:pt x="9" y="72"/>
                                  </a:cubicBezTo>
                                  <a:cubicBezTo>
                                    <a:pt x="6" y="68"/>
                                    <a:pt x="6" y="68"/>
                                    <a:pt x="6" y="68"/>
                                  </a:cubicBezTo>
                                  <a:cubicBezTo>
                                    <a:pt x="4" y="69"/>
                                    <a:pt x="4" y="69"/>
                                    <a:pt x="4" y="69"/>
                                  </a:cubicBezTo>
                                  <a:cubicBezTo>
                                    <a:pt x="4" y="69"/>
                                    <a:pt x="4" y="70"/>
                                    <a:pt x="3" y="70"/>
                                  </a:cubicBezTo>
                                  <a:cubicBezTo>
                                    <a:pt x="3" y="71"/>
                                    <a:pt x="3" y="72"/>
                                    <a:pt x="3" y="72"/>
                                  </a:cubicBezTo>
                                  <a:cubicBezTo>
                                    <a:pt x="3" y="72"/>
                                    <a:pt x="3" y="74"/>
                                    <a:pt x="3" y="74"/>
                                  </a:cubicBezTo>
                                  <a:cubicBezTo>
                                    <a:pt x="2" y="74"/>
                                    <a:pt x="2" y="74"/>
                                    <a:pt x="2" y="74"/>
                                  </a:cubicBezTo>
                                  <a:cubicBezTo>
                                    <a:pt x="0" y="74"/>
                                    <a:pt x="0" y="74"/>
                                    <a:pt x="0" y="74"/>
                                  </a:cubicBezTo>
                                  <a:cubicBezTo>
                                    <a:pt x="0" y="77"/>
                                    <a:pt x="0" y="77"/>
                                    <a:pt x="0" y="77"/>
                                  </a:cubicBezTo>
                                  <a:cubicBezTo>
                                    <a:pt x="2" y="78"/>
                                    <a:pt x="2" y="78"/>
                                    <a:pt x="2" y="78"/>
                                  </a:cubicBezTo>
                                  <a:cubicBezTo>
                                    <a:pt x="3" y="80"/>
                                    <a:pt x="3" y="80"/>
                                    <a:pt x="3" y="80"/>
                                  </a:cubicBezTo>
                                  <a:cubicBezTo>
                                    <a:pt x="2" y="82"/>
                                    <a:pt x="2" y="82"/>
                                    <a:pt x="2" y="82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5" y="84"/>
                                    <a:pt x="5" y="84"/>
                                    <a:pt x="5" y="84"/>
                                  </a:cubicBezTo>
                                  <a:cubicBezTo>
                                    <a:pt x="7" y="87"/>
                                    <a:pt x="7" y="87"/>
                                    <a:pt x="7" y="87"/>
                                  </a:cubicBezTo>
                                  <a:cubicBezTo>
                                    <a:pt x="6" y="88"/>
                                    <a:pt x="6" y="88"/>
                                    <a:pt x="6" y="88"/>
                                  </a:cubicBezTo>
                                  <a:cubicBezTo>
                                    <a:pt x="6" y="89"/>
                                    <a:pt x="6" y="89"/>
                                    <a:pt x="6" y="89"/>
                                  </a:cubicBezTo>
                                  <a:cubicBezTo>
                                    <a:pt x="6" y="91"/>
                                    <a:pt x="6" y="91"/>
                                    <a:pt x="6" y="91"/>
                                  </a:cubicBezTo>
                                  <a:cubicBezTo>
                                    <a:pt x="5" y="92"/>
                                    <a:pt x="5" y="92"/>
                                    <a:pt x="5" y="92"/>
                                  </a:cubicBezTo>
                                  <a:cubicBezTo>
                                    <a:pt x="7" y="94"/>
                                    <a:pt x="7" y="94"/>
                                    <a:pt x="7" y="94"/>
                                  </a:cubicBezTo>
                                  <a:cubicBezTo>
                                    <a:pt x="9" y="92"/>
                                    <a:pt x="9" y="92"/>
                                    <a:pt x="9" y="92"/>
                                  </a:cubicBezTo>
                                  <a:cubicBezTo>
                                    <a:pt x="11" y="94"/>
                                    <a:pt x="11" y="94"/>
                                    <a:pt x="11" y="94"/>
                                  </a:cubicBezTo>
                                  <a:cubicBezTo>
                                    <a:pt x="12" y="94"/>
                                    <a:pt x="12" y="94"/>
                                    <a:pt x="12" y="94"/>
                                  </a:cubicBezTo>
                                  <a:cubicBezTo>
                                    <a:pt x="13" y="92"/>
                                    <a:pt x="13" y="92"/>
                                    <a:pt x="13" y="92"/>
                                  </a:cubicBezTo>
                                  <a:cubicBezTo>
                                    <a:pt x="17" y="93"/>
                                    <a:pt x="17" y="93"/>
                                    <a:pt x="17" y="93"/>
                                  </a:cubicBezTo>
                                  <a:cubicBezTo>
                                    <a:pt x="18" y="93"/>
                                    <a:pt x="18" y="93"/>
                                    <a:pt x="18" y="93"/>
                                  </a:cubicBezTo>
                                  <a:cubicBezTo>
                                    <a:pt x="18" y="92"/>
                                    <a:pt x="18" y="92"/>
                                    <a:pt x="18" y="92"/>
                                  </a:cubicBezTo>
                                  <a:cubicBezTo>
                                    <a:pt x="20" y="92"/>
                                    <a:pt x="20" y="92"/>
                                    <a:pt x="20" y="92"/>
                                  </a:cubicBezTo>
                                  <a:cubicBezTo>
                                    <a:pt x="20" y="91"/>
                                    <a:pt x="20" y="91"/>
                                    <a:pt x="20" y="91"/>
                                  </a:cubicBezTo>
                                  <a:cubicBezTo>
                                    <a:pt x="20" y="90"/>
                                    <a:pt x="20" y="90"/>
                                    <a:pt x="20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4" y="94"/>
                                    <a:pt x="24" y="94"/>
                                    <a:pt x="24" y="94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3" y="96"/>
                                    <a:pt x="23" y="96"/>
                                    <a:pt x="23" y="96"/>
                                  </a:cubicBezTo>
                                  <a:cubicBezTo>
                                    <a:pt x="27" y="98"/>
                                    <a:pt x="27" y="98"/>
                                    <a:pt x="27" y="98"/>
                                  </a:cubicBezTo>
                                  <a:cubicBezTo>
                                    <a:pt x="24" y="101"/>
                                    <a:pt x="24" y="101"/>
                                    <a:pt x="24" y="101"/>
                                  </a:cubicBezTo>
                                  <a:cubicBezTo>
                                    <a:pt x="27" y="101"/>
                                    <a:pt x="27" y="101"/>
                                    <a:pt x="27" y="101"/>
                                  </a:cubicBezTo>
                                  <a:cubicBezTo>
                                    <a:pt x="27" y="103"/>
                                    <a:pt x="27" y="103"/>
                                    <a:pt x="27" y="103"/>
                                  </a:cubicBezTo>
                                  <a:cubicBezTo>
                                    <a:pt x="29" y="105"/>
                                    <a:pt x="29" y="105"/>
                                    <a:pt x="29" y="105"/>
                                  </a:cubicBezTo>
                                  <a:cubicBezTo>
                                    <a:pt x="29" y="107"/>
                                    <a:pt x="29" y="107"/>
                                    <a:pt x="29" y="107"/>
                                  </a:cubicBezTo>
                                  <a:cubicBezTo>
                                    <a:pt x="32" y="104"/>
                                    <a:pt x="32" y="104"/>
                                    <a:pt x="32" y="104"/>
                                  </a:cubicBezTo>
                                  <a:cubicBezTo>
                                    <a:pt x="35" y="107"/>
                                    <a:pt x="35" y="107"/>
                                    <a:pt x="35" y="107"/>
                                  </a:cubicBezTo>
                                  <a:cubicBezTo>
                                    <a:pt x="36" y="105"/>
                                    <a:pt x="36" y="105"/>
                                    <a:pt x="36" y="105"/>
                                  </a:cubicBezTo>
                                  <a:cubicBezTo>
                                    <a:pt x="38" y="105"/>
                                    <a:pt x="38" y="105"/>
                                    <a:pt x="38" y="105"/>
                                  </a:cubicBezTo>
                                  <a:cubicBezTo>
                                    <a:pt x="38" y="103"/>
                                    <a:pt x="38" y="103"/>
                                    <a:pt x="38" y="103"/>
                                  </a:cubicBezTo>
                                  <a:cubicBezTo>
                                    <a:pt x="40" y="104"/>
                                    <a:pt x="40" y="104"/>
                                    <a:pt x="40" y="104"/>
                                  </a:cubicBezTo>
                                  <a:cubicBezTo>
                                    <a:pt x="40" y="103"/>
                                    <a:pt x="40" y="103"/>
                                    <a:pt x="40" y="103"/>
                                  </a:cubicBezTo>
                                  <a:cubicBezTo>
                                    <a:pt x="41" y="102"/>
                                    <a:pt x="41" y="102"/>
                                    <a:pt x="41" y="102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3" y="106"/>
                                    <a:pt x="43" y="106"/>
                                    <a:pt x="43" y="106"/>
                                  </a:cubicBezTo>
                                  <a:cubicBezTo>
                                    <a:pt x="44" y="104"/>
                                    <a:pt x="44" y="104"/>
                                    <a:pt x="44" y="104"/>
                                  </a:cubicBezTo>
                                  <a:cubicBezTo>
                                    <a:pt x="46" y="104"/>
                                    <a:pt x="46" y="104"/>
                                    <a:pt x="46" y="104"/>
                                  </a:cubicBezTo>
                                  <a:cubicBezTo>
                                    <a:pt x="46" y="103"/>
                                    <a:pt x="46" y="103"/>
                                    <a:pt x="46" y="103"/>
                                  </a:cubicBezTo>
                                  <a:cubicBezTo>
                                    <a:pt x="46" y="103"/>
                                    <a:pt x="47" y="102"/>
                                    <a:pt x="47" y="101"/>
                                  </a:cubicBezTo>
                                  <a:cubicBezTo>
                                    <a:pt x="47" y="101"/>
                                    <a:pt x="46" y="100"/>
                                    <a:pt x="46" y="100"/>
                                  </a:cubicBezTo>
                                  <a:cubicBezTo>
                                    <a:pt x="48" y="98"/>
                                    <a:pt x="48" y="98"/>
                                    <a:pt x="48" y="98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7" y="95"/>
                                    <a:pt x="47" y="95"/>
                                    <a:pt x="47" y="95"/>
                                  </a:cubicBezTo>
                                  <a:cubicBezTo>
                                    <a:pt x="52" y="93"/>
                                    <a:pt x="52" y="93"/>
                                    <a:pt x="52" y="93"/>
                                  </a:cubicBezTo>
                                  <a:cubicBezTo>
                                    <a:pt x="54" y="91"/>
                                    <a:pt x="54" y="91"/>
                                    <a:pt x="54" y="91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5" y="89"/>
                                    <a:pt x="55" y="89"/>
                                    <a:pt x="55" y="89"/>
                                  </a:cubicBezTo>
                                  <a:cubicBezTo>
                                    <a:pt x="54" y="87"/>
                                    <a:pt x="54" y="87"/>
                                    <a:pt x="54" y="87"/>
                                  </a:cubicBezTo>
                                  <a:cubicBezTo>
                                    <a:pt x="54" y="86"/>
                                    <a:pt x="54" y="86"/>
                                    <a:pt x="54" y="86"/>
                                  </a:cubicBezTo>
                                  <a:cubicBezTo>
                                    <a:pt x="57" y="83"/>
                                    <a:pt x="57" y="83"/>
                                    <a:pt x="57" y="83"/>
                                  </a:cubicBezTo>
                                  <a:cubicBezTo>
                                    <a:pt x="57" y="84"/>
                                    <a:pt x="57" y="84"/>
                                    <a:pt x="57" y="84"/>
                                  </a:cubicBezTo>
                                  <a:cubicBezTo>
                                    <a:pt x="60" y="86"/>
                                    <a:pt x="60" y="86"/>
                                    <a:pt x="60" y="86"/>
                                  </a:cubicBezTo>
                                  <a:cubicBezTo>
                                    <a:pt x="60" y="85"/>
                                    <a:pt x="60" y="85"/>
                                    <a:pt x="60" y="85"/>
                                  </a:cubicBezTo>
                                  <a:cubicBezTo>
                                    <a:pt x="61" y="85"/>
                                    <a:pt x="61" y="85"/>
                                    <a:pt x="61" y="85"/>
                                  </a:cubicBezTo>
                                  <a:cubicBezTo>
                                    <a:pt x="61" y="82"/>
                                    <a:pt x="61" y="82"/>
                                    <a:pt x="61" y="82"/>
                                  </a:cubicBezTo>
                                  <a:cubicBezTo>
                                    <a:pt x="64" y="82"/>
                                    <a:pt x="64" y="82"/>
                                    <a:pt x="64" y="82"/>
                                  </a:cubicBezTo>
                                  <a:cubicBezTo>
                                    <a:pt x="64" y="82"/>
                                    <a:pt x="64" y="81"/>
                                    <a:pt x="64" y="80"/>
                                  </a:cubicBezTo>
                                  <a:cubicBezTo>
                                    <a:pt x="64" y="80"/>
                                    <a:pt x="64" y="79"/>
                                    <a:pt x="64" y="79"/>
                                  </a:cubicBezTo>
                                  <a:cubicBezTo>
                                    <a:pt x="64" y="79"/>
                                    <a:pt x="66" y="78"/>
                                    <a:pt x="66" y="78"/>
                                  </a:cubicBezTo>
                                  <a:cubicBezTo>
                                    <a:pt x="69" y="79"/>
                                    <a:pt x="69" y="79"/>
                                    <a:pt x="69" y="79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6"/>
                                    <a:pt x="70" y="76"/>
                                    <a:pt x="70" y="76"/>
                                  </a:cubicBezTo>
                                  <a:cubicBezTo>
                                    <a:pt x="76" y="74"/>
                                    <a:pt x="76" y="74"/>
                                    <a:pt x="76" y="74"/>
                                  </a:cubicBezTo>
                                  <a:cubicBezTo>
                                    <a:pt x="79" y="72"/>
                                    <a:pt x="79" y="72"/>
                                    <a:pt x="79" y="72"/>
                                  </a:cubicBezTo>
                                  <a:cubicBezTo>
                                    <a:pt x="85" y="73"/>
                                    <a:pt x="85" y="73"/>
                                    <a:pt x="85" y="73"/>
                                  </a:cubicBezTo>
                                  <a:cubicBezTo>
                                    <a:pt x="90" y="73"/>
                                    <a:pt x="90" y="73"/>
                                    <a:pt x="90" y="73"/>
                                  </a:cubicBezTo>
                                  <a:lnTo>
                                    <a:pt x="93" y="7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0" name="Freeform 901">
                              <a:extLst>
                                <a:ext uri="{FF2B5EF4-FFF2-40B4-BE49-F238E27FC236}">
                                  <a16:creationId xmlns:a16="http://schemas.microsoft.com/office/drawing/2014/main" id="{34B59138-5B50-C7BC-5E64-01B8B59069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96025" y="5157788"/>
                              <a:ext cx="90487" cy="225425"/>
                            </a:xfrm>
                            <a:custGeom>
                              <a:avLst/>
                              <a:gdLst>
                                <a:gd name="T0" fmla="*/ 15 w 22"/>
                                <a:gd name="T1" fmla="*/ 13 h 54"/>
                                <a:gd name="T2" fmla="*/ 14 w 22"/>
                                <a:gd name="T3" fmla="*/ 12 h 54"/>
                                <a:gd name="T4" fmla="*/ 13 w 22"/>
                                <a:gd name="T5" fmla="*/ 10 h 54"/>
                                <a:gd name="T6" fmla="*/ 13 w 22"/>
                                <a:gd name="T7" fmla="*/ 9 h 54"/>
                                <a:gd name="T8" fmla="*/ 13 w 22"/>
                                <a:gd name="T9" fmla="*/ 7 h 54"/>
                                <a:gd name="T10" fmla="*/ 13 w 22"/>
                                <a:gd name="T11" fmla="*/ 6 h 54"/>
                                <a:gd name="T12" fmla="*/ 13 w 22"/>
                                <a:gd name="T13" fmla="*/ 5 h 54"/>
                                <a:gd name="T14" fmla="*/ 12 w 22"/>
                                <a:gd name="T15" fmla="*/ 3 h 54"/>
                                <a:gd name="T16" fmla="*/ 9 w 22"/>
                                <a:gd name="T17" fmla="*/ 1 h 54"/>
                                <a:gd name="T18" fmla="*/ 9 w 22"/>
                                <a:gd name="T19" fmla="*/ 2 h 54"/>
                                <a:gd name="T20" fmla="*/ 2 w 22"/>
                                <a:gd name="T21" fmla="*/ 0 h 54"/>
                                <a:gd name="T22" fmla="*/ 3 w 22"/>
                                <a:gd name="T23" fmla="*/ 1 h 54"/>
                                <a:gd name="T24" fmla="*/ 4 w 22"/>
                                <a:gd name="T25" fmla="*/ 1 h 54"/>
                                <a:gd name="T26" fmla="*/ 5 w 22"/>
                                <a:gd name="T27" fmla="*/ 2 h 54"/>
                                <a:gd name="T28" fmla="*/ 5 w 22"/>
                                <a:gd name="T29" fmla="*/ 4 h 54"/>
                                <a:gd name="T30" fmla="*/ 4 w 22"/>
                                <a:gd name="T31" fmla="*/ 4 h 54"/>
                                <a:gd name="T32" fmla="*/ 7 w 22"/>
                                <a:gd name="T33" fmla="*/ 6 h 54"/>
                                <a:gd name="T34" fmla="*/ 7 w 22"/>
                                <a:gd name="T35" fmla="*/ 8 h 54"/>
                                <a:gd name="T36" fmla="*/ 4 w 22"/>
                                <a:gd name="T37" fmla="*/ 10 h 54"/>
                                <a:gd name="T38" fmla="*/ 5 w 22"/>
                                <a:gd name="T39" fmla="*/ 12 h 54"/>
                                <a:gd name="T40" fmla="*/ 4 w 22"/>
                                <a:gd name="T41" fmla="*/ 13 h 54"/>
                                <a:gd name="T42" fmla="*/ 4 w 22"/>
                                <a:gd name="T43" fmla="*/ 14 h 54"/>
                                <a:gd name="T44" fmla="*/ 5 w 22"/>
                                <a:gd name="T45" fmla="*/ 16 h 54"/>
                                <a:gd name="T46" fmla="*/ 4 w 22"/>
                                <a:gd name="T47" fmla="*/ 18 h 54"/>
                                <a:gd name="T48" fmla="*/ 5 w 22"/>
                                <a:gd name="T49" fmla="*/ 20 h 54"/>
                                <a:gd name="T50" fmla="*/ 6 w 22"/>
                                <a:gd name="T51" fmla="*/ 20 h 54"/>
                                <a:gd name="T52" fmla="*/ 2 w 22"/>
                                <a:gd name="T53" fmla="*/ 23 h 54"/>
                                <a:gd name="T54" fmla="*/ 3 w 22"/>
                                <a:gd name="T55" fmla="*/ 26 h 54"/>
                                <a:gd name="T56" fmla="*/ 0 w 22"/>
                                <a:gd name="T57" fmla="*/ 28 h 54"/>
                                <a:gd name="T58" fmla="*/ 3 w 22"/>
                                <a:gd name="T59" fmla="*/ 32 h 54"/>
                                <a:gd name="T60" fmla="*/ 4 w 22"/>
                                <a:gd name="T61" fmla="*/ 32 h 54"/>
                                <a:gd name="T62" fmla="*/ 7 w 22"/>
                                <a:gd name="T63" fmla="*/ 36 h 54"/>
                                <a:gd name="T64" fmla="*/ 8 w 22"/>
                                <a:gd name="T65" fmla="*/ 35 h 54"/>
                                <a:gd name="T66" fmla="*/ 12 w 22"/>
                                <a:gd name="T67" fmla="*/ 35 h 54"/>
                                <a:gd name="T68" fmla="*/ 13 w 22"/>
                                <a:gd name="T69" fmla="*/ 36 h 54"/>
                                <a:gd name="T70" fmla="*/ 13 w 22"/>
                                <a:gd name="T71" fmla="*/ 40 h 54"/>
                                <a:gd name="T72" fmla="*/ 11 w 22"/>
                                <a:gd name="T73" fmla="*/ 45 h 54"/>
                                <a:gd name="T74" fmla="*/ 14 w 22"/>
                                <a:gd name="T75" fmla="*/ 49 h 54"/>
                                <a:gd name="T76" fmla="*/ 17 w 22"/>
                                <a:gd name="T77" fmla="*/ 52 h 54"/>
                                <a:gd name="T78" fmla="*/ 17 w 22"/>
                                <a:gd name="T79" fmla="*/ 54 h 54"/>
                                <a:gd name="T80" fmla="*/ 18 w 22"/>
                                <a:gd name="T81" fmla="*/ 54 h 54"/>
                                <a:gd name="T82" fmla="*/ 18 w 22"/>
                                <a:gd name="T83" fmla="*/ 51 h 54"/>
                                <a:gd name="T84" fmla="*/ 17 w 22"/>
                                <a:gd name="T85" fmla="*/ 49 h 54"/>
                                <a:gd name="T86" fmla="*/ 19 w 22"/>
                                <a:gd name="T87" fmla="*/ 46 h 54"/>
                                <a:gd name="T88" fmla="*/ 21 w 22"/>
                                <a:gd name="T89" fmla="*/ 46 h 54"/>
                                <a:gd name="T90" fmla="*/ 21 w 22"/>
                                <a:gd name="T91" fmla="*/ 40 h 54"/>
                                <a:gd name="T92" fmla="*/ 22 w 22"/>
                                <a:gd name="T93" fmla="*/ 39 h 54"/>
                                <a:gd name="T94" fmla="*/ 22 w 22"/>
                                <a:gd name="T95" fmla="*/ 36 h 54"/>
                                <a:gd name="T96" fmla="*/ 17 w 22"/>
                                <a:gd name="T97" fmla="*/ 29 h 54"/>
                                <a:gd name="T98" fmla="*/ 13 w 22"/>
                                <a:gd name="T99" fmla="*/ 27 h 54"/>
                                <a:gd name="T100" fmla="*/ 12 w 22"/>
                                <a:gd name="T101" fmla="*/ 19 h 54"/>
                                <a:gd name="T102" fmla="*/ 14 w 22"/>
                                <a:gd name="T103" fmla="*/ 15 h 54"/>
                                <a:gd name="T104" fmla="*/ 16 w 22"/>
                                <a:gd name="T105" fmla="*/ 15 h 54"/>
                                <a:gd name="T106" fmla="*/ 16 w 22"/>
                                <a:gd name="T107" fmla="*/ 14 h 54"/>
                                <a:gd name="T108" fmla="*/ 15 w 22"/>
                                <a:gd name="T109" fmla="*/ 13 h 5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22" h="54">
                                  <a:moveTo>
                                    <a:pt x="15" y="13"/>
                                  </a:moveTo>
                                  <a:cubicBezTo>
                                    <a:pt x="15" y="13"/>
                                    <a:pt x="14" y="12"/>
                                    <a:pt x="14" y="12"/>
                                  </a:cubicBezTo>
                                  <a:cubicBezTo>
                                    <a:pt x="14" y="11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4"/>
                                    <a:pt x="4" y="14"/>
                                    <a:pt x="4" y="14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3" y="32"/>
                                    <a:pt x="3" y="32"/>
                                    <a:pt x="3" y="32"/>
                                  </a:cubicBezTo>
                                  <a:cubicBezTo>
                                    <a:pt x="4" y="32"/>
                                    <a:pt x="4" y="32"/>
                                    <a:pt x="4" y="32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40"/>
                                    <a:pt x="13" y="40"/>
                                    <a:pt x="13" y="40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4" y="49"/>
                                    <a:pt x="14" y="49"/>
                                    <a:pt x="14" y="49"/>
                                  </a:cubicBezTo>
                                  <a:cubicBezTo>
                                    <a:pt x="17" y="52"/>
                                    <a:pt x="17" y="52"/>
                                    <a:pt x="17" y="52"/>
                                  </a:cubicBezTo>
                                  <a:cubicBezTo>
                                    <a:pt x="17" y="54"/>
                                    <a:pt x="17" y="54"/>
                                    <a:pt x="17" y="54"/>
                                  </a:cubicBezTo>
                                  <a:cubicBezTo>
                                    <a:pt x="18" y="54"/>
                                    <a:pt x="18" y="54"/>
                                    <a:pt x="18" y="54"/>
                                  </a:cubicBezTo>
                                  <a:cubicBezTo>
                                    <a:pt x="18" y="51"/>
                                    <a:pt x="18" y="51"/>
                                    <a:pt x="18" y="51"/>
                                  </a:cubicBezTo>
                                  <a:cubicBezTo>
                                    <a:pt x="17" y="49"/>
                                    <a:pt x="17" y="49"/>
                                    <a:pt x="17" y="49"/>
                                  </a:cubicBezTo>
                                  <a:cubicBezTo>
                                    <a:pt x="19" y="46"/>
                                    <a:pt x="19" y="46"/>
                                    <a:pt x="19" y="46"/>
                                  </a:cubicBezTo>
                                  <a:cubicBezTo>
                                    <a:pt x="21" y="46"/>
                                    <a:pt x="21" y="46"/>
                                    <a:pt x="21" y="46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6"/>
                                    <a:pt x="22" y="36"/>
                                    <a:pt x="22" y="36"/>
                                  </a:cubicBezTo>
                                  <a:cubicBezTo>
                                    <a:pt x="17" y="29"/>
                                    <a:pt x="17" y="29"/>
                                    <a:pt x="17" y="29"/>
                                  </a:cubicBezTo>
                                  <a:cubicBezTo>
                                    <a:pt x="13" y="27"/>
                                    <a:pt x="13" y="27"/>
                                    <a:pt x="13" y="27"/>
                                  </a:cubicBezTo>
                                  <a:cubicBezTo>
                                    <a:pt x="12" y="19"/>
                                    <a:pt x="12" y="19"/>
                                    <a:pt x="12" y="19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6" y="15"/>
                                    <a:pt x="16" y="15"/>
                                    <a:pt x="16" y="15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lnTo>
                                    <a:pt x="15" y="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1" name="Freeform 902">
                              <a:extLst>
                                <a:ext uri="{FF2B5EF4-FFF2-40B4-BE49-F238E27FC236}">
                                  <a16:creationId xmlns:a16="http://schemas.microsoft.com/office/drawing/2014/main" id="{2CB26A94-1082-68A6-E576-AD3E450EF6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99238" y="5233988"/>
                              <a:ext cx="204787" cy="412750"/>
                            </a:xfrm>
                            <a:custGeom>
                              <a:avLst/>
                              <a:gdLst>
                                <a:gd name="T0" fmla="*/ 45 w 49"/>
                                <a:gd name="T1" fmla="*/ 8 h 99"/>
                                <a:gd name="T2" fmla="*/ 42 w 49"/>
                                <a:gd name="T3" fmla="*/ 5 h 99"/>
                                <a:gd name="T4" fmla="*/ 40 w 49"/>
                                <a:gd name="T5" fmla="*/ 0 h 99"/>
                                <a:gd name="T6" fmla="*/ 38 w 49"/>
                                <a:gd name="T7" fmla="*/ 3 h 99"/>
                                <a:gd name="T8" fmla="*/ 38 w 49"/>
                                <a:gd name="T9" fmla="*/ 10 h 99"/>
                                <a:gd name="T10" fmla="*/ 34 w 49"/>
                                <a:gd name="T11" fmla="*/ 12 h 99"/>
                                <a:gd name="T12" fmla="*/ 33 w 49"/>
                                <a:gd name="T13" fmla="*/ 12 h 99"/>
                                <a:gd name="T14" fmla="*/ 31 w 49"/>
                                <a:gd name="T15" fmla="*/ 12 h 99"/>
                                <a:gd name="T16" fmla="*/ 32 w 49"/>
                                <a:gd name="T17" fmla="*/ 16 h 99"/>
                                <a:gd name="T18" fmla="*/ 28 w 49"/>
                                <a:gd name="T19" fmla="*/ 22 h 99"/>
                                <a:gd name="T20" fmla="*/ 26 w 49"/>
                                <a:gd name="T21" fmla="*/ 23 h 99"/>
                                <a:gd name="T22" fmla="*/ 21 w 49"/>
                                <a:gd name="T23" fmla="*/ 27 h 99"/>
                                <a:gd name="T24" fmla="*/ 18 w 49"/>
                                <a:gd name="T25" fmla="*/ 27 h 99"/>
                                <a:gd name="T26" fmla="*/ 14 w 49"/>
                                <a:gd name="T27" fmla="*/ 28 h 99"/>
                                <a:gd name="T28" fmla="*/ 9 w 49"/>
                                <a:gd name="T29" fmla="*/ 30 h 99"/>
                                <a:gd name="T30" fmla="*/ 6 w 49"/>
                                <a:gd name="T31" fmla="*/ 36 h 99"/>
                                <a:gd name="T32" fmla="*/ 5 w 49"/>
                                <a:gd name="T33" fmla="*/ 45 h 99"/>
                                <a:gd name="T34" fmla="*/ 6 w 49"/>
                                <a:gd name="T35" fmla="*/ 49 h 99"/>
                                <a:gd name="T36" fmla="*/ 8 w 49"/>
                                <a:gd name="T37" fmla="*/ 54 h 99"/>
                                <a:gd name="T38" fmla="*/ 4 w 49"/>
                                <a:gd name="T39" fmla="*/ 65 h 99"/>
                                <a:gd name="T40" fmla="*/ 0 w 49"/>
                                <a:gd name="T41" fmla="*/ 72 h 99"/>
                                <a:gd name="T42" fmla="*/ 3 w 49"/>
                                <a:gd name="T43" fmla="*/ 83 h 99"/>
                                <a:gd name="T44" fmla="*/ 4 w 49"/>
                                <a:gd name="T45" fmla="*/ 91 h 99"/>
                                <a:gd name="T46" fmla="*/ 8 w 49"/>
                                <a:gd name="T47" fmla="*/ 96 h 99"/>
                                <a:gd name="T48" fmla="*/ 16 w 49"/>
                                <a:gd name="T49" fmla="*/ 97 h 99"/>
                                <a:gd name="T50" fmla="*/ 27 w 49"/>
                                <a:gd name="T51" fmla="*/ 91 h 99"/>
                                <a:gd name="T52" fmla="*/ 29 w 49"/>
                                <a:gd name="T53" fmla="*/ 82 h 99"/>
                                <a:gd name="T54" fmla="*/ 33 w 49"/>
                                <a:gd name="T55" fmla="*/ 69 h 99"/>
                                <a:gd name="T56" fmla="*/ 36 w 49"/>
                                <a:gd name="T57" fmla="*/ 60 h 99"/>
                                <a:gd name="T58" fmla="*/ 38 w 49"/>
                                <a:gd name="T59" fmla="*/ 56 h 99"/>
                                <a:gd name="T60" fmla="*/ 42 w 49"/>
                                <a:gd name="T61" fmla="*/ 40 h 99"/>
                                <a:gd name="T62" fmla="*/ 44 w 49"/>
                                <a:gd name="T63" fmla="*/ 34 h 99"/>
                                <a:gd name="T64" fmla="*/ 43 w 49"/>
                                <a:gd name="T65" fmla="*/ 26 h 99"/>
                                <a:gd name="T66" fmla="*/ 45 w 49"/>
                                <a:gd name="T67" fmla="*/ 25 h 99"/>
                                <a:gd name="T68" fmla="*/ 47 w 49"/>
                                <a:gd name="T69" fmla="*/ 28 h 99"/>
                                <a:gd name="T70" fmla="*/ 47 w 49"/>
                                <a:gd name="T71" fmla="*/ 17 h 9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49" h="99">
                                  <a:moveTo>
                                    <a:pt x="47" y="17"/>
                                  </a:moveTo>
                                  <a:cubicBezTo>
                                    <a:pt x="47" y="14"/>
                                    <a:pt x="46" y="11"/>
                                    <a:pt x="45" y="8"/>
                                  </a:cubicBezTo>
                                  <a:cubicBezTo>
                                    <a:pt x="45" y="7"/>
                                    <a:pt x="44" y="7"/>
                                    <a:pt x="44" y="6"/>
                                  </a:cubicBezTo>
                                  <a:cubicBezTo>
                                    <a:pt x="43" y="7"/>
                                    <a:pt x="43" y="5"/>
                                    <a:pt x="42" y="5"/>
                                  </a:cubicBezTo>
                                  <a:cubicBezTo>
                                    <a:pt x="42" y="4"/>
                                    <a:pt x="41" y="3"/>
                                    <a:pt x="41" y="1"/>
                                  </a:cubicBezTo>
                                  <a:cubicBezTo>
                                    <a:pt x="41" y="1"/>
                                    <a:pt x="41" y="0"/>
                                    <a:pt x="40" y="0"/>
                                  </a:cubicBezTo>
                                  <a:cubicBezTo>
                                    <a:pt x="40" y="0"/>
                                    <a:pt x="40" y="1"/>
                                    <a:pt x="40" y="1"/>
                                  </a:cubicBezTo>
                                  <a:cubicBezTo>
                                    <a:pt x="40" y="2"/>
                                    <a:pt x="39" y="3"/>
                                    <a:pt x="38" y="3"/>
                                  </a:cubicBezTo>
                                  <a:cubicBezTo>
                                    <a:pt x="38" y="3"/>
                                    <a:pt x="38" y="3"/>
                                    <a:pt x="38" y="4"/>
                                  </a:cubicBezTo>
                                  <a:cubicBezTo>
                                    <a:pt x="38" y="6"/>
                                    <a:pt x="38" y="8"/>
                                    <a:pt x="38" y="10"/>
                                  </a:cubicBezTo>
                                  <a:cubicBezTo>
                                    <a:pt x="37" y="10"/>
                                    <a:pt x="36" y="10"/>
                                    <a:pt x="36" y="10"/>
                                  </a:cubicBezTo>
                                  <a:cubicBezTo>
                                    <a:pt x="35" y="11"/>
                                    <a:pt x="34" y="11"/>
                                    <a:pt x="34" y="12"/>
                                  </a:cubicBezTo>
                                  <a:cubicBezTo>
                                    <a:pt x="34" y="12"/>
                                    <a:pt x="34" y="13"/>
                                    <a:pt x="33" y="13"/>
                                  </a:cubicBezTo>
                                  <a:cubicBezTo>
                                    <a:pt x="33" y="13"/>
                                    <a:pt x="33" y="12"/>
                                    <a:pt x="33" y="12"/>
                                  </a:cubicBezTo>
                                  <a:cubicBezTo>
                                    <a:pt x="33" y="11"/>
                                    <a:pt x="32" y="11"/>
                                    <a:pt x="32" y="11"/>
                                  </a:cubicBezTo>
                                  <a:cubicBezTo>
                                    <a:pt x="31" y="11"/>
                                    <a:pt x="31" y="11"/>
                                    <a:pt x="31" y="12"/>
                                  </a:cubicBezTo>
                                  <a:cubicBezTo>
                                    <a:pt x="31" y="13"/>
                                    <a:pt x="31" y="13"/>
                                    <a:pt x="31" y="14"/>
                                  </a:cubicBezTo>
                                  <a:cubicBezTo>
                                    <a:pt x="32" y="15"/>
                                    <a:pt x="32" y="15"/>
                                    <a:pt x="32" y="16"/>
                                  </a:cubicBezTo>
                                  <a:cubicBezTo>
                                    <a:pt x="30" y="16"/>
                                    <a:pt x="30" y="17"/>
                                    <a:pt x="30" y="19"/>
                                  </a:cubicBezTo>
                                  <a:cubicBezTo>
                                    <a:pt x="30" y="20"/>
                                    <a:pt x="29" y="21"/>
                                    <a:pt x="28" y="22"/>
                                  </a:cubicBezTo>
                                  <a:cubicBezTo>
                                    <a:pt x="28" y="21"/>
                                    <a:pt x="29" y="20"/>
                                    <a:pt x="28" y="19"/>
                                  </a:cubicBezTo>
                                  <a:cubicBezTo>
                                    <a:pt x="28" y="21"/>
                                    <a:pt x="26" y="21"/>
                                    <a:pt x="26" y="23"/>
                                  </a:cubicBezTo>
                                  <a:cubicBezTo>
                                    <a:pt x="24" y="23"/>
                                    <a:pt x="23" y="24"/>
                                    <a:pt x="21" y="25"/>
                                  </a:cubicBezTo>
                                  <a:cubicBezTo>
                                    <a:pt x="21" y="25"/>
                                    <a:pt x="21" y="26"/>
                                    <a:pt x="21" y="27"/>
                                  </a:cubicBezTo>
                                  <a:cubicBezTo>
                                    <a:pt x="21" y="27"/>
                                    <a:pt x="21" y="27"/>
                                    <a:pt x="20" y="27"/>
                                  </a:cubicBezTo>
                                  <a:cubicBezTo>
                                    <a:pt x="20" y="26"/>
                                    <a:pt x="19" y="27"/>
                                    <a:pt x="18" y="27"/>
                                  </a:cubicBezTo>
                                  <a:cubicBezTo>
                                    <a:pt x="17" y="27"/>
                                    <a:pt x="16" y="28"/>
                                    <a:pt x="15" y="28"/>
                                  </a:cubicBezTo>
                                  <a:cubicBezTo>
                                    <a:pt x="14" y="29"/>
                                    <a:pt x="14" y="29"/>
                                    <a:pt x="14" y="28"/>
                                  </a:cubicBezTo>
                                  <a:cubicBezTo>
                                    <a:pt x="13" y="27"/>
                                    <a:pt x="13" y="28"/>
                                    <a:pt x="12" y="29"/>
                                  </a:cubicBezTo>
                                  <a:cubicBezTo>
                                    <a:pt x="12" y="30"/>
                                    <a:pt x="11" y="31"/>
                                    <a:pt x="9" y="30"/>
                                  </a:cubicBezTo>
                                  <a:cubicBezTo>
                                    <a:pt x="7" y="29"/>
                                    <a:pt x="7" y="30"/>
                                    <a:pt x="8" y="31"/>
                                  </a:cubicBezTo>
                                  <a:cubicBezTo>
                                    <a:pt x="8" y="33"/>
                                    <a:pt x="7" y="35"/>
                                    <a:pt x="6" y="36"/>
                                  </a:cubicBezTo>
                                  <a:cubicBezTo>
                                    <a:pt x="5" y="38"/>
                                    <a:pt x="4" y="39"/>
                                    <a:pt x="5" y="41"/>
                                  </a:cubicBezTo>
                                  <a:cubicBezTo>
                                    <a:pt x="5" y="42"/>
                                    <a:pt x="5" y="44"/>
                                    <a:pt x="5" y="45"/>
                                  </a:cubicBezTo>
                                  <a:cubicBezTo>
                                    <a:pt x="5" y="46"/>
                                    <a:pt x="6" y="46"/>
                                    <a:pt x="6" y="47"/>
                                  </a:cubicBezTo>
                                  <a:cubicBezTo>
                                    <a:pt x="6" y="48"/>
                                    <a:pt x="7" y="48"/>
                                    <a:pt x="6" y="49"/>
                                  </a:cubicBezTo>
                                  <a:cubicBezTo>
                                    <a:pt x="6" y="50"/>
                                    <a:pt x="7" y="51"/>
                                    <a:pt x="8" y="52"/>
                                  </a:cubicBezTo>
                                  <a:cubicBezTo>
                                    <a:pt x="7" y="53"/>
                                    <a:pt x="8" y="54"/>
                                    <a:pt x="8" y="54"/>
                                  </a:cubicBezTo>
                                  <a:cubicBezTo>
                                    <a:pt x="9" y="56"/>
                                    <a:pt x="7" y="57"/>
                                    <a:pt x="7" y="59"/>
                                  </a:cubicBezTo>
                                  <a:cubicBezTo>
                                    <a:pt x="6" y="61"/>
                                    <a:pt x="4" y="63"/>
                                    <a:pt x="4" y="65"/>
                                  </a:cubicBezTo>
                                  <a:cubicBezTo>
                                    <a:pt x="1" y="66"/>
                                    <a:pt x="1" y="68"/>
                                    <a:pt x="0" y="70"/>
                                  </a:cubicBezTo>
                                  <a:cubicBezTo>
                                    <a:pt x="0" y="70"/>
                                    <a:pt x="0" y="71"/>
                                    <a:pt x="0" y="72"/>
                                  </a:cubicBezTo>
                                  <a:cubicBezTo>
                                    <a:pt x="0" y="75"/>
                                    <a:pt x="0" y="77"/>
                                    <a:pt x="2" y="80"/>
                                  </a:cubicBezTo>
                                  <a:cubicBezTo>
                                    <a:pt x="3" y="81"/>
                                    <a:pt x="3" y="82"/>
                                    <a:pt x="3" y="83"/>
                                  </a:cubicBezTo>
                                  <a:cubicBezTo>
                                    <a:pt x="2" y="86"/>
                                    <a:pt x="1" y="88"/>
                                    <a:pt x="4" y="90"/>
                                  </a:cubicBezTo>
                                  <a:cubicBezTo>
                                    <a:pt x="4" y="90"/>
                                    <a:pt x="4" y="91"/>
                                    <a:pt x="4" y="91"/>
                                  </a:cubicBezTo>
                                  <a:cubicBezTo>
                                    <a:pt x="5" y="93"/>
                                    <a:pt x="5" y="94"/>
                                    <a:pt x="7" y="95"/>
                                  </a:cubicBezTo>
                                  <a:cubicBezTo>
                                    <a:pt x="7" y="96"/>
                                    <a:pt x="8" y="96"/>
                                    <a:pt x="8" y="96"/>
                                  </a:cubicBezTo>
                                  <a:cubicBezTo>
                                    <a:pt x="10" y="96"/>
                                    <a:pt x="10" y="96"/>
                                    <a:pt x="11" y="97"/>
                                  </a:cubicBezTo>
                                  <a:cubicBezTo>
                                    <a:pt x="13" y="99"/>
                                    <a:pt x="14" y="99"/>
                                    <a:pt x="16" y="97"/>
                                  </a:cubicBezTo>
                                  <a:cubicBezTo>
                                    <a:pt x="18" y="96"/>
                                    <a:pt x="20" y="95"/>
                                    <a:pt x="22" y="95"/>
                                  </a:cubicBezTo>
                                  <a:cubicBezTo>
                                    <a:pt x="24" y="95"/>
                                    <a:pt x="26" y="93"/>
                                    <a:pt x="27" y="91"/>
                                  </a:cubicBezTo>
                                  <a:cubicBezTo>
                                    <a:pt x="27" y="90"/>
                                    <a:pt x="27" y="89"/>
                                    <a:pt x="28" y="88"/>
                                  </a:cubicBezTo>
                                  <a:cubicBezTo>
                                    <a:pt x="29" y="86"/>
                                    <a:pt x="29" y="84"/>
                                    <a:pt x="29" y="82"/>
                                  </a:cubicBezTo>
                                  <a:cubicBezTo>
                                    <a:pt x="31" y="81"/>
                                    <a:pt x="30" y="79"/>
                                    <a:pt x="31" y="77"/>
                                  </a:cubicBezTo>
                                  <a:cubicBezTo>
                                    <a:pt x="31" y="74"/>
                                    <a:pt x="32" y="72"/>
                                    <a:pt x="33" y="69"/>
                                  </a:cubicBezTo>
                                  <a:cubicBezTo>
                                    <a:pt x="34" y="67"/>
                                    <a:pt x="35" y="65"/>
                                    <a:pt x="35" y="64"/>
                                  </a:cubicBezTo>
                                  <a:cubicBezTo>
                                    <a:pt x="35" y="62"/>
                                    <a:pt x="35" y="61"/>
                                    <a:pt x="36" y="60"/>
                                  </a:cubicBezTo>
                                  <a:cubicBezTo>
                                    <a:pt x="37" y="60"/>
                                    <a:pt x="36" y="59"/>
                                    <a:pt x="37" y="58"/>
                                  </a:cubicBezTo>
                                  <a:cubicBezTo>
                                    <a:pt x="37" y="57"/>
                                    <a:pt x="38" y="57"/>
                                    <a:pt x="38" y="56"/>
                                  </a:cubicBezTo>
                                  <a:cubicBezTo>
                                    <a:pt x="38" y="53"/>
                                    <a:pt x="39" y="50"/>
                                    <a:pt x="40" y="48"/>
                                  </a:cubicBezTo>
                                  <a:cubicBezTo>
                                    <a:pt x="41" y="45"/>
                                    <a:pt x="41" y="43"/>
                                    <a:pt x="42" y="40"/>
                                  </a:cubicBezTo>
                                  <a:cubicBezTo>
                                    <a:pt x="42" y="40"/>
                                    <a:pt x="42" y="40"/>
                                    <a:pt x="42" y="39"/>
                                  </a:cubicBezTo>
                                  <a:cubicBezTo>
                                    <a:pt x="41" y="37"/>
                                    <a:pt x="42" y="36"/>
                                    <a:pt x="44" y="34"/>
                                  </a:cubicBezTo>
                                  <a:cubicBezTo>
                                    <a:pt x="44" y="34"/>
                                    <a:pt x="44" y="34"/>
                                    <a:pt x="44" y="34"/>
                                  </a:cubicBezTo>
                                  <a:cubicBezTo>
                                    <a:pt x="45" y="31"/>
                                    <a:pt x="43" y="28"/>
                                    <a:pt x="43" y="26"/>
                                  </a:cubicBezTo>
                                  <a:cubicBezTo>
                                    <a:pt x="43" y="25"/>
                                    <a:pt x="43" y="25"/>
                                    <a:pt x="44" y="24"/>
                                  </a:cubicBezTo>
                                  <a:cubicBezTo>
                                    <a:pt x="45" y="24"/>
                                    <a:pt x="45" y="25"/>
                                    <a:pt x="45" y="25"/>
                                  </a:cubicBezTo>
                                  <a:cubicBezTo>
                                    <a:pt x="45" y="26"/>
                                    <a:pt x="45" y="26"/>
                                    <a:pt x="45" y="27"/>
                                  </a:cubicBezTo>
                                  <a:cubicBezTo>
                                    <a:pt x="45" y="28"/>
                                    <a:pt x="46" y="28"/>
                                    <a:pt x="47" y="28"/>
                                  </a:cubicBezTo>
                                  <a:cubicBezTo>
                                    <a:pt x="48" y="27"/>
                                    <a:pt x="49" y="23"/>
                                    <a:pt x="48" y="22"/>
                                  </a:cubicBezTo>
                                  <a:cubicBezTo>
                                    <a:pt x="47" y="21"/>
                                    <a:pt x="46" y="19"/>
                                    <a:pt x="47" y="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2" name="Freeform 903">
                              <a:extLst>
                                <a:ext uri="{FF2B5EF4-FFF2-40B4-BE49-F238E27FC236}">
                                  <a16:creationId xmlns:a16="http://schemas.microsoft.com/office/drawing/2014/main" id="{9A5EEAF1-2E3C-71D6-85ED-6AC26DF6B3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38800" y="3895725"/>
                              <a:ext cx="444500" cy="433388"/>
                            </a:xfrm>
                            <a:custGeom>
                              <a:avLst/>
                              <a:gdLst>
                                <a:gd name="T0" fmla="*/ 45 w 107"/>
                                <a:gd name="T1" fmla="*/ 75 h 104"/>
                                <a:gd name="T2" fmla="*/ 99 w 107"/>
                                <a:gd name="T3" fmla="*/ 104 h 104"/>
                                <a:gd name="T4" fmla="*/ 106 w 107"/>
                                <a:gd name="T5" fmla="*/ 100 h 104"/>
                                <a:gd name="T6" fmla="*/ 104 w 107"/>
                                <a:gd name="T7" fmla="*/ 24 h 104"/>
                                <a:gd name="T8" fmla="*/ 105 w 107"/>
                                <a:gd name="T9" fmla="*/ 14 h 104"/>
                                <a:gd name="T10" fmla="*/ 104 w 107"/>
                                <a:gd name="T11" fmla="*/ 10 h 104"/>
                                <a:gd name="T12" fmla="*/ 95 w 107"/>
                                <a:gd name="T13" fmla="*/ 8 h 104"/>
                                <a:gd name="T14" fmla="*/ 92 w 107"/>
                                <a:gd name="T15" fmla="*/ 4 h 104"/>
                                <a:gd name="T16" fmla="*/ 89 w 107"/>
                                <a:gd name="T17" fmla="*/ 3 h 104"/>
                                <a:gd name="T18" fmla="*/ 82 w 107"/>
                                <a:gd name="T19" fmla="*/ 4 h 104"/>
                                <a:gd name="T20" fmla="*/ 74 w 107"/>
                                <a:gd name="T21" fmla="*/ 8 h 104"/>
                                <a:gd name="T22" fmla="*/ 74 w 107"/>
                                <a:gd name="T23" fmla="*/ 16 h 104"/>
                                <a:gd name="T24" fmla="*/ 69 w 107"/>
                                <a:gd name="T25" fmla="*/ 23 h 104"/>
                                <a:gd name="T26" fmla="*/ 57 w 107"/>
                                <a:gd name="T27" fmla="*/ 18 h 104"/>
                                <a:gd name="T28" fmla="*/ 44 w 107"/>
                                <a:gd name="T29" fmla="*/ 15 h 104"/>
                                <a:gd name="T30" fmla="*/ 39 w 107"/>
                                <a:gd name="T31" fmla="*/ 6 h 104"/>
                                <a:gd name="T32" fmla="*/ 25 w 107"/>
                                <a:gd name="T33" fmla="*/ 3 h 104"/>
                                <a:gd name="T34" fmla="*/ 15 w 107"/>
                                <a:gd name="T35" fmla="*/ 0 h 104"/>
                                <a:gd name="T36" fmla="*/ 14 w 107"/>
                                <a:gd name="T37" fmla="*/ 4 h 104"/>
                                <a:gd name="T38" fmla="*/ 14 w 107"/>
                                <a:gd name="T39" fmla="*/ 6 h 104"/>
                                <a:gd name="T40" fmla="*/ 5 w 107"/>
                                <a:gd name="T41" fmla="*/ 13 h 104"/>
                                <a:gd name="T42" fmla="*/ 6 w 107"/>
                                <a:gd name="T43" fmla="*/ 16 h 104"/>
                                <a:gd name="T44" fmla="*/ 6 w 107"/>
                                <a:gd name="T45" fmla="*/ 20 h 104"/>
                                <a:gd name="T46" fmla="*/ 1 w 107"/>
                                <a:gd name="T47" fmla="*/ 23 h 104"/>
                                <a:gd name="T48" fmla="*/ 0 w 107"/>
                                <a:gd name="T49" fmla="*/ 25 h 104"/>
                                <a:gd name="T50" fmla="*/ 4 w 107"/>
                                <a:gd name="T51" fmla="*/ 42 h 104"/>
                                <a:gd name="T52" fmla="*/ 4 w 107"/>
                                <a:gd name="T53" fmla="*/ 49 h 104"/>
                                <a:gd name="T54" fmla="*/ 3 w 107"/>
                                <a:gd name="T55" fmla="*/ 52 h 104"/>
                                <a:gd name="T56" fmla="*/ 0 w 107"/>
                                <a:gd name="T57" fmla="*/ 54 h 104"/>
                                <a:gd name="T58" fmla="*/ 5 w 107"/>
                                <a:gd name="T59" fmla="*/ 65 h 104"/>
                                <a:gd name="T60" fmla="*/ 11 w 107"/>
                                <a:gd name="T61" fmla="*/ 67 h 104"/>
                                <a:gd name="T62" fmla="*/ 15 w 107"/>
                                <a:gd name="T63" fmla="*/ 69 h 104"/>
                                <a:gd name="T64" fmla="*/ 29 w 107"/>
                                <a:gd name="T65" fmla="*/ 77 h 10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107" h="104">
                                  <a:moveTo>
                                    <a:pt x="33" y="81"/>
                                  </a:moveTo>
                                  <a:cubicBezTo>
                                    <a:pt x="45" y="75"/>
                                    <a:pt x="45" y="75"/>
                                    <a:pt x="45" y="75"/>
                                  </a:cubicBezTo>
                                  <a:cubicBezTo>
                                    <a:pt x="73" y="89"/>
                                    <a:pt x="73" y="89"/>
                                    <a:pt x="73" y="89"/>
                                  </a:cubicBezTo>
                                  <a:cubicBezTo>
                                    <a:pt x="99" y="104"/>
                                    <a:pt x="99" y="104"/>
                                    <a:pt x="99" y="104"/>
                                  </a:cubicBezTo>
                                  <a:cubicBezTo>
                                    <a:pt x="99" y="100"/>
                                    <a:pt x="99" y="100"/>
                                    <a:pt x="99" y="100"/>
                                  </a:cubicBezTo>
                                  <a:cubicBezTo>
                                    <a:pt x="106" y="100"/>
                                    <a:pt x="106" y="100"/>
                                    <a:pt x="106" y="100"/>
                                  </a:cubicBezTo>
                                  <a:cubicBezTo>
                                    <a:pt x="106" y="30"/>
                                    <a:pt x="106" y="30"/>
                                    <a:pt x="106" y="30"/>
                                  </a:cubicBezTo>
                                  <a:cubicBezTo>
                                    <a:pt x="104" y="24"/>
                                    <a:pt x="104" y="24"/>
                                    <a:pt x="104" y="24"/>
                                  </a:cubicBezTo>
                                  <a:cubicBezTo>
                                    <a:pt x="106" y="19"/>
                                    <a:pt x="106" y="19"/>
                                    <a:pt x="106" y="19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7" y="12"/>
                                    <a:pt x="107" y="12"/>
                                    <a:pt x="107" y="12"/>
                                  </a:cubicBezTo>
                                  <a:cubicBezTo>
                                    <a:pt x="107" y="10"/>
                                    <a:pt x="106" y="10"/>
                                    <a:pt x="104" y="10"/>
                                  </a:cubicBezTo>
                                  <a:cubicBezTo>
                                    <a:pt x="103" y="10"/>
                                    <a:pt x="101" y="10"/>
                                    <a:pt x="100" y="9"/>
                                  </a:cubicBezTo>
                                  <a:cubicBezTo>
                                    <a:pt x="99" y="8"/>
                                    <a:pt x="97" y="8"/>
                                    <a:pt x="95" y="8"/>
                                  </a:cubicBezTo>
                                  <a:cubicBezTo>
                                    <a:pt x="95" y="8"/>
                                    <a:pt x="94" y="8"/>
                                    <a:pt x="94" y="7"/>
                                  </a:cubicBezTo>
                                  <a:cubicBezTo>
                                    <a:pt x="95" y="5"/>
                                    <a:pt x="93" y="5"/>
                                    <a:pt x="92" y="4"/>
                                  </a:cubicBezTo>
                                  <a:cubicBezTo>
                                    <a:pt x="91" y="4"/>
                                    <a:pt x="91" y="4"/>
                                    <a:pt x="91" y="4"/>
                                  </a:cubicBezTo>
                                  <a:cubicBezTo>
                                    <a:pt x="90" y="3"/>
                                    <a:pt x="90" y="3"/>
                                    <a:pt x="89" y="3"/>
                                  </a:cubicBezTo>
                                  <a:cubicBezTo>
                                    <a:pt x="87" y="3"/>
                                    <a:pt x="85" y="2"/>
                                    <a:pt x="82" y="4"/>
                                  </a:cubicBezTo>
                                  <a:cubicBezTo>
                                    <a:pt x="82" y="4"/>
                                    <a:pt x="82" y="4"/>
                                    <a:pt x="82" y="4"/>
                                  </a:cubicBezTo>
                                  <a:cubicBezTo>
                                    <a:pt x="80" y="4"/>
                                    <a:pt x="78" y="5"/>
                                    <a:pt x="76" y="6"/>
                                  </a:cubicBezTo>
                                  <a:cubicBezTo>
                                    <a:pt x="76" y="7"/>
                                    <a:pt x="75" y="7"/>
                                    <a:pt x="74" y="8"/>
                                  </a:cubicBezTo>
                                  <a:cubicBezTo>
                                    <a:pt x="74" y="8"/>
                                    <a:pt x="72" y="11"/>
                                    <a:pt x="72" y="12"/>
                                  </a:cubicBezTo>
                                  <a:cubicBezTo>
                                    <a:pt x="73" y="13"/>
                                    <a:pt x="73" y="15"/>
                                    <a:pt x="74" y="16"/>
                                  </a:cubicBezTo>
                                  <a:cubicBezTo>
                                    <a:pt x="74" y="17"/>
                                    <a:pt x="74" y="17"/>
                                    <a:pt x="74" y="18"/>
                                  </a:cubicBezTo>
                                  <a:cubicBezTo>
                                    <a:pt x="73" y="20"/>
                                    <a:pt x="71" y="22"/>
                                    <a:pt x="69" y="23"/>
                                  </a:cubicBezTo>
                                  <a:cubicBezTo>
                                    <a:pt x="68" y="24"/>
                                    <a:pt x="67" y="24"/>
                                    <a:pt x="66" y="23"/>
                                  </a:cubicBezTo>
                                  <a:cubicBezTo>
                                    <a:pt x="62" y="22"/>
                                    <a:pt x="60" y="19"/>
                                    <a:pt x="57" y="18"/>
                                  </a:cubicBezTo>
                                  <a:cubicBezTo>
                                    <a:pt x="54" y="17"/>
                                    <a:pt x="51" y="16"/>
                                    <a:pt x="48" y="16"/>
                                  </a:cubicBezTo>
                                  <a:cubicBezTo>
                                    <a:pt x="47" y="16"/>
                                    <a:pt x="45" y="16"/>
                                    <a:pt x="44" y="15"/>
                                  </a:cubicBezTo>
                                  <a:cubicBezTo>
                                    <a:pt x="42" y="14"/>
                                    <a:pt x="41" y="12"/>
                                    <a:pt x="41" y="9"/>
                                  </a:cubicBezTo>
                                  <a:cubicBezTo>
                                    <a:pt x="41" y="8"/>
                                    <a:pt x="40" y="6"/>
                                    <a:pt x="39" y="6"/>
                                  </a:cubicBezTo>
                                  <a:cubicBezTo>
                                    <a:pt x="37" y="7"/>
                                    <a:pt x="36" y="6"/>
                                    <a:pt x="34" y="5"/>
                                  </a:cubicBezTo>
                                  <a:cubicBezTo>
                                    <a:pt x="31" y="3"/>
                                    <a:pt x="28" y="3"/>
                                    <a:pt x="25" y="3"/>
                                  </a:cubicBezTo>
                                  <a:cubicBezTo>
                                    <a:pt x="23" y="3"/>
                                    <a:pt x="21" y="4"/>
                                    <a:pt x="19" y="2"/>
                                  </a:cubicBezTo>
                                  <a:cubicBezTo>
                                    <a:pt x="18" y="1"/>
                                    <a:pt x="17" y="1"/>
                                    <a:pt x="15" y="0"/>
                                  </a:cubicBezTo>
                                  <a:cubicBezTo>
                                    <a:pt x="15" y="0"/>
                                    <a:pt x="15" y="0"/>
                                    <a:pt x="15" y="0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6" y="17"/>
                                    <a:pt x="6" y="17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4" y="22"/>
                                    <a:pt x="4" y="22"/>
                                    <a:pt x="4" y="22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0" y="24"/>
                                    <a:pt x="0" y="24"/>
                                    <a:pt x="0" y="24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3" y="32"/>
                                    <a:pt x="3" y="32"/>
                                    <a:pt x="3" y="32"/>
                                  </a:cubicBezTo>
                                  <a:cubicBezTo>
                                    <a:pt x="4" y="42"/>
                                    <a:pt x="4" y="42"/>
                                    <a:pt x="4" y="42"/>
                                  </a:cubicBezTo>
                                  <a:cubicBezTo>
                                    <a:pt x="3" y="46"/>
                                    <a:pt x="3" y="46"/>
                                    <a:pt x="3" y="46"/>
                                  </a:cubicBezTo>
                                  <a:cubicBezTo>
                                    <a:pt x="4" y="49"/>
                                    <a:pt x="4" y="49"/>
                                    <a:pt x="4" y="49"/>
                                  </a:cubicBezTo>
                                  <a:cubicBezTo>
                                    <a:pt x="3" y="51"/>
                                    <a:pt x="3" y="51"/>
                                    <a:pt x="3" y="51"/>
                                  </a:cubicBezTo>
                                  <a:cubicBezTo>
                                    <a:pt x="3" y="52"/>
                                    <a:pt x="3" y="52"/>
                                    <a:pt x="3" y="52"/>
                                  </a:cubicBezTo>
                                  <a:cubicBezTo>
                                    <a:pt x="3" y="52"/>
                                    <a:pt x="1" y="53"/>
                                    <a:pt x="1" y="53"/>
                                  </a:cubicBezTo>
                                  <a:cubicBezTo>
                                    <a:pt x="1" y="53"/>
                                    <a:pt x="0" y="54"/>
                                    <a:pt x="0" y="54"/>
                                  </a:cubicBezTo>
                                  <a:cubicBezTo>
                                    <a:pt x="4" y="60"/>
                                    <a:pt x="4" y="60"/>
                                    <a:pt x="4" y="60"/>
                                  </a:cubicBezTo>
                                  <a:cubicBezTo>
                                    <a:pt x="5" y="65"/>
                                    <a:pt x="5" y="65"/>
                                    <a:pt x="5" y="65"/>
                                  </a:cubicBezTo>
                                  <a:cubicBezTo>
                                    <a:pt x="7" y="67"/>
                                    <a:pt x="7" y="67"/>
                                    <a:pt x="7" y="67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4" y="69"/>
                                    <a:pt x="14" y="69"/>
                                    <a:pt x="14" y="69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29" y="77"/>
                                    <a:pt x="29" y="77"/>
                                    <a:pt x="29" y="77"/>
                                  </a:cubicBezTo>
                                  <a:lnTo>
                                    <a:pt x="33" y="8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3" name="Freeform 904">
                              <a:extLst>
                                <a:ext uri="{FF2B5EF4-FFF2-40B4-BE49-F238E27FC236}">
                                  <a16:creationId xmlns:a16="http://schemas.microsoft.com/office/drawing/2014/main" id="{99C90153-4A7C-1A6E-CBAF-8CFE82FFA6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51425" y="4646613"/>
                              <a:ext cx="112712" cy="120650"/>
                            </a:xfrm>
                            <a:custGeom>
                              <a:avLst/>
                              <a:gdLst>
                                <a:gd name="T0" fmla="*/ 27 w 27"/>
                                <a:gd name="T1" fmla="*/ 23 h 29"/>
                                <a:gd name="T2" fmla="*/ 27 w 27"/>
                                <a:gd name="T3" fmla="*/ 19 h 29"/>
                                <a:gd name="T4" fmla="*/ 25 w 27"/>
                                <a:gd name="T5" fmla="*/ 18 h 29"/>
                                <a:gd name="T6" fmla="*/ 24 w 27"/>
                                <a:gd name="T7" fmla="*/ 16 h 29"/>
                                <a:gd name="T8" fmla="*/ 22 w 27"/>
                                <a:gd name="T9" fmla="*/ 16 h 29"/>
                                <a:gd name="T10" fmla="*/ 19 w 27"/>
                                <a:gd name="T11" fmla="*/ 14 h 29"/>
                                <a:gd name="T12" fmla="*/ 21 w 27"/>
                                <a:gd name="T13" fmla="*/ 11 h 29"/>
                                <a:gd name="T14" fmla="*/ 20 w 27"/>
                                <a:gd name="T15" fmla="*/ 6 h 29"/>
                                <a:gd name="T16" fmla="*/ 19 w 27"/>
                                <a:gd name="T17" fmla="*/ 6 h 29"/>
                                <a:gd name="T18" fmla="*/ 18 w 27"/>
                                <a:gd name="T19" fmla="*/ 9 h 29"/>
                                <a:gd name="T20" fmla="*/ 16 w 27"/>
                                <a:gd name="T21" fmla="*/ 10 h 29"/>
                                <a:gd name="T22" fmla="*/ 15 w 27"/>
                                <a:gd name="T23" fmla="*/ 8 h 29"/>
                                <a:gd name="T24" fmla="*/ 13 w 27"/>
                                <a:gd name="T25" fmla="*/ 8 h 29"/>
                                <a:gd name="T26" fmla="*/ 14 w 27"/>
                                <a:gd name="T27" fmla="*/ 7 h 29"/>
                                <a:gd name="T28" fmla="*/ 13 w 27"/>
                                <a:gd name="T29" fmla="*/ 2 h 29"/>
                                <a:gd name="T30" fmla="*/ 11 w 27"/>
                                <a:gd name="T31" fmla="*/ 0 h 29"/>
                                <a:gd name="T32" fmla="*/ 9 w 27"/>
                                <a:gd name="T33" fmla="*/ 1 h 29"/>
                                <a:gd name="T34" fmla="*/ 8 w 27"/>
                                <a:gd name="T35" fmla="*/ 1 h 29"/>
                                <a:gd name="T36" fmla="*/ 8 w 27"/>
                                <a:gd name="T37" fmla="*/ 3 h 29"/>
                                <a:gd name="T38" fmla="*/ 6 w 27"/>
                                <a:gd name="T39" fmla="*/ 3 h 29"/>
                                <a:gd name="T40" fmla="*/ 5 w 27"/>
                                <a:gd name="T41" fmla="*/ 6 h 29"/>
                                <a:gd name="T42" fmla="*/ 2 w 27"/>
                                <a:gd name="T43" fmla="*/ 8 h 29"/>
                                <a:gd name="T44" fmla="*/ 0 w 27"/>
                                <a:gd name="T45" fmla="*/ 12 h 29"/>
                                <a:gd name="T46" fmla="*/ 0 w 27"/>
                                <a:gd name="T47" fmla="*/ 12 h 29"/>
                                <a:gd name="T48" fmla="*/ 4 w 27"/>
                                <a:gd name="T49" fmla="*/ 15 h 29"/>
                                <a:gd name="T50" fmla="*/ 7 w 27"/>
                                <a:gd name="T51" fmla="*/ 17 h 29"/>
                                <a:gd name="T52" fmla="*/ 18 w 27"/>
                                <a:gd name="T53" fmla="*/ 26 h 29"/>
                                <a:gd name="T54" fmla="*/ 27 w 27"/>
                                <a:gd name="T55" fmla="*/ 29 h 29"/>
                                <a:gd name="T56" fmla="*/ 26 w 27"/>
                                <a:gd name="T57" fmla="*/ 26 h 29"/>
                                <a:gd name="T58" fmla="*/ 27 w 27"/>
                                <a:gd name="T59" fmla="*/ 23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</a:cxnLst>
                              <a:rect l="0" t="0" r="r" b="b"/>
                              <a:pathLst>
                                <a:path w="27" h="29">
                                  <a:moveTo>
                                    <a:pt x="27" y="23"/>
                                  </a:move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5" y="18"/>
                                    <a:pt x="25" y="18"/>
                                    <a:pt x="25" y="18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2" y="16"/>
                                    <a:pt x="22" y="16"/>
                                    <a:pt x="22" y="16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4" y="7"/>
                                    <a:pt x="14" y="7"/>
                                    <a:pt x="14" y="7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1" y="13"/>
                                    <a:pt x="2" y="14"/>
                                    <a:pt x="4" y="15"/>
                                  </a:cubicBezTo>
                                  <a:cubicBezTo>
                                    <a:pt x="5" y="16"/>
                                    <a:pt x="5" y="18"/>
                                    <a:pt x="7" y="17"/>
                                  </a:cubicBezTo>
                                  <a:cubicBezTo>
                                    <a:pt x="11" y="20"/>
                                    <a:pt x="14" y="24"/>
                                    <a:pt x="18" y="26"/>
                                  </a:cubicBezTo>
                                  <a:cubicBezTo>
                                    <a:pt x="21" y="28"/>
                                    <a:pt x="24" y="29"/>
                                    <a:pt x="27" y="29"/>
                                  </a:cubicBezTo>
                                  <a:cubicBezTo>
                                    <a:pt x="26" y="26"/>
                                    <a:pt x="26" y="26"/>
                                    <a:pt x="26" y="26"/>
                                  </a:cubicBezTo>
                                  <a:lnTo>
                                    <a:pt x="27" y="2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" name="Freeform 905">
                              <a:extLst>
                                <a:ext uri="{FF2B5EF4-FFF2-40B4-BE49-F238E27FC236}">
                                  <a16:creationId xmlns:a16="http://schemas.microsoft.com/office/drawing/2014/main" id="{9E79F61A-8C08-3FA8-46F4-80B0836F9F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37275" y="5734050"/>
                              <a:ext cx="66675" cy="69850"/>
                            </a:xfrm>
                            <a:custGeom>
                              <a:avLst/>
                              <a:gdLst>
                                <a:gd name="T0" fmla="*/ 24 w 42"/>
                                <a:gd name="T1" fmla="*/ 34 h 44"/>
                                <a:gd name="T2" fmla="*/ 19 w 42"/>
                                <a:gd name="T3" fmla="*/ 44 h 44"/>
                                <a:gd name="T4" fmla="*/ 13 w 42"/>
                                <a:gd name="T5" fmla="*/ 42 h 44"/>
                                <a:gd name="T6" fmla="*/ 5 w 42"/>
                                <a:gd name="T7" fmla="*/ 36 h 44"/>
                                <a:gd name="T8" fmla="*/ 5 w 42"/>
                                <a:gd name="T9" fmla="*/ 31 h 44"/>
                                <a:gd name="T10" fmla="*/ 0 w 42"/>
                                <a:gd name="T11" fmla="*/ 21 h 44"/>
                                <a:gd name="T12" fmla="*/ 5 w 42"/>
                                <a:gd name="T13" fmla="*/ 18 h 44"/>
                                <a:gd name="T14" fmla="*/ 11 w 42"/>
                                <a:gd name="T15" fmla="*/ 10 h 44"/>
                                <a:gd name="T16" fmla="*/ 13 w 42"/>
                                <a:gd name="T17" fmla="*/ 7 h 44"/>
                                <a:gd name="T18" fmla="*/ 19 w 42"/>
                                <a:gd name="T19" fmla="*/ 7 h 44"/>
                                <a:gd name="T20" fmla="*/ 21 w 42"/>
                                <a:gd name="T21" fmla="*/ 2 h 44"/>
                                <a:gd name="T22" fmla="*/ 29 w 42"/>
                                <a:gd name="T23" fmla="*/ 0 h 44"/>
                                <a:gd name="T24" fmla="*/ 32 w 42"/>
                                <a:gd name="T25" fmla="*/ 5 h 44"/>
                                <a:gd name="T26" fmla="*/ 42 w 42"/>
                                <a:gd name="T27" fmla="*/ 13 h 44"/>
                                <a:gd name="T28" fmla="*/ 42 w 42"/>
                                <a:gd name="T29" fmla="*/ 18 h 44"/>
                                <a:gd name="T30" fmla="*/ 37 w 42"/>
                                <a:gd name="T31" fmla="*/ 23 h 44"/>
                                <a:gd name="T32" fmla="*/ 37 w 42"/>
                                <a:gd name="T33" fmla="*/ 28 h 44"/>
                                <a:gd name="T34" fmla="*/ 24 w 42"/>
                                <a:gd name="T35" fmla="*/ 34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</a:cxnLst>
                              <a:rect l="0" t="0" r="r" b="b"/>
                              <a:pathLst>
                                <a:path w="42" h="44">
                                  <a:moveTo>
                                    <a:pt x="24" y="34"/>
                                  </a:moveTo>
                                  <a:lnTo>
                                    <a:pt x="19" y="44"/>
                                  </a:lnTo>
                                  <a:lnTo>
                                    <a:pt x="13" y="42"/>
                                  </a:lnTo>
                                  <a:lnTo>
                                    <a:pt x="5" y="36"/>
                                  </a:lnTo>
                                  <a:lnTo>
                                    <a:pt x="5" y="31"/>
                                  </a:lnTo>
                                  <a:lnTo>
                                    <a:pt x="0" y="21"/>
                                  </a:lnTo>
                                  <a:lnTo>
                                    <a:pt x="5" y="18"/>
                                  </a:lnTo>
                                  <a:lnTo>
                                    <a:pt x="11" y="10"/>
                                  </a:lnTo>
                                  <a:lnTo>
                                    <a:pt x="13" y="7"/>
                                  </a:lnTo>
                                  <a:lnTo>
                                    <a:pt x="19" y="7"/>
                                  </a:lnTo>
                                  <a:lnTo>
                                    <a:pt x="21" y="2"/>
                                  </a:lnTo>
                                  <a:lnTo>
                                    <a:pt x="29" y="0"/>
                                  </a:lnTo>
                                  <a:lnTo>
                                    <a:pt x="32" y="5"/>
                                  </a:lnTo>
                                  <a:lnTo>
                                    <a:pt x="42" y="13"/>
                                  </a:lnTo>
                                  <a:lnTo>
                                    <a:pt x="42" y="18"/>
                                  </a:lnTo>
                                  <a:lnTo>
                                    <a:pt x="37" y="23"/>
                                  </a:lnTo>
                                  <a:lnTo>
                                    <a:pt x="37" y="28"/>
                                  </a:lnTo>
                                  <a:lnTo>
                                    <a:pt x="24" y="3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5" name="Freeform 906">
                              <a:extLst>
                                <a:ext uri="{FF2B5EF4-FFF2-40B4-BE49-F238E27FC236}">
                                  <a16:creationId xmlns:a16="http://schemas.microsoft.com/office/drawing/2014/main" id="{FD9653E8-4B02-E417-0124-26B21064BC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32538" y="4746625"/>
                              <a:ext cx="225425" cy="279400"/>
                            </a:xfrm>
                            <a:custGeom>
                              <a:avLst/>
                              <a:gdLst>
                                <a:gd name="T0" fmla="*/ 48 w 54"/>
                                <a:gd name="T1" fmla="*/ 16 h 67"/>
                                <a:gd name="T2" fmla="*/ 54 w 54"/>
                                <a:gd name="T3" fmla="*/ 8 h 67"/>
                                <a:gd name="T4" fmla="*/ 49 w 54"/>
                                <a:gd name="T5" fmla="*/ 8 h 67"/>
                                <a:gd name="T6" fmla="*/ 46 w 54"/>
                                <a:gd name="T7" fmla="*/ 5 h 67"/>
                                <a:gd name="T8" fmla="*/ 40 w 54"/>
                                <a:gd name="T9" fmla="*/ 8 h 67"/>
                                <a:gd name="T10" fmla="*/ 38 w 54"/>
                                <a:gd name="T11" fmla="*/ 11 h 67"/>
                                <a:gd name="T12" fmla="*/ 32 w 54"/>
                                <a:gd name="T13" fmla="*/ 10 h 67"/>
                                <a:gd name="T14" fmla="*/ 28 w 54"/>
                                <a:gd name="T15" fmla="*/ 10 h 67"/>
                                <a:gd name="T16" fmla="*/ 20 w 54"/>
                                <a:gd name="T17" fmla="*/ 5 h 67"/>
                                <a:gd name="T18" fmla="*/ 14 w 54"/>
                                <a:gd name="T19" fmla="*/ 4 h 67"/>
                                <a:gd name="T20" fmla="*/ 13 w 54"/>
                                <a:gd name="T21" fmla="*/ 3 h 67"/>
                                <a:gd name="T22" fmla="*/ 11 w 54"/>
                                <a:gd name="T23" fmla="*/ 3 h 67"/>
                                <a:gd name="T24" fmla="*/ 10 w 54"/>
                                <a:gd name="T25" fmla="*/ 1 h 67"/>
                                <a:gd name="T26" fmla="*/ 10 w 54"/>
                                <a:gd name="T27" fmla="*/ 1 h 67"/>
                                <a:gd name="T28" fmla="*/ 10 w 54"/>
                                <a:gd name="T29" fmla="*/ 0 h 67"/>
                                <a:gd name="T30" fmla="*/ 6 w 54"/>
                                <a:gd name="T31" fmla="*/ 2 h 67"/>
                                <a:gd name="T32" fmla="*/ 4 w 54"/>
                                <a:gd name="T33" fmla="*/ 3 h 67"/>
                                <a:gd name="T34" fmla="*/ 0 w 54"/>
                                <a:gd name="T35" fmla="*/ 6 h 67"/>
                                <a:gd name="T36" fmla="*/ 0 w 54"/>
                                <a:gd name="T37" fmla="*/ 7 h 67"/>
                                <a:gd name="T38" fmla="*/ 1 w 54"/>
                                <a:gd name="T39" fmla="*/ 8 h 67"/>
                                <a:gd name="T40" fmla="*/ 2 w 54"/>
                                <a:gd name="T41" fmla="*/ 8 h 67"/>
                                <a:gd name="T42" fmla="*/ 2 w 54"/>
                                <a:gd name="T43" fmla="*/ 9 h 67"/>
                                <a:gd name="T44" fmla="*/ 3 w 54"/>
                                <a:gd name="T45" fmla="*/ 10 h 67"/>
                                <a:gd name="T46" fmla="*/ 3 w 54"/>
                                <a:gd name="T47" fmla="*/ 13 h 67"/>
                                <a:gd name="T48" fmla="*/ 7 w 54"/>
                                <a:gd name="T49" fmla="*/ 18 h 67"/>
                                <a:gd name="T50" fmla="*/ 7 w 54"/>
                                <a:gd name="T51" fmla="*/ 20 h 67"/>
                                <a:gd name="T52" fmla="*/ 7 w 54"/>
                                <a:gd name="T53" fmla="*/ 22 h 67"/>
                                <a:gd name="T54" fmla="*/ 7 w 54"/>
                                <a:gd name="T55" fmla="*/ 24 h 67"/>
                                <a:gd name="T56" fmla="*/ 6 w 54"/>
                                <a:gd name="T57" fmla="*/ 26 h 67"/>
                                <a:gd name="T58" fmla="*/ 4 w 54"/>
                                <a:gd name="T59" fmla="*/ 27 h 67"/>
                                <a:gd name="T60" fmla="*/ 3 w 54"/>
                                <a:gd name="T61" fmla="*/ 28 h 67"/>
                                <a:gd name="T62" fmla="*/ 1 w 54"/>
                                <a:gd name="T63" fmla="*/ 31 h 67"/>
                                <a:gd name="T64" fmla="*/ 0 w 54"/>
                                <a:gd name="T65" fmla="*/ 34 h 67"/>
                                <a:gd name="T66" fmla="*/ 0 w 54"/>
                                <a:gd name="T67" fmla="*/ 42 h 67"/>
                                <a:gd name="T68" fmla="*/ 25 w 54"/>
                                <a:gd name="T69" fmla="*/ 55 h 67"/>
                                <a:gd name="T70" fmla="*/ 25 w 54"/>
                                <a:gd name="T71" fmla="*/ 59 h 67"/>
                                <a:gd name="T72" fmla="*/ 36 w 54"/>
                                <a:gd name="T73" fmla="*/ 67 h 67"/>
                                <a:gd name="T74" fmla="*/ 38 w 54"/>
                                <a:gd name="T75" fmla="*/ 65 h 67"/>
                                <a:gd name="T76" fmla="*/ 41 w 54"/>
                                <a:gd name="T77" fmla="*/ 59 h 67"/>
                                <a:gd name="T78" fmla="*/ 43 w 54"/>
                                <a:gd name="T79" fmla="*/ 54 h 67"/>
                                <a:gd name="T80" fmla="*/ 45 w 54"/>
                                <a:gd name="T81" fmla="*/ 52 h 67"/>
                                <a:gd name="T82" fmla="*/ 48 w 54"/>
                                <a:gd name="T83" fmla="*/ 50 h 67"/>
                                <a:gd name="T84" fmla="*/ 49 w 54"/>
                                <a:gd name="T85" fmla="*/ 49 h 67"/>
                                <a:gd name="T86" fmla="*/ 52 w 54"/>
                                <a:gd name="T87" fmla="*/ 46 h 67"/>
                                <a:gd name="T88" fmla="*/ 48 w 54"/>
                                <a:gd name="T89" fmla="*/ 40 h 67"/>
                                <a:gd name="T90" fmla="*/ 48 w 54"/>
                                <a:gd name="T91" fmla="*/ 16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54" h="67">
                                  <a:moveTo>
                                    <a:pt x="48" y="16"/>
                                  </a:moveTo>
                                  <a:cubicBezTo>
                                    <a:pt x="54" y="8"/>
                                    <a:pt x="54" y="8"/>
                                    <a:pt x="54" y="8"/>
                                  </a:cubicBezTo>
                                  <a:cubicBezTo>
                                    <a:pt x="49" y="8"/>
                                    <a:pt x="49" y="8"/>
                                    <a:pt x="49" y="8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0" y="8"/>
                                    <a:pt x="40" y="8"/>
                                    <a:pt x="40" y="8"/>
                                  </a:cubicBezTo>
                                  <a:cubicBezTo>
                                    <a:pt x="38" y="11"/>
                                    <a:pt x="38" y="11"/>
                                    <a:pt x="38" y="11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7" y="18"/>
                                    <a:pt x="7" y="18"/>
                                    <a:pt x="7" y="18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7" y="24"/>
                                    <a:pt x="7" y="24"/>
                                    <a:pt x="7" y="24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3" y="28"/>
                                    <a:pt x="3" y="28"/>
                                    <a:pt x="3" y="28"/>
                                  </a:cubicBezTo>
                                  <a:cubicBezTo>
                                    <a:pt x="1" y="31"/>
                                    <a:pt x="1" y="31"/>
                                    <a:pt x="1" y="31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0" y="42"/>
                                    <a:pt x="0" y="42"/>
                                    <a:pt x="0" y="42"/>
                                  </a:cubicBezTo>
                                  <a:cubicBezTo>
                                    <a:pt x="25" y="55"/>
                                    <a:pt x="25" y="55"/>
                                    <a:pt x="25" y="55"/>
                                  </a:cubicBezTo>
                                  <a:cubicBezTo>
                                    <a:pt x="25" y="59"/>
                                    <a:pt x="25" y="59"/>
                                    <a:pt x="25" y="59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7" y="67"/>
                                    <a:pt x="38" y="66"/>
                                    <a:pt x="38" y="65"/>
                                  </a:cubicBezTo>
                                  <a:cubicBezTo>
                                    <a:pt x="40" y="63"/>
                                    <a:pt x="40" y="61"/>
                                    <a:pt x="41" y="59"/>
                                  </a:cubicBezTo>
                                  <a:cubicBezTo>
                                    <a:pt x="42" y="57"/>
                                    <a:pt x="43" y="55"/>
                                    <a:pt x="43" y="54"/>
                                  </a:cubicBezTo>
                                  <a:cubicBezTo>
                                    <a:pt x="44" y="53"/>
                                    <a:pt x="44" y="52"/>
                                    <a:pt x="45" y="52"/>
                                  </a:cubicBezTo>
                                  <a:cubicBezTo>
                                    <a:pt x="47" y="53"/>
                                    <a:pt x="47" y="52"/>
                                    <a:pt x="48" y="50"/>
                                  </a:cubicBezTo>
                                  <a:cubicBezTo>
                                    <a:pt x="48" y="50"/>
                                    <a:pt x="48" y="49"/>
                                    <a:pt x="49" y="49"/>
                                  </a:cubicBezTo>
                                  <a:cubicBezTo>
                                    <a:pt x="51" y="49"/>
                                    <a:pt x="51" y="48"/>
                                    <a:pt x="52" y="46"/>
                                  </a:cubicBezTo>
                                  <a:cubicBezTo>
                                    <a:pt x="48" y="40"/>
                                    <a:pt x="48" y="40"/>
                                    <a:pt x="48" y="40"/>
                                  </a:cubicBezTo>
                                  <a:lnTo>
                                    <a:pt x="48" y="1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6" name="Freeform 907">
                              <a:extLst>
                                <a:ext uri="{FF2B5EF4-FFF2-40B4-BE49-F238E27FC236}">
                                  <a16:creationId xmlns:a16="http://schemas.microsoft.com/office/drawing/2014/main" id="{EEE9571A-24F6-26DB-5188-80C1460AD7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30800" y="4583113"/>
                              <a:ext cx="169862" cy="187325"/>
                            </a:xfrm>
                            <a:custGeom>
                              <a:avLst/>
                              <a:gdLst>
                                <a:gd name="T0" fmla="*/ 32 w 41"/>
                                <a:gd name="T1" fmla="*/ 6 h 45"/>
                                <a:gd name="T2" fmla="*/ 29 w 41"/>
                                <a:gd name="T3" fmla="*/ 8 h 45"/>
                                <a:gd name="T4" fmla="*/ 28 w 41"/>
                                <a:gd name="T5" fmla="*/ 7 h 45"/>
                                <a:gd name="T6" fmla="*/ 25 w 41"/>
                                <a:gd name="T7" fmla="*/ 6 h 45"/>
                                <a:gd name="T8" fmla="*/ 22 w 41"/>
                                <a:gd name="T9" fmla="*/ 3 h 45"/>
                                <a:gd name="T10" fmla="*/ 19 w 41"/>
                                <a:gd name="T11" fmla="*/ 2 h 45"/>
                                <a:gd name="T12" fmla="*/ 17 w 41"/>
                                <a:gd name="T13" fmla="*/ 4 h 45"/>
                                <a:gd name="T14" fmla="*/ 15 w 41"/>
                                <a:gd name="T15" fmla="*/ 1 h 45"/>
                                <a:gd name="T16" fmla="*/ 13 w 41"/>
                                <a:gd name="T17" fmla="*/ 1 h 45"/>
                                <a:gd name="T18" fmla="*/ 11 w 41"/>
                                <a:gd name="T19" fmla="*/ 3 h 45"/>
                                <a:gd name="T20" fmla="*/ 7 w 41"/>
                                <a:gd name="T21" fmla="*/ 2 h 45"/>
                                <a:gd name="T22" fmla="*/ 3 w 41"/>
                                <a:gd name="T23" fmla="*/ 9 h 45"/>
                                <a:gd name="T24" fmla="*/ 5 w 41"/>
                                <a:gd name="T25" fmla="*/ 9 h 45"/>
                                <a:gd name="T26" fmla="*/ 6 w 41"/>
                                <a:gd name="T27" fmla="*/ 12 h 45"/>
                                <a:gd name="T28" fmla="*/ 6 w 41"/>
                                <a:gd name="T29" fmla="*/ 15 h 45"/>
                                <a:gd name="T30" fmla="*/ 5 w 41"/>
                                <a:gd name="T31" fmla="*/ 16 h 45"/>
                                <a:gd name="T32" fmla="*/ 2 w 41"/>
                                <a:gd name="T33" fmla="*/ 18 h 45"/>
                                <a:gd name="T34" fmla="*/ 5 w 41"/>
                                <a:gd name="T35" fmla="*/ 19 h 45"/>
                                <a:gd name="T36" fmla="*/ 3 w 41"/>
                                <a:gd name="T37" fmla="*/ 22 h 45"/>
                                <a:gd name="T38" fmla="*/ 2 w 41"/>
                                <a:gd name="T39" fmla="*/ 26 h 45"/>
                                <a:gd name="T40" fmla="*/ 3 w 41"/>
                                <a:gd name="T41" fmla="*/ 31 h 45"/>
                                <a:gd name="T42" fmla="*/ 6 w 41"/>
                                <a:gd name="T43" fmla="*/ 33 h 45"/>
                                <a:gd name="T44" fmla="*/ 8 w 41"/>
                                <a:gd name="T45" fmla="*/ 38 h 45"/>
                                <a:gd name="T46" fmla="*/ 8 w 41"/>
                                <a:gd name="T47" fmla="*/ 44 h 45"/>
                                <a:gd name="T48" fmla="*/ 9 w 41"/>
                                <a:gd name="T49" fmla="*/ 44 h 45"/>
                                <a:gd name="T50" fmla="*/ 28 w 41"/>
                                <a:gd name="T51" fmla="*/ 39 h 45"/>
                                <a:gd name="T52" fmla="*/ 30 w 41"/>
                                <a:gd name="T53" fmla="*/ 38 h 45"/>
                                <a:gd name="T54" fmla="*/ 40 w 41"/>
                                <a:gd name="T55" fmla="*/ 39 h 45"/>
                                <a:gd name="T56" fmla="*/ 40 w 41"/>
                                <a:gd name="T57" fmla="*/ 35 h 45"/>
                                <a:gd name="T58" fmla="*/ 36 w 41"/>
                                <a:gd name="T59" fmla="*/ 30 h 45"/>
                                <a:gd name="T60" fmla="*/ 38 w 41"/>
                                <a:gd name="T61" fmla="*/ 24 h 45"/>
                                <a:gd name="T62" fmla="*/ 41 w 41"/>
                                <a:gd name="T63" fmla="*/ 18 h 45"/>
                                <a:gd name="T64" fmla="*/ 39 w 41"/>
                                <a:gd name="T65" fmla="*/ 12 h 45"/>
                                <a:gd name="T66" fmla="*/ 40 w 41"/>
                                <a:gd name="T67" fmla="*/ 9 h 45"/>
                                <a:gd name="T68" fmla="*/ 39 w 41"/>
                                <a:gd name="T69" fmla="*/ 9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41" h="45">
                                  <a:moveTo>
                                    <a:pt x="37" y="6"/>
                                  </a:move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8" y="8"/>
                                    <a:pt x="28" y="8"/>
                                  </a:cubicBezTo>
                                  <a:cubicBezTo>
                                    <a:pt x="28" y="8"/>
                                    <a:pt x="28" y="7"/>
                                    <a:pt x="28" y="7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2" y="3"/>
                                    <a:pt x="22" y="3"/>
                                    <a:pt x="22" y="3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4"/>
                                    <a:pt x="18" y="4"/>
                                    <a:pt x="18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3" y="31"/>
                                    <a:pt x="3" y="31"/>
                                    <a:pt x="3" y="31"/>
                                  </a:cubicBezTo>
                                  <a:cubicBezTo>
                                    <a:pt x="5" y="31"/>
                                    <a:pt x="5" y="31"/>
                                    <a:pt x="5" y="31"/>
                                  </a:cubicBezTo>
                                  <a:cubicBezTo>
                                    <a:pt x="6" y="33"/>
                                    <a:pt x="6" y="33"/>
                                    <a:pt x="6" y="33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8" y="44"/>
                                    <a:pt x="8" y="44"/>
                                    <a:pt x="8" y="44"/>
                                  </a:cubicBezTo>
                                  <a:cubicBezTo>
                                    <a:pt x="8" y="44"/>
                                    <a:pt x="8" y="45"/>
                                    <a:pt x="8" y="45"/>
                                  </a:cubicBezTo>
                                  <a:cubicBezTo>
                                    <a:pt x="8" y="44"/>
                                    <a:pt x="8" y="44"/>
                                    <a:pt x="9" y="44"/>
                                  </a:cubicBezTo>
                                  <a:cubicBezTo>
                                    <a:pt x="11" y="44"/>
                                    <a:pt x="12" y="43"/>
                                    <a:pt x="14" y="42"/>
                                  </a:cubicBezTo>
                                  <a:cubicBezTo>
                                    <a:pt x="18" y="40"/>
                                    <a:pt x="23" y="39"/>
                                    <a:pt x="28" y="39"/>
                                  </a:cubicBezTo>
                                  <a:cubicBezTo>
                                    <a:pt x="28" y="39"/>
                                    <a:pt x="28" y="39"/>
                                    <a:pt x="28" y="39"/>
                                  </a:cubicBezTo>
                                  <a:cubicBezTo>
                                    <a:pt x="29" y="38"/>
                                    <a:pt x="29" y="38"/>
                                    <a:pt x="30" y="38"/>
                                  </a:cubicBezTo>
                                  <a:cubicBezTo>
                                    <a:pt x="32" y="38"/>
                                    <a:pt x="35" y="40"/>
                                    <a:pt x="37" y="39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40" y="37"/>
                                    <a:pt x="40" y="37"/>
                                    <a:pt x="40" y="37"/>
                                  </a:cubicBezTo>
                                  <a:cubicBezTo>
                                    <a:pt x="40" y="35"/>
                                    <a:pt x="40" y="35"/>
                                    <a:pt x="40" y="35"/>
                                  </a:cubicBezTo>
                                  <a:cubicBezTo>
                                    <a:pt x="38" y="35"/>
                                    <a:pt x="38" y="35"/>
                                    <a:pt x="38" y="35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6" y="27"/>
                                    <a:pt x="36" y="27"/>
                                    <a:pt x="36" y="27"/>
                                  </a:cubicBezTo>
                                  <a:cubicBezTo>
                                    <a:pt x="38" y="24"/>
                                    <a:pt x="38" y="24"/>
                                    <a:pt x="38" y="24"/>
                                  </a:cubicBezTo>
                                  <a:cubicBezTo>
                                    <a:pt x="39" y="20"/>
                                    <a:pt x="39" y="20"/>
                                    <a:pt x="39" y="20"/>
                                  </a:cubicBezTo>
                                  <a:cubicBezTo>
                                    <a:pt x="41" y="18"/>
                                    <a:pt x="41" y="18"/>
                                    <a:pt x="41" y="18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39" y="12"/>
                                    <a:pt x="39" y="12"/>
                                    <a:pt x="39" y="12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39" y="9"/>
                                    <a:pt x="39" y="9"/>
                                    <a:pt x="39" y="9"/>
                                  </a:cubicBezTo>
                                  <a:lnTo>
                                    <a:pt x="37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7" name="Freeform 908">
                              <a:extLst>
                                <a:ext uri="{FF2B5EF4-FFF2-40B4-BE49-F238E27FC236}">
                                  <a16:creationId xmlns:a16="http://schemas.microsoft.com/office/drawing/2014/main" id="{2227C6A0-B6DE-F9AA-0592-261BF982ACC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900613" y="4529138"/>
                              <a:ext cx="88900" cy="50800"/>
                            </a:xfrm>
                            <a:custGeom>
                              <a:avLst/>
                              <a:gdLst>
                                <a:gd name="T0" fmla="*/ 6 w 21"/>
                                <a:gd name="T1" fmla="*/ 12 h 12"/>
                                <a:gd name="T2" fmla="*/ 5 w 21"/>
                                <a:gd name="T3" fmla="*/ 12 h 12"/>
                                <a:gd name="T4" fmla="*/ 5 w 21"/>
                                <a:gd name="T5" fmla="*/ 11 h 12"/>
                                <a:gd name="T6" fmla="*/ 5 w 21"/>
                                <a:gd name="T7" fmla="*/ 11 h 12"/>
                                <a:gd name="T8" fmla="*/ 6 w 21"/>
                                <a:gd name="T9" fmla="*/ 12 h 12"/>
                                <a:gd name="T10" fmla="*/ 7 w 21"/>
                                <a:gd name="T11" fmla="*/ 2 h 12"/>
                                <a:gd name="T12" fmla="*/ 1 w 21"/>
                                <a:gd name="T13" fmla="*/ 2 h 12"/>
                                <a:gd name="T14" fmla="*/ 0 w 21"/>
                                <a:gd name="T15" fmla="*/ 3 h 12"/>
                                <a:gd name="T16" fmla="*/ 1 w 21"/>
                                <a:gd name="T17" fmla="*/ 3 h 12"/>
                                <a:gd name="T18" fmla="*/ 3 w 21"/>
                                <a:gd name="T19" fmla="*/ 4 h 12"/>
                                <a:gd name="T20" fmla="*/ 4 w 21"/>
                                <a:gd name="T21" fmla="*/ 4 h 12"/>
                                <a:gd name="T22" fmla="*/ 6 w 21"/>
                                <a:gd name="T23" fmla="*/ 6 h 12"/>
                                <a:gd name="T24" fmla="*/ 8 w 21"/>
                                <a:gd name="T25" fmla="*/ 6 h 12"/>
                                <a:gd name="T26" fmla="*/ 9 w 21"/>
                                <a:gd name="T27" fmla="*/ 6 h 12"/>
                                <a:gd name="T28" fmla="*/ 10 w 21"/>
                                <a:gd name="T29" fmla="*/ 8 h 12"/>
                                <a:gd name="T30" fmla="*/ 10 w 21"/>
                                <a:gd name="T31" fmla="*/ 9 h 12"/>
                                <a:gd name="T32" fmla="*/ 9 w 21"/>
                                <a:gd name="T33" fmla="*/ 10 h 12"/>
                                <a:gd name="T34" fmla="*/ 11 w 21"/>
                                <a:gd name="T35" fmla="*/ 12 h 12"/>
                                <a:gd name="T36" fmla="*/ 14 w 21"/>
                                <a:gd name="T37" fmla="*/ 8 h 12"/>
                                <a:gd name="T38" fmla="*/ 14 w 21"/>
                                <a:gd name="T39" fmla="*/ 8 h 12"/>
                                <a:gd name="T40" fmla="*/ 17 w 21"/>
                                <a:gd name="T41" fmla="*/ 7 h 12"/>
                                <a:gd name="T42" fmla="*/ 21 w 21"/>
                                <a:gd name="T43" fmla="*/ 7 h 12"/>
                                <a:gd name="T44" fmla="*/ 21 w 21"/>
                                <a:gd name="T45" fmla="*/ 4 h 12"/>
                                <a:gd name="T46" fmla="*/ 19 w 21"/>
                                <a:gd name="T47" fmla="*/ 4 h 12"/>
                                <a:gd name="T48" fmla="*/ 21 w 21"/>
                                <a:gd name="T49" fmla="*/ 2 h 12"/>
                                <a:gd name="T50" fmla="*/ 21 w 21"/>
                                <a:gd name="T51" fmla="*/ 1 h 12"/>
                                <a:gd name="T52" fmla="*/ 21 w 21"/>
                                <a:gd name="T53" fmla="*/ 0 h 12"/>
                                <a:gd name="T54" fmla="*/ 10 w 21"/>
                                <a:gd name="T55" fmla="*/ 0 h 12"/>
                                <a:gd name="T56" fmla="*/ 7 w 21"/>
                                <a:gd name="T57" fmla="*/ 2 h 1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</a:cxnLst>
                              <a:rect l="0" t="0" r="r" b="b"/>
                              <a:pathLst>
                                <a:path w="21" h="12">
                                  <a:moveTo>
                                    <a:pt x="6" y="12"/>
                                  </a:moveTo>
                                  <a:cubicBezTo>
                                    <a:pt x="6" y="12"/>
                                    <a:pt x="6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2"/>
                                  </a:cubicBezTo>
                                  <a:close/>
                                  <a:moveTo>
                                    <a:pt x="7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3"/>
                                    <a:pt x="0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2" y="3"/>
                                    <a:pt x="2" y="4"/>
                                    <a:pt x="3" y="4"/>
                                  </a:cubicBezTo>
                                  <a:cubicBezTo>
                                    <a:pt x="3" y="3"/>
                                    <a:pt x="4" y="4"/>
                                    <a:pt x="4" y="4"/>
                                  </a:cubicBezTo>
                                  <a:cubicBezTo>
                                    <a:pt x="4" y="6"/>
                                    <a:pt x="4" y="5"/>
                                    <a:pt x="6" y="6"/>
                                  </a:cubicBezTo>
                                  <a:cubicBezTo>
                                    <a:pt x="7" y="7"/>
                                    <a:pt x="7" y="7"/>
                                    <a:pt x="8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7"/>
                                    <a:pt x="9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9"/>
                                  </a:cubicBezTo>
                                  <a:cubicBezTo>
                                    <a:pt x="9" y="9"/>
                                    <a:pt x="9" y="9"/>
                                    <a:pt x="9" y="10"/>
                                  </a:cubicBezTo>
                                  <a:cubicBezTo>
                                    <a:pt x="9" y="11"/>
                                    <a:pt x="11" y="11"/>
                                    <a:pt x="11" y="12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7" y="7"/>
                                    <a:pt x="17" y="7"/>
                                    <a:pt x="17" y="7"/>
                                  </a:cubicBezTo>
                                  <a:cubicBezTo>
                                    <a:pt x="21" y="7"/>
                                    <a:pt x="21" y="7"/>
                                    <a:pt x="21" y="7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1" y="1"/>
                                    <a:pt x="21" y="1"/>
                                    <a:pt x="21" y="1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lnTo>
                                    <a:pt x="7" y="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6" name="Freeform 909">
                              <a:extLst>
                                <a:ext uri="{FF2B5EF4-FFF2-40B4-BE49-F238E27FC236}">
                                  <a16:creationId xmlns:a16="http://schemas.microsoft.com/office/drawing/2014/main" id="{35F748A3-603A-4B36-1758-97D0C831CF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946650" y="4529138"/>
                              <a:ext cx="207962" cy="158750"/>
                            </a:xfrm>
                            <a:custGeom>
                              <a:avLst/>
                              <a:gdLst>
                                <a:gd name="T0" fmla="*/ 46 w 50"/>
                                <a:gd name="T1" fmla="*/ 12 h 38"/>
                                <a:gd name="T2" fmla="*/ 46 w 50"/>
                                <a:gd name="T3" fmla="*/ 9 h 38"/>
                                <a:gd name="T4" fmla="*/ 42 w 50"/>
                                <a:gd name="T5" fmla="*/ 6 h 38"/>
                                <a:gd name="T6" fmla="*/ 41 w 50"/>
                                <a:gd name="T7" fmla="*/ 1 h 38"/>
                                <a:gd name="T8" fmla="*/ 39 w 50"/>
                                <a:gd name="T9" fmla="*/ 2 h 38"/>
                                <a:gd name="T10" fmla="*/ 37 w 50"/>
                                <a:gd name="T11" fmla="*/ 3 h 38"/>
                                <a:gd name="T12" fmla="*/ 36 w 50"/>
                                <a:gd name="T13" fmla="*/ 4 h 38"/>
                                <a:gd name="T14" fmla="*/ 31 w 50"/>
                                <a:gd name="T15" fmla="*/ 5 h 38"/>
                                <a:gd name="T16" fmla="*/ 28 w 50"/>
                                <a:gd name="T17" fmla="*/ 3 h 38"/>
                                <a:gd name="T18" fmla="*/ 24 w 50"/>
                                <a:gd name="T19" fmla="*/ 3 h 38"/>
                                <a:gd name="T20" fmla="*/ 20 w 50"/>
                                <a:gd name="T21" fmla="*/ 2 h 38"/>
                                <a:gd name="T22" fmla="*/ 15 w 50"/>
                                <a:gd name="T23" fmla="*/ 1 h 38"/>
                                <a:gd name="T24" fmla="*/ 13 w 50"/>
                                <a:gd name="T25" fmla="*/ 0 h 38"/>
                                <a:gd name="T26" fmla="*/ 10 w 50"/>
                                <a:gd name="T27" fmla="*/ 1 h 38"/>
                                <a:gd name="T28" fmla="*/ 8 w 50"/>
                                <a:gd name="T29" fmla="*/ 4 h 38"/>
                                <a:gd name="T30" fmla="*/ 10 w 50"/>
                                <a:gd name="T31" fmla="*/ 7 h 38"/>
                                <a:gd name="T32" fmla="*/ 3 w 50"/>
                                <a:gd name="T33" fmla="*/ 8 h 38"/>
                                <a:gd name="T34" fmla="*/ 0 w 50"/>
                                <a:gd name="T35" fmla="*/ 12 h 38"/>
                                <a:gd name="T36" fmla="*/ 2 w 50"/>
                                <a:gd name="T37" fmla="*/ 13 h 38"/>
                                <a:gd name="T38" fmla="*/ 7 w 50"/>
                                <a:gd name="T39" fmla="*/ 18 h 38"/>
                                <a:gd name="T40" fmla="*/ 13 w 50"/>
                                <a:gd name="T41" fmla="*/ 25 h 38"/>
                                <a:gd name="T42" fmla="*/ 15 w 50"/>
                                <a:gd name="T43" fmla="*/ 23 h 38"/>
                                <a:gd name="T44" fmla="*/ 17 w 50"/>
                                <a:gd name="T45" fmla="*/ 20 h 38"/>
                                <a:gd name="T46" fmla="*/ 31 w 50"/>
                                <a:gd name="T47" fmla="*/ 25 h 38"/>
                                <a:gd name="T48" fmla="*/ 31 w 50"/>
                                <a:gd name="T49" fmla="*/ 28 h 38"/>
                                <a:gd name="T50" fmla="*/ 33 w 50"/>
                                <a:gd name="T51" fmla="*/ 29 h 38"/>
                                <a:gd name="T52" fmla="*/ 36 w 50"/>
                                <a:gd name="T53" fmla="*/ 28 h 38"/>
                                <a:gd name="T54" fmla="*/ 39 w 50"/>
                                <a:gd name="T55" fmla="*/ 35 h 38"/>
                                <a:gd name="T56" fmla="*/ 40 w 50"/>
                                <a:gd name="T57" fmla="*/ 36 h 38"/>
                                <a:gd name="T58" fmla="*/ 43 w 50"/>
                                <a:gd name="T59" fmla="*/ 37 h 38"/>
                                <a:gd name="T60" fmla="*/ 45 w 50"/>
                                <a:gd name="T61" fmla="*/ 34 h 38"/>
                                <a:gd name="T62" fmla="*/ 47 w 50"/>
                                <a:gd name="T63" fmla="*/ 35 h 38"/>
                                <a:gd name="T64" fmla="*/ 49 w 50"/>
                                <a:gd name="T65" fmla="*/ 32 h 38"/>
                                <a:gd name="T66" fmla="*/ 46 w 50"/>
                                <a:gd name="T67" fmla="*/ 31 h 38"/>
                                <a:gd name="T68" fmla="*/ 49 w 50"/>
                                <a:gd name="T69" fmla="*/ 29 h 38"/>
                                <a:gd name="T70" fmla="*/ 50 w 50"/>
                                <a:gd name="T71" fmla="*/ 28 h 38"/>
                                <a:gd name="T72" fmla="*/ 50 w 50"/>
                                <a:gd name="T73" fmla="*/ 25 h 38"/>
                                <a:gd name="T74" fmla="*/ 49 w 50"/>
                                <a:gd name="T75" fmla="*/ 22 h 38"/>
                                <a:gd name="T76" fmla="*/ 47 w 50"/>
                                <a:gd name="T77" fmla="*/ 22 h 38"/>
                                <a:gd name="T78" fmla="*/ 48 w 50"/>
                                <a:gd name="T79" fmla="*/ 18 h 38"/>
                                <a:gd name="T80" fmla="*/ 46 w 50"/>
                                <a:gd name="T81" fmla="*/ 14 h 3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50" h="38">
                                  <a:moveTo>
                                    <a:pt x="46" y="14"/>
                                  </a:move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3" y="12"/>
                                    <a:pt x="43" y="12"/>
                                    <a:pt x="43" y="12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3" y="5"/>
                                    <a:pt x="43" y="5"/>
                                    <a:pt x="43" y="5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9" y="2"/>
                                    <a:pt x="39" y="2"/>
                                    <a:pt x="39" y="2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7" y="3"/>
                                    <a:pt x="37" y="3"/>
                                    <a:pt x="37" y="3"/>
                                  </a:cubicBezTo>
                                  <a:cubicBezTo>
                                    <a:pt x="37" y="4"/>
                                    <a:pt x="37" y="4"/>
                                    <a:pt x="37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2" y="3"/>
                                    <a:pt x="32" y="3"/>
                                    <a:pt x="32" y="3"/>
                                  </a:cubicBezTo>
                                  <a:cubicBezTo>
                                    <a:pt x="31" y="5"/>
                                    <a:pt x="31" y="5"/>
                                    <a:pt x="31" y="5"/>
                                  </a:cubicBezTo>
                                  <a:cubicBezTo>
                                    <a:pt x="30" y="5"/>
                                    <a:pt x="30" y="5"/>
                                    <a:pt x="30" y="5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0" y="2"/>
                                    <a:pt x="20" y="2"/>
                                    <a:pt x="20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3"/>
                                    <a:pt x="1" y="13"/>
                                  </a:cubicBezTo>
                                  <a:cubicBezTo>
                                    <a:pt x="1" y="14"/>
                                    <a:pt x="2" y="13"/>
                                    <a:pt x="2" y="13"/>
                                  </a:cubicBezTo>
                                  <a:cubicBezTo>
                                    <a:pt x="3" y="13"/>
                                    <a:pt x="3" y="13"/>
                                    <a:pt x="3" y="14"/>
                                  </a:cubicBezTo>
                                  <a:cubicBezTo>
                                    <a:pt x="3" y="16"/>
                                    <a:pt x="5" y="17"/>
                                    <a:pt x="7" y="18"/>
                                  </a:cubicBezTo>
                                  <a:cubicBezTo>
                                    <a:pt x="8" y="19"/>
                                    <a:pt x="10" y="21"/>
                                    <a:pt x="11" y="22"/>
                                  </a:cubicBezTo>
                                  <a:cubicBezTo>
                                    <a:pt x="12" y="23"/>
                                    <a:pt x="13" y="24"/>
                                    <a:pt x="13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5" y="23"/>
                                    <a:pt x="15" y="23"/>
                                    <a:pt x="15" y="23"/>
                                  </a:cubicBezTo>
                                  <a:cubicBezTo>
                                    <a:pt x="16" y="23"/>
                                    <a:pt x="16" y="23"/>
                                    <a:pt x="16" y="23"/>
                                  </a:cubicBezTo>
                                  <a:cubicBezTo>
                                    <a:pt x="17" y="20"/>
                                    <a:pt x="17" y="20"/>
                                    <a:pt x="17" y="20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1" y="27"/>
                                    <a:pt x="31" y="27"/>
                                    <a:pt x="31" y="27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3" y="29"/>
                                    <a:pt x="33" y="29"/>
                                    <a:pt x="33" y="29"/>
                                  </a:cubicBezTo>
                                  <a:cubicBezTo>
                                    <a:pt x="34" y="29"/>
                                    <a:pt x="34" y="29"/>
                                    <a:pt x="34" y="29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8" y="30"/>
                                    <a:pt x="38" y="30"/>
                                    <a:pt x="38" y="30"/>
                                  </a:cubicBezTo>
                                  <a:cubicBezTo>
                                    <a:pt x="39" y="35"/>
                                    <a:pt x="39" y="35"/>
                                    <a:pt x="39" y="35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40" y="36"/>
                                    <a:pt x="40" y="36"/>
                                    <a:pt x="40" y="36"/>
                                  </a:cubicBezTo>
                                  <a:cubicBezTo>
                                    <a:pt x="41" y="38"/>
                                    <a:pt x="41" y="38"/>
                                    <a:pt x="41" y="38"/>
                                  </a:cubicBezTo>
                                  <a:cubicBezTo>
                                    <a:pt x="43" y="37"/>
                                    <a:pt x="43" y="37"/>
                                    <a:pt x="43" y="37"/>
                                  </a:cubicBezTo>
                                  <a:cubicBezTo>
                                    <a:pt x="44" y="34"/>
                                    <a:pt x="44" y="34"/>
                                    <a:pt x="44" y="34"/>
                                  </a:cubicBezTo>
                                  <a:cubicBezTo>
                                    <a:pt x="45" y="34"/>
                                    <a:pt x="45" y="34"/>
                                    <a:pt x="45" y="34"/>
                                  </a:cubicBezTo>
                                  <a:cubicBezTo>
                                    <a:pt x="45" y="35"/>
                                    <a:pt x="45" y="35"/>
                                    <a:pt x="45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9" y="32"/>
                                    <a:pt x="49" y="32"/>
                                    <a:pt x="49" y="32"/>
                                  </a:cubicBezTo>
                                  <a:cubicBezTo>
                                    <a:pt x="49" y="31"/>
                                    <a:pt x="49" y="31"/>
                                    <a:pt x="49" y="31"/>
                                  </a:cubicBezTo>
                                  <a:cubicBezTo>
                                    <a:pt x="46" y="31"/>
                                    <a:pt x="46" y="31"/>
                                    <a:pt x="46" y="31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9" y="29"/>
                                    <a:pt x="49" y="29"/>
                                    <a:pt x="49" y="29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8"/>
                                    <a:pt x="50" y="28"/>
                                    <a:pt x="50" y="28"/>
                                  </a:cubicBezTo>
                                  <a:cubicBezTo>
                                    <a:pt x="48" y="26"/>
                                    <a:pt x="48" y="26"/>
                                    <a:pt x="48" y="26"/>
                                  </a:cubicBezTo>
                                  <a:cubicBezTo>
                                    <a:pt x="50" y="25"/>
                                    <a:pt x="50" y="25"/>
                                    <a:pt x="50" y="25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2"/>
                                    <a:pt x="49" y="22"/>
                                    <a:pt x="49" y="22"/>
                                  </a:cubicBezTo>
                                  <a:cubicBezTo>
                                    <a:pt x="48" y="22"/>
                                    <a:pt x="48" y="22"/>
                                    <a:pt x="48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19"/>
                                    <a:pt x="47" y="19"/>
                                    <a:pt x="47" y="19"/>
                                  </a:cubicBezTo>
                                  <a:cubicBezTo>
                                    <a:pt x="48" y="18"/>
                                    <a:pt x="48" y="18"/>
                                    <a:pt x="48" y="18"/>
                                  </a:cubicBezTo>
                                  <a:cubicBezTo>
                                    <a:pt x="48" y="16"/>
                                    <a:pt x="48" y="16"/>
                                    <a:pt x="48" y="16"/>
                                  </a:cubicBezTo>
                                  <a:lnTo>
                                    <a:pt x="46" y="1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7" name="Freeform 910">
                              <a:extLst>
                                <a:ext uri="{FF2B5EF4-FFF2-40B4-BE49-F238E27FC236}">
                                  <a16:creationId xmlns:a16="http://schemas.microsoft.com/office/drawing/2014/main" id="{1EE296BF-B917-D764-5D57-ADF8833145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280025" y="4575175"/>
                              <a:ext cx="128587" cy="187325"/>
                            </a:xfrm>
                            <a:custGeom>
                              <a:avLst/>
                              <a:gdLst>
                                <a:gd name="T0" fmla="*/ 17 w 31"/>
                                <a:gd name="T1" fmla="*/ 0 h 45"/>
                                <a:gd name="T2" fmla="*/ 3 w 31"/>
                                <a:gd name="T3" fmla="*/ 0 h 45"/>
                                <a:gd name="T4" fmla="*/ 3 w 31"/>
                                <a:gd name="T5" fmla="*/ 3 h 45"/>
                                <a:gd name="T6" fmla="*/ 4 w 31"/>
                                <a:gd name="T7" fmla="*/ 4 h 45"/>
                                <a:gd name="T8" fmla="*/ 3 w 31"/>
                                <a:gd name="T9" fmla="*/ 6 h 45"/>
                                <a:gd name="T10" fmla="*/ 4 w 31"/>
                                <a:gd name="T11" fmla="*/ 9 h 45"/>
                                <a:gd name="T12" fmla="*/ 4 w 31"/>
                                <a:gd name="T13" fmla="*/ 11 h 45"/>
                                <a:gd name="T14" fmla="*/ 4 w 31"/>
                                <a:gd name="T15" fmla="*/ 13 h 45"/>
                                <a:gd name="T16" fmla="*/ 3 w 31"/>
                                <a:gd name="T17" fmla="*/ 14 h 45"/>
                                <a:gd name="T18" fmla="*/ 5 w 31"/>
                                <a:gd name="T19" fmla="*/ 16 h 45"/>
                                <a:gd name="T20" fmla="*/ 5 w 31"/>
                                <a:gd name="T21" fmla="*/ 20 h 45"/>
                                <a:gd name="T22" fmla="*/ 3 w 31"/>
                                <a:gd name="T23" fmla="*/ 22 h 45"/>
                                <a:gd name="T24" fmla="*/ 2 w 31"/>
                                <a:gd name="T25" fmla="*/ 26 h 45"/>
                                <a:gd name="T26" fmla="*/ 0 w 31"/>
                                <a:gd name="T27" fmla="*/ 29 h 45"/>
                                <a:gd name="T28" fmla="*/ 0 w 31"/>
                                <a:gd name="T29" fmla="*/ 32 h 45"/>
                                <a:gd name="T30" fmla="*/ 2 w 31"/>
                                <a:gd name="T31" fmla="*/ 37 h 45"/>
                                <a:gd name="T32" fmla="*/ 4 w 31"/>
                                <a:gd name="T33" fmla="*/ 37 h 45"/>
                                <a:gd name="T34" fmla="*/ 4 w 31"/>
                                <a:gd name="T35" fmla="*/ 39 h 45"/>
                                <a:gd name="T36" fmla="*/ 4 w 31"/>
                                <a:gd name="T37" fmla="*/ 41 h 45"/>
                                <a:gd name="T38" fmla="*/ 1 w 31"/>
                                <a:gd name="T39" fmla="*/ 41 h 45"/>
                                <a:gd name="T40" fmla="*/ 3 w 31"/>
                                <a:gd name="T41" fmla="*/ 42 h 45"/>
                                <a:gd name="T42" fmla="*/ 6 w 31"/>
                                <a:gd name="T43" fmla="*/ 42 h 45"/>
                                <a:gd name="T44" fmla="*/ 6 w 31"/>
                                <a:gd name="T45" fmla="*/ 42 h 45"/>
                                <a:gd name="T46" fmla="*/ 11 w 31"/>
                                <a:gd name="T47" fmla="*/ 43 h 45"/>
                                <a:gd name="T48" fmla="*/ 15 w 31"/>
                                <a:gd name="T49" fmla="*/ 41 h 45"/>
                                <a:gd name="T50" fmla="*/ 19 w 31"/>
                                <a:gd name="T51" fmla="*/ 40 h 45"/>
                                <a:gd name="T52" fmla="*/ 21 w 31"/>
                                <a:gd name="T53" fmla="*/ 39 h 45"/>
                                <a:gd name="T54" fmla="*/ 28 w 31"/>
                                <a:gd name="T55" fmla="*/ 37 h 45"/>
                                <a:gd name="T56" fmla="*/ 29 w 31"/>
                                <a:gd name="T57" fmla="*/ 37 h 45"/>
                                <a:gd name="T58" fmla="*/ 31 w 31"/>
                                <a:gd name="T59" fmla="*/ 35 h 45"/>
                                <a:gd name="T60" fmla="*/ 31 w 31"/>
                                <a:gd name="T61" fmla="*/ 35 h 45"/>
                                <a:gd name="T62" fmla="*/ 26 w 31"/>
                                <a:gd name="T63" fmla="*/ 30 h 45"/>
                                <a:gd name="T64" fmla="*/ 26 w 31"/>
                                <a:gd name="T65" fmla="*/ 29 h 45"/>
                                <a:gd name="T66" fmla="*/ 26 w 31"/>
                                <a:gd name="T67" fmla="*/ 28 h 45"/>
                                <a:gd name="T68" fmla="*/ 27 w 31"/>
                                <a:gd name="T69" fmla="*/ 26 h 45"/>
                                <a:gd name="T70" fmla="*/ 26 w 31"/>
                                <a:gd name="T71" fmla="*/ 24 h 45"/>
                                <a:gd name="T72" fmla="*/ 27 w 31"/>
                                <a:gd name="T73" fmla="*/ 23 h 45"/>
                                <a:gd name="T74" fmla="*/ 26 w 31"/>
                                <a:gd name="T75" fmla="*/ 20 h 45"/>
                                <a:gd name="T76" fmla="*/ 27 w 31"/>
                                <a:gd name="T77" fmla="*/ 19 h 45"/>
                                <a:gd name="T78" fmla="*/ 25 w 31"/>
                                <a:gd name="T79" fmla="*/ 16 h 45"/>
                                <a:gd name="T80" fmla="*/ 26 w 31"/>
                                <a:gd name="T81" fmla="*/ 15 h 45"/>
                                <a:gd name="T82" fmla="*/ 26 w 31"/>
                                <a:gd name="T83" fmla="*/ 11 h 45"/>
                                <a:gd name="T84" fmla="*/ 24 w 31"/>
                                <a:gd name="T85" fmla="*/ 11 h 45"/>
                                <a:gd name="T86" fmla="*/ 25 w 31"/>
                                <a:gd name="T87" fmla="*/ 9 h 45"/>
                                <a:gd name="T88" fmla="*/ 25 w 31"/>
                                <a:gd name="T89" fmla="*/ 5 h 45"/>
                                <a:gd name="T90" fmla="*/ 22 w 31"/>
                                <a:gd name="T91" fmla="*/ 3 h 45"/>
                                <a:gd name="T92" fmla="*/ 22 w 31"/>
                                <a:gd name="T93" fmla="*/ 1 h 45"/>
                                <a:gd name="T94" fmla="*/ 22 w 31"/>
                                <a:gd name="T95" fmla="*/ 0 h 45"/>
                                <a:gd name="T96" fmla="*/ 18 w 31"/>
                                <a:gd name="T97" fmla="*/ 0 h 45"/>
                                <a:gd name="T98" fmla="*/ 17 w 31"/>
                                <a:gd name="T99" fmla="*/ 0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31" h="45">
                                  <a:moveTo>
                                    <a:pt x="17" y="0"/>
                                  </a:move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3" y="14"/>
                                    <a:pt x="3" y="14"/>
                                    <a:pt x="3" y="14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2" y="37"/>
                                    <a:pt x="2" y="37"/>
                                    <a:pt x="2" y="37"/>
                                  </a:cubicBezTo>
                                  <a:cubicBezTo>
                                    <a:pt x="4" y="37"/>
                                    <a:pt x="4" y="37"/>
                                    <a:pt x="4" y="37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1" y="41"/>
                                    <a:pt x="1" y="41"/>
                                    <a:pt x="1" y="41"/>
                                  </a:cubicBezTo>
                                  <a:cubicBezTo>
                                    <a:pt x="2" y="42"/>
                                    <a:pt x="2" y="42"/>
                                    <a:pt x="3" y="42"/>
                                  </a:cubicBezTo>
                                  <a:cubicBezTo>
                                    <a:pt x="4" y="42"/>
                                    <a:pt x="5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8" y="43"/>
                                    <a:pt x="9" y="45"/>
                                    <a:pt x="11" y="43"/>
                                  </a:cubicBezTo>
                                  <a:cubicBezTo>
                                    <a:pt x="12" y="42"/>
                                    <a:pt x="14" y="43"/>
                                    <a:pt x="15" y="41"/>
                                  </a:cubicBezTo>
                                  <a:cubicBezTo>
                                    <a:pt x="16" y="41"/>
                                    <a:pt x="18" y="41"/>
                                    <a:pt x="19" y="40"/>
                                  </a:cubicBezTo>
                                  <a:cubicBezTo>
                                    <a:pt x="20" y="40"/>
                                    <a:pt x="20" y="39"/>
                                    <a:pt x="21" y="39"/>
                                  </a:cubicBezTo>
                                  <a:cubicBezTo>
                                    <a:pt x="23" y="38"/>
                                    <a:pt x="25" y="36"/>
                                    <a:pt x="28" y="37"/>
                                  </a:cubicBezTo>
                                  <a:cubicBezTo>
                                    <a:pt x="28" y="37"/>
                                    <a:pt x="29" y="37"/>
                                    <a:pt x="29" y="37"/>
                                  </a:cubicBezTo>
                                  <a:cubicBezTo>
                                    <a:pt x="29" y="35"/>
                                    <a:pt x="30" y="35"/>
                                    <a:pt x="31" y="35"/>
                                  </a:cubicBezTo>
                                  <a:cubicBezTo>
                                    <a:pt x="31" y="35"/>
                                    <a:pt x="31" y="35"/>
                                    <a:pt x="31" y="35"/>
                                  </a:cubicBezTo>
                                  <a:cubicBezTo>
                                    <a:pt x="26" y="30"/>
                                    <a:pt x="26" y="30"/>
                                    <a:pt x="26" y="30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8"/>
                                    <a:pt x="26" y="28"/>
                                  </a:cubicBezTo>
                                  <a:cubicBezTo>
                                    <a:pt x="26" y="27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6" y="24"/>
                                    <a:pt x="26" y="24"/>
                                  </a:cubicBezTo>
                                  <a:cubicBezTo>
                                    <a:pt x="26" y="24"/>
                                    <a:pt x="27" y="23"/>
                                    <a:pt x="27" y="23"/>
                                  </a:cubicBezTo>
                                  <a:cubicBezTo>
                                    <a:pt x="26" y="20"/>
                                    <a:pt x="26" y="20"/>
                                    <a:pt x="26" y="20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4" y="11"/>
                                    <a:pt x="24" y="11"/>
                                  </a:cubicBezTo>
                                  <a:cubicBezTo>
                                    <a:pt x="24" y="11"/>
                                    <a:pt x="25" y="9"/>
                                    <a:pt x="25" y="9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2" y="3"/>
                                    <a:pt x="22" y="3"/>
                                  </a:cubicBezTo>
                                  <a:cubicBezTo>
                                    <a:pt x="22" y="3"/>
                                    <a:pt x="22" y="1"/>
                                    <a:pt x="22" y="1"/>
                                  </a:cubicBezTo>
                                  <a:cubicBezTo>
                                    <a:pt x="22" y="0"/>
                                    <a:pt x="22" y="0"/>
                                    <a:pt x="22" y="0"/>
                                  </a:cubicBezTo>
                                  <a:cubicBezTo>
                                    <a:pt x="18" y="0"/>
                                    <a:pt x="18" y="0"/>
                                    <a:pt x="18" y="0"/>
                                  </a:cubicBezTo>
                                  <a:lnTo>
                                    <a:pt x="17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8" name="Freeform 911">
                              <a:extLst>
                                <a:ext uri="{FF2B5EF4-FFF2-40B4-BE49-F238E27FC236}">
                                  <a16:creationId xmlns:a16="http://schemas.microsoft.com/office/drawing/2014/main" id="{8E2B5ECE-14A9-B318-E35D-7A263769AF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900613" y="4495800"/>
                              <a:ext cx="84137" cy="20638"/>
                            </a:xfrm>
                            <a:custGeom>
                              <a:avLst/>
                              <a:gdLst>
                                <a:gd name="T0" fmla="*/ 6 w 20"/>
                                <a:gd name="T1" fmla="*/ 3 h 5"/>
                                <a:gd name="T2" fmla="*/ 10 w 20"/>
                                <a:gd name="T3" fmla="*/ 3 h 5"/>
                                <a:gd name="T4" fmla="*/ 11 w 20"/>
                                <a:gd name="T5" fmla="*/ 1 h 5"/>
                                <a:gd name="T6" fmla="*/ 16 w 20"/>
                                <a:gd name="T7" fmla="*/ 4 h 5"/>
                                <a:gd name="T8" fmla="*/ 20 w 20"/>
                                <a:gd name="T9" fmla="*/ 3 h 5"/>
                                <a:gd name="T10" fmla="*/ 19 w 20"/>
                                <a:gd name="T11" fmla="*/ 1 h 5"/>
                                <a:gd name="T12" fmla="*/ 16 w 20"/>
                                <a:gd name="T13" fmla="*/ 3 h 5"/>
                                <a:gd name="T14" fmla="*/ 11 w 20"/>
                                <a:gd name="T15" fmla="*/ 0 h 5"/>
                                <a:gd name="T16" fmla="*/ 9 w 20"/>
                                <a:gd name="T17" fmla="*/ 0 h 5"/>
                                <a:gd name="T18" fmla="*/ 8 w 20"/>
                                <a:gd name="T19" fmla="*/ 2 h 5"/>
                                <a:gd name="T20" fmla="*/ 2 w 20"/>
                                <a:gd name="T21" fmla="*/ 2 h 5"/>
                                <a:gd name="T22" fmla="*/ 1 w 20"/>
                                <a:gd name="T23" fmla="*/ 2 h 5"/>
                                <a:gd name="T24" fmla="*/ 1 w 20"/>
                                <a:gd name="T25" fmla="*/ 5 h 5"/>
                                <a:gd name="T26" fmla="*/ 6 w 20"/>
                                <a:gd name="T27" fmla="*/ 5 h 5"/>
                                <a:gd name="T28" fmla="*/ 6 w 20"/>
                                <a:gd name="T29" fmla="*/ 3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20" h="5">
                                  <a:moveTo>
                                    <a:pt x="6" y="3"/>
                                  </a:move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1" y="1"/>
                                    <a:pt x="11" y="1"/>
                                    <a:pt x="11" y="1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0" y="4"/>
                                    <a:pt x="1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lnTo>
                                    <a:pt x="6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9" name="Freeform 912">
                              <a:extLst>
                                <a:ext uri="{FF2B5EF4-FFF2-40B4-BE49-F238E27FC236}">
                                  <a16:creationId xmlns:a16="http://schemas.microsoft.com/office/drawing/2014/main" id="{20CA32BC-A306-5135-820C-24EBA40C35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29275" y="4826000"/>
                              <a:ext cx="153987" cy="174625"/>
                            </a:xfrm>
                            <a:custGeom>
                              <a:avLst/>
                              <a:gdLst>
                                <a:gd name="T0" fmla="*/ 18 w 37"/>
                                <a:gd name="T1" fmla="*/ 41 h 42"/>
                                <a:gd name="T2" fmla="*/ 19 w 37"/>
                                <a:gd name="T3" fmla="*/ 38 h 42"/>
                                <a:gd name="T4" fmla="*/ 19 w 37"/>
                                <a:gd name="T5" fmla="*/ 36 h 42"/>
                                <a:gd name="T6" fmla="*/ 17 w 37"/>
                                <a:gd name="T7" fmla="*/ 32 h 42"/>
                                <a:gd name="T8" fmla="*/ 20 w 37"/>
                                <a:gd name="T9" fmla="*/ 32 h 42"/>
                                <a:gd name="T10" fmla="*/ 23 w 37"/>
                                <a:gd name="T11" fmla="*/ 32 h 42"/>
                                <a:gd name="T12" fmla="*/ 23 w 37"/>
                                <a:gd name="T13" fmla="*/ 28 h 42"/>
                                <a:gd name="T14" fmla="*/ 27 w 37"/>
                                <a:gd name="T15" fmla="*/ 32 h 42"/>
                                <a:gd name="T16" fmla="*/ 32 w 37"/>
                                <a:gd name="T17" fmla="*/ 30 h 42"/>
                                <a:gd name="T18" fmla="*/ 34 w 37"/>
                                <a:gd name="T19" fmla="*/ 32 h 42"/>
                                <a:gd name="T20" fmla="*/ 35 w 37"/>
                                <a:gd name="T21" fmla="*/ 31 h 42"/>
                                <a:gd name="T22" fmla="*/ 37 w 37"/>
                                <a:gd name="T23" fmla="*/ 27 h 42"/>
                                <a:gd name="T24" fmla="*/ 36 w 37"/>
                                <a:gd name="T25" fmla="*/ 24 h 42"/>
                                <a:gd name="T26" fmla="*/ 37 w 37"/>
                                <a:gd name="T27" fmla="*/ 20 h 42"/>
                                <a:gd name="T28" fmla="*/ 35 w 37"/>
                                <a:gd name="T29" fmla="*/ 19 h 42"/>
                                <a:gd name="T30" fmla="*/ 33 w 37"/>
                                <a:gd name="T31" fmla="*/ 17 h 42"/>
                                <a:gd name="T32" fmla="*/ 33 w 37"/>
                                <a:gd name="T33" fmla="*/ 13 h 42"/>
                                <a:gd name="T34" fmla="*/ 35 w 37"/>
                                <a:gd name="T35" fmla="*/ 6 h 42"/>
                                <a:gd name="T36" fmla="*/ 28 w 37"/>
                                <a:gd name="T37" fmla="*/ 7 h 42"/>
                                <a:gd name="T38" fmla="*/ 28 w 37"/>
                                <a:gd name="T39" fmla="*/ 5 h 42"/>
                                <a:gd name="T40" fmla="*/ 29 w 37"/>
                                <a:gd name="T41" fmla="*/ 1 h 42"/>
                                <a:gd name="T42" fmla="*/ 16 w 37"/>
                                <a:gd name="T43" fmla="*/ 0 h 42"/>
                                <a:gd name="T44" fmla="*/ 15 w 37"/>
                                <a:gd name="T45" fmla="*/ 9 h 42"/>
                                <a:gd name="T46" fmla="*/ 4 w 37"/>
                                <a:gd name="T47" fmla="*/ 9 h 42"/>
                                <a:gd name="T48" fmla="*/ 4 w 37"/>
                                <a:gd name="T49" fmla="*/ 11 h 42"/>
                                <a:gd name="T50" fmla="*/ 3 w 37"/>
                                <a:gd name="T51" fmla="*/ 14 h 42"/>
                                <a:gd name="T52" fmla="*/ 4 w 37"/>
                                <a:gd name="T53" fmla="*/ 15 h 42"/>
                                <a:gd name="T54" fmla="*/ 1 w 37"/>
                                <a:gd name="T55" fmla="*/ 22 h 42"/>
                                <a:gd name="T56" fmla="*/ 2 w 37"/>
                                <a:gd name="T57" fmla="*/ 24 h 42"/>
                                <a:gd name="T58" fmla="*/ 3 w 37"/>
                                <a:gd name="T59" fmla="*/ 30 h 42"/>
                                <a:gd name="T60" fmla="*/ 9 w 37"/>
                                <a:gd name="T61" fmla="*/ 37 h 42"/>
                                <a:gd name="T62" fmla="*/ 14 w 37"/>
                                <a:gd name="T63" fmla="*/ 42 h 42"/>
                                <a:gd name="T64" fmla="*/ 18 w 37"/>
                                <a:gd name="T65" fmla="*/ 41 h 4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37" h="42">
                                  <a:moveTo>
                                    <a:pt x="18" y="41"/>
                                  </a:moveTo>
                                  <a:cubicBezTo>
                                    <a:pt x="18" y="41"/>
                                    <a:pt x="18" y="41"/>
                                    <a:pt x="18" y="41"/>
                                  </a:cubicBezTo>
                                  <a:cubicBezTo>
                                    <a:pt x="19" y="40"/>
                                    <a:pt x="19" y="40"/>
                                    <a:pt x="19" y="40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2"/>
                                    <a:pt x="17" y="32"/>
                                    <a:pt x="17" y="32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8"/>
                                    <a:pt x="23" y="28"/>
                                    <a:pt x="23" y="28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7" y="32"/>
                                    <a:pt x="27" y="32"/>
                                    <a:pt x="27" y="32"/>
                                  </a:cubicBezTo>
                                  <a:cubicBezTo>
                                    <a:pt x="30" y="32"/>
                                    <a:pt x="30" y="32"/>
                                    <a:pt x="30" y="32"/>
                                  </a:cubicBezTo>
                                  <a:cubicBezTo>
                                    <a:pt x="32" y="30"/>
                                    <a:pt x="32" y="30"/>
                                    <a:pt x="32" y="30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0"/>
                                    <a:pt x="35" y="30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5"/>
                                    <a:pt x="37" y="25"/>
                                    <a:pt x="37" y="25"/>
                                  </a:cubicBezTo>
                                  <a:cubicBezTo>
                                    <a:pt x="37" y="25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7" y="22"/>
                                    <a:pt x="37" y="22"/>
                                  </a:cubicBezTo>
                                  <a:cubicBezTo>
                                    <a:pt x="37" y="22"/>
                                    <a:pt x="37" y="20"/>
                                    <a:pt x="37" y="20"/>
                                  </a:cubicBezTo>
                                  <a:cubicBezTo>
                                    <a:pt x="36" y="19"/>
                                    <a:pt x="36" y="19"/>
                                    <a:pt x="36" y="19"/>
                                  </a:cubicBezTo>
                                  <a:cubicBezTo>
                                    <a:pt x="35" y="19"/>
                                    <a:pt x="35" y="19"/>
                                    <a:pt x="35" y="19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3" y="17"/>
                                    <a:pt x="33" y="17"/>
                                    <a:pt x="33" y="17"/>
                                  </a:cubicBezTo>
                                  <a:cubicBezTo>
                                    <a:pt x="33" y="15"/>
                                    <a:pt x="33" y="15"/>
                                    <a:pt x="33" y="15"/>
                                  </a:cubicBezTo>
                                  <a:cubicBezTo>
                                    <a:pt x="33" y="13"/>
                                    <a:pt x="33" y="13"/>
                                    <a:pt x="33" y="13"/>
                                  </a:cubicBezTo>
                                  <a:cubicBezTo>
                                    <a:pt x="37" y="10"/>
                                    <a:pt x="37" y="10"/>
                                    <a:pt x="37" y="10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9" y="6"/>
                                    <a:pt x="29" y="6"/>
                                    <a:pt x="29" y="6"/>
                                  </a:cubicBezTo>
                                  <a:cubicBezTo>
                                    <a:pt x="28" y="5"/>
                                    <a:pt x="28" y="5"/>
                                    <a:pt x="28" y="5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0"/>
                                    <a:pt x="28" y="0"/>
                                    <a:pt x="28" y="0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9"/>
                                    <a:pt x="15" y="9"/>
                                    <a:pt x="15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2"/>
                                    <a:pt x="4" y="12"/>
                                  </a:cubicBezTo>
                                  <a:cubicBezTo>
                                    <a:pt x="2" y="12"/>
                                    <a:pt x="3" y="13"/>
                                    <a:pt x="3" y="14"/>
                                  </a:cubicBezTo>
                                  <a:cubicBezTo>
                                    <a:pt x="3" y="14"/>
                                    <a:pt x="4" y="15"/>
                                    <a:pt x="5" y="15"/>
                                  </a:cubicBezTo>
                                  <a:cubicBezTo>
                                    <a:pt x="4" y="16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2" y="18"/>
                                    <a:pt x="2" y="20"/>
                                    <a:pt x="1" y="22"/>
                                  </a:cubicBezTo>
                                  <a:cubicBezTo>
                                    <a:pt x="0" y="23"/>
                                    <a:pt x="1" y="23"/>
                                    <a:pt x="1" y="23"/>
                                  </a:cubicBezTo>
                                  <a:cubicBezTo>
                                    <a:pt x="2" y="23"/>
                                    <a:pt x="2" y="23"/>
                                    <a:pt x="2" y="24"/>
                                  </a:cubicBezTo>
                                  <a:cubicBezTo>
                                    <a:pt x="2" y="24"/>
                                    <a:pt x="1" y="24"/>
                                    <a:pt x="0" y="24"/>
                                  </a:cubicBezTo>
                                  <a:cubicBezTo>
                                    <a:pt x="1" y="26"/>
                                    <a:pt x="2" y="28"/>
                                    <a:pt x="3" y="30"/>
                                  </a:cubicBezTo>
                                  <a:cubicBezTo>
                                    <a:pt x="3" y="31"/>
                                    <a:pt x="4" y="32"/>
                                    <a:pt x="5" y="33"/>
                                  </a:cubicBezTo>
                                  <a:cubicBezTo>
                                    <a:pt x="7" y="35"/>
                                    <a:pt x="8" y="36"/>
                                    <a:pt x="9" y="37"/>
                                  </a:cubicBezTo>
                                  <a:cubicBezTo>
                                    <a:pt x="10" y="37"/>
                                    <a:pt x="11" y="39"/>
                                    <a:pt x="11" y="40"/>
                                  </a:cubicBezTo>
                                  <a:cubicBezTo>
                                    <a:pt x="12" y="40"/>
                                    <a:pt x="13" y="41"/>
                                    <a:pt x="14" y="42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lnTo>
                                    <a:pt x="18" y="4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0" name="Freeform 913">
                              <a:extLst>
                                <a:ext uri="{FF2B5EF4-FFF2-40B4-BE49-F238E27FC236}">
                                  <a16:creationId xmlns:a16="http://schemas.microsoft.com/office/drawing/2014/main" id="{C1C193AA-56FD-81CC-D9B9-B6F5A3ADBE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03963" y="4462463"/>
                              <a:ext cx="423862" cy="330200"/>
                            </a:xfrm>
                            <a:custGeom>
                              <a:avLst/>
                              <a:gdLst>
                                <a:gd name="T0" fmla="*/ 197 w 267"/>
                                <a:gd name="T1" fmla="*/ 108 h 208"/>
                                <a:gd name="T2" fmla="*/ 173 w 267"/>
                                <a:gd name="T3" fmla="*/ 79 h 208"/>
                                <a:gd name="T4" fmla="*/ 173 w 267"/>
                                <a:gd name="T5" fmla="*/ 71 h 208"/>
                                <a:gd name="T6" fmla="*/ 157 w 267"/>
                                <a:gd name="T7" fmla="*/ 74 h 208"/>
                                <a:gd name="T8" fmla="*/ 168 w 267"/>
                                <a:gd name="T9" fmla="*/ 45 h 208"/>
                                <a:gd name="T10" fmla="*/ 147 w 267"/>
                                <a:gd name="T11" fmla="*/ 24 h 208"/>
                                <a:gd name="T12" fmla="*/ 129 w 267"/>
                                <a:gd name="T13" fmla="*/ 11 h 208"/>
                                <a:gd name="T14" fmla="*/ 126 w 267"/>
                                <a:gd name="T15" fmla="*/ 11 h 208"/>
                                <a:gd name="T16" fmla="*/ 118 w 267"/>
                                <a:gd name="T17" fmla="*/ 8 h 208"/>
                                <a:gd name="T18" fmla="*/ 113 w 267"/>
                                <a:gd name="T19" fmla="*/ 11 h 208"/>
                                <a:gd name="T20" fmla="*/ 108 w 267"/>
                                <a:gd name="T21" fmla="*/ 6 h 208"/>
                                <a:gd name="T22" fmla="*/ 100 w 267"/>
                                <a:gd name="T23" fmla="*/ 11 h 208"/>
                                <a:gd name="T24" fmla="*/ 92 w 267"/>
                                <a:gd name="T25" fmla="*/ 6 h 208"/>
                                <a:gd name="T26" fmla="*/ 81 w 267"/>
                                <a:gd name="T27" fmla="*/ 13 h 208"/>
                                <a:gd name="T28" fmla="*/ 73 w 267"/>
                                <a:gd name="T29" fmla="*/ 13 h 208"/>
                                <a:gd name="T30" fmla="*/ 58 w 267"/>
                                <a:gd name="T31" fmla="*/ 42 h 208"/>
                                <a:gd name="T32" fmla="*/ 37 w 267"/>
                                <a:gd name="T33" fmla="*/ 58 h 208"/>
                                <a:gd name="T34" fmla="*/ 34 w 267"/>
                                <a:gd name="T35" fmla="*/ 79 h 208"/>
                                <a:gd name="T36" fmla="*/ 24 w 267"/>
                                <a:gd name="T37" fmla="*/ 82 h 208"/>
                                <a:gd name="T38" fmla="*/ 24 w 267"/>
                                <a:gd name="T39" fmla="*/ 87 h 208"/>
                                <a:gd name="T40" fmla="*/ 21 w 267"/>
                                <a:gd name="T41" fmla="*/ 100 h 208"/>
                                <a:gd name="T42" fmla="*/ 16 w 267"/>
                                <a:gd name="T43" fmla="*/ 121 h 208"/>
                                <a:gd name="T44" fmla="*/ 5 w 267"/>
                                <a:gd name="T45" fmla="*/ 118 h 208"/>
                                <a:gd name="T46" fmla="*/ 0 w 267"/>
                                <a:gd name="T47" fmla="*/ 129 h 208"/>
                                <a:gd name="T48" fmla="*/ 24 w 267"/>
                                <a:gd name="T49" fmla="*/ 145 h 208"/>
                                <a:gd name="T50" fmla="*/ 37 w 267"/>
                                <a:gd name="T51" fmla="*/ 155 h 208"/>
                                <a:gd name="T52" fmla="*/ 42 w 267"/>
                                <a:gd name="T53" fmla="*/ 173 h 208"/>
                                <a:gd name="T54" fmla="*/ 52 w 267"/>
                                <a:gd name="T55" fmla="*/ 181 h 208"/>
                                <a:gd name="T56" fmla="*/ 52 w 267"/>
                                <a:gd name="T57" fmla="*/ 187 h 208"/>
                                <a:gd name="T58" fmla="*/ 71 w 267"/>
                                <a:gd name="T59" fmla="*/ 192 h 208"/>
                                <a:gd name="T60" fmla="*/ 102 w 267"/>
                                <a:gd name="T61" fmla="*/ 205 h 208"/>
                                <a:gd name="T62" fmla="*/ 123 w 267"/>
                                <a:gd name="T63" fmla="*/ 200 h 208"/>
                                <a:gd name="T64" fmla="*/ 147 w 267"/>
                                <a:gd name="T65" fmla="*/ 200 h 208"/>
                                <a:gd name="T66" fmla="*/ 163 w 267"/>
                                <a:gd name="T67" fmla="*/ 194 h 208"/>
                                <a:gd name="T68" fmla="*/ 181 w 267"/>
                                <a:gd name="T69" fmla="*/ 187 h 208"/>
                                <a:gd name="T70" fmla="*/ 215 w 267"/>
                                <a:gd name="T71" fmla="*/ 181 h 208"/>
                                <a:gd name="T72" fmla="*/ 249 w 267"/>
                                <a:gd name="T73" fmla="*/ 126 h 20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67" h="208">
                                  <a:moveTo>
                                    <a:pt x="249" y="126"/>
                                  </a:moveTo>
                                  <a:lnTo>
                                    <a:pt x="197" y="108"/>
                                  </a:lnTo>
                                  <a:lnTo>
                                    <a:pt x="189" y="103"/>
                                  </a:lnTo>
                                  <a:lnTo>
                                    <a:pt x="173" y="79"/>
                                  </a:lnTo>
                                  <a:lnTo>
                                    <a:pt x="178" y="74"/>
                                  </a:lnTo>
                                  <a:lnTo>
                                    <a:pt x="173" y="71"/>
                                  </a:lnTo>
                                  <a:lnTo>
                                    <a:pt x="165" y="74"/>
                                  </a:lnTo>
                                  <a:lnTo>
                                    <a:pt x="157" y="74"/>
                                  </a:lnTo>
                                  <a:lnTo>
                                    <a:pt x="157" y="58"/>
                                  </a:lnTo>
                                  <a:lnTo>
                                    <a:pt x="168" y="45"/>
                                  </a:lnTo>
                                  <a:lnTo>
                                    <a:pt x="155" y="29"/>
                                  </a:lnTo>
                                  <a:lnTo>
                                    <a:pt x="147" y="24"/>
                                  </a:lnTo>
                                  <a:lnTo>
                                    <a:pt x="142" y="13"/>
                                  </a:lnTo>
                                  <a:lnTo>
                                    <a:pt x="129" y="11"/>
                                  </a:lnTo>
                                  <a:lnTo>
                                    <a:pt x="129" y="8"/>
                                  </a:lnTo>
                                  <a:lnTo>
                                    <a:pt x="126" y="11"/>
                                  </a:lnTo>
                                  <a:lnTo>
                                    <a:pt x="118" y="6"/>
                                  </a:lnTo>
                                  <a:lnTo>
                                    <a:pt x="118" y="8"/>
                                  </a:lnTo>
                                  <a:lnTo>
                                    <a:pt x="115" y="8"/>
                                  </a:lnTo>
                                  <a:lnTo>
                                    <a:pt x="113" y="11"/>
                                  </a:lnTo>
                                  <a:lnTo>
                                    <a:pt x="110" y="6"/>
                                  </a:lnTo>
                                  <a:lnTo>
                                    <a:pt x="108" y="6"/>
                                  </a:lnTo>
                                  <a:lnTo>
                                    <a:pt x="105" y="8"/>
                                  </a:lnTo>
                                  <a:lnTo>
                                    <a:pt x="100" y="11"/>
                                  </a:lnTo>
                                  <a:lnTo>
                                    <a:pt x="94" y="6"/>
                                  </a:lnTo>
                                  <a:lnTo>
                                    <a:pt x="92" y="6"/>
                                  </a:lnTo>
                                  <a:lnTo>
                                    <a:pt x="89" y="0"/>
                                  </a:lnTo>
                                  <a:lnTo>
                                    <a:pt x="81" y="13"/>
                                  </a:lnTo>
                                  <a:lnTo>
                                    <a:pt x="79" y="8"/>
                                  </a:lnTo>
                                  <a:lnTo>
                                    <a:pt x="73" y="13"/>
                                  </a:lnTo>
                                  <a:lnTo>
                                    <a:pt x="63" y="13"/>
                                  </a:lnTo>
                                  <a:lnTo>
                                    <a:pt x="58" y="42"/>
                                  </a:lnTo>
                                  <a:lnTo>
                                    <a:pt x="50" y="42"/>
                                  </a:lnTo>
                                  <a:lnTo>
                                    <a:pt x="37" y="58"/>
                                  </a:lnTo>
                                  <a:lnTo>
                                    <a:pt x="37" y="74"/>
                                  </a:lnTo>
                                  <a:lnTo>
                                    <a:pt x="34" y="79"/>
                                  </a:lnTo>
                                  <a:lnTo>
                                    <a:pt x="29" y="74"/>
                                  </a:lnTo>
                                  <a:lnTo>
                                    <a:pt x="24" y="82"/>
                                  </a:lnTo>
                                  <a:lnTo>
                                    <a:pt x="24" y="84"/>
                                  </a:lnTo>
                                  <a:lnTo>
                                    <a:pt x="24" y="87"/>
                                  </a:lnTo>
                                  <a:lnTo>
                                    <a:pt x="24" y="90"/>
                                  </a:lnTo>
                                  <a:lnTo>
                                    <a:pt x="21" y="100"/>
                                  </a:lnTo>
                                  <a:lnTo>
                                    <a:pt x="21" y="116"/>
                                  </a:lnTo>
                                  <a:lnTo>
                                    <a:pt x="16" y="121"/>
                                  </a:lnTo>
                                  <a:lnTo>
                                    <a:pt x="13" y="118"/>
                                  </a:lnTo>
                                  <a:lnTo>
                                    <a:pt x="5" y="118"/>
                                  </a:lnTo>
                                  <a:lnTo>
                                    <a:pt x="5" y="124"/>
                                  </a:lnTo>
                                  <a:lnTo>
                                    <a:pt x="0" y="129"/>
                                  </a:lnTo>
                                  <a:lnTo>
                                    <a:pt x="16" y="134"/>
                                  </a:lnTo>
                                  <a:lnTo>
                                    <a:pt x="24" y="145"/>
                                  </a:lnTo>
                                  <a:lnTo>
                                    <a:pt x="26" y="147"/>
                                  </a:lnTo>
                                  <a:lnTo>
                                    <a:pt x="37" y="155"/>
                                  </a:lnTo>
                                  <a:lnTo>
                                    <a:pt x="37" y="163"/>
                                  </a:lnTo>
                                  <a:lnTo>
                                    <a:pt x="42" y="173"/>
                                  </a:lnTo>
                                  <a:lnTo>
                                    <a:pt x="52" y="173"/>
                                  </a:lnTo>
                                  <a:lnTo>
                                    <a:pt x="52" y="181"/>
                                  </a:lnTo>
                                  <a:lnTo>
                                    <a:pt x="50" y="184"/>
                                  </a:lnTo>
                                  <a:lnTo>
                                    <a:pt x="52" y="187"/>
                                  </a:lnTo>
                                  <a:lnTo>
                                    <a:pt x="55" y="189"/>
                                  </a:lnTo>
                                  <a:lnTo>
                                    <a:pt x="71" y="192"/>
                                  </a:lnTo>
                                  <a:lnTo>
                                    <a:pt x="92" y="205"/>
                                  </a:lnTo>
                                  <a:lnTo>
                                    <a:pt x="102" y="205"/>
                                  </a:lnTo>
                                  <a:lnTo>
                                    <a:pt x="118" y="208"/>
                                  </a:lnTo>
                                  <a:lnTo>
                                    <a:pt x="123" y="200"/>
                                  </a:lnTo>
                                  <a:lnTo>
                                    <a:pt x="139" y="192"/>
                                  </a:lnTo>
                                  <a:lnTo>
                                    <a:pt x="147" y="200"/>
                                  </a:lnTo>
                                  <a:lnTo>
                                    <a:pt x="160" y="200"/>
                                  </a:lnTo>
                                  <a:lnTo>
                                    <a:pt x="163" y="194"/>
                                  </a:lnTo>
                                  <a:lnTo>
                                    <a:pt x="176" y="194"/>
                                  </a:lnTo>
                                  <a:lnTo>
                                    <a:pt x="181" y="187"/>
                                  </a:lnTo>
                                  <a:lnTo>
                                    <a:pt x="197" y="181"/>
                                  </a:lnTo>
                                  <a:lnTo>
                                    <a:pt x="215" y="181"/>
                                  </a:lnTo>
                                  <a:lnTo>
                                    <a:pt x="267" y="126"/>
                                  </a:lnTo>
                                  <a:lnTo>
                                    <a:pt x="249" y="12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1" name="Freeform 914">
                              <a:extLst>
                                <a:ext uri="{FF2B5EF4-FFF2-40B4-BE49-F238E27FC236}">
                                  <a16:creationId xmlns:a16="http://schemas.microsoft.com/office/drawing/2014/main" id="{6A7EE861-57DF-84DA-FCAE-1DC806B33DE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403975" y="4371975"/>
                              <a:ext cx="187325" cy="166688"/>
                            </a:xfrm>
                            <a:custGeom>
                              <a:avLst/>
                              <a:gdLst>
                                <a:gd name="T0" fmla="*/ 24 w 45"/>
                                <a:gd name="T1" fmla="*/ 17 h 40"/>
                                <a:gd name="T2" fmla="*/ 25 w 45"/>
                                <a:gd name="T3" fmla="*/ 17 h 40"/>
                                <a:gd name="T4" fmla="*/ 26 w 45"/>
                                <a:gd name="T5" fmla="*/ 18 h 40"/>
                                <a:gd name="T6" fmla="*/ 26 w 45"/>
                                <a:gd name="T7" fmla="*/ 18 h 40"/>
                                <a:gd name="T8" fmla="*/ 24 w 45"/>
                                <a:gd name="T9" fmla="*/ 17 h 40"/>
                                <a:gd name="T10" fmla="*/ 42 w 45"/>
                                <a:gd name="T11" fmla="*/ 35 h 40"/>
                                <a:gd name="T12" fmla="*/ 40 w 45"/>
                                <a:gd name="T13" fmla="*/ 33 h 40"/>
                                <a:gd name="T14" fmla="*/ 37 w 45"/>
                                <a:gd name="T15" fmla="*/ 30 h 40"/>
                                <a:gd name="T16" fmla="*/ 36 w 45"/>
                                <a:gd name="T17" fmla="*/ 29 h 40"/>
                                <a:gd name="T18" fmla="*/ 34 w 45"/>
                                <a:gd name="T19" fmla="*/ 27 h 40"/>
                                <a:gd name="T20" fmla="*/ 31 w 45"/>
                                <a:gd name="T21" fmla="*/ 25 h 40"/>
                                <a:gd name="T22" fmla="*/ 30 w 45"/>
                                <a:gd name="T23" fmla="*/ 24 h 40"/>
                                <a:gd name="T24" fmla="*/ 26 w 45"/>
                                <a:gd name="T25" fmla="*/ 23 h 40"/>
                                <a:gd name="T26" fmla="*/ 25 w 45"/>
                                <a:gd name="T27" fmla="*/ 20 h 40"/>
                                <a:gd name="T28" fmla="*/ 24 w 45"/>
                                <a:gd name="T29" fmla="*/ 19 h 40"/>
                                <a:gd name="T30" fmla="*/ 24 w 45"/>
                                <a:gd name="T31" fmla="*/ 21 h 40"/>
                                <a:gd name="T32" fmla="*/ 23 w 45"/>
                                <a:gd name="T33" fmla="*/ 21 h 40"/>
                                <a:gd name="T34" fmla="*/ 23 w 45"/>
                                <a:gd name="T35" fmla="*/ 21 h 40"/>
                                <a:gd name="T36" fmla="*/ 20 w 45"/>
                                <a:gd name="T37" fmla="*/ 17 h 40"/>
                                <a:gd name="T38" fmla="*/ 19 w 45"/>
                                <a:gd name="T39" fmla="*/ 15 h 40"/>
                                <a:gd name="T40" fmla="*/ 18 w 45"/>
                                <a:gd name="T41" fmla="*/ 7 h 40"/>
                                <a:gd name="T42" fmla="*/ 14 w 45"/>
                                <a:gd name="T43" fmla="*/ 1 h 40"/>
                                <a:gd name="T44" fmla="*/ 14 w 45"/>
                                <a:gd name="T45" fmla="*/ 0 h 40"/>
                                <a:gd name="T46" fmla="*/ 12 w 45"/>
                                <a:gd name="T47" fmla="*/ 4 h 40"/>
                                <a:gd name="T48" fmla="*/ 7 w 45"/>
                                <a:gd name="T49" fmla="*/ 5 h 40"/>
                                <a:gd name="T50" fmla="*/ 6 w 45"/>
                                <a:gd name="T51" fmla="*/ 7 h 40"/>
                                <a:gd name="T52" fmla="*/ 4 w 45"/>
                                <a:gd name="T53" fmla="*/ 7 h 40"/>
                                <a:gd name="T54" fmla="*/ 3 w 45"/>
                                <a:gd name="T55" fmla="*/ 11 h 40"/>
                                <a:gd name="T56" fmla="*/ 3 w 45"/>
                                <a:gd name="T57" fmla="*/ 13 h 40"/>
                                <a:gd name="T58" fmla="*/ 0 w 45"/>
                                <a:gd name="T59" fmla="*/ 21 h 40"/>
                                <a:gd name="T60" fmla="*/ 0 w 45"/>
                                <a:gd name="T61" fmla="*/ 27 h 40"/>
                                <a:gd name="T62" fmla="*/ 4 w 45"/>
                                <a:gd name="T63" fmla="*/ 27 h 40"/>
                                <a:gd name="T64" fmla="*/ 6 w 45"/>
                                <a:gd name="T65" fmla="*/ 25 h 40"/>
                                <a:gd name="T66" fmla="*/ 7 w 45"/>
                                <a:gd name="T67" fmla="*/ 27 h 40"/>
                                <a:gd name="T68" fmla="*/ 10 w 45"/>
                                <a:gd name="T69" fmla="*/ 22 h 40"/>
                                <a:gd name="T70" fmla="*/ 11 w 45"/>
                                <a:gd name="T71" fmla="*/ 24 h 40"/>
                                <a:gd name="T72" fmla="*/ 12 w 45"/>
                                <a:gd name="T73" fmla="*/ 24 h 40"/>
                                <a:gd name="T74" fmla="*/ 14 w 45"/>
                                <a:gd name="T75" fmla="*/ 26 h 40"/>
                                <a:gd name="T76" fmla="*/ 16 w 45"/>
                                <a:gd name="T77" fmla="*/ 25 h 40"/>
                                <a:gd name="T78" fmla="*/ 17 w 45"/>
                                <a:gd name="T79" fmla="*/ 24 h 40"/>
                                <a:gd name="T80" fmla="*/ 18 w 45"/>
                                <a:gd name="T81" fmla="*/ 24 h 40"/>
                                <a:gd name="T82" fmla="*/ 19 w 45"/>
                                <a:gd name="T83" fmla="*/ 26 h 40"/>
                                <a:gd name="T84" fmla="*/ 20 w 45"/>
                                <a:gd name="T85" fmla="*/ 25 h 40"/>
                                <a:gd name="T86" fmla="*/ 21 w 45"/>
                                <a:gd name="T87" fmla="*/ 25 h 40"/>
                                <a:gd name="T88" fmla="*/ 21 w 45"/>
                                <a:gd name="T89" fmla="*/ 24 h 40"/>
                                <a:gd name="T90" fmla="*/ 24 w 45"/>
                                <a:gd name="T91" fmla="*/ 26 h 40"/>
                                <a:gd name="T92" fmla="*/ 25 w 45"/>
                                <a:gd name="T93" fmla="*/ 25 h 40"/>
                                <a:gd name="T94" fmla="*/ 25 w 45"/>
                                <a:gd name="T95" fmla="*/ 26 h 40"/>
                                <a:gd name="T96" fmla="*/ 30 w 45"/>
                                <a:gd name="T97" fmla="*/ 27 h 40"/>
                                <a:gd name="T98" fmla="*/ 32 w 45"/>
                                <a:gd name="T99" fmla="*/ 31 h 40"/>
                                <a:gd name="T100" fmla="*/ 35 w 45"/>
                                <a:gd name="T101" fmla="*/ 33 h 40"/>
                                <a:gd name="T102" fmla="*/ 40 w 45"/>
                                <a:gd name="T103" fmla="*/ 39 h 40"/>
                                <a:gd name="T104" fmla="*/ 42 w 45"/>
                                <a:gd name="T105" fmla="*/ 40 h 40"/>
                                <a:gd name="T106" fmla="*/ 45 w 45"/>
                                <a:gd name="T107" fmla="*/ 38 h 40"/>
                                <a:gd name="T108" fmla="*/ 42 w 45"/>
                                <a:gd name="T109" fmla="*/ 35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45" h="40">
                                  <a:moveTo>
                                    <a:pt x="24" y="17"/>
                                  </a:moveTo>
                                  <a:cubicBezTo>
                                    <a:pt x="24" y="17"/>
                                    <a:pt x="24" y="17"/>
                                    <a:pt x="25" y="17"/>
                                  </a:cubicBezTo>
                                  <a:cubicBezTo>
                                    <a:pt x="26" y="17"/>
                                    <a:pt x="26" y="17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5" y="18"/>
                                    <a:pt x="24" y="18"/>
                                    <a:pt x="24" y="17"/>
                                  </a:cubicBezTo>
                                  <a:close/>
                                  <a:moveTo>
                                    <a:pt x="42" y="35"/>
                                  </a:moveTo>
                                  <a:cubicBezTo>
                                    <a:pt x="41" y="35"/>
                                    <a:pt x="40" y="34"/>
                                    <a:pt x="40" y="33"/>
                                  </a:cubicBezTo>
                                  <a:cubicBezTo>
                                    <a:pt x="40" y="32"/>
                                    <a:pt x="39" y="31"/>
                                    <a:pt x="37" y="30"/>
                                  </a:cubicBezTo>
                                  <a:cubicBezTo>
                                    <a:pt x="37" y="30"/>
                                    <a:pt x="36" y="29"/>
                                    <a:pt x="36" y="29"/>
                                  </a:cubicBezTo>
                                  <a:cubicBezTo>
                                    <a:pt x="35" y="28"/>
                                    <a:pt x="35" y="28"/>
                                    <a:pt x="34" y="27"/>
                                  </a:cubicBezTo>
                                  <a:cubicBezTo>
                                    <a:pt x="34" y="26"/>
                                    <a:pt x="33" y="25"/>
                                    <a:pt x="31" y="25"/>
                                  </a:cubicBezTo>
                                  <a:cubicBezTo>
                                    <a:pt x="31" y="25"/>
                                    <a:pt x="30" y="24"/>
                                    <a:pt x="30" y="24"/>
                                  </a:cubicBezTo>
                                  <a:cubicBezTo>
                                    <a:pt x="29" y="22"/>
                                    <a:pt x="28" y="22"/>
                                    <a:pt x="26" y="23"/>
                                  </a:cubicBezTo>
                                  <a:cubicBezTo>
                                    <a:pt x="26" y="22"/>
                                    <a:pt x="25" y="21"/>
                                    <a:pt x="25" y="20"/>
                                  </a:cubicBezTo>
                                  <a:cubicBezTo>
                                    <a:pt x="25" y="20"/>
                                    <a:pt x="25" y="19"/>
                                    <a:pt x="24" y="19"/>
                                  </a:cubicBezTo>
                                  <a:cubicBezTo>
                                    <a:pt x="23" y="20"/>
                                    <a:pt x="24" y="20"/>
                                    <a:pt x="24" y="21"/>
                                  </a:cubicBezTo>
                                  <a:cubicBezTo>
                                    <a:pt x="24" y="21"/>
                                    <a:pt x="23" y="21"/>
                                    <a:pt x="23" y="21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2" y="19"/>
                                    <a:pt x="20" y="18"/>
                                    <a:pt x="20" y="17"/>
                                  </a:cubicBezTo>
                                  <a:cubicBezTo>
                                    <a:pt x="20" y="16"/>
                                    <a:pt x="20" y="16"/>
                                    <a:pt x="19" y="15"/>
                                  </a:cubicBezTo>
                                  <a:cubicBezTo>
                                    <a:pt x="19" y="13"/>
                                    <a:pt x="18" y="10"/>
                                    <a:pt x="18" y="7"/>
                                  </a:cubicBezTo>
                                  <a:cubicBezTo>
                                    <a:pt x="17" y="5"/>
                                    <a:pt x="16" y="3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0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0" y="21"/>
                                    <a:pt x="0" y="21"/>
                                    <a:pt x="0" y="21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10" y="22"/>
                                    <a:pt x="10" y="22"/>
                                    <a:pt x="10" y="22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2" y="24"/>
                                    <a:pt x="12" y="24"/>
                                    <a:pt x="12" y="24"/>
                                  </a:cubicBezTo>
                                  <a:cubicBezTo>
                                    <a:pt x="14" y="26"/>
                                    <a:pt x="14" y="26"/>
                                    <a:pt x="14" y="26"/>
                                  </a:cubicBezTo>
                                  <a:cubicBezTo>
                                    <a:pt x="16" y="25"/>
                                    <a:pt x="16" y="25"/>
                                    <a:pt x="16" y="25"/>
                                  </a:cubicBezTo>
                                  <a:cubicBezTo>
                                    <a:pt x="17" y="24"/>
                                    <a:pt x="17" y="24"/>
                                    <a:pt x="17" y="24"/>
                                  </a:cubicBezTo>
                                  <a:cubicBezTo>
                                    <a:pt x="18" y="24"/>
                                    <a:pt x="18" y="24"/>
                                    <a:pt x="18" y="24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5" y="25"/>
                                    <a:pt x="25" y="25"/>
                                    <a:pt x="25" y="25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5" y="33"/>
                                    <a:pt x="35" y="33"/>
                                    <a:pt x="35" y="33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42" y="40"/>
                                    <a:pt x="42" y="40"/>
                                    <a:pt x="42" y="40"/>
                                  </a:cubicBez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4" y="37"/>
                                    <a:pt x="43" y="36"/>
                                    <a:pt x="42" y="3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2" name="Freeform 915">
                              <a:extLst>
                                <a:ext uri="{FF2B5EF4-FFF2-40B4-BE49-F238E27FC236}">
                                  <a16:creationId xmlns:a16="http://schemas.microsoft.com/office/drawing/2014/main" id="{0BB6FB23-35F1-C1B4-FE4B-685B944FB63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16575" y="4787900"/>
                              <a:ext cx="76200" cy="74613"/>
                            </a:xfrm>
                            <a:custGeom>
                              <a:avLst/>
                              <a:gdLst>
                                <a:gd name="T0" fmla="*/ 3 w 18"/>
                                <a:gd name="T1" fmla="*/ 1 h 18"/>
                                <a:gd name="T2" fmla="*/ 1 w 18"/>
                                <a:gd name="T3" fmla="*/ 3 h 18"/>
                                <a:gd name="T4" fmla="*/ 0 w 18"/>
                                <a:gd name="T5" fmla="*/ 2 h 18"/>
                                <a:gd name="T6" fmla="*/ 2 w 18"/>
                                <a:gd name="T7" fmla="*/ 0 h 18"/>
                                <a:gd name="T8" fmla="*/ 3 w 18"/>
                                <a:gd name="T9" fmla="*/ 1 h 18"/>
                                <a:gd name="T10" fmla="*/ 8 w 18"/>
                                <a:gd name="T11" fmla="*/ 9 h 18"/>
                                <a:gd name="T12" fmla="*/ 9 w 18"/>
                                <a:gd name="T13" fmla="*/ 10 h 18"/>
                                <a:gd name="T14" fmla="*/ 7 w 18"/>
                                <a:gd name="T15" fmla="*/ 15 h 18"/>
                                <a:gd name="T16" fmla="*/ 6 w 18"/>
                                <a:gd name="T17" fmla="*/ 17 h 18"/>
                                <a:gd name="T18" fmla="*/ 6 w 18"/>
                                <a:gd name="T19" fmla="*/ 18 h 18"/>
                                <a:gd name="T20" fmla="*/ 18 w 18"/>
                                <a:gd name="T21" fmla="*/ 18 h 18"/>
                                <a:gd name="T22" fmla="*/ 18 w 18"/>
                                <a:gd name="T23" fmla="*/ 10 h 18"/>
                                <a:gd name="T24" fmla="*/ 9 w 18"/>
                                <a:gd name="T25" fmla="*/ 10 h 18"/>
                                <a:gd name="T26" fmla="*/ 8 w 18"/>
                                <a:gd name="T27" fmla="*/ 9 h 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</a:cxnLst>
                              <a:rect l="0" t="0" r="r" b="b"/>
                              <a:pathLst>
                                <a:path w="18" h="18">
                                  <a:moveTo>
                                    <a:pt x="3" y="1"/>
                                  </a:moveTo>
                                  <a:cubicBezTo>
                                    <a:pt x="2" y="1"/>
                                    <a:pt x="2" y="3"/>
                                    <a:pt x="1" y="3"/>
                                  </a:cubicBezTo>
                                  <a:cubicBezTo>
                                    <a:pt x="0" y="4"/>
                                    <a:pt x="0" y="3"/>
                                    <a:pt x="0" y="2"/>
                                  </a:cubicBezTo>
                                  <a:cubicBezTo>
                                    <a:pt x="0" y="1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3" y="0"/>
                                    <a:pt x="3" y="1"/>
                                  </a:cubicBezTo>
                                  <a:close/>
                                  <a:moveTo>
                                    <a:pt x="8" y="9"/>
                                  </a:moveTo>
                                  <a:cubicBezTo>
                                    <a:pt x="8" y="9"/>
                                    <a:pt x="9" y="10"/>
                                    <a:pt x="9" y="10"/>
                                  </a:cubicBezTo>
                                  <a:cubicBezTo>
                                    <a:pt x="9" y="12"/>
                                    <a:pt x="9" y="13"/>
                                    <a:pt x="7" y="15"/>
                                  </a:cubicBezTo>
                                  <a:cubicBezTo>
                                    <a:pt x="7" y="15"/>
                                    <a:pt x="6" y="16"/>
                                    <a:pt x="6" y="17"/>
                                  </a:cubicBezTo>
                                  <a:cubicBezTo>
                                    <a:pt x="6" y="17"/>
                                    <a:pt x="6" y="18"/>
                                    <a:pt x="6" y="18"/>
                                  </a:cubicBezTo>
                                  <a:cubicBezTo>
                                    <a:pt x="18" y="18"/>
                                    <a:pt x="18" y="18"/>
                                    <a:pt x="18" y="18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lnTo>
                                    <a:pt x="8" y="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3" name="Freeform 916">
                              <a:extLst>
                                <a:ext uri="{FF2B5EF4-FFF2-40B4-BE49-F238E27FC236}">
                                  <a16:creationId xmlns:a16="http://schemas.microsoft.com/office/drawing/2014/main" id="{D473DCAE-6BDE-4227-8BA6-B83F5AC64EE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070600" y="3946525"/>
                              <a:ext cx="346075" cy="315913"/>
                            </a:xfrm>
                            <a:custGeom>
                              <a:avLst/>
                              <a:gdLst>
                                <a:gd name="T0" fmla="*/ 64 w 83"/>
                                <a:gd name="T1" fmla="*/ 73 h 76"/>
                                <a:gd name="T2" fmla="*/ 60 w 83"/>
                                <a:gd name="T3" fmla="*/ 76 h 76"/>
                                <a:gd name="T4" fmla="*/ 83 w 83"/>
                                <a:gd name="T5" fmla="*/ 73 h 76"/>
                                <a:gd name="T6" fmla="*/ 77 w 83"/>
                                <a:gd name="T7" fmla="*/ 69 h 76"/>
                                <a:gd name="T8" fmla="*/ 75 w 83"/>
                                <a:gd name="T9" fmla="*/ 65 h 76"/>
                                <a:gd name="T10" fmla="*/ 69 w 83"/>
                                <a:gd name="T11" fmla="*/ 67 h 76"/>
                                <a:gd name="T12" fmla="*/ 65 w 83"/>
                                <a:gd name="T13" fmla="*/ 72 h 76"/>
                                <a:gd name="T14" fmla="*/ 64 w 83"/>
                                <a:gd name="T15" fmla="*/ 73 h 76"/>
                                <a:gd name="T16" fmla="*/ 83 w 83"/>
                                <a:gd name="T17" fmla="*/ 73 h 76"/>
                                <a:gd name="T18" fmla="*/ 68 w 83"/>
                                <a:gd name="T19" fmla="*/ 71 h 76"/>
                                <a:gd name="T20" fmla="*/ 71 w 83"/>
                                <a:gd name="T21" fmla="*/ 68 h 76"/>
                                <a:gd name="T22" fmla="*/ 74 w 83"/>
                                <a:gd name="T23" fmla="*/ 63 h 76"/>
                                <a:gd name="T24" fmla="*/ 74 w 83"/>
                                <a:gd name="T25" fmla="*/ 58 h 76"/>
                                <a:gd name="T26" fmla="*/ 69 w 83"/>
                                <a:gd name="T27" fmla="*/ 50 h 76"/>
                                <a:gd name="T28" fmla="*/ 63 w 83"/>
                                <a:gd name="T29" fmla="*/ 36 h 76"/>
                                <a:gd name="T30" fmla="*/ 59 w 83"/>
                                <a:gd name="T31" fmla="*/ 29 h 76"/>
                                <a:gd name="T32" fmla="*/ 53 w 83"/>
                                <a:gd name="T33" fmla="*/ 17 h 76"/>
                                <a:gd name="T34" fmla="*/ 55 w 83"/>
                                <a:gd name="T35" fmla="*/ 16 h 76"/>
                                <a:gd name="T36" fmla="*/ 57 w 83"/>
                                <a:gd name="T37" fmla="*/ 20 h 76"/>
                                <a:gd name="T38" fmla="*/ 60 w 83"/>
                                <a:gd name="T39" fmla="*/ 26 h 76"/>
                                <a:gd name="T40" fmla="*/ 66 w 83"/>
                                <a:gd name="T41" fmla="*/ 30 h 76"/>
                                <a:gd name="T42" fmla="*/ 68 w 83"/>
                                <a:gd name="T43" fmla="*/ 23 h 76"/>
                                <a:gd name="T44" fmla="*/ 70 w 83"/>
                                <a:gd name="T45" fmla="*/ 18 h 76"/>
                                <a:gd name="T46" fmla="*/ 60 w 83"/>
                                <a:gd name="T47" fmla="*/ 4 h 76"/>
                                <a:gd name="T48" fmla="*/ 54 w 83"/>
                                <a:gd name="T49" fmla="*/ 5 h 76"/>
                                <a:gd name="T50" fmla="*/ 48 w 83"/>
                                <a:gd name="T51" fmla="*/ 2 h 76"/>
                                <a:gd name="T52" fmla="*/ 43 w 83"/>
                                <a:gd name="T53" fmla="*/ 2 h 76"/>
                                <a:gd name="T54" fmla="*/ 36 w 83"/>
                                <a:gd name="T55" fmla="*/ 4 h 76"/>
                                <a:gd name="T56" fmla="*/ 33 w 83"/>
                                <a:gd name="T57" fmla="*/ 6 h 76"/>
                                <a:gd name="T58" fmla="*/ 24 w 83"/>
                                <a:gd name="T59" fmla="*/ 5 h 76"/>
                                <a:gd name="T60" fmla="*/ 19 w 83"/>
                                <a:gd name="T61" fmla="*/ 4 h 76"/>
                                <a:gd name="T62" fmla="*/ 12 w 83"/>
                                <a:gd name="T63" fmla="*/ 2 h 76"/>
                                <a:gd name="T64" fmla="*/ 4 w 83"/>
                                <a:gd name="T65" fmla="*/ 0 h 76"/>
                                <a:gd name="T66" fmla="*/ 1 w 83"/>
                                <a:gd name="T67" fmla="*/ 2 h 76"/>
                                <a:gd name="T68" fmla="*/ 0 w 83"/>
                                <a:gd name="T69" fmla="*/ 12 h 76"/>
                                <a:gd name="T70" fmla="*/ 2 w 83"/>
                                <a:gd name="T71" fmla="*/ 73 h 76"/>
                                <a:gd name="T72" fmla="*/ 46 w 83"/>
                                <a:gd name="T73" fmla="*/ 72 h 76"/>
                                <a:gd name="T74" fmla="*/ 57 w 83"/>
                                <a:gd name="T75" fmla="*/ 73 h 76"/>
                                <a:gd name="T76" fmla="*/ 64 w 83"/>
                                <a:gd name="T77" fmla="*/ 73 h 7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83" h="76">
                                  <a:moveTo>
                                    <a:pt x="57" y="73"/>
                                  </a:move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2" y="76"/>
                                    <a:pt x="62" y="76"/>
                                    <a:pt x="62" y="76"/>
                                  </a:cubicBezTo>
                                  <a:cubicBezTo>
                                    <a:pt x="60" y="76"/>
                                    <a:pt x="60" y="76"/>
                                    <a:pt x="60" y="76"/>
                                  </a:cubicBezTo>
                                  <a:lnTo>
                                    <a:pt x="57" y="73"/>
                                  </a:lnTo>
                                  <a:close/>
                                  <a:moveTo>
                                    <a:pt x="83" y="73"/>
                                  </a:moveTo>
                                  <a:cubicBezTo>
                                    <a:pt x="81" y="72"/>
                                    <a:pt x="80" y="71"/>
                                    <a:pt x="79" y="69"/>
                                  </a:cubicBezTo>
                                  <a:cubicBezTo>
                                    <a:pt x="78" y="69"/>
                                    <a:pt x="78" y="69"/>
                                    <a:pt x="77" y="69"/>
                                  </a:cubicBezTo>
                                  <a:cubicBezTo>
                                    <a:pt x="76" y="69"/>
                                    <a:pt x="75" y="68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5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69" y="67"/>
                                    <a:pt x="69" y="67"/>
                                    <a:pt x="69" y="67"/>
                                  </a:cubicBezTo>
                                  <a:cubicBezTo>
                                    <a:pt x="68" y="71"/>
                                    <a:pt x="68" y="71"/>
                                    <a:pt x="68" y="71"/>
                                  </a:cubicBezTo>
                                  <a:cubicBezTo>
                                    <a:pt x="65" y="72"/>
                                    <a:pt x="65" y="72"/>
                                    <a:pt x="65" y="72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83" y="73"/>
                                    <a:pt x="83" y="73"/>
                                    <a:pt x="83" y="73"/>
                                  </a:cubicBezTo>
                                  <a:cubicBezTo>
                                    <a:pt x="83" y="73"/>
                                    <a:pt x="83" y="73"/>
                                    <a:pt x="83" y="73"/>
                                  </a:cubicBezTo>
                                  <a:close/>
                                  <a:moveTo>
                                    <a:pt x="65" y="72"/>
                                  </a:moveTo>
                                  <a:cubicBezTo>
                                    <a:pt x="68" y="71"/>
                                    <a:pt x="68" y="71"/>
                                    <a:pt x="68" y="71"/>
                                  </a:cubicBezTo>
                                  <a:cubicBezTo>
                                    <a:pt x="69" y="67"/>
                                    <a:pt x="69" y="67"/>
                                    <a:pt x="69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5" y="65"/>
                                    <a:pt x="75" y="65"/>
                                    <a:pt x="75" y="65"/>
                                  </a:cubicBezTo>
                                  <a:cubicBezTo>
                                    <a:pt x="74" y="65"/>
                                    <a:pt x="74" y="64"/>
                                    <a:pt x="74" y="63"/>
                                  </a:cubicBezTo>
                                  <a:cubicBezTo>
                                    <a:pt x="73" y="62"/>
                                    <a:pt x="74" y="60"/>
                                    <a:pt x="76" y="60"/>
                                  </a:cubicBezTo>
                                  <a:cubicBezTo>
                                    <a:pt x="75" y="59"/>
                                    <a:pt x="74" y="59"/>
                                    <a:pt x="74" y="58"/>
                                  </a:cubicBezTo>
                                  <a:cubicBezTo>
                                    <a:pt x="73" y="57"/>
                                    <a:pt x="72" y="56"/>
                                    <a:pt x="72" y="55"/>
                                  </a:cubicBezTo>
                                  <a:cubicBezTo>
                                    <a:pt x="71" y="53"/>
                                    <a:pt x="70" y="51"/>
                                    <a:pt x="69" y="50"/>
                                  </a:cubicBezTo>
                                  <a:cubicBezTo>
                                    <a:pt x="68" y="48"/>
                                    <a:pt x="67" y="46"/>
                                    <a:pt x="66" y="44"/>
                                  </a:cubicBezTo>
                                  <a:cubicBezTo>
                                    <a:pt x="65" y="42"/>
                                    <a:pt x="63" y="39"/>
                                    <a:pt x="63" y="36"/>
                                  </a:cubicBezTo>
                                  <a:cubicBezTo>
                                    <a:pt x="62" y="34"/>
                                    <a:pt x="61" y="33"/>
                                    <a:pt x="61" y="31"/>
                                  </a:cubicBezTo>
                                  <a:cubicBezTo>
                                    <a:pt x="61" y="30"/>
                                    <a:pt x="60" y="29"/>
                                    <a:pt x="59" y="29"/>
                                  </a:cubicBezTo>
                                  <a:cubicBezTo>
                                    <a:pt x="58" y="27"/>
                                    <a:pt x="57" y="25"/>
                                    <a:pt x="55" y="23"/>
                                  </a:cubicBezTo>
                                  <a:cubicBezTo>
                                    <a:pt x="55" y="21"/>
                                    <a:pt x="55" y="19"/>
                                    <a:pt x="53" y="17"/>
                                  </a:cubicBezTo>
                                  <a:cubicBezTo>
                                    <a:pt x="52" y="17"/>
                                    <a:pt x="53" y="15"/>
                                    <a:pt x="54" y="15"/>
                                  </a:cubicBezTo>
                                  <a:cubicBezTo>
                                    <a:pt x="55" y="14"/>
                                    <a:pt x="55" y="16"/>
                                    <a:pt x="55" y="16"/>
                                  </a:cubicBezTo>
                                  <a:cubicBezTo>
                                    <a:pt x="55" y="16"/>
                                    <a:pt x="55" y="17"/>
                                    <a:pt x="55" y="17"/>
                                  </a:cubicBezTo>
                                  <a:cubicBezTo>
                                    <a:pt x="55" y="18"/>
                                    <a:pt x="56" y="19"/>
                                    <a:pt x="57" y="20"/>
                                  </a:cubicBezTo>
                                  <a:cubicBezTo>
                                    <a:pt x="57" y="21"/>
                                    <a:pt x="58" y="21"/>
                                    <a:pt x="58" y="22"/>
                                  </a:cubicBezTo>
                                  <a:cubicBezTo>
                                    <a:pt x="58" y="24"/>
                                    <a:pt x="59" y="25"/>
                                    <a:pt x="60" y="26"/>
                                  </a:cubicBezTo>
                                  <a:cubicBezTo>
                                    <a:pt x="61" y="27"/>
                                    <a:pt x="61" y="28"/>
                                    <a:pt x="62" y="29"/>
                                  </a:cubicBezTo>
                                  <a:cubicBezTo>
                                    <a:pt x="63" y="31"/>
                                    <a:pt x="65" y="31"/>
                                    <a:pt x="66" y="30"/>
                                  </a:cubicBezTo>
                                  <a:cubicBezTo>
                                    <a:pt x="67" y="30"/>
                                    <a:pt x="67" y="29"/>
                                    <a:pt x="67" y="29"/>
                                  </a:cubicBezTo>
                                  <a:cubicBezTo>
                                    <a:pt x="67" y="27"/>
                                    <a:pt x="67" y="25"/>
                                    <a:pt x="68" y="23"/>
                                  </a:cubicBezTo>
                                  <a:cubicBezTo>
                                    <a:pt x="68" y="21"/>
                                    <a:pt x="69" y="19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69" y="15"/>
                                    <a:pt x="66" y="6"/>
                                    <a:pt x="65" y="3"/>
                                  </a:cubicBezTo>
                                  <a:cubicBezTo>
                                    <a:pt x="63" y="3"/>
                                    <a:pt x="62" y="6"/>
                                    <a:pt x="60" y="4"/>
                                  </a:cubicBezTo>
                                  <a:cubicBezTo>
                                    <a:pt x="60" y="4"/>
                                    <a:pt x="59" y="5"/>
                                    <a:pt x="59" y="5"/>
                                  </a:cubicBezTo>
                                  <a:cubicBezTo>
                                    <a:pt x="57" y="5"/>
                                    <a:pt x="56" y="7"/>
                                    <a:pt x="54" y="5"/>
                                  </a:cubicBezTo>
                                  <a:cubicBezTo>
                                    <a:pt x="53" y="4"/>
                                    <a:pt x="53" y="4"/>
                                    <a:pt x="52" y="4"/>
                                  </a:cubicBezTo>
                                  <a:cubicBezTo>
                                    <a:pt x="51" y="3"/>
                                    <a:pt x="50" y="1"/>
                                    <a:pt x="48" y="2"/>
                                  </a:cubicBezTo>
                                  <a:cubicBezTo>
                                    <a:pt x="47" y="2"/>
                                    <a:pt x="46" y="2"/>
                                    <a:pt x="46" y="2"/>
                                  </a:cubicBezTo>
                                  <a:cubicBezTo>
                                    <a:pt x="45" y="1"/>
                                    <a:pt x="44" y="1"/>
                                    <a:pt x="43" y="2"/>
                                  </a:cubicBezTo>
                                  <a:cubicBezTo>
                                    <a:pt x="43" y="3"/>
                                    <a:pt x="42" y="3"/>
                                    <a:pt x="41" y="3"/>
                                  </a:cubicBezTo>
                                  <a:cubicBezTo>
                                    <a:pt x="39" y="2"/>
                                    <a:pt x="38" y="3"/>
                                    <a:pt x="36" y="4"/>
                                  </a:cubicBezTo>
                                  <a:cubicBezTo>
                                    <a:pt x="35" y="4"/>
                                    <a:pt x="35" y="5"/>
                                    <a:pt x="34" y="5"/>
                                  </a:cubicBezTo>
                                  <a:cubicBezTo>
                                    <a:pt x="34" y="6"/>
                                    <a:pt x="33" y="6"/>
                                    <a:pt x="33" y="6"/>
                                  </a:cubicBezTo>
                                  <a:cubicBezTo>
                                    <a:pt x="32" y="7"/>
                                    <a:pt x="30" y="8"/>
                                    <a:pt x="29" y="7"/>
                                  </a:cubicBezTo>
                                  <a:cubicBezTo>
                                    <a:pt x="28" y="6"/>
                                    <a:pt x="26" y="5"/>
                                    <a:pt x="24" y="5"/>
                                  </a:cubicBezTo>
                                  <a:cubicBezTo>
                                    <a:pt x="23" y="5"/>
                                    <a:pt x="21" y="4"/>
                                    <a:pt x="20" y="4"/>
                                  </a:cubicBezTo>
                                  <a:cubicBezTo>
                                    <a:pt x="20" y="4"/>
                                    <a:pt x="19" y="4"/>
                                    <a:pt x="19" y="4"/>
                                  </a:cubicBezTo>
                                  <a:cubicBezTo>
                                    <a:pt x="19" y="2"/>
                                    <a:pt x="17" y="3"/>
                                    <a:pt x="16" y="2"/>
                                  </a:cubicBezTo>
                                  <a:cubicBezTo>
                                    <a:pt x="15" y="2"/>
                                    <a:pt x="13" y="2"/>
                                    <a:pt x="12" y="2"/>
                                  </a:cubicBezTo>
                                  <a:cubicBezTo>
                                    <a:pt x="11" y="1"/>
                                    <a:pt x="8" y="0"/>
                                    <a:pt x="6" y="2"/>
                                  </a:cubicBezTo>
                                  <a:cubicBezTo>
                                    <a:pt x="5" y="3"/>
                                    <a:pt x="4" y="2"/>
                                    <a:pt x="4" y="0"/>
                                  </a:cubicBezTo>
                                  <a:cubicBezTo>
                                    <a:pt x="4" y="0"/>
                                    <a:pt x="3" y="0"/>
                                    <a:pt x="3" y="0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2" y="73"/>
                                    <a:pt x="2" y="73"/>
                                    <a:pt x="2" y="73"/>
                                  </a:cubicBezTo>
                                  <a:cubicBezTo>
                                    <a:pt x="45" y="73"/>
                                    <a:pt x="45" y="73"/>
                                    <a:pt x="45" y="73"/>
                                  </a:cubicBezTo>
                                  <a:cubicBezTo>
                                    <a:pt x="46" y="72"/>
                                    <a:pt x="46" y="72"/>
                                    <a:pt x="46" y="72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57" y="73"/>
                                    <a:pt x="57" y="73"/>
                                    <a:pt x="57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lnTo>
                                    <a:pt x="65" y="7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4" name="Freeform 917">
                              <a:extLst>
                                <a:ext uri="{FF2B5EF4-FFF2-40B4-BE49-F238E27FC236}">
                                  <a16:creationId xmlns:a16="http://schemas.microsoft.com/office/drawing/2014/main" id="{83EBD187-9A93-F219-CAE7-B1C7185587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53200" y="4529138"/>
                              <a:ext cx="50800" cy="50800"/>
                            </a:xfrm>
                            <a:custGeom>
                              <a:avLst/>
                              <a:gdLst>
                                <a:gd name="T0" fmla="*/ 4 w 12"/>
                                <a:gd name="T1" fmla="*/ 1 h 12"/>
                                <a:gd name="T2" fmla="*/ 0 w 12"/>
                                <a:gd name="T3" fmla="*/ 6 h 12"/>
                                <a:gd name="T4" fmla="*/ 0 w 12"/>
                                <a:gd name="T5" fmla="*/ 12 h 12"/>
                                <a:gd name="T6" fmla="*/ 3 w 12"/>
                                <a:gd name="T7" fmla="*/ 12 h 12"/>
                                <a:gd name="T8" fmla="*/ 6 w 12"/>
                                <a:gd name="T9" fmla="*/ 11 h 12"/>
                                <a:gd name="T10" fmla="*/ 8 w 12"/>
                                <a:gd name="T11" fmla="*/ 12 h 12"/>
                                <a:gd name="T12" fmla="*/ 10 w 12"/>
                                <a:gd name="T13" fmla="*/ 9 h 12"/>
                                <a:gd name="T14" fmla="*/ 8 w 12"/>
                                <a:gd name="T15" fmla="*/ 8 h 12"/>
                                <a:gd name="T16" fmla="*/ 7 w 12"/>
                                <a:gd name="T17" fmla="*/ 8 h 12"/>
                                <a:gd name="T18" fmla="*/ 8 w 12"/>
                                <a:gd name="T19" fmla="*/ 7 h 12"/>
                                <a:gd name="T20" fmla="*/ 11 w 12"/>
                                <a:gd name="T21" fmla="*/ 5 h 12"/>
                                <a:gd name="T22" fmla="*/ 9 w 12"/>
                                <a:gd name="T23" fmla="*/ 0 h 12"/>
                                <a:gd name="T24" fmla="*/ 9 w 12"/>
                                <a:gd name="T25" fmla="*/ 0 h 12"/>
                                <a:gd name="T26" fmla="*/ 6 w 12"/>
                                <a:gd name="T27" fmla="*/ 2 h 12"/>
                                <a:gd name="T28" fmla="*/ 4 w 12"/>
                                <a:gd name="T29" fmla="*/ 1 h 1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12" h="12">
                                  <a:moveTo>
                                    <a:pt x="4" y="1"/>
                                  </a:move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8"/>
                                    <a:pt x="9" y="8"/>
                                    <a:pt x="8" y="8"/>
                                  </a:cubicBezTo>
                                  <a:cubicBezTo>
                                    <a:pt x="8" y="8"/>
                                    <a:pt x="7" y="9"/>
                                    <a:pt x="7" y="8"/>
                                  </a:cubicBezTo>
                                  <a:cubicBezTo>
                                    <a:pt x="7" y="7"/>
                                    <a:pt x="8" y="7"/>
                                    <a:pt x="8" y="7"/>
                                  </a:cubicBezTo>
                                  <a:cubicBezTo>
                                    <a:pt x="9" y="7"/>
                                    <a:pt x="10" y="6"/>
                                    <a:pt x="11" y="5"/>
                                  </a:cubicBezTo>
                                  <a:cubicBezTo>
                                    <a:pt x="12" y="3"/>
                                    <a:pt x="11" y="1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lnTo>
                                    <a:pt x="4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5" name="Freeform 918">
                              <a:extLst>
                                <a:ext uri="{FF2B5EF4-FFF2-40B4-BE49-F238E27FC236}">
                                  <a16:creationId xmlns:a16="http://schemas.microsoft.com/office/drawing/2014/main" id="{A3D573F6-7C2D-FD99-E029-62716C9352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88013" y="4787900"/>
                              <a:ext cx="212725" cy="246063"/>
                            </a:xfrm>
                            <a:custGeom>
                              <a:avLst/>
                              <a:gdLst>
                                <a:gd name="T0" fmla="*/ 43 w 51"/>
                                <a:gd name="T1" fmla="*/ 0 h 59"/>
                                <a:gd name="T2" fmla="*/ 37 w 51"/>
                                <a:gd name="T3" fmla="*/ 5 h 59"/>
                                <a:gd name="T4" fmla="*/ 33 w 51"/>
                                <a:gd name="T5" fmla="*/ 10 h 59"/>
                                <a:gd name="T6" fmla="*/ 31 w 51"/>
                                <a:gd name="T7" fmla="*/ 12 h 59"/>
                                <a:gd name="T8" fmla="*/ 23 w 51"/>
                                <a:gd name="T9" fmla="*/ 10 h 59"/>
                                <a:gd name="T10" fmla="*/ 14 w 51"/>
                                <a:gd name="T11" fmla="*/ 12 h 59"/>
                                <a:gd name="T12" fmla="*/ 15 w 51"/>
                                <a:gd name="T13" fmla="*/ 15 h 59"/>
                                <a:gd name="T14" fmla="*/ 14 w 51"/>
                                <a:gd name="T15" fmla="*/ 17 h 59"/>
                                <a:gd name="T16" fmla="*/ 23 w 51"/>
                                <a:gd name="T17" fmla="*/ 19 h 59"/>
                                <a:gd name="T18" fmla="*/ 19 w 51"/>
                                <a:gd name="T19" fmla="*/ 24 h 59"/>
                                <a:gd name="T20" fmla="*/ 20 w 51"/>
                                <a:gd name="T21" fmla="*/ 26 h 59"/>
                                <a:gd name="T22" fmla="*/ 22 w 51"/>
                                <a:gd name="T23" fmla="*/ 28 h 59"/>
                                <a:gd name="T24" fmla="*/ 23 w 51"/>
                                <a:gd name="T25" fmla="*/ 31 h 59"/>
                                <a:gd name="T26" fmla="*/ 23 w 51"/>
                                <a:gd name="T27" fmla="*/ 34 h 59"/>
                                <a:gd name="T28" fmla="*/ 21 w 51"/>
                                <a:gd name="T29" fmla="*/ 39 h 59"/>
                                <a:gd name="T30" fmla="*/ 21 w 51"/>
                                <a:gd name="T31" fmla="*/ 41 h 59"/>
                                <a:gd name="T32" fmla="*/ 19 w 51"/>
                                <a:gd name="T33" fmla="*/ 42 h 59"/>
                                <a:gd name="T34" fmla="*/ 16 w 51"/>
                                <a:gd name="T35" fmla="*/ 41 h 59"/>
                                <a:gd name="T36" fmla="*/ 11 w 51"/>
                                <a:gd name="T37" fmla="*/ 37 h 59"/>
                                <a:gd name="T38" fmla="*/ 9 w 51"/>
                                <a:gd name="T39" fmla="*/ 39 h 59"/>
                                <a:gd name="T40" fmla="*/ 7 w 51"/>
                                <a:gd name="T41" fmla="*/ 41 h 59"/>
                                <a:gd name="T42" fmla="*/ 4 w 51"/>
                                <a:gd name="T43" fmla="*/ 42 h 59"/>
                                <a:gd name="T44" fmla="*/ 3 w 51"/>
                                <a:gd name="T45" fmla="*/ 44 h 59"/>
                                <a:gd name="T46" fmla="*/ 4 w 51"/>
                                <a:gd name="T47" fmla="*/ 46 h 59"/>
                                <a:gd name="T48" fmla="*/ 5 w 51"/>
                                <a:gd name="T49" fmla="*/ 49 h 59"/>
                                <a:gd name="T50" fmla="*/ 4 w 51"/>
                                <a:gd name="T51" fmla="*/ 50 h 59"/>
                                <a:gd name="T52" fmla="*/ 0 w 51"/>
                                <a:gd name="T53" fmla="*/ 51 h 59"/>
                                <a:gd name="T54" fmla="*/ 3 w 51"/>
                                <a:gd name="T55" fmla="*/ 54 h 59"/>
                                <a:gd name="T56" fmla="*/ 5 w 51"/>
                                <a:gd name="T57" fmla="*/ 56 h 59"/>
                                <a:gd name="T58" fmla="*/ 6 w 51"/>
                                <a:gd name="T59" fmla="*/ 59 h 59"/>
                                <a:gd name="T60" fmla="*/ 11 w 51"/>
                                <a:gd name="T61" fmla="*/ 56 h 59"/>
                                <a:gd name="T62" fmla="*/ 12 w 51"/>
                                <a:gd name="T63" fmla="*/ 55 h 59"/>
                                <a:gd name="T64" fmla="*/ 14 w 51"/>
                                <a:gd name="T65" fmla="*/ 56 h 59"/>
                                <a:gd name="T66" fmla="*/ 18 w 51"/>
                                <a:gd name="T67" fmla="*/ 57 h 59"/>
                                <a:gd name="T68" fmla="*/ 18 w 51"/>
                                <a:gd name="T69" fmla="*/ 55 h 59"/>
                                <a:gd name="T70" fmla="*/ 22 w 51"/>
                                <a:gd name="T71" fmla="*/ 58 h 59"/>
                                <a:gd name="T72" fmla="*/ 28 w 51"/>
                                <a:gd name="T73" fmla="*/ 54 h 59"/>
                                <a:gd name="T74" fmla="*/ 30 w 51"/>
                                <a:gd name="T75" fmla="*/ 53 h 59"/>
                                <a:gd name="T76" fmla="*/ 33 w 51"/>
                                <a:gd name="T77" fmla="*/ 51 h 59"/>
                                <a:gd name="T78" fmla="*/ 35 w 51"/>
                                <a:gd name="T79" fmla="*/ 42 h 59"/>
                                <a:gd name="T80" fmla="*/ 35 w 51"/>
                                <a:gd name="T81" fmla="*/ 39 h 59"/>
                                <a:gd name="T82" fmla="*/ 39 w 51"/>
                                <a:gd name="T83" fmla="*/ 34 h 59"/>
                                <a:gd name="T84" fmla="*/ 43 w 51"/>
                                <a:gd name="T85" fmla="*/ 30 h 59"/>
                                <a:gd name="T86" fmla="*/ 45 w 51"/>
                                <a:gd name="T87" fmla="*/ 25 h 59"/>
                                <a:gd name="T88" fmla="*/ 46 w 51"/>
                                <a:gd name="T89" fmla="*/ 18 h 59"/>
                                <a:gd name="T90" fmla="*/ 47 w 51"/>
                                <a:gd name="T91" fmla="*/ 9 h 59"/>
                                <a:gd name="T92" fmla="*/ 51 w 51"/>
                                <a:gd name="T93" fmla="*/ 1 h 59"/>
                                <a:gd name="T94" fmla="*/ 49 w 51"/>
                                <a:gd name="T95" fmla="*/ 0 h 5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51" h="59">
                                  <a:moveTo>
                                    <a:pt x="48" y="1"/>
                                  </a:moveTo>
                                  <a:cubicBezTo>
                                    <a:pt x="43" y="0"/>
                                    <a:pt x="43" y="0"/>
                                    <a:pt x="43" y="0"/>
                                  </a:cubicBezTo>
                                  <a:cubicBezTo>
                                    <a:pt x="37" y="1"/>
                                    <a:pt x="37" y="1"/>
                                    <a:pt x="37" y="1"/>
                                  </a:cubicBezTo>
                                  <a:cubicBezTo>
                                    <a:pt x="37" y="5"/>
                                    <a:pt x="37" y="5"/>
                                    <a:pt x="37" y="5"/>
                                  </a:cubicBezTo>
                                  <a:cubicBezTo>
                                    <a:pt x="35" y="9"/>
                                    <a:pt x="35" y="9"/>
                                    <a:pt x="35" y="9"/>
                                  </a:cubicBezTo>
                                  <a:cubicBezTo>
                                    <a:pt x="33" y="10"/>
                                    <a:pt x="33" y="10"/>
                                    <a:pt x="33" y="10"/>
                                  </a:cubicBezTo>
                                  <a:cubicBezTo>
                                    <a:pt x="33" y="13"/>
                                    <a:pt x="33" y="13"/>
                                    <a:pt x="33" y="13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3" y="10"/>
                                    <a:pt x="23" y="10"/>
                                    <a:pt x="23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5" y="15"/>
                                    <a:pt x="15" y="15"/>
                                    <a:pt x="15" y="15"/>
                                  </a:cubicBezTo>
                                  <a:cubicBezTo>
                                    <a:pt x="14" y="16"/>
                                    <a:pt x="14" y="16"/>
                                    <a:pt x="14" y="16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21" y="15"/>
                                    <a:pt x="21" y="15"/>
                                    <a:pt x="21" y="15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19" y="22"/>
                                    <a:pt x="19" y="22"/>
                                    <a:pt x="19" y="22"/>
                                  </a:cubicBezTo>
                                  <a:cubicBezTo>
                                    <a:pt x="19" y="24"/>
                                    <a:pt x="19" y="24"/>
                                    <a:pt x="19" y="24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20" y="26"/>
                                    <a:pt x="20" y="26"/>
                                    <a:pt x="20" y="26"/>
                                  </a:cubicBezTo>
                                  <a:cubicBezTo>
                                    <a:pt x="21" y="28"/>
                                    <a:pt x="21" y="28"/>
                                    <a:pt x="21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3" y="34"/>
                                    <a:pt x="23" y="34"/>
                                  </a:cubicBezTo>
                                  <a:cubicBezTo>
                                    <a:pt x="23" y="36"/>
                                    <a:pt x="23" y="36"/>
                                    <a:pt x="23" y="36"/>
                                  </a:cubicBezTo>
                                  <a:cubicBezTo>
                                    <a:pt x="21" y="39"/>
                                    <a:pt x="21" y="39"/>
                                    <a:pt x="21" y="39"/>
                                  </a:cubicBezTo>
                                  <a:cubicBezTo>
                                    <a:pt x="21" y="39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1"/>
                                    <a:pt x="21" y="41"/>
                                  </a:cubicBezTo>
                                  <a:cubicBezTo>
                                    <a:pt x="20" y="41"/>
                                    <a:pt x="20" y="41"/>
                                    <a:pt x="20" y="41"/>
                                  </a:cubicBezTo>
                                  <a:cubicBezTo>
                                    <a:pt x="19" y="42"/>
                                    <a:pt x="19" y="42"/>
                                    <a:pt x="19" y="42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3" y="41"/>
                                    <a:pt x="13" y="41"/>
                                    <a:pt x="13" y="41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9"/>
                                    <a:pt x="9" y="39"/>
                                    <a:pt x="9" y="39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4" y="42"/>
                                    <a:pt x="4" y="42"/>
                                    <a:pt x="4" y="42"/>
                                  </a:cubicBezTo>
                                  <a:cubicBezTo>
                                    <a:pt x="3" y="41"/>
                                    <a:pt x="3" y="41"/>
                                    <a:pt x="3" y="41"/>
                                  </a:cubicBezTo>
                                  <a:cubicBezTo>
                                    <a:pt x="3" y="44"/>
                                    <a:pt x="3" y="44"/>
                                    <a:pt x="3" y="44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5" y="49"/>
                                    <a:pt x="5" y="49"/>
                                    <a:pt x="5" y="49"/>
                                  </a:cubicBezTo>
                                  <a:cubicBezTo>
                                    <a:pt x="4" y="50"/>
                                    <a:pt x="4" y="50"/>
                                    <a:pt x="4" y="50"/>
                                  </a:cubicBezTo>
                                  <a:cubicBezTo>
                                    <a:pt x="4" y="50"/>
                                    <a:pt x="4" y="50"/>
                                    <a:pt x="4" y="50"/>
                                  </a:cubicBezTo>
                                  <a:cubicBezTo>
                                    <a:pt x="2" y="48"/>
                                    <a:pt x="2" y="48"/>
                                    <a:pt x="2" y="48"/>
                                  </a:cubicBezTo>
                                  <a:cubicBezTo>
                                    <a:pt x="0" y="51"/>
                                    <a:pt x="0" y="51"/>
                                    <a:pt x="0" y="51"/>
                                  </a:cubicBezTo>
                                  <a:cubicBezTo>
                                    <a:pt x="0" y="52"/>
                                    <a:pt x="0" y="52"/>
                                    <a:pt x="1" y="52"/>
                                  </a:cubicBezTo>
                                  <a:cubicBezTo>
                                    <a:pt x="1" y="53"/>
                                    <a:pt x="3" y="53"/>
                                    <a:pt x="3" y="54"/>
                                  </a:cubicBezTo>
                                  <a:cubicBezTo>
                                    <a:pt x="3" y="55"/>
                                    <a:pt x="4" y="56"/>
                                    <a:pt x="5" y="56"/>
                                  </a:cubicBezTo>
                                  <a:cubicBezTo>
                                    <a:pt x="5" y="56"/>
                                    <a:pt x="5" y="56"/>
                                    <a:pt x="5" y="56"/>
                                  </a:cubicBezTo>
                                  <a:cubicBezTo>
                                    <a:pt x="5" y="57"/>
                                    <a:pt x="5" y="58"/>
                                    <a:pt x="5" y="58"/>
                                  </a:cubicBezTo>
                                  <a:cubicBezTo>
                                    <a:pt x="6" y="59"/>
                                    <a:pt x="6" y="59"/>
                                    <a:pt x="6" y="59"/>
                                  </a:cubicBezTo>
                                  <a:cubicBezTo>
                                    <a:pt x="9" y="56"/>
                                    <a:pt x="9" y="56"/>
                                    <a:pt x="9" y="56"/>
                                  </a:cubicBezTo>
                                  <a:cubicBezTo>
                                    <a:pt x="11" y="56"/>
                                    <a:pt x="11" y="56"/>
                                    <a:pt x="11" y="56"/>
                                  </a:cubicBezTo>
                                  <a:cubicBezTo>
                                    <a:pt x="11" y="54"/>
                                    <a:pt x="11" y="54"/>
                                    <a:pt x="11" y="54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3" y="56"/>
                                    <a:pt x="13" y="56"/>
                                    <a:pt x="13" y="56"/>
                                  </a:cubicBezTo>
                                  <a:cubicBezTo>
                                    <a:pt x="14" y="56"/>
                                    <a:pt x="14" y="56"/>
                                    <a:pt x="14" y="56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22" y="54"/>
                                    <a:pt x="22" y="54"/>
                                    <a:pt x="22" y="54"/>
                                  </a:cubicBezTo>
                                  <a:cubicBezTo>
                                    <a:pt x="22" y="58"/>
                                    <a:pt x="22" y="58"/>
                                    <a:pt x="22" y="58"/>
                                  </a:cubicBezTo>
                                  <a:cubicBezTo>
                                    <a:pt x="25" y="57"/>
                                    <a:pt x="25" y="57"/>
                                    <a:pt x="25" y="57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9" y="54"/>
                                    <a:pt x="29" y="54"/>
                                    <a:pt x="29" y="54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3" y="51"/>
                                    <a:pt x="33" y="51"/>
                                    <a:pt x="33" y="51"/>
                                  </a:cubicBezTo>
                                  <a:cubicBezTo>
                                    <a:pt x="35" y="47"/>
                                    <a:pt x="35" y="47"/>
                                    <a:pt x="35" y="47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ubicBezTo>
                                    <a:pt x="37" y="38"/>
                                    <a:pt x="39" y="34"/>
                                    <a:pt x="39" y="34"/>
                                  </a:cubicBezTo>
                                  <a:cubicBezTo>
                                    <a:pt x="39" y="34"/>
                                    <a:pt x="40" y="32"/>
                                    <a:pt x="40" y="32"/>
                                  </a:cubicBezTo>
                                  <a:cubicBezTo>
                                    <a:pt x="40" y="32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5" y="28"/>
                                    <a:pt x="45" y="28"/>
                                  </a:cubicBezTo>
                                  <a:cubicBezTo>
                                    <a:pt x="45" y="25"/>
                                    <a:pt x="45" y="25"/>
                                    <a:pt x="45" y="25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18"/>
                                    <a:pt x="46" y="18"/>
                                    <a:pt x="46" y="18"/>
                                  </a:cubicBezTo>
                                  <a:cubicBezTo>
                                    <a:pt x="47" y="14"/>
                                    <a:pt x="47" y="14"/>
                                    <a:pt x="47" y="14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51" y="3"/>
                                    <a:pt x="51" y="3"/>
                                    <a:pt x="51" y="3"/>
                                  </a:cubicBezTo>
                                  <a:cubicBezTo>
                                    <a:pt x="51" y="1"/>
                                    <a:pt x="51" y="1"/>
                                    <a:pt x="51" y="1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lnTo>
                                    <a:pt x="48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6" name="Freeform 919">
                              <a:extLst>
                                <a:ext uri="{FF2B5EF4-FFF2-40B4-BE49-F238E27FC236}">
                                  <a16:creationId xmlns:a16="http://schemas.microsoft.com/office/drawing/2014/main" id="{325EB5D1-5BC4-E228-C6E2-F61A09D481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16588" y="4737100"/>
                              <a:ext cx="541337" cy="538163"/>
                            </a:xfrm>
                            <a:custGeom>
                              <a:avLst/>
                              <a:gdLst>
                                <a:gd name="T0" fmla="*/ 122 w 130"/>
                                <a:gd name="T1" fmla="*/ 10 h 129"/>
                                <a:gd name="T2" fmla="*/ 120 w 130"/>
                                <a:gd name="T3" fmla="*/ 6 h 129"/>
                                <a:gd name="T4" fmla="*/ 116 w 130"/>
                                <a:gd name="T5" fmla="*/ 7 h 129"/>
                                <a:gd name="T6" fmla="*/ 106 w 130"/>
                                <a:gd name="T7" fmla="*/ 6 h 129"/>
                                <a:gd name="T8" fmla="*/ 101 w 130"/>
                                <a:gd name="T9" fmla="*/ 1 h 129"/>
                                <a:gd name="T10" fmla="*/ 95 w 130"/>
                                <a:gd name="T11" fmla="*/ 1 h 129"/>
                                <a:gd name="T12" fmla="*/ 89 w 130"/>
                                <a:gd name="T13" fmla="*/ 0 h 129"/>
                                <a:gd name="T14" fmla="*/ 85 w 130"/>
                                <a:gd name="T15" fmla="*/ 4 h 129"/>
                                <a:gd name="T16" fmla="*/ 76 w 130"/>
                                <a:gd name="T17" fmla="*/ 6 h 129"/>
                                <a:gd name="T18" fmla="*/ 62 w 130"/>
                                <a:gd name="T19" fmla="*/ 8 h 129"/>
                                <a:gd name="T20" fmla="*/ 50 w 130"/>
                                <a:gd name="T21" fmla="*/ 2 h 129"/>
                                <a:gd name="T22" fmla="*/ 43 w 130"/>
                                <a:gd name="T23" fmla="*/ 7 h 129"/>
                                <a:gd name="T24" fmla="*/ 44 w 130"/>
                                <a:gd name="T25" fmla="*/ 15 h 129"/>
                                <a:gd name="T26" fmla="*/ 39 w 130"/>
                                <a:gd name="T27" fmla="*/ 30 h 129"/>
                                <a:gd name="T28" fmla="*/ 38 w 130"/>
                                <a:gd name="T29" fmla="*/ 40 h 129"/>
                                <a:gd name="T30" fmla="*/ 32 w 130"/>
                                <a:gd name="T31" fmla="*/ 46 h 129"/>
                                <a:gd name="T32" fmla="*/ 27 w 130"/>
                                <a:gd name="T33" fmla="*/ 53 h 129"/>
                                <a:gd name="T34" fmla="*/ 26 w 130"/>
                                <a:gd name="T35" fmla="*/ 63 h 129"/>
                                <a:gd name="T36" fmla="*/ 22 w 130"/>
                                <a:gd name="T37" fmla="*/ 66 h 129"/>
                                <a:gd name="T38" fmla="*/ 15 w 130"/>
                                <a:gd name="T39" fmla="*/ 70 h 129"/>
                                <a:gd name="T40" fmla="*/ 11 w 130"/>
                                <a:gd name="T41" fmla="*/ 67 h 129"/>
                                <a:gd name="T42" fmla="*/ 7 w 130"/>
                                <a:gd name="T43" fmla="*/ 68 h 129"/>
                                <a:gd name="T44" fmla="*/ 2 w 130"/>
                                <a:gd name="T45" fmla="*/ 76 h 129"/>
                                <a:gd name="T46" fmla="*/ 1 w 130"/>
                                <a:gd name="T47" fmla="*/ 77 h 129"/>
                                <a:gd name="T48" fmla="*/ 29 w 130"/>
                                <a:gd name="T49" fmla="*/ 76 h 129"/>
                                <a:gd name="T50" fmla="*/ 32 w 130"/>
                                <a:gd name="T51" fmla="*/ 85 h 129"/>
                                <a:gd name="T52" fmla="*/ 40 w 130"/>
                                <a:gd name="T53" fmla="*/ 92 h 129"/>
                                <a:gd name="T54" fmla="*/ 49 w 130"/>
                                <a:gd name="T55" fmla="*/ 91 h 129"/>
                                <a:gd name="T56" fmla="*/ 57 w 130"/>
                                <a:gd name="T57" fmla="*/ 86 h 129"/>
                                <a:gd name="T58" fmla="*/ 66 w 130"/>
                                <a:gd name="T59" fmla="*/ 94 h 129"/>
                                <a:gd name="T60" fmla="*/ 65 w 130"/>
                                <a:gd name="T61" fmla="*/ 101 h 129"/>
                                <a:gd name="T62" fmla="*/ 69 w 130"/>
                                <a:gd name="T63" fmla="*/ 110 h 129"/>
                                <a:gd name="T64" fmla="*/ 68 w 130"/>
                                <a:gd name="T65" fmla="*/ 113 h 129"/>
                                <a:gd name="T66" fmla="*/ 72 w 130"/>
                                <a:gd name="T67" fmla="*/ 112 h 129"/>
                                <a:gd name="T68" fmla="*/ 76 w 130"/>
                                <a:gd name="T69" fmla="*/ 111 h 129"/>
                                <a:gd name="T70" fmla="*/ 79 w 130"/>
                                <a:gd name="T71" fmla="*/ 112 h 129"/>
                                <a:gd name="T72" fmla="*/ 82 w 130"/>
                                <a:gd name="T73" fmla="*/ 114 h 129"/>
                                <a:gd name="T74" fmla="*/ 84 w 130"/>
                                <a:gd name="T75" fmla="*/ 115 h 129"/>
                                <a:gd name="T76" fmla="*/ 91 w 130"/>
                                <a:gd name="T77" fmla="*/ 117 h 129"/>
                                <a:gd name="T78" fmla="*/ 100 w 130"/>
                                <a:gd name="T79" fmla="*/ 118 h 129"/>
                                <a:gd name="T80" fmla="*/ 102 w 130"/>
                                <a:gd name="T81" fmla="*/ 116 h 129"/>
                                <a:gd name="T82" fmla="*/ 107 w 130"/>
                                <a:gd name="T83" fmla="*/ 120 h 129"/>
                                <a:gd name="T84" fmla="*/ 111 w 130"/>
                                <a:gd name="T85" fmla="*/ 124 h 129"/>
                                <a:gd name="T86" fmla="*/ 115 w 130"/>
                                <a:gd name="T87" fmla="*/ 129 h 129"/>
                                <a:gd name="T88" fmla="*/ 119 w 130"/>
                                <a:gd name="T89" fmla="*/ 127 h 129"/>
                                <a:gd name="T90" fmla="*/ 119 w 130"/>
                                <a:gd name="T91" fmla="*/ 129 h 129"/>
                                <a:gd name="T92" fmla="*/ 117 w 130"/>
                                <a:gd name="T93" fmla="*/ 120 h 129"/>
                                <a:gd name="T94" fmla="*/ 113 w 130"/>
                                <a:gd name="T95" fmla="*/ 119 h 129"/>
                                <a:gd name="T96" fmla="*/ 112 w 130"/>
                                <a:gd name="T97" fmla="*/ 109 h 129"/>
                                <a:gd name="T98" fmla="*/ 112 w 130"/>
                                <a:gd name="T99" fmla="*/ 106 h 129"/>
                                <a:gd name="T100" fmla="*/ 112 w 130"/>
                                <a:gd name="T101" fmla="*/ 103 h 129"/>
                                <a:gd name="T102" fmla="*/ 114 w 130"/>
                                <a:gd name="T103" fmla="*/ 95 h 129"/>
                                <a:gd name="T104" fmla="*/ 126 w 130"/>
                                <a:gd name="T105" fmla="*/ 93 h 129"/>
                                <a:gd name="T106" fmla="*/ 118 w 130"/>
                                <a:gd name="T107" fmla="*/ 77 h 129"/>
                                <a:gd name="T108" fmla="*/ 117 w 130"/>
                                <a:gd name="T109" fmla="*/ 67 h 129"/>
                                <a:gd name="T110" fmla="*/ 114 w 130"/>
                                <a:gd name="T111" fmla="*/ 55 h 129"/>
                                <a:gd name="T112" fmla="*/ 115 w 130"/>
                                <a:gd name="T113" fmla="*/ 51 h 129"/>
                                <a:gd name="T114" fmla="*/ 119 w 130"/>
                                <a:gd name="T115" fmla="*/ 46 h 129"/>
                                <a:gd name="T116" fmla="*/ 130 w 130"/>
                                <a:gd name="T117" fmla="*/ 22 h 129"/>
                                <a:gd name="T118" fmla="*/ 127 w 130"/>
                                <a:gd name="T119" fmla="*/ 18 h 129"/>
                                <a:gd name="T120" fmla="*/ 127 w 130"/>
                                <a:gd name="T121" fmla="*/ 14 h 129"/>
                                <a:gd name="T122" fmla="*/ 125 w 130"/>
                                <a:gd name="T123" fmla="*/ 12 h 1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130" h="129">
                                  <a:moveTo>
                                    <a:pt x="125" y="12"/>
                                  </a:moveTo>
                                  <a:cubicBezTo>
                                    <a:pt x="125" y="10"/>
                                    <a:pt x="125" y="10"/>
                                    <a:pt x="125" y="10"/>
                                  </a:cubicBezTo>
                                  <a:cubicBezTo>
                                    <a:pt x="122" y="10"/>
                                    <a:pt x="122" y="10"/>
                                    <a:pt x="122" y="10"/>
                                  </a:cubicBezTo>
                                  <a:cubicBezTo>
                                    <a:pt x="122" y="9"/>
                                    <a:pt x="122" y="9"/>
                                    <a:pt x="122" y="9"/>
                                  </a:cubicBezTo>
                                  <a:cubicBezTo>
                                    <a:pt x="120" y="7"/>
                                    <a:pt x="120" y="7"/>
                                    <a:pt x="120" y="7"/>
                                  </a:cubicBezTo>
                                  <a:cubicBezTo>
                                    <a:pt x="120" y="6"/>
                                    <a:pt x="120" y="6"/>
                                    <a:pt x="120" y="6"/>
                                  </a:cubicBezTo>
                                  <a:cubicBezTo>
                                    <a:pt x="118" y="5"/>
                                    <a:pt x="118" y="5"/>
                                    <a:pt x="118" y="5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6" y="7"/>
                                    <a:pt x="116" y="7"/>
                                    <a:pt x="116" y="7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0" y="8"/>
                                    <a:pt x="110" y="8"/>
                                    <a:pt x="110" y="8"/>
                                  </a:cubicBezTo>
                                  <a:cubicBezTo>
                                    <a:pt x="106" y="6"/>
                                    <a:pt x="106" y="6"/>
                                    <a:pt x="106" y="6"/>
                                  </a:cubicBezTo>
                                  <a:cubicBezTo>
                                    <a:pt x="106" y="4"/>
                                    <a:pt x="106" y="4"/>
                                    <a:pt x="106" y="4"/>
                                  </a:cubicBezTo>
                                  <a:cubicBezTo>
                                    <a:pt x="103" y="2"/>
                                    <a:pt x="103" y="2"/>
                                    <a:pt x="103" y="2"/>
                                  </a:cubicBezTo>
                                  <a:cubicBezTo>
                                    <a:pt x="103" y="2"/>
                                    <a:pt x="102" y="1"/>
                                    <a:pt x="101" y="1"/>
                                  </a:cubicBezTo>
                                  <a:cubicBezTo>
                                    <a:pt x="101" y="1"/>
                                    <a:pt x="100" y="3"/>
                                    <a:pt x="100" y="3"/>
                                  </a:cubicBezTo>
                                  <a:cubicBezTo>
                                    <a:pt x="97" y="3"/>
                                    <a:pt x="97" y="3"/>
                                    <a:pt x="97" y="3"/>
                                  </a:cubicBezTo>
                                  <a:cubicBezTo>
                                    <a:pt x="95" y="1"/>
                                    <a:pt x="95" y="1"/>
                                    <a:pt x="95" y="1"/>
                                  </a:cubicBezTo>
                                  <a:cubicBezTo>
                                    <a:pt x="93" y="1"/>
                                    <a:pt x="93" y="1"/>
                                    <a:pt x="93" y="1"/>
                                  </a:cubicBezTo>
                                  <a:cubicBezTo>
                                    <a:pt x="91" y="0"/>
                                    <a:pt x="91" y="0"/>
                                    <a:pt x="91" y="0"/>
                                  </a:cubicBezTo>
                                  <a:cubicBezTo>
                                    <a:pt x="89" y="0"/>
                                    <a:pt x="89" y="0"/>
                                    <a:pt x="89" y="0"/>
                                  </a:cubicBezTo>
                                  <a:cubicBezTo>
                                    <a:pt x="89" y="2"/>
                                    <a:pt x="89" y="2"/>
                                    <a:pt x="89" y="2"/>
                                  </a:cubicBezTo>
                                  <a:cubicBezTo>
                                    <a:pt x="88" y="3"/>
                                    <a:pt x="88" y="3"/>
                                    <a:pt x="88" y="3"/>
                                  </a:cubicBezTo>
                                  <a:cubicBezTo>
                                    <a:pt x="85" y="4"/>
                                    <a:pt x="85" y="4"/>
                                    <a:pt x="85" y="4"/>
                                  </a:cubicBezTo>
                                  <a:cubicBezTo>
                                    <a:pt x="83" y="2"/>
                                    <a:pt x="83" y="2"/>
                                    <a:pt x="83" y="2"/>
                                  </a:cubicBezTo>
                                  <a:cubicBezTo>
                                    <a:pt x="82" y="3"/>
                                    <a:pt x="82" y="3"/>
                                    <a:pt x="82" y="3"/>
                                  </a:cubicBezTo>
                                  <a:cubicBezTo>
                                    <a:pt x="76" y="6"/>
                                    <a:pt x="76" y="6"/>
                                    <a:pt x="76" y="6"/>
                                  </a:cubicBezTo>
                                  <a:cubicBezTo>
                                    <a:pt x="73" y="4"/>
                                    <a:pt x="73" y="4"/>
                                    <a:pt x="73" y="4"/>
                                  </a:cubicBezTo>
                                  <a:cubicBezTo>
                                    <a:pt x="70" y="8"/>
                                    <a:pt x="70" y="8"/>
                                    <a:pt x="70" y="8"/>
                                  </a:cubicBezTo>
                                  <a:cubicBezTo>
                                    <a:pt x="62" y="8"/>
                                    <a:pt x="62" y="8"/>
                                    <a:pt x="62" y="8"/>
                                  </a:cubicBezTo>
                                  <a:cubicBezTo>
                                    <a:pt x="57" y="6"/>
                                    <a:pt x="57" y="6"/>
                                    <a:pt x="57" y="6"/>
                                  </a:cubicBezTo>
                                  <a:cubicBezTo>
                                    <a:pt x="54" y="3"/>
                                    <a:pt x="54" y="3"/>
                                    <a:pt x="54" y="3"/>
                                  </a:cubicBezTo>
                                  <a:cubicBezTo>
                                    <a:pt x="50" y="2"/>
                                    <a:pt x="50" y="2"/>
                                    <a:pt x="50" y="2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4" y="13"/>
                                    <a:pt x="44" y="13"/>
                                    <a:pt x="44" y="13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0" y="21"/>
                                    <a:pt x="40" y="21"/>
                                    <a:pt x="40" y="21"/>
                                  </a:cubicBezTo>
                                  <a:cubicBezTo>
                                    <a:pt x="40" y="26"/>
                                    <a:pt x="40" y="26"/>
                                    <a:pt x="40" y="26"/>
                                  </a:cubicBezTo>
                                  <a:cubicBezTo>
                                    <a:pt x="39" y="30"/>
                                    <a:pt x="39" y="30"/>
                                    <a:pt x="39" y="30"/>
                                  </a:cubicBezTo>
                                  <a:cubicBezTo>
                                    <a:pt x="39" y="34"/>
                                    <a:pt x="39" y="34"/>
                                    <a:pt x="39" y="34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ubicBezTo>
                                    <a:pt x="38" y="40"/>
                                    <a:pt x="38" y="40"/>
                                    <a:pt x="38" y="40"/>
                                  </a:cubicBezTo>
                                  <a:cubicBezTo>
                                    <a:pt x="38" y="40"/>
                                    <a:pt x="36" y="42"/>
                                    <a:pt x="36" y="42"/>
                                  </a:cubicBezTo>
                                  <a:cubicBezTo>
                                    <a:pt x="36" y="42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2" y="46"/>
                                    <a:pt x="32" y="46"/>
                                  </a:cubicBezTo>
                                  <a:cubicBezTo>
                                    <a:pt x="32" y="46"/>
                                    <a:pt x="30" y="50"/>
                                    <a:pt x="30" y="50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9"/>
                                    <a:pt x="28" y="59"/>
                                    <a:pt x="28" y="59"/>
                                  </a:cubicBezTo>
                                  <a:cubicBezTo>
                                    <a:pt x="26" y="63"/>
                                    <a:pt x="26" y="63"/>
                                    <a:pt x="26" y="63"/>
                                  </a:cubicBez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18" y="69"/>
                                    <a:pt x="18" y="69"/>
                                    <a:pt x="18" y="69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66"/>
                                    <a:pt x="15" y="66"/>
                                    <a:pt x="15" y="66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1" y="69"/>
                                    <a:pt x="11" y="69"/>
                                    <a:pt x="11" y="69"/>
                                  </a:cubicBezTo>
                                  <a:cubicBezTo>
                                    <a:pt x="9" y="70"/>
                                    <a:pt x="9" y="70"/>
                                    <a:pt x="9" y="70"/>
                                  </a:cubicBezTo>
                                  <a:cubicBezTo>
                                    <a:pt x="7" y="68"/>
                                    <a:pt x="7" y="68"/>
                                    <a:pt x="7" y="68"/>
                                  </a:cubicBezTo>
                                  <a:cubicBezTo>
                                    <a:pt x="2" y="71"/>
                                    <a:pt x="2" y="71"/>
                                    <a:pt x="2" y="71"/>
                                  </a:cubicBezTo>
                                  <a:cubicBezTo>
                                    <a:pt x="2" y="72"/>
                                    <a:pt x="2" y="72"/>
                                    <a:pt x="2" y="72"/>
                                  </a:cubicBezTo>
                                  <a:cubicBezTo>
                                    <a:pt x="2" y="76"/>
                                    <a:pt x="2" y="76"/>
                                    <a:pt x="2" y="76"/>
                                  </a:cubicBezTo>
                                  <a:cubicBezTo>
                                    <a:pt x="1" y="76"/>
                                    <a:pt x="1" y="76"/>
                                    <a:pt x="1" y="76"/>
                                  </a:cubicBezTo>
                                  <a:cubicBezTo>
                                    <a:pt x="1" y="76"/>
                                    <a:pt x="1" y="76"/>
                                    <a:pt x="1" y="76"/>
                                  </a:cubicBezTo>
                                  <a:cubicBezTo>
                                    <a:pt x="0" y="76"/>
                                    <a:pt x="0" y="76"/>
                                    <a:pt x="1" y="77"/>
                                  </a:cubicBezTo>
                                  <a:cubicBezTo>
                                    <a:pt x="1" y="77"/>
                                    <a:pt x="2" y="77"/>
                                    <a:pt x="2" y="78"/>
                                  </a:cubicBezTo>
                                  <a:cubicBezTo>
                                    <a:pt x="6" y="76"/>
                                    <a:pt x="6" y="76"/>
                                    <a:pt x="6" y="76"/>
                                  </a:cubicBezTo>
                                  <a:cubicBezTo>
                                    <a:pt x="29" y="76"/>
                                    <a:pt x="29" y="76"/>
                                    <a:pt x="29" y="76"/>
                                  </a:cubicBezTo>
                                  <a:cubicBezTo>
                                    <a:pt x="31" y="79"/>
                                    <a:pt x="31" y="79"/>
                                    <a:pt x="31" y="79"/>
                                  </a:cubicBezTo>
                                  <a:cubicBezTo>
                                    <a:pt x="31" y="80"/>
                                    <a:pt x="31" y="80"/>
                                    <a:pt x="31" y="80"/>
                                  </a:cubicBezTo>
                                  <a:cubicBezTo>
                                    <a:pt x="32" y="85"/>
                                    <a:pt x="32" y="85"/>
                                    <a:pt x="32" y="85"/>
                                  </a:cubicBezTo>
                                  <a:cubicBezTo>
                                    <a:pt x="34" y="88"/>
                                    <a:pt x="34" y="88"/>
                                    <a:pt x="34" y="88"/>
                                  </a:cubicBezTo>
                                  <a:cubicBezTo>
                                    <a:pt x="36" y="92"/>
                                    <a:pt x="36" y="92"/>
                                    <a:pt x="36" y="92"/>
                                  </a:cubicBezTo>
                                  <a:cubicBezTo>
                                    <a:pt x="40" y="92"/>
                                    <a:pt x="40" y="92"/>
                                    <a:pt x="40" y="92"/>
                                  </a:cubicBezTo>
                                  <a:cubicBezTo>
                                    <a:pt x="43" y="90"/>
                                    <a:pt x="43" y="90"/>
                                    <a:pt x="43" y="90"/>
                                  </a:cubicBezTo>
                                  <a:cubicBezTo>
                                    <a:pt x="46" y="91"/>
                                    <a:pt x="46" y="91"/>
                                    <a:pt x="46" y="91"/>
                                  </a:cubicBezTo>
                                  <a:cubicBezTo>
                                    <a:pt x="49" y="91"/>
                                    <a:pt x="49" y="91"/>
                                    <a:pt x="49" y="91"/>
                                  </a:cubicBezTo>
                                  <a:cubicBezTo>
                                    <a:pt x="50" y="84"/>
                                    <a:pt x="50" y="84"/>
                                    <a:pt x="50" y="84"/>
                                  </a:cubicBezTo>
                                  <a:cubicBezTo>
                                    <a:pt x="58" y="84"/>
                                    <a:pt x="58" y="84"/>
                                    <a:pt x="58" y="84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65" y="86"/>
                                    <a:pt x="65" y="86"/>
                                    <a:pt x="65" y="86"/>
                                  </a:cubicBezTo>
                                  <a:cubicBezTo>
                                    <a:pt x="65" y="91"/>
                                    <a:pt x="65" y="91"/>
                                    <a:pt x="65" y="91"/>
                                  </a:cubicBezTo>
                                  <a:cubicBezTo>
                                    <a:pt x="66" y="94"/>
                                    <a:pt x="66" y="94"/>
                                    <a:pt x="66" y="94"/>
                                  </a:cubicBezTo>
                                  <a:cubicBezTo>
                                    <a:pt x="66" y="99"/>
                                    <a:pt x="66" y="99"/>
                                    <a:pt x="66" y="99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101"/>
                                    <a:pt x="65" y="101"/>
                                    <a:pt x="65" y="101"/>
                                  </a:cubicBezTo>
                                  <a:cubicBezTo>
                                    <a:pt x="68" y="104"/>
                                    <a:pt x="68" y="104"/>
                                    <a:pt x="68" y="104"/>
                                  </a:cubicBezTo>
                                  <a:cubicBezTo>
                                    <a:pt x="69" y="107"/>
                                    <a:pt x="69" y="107"/>
                                    <a:pt x="69" y="107"/>
                                  </a:cubicBezTo>
                                  <a:cubicBezTo>
                                    <a:pt x="69" y="110"/>
                                    <a:pt x="69" y="110"/>
                                    <a:pt x="69" y="110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8" y="112"/>
                                    <a:pt x="68" y="112"/>
                                    <a:pt x="68" y="112"/>
                                  </a:cubicBezTo>
                                  <a:cubicBezTo>
                                    <a:pt x="68" y="113"/>
                                    <a:pt x="68" y="113"/>
                                    <a:pt x="68" y="113"/>
                                  </a:cubicBezTo>
                                  <a:cubicBezTo>
                                    <a:pt x="69" y="114"/>
                                    <a:pt x="69" y="114"/>
                                    <a:pt x="69" y="114"/>
                                  </a:cubicBezTo>
                                  <a:cubicBezTo>
                                    <a:pt x="70" y="112"/>
                                    <a:pt x="70" y="112"/>
                                    <a:pt x="70" y="112"/>
                                  </a:cubicBezTo>
                                  <a:cubicBezTo>
                                    <a:pt x="72" y="112"/>
                                    <a:pt x="72" y="112"/>
                                    <a:pt x="72" y="112"/>
                                  </a:cubicBezTo>
                                  <a:cubicBezTo>
                                    <a:pt x="72" y="112"/>
                                    <a:pt x="72" y="112"/>
                                    <a:pt x="72" y="112"/>
                                  </a:cubicBezTo>
                                  <a:cubicBezTo>
                                    <a:pt x="75" y="112"/>
                                    <a:pt x="75" y="112"/>
                                    <a:pt x="75" y="112"/>
                                  </a:cubicBezTo>
                                  <a:cubicBezTo>
                                    <a:pt x="76" y="111"/>
                                    <a:pt x="76" y="111"/>
                                    <a:pt x="76" y="111"/>
                                  </a:cubicBezTo>
                                  <a:cubicBezTo>
                                    <a:pt x="77" y="111"/>
                                    <a:pt x="77" y="111"/>
                                    <a:pt x="77" y="111"/>
                                  </a:cubicBezTo>
                                  <a:cubicBezTo>
                                    <a:pt x="77" y="111"/>
                                    <a:pt x="78" y="112"/>
                                    <a:pt x="78" y="112"/>
                                  </a:cubicBezTo>
                                  <a:cubicBezTo>
                                    <a:pt x="78" y="112"/>
                                    <a:pt x="79" y="112"/>
                                    <a:pt x="79" y="112"/>
                                  </a:cubicBezTo>
                                  <a:cubicBezTo>
                                    <a:pt x="81" y="111"/>
                                    <a:pt x="81" y="111"/>
                                    <a:pt x="81" y="111"/>
                                  </a:cubicBezTo>
                                  <a:cubicBezTo>
                                    <a:pt x="83" y="112"/>
                                    <a:pt x="83" y="112"/>
                                    <a:pt x="83" y="112"/>
                                  </a:cubicBezTo>
                                  <a:cubicBezTo>
                                    <a:pt x="82" y="114"/>
                                    <a:pt x="82" y="114"/>
                                    <a:pt x="82" y="114"/>
                                  </a:cubicBezTo>
                                  <a:cubicBezTo>
                                    <a:pt x="82" y="115"/>
                                    <a:pt x="82" y="115"/>
                                    <a:pt x="82" y="115"/>
                                  </a:cubicBezTo>
                                  <a:cubicBezTo>
                                    <a:pt x="83" y="115"/>
                                    <a:pt x="83" y="115"/>
                                    <a:pt x="83" y="115"/>
                                  </a:cubicBezTo>
                                  <a:cubicBezTo>
                                    <a:pt x="84" y="115"/>
                                    <a:pt x="84" y="115"/>
                                    <a:pt x="84" y="115"/>
                                  </a:cubicBezTo>
                                  <a:cubicBezTo>
                                    <a:pt x="90" y="113"/>
                                    <a:pt x="90" y="113"/>
                                    <a:pt x="90" y="113"/>
                                  </a:cubicBezTo>
                                  <a:cubicBezTo>
                                    <a:pt x="90" y="116"/>
                                    <a:pt x="90" y="116"/>
                                    <a:pt x="90" y="116"/>
                                  </a:cubicBezTo>
                                  <a:cubicBezTo>
                                    <a:pt x="91" y="117"/>
                                    <a:pt x="91" y="117"/>
                                    <a:pt x="91" y="117"/>
                                  </a:cubicBezTo>
                                  <a:cubicBezTo>
                                    <a:pt x="93" y="117"/>
                                    <a:pt x="93" y="117"/>
                                    <a:pt x="93" y="117"/>
                                  </a:cubicBezTo>
                                  <a:cubicBezTo>
                                    <a:pt x="94" y="118"/>
                                    <a:pt x="94" y="118"/>
                                    <a:pt x="94" y="118"/>
                                  </a:cubicBezTo>
                                  <a:cubicBezTo>
                                    <a:pt x="100" y="118"/>
                                    <a:pt x="100" y="118"/>
                                    <a:pt x="100" y="118"/>
                                  </a:cubicBezTo>
                                  <a:cubicBezTo>
                                    <a:pt x="101" y="118"/>
                                    <a:pt x="101" y="118"/>
                                    <a:pt x="101" y="118"/>
                                  </a:cubicBezTo>
                                  <a:cubicBezTo>
                                    <a:pt x="101" y="116"/>
                                    <a:pt x="101" y="116"/>
                                    <a:pt x="101" y="116"/>
                                  </a:cubicBezTo>
                                  <a:cubicBezTo>
                                    <a:pt x="102" y="116"/>
                                    <a:pt x="102" y="116"/>
                                    <a:pt x="102" y="116"/>
                                  </a:cubicBezTo>
                                  <a:cubicBezTo>
                                    <a:pt x="102" y="118"/>
                                    <a:pt x="102" y="118"/>
                                    <a:pt x="102" y="118"/>
                                  </a:cubicBezTo>
                                  <a:cubicBezTo>
                                    <a:pt x="105" y="120"/>
                                    <a:pt x="105" y="120"/>
                                    <a:pt x="105" y="120"/>
                                  </a:cubicBezTo>
                                  <a:cubicBezTo>
                                    <a:pt x="107" y="120"/>
                                    <a:pt x="107" y="120"/>
                                    <a:pt x="107" y="120"/>
                                  </a:cubicBezTo>
                                  <a:cubicBezTo>
                                    <a:pt x="109" y="122"/>
                                    <a:pt x="109" y="122"/>
                                    <a:pt x="109" y="122"/>
                                  </a:cubicBezTo>
                                  <a:cubicBezTo>
                                    <a:pt x="111" y="122"/>
                                    <a:pt x="111" y="122"/>
                                    <a:pt x="111" y="122"/>
                                  </a:cubicBezTo>
                                  <a:cubicBezTo>
                                    <a:pt x="111" y="124"/>
                                    <a:pt x="111" y="124"/>
                                    <a:pt x="111" y="124"/>
                                  </a:cubicBezTo>
                                  <a:cubicBezTo>
                                    <a:pt x="113" y="125"/>
                                    <a:pt x="113" y="125"/>
                                    <a:pt x="113" y="125"/>
                                  </a:cubicBezTo>
                                  <a:cubicBezTo>
                                    <a:pt x="113" y="127"/>
                                    <a:pt x="113" y="127"/>
                                    <a:pt x="113" y="127"/>
                                  </a:cubicBezTo>
                                  <a:cubicBezTo>
                                    <a:pt x="115" y="129"/>
                                    <a:pt x="115" y="129"/>
                                    <a:pt x="115" y="129"/>
                                  </a:cubicBezTo>
                                  <a:cubicBezTo>
                                    <a:pt x="116" y="129"/>
                                    <a:pt x="116" y="129"/>
                                    <a:pt x="116" y="129"/>
                                  </a:cubicBezTo>
                                  <a:cubicBezTo>
                                    <a:pt x="118" y="127"/>
                                    <a:pt x="118" y="127"/>
                                    <a:pt x="118" y="127"/>
                                  </a:cubicBezTo>
                                  <a:cubicBezTo>
                                    <a:pt x="119" y="127"/>
                                    <a:pt x="119" y="127"/>
                                    <a:pt x="119" y="127"/>
                                  </a:cubicBezTo>
                                  <a:cubicBezTo>
                                    <a:pt x="119" y="128"/>
                                    <a:pt x="119" y="128"/>
                                    <a:pt x="119" y="128"/>
                                  </a:cubicBezTo>
                                  <a:cubicBezTo>
                                    <a:pt x="119" y="128"/>
                                    <a:pt x="119" y="128"/>
                                    <a:pt x="119" y="128"/>
                                  </a:cubicBezTo>
                                  <a:cubicBezTo>
                                    <a:pt x="119" y="129"/>
                                    <a:pt x="119" y="129"/>
                                    <a:pt x="119" y="129"/>
                                  </a:cubicBezTo>
                                  <a:cubicBezTo>
                                    <a:pt x="120" y="129"/>
                                    <a:pt x="120" y="129"/>
                                    <a:pt x="120" y="129"/>
                                  </a:cubicBezTo>
                                  <a:cubicBezTo>
                                    <a:pt x="120" y="120"/>
                                    <a:pt x="120" y="120"/>
                                    <a:pt x="120" y="120"/>
                                  </a:cubicBezTo>
                                  <a:cubicBezTo>
                                    <a:pt x="117" y="120"/>
                                    <a:pt x="117" y="120"/>
                                    <a:pt x="117" y="120"/>
                                  </a:cubicBezTo>
                                  <a:cubicBezTo>
                                    <a:pt x="117" y="122"/>
                                    <a:pt x="117" y="122"/>
                                    <a:pt x="117" y="122"/>
                                  </a:cubicBezTo>
                                  <a:cubicBezTo>
                                    <a:pt x="114" y="121"/>
                                    <a:pt x="114" y="121"/>
                                    <a:pt x="114" y="121"/>
                                  </a:cubicBezTo>
                                  <a:cubicBezTo>
                                    <a:pt x="113" y="119"/>
                                    <a:pt x="113" y="119"/>
                                    <a:pt x="113" y="119"/>
                                  </a:cubicBezTo>
                                  <a:cubicBezTo>
                                    <a:pt x="110" y="118"/>
                                    <a:pt x="110" y="118"/>
                                    <a:pt x="110" y="118"/>
                                  </a:cubicBezTo>
                                  <a:cubicBezTo>
                                    <a:pt x="110" y="115"/>
                                    <a:pt x="110" y="115"/>
                                    <a:pt x="110" y="115"/>
                                  </a:cubicBezTo>
                                  <a:cubicBezTo>
                                    <a:pt x="112" y="109"/>
                                    <a:pt x="112" y="109"/>
                                    <a:pt x="112" y="109"/>
                                  </a:cubicBezTo>
                                  <a:cubicBezTo>
                                    <a:pt x="112" y="108"/>
                                    <a:pt x="112" y="108"/>
                                    <a:pt x="112" y="108"/>
                                  </a:cubicBezTo>
                                  <a:cubicBezTo>
                                    <a:pt x="111" y="107"/>
                                    <a:pt x="111" y="107"/>
                                    <a:pt x="111" y="107"/>
                                  </a:cubicBezTo>
                                  <a:cubicBezTo>
                                    <a:pt x="112" y="106"/>
                                    <a:pt x="112" y="106"/>
                                    <a:pt x="112" y="106"/>
                                  </a:cubicBezTo>
                                  <a:cubicBezTo>
                                    <a:pt x="112" y="104"/>
                                    <a:pt x="112" y="104"/>
                                    <a:pt x="112" y="104"/>
                                  </a:cubicBezTo>
                                  <a:cubicBezTo>
                                    <a:pt x="112" y="104"/>
                                    <a:pt x="112" y="104"/>
                                    <a:pt x="112" y="104"/>
                                  </a:cubicBezTo>
                                  <a:cubicBezTo>
                                    <a:pt x="112" y="103"/>
                                    <a:pt x="112" y="103"/>
                                    <a:pt x="112" y="103"/>
                                  </a:cubicBezTo>
                                  <a:cubicBezTo>
                                    <a:pt x="110" y="100"/>
                                    <a:pt x="110" y="100"/>
                                    <a:pt x="110" y="100"/>
                                  </a:cubicBezTo>
                                  <a:cubicBezTo>
                                    <a:pt x="114" y="96"/>
                                    <a:pt x="114" y="96"/>
                                    <a:pt x="114" y="96"/>
                                  </a:cubicBezTo>
                                  <a:cubicBezTo>
                                    <a:pt x="114" y="95"/>
                                    <a:pt x="114" y="95"/>
                                    <a:pt x="114" y="95"/>
                                  </a:cubicBezTo>
                                  <a:cubicBezTo>
                                    <a:pt x="114" y="95"/>
                                    <a:pt x="114" y="95"/>
                                    <a:pt x="114" y="95"/>
                                  </a:cubicBezTo>
                                  <a:cubicBezTo>
                                    <a:pt x="114" y="94"/>
                                    <a:pt x="114" y="94"/>
                                    <a:pt x="114" y="94"/>
                                  </a:cubicBezTo>
                                  <a:cubicBezTo>
                                    <a:pt x="126" y="93"/>
                                    <a:pt x="126" y="93"/>
                                    <a:pt x="126" y="93"/>
                                  </a:cubicBezTo>
                                  <a:cubicBezTo>
                                    <a:pt x="123" y="85"/>
                                    <a:pt x="123" y="85"/>
                                    <a:pt x="123" y="85"/>
                                  </a:cubicBezTo>
                                  <a:cubicBezTo>
                                    <a:pt x="118" y="79"/>
                                    <a:pt x="118" y="79"/>
                                    <a:pt x="118" y="79"/>
                                  </a:cubicBezTo>
                                  <a:cubicBezTo>
                                    <a:pt x="118" y="77"/>
                                    <a:pt x="118" y="77"/>
                                    <a:pt x="118" y="77"/>
                                  </a:cubicBezTo>
                                  <a:cubicBezTo>
                                    <a:pt x="119" y="75"/>
                                    <a:pt x="119" y="75"/>
                                    <a:pt x="119" y="75"/>
                                  </a:cubicBezTo>
                                  <a:cubicBezTo>
                                    <a:pt x="117" y="71"/>
                                    <a:pt x="117" y="71"/>
                                    <a:pt x="117" y="71"/>
                                  </a:cubicBezTo>
                                  <a:cubicBezTo>
                                    <a:pt x="117" y="67"/>
                                    <a:pt x="117" y="67"/>
                                    <a:pt x="117" y="67"/>
                                  </a:cubicBezTo>
                                  <a:cubicBezTo>
                                    <a:pt x="116" y="63"/>
                                    <a:pt x="116" y="63"/>
                                    <a:pt x="116" y="63"/>
                                  </a:cubicBezTo>
                                  <a:cubicBezTo>
                                    <a:pt x="116" y="58"/>
                                    <a:pt x="116" y="58"/>
                                    <a:pt x="116" y="58"/>
                                  </a:cubicBezTo>
                                  <a:cubicBezTo>
                                    <a:pt x="114" y="55"/>
                                    <a:pt x="114" y="55"/>
                                    <a:pt x="114" y="55"/>
                                  </a:cubicBezTo>
                                  <a:cubicBezTo>
                                    <a:pt x="114" y="55"/>
                                    <a:pt x="114" y="55"/>
                                    <a:pt x="114" y="55"/>
                                  </a:cubicBezTo>
                                  <a:cubicBezTo>
                                    <a:pt x="113" y="53"/>
                                    <a:pt x="113" y="53"/>
                                    <a:pt x="113" y="53"/>
                                  </a:cubicBezTo>
                                  <a:cubicBezTo>
                                    <a:pt x="115" y="51"/>
                                    <a:pt x="115" y="51"/>
                                    <a:pt x="115" y="51"/>
                                  </a:cubicBezTo>
                                  <a:cubicBezTo>
                                    <a:pt x="115" y="49"/>
                                    <a:pt x="115" y="49"/>
                                    <a:pt x="115" y="49"/>
                                  </a:cubicBezTo>
                                  <a:cubicBezTo>
                                    <a:pt x="117" y="47"/>
                                    <a:pt x="117" y="47"/>
                                    <a:pt x="117" y="47"/>
                                  </a:cubicBezTo>
                                  <a:cubicBezTo>
                                    <a:pt x="119" y="46"/>
                                    <a:pt x="119" y="46"/>
                                    <a:pt x="119" y="46"/>
                                  </a:cubicBezTo>
                                  <a:cubicBezTo>
                                    <a:pt x="119" y="37"/>
                                    <a:pt x="119" y="37"/>
                                    <a:pt x="119" y="37"/>
                                  </a:cubicBezTo>
                                  <a:cubicBezTo>
                                    <a:pt x="121" y="31"/>
                                    <a:pt x="121" y="31"/>
                                    <a:pt x="121" y="31"/>
                                  </a:cubicBezTo>
                                  <a:cubicBezTo>
                                    <a:pt x="130" y="22"/>
                                    <a:pt x="130" y="22"/>
                                    <a:pt x="130" y="22"/>
                                  </a:cubicBezTo>
                                  <a:cubicBezTo>
                                    <a:pt x="128" y="20"/>
                                    <a:pt x="128" y="20"/>
                                    <a:pt x="128" y="20"/>
                                  </a:cubicBezTo>
                                  <a:cubicBezTo>
                                    <a:pt x="126" y="20"/>
                                    <a:pt x="126" y="20"/>
                                    <a:pt x="126" y="20"/>
                                  </a:cubicBezTo>
                                  <a:cubicBezTo>
                                    <a:pt x="127" y="18"/>
                                    <a:pt x="127" y="18"/>
                                    <a:pt x="127" y="18"/>
                                  </a:cubicBezTo>
                                  <a:cubicBezTo>
                                    <a:pt x="127" y="17"/>
                                    <a:pt x="127" y="17"/>
                                    <a:pt x="127" y="17"/>
                                  </a:cubicBezTo>
                                  <a:cubicBezTo>
                                    <a:pt x="126" y="16"/>
                                    <a:pt x="126" y="16"/>
                                    <a:pt x="126" y="16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3"/>
                                    <a:pt x="127" y="13"/>
                                    <a:pt x="127" y="13"/>
                                  </a:cubicBezTo>
                                  <a:cubicBezTo>
                                    <a:pt x="126" y="12"/>
                                    <a:pt x="126" y="12"/>
                                    <a:pt x="126" y="12"/>
                                  </a:cubicBezTo>
                                  <a:lnTo>
                                    <a:pt x="125" y="1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7" name="Freeform 920">
                              <a:extLst>
                                <a:ext uri="{FF2B5EF4-FFF2-40B4-BE49-F238E27FC236}">
                                  <a16:creationId xmlns:a16="http://schemas.microsoft.com/office/drawing/2014/main" id="{1A511577-70B1-D97C-1323-886DD49596E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596063" y="5221288"/>
                              <a:ext cx="57150" cy="41275"/>
                            </a:xfrm>
                            <a:custGeom>
                              <a:avLst/>
                              <a:gdLst>
                                <a:gd name="T0" fmla="*/ 1 w 14"/>
                                <a:gd name="T1" fmla="*/ 3 h 10"/>
                                <a:gd name="T2" fmla="*/ 1 w 14"/>
                                <a:gd name="T3" fmla="*/ 2 h 10"/>
                                <a:gd name="T4" fmla="*/ 1 w 14"/>
                                <a:gd name="T5" fmla="*/ 0 h 10"/>
                                <a:gd name="T6" fmla="*/ 2 w 14"/>
                                <a:gd name="T7" fmla="*/ 2 h 10"/>
                                <a:gd name="T8" fmla="*/ 2 w 14"/>
                                <a:gd name="T9" fmla="*/ 3 h 10"/>
                                <a:gd name="T10" fmla="*/ 1 w 14"/>
                                <a:gd name="T11" fmla="*/ 3 h 10"/>
                                <a:gd name="T12" fmla="*/ 9 w 14"/>
                                <a:gd name="T13" fmla="*/ 5 h 10"/>
                                <a:gd name="T14" fmla="*/ 9 w 14"/>
                                <a:gd name="T15" fmla="*/ 5 h 10"/>
                                <a:gd name="T16" fmla="*/ 9 w 14"/>
                                <a:gd name="T17" fmla="*/ 4 h 10"/>
                                <a:gd name="T18" fmla="*/ 8 w 14"/>
                                <a:gd name="T19" fmla="*/ 5 h 10"/>
                                <a:gd name="T20" fmla="*/ 9 w 14"/>
                                <a:gd name="T21" fmla="*/ 5 h 10"/>
                                <a:gd name="T22" fmla="*/ 14 w 14"/>
                                <a:gd name="T23" fmla="*/ 10 h 10"/>
                                <a:gd name="T24" fmla="*/ 14 w 14"/>
                                <a:gd name="T25" fmla="*/ 9 h 10"/>
                                <a:gd name="T26" fmla="*/ 14 w 14"/>
                                <a:gd name="T27" fmla="*/ 9 h 10"/>
                                <a:gd name="T28" fmla="*/ 14 w 14"/>
                                <a:gd name="T29" fmla="*/ 9 h 10"/>
                                <a:gd name="T30" fmla="*/ 14 w 14"/>
                                <a:gd name="T31" fmla="*/ 10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</a:cxnLst>
                              <a:rect l="0" t="0" r="r" b="b"/>
                              <a:pathLst>
                                <a:path w="14" h="10">
                                  <a:moveTo>
                                    <a:pt x="1" y="3"/>
                                  </a:moveTo>
                                  <a:cubicBezTo>
                                    <a:pt x="1" y="2"/>
                                    <a:pt x="0" y="2"/>
                                    <a:pt x="1" y="2"/>
                                  </a:cubicBezTo>
                                  <a:cubicBezTo>
                                    <a:pt x="1" y="1"/>
                                    <a:pt x="1" y="1"/>
                                    <a:pt x="1" y="0"/>
                                  </a:cubicBezTo>
                                  <a:cubicBezTo>
                                    <a:pt x="2" y="1"/>
                                    <a:pt x="1" y="1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1" y="3"/>
                                    <a:pt x="1" y="3"/>
                                  </a:cubicBezTo>
                                  <a:close/>
                                  <a:moveTo>
                                    <a:pt x="9" y="5"/>
                                  </a:move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4"/>
                                    <a:pt x="9" y="4"/>
                                  </a:cubicBezTo>
                                  <a:cubicBezTo>
                                    <a:pt x="8" y="4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9" y="5"/>
                                  </a:cubicBezTo>
                                  <a:close/>
                                  <a:moveTo>
                                    <a:pt x="14" y="10"/>
                                  </a:moveTo>
                                  <a:cubicBezTo>
                                    <a:pt x="14" y="10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10"/>
                                    <a:pt x="14" y="10"/>
                                    <a:pt x="14" y="1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8" name="Freeform 921">
                              <a:extLst>
                                <a:ext uri="{FF2B5EF4-FFF2-40B4-BE49-F238E27FC236}">
                                  <a16:creationId xmlns:a16="http://schemas.microsoft.com/office/drawing/2014/main" id="{A73478EC-FA5F-4B98-2D9F-1AB985F58F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54688" y="4208463"/>
                              <a:ext cx="295275" cy="471488"/>
                            </a:xfrm>
                            <a:custGeom>
                              <a:avLst/>
                              <a:gdLst>
                                <a:gd name="T0" fmla="*/ 62 w 71"/>
                                <a:gd name="T1" fmla="*/ 81 h 113"/>
                                <a:gd name="T2" fmla="*/ 60 w 71"/>
                                <a:gd name="T3" fmla="*/ 79 h 113"/>
                                <a:gd name="T4" fmla="*/ 59 w 71"/>
                                <a:gd name="T5" fmla="*/ 76 h 113"/>
                                <a:gd name="T6" fmla="*/ 56 w 71"/>
                                <a:gd name="T7" fmla="*/ 76 h 113"/>
                                <a:gd name="T8" fmla="*/ 58 w 71"/>
                                <a:gd name="T9" fmla="*/ 69 h 113"/>
                                <a:gd name="T10" fmla="*/ 61 w 71"/>
                                <a:gd name="T11" fmla="*/ 66 h 113"/>
                                <a:gd name="T12" fmla="*/ 61 w 71"/>
                                <a:gd name="T13" fmla="*/ 63 h 113"/>
                                <a:gd name="T14" fmla="*/ 63 w 71"/>
                                <a:gd name="T15" fmla="*/ 61 h 113"/>
                                <a:gd name="T16" fmla="*/ 65 w 71"/>
                                <a:gd name="T17" fmla="*/ 58 h 113"/>
                                <a:gd name="T18" fmla="*/ 64 w 71"/>
                                <a:gd name="T19" fmla="*/ 57 h 113"/>
                                <a:gd name="T20" fmla="*/ 71 w 71"/>
                                <a:gd name="T21" fmla="*/ 56 h 113"/>
                                <a:gd name="T22" fmla="*/ 45 w 71"/>
                                <a:gd name="T23" fmla="*/ 14 h 113"/>
                                <a:gd name="T24" fmla="*/ 10 w 71"/>
                                <a:gd name="T25" fmla="*/ 3 h 113"/>
                                <a:gd name="T26" fmla="*/ 12 w 71"/>
                                <a:gd name="T27" fmla="*/ 14 h 113"/>
                                <a:gd name="T28" fmla="*/ 13 w 71"/>
                                <a:gd name="T29" fmla="*/ 19 h 113"/>
                                <a:gd name="T30" fmla="*/ 17 w 71"/>
                                <a:gd name="T31" fmla="*/ 22 h 113"/>
                                <a:gd name="T32" fmla="*/ 14 w 71"/>
                                <a:gd name="T33" fmla="*/ 33 h 113"/>
                                <a:gd name="T34" fmla="*/ 6 w 71"/>
                                <a:gd name="T35" fmla="*/ 56 h 113"/>
                                <a:gd name="T36" fmla="*/ 0 w 71"/>
                                <a:gd name="T37" fmla="*/ 64 h 113"/>
                                <a:gd name="T38" fmla="*/ 4 w 71"/>
                                <a:gd name="T39" fmla="*/ 74 h 113"/>
                                <a:gd name="T40" fmla="*/ 7 w 71"/>
                                <a:gd name="T41" fmla="*/ 76 h 113"/>
                                <a:gd name="T42" fmla="*/ 10 w 71"/>
                                <a:gd name="T43" fmla="*/ 80 h 113"/>
                                <a:gd name="T44" fmla="*/ 11 w 71"/>
                                <a:gd name="T45" fmla="*/ 92 h 113"/>
                                <a:gd name="T46" fmla="*/ 5 w 71"/>
                                <a:gd name="T47" fmla="*/ 95 h 113"/>
                                <a:gd name="T48" fmla="*/ 7 w 71"/>
                                <a:gd name="T49" fmla="*/ 102 h 113"/>
                                <a:gd name="T50" fmla="*/ 14 w 71"/>
                                <a:gd name="T51" fmla="*/ 111 h 113"/>
                                <a:gd name="T52" fmla="*/ 17 w 71"/>
                                <a:gd name="T53" fmla="*/ 113 h 113"/>
                                <a:gd name="T54" fmla="*/ 23 w 71"/>
                                <a:gd name="T55" fmla="*/ 113 h 113"/>
                                <a:gd name="T56" fmla="*/ 35 w 71"/>
                                <a:gd name="T57" fmla="*/ 109 h 113"/>
                                <a:gd name="T58" fmla="*/ 38 w 71"/>
                                <a:gd name="T59" fmla="*/ 104 h 113"/>
                                <a:gd name="T60" fmla="*/ 38 w 71"/>
                                <a:gd name="T61" fmla="*/ 102 h 113"/>
                                <a:gd name="T62" fmla="*/ 48 w 71"/>
                                <a:gd name="T63" fmla="*/ 100 h 113"/>
                                <a:gd name="T64" fmla="*/ 53 w 71"/>
                                <a:gd name="T65" fmla="*/ 95 h 113"/>
                                <a:gd name="T66" fmla="*/ 56 w 71"/>
                                <a:gd name="T67" fmla="*/ 92 h 113"/>
                                <a:gd name="T68" fmla="*/ 60 w 71"/>
                                <a:gd name="T69" fmla="*/ 89 h 113"/>
                                <a:gd name="T70" fmla="*/ 64 w 71"/>
                                <a:gd name="T71" fmla="*/ 89 h 113"/>
                                <a:gd name="T72" fmla="*/ 62 w 71"/>
                                <a:gd name="T73" fmla="*/ 84 h 1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71" h="113">
                                  <a:moveTo>
                                    <a:pt x="62" y="84"/>
                                  </a:move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1" y="81"/>
                                    <a:pt x="61" y="81"/>
                                    <a:pt x="61" y="81"/>
                                  </a:cubicBezTo>
                                  <a:cubicBezTo>
                                    <a:pt x="60" y="79"/>
                                    <a:pt x="60" y="79"/>
                                    <a:pt x="60" y="79"/>
                                  </a:cubicBezTo>
                                  <a:cubicBezTo>
                                    <a:pt x="61" y="77"/>
                                    <a:pt x="61" y="77"/>
                                    <a:pt x="61" y="77"/>
                                  </a:cubicBezTo>
                                  <a:cubicBezTo>
                                    <a:pt x="59" y="76"/>
                                    <a:pt x="59" y="76"/>
                                    <a:pt x="59" y="76"/>
                                  </a:cubicBezTo>
                                  <a:cubicBezTo>
                                    <a:pt x="57" y="77"/>
                                    <a:pt x="57" y="77"/>
                                    <a:pt x="57" y="77"/>
                                  </a:cubicBezTo>
                                  <a:cubicBezTo>
                                    <a:pt x="56" y="76"/>
                                    <a:pt x="56" y="76"/>
                                    <a:pt x="56" y="76"/>
                                  </a:cubicBezTo>
                                  <a:cubicBezTo>
                                    <a:pt x="60" y="72"/>
                                    <a:pt x="60" y="72"/>
                                    <a:pt x="60" y="72"/>
                                  </a:cubicBezTo>
                                  <a:cubicBezTo>
                                    <a:pt x="58" y="69"/>
                                    <a:pt x="58" y="69"/>
                                    <a:pt x="58" y="69"/>
                                  </a:cubicBezTo>
                                  <a:cubicBezTo>
                                    <a:pt x="61" y="67"/>
                                    <a:pt x="61" y="67"/>
                                    <a:pt x="61" y="67"/>
                                  </a:cubicBezTo>
                                  <a:cubicBezTo>
                                    <a:pt x="61" y="67"/>
                                    <a:pt x="61" y="66"/>
                                    <a:pt x="61" y="66"/>
                                  </a:cubicBezTo>
                                  <a:cubicBezTo>
                                    <a:pt x="61" y="65"/>
                                    <a:pt x="60" y="64"/>
                                    <a:pt x="60" y="64"/>
                                  </a:cubicBezTo>
                                  <a:cubicBezTo>
                                    <a:pt x="61" y="63"/>
                                    <a:pt x="61" y="63"/>
                                    <a:pt x="61" y="63"/>
                                  </a:cubicBezTo>
                                  <a:cubicBezTo>
                                    <a:pt x="63" y="63"/>
                                    <a:pt x="63" y="63"/>
                                    <a:pt x="63" y="63"/>
                                  </a:cubicBezTo>
                                  <a:cubicBezTo>
                                    <a:pt x="63" y="61"/>
                                    <a:pt x="63" y="61"/>
                                    <a:pt x="63" y="61"/>
                                  </a:cubicBezTo>
                                  <a:cubicBezTo>
                                    <a:pt x="65" y="59"/>
                                    <a:pt x="65" y="59"/>
                                    <a:pt x="65" y="59"/>
                                  </a:cubicBezTo>
                                  <a:cubicBezTo>
                                    <a:pt x="65" y="58"/>
                                    <a:pt x="65" y="58"/>
                                    <a:pt x="65" y="58"/>
                                  </a:cubicBezTo>
                                  <a:cubicBezTo>
                                    <a:pt x="65" y="58"/>
                                    <a:pt x="64" y="58"/>
                                    <a:pt x="64" y="58"/>
                                  </a:cubicBezTo>
                                  <a:cubicBezTo>
                                    <a:pt x="64" y="58"/>
                                    <a:pt x="64" y="57"/>
                                    <a:pt x="64" y="57"/>
                                  </a:cubicBezTo>
                                  <a:cubicBezTo>
                                    <a:pt x="64" y="57"/>
                                    <a:pt x="66" y="56"/>
                                    <a:pt x="66" y="56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45" y="14"/>
                                    <a:pt x="45" y="14"/>
                                    <a:pt x="45" y="14"/>
                                  </a:cubicBezTo>
                                  <a:cubicBezTo>
                                    <a:pt x="17" y="0"/>
                                    <a:pt x="17" y="0"/>
                                    <a:pt x="17" y="0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3" y="19"/>
                                    <a:pt x="13" y="19"/>
                                    <a:pt x="13" y="19"/>
                                  </a:cubicBezTo>
                                  <a:cubicBezTo>
                                    <a:pt x="13" y="19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7" y="22"/>
                                    <a:pt x="17" y="22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4" y="33"/>
                                    <a:pt x="14" y="33"/>
                                    <a:pt x="14" y="33"/>
                                  </a:cubicBezTo>
                                  <a:cubicBezTo>
                                    <a:pt x="14" y="48"/>
                                    <a:pt x="14" y="48"/>
                                    <a:pt x="14" y="48"/>
                                  </a:cubicBezTo>
                                  <a:cubicBezTo>
                                    <a:pt x="6" y="56"/>
                                    <a:pt x="6" y="56"/>
                                    <a:pt x="6" y="56"/>
                                  </a:cubicBezTo>
                                  <a:cubicBezTo>
                                    <a:pt x="1" y="64"/>
                                    <a:pt x="1" y="64"/>
                                    <a:pt x="1" y="64"/>
                                  </a:cubicBezTo>
                                  <a:cubicBezTo>
                                    <a:pt x="0" y="64"/>
                                    <a:pt x="0" y="64"/>
                                    <a:pt x="0" y="64"/>
                                  </a:cubicBezTo>
                                  <a:cubicBezTo>
                                    <a:pt x="1" y="70"/>
                                    <a:pt x="1" y="70"/>
                                    <a:pt x="1" y="70"/>
                                  </a:cubicBezTo>
                                  <a:cubicBezTo>
                                    <a:pt x="4" y="74"/>
                                    <a:pt x="4" y="74"/>
                                    <a:pt x="4" y="74"/>
                                  </a:cubicBezTo>
                                  <a:cubicBezTo>
                                    <a:pt x="7" y="74"/>
                                    <a:pt x="7" y="74"/>
                                    <a:pt x="7" y="74"/>
                                  </a:cubicBezTo>
                                  <a:cubicBezTo>
                                    <a:pt x="7" y="76"/>
                                    <a:pt x="7" y="76"/>
                                    <a:pt x="7" y="76"/>
                                  </a:cubicBezTo>
                                  <a:cubicBezTo>
                                    <a:pt x="9" y="77"/>
                                    <a:pt x="9" y="77"/>
                                    <a:pt x="9" y="77"/>
                                  </a:cubicBezTo>
                                  <a:cubicBezTo>
                                    <a:pt x="10" y="80"/>
                                    <a:pt x="10" y="80"/>
                                    <a:pt x="10" y="80"/>
                                  </a:cubicBezTo>
                                  <a:cubicBezTo>
                                    <a:pt x="10" y="81"/>
                                    <a:pt x="10" y="81"/>
                                    <a:pt x="10" y="81"/>
                                  </a:cubicBezTo>
                                  <a:cubicBezTo>
                                    <a:pt x="11" y="92"/>
                                    <a:pt x="11" y="92"/>
                                    <a:pt x="11" y="92"/>
                                  </a:cubicBezTo>
                                  <a:cubicBezTo>
                                    <a:pt x="15" y="95"/>
                                    <a:pt x="15" y="95"/>
                                    <a:pt x="15" y="95"/>
                                  </a:cubicBezTo>
                                  <a:cubicBezTo>
                                    <a:pt x="5" y="95"/>
                                    <a:pt x="5" y="95"/>
                                    <a:pt x="5" y="95"/>
                                  </a:cubicBezTo>
                                  <a:cubicBezTo>
                                    <a:pt x="3" y="98"/>
                                    <a:pt x="3" y="98"/>
                                    <a:pt x="3" y="98"/>
                                  </a:cubicBezTo>
                                  <a:cubicBezTo>
                                    <a:pt x="7" y="102"/>
                                    <a:pt x="7" y="102"/>
                                    <a:pt x="7" y="102"/>
                                  </a:cubicBezTo>
                                  <a:cubicBezTo>
                                    <a:pt x="11" y="104"/>
                                    <a:pt x="11" y="104"/>
                                    <a:pt x="11" y="104"/>
                                  </a:cubicBezTo>
                                  <a:cubicBezTo>
                                    <a:pt x="14" y="111"/>
                                    <a:pt x="14" y="111"/>
                                    <a:pt x="14" y="111"/>
                                  </a:cubicBezTo>
                                  <a:cubicBezTo>
                                    <a:pt x="14" y="112"/>
                                    <a:pt x="14" y="112"/>
                                    <a:pt x="14" y="112"/>
                                  </a:cubicBezTo>
                                  <a:cubicBezTo>
                                    <a:pt x="17" y="113"/>
                                    <a:pt x="17" y="113"/>
                                    <a:pt x="17" y="113"/>
                                  </a:cubicBezTo>
                                  <a:cubicBezTo>
                                    <a:pt x="21" y="110"/>
                                    <a:pt x="21" y="110"/>
                                    <a:pt x="21" y="110"/>
                                  </a:cubicBezTo>
                                  <a:cubicBezTo>
                                    <a:pt x="23" y="113"/>
                                    <a:pt x="23" y="113"/>
                                    <a:pt x="23" y="113"/>
                                  </a:cubicBezTo>
                                  <a:cubicBezTo>
                                    <a:pt x="28" y="109"/>
                                    <a:pt x="28" y="109"/>
                                    <a:pt x="28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8" y="105"/>
                                    <a:pt x="38" y="105"/>
                                    <a:pt x="38" y="105"/>
                                  </a:cubicBezTo>
                                  <a:cubicBezTo>
                                    <a:pt x="38" y="104"/>
                                    <a:pt x="38" y="104"/>
                                    <a:pt x="38" y="104"/>
                                  </a:cubicBezTo>
                                  <a:cubicBezTo>
                                    <a:pt x="36" y="103"/>
                                    <a:pt x="36" y="103"/>
                                    <a:pt x="36" y="103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47" y="101"/>
                                    <a:pt x="47" y="101"/>
                                    <a:pt x="47" y="101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53" y="95"/>
                                    <a:pt x="53" y="95"/>
                                    <a:pt x="53" y="95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6" y="94"/>
                                    <a:pt x="56" y="93"/>
                                    <a:pt x="56" y="92"/>
                                  </a:cubicBezTo>
                                  <a:cubicBezTo>
                                    <a:pt x="56" y="92"/>
                                    <a:pt x="56" y="90"/>
                                    <a:pt x="56" y="90"/>
                                  </a:cubicBezTo>
                                  <a:cubicBezTo>
                                    <a:pt x="60" y="89"/>
                                    <a:pt x="60" y="89"/>
                                    <a:pt x="60" y="89"/>
                                  </a:cubicBezTo>
                                  <a:cubicBezTo>
                                    <a:pt x="61" y="88"/>
                                    <a:pt x="61" y="88"/>
                                    <a:pt x="61" y="88"/>
                                  </a:cubicBezTo>
                                  <a:cubicBezTo>
                                    <a:pt x="64" y="89"/>
                                    <a:pt x="64" y="89"/>
                                    <a:pt x="64" y="89"/>
                                  </a:cubicBezTo>
                                  <a:cubicBezTo>
                                    <a:pt x="64" y="86"/>
                                    <a:pt x="64" y="86"/>
                                    <a:pt x="64" y="86"/>
                                  </a:cubicBezTo>
                                  <a:lnTo>
                                    <a:pt x="62" y="8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9" name="Freeform 922">
                              <a:extLst>
                                <a:ext uri="{FF2B5EF4-FFF2-40B4-BE49-F238E27FC236}">
                                  <a16:creationId xmlns:a16="http://schemas.microsoft.com/office/drawing/2014/main" id="{81B06EE5-F83F-D980-BF98-B94DE4F743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0088" y="4575175"/>
                              <a:ext cx="369887" cy="250825"/>
                            </a:xfrm>
                            <a:custGeom>
                              <a:avLst/>
                              <a:gdLst>
                                <a:gd name="T0" fmla="*/ 83 w 89"/>
                                <a:gd name="T1" fmla="*/ 33 h 60"/>
                                <a:gd name="T2" fmla="*/ 82 w 89"/>
                                <a:gd name="T3" fmla="*/ 30 h 60"/>
                                <a:gd name="T4" fmla="*/ 79 w 89"/>
                                <a:gd name="T5" fmla="*/ 28 h 60"/>
                                <a:gd name="T6" fmla="*/ 74 w 89"/>
                                <a:gd name="T7" fmla="*/ 22 h 60"/>
                                <a:gd name="T8" fmla="*/ 67 w 89"/>
                                <a:gd name="T9" fmla="*/ 20 h 60"/>
                                <a:gd name="T10" fmla="*/ 67 w 89"/>
                                <a:gd name="T11" fmla="*/ 17 h 60"/>
                                <a:gd name="T12" fmla="*/ 62 w 89"/>
                                <a:gd name="T13" fmla="*/ 16 h 60"/>
                                <a:gd name="T14" fmla="*/ 61 w 89"/>
                                <a:gd name="T15" fmla="*/ 14 h 60"/>
                                <a:gd name="T16" fmla="*/ 63 w 89"/>
                                <a:gd name="T17" fmla="*/ 9 h 60"/>
                                <a:gd name="T18" fmla="*/ 58 w 89"/>
                                <a:gd name="T19" fmla="*/ 1 h 60"/>
                                <a:gd name="T20" fmla="*/ 54 w 89"/>
                                <a:gd name="T21" fmla="*/ 1 h 60"/>
                                <a:gd name="T22" fmla="*/ 50 w 89"/>
                                <a:gd name="T23" fmla="*/ 4 h 60"/>
                                <a:gd name="T24" fmla="*/ 47 w 89"/>
                                <a:gd name="T25" fmla="*/ 7 h 60"/>
                                <a:gd name="T26" fmla="*/ 42 w 89"/>
                                <a:gd name="T27" fmla="*/ 12 h 60"/>
                                <a:gd name="T28" fmla="*/ 32 w 89"/>
                                <a:gd name="T29" fmla="*/ 14 h 60"/>
                                <a:gd name="T30" fmla="*/ 32 w 89"/>
                                <a:gd name="T31" fmla="*/ 16 h 60"/>
                                <a:gd name="T32" fmla="*/ 29 w 89"/>
                                <a:gd name="T33" fmla="*/ 21 h 60"/>
                                <a:gd name="T34" fmla="*/ 17 w 89"/>
                                <a:gd name="T35" fmla="*/ 25 h 60"/>
                                <a:gd name="T36" fmla="*/ 11 w 89"/>
                                <a:gd name="T37" fmla="*/ 25 h 60"/>
                                <a:gd name="T38" fmla="*/ 6 w 89"/>
                                <a:gd name="T39" fmla="*/ 26 h 60"/>
                                <a:gd name="T40" fmla="*/ 3 w 89"/>
                                <a:gd name="T41" fmla="*/ 33 h 60"/>
                                <a:gd name="T42" fmla="*/ 2 w 89"/>
                                <a:gd name="T43" fmla="*/ 36 h 60"/>
                                <a:gd name="T44" fmla="*/ 2 w 89"/>
                                <a:gd name="T45" fmla="*/ 41 h 60"/>
                                <a:gd name="T46" fmla="*/ 5 w 89"/>
                                <a:gd name="T47" fmla="*/ 47 h 60"/>
                                <a:gd name="T48" fmla="*/ 11 w 89"/>
                                <a:gd name="T49" fmla="*/ 55 h 60"/>
                                <a:gd name="T50" fmla="*/ 15 w 89"/>
                                <a:gd name="T51" fmla="*/ 56 h 60"/>
                                <a:gd name="T52" fmla="*/ 21 w 89"/>
                                <a:gd name="T53" fmla="*/ 51 h 60"/>
                                <a:gd name="T54" fmla="*/ 27 w 89"/>
                                <a:gd name="T55" fmla="*/ 51 h 60"/>
                                <a:gd name="T56" fmla="*/ 28 w 89"/>
                                <a:gd name="T57" fmla="*/ 46 h 60"/>
                                <a:gd name="T58" fmla="*/ 32 w 89"/>
                                <a:gd name="T59" fmla="*/ 42 h 60"/>
                                <a:gd name="T60" fmla="*/ 39 w 89"/>
                                <a:gd name="T61" fmla="*/ 42 h 60"/>
                                <a:gd name="T62" fmla="*/ 47 w 89"/>
                                <a:gd name="T63" fmla="*/ 47 h 60"/>
                                <a:gd name="T64" fmla="*/ 58 w 89"/>
                                <a:gd name="T65" fmla="*/ 43 h 60"/>
                                <a:gd name="T66" fmla="*/ 67 w 89"/>
                                <a:gd name="T67" fmla="*/ 42 h 60"/>
                                <a:gd name="T68" fmla="*/ 70 w 89"/>
                                <a:gd name="T69" fmla="*/ 43 h 60"/>
                                <a:gd name="T70" fmla="*/ 74 w 89"/>
                                <a:gd name="T71" fmla="*/ 41 h 60"/>
                                <a:gd name="T72" fmla="*/ 76 w 89"/>
                                <a:gd name="T73" fmla="*/ 39 h 60"/>
                                <a:gd name="T74" fmla="*/ 80 w 89"/>
                                <a:gd name="T75" fmla="*/ 40 h 60"/>
                                <a:gd name="T76" fmla="*/ 85 w 89"/>
                                <a:gd name="T77" fmla="*/ 42 h 60"/>
                                <a:gd name="T78" fmla="*/ 88 w 89"/>
                                <a:gd name="T79" fmla="*/ 41 h 60"/>
                                <a:gd name="T80" fmla="*/ 87 w 89"/>
                                <a:gd name="T81" fmla="*/ 37 h 6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89" h="60">
                                  <a:moveTo>
                                    <a:pt x="82" y="34"/>
                                  </a:moveTo>
                                  <a:cubicBezTo>
                                    <a:pt x="83" y="33"/>
                                    <a:pt x="83" y="33"/>
                                    <a:pt x="83" y="33"/>
                                  </a:cubicBezTo>
                                  <a:cubicBezTo>
                                    <a:pt x="81" y="32"/>
                                    <a:pt x="81" y="32"/>
                                    <a:pt x="81" y="32"/>
                                  </a:cubicBezTo>
                                  <a:cubicBezTo>
                                    <a:pt x="82" y="30"/>
                                    <a:pt x="82" y="30"/>
                                    <a:pt x="82" y="30"/>
                                  </a:cubicBezTo>
                                  <a:cubicBezTo>
                                    <a:pt x="80" y="30"/>
                                    <a:pt x="80" y="30"/>
                                    <a:pt x="80" y="30"/>
                                  </a:cubicBezTo>
                                  <a:cubicBezTo>
                                    <a:pt x="79" y="28"/>
                                    <a:pt x="79" y="28"/>
                                    <a:pt x="79" y="28"/>
                                  </a:cubicBezTo>
                                  <a:cubicBezTo>
                                    <a:pt x="74" y="25"/>
                                    <a:pt x="74" y="25"/>
                                    <a:pt x="74" y="25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1" y="20"/>
                                    <a:pt x="71" y="20"/>
                                    <a:pt x="71" y="20"/>
                                  </a:cubicBezTo>
                                  <a:cubicBezTo>
                                    <a:pt x="67" y="20"/>
                                    <a:pt x="67" y="20"/>
                                    <a:pt x="67" y="20"/>
                                  </a:cubicBezTo>
                                  <a:cubicBezTo>
                                    <a:pt x="66" y="19"/>
                                    <a:pt x="66" y="19"/>
                                    <a:pt x="66" y="19"/>
                                  </a:cubicBezTo>
                                  <a:cubicBezTo>
                                    <a:pt x="67" y="17"/>
                                    <a:pt x="67" y="17"/>
                                    <a:pt x="67" y="17"/>
                                  </a:cubicBezTo>
                                  <a:cubicBezTo>
                                    <a:pt x="67" y="16"/>
                                    <a:pt x="67" y="16"/>
                                    <a:pt x="67" y="16"/>
                                  </a:cubicBezTo>
                                  <a:cubicBezTo>
                                    <a:pt x="62" y="16"/>
                                    <a:pt x="62" y="16"/>
                                    <a:pt x="62" y="16"/>
                                  </a:cubicBezTo>
                                  <a:cubicBezTo>
                                    <a:pt x="63" y="14"/>
                                    <a:pt x="63" y="14"/>
                                    <a:pt x="63" y="14"/>
                                  </a:cubicBezTo>
                                  <a:cubicBezTo>
                                    <a:pt x="61" y="14"/>
                                    <a:pt x="61" y="14"/>
                                    <a:pt x="61" y="14"/>
                                  </a:cubicBezTo>
                                  <a:cubicBezTo>
                                    <a:pt x="63" y="12"/>
                                    <a:pt x="63" y="12"/>
                                    <a:pt x="63" y="12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2" y="7"/>
                                    <a:pt x="62" y="7"/>
                                    <a:pt x="62" y="7"/>
                                  </a:cubicBezTo>
                                  <a:cubicBezTo>
                                    <a:pt x="58" y="1"/>
                                    <a:pt x="58" y="1"/>
                                    <a:pt x="58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0" y="2"/>
                                    <a:pt x="50" y="2"/>
                                    <a:pt x="50" y="2"/>
                                  </a:cubicBezTo>
                                  <a:cubicBezTo>
                                    <a:pt x="50" y="2"/>
                                    <a:pt x="50" y="4"/>
                                    <a:pt x="50" y="4"/>
                                  </a:cubicBezTo>
                                  <a:cubicBezTo>
                                    <a:pt x="50" y="5"/>
                                    <a:pt x="50" y="6"/>
                                    <a:pt x="50" y="6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2" y="12"/>
                                    <a:pt x="42" y="12"/>
                                    <a:pt x="42" y="12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32" y="14"/>
                                    <a:pt x="32" y="14"/>
                                    <a:pt x="32" y="14"/>
                                  </a:cubicBezTo>
                                  <a:cubicBezTo>
                                    <a:pt x="30" y="15"/>
                                    <a:pt x="30" y="15"/>
                                    <a:pt x="30" y="15"/>
                                  </a:cubicBezTo>
                                  <a:cubicBezTo>
                                    <a:pt x="32" y="16"/>
                                    <a:pt x="32" y="16"/>
                                    <a:pt x="32" y="16"/>
                                  </a:cubicBezTo>
                                  <a:cubicBezTo>
                                    <a:pt x="32" y="17"/>
                                    <a:pt x="32" y="17"/>
                                    <a:pt x="32" y="17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17" y="25"/>
                                    <a:pt x="17" y="25"/>
                                    <a:pt x="17" y="25"/>
                                  </a:cubicBezTo>
                                  <a:cubicBezTo>
                                    <a:pt x="15" y="22"/>
                                    <a:pt x="15" y="22"/>
                                    <a:pt x="15" y="22"/>
                                  </a:cubicBezTo>
                                  <a:cubicBezTo>
                                    <a:pt x="11" y="25"/>
                                    <a:pt x="11" y="25"/>
                                    <a:pt x="11" y="25"/>
                                  </a:cubicBezTo>
                                  <a:cubicBezTo>
                                    <a:pt x="8" y="24"/>
                                    <a:pt x="8" y="24"/>
                                    <a:pt x="8" y="24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1" y="40"/>
                                    <a:pt x="1" y="40"/>
                                    <a:pt x="1" y="40"/>
                                  </a:cubicBezTo>
                                  <a:cubicBezTo>
                                    <a:pt x="2" y="41"/>
                                    <a:pt x="2" y="41"/>
                                    <a:pt x="2" y="41"/>
                                  </a:cubicBezTo>
                                  <a:cubicBezTo>
                                    <a:pt x="2" y="44"/>
                                    <a:pt x="2" y="44"/>
                                    <a:pt x="2" y="44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6" y="51"/>
                                    <a:pt x="6" y="51"/>
                                    <a:pt x="6" y="51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3" y="60"/>
                                    <a:pt x="13" y="60"/>
                                    <a:pt x="13" y="60"/>
                                  </a:cubicBezTo>
                                  <a:cubicBezTo>
                                    <a:pt x="15" y="56"/>
                                    <a:pt x="15" y="56"/>
                                    <a:pt x="15" y="56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6" y="52"/>
                                    <a:pt x="26" y="52"/>
                                    <a:pt x="26" y="52"/>
                                  </a:cubicBezTo>
                                  <a:cubicBezTo>
                                    <a:pt x="27" y="51"/>
                                    <a:pt x="27" y="51"/>
                                    <a:pt x="27" y="51"/>
                                  </a:cubicBezTo>
                                  <a:cubicBezTo>
                                    <a:pt x="29" y="51"/>
                                    <a:pt x="29" y="51"/>
                                    <a:pt x="29" y="51"/>
                                  </a:cubicBezTo>
                                  <a:cubicBezTo>
                                    <a:pt x="28" y="46"/>
                                    <a:pt x="28" y="46"/>
                                    <a:pt x="28" y="46"/>
                                  </a:cubicBezTo>
                                  <a:cubicBezTo>
                                    <a:pt x="30" y="45"/>
                                    <a:pt x="30" y="45"/>
                                    <a:pt x="30" y="45"/>
                                  </a:cubicBezTo>
                                  <a:cubicBezTo>
                                    <a:pt x="32" y="42"/>
                                    <a:pt x="32" y="42"/>
                                    <a:pt x="32" y="42"/>
                                  </a:cubicBezTo>
                                  <a:cubicBezTo>
                                    <a:pt x="35" y="41"/>
                                    <a:pt x="35" y="41"/>
                                    <a:pt x="35" y="41"/>
                                  </a:cubicBezTo>
                                  <a:cubicBezTo>
                                    <a:pt x="39" y="42"/>
                                    <a:pt x="39" y="42"/>
                                    <a:pt x="39" y="42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55" y="47"/>
                                    <a:pt x="55" y="47"/>
                                    <a:pt x="55" y="47"/>
                                  </a:cubicBezTo>
                                  <a:cubicBezTo>
                                    <a:pt x="58" y="43"/>
                                    <a:pt x="58" y="43"/>
                                    <a:pt x="58" y="43"/>
                                  </a:cubicBezTo>
                                  <a:cubicBezTo>
                                    <a:pt x="61" y="45"/>
                                    <a:pt x="61" y="45"/>
                                    <a:pt x="61" y="45"/>
                                  </a:cubicBezTo>
                                  <a:cubicBezTo>
                                    <a:pt x="67" y="42"/>
                                    <a:pt x="67" y="42"/>
                                    <a:pt x="67" y="42"/>
                                  </a:cubicBezTo>
                                  <a:cubicBezTo>
                                    <a:pt x="68" y="41"/>
                                    <a:pt x="68" y="41"/>
                                    <a:pt x="68" y="41"/>
                                  </a:cubicBezTo>
                                  <a:cubicBezTo>
                                    <a:pt x="70" y="43"/>
                                    <a:pt x="70" y="43"/>
                                    <a:pt x="70" y="43"/>
                                  </a:cubicBezTo>
                                  <a:cubicBezTo>
                                    <a:pt x="73" y="42"/>
                                    <a:pt x="73" y="42"/>
                                    <a:pt x="73" y="42"/>
                                  </a:cubicBezTo>
                                  <a:cubicBezTo>
                                    <a:pt x="74" y="41"/>
                                    <a:pt x="74" y="41"/>
                                    <a:pt x="74" y="41"/>
                                  </a:cubicBezTo>
                                  <a:cubicBezTo>
                                    <a:pt x="74" y="39"/>
                                    <a:pt x="74" y="39"/>
                                    <a:pt x="74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8" y="40"/>
                                    <a:pt x="78" y="40"/>
                                    <a:pt x="78" y="40"/>
                                  </a:cubicBezTo>
                                  <a:cubicBezTo>
                                    <a:pt x="80" y="40"/>
                                    <a:pt x="80" y="40"/>
                                    <a:pt x="80" y="40"/>
                                  </a:cubicBezTo>
                                  <a:cubicBezTo>
                                    <a:pt x="82" y="42"/>
                                    <a:pt x="82" y="42"/>
                                    <a:pt x="82" y="42"/>
                                  </a:cubicBezTo>
                                  <a:cubicBezTo>
                                    <a:pt x="85" y="42"/>
                                    <a:pt x="85" y="42"/>
                                    <a:pt x="85" y="42"/>
                                  </a:cubicBezTo>
                                  <a:cubicBezTo>
                                    <a:pt x="85" y="42"/>
                                    <a:pt x="86" y="40"/>
                                    <a:pt x="86" y="40"/>
                                  </a:cubicBezTo>
                                  <a:cubicBezTo>
                                    <a:pt x="87" y="40"/>
                                    <a:pt x="88" y="41"/>
                                    <a:pt x="88" y="41"/>
                                  </a:cubicBezTo>
                                  <a:cubicBezTo>
                                    <a:pt x="89" y="42"/>
                                    <a:pt x="89" y="42"/>
                                    <a:pt x="89" y="42"/>
                                  </a:cubicBezTo>
                                  <a:cubicBezTo>
                                    <a:pt x="87" y="37"/>
                                    <a:pt x="87" y="37"/>
                                    <a:pt x="87" y="37"/>
                                  </a:cubicBezTo>
                                  <a:lnTo>
                                    <a:pt x="82" y="3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0" name="Freeform 923">
                              <a:extLst>
                                <a:ext uri="{FF2B5EF4-FFF2-40B4-BE49-F238E27FC236}">
                                  <a16:creationId xmlns:a16="http://schemas.microsoft.com/office/drawing/2014/main" id="{DFEE7B6C-110D-B6F6-19E5-1A0C0B8E1BE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659313" y="4400550"/>
                              <a:ext cx="76200" cy="71438"/>
                            </a:xfrm>
                            <a:custGeom>
                              <a:avLst/>
                              <a:gdLst>
                                <a:gd name="T0" fmla="*/ 12 w 18"/>
                                <a:gd name="T1" fmla="*/ 15 h 17"/>
                                <a:gd name="T2" fmla="*/ 12 w 18"/>
                                <a:gd name="T3" fmla="*/ 16 h 17"/>
                                <a:gd name="T4" fmla="*/ 11 w 18"/>
                                <a:gd name="T5" fmla="*/ 15 h 17"/>
                                <a:gd name="T6" fmla="*/ 11 w 18"/>
                                <a:gd name="T7" fmla="*/ 14 h 17"/>
                                <a:gd name="T8" fmla="*/ 12 w 18"/>
                                <a:gd name="T9" fmla="*/ 15 h 17"/>
                                <a:gd name="T10" fmla="*/ 2 w 18"/>
                                <a:gd name="T11" fmla="*/ 0 h 17"/>
                                <a:gd name="T12" fmla="*/ 0 w 18"/>
                                <a:gd name="T13" fmla="*/ 1 h 17"/>
                                <a:gd name="T14" fmla="*/ 1 w 18"/>
                                <a:gd name="T15" fmla="*/ 2 h 17"/>
                                <a:gd name="T16" fmla="*/ 2 w 18"/>
                                <a:gd name="T17" fmla="*/ 1 h 17"/>
                                <a:gd name="T18" fmla="*/ 2 w 18"/>
                                <a:gd name="T19" fmla="*/ 0 h 17"/>
                                <a:gd name="T20" fmla="*/ 17 w 18"/>
                                <a:gd name="T21" fmla="*/ 7 h 17"/>
                                <a:gd name="T22" fmla="*/ 17 w 18"/>
                                <a:gd name="T23" fmla="*/ 8 h 17"/>
                                <a:gd name="T24" fmla="*/ 17 w 18"/>
                                <a:gd name="T25" fmla="*/ 8 h 17"/>
                                <a:gd name="T26" fmla="*/ 18 w 18"/>
                                <a:gd name="T27" fmla="*/ 8 h 17"/>
                                <a:gd name="T28" fmla="*/ 17 w 18"/>
                                <a:gd name="T29" fmla="*/ 7 h 17"/>
                                <a:gd name="T30" fmla="*/ 7 w 18"/>
                                <a:gd name="T31" fmla="*/ 16 h 17"/>
                                <a:gd name="T32" fmla="*/ 6 w 18"/>
                                <a:gd name="T33" fmla="*/ 16 h 17"/>
                                <a:gd name="T34" fmla="*/ 7 w 18"/>
                                <a:gd name="T35" fmla="*/ 17 h 17"/>
                                <a:gd name="T36" fmla="*/ 7 w 18"/>
                                <a:gd name="T37" fmla="*/ 16 h 17"/>
                                <a:gd name="T38" fmla="*/ 7 w 18"/>
                                <a:gd name="T39" fmla="*/ 16 h 17"/>
                                <a:gd name="T40" fmla="*/ 2 w 18"/>
                                <a:gd name="T41" fmla="*/ 2 h 17"/>
                                <a:gd name="T42" fmla="*/ 2 w 18"/>
                                <a:gd name="T43" fmla="*/ 3 h 17"/>
                                <a:gd name="T44" fmla="*/ 3 w 18"/>
                                <a:gd name="T45" fmla="*/ 3 h 17"/>
                                <a:gd name="T46" fmla="*/ 3 w 18"/>
                                <a:gd name="T47" fmla="*/ 2 h 17"/>
                                <a:gd name="T48" fmla="*/ 2 w 18"/>
                                <a:gd name="T49" fmla="*/ 2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</a:cxnLst>
                              <a:rect l="0" t="0" r="r" b="b"/>
                              <a:pathLst>
                                <a:path w="18" h="17">
                                  <a:moveTo>
                                    <a:pt x="12" y="15"/>
                                  </a:moveTo>
                                  <a:cubicBezTo>
                                    <a:pt x="12" y="15"/>
                                    <a:pt x="12" y="16"/>
                                    <a:pt x="12" y="16"/>
                                  </a:cubicBezTo>
                                  <a:cubicBezTo>
                                    <a:pt x="11" y="16"/>
                                    <a:pt x="11" y="15"/>
                                    <a:pt x="11" y="15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2" y="15"/>
                                  </a:cubicBezTo>
                                  <a:close/>
                                  <a:moveTo>
                                    <a:pt x="2" y="0"/>
                                  </a:moveTo>
                                  <a:cubicBezTo>
                                    <a:pt x="1" y="0"/>
                                    <a:pt x="0" y="0"/>
                                    <a:pt x="0" y="1"/>
                                  </a:cubicBezTo>
                                  <a:cubicBezTo>
                                    <a:pt x="0" y="2"/>
                                    <a:pt x="1" y="2"/>
                                    <a:pt x="1" y="2"/>
                                  </a:cubicBezTo>
                                  <a:cubicBezTo>
                                    <a:pt x="2" y="2"/>
                                    <a:pt x="2" y="1"/>
                                    <a:pt x="2" y="1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lose/>
                                  <a:moveTo>
                                    <a:pt x="17" y="7"/>
                                  </a:moveTo>
                                  <a:cubicBezTo>
                                    <a:pt x="17" y="7"/>
                                    <a:pt x="17" y="7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7"/>
                                    <a:pt x="18" y="7"/>
                                    <a:pt x="17" y="7"/>
                                  </a:cubicBezTo>
                                  <a:close/>
                                  <a:moveTo>
                                    <a:pt x="7" y="16"/>
                                  </a:move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6"/>
                                    <a:pt x="6" y="17"/>
                                    <a:pt x="7" y="17"/>
                                  </a:cubicBezTo>
                                  <a:cubicBezTo>
                                    <a:pt x="7" y="17"/>
                                    <a:pt x="7" y="16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lose/>
                                  <a:moveTo>
                                    <a:pt x="2" y="2"/>
                                  </a:moveTo>
                                  <a:cubicBezTo>
                                    <a:pt x="2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2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1" name="Freeform 924">
                              <a:extLst>
                                <a:ext uri="{FF2B5EF4-FFF2-40B4-BE49-F238E27FC236}">
                                  <a16:creationId xmlns:a16="http://schemas.microsoft.com/office/drawing/2014/main" id="{1A7C20E6-26E2-D73A-D22C-7E4868A033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13400" y="4516438"/>
                              <a:ext cx="220662" cy="325438"/>
                            </a:xfrm>
                            <a:custGeom>
                              <a:avLst/>
                              <a:gdLst>
                                <a:gd name="T0" fmla="*/ 45 w 53"/>
                                <a:gd name="T1" fmla="*/ 61 h 78"/>
                                <a:gd name="T2" fmla="*/ 42 w 53"/>
                                <a:gd name="T3" fmla="*/ 55 h 78"/>
                                <a:gd name="T4" fmla="*/ 42 w 53"/>
                                <a:gd name="T5" fmla="*/ 50 h 78"/>
                                <a:gd name="T6" fmla="*/ 43 w 53"/>
                                <a:gd name="T7" fmla="*/ 47 h 78"/>
                                <a:gd name="T8" fmla="*/ 46 w 53"/>
                                <a:gd name="T9" fmla="*/ 40 h 78"/>
                                <a:gd name="T10" fmla="*/ 48 w 53"/>
                                <a:gd name="T11" fmla="*/ 37 h 78"/>
                                <a:gd name="T12" fmla="*/ 41 w 53"/>
                                <a:gd name="T13" fmla="*/ 28 h 78"/>
                                <a:gd name="T14" fmla="*/ 39 w 53"/>
                                <a:gd name="T15" fmla="*/ 21 h 78"/>
                                <a:gd name="T16" fmla="*/ 45 w 53"/>
                                <a:gd name="T17" fmla="*/ 18 h 78"/>
                                <a:gd name="T18" fmla="*/ 44 w 53"/>
                                <a:gd name="T19" fmla="*/ 6 h 78"/>
                                <a:gd name="T20" fmla="*/ 41 w 53"/>
                                <a:gd name="T21" fmla="*/ 2 h 78"/>
                                <a:gd name="T22" fmla="*/ 38 w 53"/>
                                <a:gd name="T23" fmla="*/ 0 h 78"/>
                                <a:gd name="T24" fmla="*/ 40 w 53"/>
                                <a:gd name="T25" fmla="*/ 5 h 78"/>
                                <a:gd name="T26" fmla="*/ 42 w 53"/>
                                <a:gd name="T27" fmla="*/ 7 h 78"/>
                                <a:gd name="T28" fmla="*/ 42 w 53"/>
                                <a:gd name="T29" fmla="*/ 11 h 78"/>
                                <a:gd name="T30" fmla="*/ 37 w 53"/>
                                <a:gd name="T31" fmla="*/ 12 h 78"/>
                                <a:gd name="T32" fmla="*/ 34 w 53"/>
                                <a:gd name="T33" fmla="*/ 20 h 78"/>
                                <a:gd name="T34" fmla="*/ 32 w 53"/>
                                <a:gd name="T35" fmla="*/ 24 h 78"/>
                                <a:gd name="T36" fmla="*/ 29 w 53"/>
                                <a:gd name="T37" fmla="*/ 30 h 78"/>
                                <a:gd name="T38" fmla="*/ 26 w 53"/>
                                <a:gd name="T39" fmla="*/ 35 h 78"/>
                                <a:gd name="T40" fmla="*/ 23 w 53"/>
                                <a:gd name="T41" fmla="*/ 41 h 78"/>
                                <a:gd name="T42" fmla="*/ 20 w 53"/>
                                <a:gd name="T43" fmla="*/ 45 h 78"/>
                                <a:gd name="T44" fmla="*/ 18 w 53"/>
                                <a:gd name="T45" fmla="*/ 44 h 78"/>
                                <a:gd name="T46" fmla="*/ 14 w 53"/>
                                <a:gd name="T47" fmla="*/ 41 h 78"/>
                                <a:gd name="T48" fmla="*/ 12 w 53"/>
                                <a:gd name="T49" fmla="*/ 43 h 78"/>
                                <a:gd name="T50" fmla="*/ 9 w 53"/>
                                <a:gd name="T51" fmla="*/ 43 h 78"/>
                                <a:gd name="T52" fmla="*/ 7 w 53"/>
                                <a:gd name="T53" fmla="*/ 45 h 78"/>
                                <a:gd name="T54" fmla="*/ 2 w 53"/>
                                <a:gd name="T55" fmla="*/ 55 h 78"/>
                                <a:gd name="T56" fmla="*/ 1 w 53"/>
                                <a:gd name="T57" fmla="*/ 58 h 78"/>
                                <a:gd name="T58" fmla="*/ 4 w 53"/>
                                <a:gd name="T59" fmla="*/ 61 h 78"/>
                                <a:gd name="T60" fmla="*/ 8 w 53"/>
                                <a:gd name="T61" fmla="*/ 63 h 78"/>
                                <a:gd name="T62" fmla="*/ 11 w 53"/>
                                <a:gd name="T63" fmla="*/ 69 h 78"/>
                                <a:gd name="T64" fmla="*/ 9 w 53"/>
                                <a:gd name="T65" fmla="*/ 74 h 78"/>
                                <a:gd name="T66" fmla="*/ 19 w 53"/>
                                <a:gd name="T67" fmla="*/ 75 h 78"/>
                                <a:gd name="T68" fmla="*/ 32 w 53"/>
                                <a:gd name="T69" fmla="*/ 74 h 78"/>
                                <a:gd name="T70" fmla="*/ 41 w 53"/>
                                <a:gd name="T71" fmla="*/ 75 h 78"/>
                                <a:gd name="T72" fmla="*/ 49 w 53"/>
                                <a:gd name="T73" fmla="*/ 77 h 78"/>
                                <a:gd name="T74" fmla="*/ 51 w 53"/>
                                <a:gd name="T75" fmla="*/ 75 h 78"/>
                                <a:gd name="T76" fmla="*/ 51 w 53"/>
                                <a:gd name="T77" fmla="*/ 69 h 7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53" h="78">
                                  <a:moveTo>
                                    <a:pt x="46" y="65"/>
                                  </a:moveTo>
                                  <a:cubicBezTo>
                                    <a:pt x="45" y="61"/>
                                    <a:pt x="45" y="61"/>
                                    <a:pt x="45" y="61"/>
                                  </a:cubicBezTo>
                                  <a:cubicBezTo>
                                    <a:pt x="42" y="58"/>
                                    <a:pt x="42" y="58"/>
                                    <a:pt x="42" y="58"/>
                                  </a:cubicBezTo>
                                  <a:cubicBezTo>
                                    <a:pt x="42" y="55"/>
                                    <a:pt x="42" y="55"/>
                                    <a:pt x="42" y="55"/>
                                  </a:cubicBezTo>
                                  <a:cubicBezTo>
                                    <a:pt x="41" y="54"/>
                                    <a:pt x="41" y="54"/>
                                    <a:pt x="41" y="54"/>
                                  </a:cubicBezTo>
                                  <a:cubicBezTo>
                                    <a:pt x="42" y="50"/>
                                    <a:pt x="42" y="50"/>
                                    <a:pt x="42" y="50"/>
                                  </a:cubicBezTo>
                                  <a:cubicBezTo>
                                    <a:pt x="40" y="48"/>
                                    <a:pt x="40" y="48"/>
                                    <a:pt x="40" y="48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6" y="42"/>
                                    <a:pt x="46" y="42"/>
                                    <a:pt x="46" y="42"/>
                                  </a:cubicBezTo>
                                  <a:cubicBezTo>
                                    <a:pt x="46" y="40"/>
                                    <a:pt x="46" y="40"/>
                                    <a:pt x="46" y="40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ubicBezTo>
                                    <a:pt x="48" y="37"/>
                                    <a:pt x="48" y="37"/>
                                    <a:pt x="48" y="37"/>
                                  </a:cubicBezTo>
                                  <a:cubicBezTo>
                                    <a:pt x="45" y="30"/>
                                    <a:pt x="45" y="30"/>
                                    <a:pt x="45" y="30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37" y="24"/>
                                    <a:pt x="37" y="24"/>
                                    <a:pt x="37" y="24"/>
                                  </a:cubicBezTo>
                                  <a:cubicBezTo>
                                    <a:pt x="39" y="21"/>
                                    <a:pt x="39" y="21"/>
                                    <a:pt x="39" y="21"/>
                                  </a:cubicBezTo>
                                  <a:cubicBezTo>
                                    <a:pt x="49" y="21"/>
                                    <a:pt x="49" y="21"/>
                                    <a:pt x="49" y="21"/>
                                  </a:cubicBezTo>
                                  <a:cubicBezTo>
                                    <a:pt x="45" y="18"/>
                                    <a:pt x="45" y="18"/>
                                    <a:pt x="45" y="18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3" y="3"/>
                                    <a:pt x="43" y="3"/>
                                    <a:pt x="43" y="3"/>
                                  </a:cubicBezTo>
                                  <a:cubicBezTo>
                                    <a:pt x="41" y="2"/>
                                    <a:pt x="41" y="2"/>
                                    <a:pt x="41" y="2"/>
                                  </a:cubicBezTo>
                                  <a:cubicBezTo>
                                    <a:pt x="41" y="0"/>
                                    <a:pt x="41" y="0"/>
                                    <a:pt x="41" y="0"/>
                                  </a:cubicBezTo>
                                  <a:cubicBezTo>
                                    <a:pt x="38" y="0"/>
                                    <a:pt x="38" y="0"/>
                                    <a:pt x="38" y="0"/>
                                  </a:cubicBezTo>
                                  <a:cubicBezTo>
                                    <a:pt x="39" y="5"/>
                                    <a:pt x="39" y="5"/>
                                    <a:pt x="39" y="5"/>
                                  </a:cubicBezTo>
                                  <a:cubicBezTo>
                                    <a:pt x="40" y="5"/>
                                    <a:pt x="40" y="5"/>
                                    <a:pt x="40" y="5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1" y="9"/>
                                    <a:pt x="41" y="9"/>
                                    <a:pt x="41" y="9"/>
                                  </a:cubicBezTo>
                                  <a:cubicBezTo>
                                    <a:pt x="42" y="11"/>
                                    <a:pt x="42" y="11"/>
                                    <a:pt x="42" y="11"/>
                                  </a:cubicBezTo>
                                  <a:cubicBezTo>
                                    <a:pt x="39" y="13"/>
                                    <a:pt x="39" y="13"/>
                                    <a:pt x="39" y="13"/>
                                  </a:cubicBezTo>
                                  <a:cubicBezTo>
                                    <a:pt x="37" y="12"/>
                                    <a:pt x="37" y="12"/>
                                    <a:pt x="37" y="12"/>
                                  </a:cubicBezTo>
                                  <a:cubicBezTo>
                                    <a:pt x="36" y="14"/>
                                    <a:pt x="36" y="14"/>
                                    <a:pt x="36" y="14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0" y="26"/>
                                    <a:pt x="30" y="26"/>
                                    <a:pt x="30" y="26"/>
                                  </a:cubicBezTo>
                                  <a:cubicBezTo>
                                    <a:pt x="29" y="30"/>
                                    <a:pt x="29" y="30"/>
                                    <a:pt x="29" y="30"/>
                                  </a:cubicBezTo>
                                  <a:cubicBezTo>
                                    <a:pt x="26" y="32"/>
                                    <a:pt x="26" y="32"/>
                                    <a:pt x="26" y="32"/>
                                  </a:cubicBezTo>
                                  <a:cubicBezTo>
                                    <a:pt x="26" y="35"/>
                                    <a:pt x="26" y="35"/>
                                    <a:pt x="26" y="35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3" y="41"/>
                                    <a:pt x="23" y="41"/>
                                    <a:pt x="23" y="41"/>
                                  </a:cubicBezTo>
                                  <a:cubicBezTo>
                                    <a:pt x="21" y="42"/>
                                    <a:pt x="21" y="42"/>
                                    <a:pt x="21" y="42"/>
                                  </a:cubicBezTo>
                                  <a:cubicBezTo>
                                    <a:pt x="20" y="45"/>
                                    <a:pt x="20" y="45"/>
                                    <a:pt x="20" y="45"/>
                                  </a:cubicBezTo>
                                  <a:cubicBezTo>
                                    <a:pt x="18" y="45"/>
                                    <a:pt x="18" y="45"/>
                                    <a:pt x="18" y="45"/>
                                  </a:cubicBezTo>
                                  <a:cubicBezTo>
                                    <a:pt x="18" y="44"/>
                                    <a:pt x="18" y="44"/>
                                    <a:pt x="18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9" y="43"/>
                                    <a:pt x="9" y="43"/>
                                    <a:pt x="9" y="43"/>
                                  </a:cubicBezTo>
                                  <a:cubicBezTo>
                                    <a:pt x="8" y="45"/>
                                    <a:pt x="8" y="45"/>
                                    <a:pt x="8" y="45"/>
                                  </a:cubicBezTo>
                                  <a:cubicBezTo>
                                    <a:pt x="7" y="45"/>
                                    <a:pt x="7" y="45"/>
                                    <a:pt x="7" y="45"/>
                                  </a:cubicBezTo>
                                  <a:cubicBezTo>
                                    <a:pt x="2" y="50"/>
                                    <a:pt x="2" y="50"/>
                                    <a:pt x="2" y="50"/>
                                  </a:cubicBezTo>
                                  <a:cubicBezTo>
                                    <a:pt x="2" y="55"/>
                                    <a:pt x="2" y="55"/>
                                    <a:pt x="2" y="55"/>
                                  </a:cubicBezTo>
                                  <a:cubicBezTo>
                                    <a:pt x="0" y="58"/>
                                    <a:pt x="0" y="58"/>
                                    <a:pt x="0" y="58"/>
                                  </a:cubicBezTo>
                                  <a:cubicBezTo>
                                    <a:pt x="0" y="58"/>
                                    <a:pt x="1" y="59"/>
                                    <a:pt x="1" y="58"/>
                                  </a:cubicBezTo>
                                  <a:cubicBezTo>
                                    <a:pt x="1" y="59"/>
                                    <a:pt x="1" y="60"/>
                                    <a:pt x="2" y="60"/>
                                  </a:cubicBezTo>
                                  <a:cubicBezTo>
                                    <a:pt x="3" y="59"/>
                                    <a:pt x="4" y="60"/>
                                    <a:pt x="4" y="61"/>
                                  </a:cubicBezTo>
                                  <a:cubicBezTo>
                                    <a:pt x="4" y="62"/>
                                    <a:pt x="5" y="63"/>
                                    <a:pt x="6" y="64"/>
                                  </a:cubicBezTo>
                                  <a:cubicBezTo>
                                    <a:pt x="7" y="64"/>
                                    <a:pt x="7" y="63"/>
                                    <a:pt x="8" y="63"/>
                                  </a:cubicBezTo>
                                  <a:cubicBezTo>
                                    <a:pt x="9" y="64"/>
                                    <a:pt x="8" y="65"/>
                                    <a:pt x="9" y="65"/>
                                  </a:cubicBezTo>
                                  <a:cubicBezTo>
                                    <a:pt x="10" y="66"/>
                                    <a:pt x="10" y="68"/>
                                    <a:pt x="11" y="69"/>
                                  </a:cubicBezTo>
                                  <a:cubicBezTo>
                                    <a:pt x="11" y="71"/>
                                    <a:pt x="10" y="72"/>
                                    <a:pt x="10" y="74"/>
                                  </a:cubicBezTo>
                                  <a:cubicBezTo>
                                    <a:pt x="10" y="74"/>
                                    <a:pt x="9" y="74"/>
                                    <a:pt x="9" y="74"/>
                                  </a:cubicBezTo>
                                  <a:cubicBezTo>
                                    <a:pt x="10" y="75"/>
                                    <a:pt x="10" y="75"/>
                                    <a:pt x="10" y="75"/>
                                  </a:cubicBezTo>
                                  <a:cubicBezTo>
                                    <a:pt x="19" y="75"/>
                                    <a:pt x="19" y="75"/>
                                    <a:pt x="19" y="75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32" y="74"/>
                                    <a:pt x="32" y="74"/>
                                    <a:pt x="32" y="74"/>
                                  </a:cubicBezTo>
                                  <a:cubicBezTo>
                                    <a:pt x="33" y="75"/>
                                    <a:pt x="33" y="75"/>
                                    <a:pt x="33" y="75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5" y="76"/>
                                    <a:pt x="45" y="76"/>
                                    <a:pt x="45" y="76"/>
                                  </a:cubicBezTo>
                                  <a:cubicBezTo>
                                    <a:pt x="49" y="77"/>
                                    <a:pt x="49" y="77"/>
                                    <a:pt x="49" y="77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3" y="74"/>
                                    <a:pt x="53" y="74"/>
                                    <a:pt x="53" y="74"/>
                                  </a:cubicBezTo>
                                  <a:cubicBezTo>
                                    <a:pt x="51" y="69"/>
                                    <a:pt x="51" y="69"/>
                                    <a:pt x="51" y="69"/>
                                  </a:cubicBezTo>
                                  <a:lnTo>
                                    <a:pt x="46" y="6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2" name="Freeform 925">
                              <a:extLst>
                                <a:ext uri="{FF2B5EF4-FFF2-40B4-BE49-F238E27FC236}">
                                  <a16:creationId xmlns:a16="http://schemas.microsoft.com/office/drawing/2014/main" id="{04D58FA1-75C4-6D88-5038-603878E7B8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91250" y="4954588"/>
                              <a:ext cx="53975" cy="61913"/>
                            </a:xfrm>
                            <a:custGeom>
                              <a:avLst/>
                              <a:gdLst>
                                <a:gd name="T0" fmla="*/ 8 w 13"/>
                                <a:gd name="T1" fmla="*/ 1 h 15"/>
                                <a:gd name="T2" fmla="*/ 7 w 13"/>
                                <a:gd name="T3" fmla="*/ 1 h 15"/>
                                <a:gd name="T4" fmla="*/ 7 w 13"/>
                                <a:gd name="T5" fmla="*/ 3 h 15"/>
                                <a:gd name="T6" fmla="*/ 5 w 13"/>
                                <a:gd name="T7" fmla="*/ 4 h 15"/>
                                <a:gd name="T8" fmla="*/ 3 w 13"/>
                                <a:gd name="T9" fmla="*/ 4 h 15"/>
                                <a:gd name="T10" fmla="*/ 3 w 13"/>
                                <a:gd name="T11" fmla="*/ 3 h 15"/>
                                <a:gd name="T12" fmla="*/ 1 w 13"/>
                                <a:gd name="T13" fmla="*/ 2 h 15"/>
                                <a:gd name="T14" fmla="*/ 0 w 13"/>
                                <a:gd name="T15" fmla="*/ 3 h 15"/>
                                <a:gd name="T16" fmla="*/ 2 w 13"/>
                                <a:gd name="T17" fmla="*/ 6 h 15"/>
                                <a:gd name="T18" fmla="*/ 2 w 13"/>
                                <a:gd name="T19" fmla="*/ 11 h 15"/>
                                <a:gd name="T20" fmla="*/ 3 w 13"/>
                                <a:gd name="T21" fmla="*/ 15 h 15"/>
                                <a:gd name="T22" fmla="*/ 6 w 13"/>
                                <a:gd name="T23" fmla="*/ 15 h 15"/>
                                <a:gd name="T24" fmla="*/ 9 w 13"/>
                                <a:gd name="T25" fmla="*/ 11 h 15"/>
                                <a:gd name="T26" fmla="*/ 9 w 13"/>
                                <a:gd name="T27" fmla="*/ 10 h 15"/>
                                <a:gd name="T28" fmla="*/ 13 w 13"/>
                                <a:gd name="T29" fmla="*/ 7 h 15"/>
                                <a:gd name="T30" fmla="*/ 13 w 13"/>
                                <a:gd name="T31" fmla="*/ 5 h 15"/>
                                <a:gd name="T32" fmla="*/ 10 w 13"/>
                                <a:gd name="T33" fmla="*/ 4 h 15"/>
                                <a:gd name="T34" fmla="*/ 10 w 13"/>
                                <a:gd name="T35" fmla="*/ 3 h 15"/>
                                <a:gd name="T36" fmla="*/ 11 w 13"/>
                                <a:gd name="T37" fmla="*/ 1 h 15"/>
                                <a:gd name="T38" fmla="*/ 10 w 13"/>
                                <a:gd name="T39" fmla="*/ 0 h 15"/>
                                <a:gd name="T40" fmla="*/ 8 w 13"/>
                                <a:gd name="T41" fmla="*/ 1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</a:cxnLst>
                              <a:rect l="0" t="0" r="r" b="b"/>
                              <a:pathLst>
                                <a:path w="13" h="15">
                                  <a:moveTo>
                                    <a:pt x="8" y="1"/>
                                  </a:move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1" y="1"/>
                                    <a:pt x="11" y="1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lnTo>
                                    <a:pt x="8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3" name="Freeform 926">
                              <a:extLst>
                                <a:ext uri="{FF2B5EF4-FFF2-40B4-BE49-F238E27FC236}">
                                  <a16:creationId xmlns:a16="http://schemas.microsoft.com/office/drawing/2014/main" id="{4227E16C-482A-BE51-8F86-367619020E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218113" y="4459288"/>
                              <a:ext cx="223837" cy="161925"/>
                            </a:xfrm>
                            <a:custGeom>
                              <a:avLst/>
                              <a:gdLst>
                                <a:gd name="T0" fmla="*/ 52 w 54"/>
                                <a:gd name="T1" fmla="*/ 17 h 39"/>
                                <a:gd name="T2" fmla="*/ 50 w 54"/>
                                <a:gd name="T3" fmla="*/ 17 h 39"/>
                                <a:gd name="T4" fmla="*/ 44 w 54"/>
                                <a:gd name="T5" fmla="*/ 12 h 39"/>
                                <a:gd name="T6" fmla="*/ 41 w 54"/>
                                <a:gd name="T7" fmla="*/ 9 h 39"/>
                                <a:gd name="T8" fmla="*/ 39 w 54"/>
                                <a:gd name="T9" fmla="*/ 3 h 39"/>
                                <a:gd name="T10" fmla="*/ 33 w 54"/>
                                <a:gd name="T11" fmla="*/ 0 h 39"/>
                                <a:gd name="T12" fmla="*/ 24 w 54"/>
                                <a:gd name="T13" fmla="*/ 4 h 39"/>
                                <a:gd name="T14" fmla="*/ 23 w 54"/>
                                <a:gd name="T15" fmla="*/ 7 h 39"/>
                                <a:gd name="T16" fmla="*/ 18 w 54"/>
                                <a:gd name="T17" fmla="*/ 7 h 39"/>
                                <a:gd name="T18" fmla="*/ 18 w 54"/>
                                <a:gd name="T19" fmla="*/ 10 h 39"/>
                                <a:gd name="T20" fmla="*/ 15 w 54"/>
                                <a:gd name="T21" fmla="*/ 13 h 39"/>
                                <a:gd name="T22" fmla="*/ 14 w 54"/>
                                <a:gd name="T23" fmla="*/ 14 h 39"/>
                                <a:gd name="T24" fmla="*/ 11 w 54"/>
                                <a:gd name="T25" fmla="*/ 11 h 39"/>
                                <a:gd name="T26" fmla="*/ 8 w 54"/>
                                <a:gd name="T27" fmla="*/ 15 h 39"/>
                                <a:gd name="T28" fmla="*/ 7 w 54"/>
                                <a:gd name="T29" fmla="*/ 17 h 39"/>
                                <a:gd name="T30" fmla="*/ 6 w 54"/>
                                <a:gd name="T31" fmla="*/ 21 h 39"/>
                                <a:gd name="T32" fmla="*/ 2 w 54"/>
                                <a:gd name="T33" fmla="*/ 24 h 39"/>
                                <a:gd name="T34" fmla="*/ 0 w 54"/>
                                <a:gd name="T35" fmla="*/ 28 h 39"/>
                                <a:gd name="T36" fmla="*/ 0 w 54"/>
                                <a:gd name="T37" fmla="*/ 31 h 39"/>
                                <a:gd name="T38" fmla="*/ 1 w 54"/>
                                <a:gd name="T39" fmla="*/ 33 h 39"/>
                                <a:gd name="T40" fmla="*/ 4 w 54"/>
                                <a:gd name="T41" fmla="*/ 36 h 39"/>
                                <a:gd name="T42" fmla="*/ 7 w 54"/>
                                <a:gd name="T43" fmla="*/ 37 h 39"/>
                                <a:gd name="T44" fmla="*/ 8 w 54"/>
                                <a:gd name="T45" fmla="*/ 38 h 39"/>
                                <a:gd name="T46" fmla="*/ 11 w 54"/>
                                <a:gd name="T47" fmla="*/ 36 h 39"/>
                                <a:gd name="T48" fmla="*/ 18 w 54"/>
                                <a:gd name="T49" fmla="*/ 39 h 39"/>
                                <a:gd name="T50" fmla="*/ 19 w 54"/>
                                <a:gd name="T51" fmla="*/ 37 h 39"/>
                                <a:gd name="T52" fmla="*/ 19 w 54"/>
                                <a:gd name="T53" fmla="*/ 32 h 39"/>
                                <a:gd name="T54" fmla="*/ 18 w 54"/>
                                <a:gd name="T55" fmla="*/ 28 h 39"/>
                                <a:gd name="T56" fmla="*/ 33 w 54"/>
                                <a:gd name="T57" fmla="*/ 28 h 39"/>
                                <a:gd name="T58" fmla="*/ 41 w 54"/>
                                <a:gd name="T59" fmla="*/ 29 h 39"/>
                                <a:gd name="T60" fmla="*/ 45 w 54"/>
                                <a:gd name="T61" fmla="*/ 28 h 39"/>
                                <a:gd name="T62" fmla="*/ 47 w 54"/>
                                <a:gd name="T63" fmla="*/ 27 h 39"/>
                                <a:gd name="T64" fmla="*/ 51 w 54"/>
                                <a:gd name="T65" fmla="*/ 25 h 39"/>
                                <a:gd name="T66" fmla="*/ 51 w 54"/>
                                <a:gd name="T67" fmla="*/ 19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</a:cxnLst>
                              <a:rect l="0" t="0" r="r" b="b"/>
                              <a:pathLst>
                                <a:path w="54" h="39">
                                  <a:moveTo>
                                    <a:pt x="53" y="19"/>
                                  </a:moveTo>
                                  <a:cubicBezTo>
                                    <a:pt x="52" y="17"/>
                                    <a:pt x="52" y="17"/>
                                    <a:pt x="52" y="17"/>
                                  </a:cubicBezTo>
                                  <a:cubicBezTo>
                                    <a:pt x="51" y="17"/>
                                    <a:pt x="51" y="17"/>
                                    <a:pt x="51" y="17"/>
                                  </a:cubicBezTo>
                                  <a:cubicBezTo>
                                    <a:pt x="50" y="17"/>
                                    <a:pt x="50" y="17"/>
                                    <a:pt x="50" y="17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1" y="9"/>
                                    <a:pt x="41" y="9"/>
                                    <a:pt x="41" y="9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0" y="2"/>
                                    <a:pt x="30" y="2"/>
                                    <a:pt x="30" y="2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3" y="7"/>
                                    <a:pt x="23" y="7"/>
                                    <a:pt x="23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8"/>
                                    <a:pt x="18" y="8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9" y="17"/>
                                    <a:pt x="9" y="17"/>
                                    <a:pt x="9" y="17"/>
                                  </a:cubicBezTo>
                                  <a:cubicBezTo>
                                    <a:pt x="7" y="17"/>
                                    <a:pt x="7" y="17"/>
                                    <a:pt x="7" y="17"/>
                                  </a:cubicBezTo>
                                  <a:cubicBezTo>
                                    <a:pt x="8" y="19"/>
                                    <a:pt x="8" y="19"/>
                                    <a:pt x="8" y="19"/>
                                  </a:cubicBezTo>
                                  <a:cubicBezTo>
                                    <a:pt x="6" y="21"/>
                                    <a:pt x="6" y="21"/>
                                    <a:pt x="6" y="21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9"/>
                                    <a:pt x="1" y="29"/>
                                  </a:cubicBezTo>
                                  <a:cubicBezTo>
                                    <a:pt x="1" y="30"/>
                                    <a:pt x="0" y="31"/>
                                    <a:pt x="0" y="31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5" y="38"/>
                                    <a:pt x="5" y="38"/>
                                    <a:pt x="5" y="38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8"/>
                                    <a:pt x="7" y="38"/>
                                  </a:cubicBezTo>
                                  <a:cubicBezTo>
                                    <a:pt x="7" y="38"/>
                                    <a:pt x="8" y="38"/>
                                    <a:pt x="8" y="38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28"/>
                                    <a:pt x="18" y="28"/>
                                    <a:pt x="18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7" y="28"/>
                                    <a:pt x="37" y="28"/>
                                    <a:pt x="37" y="28"/>
                                  </a:cubicBezTo>
                                  <a:cubicBezTo>
                                    <a:pt x="41" y="29"/>
                                    <a:pt x="41" y="29"/>
                                    <a:pt x="41" y="29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cubicBezTo>
                                    <a:pt x="45" y="27"/>
                                    <a:pt x="45" y="27"/>
                                    <a:pt x="45" y="27"/>
                                  </a:cubicBezTo>
                                  <a:cubicBezTo>
                                    <a:pt x="45" y="27"/>
                                    <a:pt x="47" y="27"/>
                                    <a:pt x="47" y="27"/>
                                  </a:cubicBezTo>
                                  <a:cubicBezTo>
                                    <a:pt x="47" y="27"/>
                                    <a:pt x="47" y="25"/>
                                    <a:pt x="47" y="25"/>
                                  </a:cubicBezTo>
                                  <a:cubicBezTo>
                                    <a:pt x="51" y="25"/>
                                    <a:pt x="51" y="25"/>
                                    <a:pt x="51" y="25"/>
                                  </a:cubicBezTo>
                                  <a:cubicBezTo>
                                    <a:pt x="54" y="22"/>
                                    <a:pt x="54" y="22"/>
                                    <a:pt x="54" y="22"/>
                                  </a:cubicBezTo>
                                  <a:cubicBezTo>
                                    <a:pt x="51" y="19"/>
                                    <a:pt x="51" y="19"/>
                                    <a:pt x="51" y="19"/>
                                  </a:cubicBezTo>
                                  <a:lnTo>
                                    <a:pt x="53" y="1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4" name="Freeform 927">
                              <a:extLst>
                                <a:ext uri="{FF2B5EF4-FFF2-40B4-BE49-F238E27FC236}">
                                  <a16:creationId xmlns:a16="http://schemas.microsoft.com/office/drawing/2014/main" id="{0320C07C-BC47-1578-984F-8BB3333E3B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37250" y="5400675"/>
                              <a:ext cx="266700" cy="277813"/>
                            </a:xfrm>
                            <a:custGeom>
                              <a:avLst/>
                              <a:gdLst>
                                <a:gd name="T0" fmla="*/ 160 w 168"/>
                                <a:gd name="T1" fmla="*/ 76 h 175"/>
                                <a:gd name="T2" fmla="*/ 145 w 168"/>
                                <a:gd name="T3" fmla="*/ 73 h 175"/>
                                <a:gd name="T4" fmla="*/ 137 w 168"/>
                                <a:gd name="T5" fmla="*/ 63 h 175"/>
                                <a:gd name="T6" fmla="*/ 137 w 168"/>
                                <a:gd name="T7" fmla="*/ 52 h 175"/>
                                <a:gd name="T8" fmla="*/ 131 w 168"/>
                                <a:gd name="T9" fmla="*/ 52 h 175"/>
                                <a:gd name="T10" fmla="*/ 129 w 168"/>
                                <a:gd name="T11" fmla="*/ 44 h 175"/>
                                <a:gd name="T12" fmla="*/ 118 w 168"/>
                                <a:gd name="T13" fmla="*/ 39 h 175"/>
                                <a:gd name="T14" fmla="*/ 110 w 168"/>
                                <a:gd name="T15" fmla="*/ 34 h 175"/>
                                <a:gd name="T16" fmla="*/ 108 w 168"/>
                                <a:gd name="T17" fmla="*/ 23 h 175"/>
                                <a:gd name="T18" fmla="*/ 95 w 168"/>
                                <a:gd name="T19" fmla="*/ 5 h 175"/>
                                <a:gd name="T20" fmla="*/ 95 w 168"/>
                                <a:gd name="T21" fmla="*/ 0 h 175"/>
                                <a:gd name="T22" fmla="*/ 89 w 168"/>
                                <a:gd name="T23" fmla="*/ 0 h 175"/>
                                <a:gd name="T24" fmla="*/ 82 w 168"/>
                                <a:gd name="T25" fmla="*/ 5 h 175"/>
                                <a:gd name="T26" fmla="*/ 82 w 168"/>
                                <a:gd name="T27" fmla="*/ 5 h 175"/>
                                <a:gd name="T28" fmla="*/ 76 w 168"/>
                                <a:gd name="T29" fmla="*/ 5 h 175"/>
                                <a:gd name="T30" fmla="*/ 66 w 168"/>
                                <a:gd name="T31" fmla="*/ 13 h 175"/>
                                <a:gd name="T32" fmla="*/ 61 w 168"/>
                                <a:gd name="T33" fmla="*/ 5 h 175"/>
                                <a:gd name="T34" fmla="*/ 19 w 168"/>
                                <a:gd name="T35" fmla="*/ 10 h 175"/>
                                <a:gd name="T36" fmla="*/ 19 w 168"/>
                                <a:gd name="T37" fmla="*/ 78 h 175"/>
                                <a:gd name="T38" fmla="*/ 0 w 168"/>
                                <a:gd name="T39" fmla="*/ 81 h 175"/>
                                <a:gd name="T40" fmla="*/ 0 w 168"/>
                                <a:gd name="T41" fmla="*/ 134 h 175"/>
                                <a:gd name="T42" fmla="*/ 8 w 168"/>
                                <a:gd name="T43" fmla="*/ 139 h 175"/>
                                <a:gd name="T44" fmla="*/ 11 w 168"/>
                                <a:gd name="T45" fmla="*/ 144 h 175"/>
                                <a:gd name="T46" fmla="*/ 13 w 168"/>
                                <a:gd name="T47" fmla="*/ 149 h 175"/>
                                <a:gd name="T48" fmla="*/ 16 w 168"/>
                                <a:gd name="T49" fmla="*/ 157 h 175"/>
                                <a:gd name="T50" fmla="*/ 16 w 168"/>
                                <a:gd name="T51" fmla="*/ 160 h 175"/>
                                <a:gd name="T52" fmla="*/ 11 w 168"/>
                                <a:gd name="T53" fmla="*/ 170 h 175"/>
                                <a:gd name="T54" fmla="*/ 13 w 168"/>
                                <a:gd name="T55" fmla="*/ 175 h 175"/>
                                <a:gd name="T56" fmla="*/ 13 w 168"/>
                                <a:gd name="T57" fmla="*/ 175 h 175"/>
                                <a:gd name="T58" fmla="*/ 16 w 168"/>
                                <a:gd name="T59" fmla="*/ 175 h 175"/>
                                <a:gd name="T60" fmla="*/ 24 w 168"/>
                                <a:gd name="T61" fmla="*/ 175 h 175"/>
                                <a:gd name="T62" fmla="*/ 27 w 168"/>
                                <a:gd name="T63" fmla="*/ 175 h 175"/>
                                <a:gd name="T64" fmla="*/ 32 w 168"/>
                                <a:gd name="T65" fmla="*/ 175 h 175"/>
                                <a:gd name="T66" fmla="*/ 32 w 168"/>
                                <a:gd name="T67" fmla="*/ 173 h 175"/>
                                <a:gd name="T68" fmla="*/ 37 w 168"/>
                                <a:gd name="T69" fmla="*/ 173 h 175"/>
                                <a:gd name="T70" fmla="*/ 47 w 168"/>
                                <a:gd name="T71" fmla="*/ 160 h 175"/>
                                <a:gd name="T72" fmla="*/ 50 w 168"/>
                                <a:gd name="T73" fmla="*/ 149 h 175"/>
                                <a:gd name="T74" fmla="*/ 55 w 168"/>
                                <a:gd name="T75" fmla="*/ 144 h 175"/>
                                <a:gd name="T76" fmla="*/ 63 w 168"/>
                                <a:gd name="T77" fmla="*/ 144 h 175"/>
                                <a:gd name="T78" fmla="*/ 71 w 168"/>
                                <a:gd name="T79" fmla="*/ 152 h 175"/>
                                <a:gd name="T80" fmla="*/ 74 w 168"/>
                                <a:gd name="T81" fmla="*/ 152 h 175"/>
                                <a:gd name="T82" fmla="*/ 74 w 168"/>
                                <a:gd name="T83" fmla="*/ 149 h 175"/>
                                <a:gd name="T84" fmla="*/ 84 w 168"/>
                                <a:gd name="T85" fmla="*/ 155 h 175"/>
                                <a:gd name="T86" fmla="*/ 100 w 168"/>
                                <a:gd name="T87" fmla="*/ 152 h 175"/>
                                <a:gd name="T88" fmla="*/ 105 w 168"/>
                                <a:gd name="T89" fmla="*/ 139 h 175"/>
                                <a:gd name="T90" fmla="*/ 105 w 168"/>
                                <a:gd name="T91" fmla="*/ 134 h 175"/>
                                <a:gd name="T92" fmla="*/ 116 w 168"/>
                                <a:gd name="T93" fmla="*/ 131 h 175"/>
                                <a:gd name="T94" fmla="*/ 124 w 168"/>
                                <a:gd name="T95" fmla="*/ 123 h 175"/>
                                <a:gd name="T96" fmla="*/ 126 w 168"/>
                                <a:gd name="T97" fmla="*/ 113 h 175"/>
                                <a:gd name="T98" fmla="*/ 129 w 168"/>
                                <a:gd name="T99" fmla="*/ 110 h 175"/>
                                <a:gd name="T100" fmla="*/ 139 w 168"/>
                                <a:gd name="T101" fmla="*/ 105 h 175"/>
                                <a:gd name="T102" fmla="*/ 150 w 168"/>
                                <a:gd name="T103" fmla="*/ 92 h 175"/>
                                <a:gd name="T104" fmla="*/ 160 w 168"/>
                                <a:gd name="T105" fmla="*/ 89 h 175"/>
                                <a:gd name="T106" fmla="*/ 163 w 168"/>
                                <a:gd name="T107" fmla="*/ 84 h 175"/>
                                <a:gd name="T108" fmla="*/ 168 w 168"/>
                                <a:gd name="T109" fmla="*/ 84 h 175"/>
                                <a:gd name="T110" fmla="*/ 160 w 168"/>
                                <a:gd name="T111" fmla="*/ 81 h 175"/>
                                <a:gd name="T112" fmla="*/ 160 w 168"/>
                                <a:gd name="T113" fmla="*/ 76 h 17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168" h="175">
                                  <a:moveTo>
                                    <a:pt x="160" y="76"/>
                                  </a:moveTo>
                                  <a:lnTo>
                                    <a:pt x="145" y="73"/>
                                  </a:lnTo>
                                  <a:lnTo>
                                    <a:pt x="137" y="63"/>
                                  </a:lnTo>
                                  <a:lnTo>
                                    <a:pt x="137" y="52"/>
                                  </a:lnTo>
                                  <a:lnTo>
                                    <a:pt x="131" y="52"/>
                                  </a:lnTo>
                                  <a:lnTo>
                                    <a:pt x="129" y="44"/>
                                  </a:lnTo>
                                  <a:lnTo>
                                    <a:pt x="118" y="39"/>
                                  </a:lnTo>
                                  <a:lnTo>
                                    <a:pt x="110" y="34"/>
                                  </a:lnTo>
                                  <a:lnTo>
                                    <a:pt x="108" y="23"/>
                                  </a:lnTo>
                                  <a:lnTo>
                                    <a:pt x="95" y="5"/>
                                  </a:lnTo>
                                  <a:lnTo>
                                    <a:pt x="95" y="0"/>
                                  </a:lnTo>
                                  <a:lnTo>
                                    <a:pt x="89" y="0"/>
                                  </a:lnTo>
                                  <a:lnTo>
                                    <a:pt x="82" y="5"/>
                                  </a:lnTo>
                                  <a:lnTo>
                                    <a:pt x="82" y="5"/>
                                  </a:lnTo>
                                  <a:lnTo>
                                    <a:pt x="76" y="5"/>
                                  </a:lnTo>
                                  <a:lnTo>
                                    <a:pt x="66" y="13"/>
                                  </a:lnTo>
                                  <a:lnTo>
                                    <a:pt x="61" y="5"/>
                                  </a:lnTo>
                                  <a:lnTo>
                                    <a:pt x="19" y="10"/>
                                  </a:lnTo>
                                  <a:lnTo>
                                    <a:pt x="19" y="78"/>
                                  </a:lnTo>
                                  <a:lnTo>
                                    <a:pt x="0" y="81"/>
                                  </a:lnTo>
                                  <a:lnTo>
                                    <a:pt x="0" y="134"/>
                                  </a:lnTo>
                                  <a:lnTo>
                                    <a:pt x="8" y="139"/>
                                  </a:lnTo>
                                  <a:lnTo>
                                    <a:pt x="11" y="144"/>
                                  </a:lnTo>
                                  <a:lnTo>
                                    <a:pt x="13" y="149"/>
                                  </a:lnTo>
                                  <a:lnTo>
                                    <a:pt x="16" y="157"/>
                                  </a:lnTo>
                                  <a:lnTo>
                                    <a:pt x="16" y="160"/>
                                  </a:lnTo>
                                  <a:lnTo>
                                    <a:pt x="11" y="170"/>
                                  </a:lnTo>
                                  <a:lnTo>
                                    <a:pt x="13" y="175"/>
                                  </a:lnTo>
                                  <a:lnTo>
                                    <a:pt x="13" y="175"/>
                                  </a:lnTo>
                                  <a:lnTo>
                                    <a:pt x="16" y="175"/>
                                  </a:lnTo>
                                  <a:lnTo>
                                    <a:pt x="24" y="175"/>
                                  </a:lnTo>
                                  <a:lnTo>
                                    <a:pt x="27" y="175"/>
                                  </a:lnTo>
                                  <a:lnTo>
                                    <a:pt x="32" y="175"/>
                                  </a:lnTo>
                                  <a:lnTo>
                                    <a:pt x="32" y="173"/>
                                  </a:lnTo>
                                  <a:lnTo>
                                    <a:pt x="37" y="173"/>
                                  </a:lnTo>
                                  <a:lnTo>
                                    <a:pt x="47" y="160"/>
                                  </a:lnTo>
                                  <a:lnTo>
                                    <a:pt x="50" y="149"/>
                                  </a:lnTo>
                                  <a:lnTo>
                                    <a:pt x="55" y="144"/>
                                  </a:lnTo>
                                  <a:lnTo>
                                    <a:pt x="63" y="144"/>
                                  </a:lnTo>
                                  <a:lnTo>
                                    <a:pt x="71" y="152"/>
                                  </a:lnTo>
                                  <a:lnTo>
                                    <a:pt x="74" y="152"/>
                                  </a:lnTo>
                                  <a:lnTo>
                                    <a:pt x="74" y="149"/>
                                  </a:lnTo>
                                  <a:lnTo>
                                    <a:pt x="84" y="155"/>
                                  </a:lnTo>
                                  <a:lnTo>
                                    <a:pt x="100" y="152"/>
                                  </a:lnTo>
                                  <a:lnTo>
                                    <a:pt x="105" y="139"/>
                                  </a:lnTo>
                                  <a:lnTo>
                                    <a:pt x="105" y="134"/>
                                  </a:lnTo>
                                  <a:lnTo>
                                    <a:pt x="116" y="131"/>
                                  </a:lnTo>
                                  <a:lnTo>
                                    <a:pt x="124" y="123"/>
                                  </a:lnTo>
                                  <a:lnTo>
                                    <a:pt x="126" y="113"/>
                                  </a:lnTo>
                                  <a:lnTo>
                                    <a:pt x="129" y="110"/>
                                  </a:lnTo>
                                  <a:lnTo>
                                    <a:pt x="139" y="105"/>
                                  </a:lnTo>
                                  <a:lnTo>
                                    <a:pt x="150" y="92"/>
                                  </a:lnTo>
                                  <a:lnTo>
                                    <a:pt x="160" y="89"/>
                                  </a:lnTo>
                                  <a:lnTo>
                                    <a:pt x="163" y="84"/>
                                  </a:lnTo>
                                  <a:lnTo>
                                    <a:pt x="168" y="84"/>
                                  </a:lnTo>
                                  <a:lnTo>
                                    <a:pt x="160" y="81"/>
                                  </a:lnTo>
                                  <a:lnTo>
                                    <a:pt x="160" y="7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5" name="Freeform 928">
                              <a:extLst>
                                <a:ext uri="{FF2B5EF4-FFF2-40B4-BE49-F238E27FC236}">
                                  <a16:creationId xmlns:a16="http://schemas.microsoft.com/office/drawing/2014/main" id="{958DC513-EBA2-D865-C070-076BE1A711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95913" y="4538663"/>
                              <a:ext cx="84137" cy="177800"/>
                            </a:xfrm>
                            <a:custGeom>
                              <a:avLst/>
                              <a:gdLst>
                                <a:gd name="T0" fmla="*/ 10 w 20"/>
                                <a:gd name="T1" fmla="*/ 1 h 43"/>
                                <a:gd name="T2" fmla="*/ 11 w 20"/>
                                <a:gd name="T3" fmla="*/ 3 h 43"/>
                                <a:gd name="T4" fmla="*/ 8 w 20"/>
                                <a:gd name="T5" fmla="*/ 6 h 43"/>
                                <a:gd name="T6" fmla="*/ 4 w 20"/>
                                <a:gd name="T7" fmla="*/ 6 h 43"/>
                                <a:gd name="T8" fmla="*/ 4 w 20"/>
                                <a:gd name="T9" fmla="*/ 8 h 43"/>
                                <a:gd name="T10" fmla="*/ 2 w 20"/>
                                <a:gd name="T11" fmla="*/ 8 h 43"/>
                                <a:gd name="T12" fmla="*/ 2 w 20"/>
                                <a:gd name="T13" fmla="*/ 9 h 43"/>
                                <a:gd name="T14" fmla="*/ 1 w 20"/>
                                <a:gd name="T15" fmla="*/ 10 h 43"/>
                                <a:gd name="T16" fmla="*/ 0 w 20"/>
                                <a:gd name="T17" fmla="*/ 13 h 43"/>
                                <a:gd name="T18" fmla="*/ 0 w 20"/>
                                <a:gd name="T19" fmla="*/ 14 h 43"/>
                                <a:gd name="T20" fmla="*/ 4 w 20"/>
                                <a:gd name="T21" fmla="*/ 17 h 43"/>
                                <a:gd name="T22" fmla="*/ 4 w 20"/>
                                <a:gd name="T23" fmla="*/ 21 h 43"/>
                                <a:gd name="T24" fmla="*/ 6 w 20"/>
                                <a:gd name="T25" fmla="*/ 23 h 43"/>
                                <a:gd name="T26" fmla="*/ 5 w 20"/>
                                <a:gd name="T27" fmla="*/ 39 h 43"/>
                                <a:gd name="T28" fmla="*/ 7 w 20"/>
                                <a:gd name="T29" fmla="*/ 41 h 43"/>
                                <a:gd name="T30" fmla="*/ 5 w 20"/>
                                <a:gd name="T31" fmla="*/ 42 h 43"/>
                                <a:gd name="T32" fmla="*/ 5 w 20"/>
                                <a:gd name="T33" fmla="*/ 43 h 43"/>
                                <a:gd name="T34" fmla="*/ 7 w 20"/>
                                <a:gd name="T35" fmla="*/ 42 h 43"/>
                                <a:gd name="T36" fmla="*/ 9 w 20"/>
                                <a:gd name="T37" fmla="*/ 42 h 43"/>
                                <a:gd name="T38" fmla="*/ 13 w 20"/>
                                <a:gd name="T39" fmla="*/ 42 h 43"/>
                                <a:gd name="T40" fmla="*/ 13 w 20"/>
                                <a:gd name="T41" fmla="*/ 33 h 43"/>
                                <a:gd name="T42" fmla="*/ 13 w 20"/>
                                <a:gd name="T43" fmla="*/ 31 h 43"/>
                                <a:gd name="T44" fmla="*/ 13 w 20"/>
                                <a:gd name="T45" fmla="*/ 23 h 43"/>
                                <a:gd name="T46" fmla="*/ 16 w 20"/>
                                <a:gd name="T47" fmla="*/ 23 h 43"/>
                                <a:gd name="T48" fmla="*/ 17 w 20"/>
                                <a:gd name="T49" fmla="*/ 18 h 43"/>
                                <a:gd name="T50" fmla="*/ 19 w 20"/>
                                <a:gd name="T51" fmla="*/ 17 h 43"/>
                                <a:gd name="T52" fmla="*/ 19 w 20"/>
                                <a:gd name="T53" fmla="*/ 15 h 43"/>
                                <a:gd name="T54" fmla="*/ 19 w 20"/>
                                <a:gd name="T55" fmla="*/ 14 h 43"/>
                                <a:gd name="T56" fmla="*/ 20 w 20"/>
                                <a:gd name="T57" fmla="*/ 14 h 43"/>
                                <a:gd name="T58" fmla="*/ 20 w 20"/>
                                <a:gd name="T59" fmla="*/ 11 h 43"/>
                                <a:gd name="T60" fmla="*/ 20 w 20"/>
                                <a:gd name="T61" fmla="*/ 9 h 43"/>
                                <a:gd name="T62" fmla="*/ 18 w 20"/>
                                <a:gd name="T63" fmla="*/ 8 h 43"/>
                                <a:gd name="T64" fmla="*/ 18 w 20"/>
                                <a:gd name="T65" fmla="*/ 7 h 43"/>
                                <a:gd name="T66" fmla="*/ 19 w 20"/>
                                <a:gd name="T67" fmla="*/ 6 h 43"/>
                                <a:gd name="T68" fmla="*/ 19 w 20"/>
                                <a:gd name="T69" fmla="*/ 4 h 43"/>
                                <a:gd name="T70" fmla="*/ 13 w 20"/>
                                <a:gd name="T71" fmla="*/ 0 h 43"/>
                                <a:gd name="T72" fmla="*/ 10 w 20"/>
                                <a:gd name="T73" fmla="*/ 1 h 4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0" h="43">
                                  <a:moveTo>
                                    <a:pt x="10" y="1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2" y="8"/>
                                    <a:pt x="2" y="8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4" y="21"/>
                                    <a:pt x="4" y="21"/>
                                    <a:pt x="4" y="21"/>
                                  </a:cubicBezTo>
                                  <a:cubicBezTo>
                                    <a:pt x="6" y="23"/>
                                    <a:pt x="6" y="23"/>
                                    <a:pt x="6" y="23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3"/>
                                    <a:pt x="5" y="43"/>
                                    <a:pt x="5" y="43"/>
                                  </a:cubicBezTo>
                                  <a:cubicBezTo>
                                    <a:pt x="6" y="43"/>
                                    <a:pt x="6" y="43"/>
                                    <a:pt x="7" y="42"/>
                                  </a:cubicBezTo>
                                  <a:cubicBezTo>
                                    <a:pt x="7" y="43"/>
                                    <a:pt x="8" y="43"/>
                                    <a:pt x="9" y="42"/>
                                  </a:cubicBezTo>
                                  <a:cubicBezTo>
                                    <a:pt x="10" y="42"/>
                                    <a:pt x="12" y="42"/>
                                    <a:pt x="13" y="42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6" y="23"/>
                                    <a:pt x="16" y="23"/>
                                    <a:pt x="16" y="23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4"/>
                                    <a:pt x="19" y="4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lnTo>
                                    <a:pt x="10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6" name="Freeform 929">
                              <a:extLst>
                                <a:ext uri="{FF2B5EF4-FFF2-40B4-BE49-F238E27FC236}">
                                  <a16:creationId xmlns:a16="http://schemas.microsoft.com/office/drawing/2014/main" id="{3DC7B187-40CB-F6FC-2374-359740DEA4E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03888" y="5013325"/>
                              <a:ext cx="350837" cy="395288"/>
                            </a:xfrm>
                            <a:custGeom>
                              <a:avLst/>
                              <a:gdLst>
                                <a:gd name="T0" fmla="*/ 9 w 84"/>
                                <a:gd name="T1" fmla="*/ 2 h 95"/>
                                <a:gd name="T2" fmla="*/ 5 w 84"/>
                                <a:gd name="T3" fmla="*/ 6 h 95"/>
                                <a:gd name="T4" fmla="*/ 4 w 84"/>
                                <a:gd name="T5" fmla="*/ 10 h 95"/>
                                <a:gd name="T6" fmla="*/ 2 w 84"/>
                                <a:gd name="T7" fmla="*/ 5 h 95"/>
                                <a:gd name="T8" fmla="*/ 7 w 84"/>
                                <a:gd name="T9" fmla="*/ 2 h 95"/>
                                <a:gd name="T10" fmla="*/ 8 w 84"/>
                                <a:gd name="T11" fmla="*/ 1 h 95"/>
                                <a:gd name="T12" fmla="*/ 70 w 84"/>
                                <a:gd name="T13" fmla="*/ 59 h 95"/>
                                <a:gd name="T14" fmla="*/ 83 w 84"/>
                                <a:gd name="T15" fmla="*/ 58 h 95"/>
                                <a:gd name="T16" fmla="*/ 83 w 84"/>
                                <a:gd name="T17" fmla="*/ 54 h 95"/>
                                <a:gd name="T18" fmla="*/ 84 w 84"/>
                                <a:gd name="T19" fmla="*/ 50 h 95"/>
                                <a:gd name="T20" fmla="*/ 84 w 84"/>
                                <a:gd name="T21" fmla="*/ 48 h 95"/>
                                <a:gd name="T22" fmla="*/ 84 w 84"/>
                                <a:gd name="T23" fmla="*/ 45 h 95"/>
                                <a:gd name="T24" fmla="*/ 81 w 84"/>
                                <a:gd name="T25" fmla="*/ 46 h 95"/>
                                <a:gd name="T26" fmla="*/ 79 w 84"/>
                                <a:gd name="T27" fmla="*/ 45 h 95"/>
                                <a:gd name="T28" fmla="*/ 75 w 84"/>
                                <a:gd name="T29" fmla="*/ 46 h 95"/>
                                <a:gd name="T30" fmla="*/ 73 w 84"/>
                                <a:gd name="T31" fmla="*/ 46 h 95"/>
                                <a:gd name="T32" fmla="*/ 71 w 84"/>
                                <a:gd name="T33" fmla="*/ 47 h 95"/>
                                <a:gd name="T34" fmla="*/ 71 w 84"/>
                                <a:gd name="T35" fmla="*/ 45 h 95"/>
                                <a:gd name="T36" fmla="*/ 72 w 84"/>
                                <a:gd name="T37" fmla="*/ 41 h 95"/>
                                <a:gd name="T38" fmla="*/ 68 w 84"/>
                                <a:gd name="T39" fmla="*/ 35 h 95"/>
                                <a:gd name="T40" fmla="*/ 69 w 84"/>
                                <a:gd name="T41" fmla="*/ 33 h 95"/>
                                <a:gd name="T42" fmla="*/ 68 w 84"/>
                                <a:gd name="T43" fmla="*/ 25 h 95"/>
                                <a:gd name="T44" fmla="*/ 60 w 84"/>
                                <a:gd name="T45" fmla="*/ 20 h 95"/>
                                <a:gd name="T46" fmla="*/ 53 w 84"/>
                                <a:gd name="T47" fmla="*/ 18 h 95"/>
                                <a:gd name="T48" fmla="*/ 49 w 84"/>
                                <a:gd name="T49" fmla="*/ 25 h 95"/>
                                <a:gd name="T50" fmla="*/ 43 w 84"/>
                                <a:gd name="T51" fmla="*/ 26 h 95"/>
                                <a:gd name="T52" fmla="*/ 37 w 84"/>
                                <a:gd name="T53" fmla="*/ 22 h 95"/>
                                <a:gd name="T54" fmla="*/ 34 w 84"/>
                                <a:gd name="T55" fmla="*/ 14 h 95"/>
                                <a:gd name="T56" fmla="*/ 32 w 84"/>
                                <a:gd name="T57" fmla="*/ 10 h 95"/>
                                <a:gd name="T58" fmla="*/ 5 w 84"/>
                                <a:gd name="T59" fmla="*/ 12 h 95"/>
                                <a:gd name="T60" fmla="*/ 5 w 84"/>
                                <a:gd name="T61" fmla="*/ 13 h 95"/>
                                <a:gd name="T62" fmla="*/ 8 w 84"/>
                                <a:gd name="T63" fmla="*/ 19 h 95"/>
                                <a:gd name="T64" fmla="*/ 9 w 84"/>
                                <a:gd name="T65" fmla="*/ 22 h 95"/>
                                <a:gd name="T66" fmla="*/ 12 w 84"/>
                                <a:gd name="T67" fmla="*/ 31 h 95"/>
                                <a:gd name="T68" fmla="*/ 10 w 84"/>
                                <a:gd name="T69" fmla="*/ 35 h 95"/>
                                <a:gd name="T70" fmla="*/ 14 w 84"/>
                                <a:gd name="T71" fmla="*/ 43 h 95"/>
                                <a:gd name="T72" fmla="*/ 15 w 84"/>
                                <a:gd name="T73" fmla="*/ 49 h 95"/>
                                <a:gd name="T74" fmla="*/ 15 w 84"/>
                                <a:gd name="T75" fmla="*/ 52 h 95"/>
                                <a:gd name="T76" fmla="*/ 14 w 84"/>
                                <a:gd name="T77" fmla="*/ 55 h 95"/>
                                <a:gd name="T78" fmla="*/ 9 w 84"/>
                                <a:gd name="T79" fmla="*/ 59 h 95"/>
                                <a:gd name="T80" fmla="*/ 6 w 84"/>
                                <a:gd name="T81" fmla="*/ 64 h 95"/>
                                <a:gd name="T82" fmla="*/ 5 w 84"/>
                                <a:gd name="T83" fmla="*/ 71 h 95"/>
                                <a:gd name="T84" fmla="*/ 3 w 84"/>
                                <a:gd name="T85" fmla="*/ 77 h 95"/>
                                <a:gd name="T86" fmla="*/ 1 w 84"/>
                                <a:gd name="T87" fmla="*/ 80 h 95"/>
                                <a:gd name="T88" fmla="*/ 1 w 84"/>
                                <a:gd name="T89" fmla="*/ 88 h 95"/>
                                <a:gd name="T90" fmla="*/ 2 w 84"/>
                                <a:gd name="T91" fmla="*/ 89 h 95"/>
                                <a:gd name="T92" fmla="*/ 5 w 84"/>
                                <a:gd name="T93" fmla="*/ 90 h 95"/>
                                <a:gd name="T94" fmla="*/ 11 w 84"/>
                                <a:gd name="T95" fmla="*/ 88 h 95"/>
                                <a:gd name="T96" fmla="*/ 45 w 84"/>
                                <a:gd name="T97" fmla="*/ 91 h 95"/>
                                <a:gd name="T98" fmla="*/ 58 w 84"/>
                                <a:gd name="T99" fmla="*/ 94 h 95"/>
                                <a:gd name="T100" fmla="*/ 64 w 84"/>
                                <a:gd name="T101" fmla="*/ 95 h 95"/>
                                <a:gd name="T102" fmla="*/ 74 w 84"/>
                                <a:gd name="T103" fmla="*/ 87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84" h="95">
                                  <a:moveTo>
                                    <a:pt x="8" y="1"/>
                                  </a:move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8"/>
                                    <a:pt x="4" y="7"/>
                                    <a:pt x="3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lnTo>
                                    <a:pt x="8" y="1"/>
                                  </a:lnTo>
                                  <a:close/>
                                  <a:moveTo>
                                    <a:pt x="70" y="82"/>
                                  </a:move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84" y="59"/>
                                    <a:pt x="84" y="59"/>
                                    <a:pt x="84" y="59"/>
                                  </a:cubicBezTo>
                                  <a:cubicBezTo>
                                    <a:pt x="83" y="58"/>
                                    <a:pt x="83" y="58"/>
                                    <a:pt x="83" y="58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3" y="54"/>
                                    <a:pt x="83" y="54"/>
                                    <a:pt x="83" y="54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4" y="50"/>
                                    <a:pt x="84" y="50"/>
                                    <a:pt x="84" y="50"/>
                                  </a:cubicBezTo>
                                  <a:cubicBezTo>
                                    <a:pt x="84" y="50"/>
                                    <a:pt x="84" y="49"/>
                                    <a:pt x="84" y="49"/>
                                  </a:cubicBezTo>
                                  <a:cubicBezTo>
                                    <a:pt x="84" y="49"/>
                                    <a:pt x="84" y="48"/>
                                    <a:pt x="84" y="48"/>
                                  </a:cubicBezTo>
                                  <a:cubicBezTo>
                                    <a:pt x="84" y="48"/>
                                    <a:pt x="84" y="48"/>
                                    <a:pt x="84" y="48"/>
                                  </a:cubicBezTo>
                                  <a:cubicBezTo>
                                    <a:pt x="84" y="45"/>
                                    <a:pt x="84" y="45"/>
                                    <a:pt x="84" y="45"/>
                                  </a:cubicBezTo>
                                  <a:cubicBezTo>
                                    <a:pt x="82" y="46"/>
                                    <a:pt x="82" y="46"/>
                                    <a:pt x="82" y="46"/>
                                  </a:cubicBezTo>
                                  <a:cubicBezTo>
                                    <a:pt x="82" y="46"/>
                                    <a:pt x="81" y="46"/>
                                    <a:pt x="81" y="46"/>
                                  </a:cubicBezTo>
                                  <a:cubicBezTo>
                                    <a:pt x="81" y="46"/>
                                    <a:pt x="80" y="45"/>
                                    <a:pt x="80" y="45"/>
                                  </a:cubicBezTo>
                                  <a:cubicBezTo>
                                    <a:pt x="79" y="45"/>
                                    <a:pt x="79" y="45"/>
                                    <a:pt x="79" y="45"/>
                                  </a:cubicBezTo>
                                  <a:cubicBezTo>
                                    <a:pt x="78" y="46"/>
                                    <a:pt x="78" y="46"/>
                                    <a:pt x="78" y="46"/>
                                  </a:cubicBezTo>
                                  <a:cubicBezTo>
                                    <a:pt x="75" y="46"/>
                                    <a:pt x="75" y="46"/>
                                    <a:pt x="75" y="46"/>
                                  </a:cubicBezTo>
                                  <a:cubicBezTo>
                                    <a:pt x="75" y="46"/>
                                    <a:pt x="75" y="46"/>
                                    <a:pt x="75" y="46"/>
                                  </a:cubicBezTo>
                                  <a:cubicBezTo>
                                    <a:pt x="73" y="46"/>
                                    <a:pt x="73" y="46"/>
                                    <a:pt x="73" y="46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7"/>
                                    <a:pt x="71" y="47"/>
                                    <a:pt x="71" y="47"/>
                                  </a:cubicBezTo>
                                  <a:cubicBezTo>
                                    <a:pt x="71" y="46"/>
                                    <a:pt x="71" y="46"/>
                                    <a:pt x="71" y="46"/>
                                  </a:cubicBezTo>
                                  <a:cubicBezTo>
                                    <a:pt x="71" y="45"/>
                                    <a:pt x="71" y="45"/>
                                    <a:pt x="71" y="45"/>
                                  </a:cubicBezTo>
                                  <a:cubicBezTo>
                                    <a:pt x="72" y="44"/>
                                    <a:pt x="72" y="44"/>
                                    <a:pt x="72" y="44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1" y="38"/>
                                    <a:pt x="71" y="38"/>
                                    <a:pt x="71" y="38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8" y="34"/>
                                    <a:pt x="68" y="34"/>
                                    <a:pt x="68" y="34"/>
                                  </a:cubicBezTo>
                                  <a:cubicBezTo>
                                    <a:pt x="69" y="33"/>
                                    <a:pt x="69" y="33"/>
                                    <a:pt x="69" y="33"/>
                                  </a:cubicBezTo>
                                  <a:cubicBezTo>
                                    <a:pt x="69" y="28"/>
                                    <a:pt x="69" y="28"/>
                                    <a:pt x="69" y="28"/>
                                  </a:cubicBezTo>
                                  <a:cubicBezTo>
                                    <a:pt x="68" y="25"/>
                                    <a:pt x="68" y="25"/>
                                    <a:pt x="68" y="25"/>
                                  </a:cubicBezTo>
                                  <a:cubicBezTo>
                                    <a:pt x="68" y="20"/>
                                    <a:pt x="68" y="20"/>
                                    <a:pt x="68" y="20"/>
                                  </a:cubicBezTo>
                                  <a:cubicBezTo>
                                    <a:pt x="60" y="20"/>
                                    <a:pt x="60" y="20"/>
                                    <a:pt x="60" y="20"/>
                                  </a:cubicBezTo>
                                  <a:cubicBezTo>
                                    <a:pt x="61" y="18"/>
                                    <a:pt x="61" y="18"/>
                                    <a:pt x="61" y="18"/>
                                  </a:cubicBezTo>
                                  <a:cubicBezTo>
                                    <a:pt x="53" y="18"/>
                                    <a:pt x="53" y="18"/>
                                    <a:pt x="53" y="18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6" y="24"/>
                                    <a:pt x="46" y="24"/>
                                    <a:pt x="46" y="24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39" y="26"/>
                                    <a:pt x="39" y="26"/>
                                    <a:pt x="39" y="26"/>
                                  </a:cubicBezTo>
                                  <a:cubicBezTo>
                                    <a:pt x="37" y="22"/>
                                    <a:pt x="37" y="22"/>
                                    <a:pt x="37" y="22"/>
                                  </a:cubicBezTo>
                                  <a:cubicBezTo>
                                    <a:pt x="35" y="19"/>
                                    <a:pt x="35" y="19"/>
                                    <a:pt x="35" y="19"/>
                                  </a:cubicBezTo>
                                  <a:cubicBezTo>
                                    <a:pt x="34" y="14"/>
                                    <a:pt x="34" y="14"/>
                                    <a:pt x="34" y="14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2"/>
                                    <a:pt x="4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3"/>
                                  </a:cubicBezTo>
                                  <a:cubicBezTo>
                                    <a:pt x="4" y="13"/>
                                    <a:pt x="4" y="14"/>
                                    <a:pt x="5" y="14"/>
                                  </a:cubicBezTo>
                                  <a:cubicBezTo>
                                    <a:pt x="6" y="16"/>
                                    <a:pt x="7" y="18"/>
                                    <a:pt x="8" y="19"/>
                                  </a:cubicBezTo>
                                  <a:cubicBezTo>
                                    <a:pt x="8" y="20"/>
                                    <a:pt x="8" y="21"/>
                                    <a:pt x="9" y="21"/>
                                  </a:cubicBezTo>
                                  <a:cubicBezTo>
                                    <a:pt x="9" y="22"/>
                                    <a:pt x="9" y="22"/>
                                    <a:pt x="9" y="22"/>
                                  </a:cubicBezTo>
                                  <a:cubicBezTo>
                                    <a:pt x="10" y="24"/>
                                    <a:pt x="10" y="26"/>
                                    <a:pt x="12" y="28"/>
                                  </a:cubicBezTo>
                                  <a:cubicBezTo>
                                    <a:pt x="12" y="29"/>
                                    <a:pt x="12" y="30"/>
                                    <a:pt x="12" y="31"/>
                                  </a:cubicBezTo>
                                  <a:cubicBezTo>
                                    <a:pt x="12" y="31"/>
                                    <a:pt x="12" y="31"/>
                                    <a:pt x="11" y="31"/>
                                  </a:cubicBezTo>
                                  <a:cubicBezTo>
                                    <a:pt x="10" y="32"/>
                                    <a:pt x="9" y="33"/>
                                    <a:pt x="10" y="35"/>
                                  </a:cubicBezTo>
                                  <a:cubicBezTo>
                                    <a:pt x="10" y="35"/>
                                    <a:pt x="10" y="36"/>
                                    <a:pt x="10" y="36"/>
                                  </a:cubicBezTo>
                                  <a:cubicBezTo>
                                    <a:pt x="11" y="39"/>
                                    <a:pt x="12" y="41"/>
                                    <a:pt x="14" y="43"/>
                                  </a:cubicBezTo>
                                  <a:cubicBezTo>
                                    <a:pt x="14" y="44"/>
                                    <a:pt x="14" y="45"/>
                                    <a:pt x="15" y="46"/>
                                  </a:cubicBezTo>
                                  <a:cubicBezTo>
                                    <a:pt x="15" y="47"/>
                                    <a:pt x="15" y="48"/>
                                    <a:pt x="15" y="49"/>
                                  </a:cubicBezTo>
                                  <a:cubicBezTo>
                                    <a:pt x="14" y="50"/>
                                    <a:pt x="14" y="51"/>
                                    <a:pt x="15" y="52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14" y="53"/>
                                    <a:pt x="14" y="54"/>
                                    <a:pt x="14" y="54"/>
                                  </a:cubicBezTo>
                                  <a:cubicBezTo>
                                    <a:pt x="14" y="54"/>
                                    <a:pt x="14" y="55"/>
                                    <a:pt x="14" y="55"/>
                                  </a:cubicBezTo>
                                  <a:cubicBezTo>
                                    <a:pt x="12" y="56"/>
                                    <a:pt x="12" y="58"/>
                                    <a:pt x="10" y="58"/>
                                  </a:cubicBezTo>
                                  <a:cubicBezTo>
                                    <a:pt x="9" y="58"/>
                                    <a:pt x="9" y="59"/>
                                    <a:pt x="9" y="59"/>
                                  </a:cubicBezTo>
                                  <a:cubicBezTo>
                                    <a:pt x="9" y="60"/>
                                    <a:pt x="8" y="61"/>
                                    <a:pt x="7" y="62"/>
                                  </a:cubicBezTo>
                                  <a:cubicBezTo>
                                    <a:pt x="6" y="63"/>
                                    <a:pt x="6" y="63"/>
                                    <a:pt x="6" y="64"/>
                                  </a:cubicBezTo>
                                  <a:cubicBezTo>
                                    <a:pt x="6" y="65"/>
                                    <a:pt x="6" y="67"/>
                                    <a:pt x="5" y="68"/>
                                  </a:cubicBezTo>
                                  <a:cubicBezTo>
                                    <a:pt x="4" y="69"/>
                                    <a:pt x="5" y="70"/>
                                    <a:pt x="5" y="71"/>
                                  </a:cubicBezTo>
                                  <a:cubicBezTo>
                                    <a:pt x="4" y="72"/>
                                    <a:pt x="4" y="73"/>
                                    <a:pt x="4" y="75"/>
                                  </a:cubicBezTo>
                                  <a:cubicBezTo>
                                    <a:pt x="3" y="75"/>
                                    <a:pt x="3" y="76"/>
                                    <a:pt x="3" y="77"/>
                                  </a:cubicBezTo>
                                  <a:cubicBezTo>
                                    <a:pt x="2" y="77"/>
                                    <a:pt x="2" y="78"/>
                                    <a:pt x="2" y="79"/>
                                  </a:cubicBezTo>
                                  <a:cubicBezTo>
                                    <a:pt x="2" y="79"/>
                                    <a:pt x="2" y="79"/>
                                    <a:pt x="1" y="80"/>
                                  </a:cubicBezTo>
                                  <a:cubicBezTo>
                                    <a:pt x="1" y="80"/>
                                    <a:pt x="1" y="80"/>
                                    <a:pt x="1" y="80"/>
                                  </a:cubicBezTo>
                                  <a:cubicBezTo>
                                    <a:pt x="1" y="83"/>
                                    <a:pt x="1" y="85"/>
                                    <a:pt x="1" y="88"/>
                                  </a:cubicBezTo>
                                  <a:cubicBezTo>
                                    <a:pt x="0" y="88"/>
                                    <a:pt x="0" y="89"/>
                                    <a:pt x="1" y="89"/>
                                  </a:cubicBezTo>
                                  <a:cubicBezTo>
                                    <a:pt x="2" y="89"/>
                                    <a:pt x="2" y="89"/>
                                    <a:pt x="2" y="89"/>
                                  </a:cubicBezTo>
                                  <a:cubicBezTo>
                                    <a:pt x="4" y="89"/>
                                    <a:pt x="4" y="89"/>
                                    <a:pt x="4" y="89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9" y="88"/>
                                    <a:pt x="9" y="88"/>
                                    <a:pt x="9" y="88"/>
                                  </a:cubicBezTo>
                                  <a:cubicBezTo>
                                    <a:pt x="11" y="88"/>
                                    <a:pt x="11" y="88"/>
                                    <a:pt x="11" y="88"/>
                                  </a:cubicBezTo>
                                  <a:cubicBezTo>
                                    <a:pt x="15" y="91"/>
                                    <a:pt x="15" y="91"/>
                                    <a:pt x="15" y="91"/>
                                  </a:cubicBezTo>
                                  <a:cubicBezTo>
                                    <a:pt x="45" y="91"/>
                                    <a:pt x="45" y="91"/>
                                    <a:pt x="45" y="91"/>
                                  </a:cubicBezTo>
                                  <a:cubicBezTo>
                                    <a:pt x="48" y="94"/>
                                    <a:pt x="48" y="94"/>
                                    <a:pt x="48" y="94"/>
                                  </a:cubicBezTo>
                                  <a:cubicBezTo>
                                    <a:pt x="58" y="94"/>
                                    <a:pt x="58" y="94"/>
                                    <a:pt x="58" y="94"/>
                                  </a:cubicBezTo>
                                  <a:cubicBezTo>
                                    <a:pt x="61" y="95"/>
                                    <a:pt x="61" y="95"/>
                                    <a:pt x="61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79" y="92"/>
                                    <a:pt x="79" y="92"/>
                                    <a:pt x="79" y="92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lnTo>
                                    <a:pt x="70" y="8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7" name="Freeform 930">
                              <a:extLst>
                                <a:ext uri="{FF2B5EF4-FFF2-40B4-BE49-F238E27FC236}">
                                  <a16:creationId xmlns:a16="http://schemas.microsoft.com/office/drawing/2014/main" id="{D8E7F8CD-2A69-288D-23EF-C796EB7E0A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30800" y="3762375"/>
                              <a:ext cx="582612" cy="579438"/>
                            </a:xfrm>
                            <a:custGeom>
                              <a:avLst/>
                              <a:gdLst>
                                <a:gd name="T0" fmla="*/ 140 w 140"/>
                                <a:gd name="T1" fmla="*/ 106 h 139"/>
                                <a:gd name="T2" fmla="*/ 136 w 140"/>
                                <a:gd name="T3" fmla="*/ 101 h 139"/>
                                <a:gd name="T4" fmla="*/ 129 w 140"/>
                                <a:gd name="T5" fmla="*/ 99 h 139"/>
                                <a:gd name="T6" fmla="*/ 126 w 140"/>
                                <a:gd name="T7" fmla="*/ 92 h 139"/>
                                <a:gd name="T8" fmla="*/ 123 w 140"/>
                                <a:gd name="T9" fmla="*/ 85 h 139"/>
                                <a:gd name="T10" fmla="*/ 125 w 140"/>
                                <a:gd name="T11" fmla="*/ 83 h 139"/>
                                <a:gd name="T12" fmla="*/ 125 w 140"/>
                                <a:gd name="T13" fmla="*/ 78 h 139"/>
                                <a:gd name="T14" fmla="*/ 125 w 140"/>
                                <a:gd name="T15" fmla="*/ 64 h 139"/>
                                <a:gd name="T16" fmla="*/ 122 w 140"/>
                                <a:gd name="T17" fmla="*/ 56 h 139"/>
                                <a:gd name="T18" fmla="*/ 120 w 140"/>
                                <a:gd name="T19" fmla="*/ 41 h 139"/>
                                <a:gd name="T20" fmla="*/ 115 w 140"/>
                                <a:gd name="T21" fmla="*/ 34 h 139"/>
                                <a:gd name="T22" fmla="*/ 111 w 140"/>
                                <a:gd name="T23" fmla="*/ 31 h 139"/>
                                <a:gd name="T24" fmla="*/ 109 w 140"/>
                                <a:gd name="T25" fmla="*/ 27 h 139"/>
                                <a:gd name="T26" fmla="*/ 115 w 140"/>
                                <a:gd name="T27" fmla="*/ 20 h 139"/>
                                <a:gd name="T28" fmla="*/ 116 w 140"/>
                                <a:gd name="T29" fmla="*/ 15 h 139"/>
                                <a:gd name="T30" fmla="*/ 115 w 140"/>
                                <a:gd name="T31" fmla="*/ 13 h 139"/>
                                <a:gd name="T32" fmla="*/ 115 w 140"/>
                                <a:gd name="T33" fmla="*/ 11 h 139"/>
                                <a:gd name="T34" fmla="*/ 114 w 140"/>
                                <a:gd name="T35" fmla="*/ 10 h 139"/>
                                <a:gd name="T36" fmla="*/ 115 w 140"/>
                                <a:gd name="T37" fmla="*/ 8 h 139"/>
                                <a:gd name="T38" fmla="*/ 115 w 140"/>
                                <a:gd name="T39" fmla="*/ 7 h 139"/>
                                <a:gd name="T40" fmla="*/ 115 w 140"/>
                                <a:gd name="T41" fmla="*/ 5 h 139"/>
                                <a:gd name="T42" fmla="*/ 116 w 140"/>
                                <a:gd name="T43" fmla="*/ 3 h 139"/>
                                <a:gd name="T44" fmla="*/ 113 w 140"/>
                                <a:gd name="T45" fmla="*/ 2 h 139"/>
                                <a:gd name="T46" fmla="*/ 108 w 140"/>
                                <a:gd name="T47" fmla="*/ 1 h 139"/>
                                <a:gd name="T48" fmla="*/ 105 w 140"/>
                                <a:gd name="T49" fmla="*/ 1 h 139"/>
                                <a:gd name="T50" fmla="*/ 102 w 140"/>
                                <a:gd name="T51" fmla="*/ 1 h 139"/>
                                <a:gd name="T52" fmla="*/ 97 w 140"/>
                                <a:gd name="T53" fmla="*/ 3 h 139"/>
                                <a:gd name="T54" fmla="*/ 91 w 140"/>
                                <a:gd name="T55" fmla="*/ 2 h 139"/>
                                <a:gd name="T56" fmla="*/ 79 w 140"/>
                                <a:gd name="T57" fmla="*/ 3 h 139"/>
                                <a:gd name="T58" fmla="*/ 73 w 140"/>
                                <a:gd name="T59" fmla="*/ 4 h 139"/>
                                <a:gd name="T60" fmla="*/ 60 w 140"/>
                                <a:gd name="T61" fmla="*/ 10 h 139"/>
                                <a:gd name="T62" fmla="*/ 56 w 140"/>
                                <a:gd name="T63" fmla="*/ 10 h 139"/>
                                <a:gd name="T64" fmla="*/ 51 w 140"/>
                                <a:gd name="T65" fmla="*/ 14 h 139"/>
                                <a:gd name="T66" fmla="*/ 44 w 140"/>
                                <a:gd name="T67" fmla="*/ 17 h 139"/>
                                <a:gd name="T68" fmla="*/ 46 w 140"/>
                                <a:gd name="T69" fmla="*/ 20 h 139"/>
                                <a:gd name="T70" fmla="*/ 47 w 140"/>
                                <a:gd name="T71" fmla="*/ 28 h 139"/>
                                <a:gd name="T72" fmla="*/ 47 w 140"/>
                                <a:gd name="T73" fmla="*/ 30 h 139"/>
                                <a:gd name="T74" fmla="*/ 47 w 140"/>
                                <a:gd name="T75" fmla="*/ 31 h 139"/>
                                <a:gd name="T76" fmla="*/ 52 w 140"/>
                                <a:gd name="T77" fmla="*/ 37 h 139"/>
                                <a:gd name="T78" fmla="*/ 51 w 140"/>
                                <a:gd name="T79" fmla="*/ 40 h 139"/>
                                <a:gd name="T80" fmla="*/ 47 w 140"/>
                                <a:gd name="T81" fmla="*/ 40 h 139"/>
                                <a:gd name="T82" fmla="*/ 39 w 140"/>
                                <a:gd name="T83" fmla="*/ 43 h 139"/>
                                <a:gd name="T84" fmla="*/ 33 w 140"/>
                                <a:gd name="T85" fmla="*/ 47 h 139"/>
                                <a:gd name="T86" fmla="*/ 34 w 140"/>
                                <a:gd name="T87" fmla="*/ 50 h 139"/>
                                <a:gd name="T88" fmla="*/ 29 w 140"/>
                                <a:gd name="T89" fmla="*/ 53 h 139"/>
                                <a:gd name="T90" fmla="*/ 21 w 140"/>
                                <a:gd name="T91" fmla="*/ 61 h 139"/>
                                <a:gd name="T92" fmla="*/ 13 w 140"/>
                                <a:gd name="T93" fmla="*/ 61 h 139"/>
                                <a:gd name="T94" fmla="*/ 6 w 140"/>
                                <a:gd name="T95" fmla="*/ 62 h 139"/>
                                <a:gd name="T96" fmla="*/ 0 w 140"/>
                                <a:gd name="T97" fmla="*/ 78 h 139"/>
                                <a:gd name="T98" fmla="*/ 66 w 140"/>
                                <a:gd name="T99" fmla="*/ 124 h 139"/>
                                <a:gd name="T100" fmla="*/ 69 w 140"/>
                                <a:gd name="T101" fmla="*/ 128 h 139"/>
                                <a:gd name="T102" fmla="*/ 74 w 140"/>
                                <a:gd name="T103" fmla="*/ 130 h 139"/>
                                <a:gd name="T104" fmla="*/ 75 w 140"/>
                                <a:gd name="T105" fmla="*/ 132 h 139"/>
                                <a:gd name="T106" fmla="*/ 80 w 140"/>
                                <a:gd name="T107" fmla="*/ 133 h 139"/>
                                <a:gd name="T108" fmla="*/ 81 w 140"/>
                                <a:gd name="T109" fmla="*/ 139 h 139"/>
                                <a:gd name="T110" fmla="*/ 98 w 140"/>
                                <a:gd name="T111" fmla="*/ 136 h 1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</a:cxnLst>
                              <a:rect l="0" t="0" r="r" b="b"/>
                              <a:pathLst>
                                <a:path w="140" h="139">
                                  <a:moveTo>
                                    <a:pt x="109" y="126"/>
                                  </a:moveTo>
                                  <a:cubicBezTo>
                                    <a:pt x="140" y="106"/>
                                    <a:pt x="140" y="106"/>
                                    <a:pt x="140" y="106"/>
                                  </a:cubicBezTo>
                                  <a:cubicBezTo>
                                    <a:pt x="137" y="101"/>
                                    <a:pt x="137" y="101"/>
                                    <a:pt x="137" y="101"/>
                                  </a:cubicBezTo>
                                  <a:cubicBezTo>
                                    <a:pt x="136" y="101"/>
                                    <a:pt x="136" y="101"/>
                                    <a:pt x="136" y="101"/>
                                  </a:cubicBezTo>
                                  <a:cubicBezTo>
                                    <a:pt x="133" y="99"/>
                                    <a:pt x="133" y="99"/>
                                    <a:pt x="133" y="99"/>
                                  </a:cubicBezTo>
                                  <a:cubicBezTo>
                                    <a:pt x="129" y="99"/>
                                    <a:pt x="129" y="99"/>
                                    <a:pt x="129" y="99"/>
                                  </a:cubicBezTo>
                                  <a:cubicBezTo>
                                    <a:pt x="127" y="97"/>
                                    <a:pt x="127" y="97"/>
                                    <a:pt x="127" y="97"/>
                                  </a:cubicBezTo>
                                  <a:cubicBezTo>
                                    <a:pt x="126" y="92"/>
                                    <a:pt x="126" y="92"/>
                                    <a:pt x="126" y="92"/>
                                  </a:cubicBezTo>
                                  <a:cubicBezTo>
                                    <a:pt x="122" y="86"/>
                                    <a:pt x="122" y="86"/>
                                    <a:pt x="122" y="86"/>
                                  </a:cubicBezTo>
                                  <a:cubicBezTo>
                                    <a:pt x="122" y="86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5" y="84"/>
                                    <a:pt x="125" y="84"/>
                                  </a:cubicBezTo>
                                  <a:cubicBezTo>
                                    <a:pt x="125" y="83"/>
                                    <a:pt x="125" y="83"/>
                                    <a:pt x="125" y="83"/>
                                  </a:cubicBezTo>
                                  <a:cubicBezTo>
                                    <a:pt x="126" y="81"/>
                                    <a:pt x="126" y="81"/>
                                    <a:pt x="126" y="81"/>
                                  </a:cubicBezTo>
                                  <a:cubicBezTo>
                                    <a:pt x="125" y="78"/>
                                    <a:pt x="125" y="78"/>
                                    <a:pt x="125" y="78"/>
                                  </a:cubicBezTo>
                                  <a:cubicBezTo>
                                    <a:pt x="126" y="74"/>
                                    <a:pt x="126" y="74"/>
                                    <a:pt x="126" y="74"/>
                                  </a:cubicBezTo>
                                  <a:cubicBezTo>
                                    <a:pt x="125" y="64"/>
                                    <a:pt x="125" y="64"/>
                                    <a:pt x="125" y="64"/>
                                  </a:cubicBezTo>
                                  <a:cubicBezTo>
                                    <a:pt x="122" y="57"/>
                                    <a:pt x="122" y="57"/>
                                    <a:pt x="122" y="57"/>
                                  </a:cubicBezTo>
                                  <a:cubicBezTo>
                                    <a:pt x="122" y="56"/>
                                    <a:pt x="122" y="56"/>
                                    <a:pt x="122" y="56"/>
                                  </a:cubicBezTo>
                                  <a:cubicBezTo>
                                    <a:pt x="123" y="55"/>
                                    <a:pt x="123" y="55"/>
                                    <a:pt x="123" y="55"/>
                                  </a:cubicBezTo>
                                  <a:cubicBezTo>
                                    <a:pt x="120" y="41"/>
                                    <a:pt x="120" y="41"/>
                                    <a:pt x="120" y="41"/>
                                  </a:cubicBezTo>
                                  <a:cubicBezTo>
                                    <a:pt x="115" y="37"/>
                                    <a:pt x="115" y="37"/>
                                    <a:pt x="115" y="37"/>
                                  </a:cubicBezTo>
                                  <a:cubicBezTo>
                                    <a:pt x="115" y="34"/>
                                    <a:pt x="115" y="34"/>
                                    <a:pt x="115" y="34"/>
                                  </a:cubicBezTo>
                                  <a:cubicBezTo>
                                    <a:pt x="113" y="32"/>
                                    <a:pt x="113" y="32"/>
                                    <a:pt x="113" y="32"/>
                                  </a:cubicBezTo>
                                  <a:cubicBezTo>
                                    <a:pt x="111" y="31"/>
                                    <a:pt x="111" y="31"/>
                                    <a:pt x="111" y="31"/>
                                  </a:cubicBezTo>
                                  <a:cubicBezTo>
                                    <a:pt x="111" y="31"/>
                                    <a:pt x="111" y="29"/>
                                    <a:pt x="111" y="29"/>
                                  </a:cubicBezTo>
                                  <a:cubicBezTo>
                                    <a:pt x="111" y="29"/>
                                    <a:pt x="109" y="27"/>
                                    <a:pt x="109" y="27"/>
                                  </a:cubicBezTo>
                                  <a:cubicBezTo>
                                    <a:pt x="109" y="24"/>
                                    <a:pt x="109" y="24"/>
                                    <a:pt x="109" y="24"/>
                                  </a:cubicBezTo>
                                  <a:cubicBezTo>
                                    <a:pt x="115" y="20"/>
                                    <a:pt x="115" y="20"/>
                                    <a:pt x="115" y="20"/>
                                  </a:cubicBezTo>
                                  <a:cubicBezTo>
                                    <a:pt x="115" y="17"/>
                                    <a:pt x="115" y="17"/>
                                    <a:pt x="115" y="17"/>
                                  </a:cubicBezTo>
                                  <a:cubicBezTo>
                                    <a:pt x="116" y="15"/>
                                    <a:pt x="116" y="15"/>
                                    <a:pt x="116" y="15"/>
                                  </a:cubicBezTo>
                                  <a:cubicBezTo>
                                    <a:pt x="115" y="14"/>
                                    <a:pt x="115" y="14"/>
                                    <a:pt x="115" y="14"/>
                                  </a:cubicBezTo>
                                  <a:cubicBezTo>
                                    <a:pt x="115" y="13"/>
                                    <a:pt x="115" y="13"/>
                                    <a:pt x="115" y="13"/>
                                  </a:cubicBezTo>
                                  <a:cubicBezTo>
                                    <a:pt x="115" y="12"/>
                                    <a:pt x="115" y="12"/>
                                    <a:pt x="115" y="12"/>
                                  </a:cubicBezTo>
                                  <a:cubicBezTo>
                                    <a:pt x="115" y="12"/>
                                    <a:pt x="115" y="11"/>
                                    <a:pt x="115" y="11"/>
                                  </a:cubicBezTo>
                                  <a:cubicBezTo>
                                    <a:pt x="115" y="11"/>
                                    <a:pt x="115" y="10"/>
                                    <a:pt x="115" y="10"/>
                                  </a:cubicBezTo>
                                  <a:cubicBezTo>
                                    <a:pt x="115" y="10"/>
                                    <a:pt x="115" y="10"/>
                                    <a:pt x="114" y="10"/>
                                  </a:cubicBezTo>
                                  <a:cubicBezTo>
                                    <a:pt x="114" y="9"/>
                                    <a:pt x="115" y="9"/>
                                    <a:pt x="115" y="9"/>
                                  </a:cubicBezTo>
                                  <a:cubicBezTo>
                                    <a:pt x="115" y="8"/>
                                    <a:pt x="115" y="8"/>
                                    <a:pt x="115" y="8"/>
                                  </a:cubicBezTo>
                                  <a:cubicBezTo>
                                    <a:pt x="115" y="8"/>
                                    <a:pt x="115" y="7"/>
                                    <a:pt x="115" y="7"/>
                                  </a:cubicBezTo>
                                  <a:cubicBezTo>
                                    <a:pt x="115" y="7"/>
                                    <a:pt x="115" y="7"/>
                                    <a:pt x="115" y="7"/>
                                  </a:cubicBezTo>
                                  <a:cubicBezTo>
                                    <a:pt x="115" y="7"/>
                                    <a:pt x="115" y="6"/>
                                    <a:pt x="115" y="6"/>
                                  </a:cubicBezTo>
                                  <a:cubicBezTo>
                                    <a:pt x="115" y="6"/>
                                    <a:pt x="116" y="5"/>
                                    <a:pt x="115" y="5"/>
                                  </a:cubicBezTo>
                                  <a:cubicBezTo>
                                    <a:pt x="115" y="5"/>
                                    <a:pt x="114" y="4"/>
                                    <a:pt x="114" y="4"/>
                                  </a:cubicBezTo>
                                  <a:cubicBezTo>
                                    <a:pt x="116" y="3"/>
                                    <a:pt x="116" y="3"/>
                                    <a:pt x="116" y="3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5" y="2"/>
                                    <a:pt x="114" y="1"/>
                                    <a:pt x="113" y="2"/>
                                  </a:cubicBezTo>
                                  <a:cubicBezTo>
                                    <a:pt x="113" y="2"/>
                                    <a:pt x="112" y="2"/>
                                    <a:pt x="112" y="2"/>
                                  </a:cubicBezTo>
                                  <a:cubicBezTo>
                                    <a:pt x="110" y="0"/>
                                    <a:pt x="109" y="0"/>
                                    <a:pt x="108" y="1"/>
                                  </a:cubicBezTo>
                                  <a:cubicBezTo>
                                    <a:pt x="107" y="2"/>
                                    <a:pt x="106" y="1"/>
                                    <a:pt x="106" y="2"/>
                                  </a:cubicBezTo>
                                  <a:cubicBezTo>
                                    <a:pt x="105" y="1"/>
                                    <a:pt x="105" y="1"/>
                                    <a:pt x="105" y="1"/>
                                  </a:cubicBezTo>
                                  <a:cubicBezTo>
                                    <a:pt x="104" y="1"/>
                                    <a:pt x="104" y="1"/>
                                    <a:pt x="103" y="0"/>
                                  </a:cubicBezTo>
                                  <a:cubicBezTo>
                                    <a:pt x="103" y="0"/>
                                    <a:pt x="102" y="0"/>
                                    <a:pt x="102" y="1"/>
                                  </a:cubicBezTo>
                                  <a:cubicBezTo>
                                    <a:pt x="102" y="2"/>
                                    <a:pt x="101" y="1"/>
                                    <a:pt x="100" y="2"/>
                                  </a:cubicBezTo>
                                  <a:cubicBezTo>
                                    <a:pt x="99" y="2"/>
                                    <a:pt x="98" y="2"/>
                                    <a:pt x="97" y="3"/>
                                  </a:cubicBezTo>
                                  <a:cubicBezTo>
                                    <a:pt x="97" y="4"/>
                                    <a:pt x="95" y="4"/>
                                    <a:pt x="94" y="4"/>
                                  </a:cubicBezTo>
                                  <a:cubicBezTo>
                                    <a:pt x="93" y="3"/>
                                    <a:pt x="92" y="2"/>
                                    <a:pt x="91" y="2"/>
                                  </a:cubicBezTo>
                                  <a:cubicBezTo>
                                    <a:pt x="91" y="2"/>
                                    <a:pt x="91" y="2"/>
                                    <a:pt x="91" y="2"/>
                                  </a:cubicBezTo>
                                  <a:cubicBezTo>
                                    <a:pt x="87" y="1"/>
                                    <a:pt x="83" y="3"/>
                                    <a:pt x="79" y="3"/>
                                  </a:cubicBezTo>
                                  <a:cubicBezTo>
                                    <a:pt x="78" y="3"/>
                                    <a:pt x="78" y="3"/>
                                    <a:pt x="78" y="4"/>
                                  </a:cubicBezTo>
                                  <a:cubicBezTo>
                                    <a:pt x="76" y="4"/>
                                    <a:pt x="74" y="4"/>
                                    <a:pt x="73" y="4"/>
                                  </a:cubicBezTo>
                                  <a:cubicBezTo>
                                    <a:pt x="70" y="5"/>
                                    <a:pt x="67" y="4"/>
                                    <a:pt x="64" y="6"/>
                                  </a:cubicBezTo>
                                  <a:cubicBezTo>
                                    <a:pt x="63" y="7"/>
                                    <a:pt x="61" y="8"/>
                                    <a:pt x="60" y="10"/>
                                  </a:cubicBezTo>
                                  <a:cubicBezTo>
                                    <a:pt x="59" y="10"/>
                                    <a:pt x="58" y="12"/>
                                    <a:pt x="57" y="10"/>
                                  </a:cubicBezTo>
                                  <a:cubicBezTo>
                                    <a:pt x="57" y="10"/>
                                    <a:pt x="56" y="9"/>
                                    <a:pt x="56" y="10"/>
                                  </a:cubicBezTo>
                                  <a:cubicBezTo>
                                    <a:pt x="55" y="11"/>
                                    <a:pt x="55" y="12"/>
                                    <a:pt x="54" y="11"/>
                                  </a:cubicBezTo>
                                  <a:cubicBezTo>
                                    <a:pt x="52" y="11"/>
                                    <a:pt x="52" y="13"/>
                                    <a:pt x="51" y="14"/>
                                  </a:cubicBezTo>
                                  <a:cubicBezTo>
                                    <a:pt x="49" y="15"/>
                                    <a:pt x="47" y="17"/>
                                    <a:pt x="45" y="17"/>
                                  </a:cubicBezTo>
                                  <a:cubicBezTo>
                                    <a:pt x="45" y="17"/>
                                    <a:pt x="44" y="17"/>
                                    <a:pt x="44" y="17"/>
                                  </a:cubicBezTo>
                                  <a:cubicBezTo>
                                    <a:pt x="47" y="19"/>
                                    <a:pt x="47" y="19"/>
                                    <a:pt x="47" y="19"/>
                                  </a:cubicBezTo>
                                  <a:cubicBezTo>
                                    <a:pt x="46" y="20"/>
                                    <a:pt x="46" y="20"/>
                                    <a:pt x="46" y="20"/>
                                  </a:cubicBezTo>
                                  <a:cubicBezTo>
                                    <a:pt x="47" y="21"/>
                                    <a:pt x="47" y="21"/>
                                    <a:pt x="47" y="21"/>
                                  </a:cubicBezTo>
                                  <a:cubicBezTo>
                                    <a:pt x="47" y="28"/>
                                    <a:pt x="47" y="28"/>
                                    <a:pt x="47" y="28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9" y="35"/>
                                    <a:pt x="49" y="35"/>
                                    <a:pt x="49" y="35"/>
                                  </a:cubicBezTo>
                                  <a:cubicBezTo>
                                    <a:pt x="52" y="37"/>
                                    <a:pt x="52" y="37"/>
                                    <a:pt x="52" y="37"/>
                                  </a:cubicBezTo>
                                  <a:cubicBezTo>
                                    <a:pt x="50" y="39"/>
                                    <a:pt x="50" y="39"/>
                                    <a:pt x="50" y="39"/>
                                  </a:cubicBezTo>
                                  <a:cubicBezTo>
                                    <a:pt x="51" y="40"/>
                                    <a:pt x="51" y="40"/>
                                    <a:pt x="51" y="40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47" y="40"/>
                                    <a:pt x="47" y="40"/>
                                    <a:pt x="47" y="40"/>
                                  </a:cubicBezTo>
                                  <a:cubicBezTo>
                                    <a:pt x="39" y="40"/>
                                    <a:pt x="39" y="40"/>
                                    <a:pt x="39" y="40"/>
                                  </a:cubicBezTo>
                                  <a:cubicBezTo>
                                    <a:pt x="39" y="43"/>
                                    <a:pt x="39" y="43"/>
                                    <a:pt x="39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4" y="49"/>
                                    <a:pt x="34" y="49"/>
                                    <a:pt x="34" y="49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4" y="52"/>
                                    <a:pt x="34" y="52"/>
                                    <a:pt x="34" y="52"/>
                                  </a:cubicBezTo>
                                  <a:cubicBezTo>
                                    <a:pt x="34" y="52"/>
                                    <a:pt x="30" y="53"/>
                                    <a:pt x="29" y="53"/>
                                  </a:cubicBezTo>
                                  <a:cubicBezTo>
                                    <a:pt x="29" y="53"/>
                                    <a:pt x="25" y="56"/>
                                    <a:pt x="25" y="56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6" y="62"/>
                                    <a:pt x="6" y="62"/>
                                    <a:pt x="6" y="62"/>
                                  </a:cubicBezTo>
                                  <a:cubicBezTo>
                                    <a:pt x="0" y="67"/>
                                    <a:pt x="0" y="67"/>
                                    <a:pt x="0" y="67"/>
                                  </a:cubicBezTo>
                                  <a:cubicBezTo>
                                    <a:pt x="0" y="78"/>
                                    <a:pt x="0" y="78"/>
                                    <a:pt x="0" y="78"/>
                                  </a:cubicBezTo>
                                  <a:cubicBezTo>
                                    <a:pt x="26" y="95"/>
                                    <a:pt x="26" y="95"/>
                                    <a:pt x="26" y="95"/>
                                  </a:cubicBezTo>
                                  <a:cubicBezTo>
                                    <a:pt x="66" y="124"/>
                                    <a:pt x="66" y="124"/>
                                    <a:pt x="66" y="124"/>
                                  </a:cubicBezTo>
                                  <a:cubicBezTo>
                                    <a:pt x="66" y="127"/>
                                    <a:pt x="66" y="127"/>
                                    <a:pt x="66" y="127"/>
                                  </a:cubicBezTo>
                                  <a:cubicBezTo>
                                    <a:pt x="69" y="128"/>
                                    <a:pt x="69" y="128"/>
                                    <a:pt x="69" y="128"/>
                                  </a:cubicBezTo>
                                  <a:cubicBezTo>
                                    <a:pt x="71" y="130"/>
                                    <a:pt x="71" y="130"/>
                                    <a:pt x="71" y="130"/>
                                  </a:cubicBezTo>
                                  <a:cubicBezTo>
                                    <a:pt x="74" y="130"/>
                                    <a:pt x="74" y="130"/>
                                    <a:pt x="74" y="130"/>
                                  </a:cubicBezTo>
                                  <a:cubicBezTo>
                                    <a:pt x="74" y="132"/>
                                    <a:pt x="74" y="132"/>
                                    <a:pt x="74" y="132"/>
                                  </a:cubicBezTo>
                                  <a:cubicBezTo>
                                    <a:pt x="75" y="132"/>
                                    <a:pt x="75" y="132"/>
                                    <a:pt x="75" y="132"/>
                                  </a:cubicBezTo>
                                  <a:cubicBezTo>
                                    <a:pt x="77" y="131"/>
                                    <a:pt x="77" y="131"/>
                                    <a:pt x="77" y="131"/>
                                  </a:cubicBezTo>
                                  <a:cubicBezTo>
                                    <a:pt x="80" y="133"/>
                                    <a:pt x="80" y="133"/>
                                    <a:pt x="80" y="133"/>
                                  </a:cubicBezTo>
                                  <a:cubicBezTo>
                                    <a:pt x="80" y="139"/>
                                    <a:pt x="80" y="139"/>
                                    <a:pt x="80" y="139"/>
                                  </a:cubicBezTo>
                                  <a:cubicBezTo>
                                    <a:pt x="81" y="139"/>
                                    <a:pt x="81" y="139"/>
                                    <a:pt x="81" y="139"/>
                                  </a:cubicBezTo>
                                  <a:cubicBezTo>
                                    <a:pt x="87" y="138"/>
                                    <a:pt x="87" y="138"/>
                                    <a:pt x="87" y="138"/>
                                  </a:cubicBezTo>
                                  <a:cubicBezTo>
                                    <a:pt x="98" y="136"/>
                                    <a:pt x="98" y="136"/>
                                    <a:pt x="98" y="136"/>
                                  </a:cubicBezTo>
                                  <a:lnTo>
                                    <a:pt x="109" y="12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pic>
                      <p:nvPicPr>
                        <p:cNvPr id="281" name="Picture 280">
                          <a:extLst>
                            <a:ext uri="{FF2B5EF4-FFF2-40B4-BE49-F238E27FC236}">
                              <a16:creationId xmlns:a16="http://schemas.microsoft.com/office/drawing/2014/main" id="{3B416AE6-FA5A-0770-D763-F2EFFBD30FB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37121" y="411115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2" name="Picture 281">
                          <a:extLst>
                            <a:ext uri="{FF2B5EF4-FFF2-40B4-BE49-F238E27FC236}">
                              <a16:creationId xmlns:a16="http://schemas.microsoft.com/office/drawing/2014/main" id="{CBDD3A30-B0BD-2FFD-35A9-CC33F7A9518E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655625" y="470183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3" name="Picture 282">
                          <a:extLst>
                            <a:ext uri="{FF2B5EF4-FFF2-40B4-BE49-F238E27FC236}">
                              <a16:creationId xmlns:a16="http://schemas.microsoft.com/office/drawing/2014/main" id="{4A86685B-978A-9159-5585-FEF3CA392E29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6301431" y="475322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5" name="Picture 284">
                          <a:extLst>
                            <a:ext uri="{FF2B5EF4-FFF2-40B4-BE49-F238E27FC236}">
                              <a16:creationId xmlns:a16="http://schemas.microsoft.com/office/drawing/2014/main" id="{12A0DD89-57E2-47DF-9515-B24262597A64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370975" y="3916429"/>
                          <a:ext cx="53382" cy="71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  <p:pic>
                      <p:nvPicPr>
                        <p:cNvPr id="286" name="Picture 285">
                          <a:extLst>
                            <a:ext uri="{FF2B5EF4-FFF2-40B4-BE49-F238E27FC236}">
                              <a16:creationId xmlns:a16="http://schemas.microsoft.com/office/drawing/2014/main" id="{48A36014-7B11-4CE8-B3E0-9E83206222F3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742610" y="3876717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8" name="Picture 287">
                          <a:extLst>
                            <a:ext uri="{FF2B5EF4-FFF2-40B4-BE49-F238E27FC236}">
                              <a16:creationId xmlns:a16="http://schemas.microsoft.com/office/drawing/2014/main" id="{0F666BF9-6B21-9062-9F53-78C4009D44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630796" y="428578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9" name="Picture 288">
                          <a:extLst>
                            <a:ext uri="{FF2B5EF4-FFF2-40B4-BE49-F238E27FC236}">
                              <a16:creationId xmlns:a16="http://schemas.microsoft.com/office/drawing/2014/main" id="{C4639C15-5800-1032-0C34-CF894BCD98F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551421" y="426990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0" name="Picture 289">
                          <a:extLst>
                            <a:ext uri="{FF2B5EF4-FFF2-40B4-BE49-F238E27FC236}">
                              <a16:creationId xmlns:a16="http://schemas.microsoft.com/office/drawing/2014/main" id="{C894F51C-C5DC-04B3-6D0C-0C473BF2326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589521" y="427308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1" name="Picture 290">
                          <a:extLst>
                            <a:ext uri="{FF2B5EF4-FFF2-40B4-BE49-F238E27FC236}">
                              <a16:creationId xmlns:a16="http://schemas.microsoft.com/office/drawing/2014/main" id="{1BA96A2C-A298-88A5-6088-EC61B580CA2B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84746" y="425720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2" name="Picture 291">
                          <a:extLst>
                            <a:ext uri="{FF2B5EF4-FFF2-40B4-BE49-F238E27FC236}">
                              <a16:creationId xmlns:a16="http://schemas.microsoft.com/office/drawing/2014/main" id="{03B47EE5-634B-3413-27CD-68E7DBEFBF54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57764" y="411945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3" name="Picture 292">
                          <a:extLst>
                            <a:ext uri="{FF2B5EF4-FFF2-40B4-BE49-F238E27FC236}">
                              <a16:creationId xmlns:a16="http://schemas.microsoft.com/office/drawing/2014/main" id="{C8152EC8-08E5-9D50-5C85-06F4E89BE46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929126" y="392056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4" name="Picture 293">
                          <a:extLst>
                            <a:ext uri="{FF2B5EF4-FFF2-40B4-BE49-F238E27FC236}">
                              <a16:creationId xmlns:a16="http://schemas.microsoft.com/office/drawing/2014/main" id="{90BC8AA5-CA92-737C-1B76-74EE839D10AA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865679" y="3834624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5" name="Picture 294">
                          <a:extLst>
                            <a:ext uri="{FF2B5EF4-FFF2-40B4-BE49-F238E27FC236}">
                              <a16:creationId xmlns:a16="http://schemas.microsoft.com/office/drawing/2014/main" id="{B0BD2428-16F8-B02C-E5D3-AC622B773B3D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929249" y="366937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9" name="Picture 298">
                          <a:extLst>
                            <a:ext uri="{FF2B5EF4-FFF2-40B4-BE49-F238E27FC236}">
                              <a16:creationId xmlns:a16="http://schemas.microsoft.com/office/drawing/2014/main" id="{59DD9E04-910F-EF92-C9F4-E50411F38A1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842450" y="374588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0" name="Picture 299">
                          <a:extLst>
                            <a:ext uri="{FF2B5EF4-FFF2-40B4-BE49-F238E27FC236}">
                              <a16:creationId xmlns:a16="http://schemas.microsoft.com/office/drawing/2014/main" id="{2B3395D9-1C87-54EA-9641-B5D576BC2B7A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51798" y="341803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1" name="Picture 300">
                          <a:extLst>
                            <a:ext uri="{FF2B5EF4-FFF2-40B4-BE49-F238E27FC236}">
                              <a16:creationId xmlns:a16="http://schemas.microsoft.com/office/drawing/2014/main" id="{9517435F-A6DD-2213-57A7-B310294E8C5C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9309" y="359455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2" name="Picture 301">
                          <a:extLst>
                            <a:ext uri="{FF2B5EF4-FFF2-40B4-BE49-F238E27FC236}">
                              <a16:creationId xmlns:a16="http://schemas.microsoft.com/office/drawing/2014/main" id="{F140466C-81D5-8A20-2F76-F71DE50FD7EE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51818" y="363027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3" name="Picture 302">
                          <a:extLst>
                            <a:ext uri="{FF2B5EF4-FFF2-40B4-BE49-F238E27FC236}">
                              <a16:creationId xmlns:a16="http://schemas.microsoft.com/office/drawing/2014/main" id="{347560F1-C7AA-A570-F054-796FE1AAD65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08276" y="376692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5" name="Picture 304">
                          <a:extLst>
                            <a:ext uri="{FF2B5EF4-FFF2-40B4-BE49-F238E27FC236}">
                              <a16:creationId xmlns:a16="http://schemas.microsoft.com/office/drawing/2014/main" id="{076DBDFE-67FC-F1C6-E6CD-2BFDCD40CAAD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3074" y="362393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6" name="Picture 305">
                          <a:extLst>
                            <a:ext uri="{FF2B5EF4-FFF2-40B4-BE49-F238E27FC236}">
                              <a16:creationId xmlns:a16="http://schemas.microsoft.com/office/drawing/2014/main" id="{35646E62-06F6-7B48-22A0-F683B18576A0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96857" y="357579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7" name="Picture 306">
                          <a:extLst>
                            <a:ext uri="{FF2B5EF4-FFF2-40B4-BE49-F238E27FC236}">
                              <a16:creationId xmlns:a16="http://schemas.microsoft.com/office/drawing/2014/main" id="{E3762720-9E80-D3A6-B1A5-BCF2A2DFEB41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27421" y="3722843"/>
                          <a:ext cx="53382" cy="71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  <p:pic>
                      <p:nvPicPr>
                        <p:cNvPr id="308" name="Picture 307">
                          <a:extLst>
                            <a:ext uri="{FF2B5EF4-FFF2-40B4-BE49-F238E27FC236}">
                              <a16:creationId xmlns:a16="http://schemas.microsoft.com/office/drawing/2014/main" id="{616A4997-70B6-47BB-0403-287DDCF5C72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481102" y="364626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9" name="Picture 308">
                          <a:extLst>
                            <a:ext uri="{FF2B5EF4-FFF2-40B4-BE49-F238E27FC236}">
                              <a16:creationId xmlns:a16="http://schemas.microsoft.com/office/drawing/2014/main" id="{A4CC7D45-081A-40BE-8D42-7C1B11485E9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0314" y="350282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</p:grpSp>
                  <p:pic>
                    <p:nvPicPr>
                      <p:cNvPr id="297" name="Picture 296">
                        <a:extLst>
                          <a:ext uri="{FF2B5EF4-FFF2-40B4-BE49-F238E27FC236}">
                            <a16:creationId xmlns:a16="http://schemas.microsoft.com/office/drawing/2014/main" id="{EB16D044-B439-2178-2B08-9E4F43366764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4495939" y="3933244"/>
                        <a:ext cx="73249" cy="98727"/>
                      </a:xfrm>
                      <a:prstGeom prst="rect">
                        <a:avLst/>
                      </a:prstGeom>
                      <a:noFill/>
                    </p:spPr>
                  </p:pic>
                  <p:pic>
                    <p:nvPicPr>
                      <p:cNvPr id="298" name="Picture 297">
                        <a:extLst>
                          <a:ext uri="{FF2B5EF4-FFF2-40B4-BE49-F238E27FC236}">
                            <a16:creationId xmlns:a16="http://schemas.microsoft.com/office/drawing/2014/main" id="{947AF1EC-9281-7F1A-034E-2F40119435B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457464" y="4134917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1" name="Picture 310">
                        <a:extLst>
                          <a:ext uri="{FF2B5EF4-FFF2-40B4-BE49-F238E27FC236}">
                            <a16:creationId xmlns:a16="http://schemas.microsoft.com/office/drawing/2014/main" id="{00742DF3-20D1-1785-6980-07424888AE55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956312" y="4058415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2" name="Picture 311">
                        <a:extLst>
                          <a:ext uri="{FF2B5EF4-FFF2-40B4-BE49-F238E27FC236}">
                            <a16:creationId xmlns:a16="http://schemas.microsoft.com/office/drawing/2014/main" id="{824A008F-4794-96DF-6917-B5D5794524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962662" y="3903543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3" name="Picture 312">
                        <a:extLst>
                          <a:ext uri="{FF2B5EF4-FFF2-40B4-BE49-F238E27FC236}">
                            <a16:creationId xmlns:a16="http://schemas.microsoft.com/office/drawing/2014/main" id="{DDAC9DD4-5E3E-C492-39B9-2EF978B555D4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619887" y="5394950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4" name="Picture 313">
                        <a:extLst>
                          <a:ext uri="{FF2B5EF4-FFF2-40B4-BE49-F238E27FC236}">
                            <a16:creationId xmlns:a16="http://schemas.microsoft.com/office/drawing/2014/main" id="{932398E5-7291-1B67-E2D8-A6FFDBE54DD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845783" y="5099428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5" name="Picture 314">
                        <a:extLst>
                          <a:ext uri="{FF2B5EF4-FFF2-40B4-BE49-F238E27FC236}">
                            <a16:creationId xmlns:a16="http://schemas.microsoft.com/office/drawing/2014/main" id="{AF36F8B0-A7D9-0675-0F64-8B4206B3FF95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3908546" y="3679554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6" name="Picture 315">
                        <a:extLst>
                          <a:ext uri="{FF2B5EF4-FFF2-40B4-BE49-F238E27FC236}">
                            <a16:creationId xmlns:a16="http://schemas.microsoft.com/office/drawing/2014/main" id="{2AE33E71-44F5-FFA1-CA49-4FAFE76DAEF9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3059414" y="3168867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grpSp>
                <p:pic>
                  <p:nvPicPr>
                    <p:cNvPr id="85" name="Picture 84">
                      <a:extLst>
                        <a:ext uri="{FF2B5EF4-FFF2-40B4-BE49-F238E27FC236}">
                          <a16:creationId xmlns:a16="http://schemas.microsoft.com/office/drawing/2014/main" id="{DDF22ECD-A7E9-3BFC-0199-B782FBE99C7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6876732" y="5418223"/>
                      <a:ext cx="79029" cy="106518"/>
                    </a:xfrm>
                    <a:prstGeom prst="rect">
                      <a:avLst/>
                    </a:prstGeom>
                  </p:spPr>
                </p:pic>
              </p:grpSp>
              <p:pic>
                <p:nvPicPr>
                  <p:cNvPr id="84" name="Picture 83">
                    <a:extLst>
                      <a:ext uri="{FF2B5EF4-FFF2-40B4-BE49-F238E27FC236}">
                        <a16:creationId xmlns:a16="http://schemas.microsoft.com/office/drawing/2014/main" id="{5774E618-E067-9C35-7CFB-E10843E685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205652" y="5158088"/>
                    <a:ext cx="69447" cy="93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3" name="Arc 42">
                  <a:extLst>
                    <a:ext uri="{FF2B5EF4-FFF2-40B4-BE49-F238E27FC236}">
                      <a16:creationId xmlns:a16="http://schemas.microsoft.com/office/drawing/2014/main" id="{DE99EDF2-EFEE-C5F9-AE18-0BEB31076832}"/>
                    </a:ext>
                  </a:extLst>
                </p:cNvPr>
                <p:cNvSpPr/>
                <p:nvPr/>
              </p:nvSpPr>
              <p:spPr>
                <a:xfrm>
                  <a:off x="6203801" y="1395228"/>
                  <a:ext cx="3568906" cy="2420749"/>
                </a:xfrm>
                <a:prstGeom prst="arc">
                  <a:avLst>
                    <a:gd name="adj1" fmla="val 11368686"/>
                    <a:gd name="adj2" fmla="val 21317030"/>
                  </a:avLst>
                </a:prstGeom>
                <a:noFill/>
                <a:ln w="25400" cap="flat" cmpd="sng" algn="ctr">
                  <a:solidFill>
                    <a:schemeClr val="accent3">
                      <a:alpha val="50000"/>
                    </a:schemeClr>
                  </a:solidFill>
                  <a:prstDash val="solid"/>
                  <a:headEnd w="lg" len="lg"/>
                  <a:tailEnd type="arrow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6" name="Arc 55">
                  <a:extLst>
                    <a:ext uri="{FF2B5EF4-FFF2-40B4-BE49-F238E27FC236}">
                      <a16:creationId xmlns:a16="http://schemas.microsoft.com/office/drawing/2014/main" id="{E2E8130D-FF64-D8B0-AE1A-525F08EFB424}"/>
                    </a:ext>
                  </a:extLst>
                </p:cNvPr>
                <p:cNvSpPr/>
                <p:nvPr/>
              </p:nvSpPr>
              <p:spPr>
                <a:xfrm rot="10800000">
                  <a:off x="6930138" y="2915581"/>
                  <a:ext cx="2469224" cy="1605227"/>
                </a:xfrm>
                <a:prstGeom prst="arc">
                  <a:avLst>
                    <a:gd name="adj1" fmla="val 12069773"/>
                    <a:gd name="adj2" fmla="val 20592548"/>
                  </a:avLst>
                </a:prstGeom>
                <a:noFill/>
                <a:ln w="25400" cap="flat" cmpd="sng" algn="ctr">
                  <a:solidFill>
                    <a:schemeClr val="accent3">
                      <a:alpha val="50000"/>
                    </a:schemeClr>
                  </a:solidFill>
                  <a:prstDash val="solid"/>
                  <a:headEnd w="lg" len="lg"/>
                  <a:tailEnd type="arrow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1" name="Arc 50">
                  <a:extLst>
                    <a:ext uri="{FF2B5EF4-FFF2-40B4-BE49-F238E27FC236}">
                      <a16:creationId xmlns:a16="http://schemas.microsoft.com/office/drawing/2014/main" id="{DDEF5559-936F-EEB2-1E1E-0B3ECDE15FF0}"/>
                    </a:ext>
                  </a:extLst>
                </p:cNvPr>
                <p:cNvSpPr/>
                <p:nvPr/>
              </p:nvSpPr>
              <p:spPr>
                <a:xfrm rot="12089088" flipH="1" flipV="1">
                  <a:off x="7278541" y="2058145"/>
                  <a:ext cx="2425116" cy="2753666"/>
                </a:xfrm>
                <a:prstGeom prst="arc">
                  <a:avLst>
                    <a:gd name="adj1" fmla="val 12751355"/>
                    <a:gd name="adj2" fmla="val 18014744"/>
                  </a:avLst>
                </a:prstGeom>
                <a:noFill/>
                <a:ln w="25400" cap="flat" cmpd="sng" algn="ctr">
                  <a:solidFill>
                    <a:schemeClr val="accent1">
                      <a:alpha val="50000"/>
                    </a:schemeClr>
                  </a:solidFill>
                  <a:prstDash val="solid"/>
                  <a:headEnd type="arrow" w="lg" len="lg"/>
                  <a:tailEnd type="none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5" name="Arc 54">
                  <a:extLst>
                    <a:ext uri="{FF2B5EF4-FFF2-40B4-BE49-F238E27FC236}">
                      <a16:creationId xmlns:a16="http://schemas.microsoft.com/office/drawing/2014/main" id="{2722B6B5-08EB-8422-12C9-B1ECC0705A12}"/>
                    </a:ext>
                  </a:extLst>
                </p:cNvPr>
                <p:cNvSpPr/>
                <p:nvPr/>
              </p:nvSpPr>
              <p:spPr>
                <a:xfrm rot="2648931" flipH="1" flipV="1">
                  <a:off x="7769146" y="1621397"/>
                  <a:ext cx="2042881" cy="2319647"/>
                </a:xfrm>
                <a:prstGeom prst="arc">
                  <a:avLst>
                    <a:gd name="adj1" fmla="val 12751355"/>
                    <a:gd name="adj2" fmla="val 17104485"/>
                  </a:avLst>
                </a:prstGeom>
                <a:noFill/>
                <a:ln w="25400" cap="flat" cmpd="sng" algn="ctr">
                  <a:solidFill>
                    <a:schemeClr val="accent1">
                      <a:alpha val="50000"/>
                    </a:schemeClr>
                  </a:solidFill>
                  <a:prstDash val="solid"/>
                  <a:headEnd type="arrow" w="lg" len="lg"/>
                  <a:tailEnd type="none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</p:grp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114823F6-FB3A-D4B0-9815-18607C7CF7B4}"/>
                  </a:ext>
                </a:extLst>
              </p:cNvPr>
              <p:cNvSpPr txBox="1"/>
              <p:nvPr/>
            </p:nvSpPr>
            <p:spPr>
              <a:xfrm>
                <a:off x="7222014" y="5647099"/>
                <a:ext cx="2638946" cy="2131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APAC to Americas</a:t>
                </a:r>
                <a:endParaRPr lang="en-GB" sz="240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BC6590E9-32B1-8DDF-BBE9-9EF3463A13AB}"/>
                  </a:ext>
                </a:extLst>
              </p:cNvPr>
              <p:cNvSpPr txBox="1"/>
              <p:nvPr/>
            </p:nvSpPr>
            <p:spPr>
              <a:xfrm>
                <a:off x="8462006" y="4944023"/>
                <a:ext cx="1148770" cy="4796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Europe, UK &amp; Middle East to APAC</a:t>
                </a:r>
                <a:endParaRPr lang="en-GB" sz="2400"/>
              </a:p>
            </p:txBody>
          </p: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39B49DE3-CE55-B378-DD68-17A329F73064}"/>
                  </a:ext>
                </a:extLst>
              </p:cNvPr>
              <p:cNvSpPr txBox="1"/>
              <p:nvPr/>
            </p:nvSpPr>
            <p:spPr>
              <a:xfrm>
                <a:off x="6956513" y="1237546"/>
                <a:ext cx="2638946" cy="2131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Americas to APAC</a:t>
                </a:r>
                <a:endParaRPr lang="en-GB" sz="2400"/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F1649060-492A-8BA5-7EA2-39231FD559FB}"/>
                  </a:ext>
                </a:extLst>
              </p:cNvPr>
              <p:cNvSpPr txBox="1"/>
              <p:nvPr/>
            </p:nvSpPr>
            <p:spPr>
              <a:xfrm>
                <a:off x="7768092" y="2025265"/>
                <a:ext cx="990654" cy="4796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APAC </a:t>
                </a:r>
                <a:b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</a:br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to Europe, UK </a:t>
                </a:r>
                <a:b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</a:br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&amp; Middle East</a:t>
                </a:r>
                <a:endParaRPr lang="en-GB" sz="2400"/>
              </a:p>
            </p:txBody>
          </p:sp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D1AF22FC-2B6D-F353-275A-21E66E18CD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grayscl/>
              </a:blip>
              <a:stretch>
                <a:fillRect/>
              </a:stretch>
            </p:blipFill>
            <p:spPr>
              <a:xfrm>
                <a:off x="10329235" y="3473737"/>
                <a:ext cx="59274" cy="82034"/>
              </a:xfrm>
              <a:prstGeom prst="rect">
                <a:avLst/>
              </a:prstGeom>
            </p:spPr>
          </p:pic>
          <p:pic>
            <p:nvPicPr>
              <p:cNvPr id="19" name="Picture 18">
                <a:extLst>
                  <a:ext uri="{FF2B5EF4-FFF2-40B4-BE49-F238E27FC236}">
                    <a16:creationId xmlns:a16="http://schemas.microsoft.com/office/drawing/2014/main" id="{4DFC2B7D-9D58-4A87-5DAE-C21C86346A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grayscl/>
              </a:blip>
              <a:stretch>
                <a:fillRect/>
              </a:stretch>
            </p:blipFill>
            <p:spPr>
              <a:xfrm>
                <a:off x="10129269" y="3835064"/>
                <a:ext cx="59274" cy="82034"/>
              </a:xfrm>
              <a:prstGeom prst="rect">
                <a:avLst/>
              </a:prstGeom>
            </p:spPr>
          </p:pic>
        </p:grpSp>
        <p:sp>
          <p:nvSpPr>
            <p:cNvPr id="13" name="Arc 12">
              <a:extLst>
                <a:ext uri="{FF2B5EF4-FFF2-40B4-BE49-F238E27FC236}">
                  <a16:creationId xmlns:a16="http://schemas.microsoft.com/office/drawing/2014/main" id="{B094293D-B519-A7E0-1131-7E62A7EF68CD}"/>
                </a:ext>
              </a:extLst>
            </p:cNvPr>
            <p:cNvSpPr/>
            <p:nvPr/>
          </p:nvSpPr>
          <p:spPr>
            <a:xfrm rot="18990684" flipV="1">
              <a:off x="6045305" y="2196517"/>
              <a:ext cx="1815800" cy="2049695"/>
            </a:xfrm>
            <a:prstGeom prst="arc">
              <a:avLst>
                <a:gd name="adj1" fmla="val 12751355"/>
                <a:gd name="adj2" fmla="val 17104485"/>
              </a:avLst>
            </a:prstGeom>
            <a:noFill/>
            <a:ln w="25400" cap="flat" cmpd="sng" algn="ctr">
              <a:solidFill>
                <a:schemeClr val="accent2">
                  <a:alpha val="50000"/>
                </a:schemeClr>
              </a:solidFill>
              <a:prstDash val="solid"/>
              <a:headEnd type="arrow" w="lg" len="lg"/>
              <a:tailEnd type="none" w="lg" len="lg"/>
            </a:ln>
            <a:effectLst/>
          </p:spPr>
          <p:txBody>
            <a:bodyPr rtlCol="0" anchor="ctr"/>
            <a:lstStyle/>
            <a:p>
              <a:pPr algn="ctr" defTabSz="1197192">
                <a:defRPr/>
              </a:pPr>
              <a:endParaRPr lang="en-US" sz="1100">
                <a:solidFill>
                  <a:srgbClr val="000000"/>
                </a:solidFill>
                <a:latin typeface="Poppins" panose="00000500000000000000" pitchFamily="2" charset="0"/>
                <a:ea typeface="Microsoft YaHei"/>
                <a:cs typeface="Poppins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1E43AE0-E013-C3B8-E30B-3235FB231EB9}"/>
                </a:ext>
              </a:extLst>
            </p:cNvPr>
            <p:cNvSpPr txBox="1"/>
            <p:nvPr/>
          </p:nvSpPr>
          <p:spPr>
            <a:xfrm>
              <a:off x="6397718" y="3472777"/>
              <a:ext cx="1155635" cy="49809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GB" sz="1000" b="1" i="0" u="none" strike="noStrike" kern="1200" cap="none" spc="0" normalizeH="0" baseline="0" noProof="0">
                  <a:ln>
                    <a:noFill/>
                  </a:ln>
                  <a:solidFill>
                    <a:srgbClr val="272C2C"/>
                  </a:solidFill>
                  <a:effectLst/>
                  <a:uLnTx/>
                  <a:uFillTx/>
                  <a:latin typeface="Poppins ExtraLight" pitchFamily="2" charset="77"/>
                  <a:ea typeface="+mn-ea"/>
                  <a:cs typeface="Poppins" pitchFamily="2" charset="77"/>
                </a:rPr>
                <a:t>From Europe, UK &amp; Middle East to Americas</a:t>
              </a:r>
              <a:endParaRPr lang="en-GB" sz="2400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C3AA19BF-E0B3-C643-8CCB-0BD099D2AA45}"/>
              </a:ext>
            </a:extLst>
          </p:cNvPr>
          <p:cNvSpPr txBox="1"/>
          <p:nvPr/>
        </p:nvSpPr>
        <p:spPr>
          <a:xfrm>
            <a:off x="9575565" y="1267184"/>
            <a:ext cx="225249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Singapore (Headquarters)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Australia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Chinese Mainland</a:t>
            </a:r>
            <a:endParaRPr kumimoji="0" lang="en-GB" sz="1000" b="1" i="0" u="none" strike="noStrike" kern="1200" cap="none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Hong Kong SAR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India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Indonesia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Japan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Labuan</a:t>
            </a:r>
            <a:endParaRPr kumimoji="0" lang="en-GB" sz="1000" b="1" i="0" u="none" strike="noStrike" kern="1200" cap="none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Macau SAR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Malaysia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Mongolia 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Philippines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South Korea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Taiwan 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Thailand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Vietnam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AD307F2-B2D7-6C31-4B21-0499F9EE2CB5}"/>
              </a:ext>
            </a:extLst>
          </p:cNvPr>
          <p:cNvSpPr txBox="1"/>
          <p:nvPr/>
        </p:nvSpPr>
        <p:spPr>
          <a:xfrm>
            <a:off x="9571300" y="4194681"/>
            <a:ext cx="251076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Cyprus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Germany 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Italy</a:t>
            </a:r>
          </a:p>
          <a:p>
            <a:pPr lvl="0"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Poland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United Kingdom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United Arab Emirates</a:t>
            </a:r>
            <a:endParaRPr kumimoji="0" lang="en-HK" sz="1000" b="1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7A270BD-73F0-B343-67CB-46221F2FD865}"/>
              </a:ext>
            </a:extLst>
          </p:cNvPr>
          <p:cNvSpPr txBox="1"/>
          <p:nvPr/>
        </p:nvSpPr>
        <p:spPr>
          <a:xfrm>
            <a:off x="9571300" y="5610093"/>
            <a:ext cx="2510761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Brazil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British Virgin Islands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Cayman Islands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United States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Uruguay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43EA73A-6F3F-8CE8-F63E-2301AF7233F6}"/>
              </a:ext>
            </a:extLst>
          </p:cNvPr>
          <p:cNvCxnSpPr>
            <a:cxnSpLocks/>
          </p:cNvCxnSpPr>
          <p:nvPr/>
        </p:nvCxnSpPr>
        <p:spPr>
          <a:xfrm>
            <a:off x="9422788" y="1263893"/>
            <a:ext cx="0" cy="244946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A16F7DEC-19A9-22C8-394C-C142841A149E}"/>
              </a:ext>
            </a:extLst>
          </p:cNvPr>
          <p:cNvCxnSpPr>
            <a:cxnSpLocks/>
          </p:cNvCxnSpPr>
          <p:nvPr/>
        </p:nvCxnSpPr>
        <p:spPr>
          <a:xfrm>
            <a:off x="9438554" y="4152551"/>
            <a:ext cx="0" cy="9993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68C4F0C4-1CDD-C7B2-72C6-8DC722394768}"/>
              </a:ext>
            </a:extLst>
          </p:cNvPr>
          <p:cNvCxnSpPr>
            <a:cxnSpLocks/>
          </p:cNvCxnSpPr>
          <p:nvPr/>
        </p:nvCxnSpPr>
        <p:spPr>
          <a:xfrm>
            <a:off x="9422788" y="5582134"/>
            <a:ext cx="0" cy="8298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E435A769-B9F1-8D7F-8BF2-7DD2D8FA2432}"/>
              </a:ext>
            </a:extLst>
          </p:cNvPr>
          <p:cNvSpPr txBox="1"/>
          <p:nvPr/>
        </p:nvSpPr>
        <p:spPr>
          <a:xfrm>
            <a:off x="9224111" y="931142"/>
            <a:ext cx="1343527" cy="30777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Asia Pacific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359CEBF-C6CB-77D2-0B78-A90C5C4FF4FF}"/>
              </a:ext>
            </a:extLst>
          </p:cNvPr>
          <p:cNvSpPr txBox="1"/>
          <p:nvPr/>
        </p:nvSpPr>
        <p:spPr>
          <a:xfrm>
            <a:off x="9224111" y="3871352"/>
            <a:ext cx="2504746" cy="3077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Europe, UK &amp; Middle East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DA0AB85-E51F-7F92-0D24-60F3B6BFFF7B}"/>
              </a:ext>
            </a:extLst>
          </p:cNvPr>
          <p:cNvSpPr txBox="1"/>
          <p:nvPr/>
        </p:nvSpPr>
        <p:spPr>
          <a:xfrm>
            <a:off x="9212960" y="5290822"/>
            <a:ext cx="1073397" cy="31263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Americas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64223D4-177A-9772-DE91-0EC2106040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97835" y="5434839"/>
            <a:ext cx="77911" cy="10782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2B20B60C-1804-C84E-2B1C-F6B4933354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8100" y="4530019"/>
            <a:ext cx="68466" cy="9475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8995F3BE-E167-1E06-5C3B-59904B2F9C8D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735370" y="3409644"/>
            <a:ext cx="68466" cy="94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" name="Picture 21" descr="A white object on a black background&#10;&#10;AI-generated content may be incorrect.">
            <a:extLst>
              <a:ext uri="{FF2B5EF4-FFF2-40B4-BE49-F238E27FC236}">
                <a16:creationId xmlns:a16="http://schemas.microsoft.com/office/drawing/2014/main" id="{F19C90CE-EE40-2FA0-4A46-855843B9DE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1543" y="3532386"/>
            <a:ext cx="284587" cy="323394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B0350C05-A8E5-DD6C-3E03-584A18F1D95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778638" y="3477226"/>
            <a:ext cx="68466" cy="94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727BDE63-3FA1-94BB-F6EF-36A83AB31CF8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051549" y="3428105"/>
            <a:ext cx="68466" cy="94756"/>
          </a:xfrm>
          <a:prstGeom prst="rect">
            <a:avLst/>
          </a:prstGeom>
          <a:noFill/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AFF890BD-AC12-0276-8CF0-484EFBE72595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290305" y="3719645"/>
            <a:ext cx="68466" cy="94756"/>
          </a:xfrm>
          <a:prstGeom prst="rect">
            <a:avLst/>
          </a:prstGeom>
          <a:noFill/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4780508-C737-5139-4433-A2EF26CA8A3C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830112" y="3779606"/>
            <a:ext cx="61557" cy="85194"/>
          </a:xfrm>
          <a:prstGeom prst="rect">
            <a:avLst/>
          </a:prstGeom>
          <a:noFill/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207FFA92-07C0-F3C3-F2C8-DBF5970CAC10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529774" y="3747187"/>
            <a:ext cx="61557" cy="85194"/>
          </a:xfrm>
          <a:prstGeom prst="rect">
            <a:avLst/>
          </a:prstGeom>
          <a:noFill/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BC97D2CC-8161-2817-3637-008121B9DF97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95246" y="3894602"/>
            <a:ext cx="68466" cy="94756"/>
          </a:xfrm>
          <a:prstGeom prst="rect">
            <a:avLst/>
          </a:prstGeom>
          <a:noFill/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9C25B9A-0B4D-2F72-A6B9-E6AF7A317E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92712" y="4329881"/>
            <a:ext cx="61557" cy="85194"/>
          </a:xfrm>
          <a:prstGeom prst="rect">
            <a:avLst/>
          </a:prstGeom>
          <a:noFill/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4EA8BE51-A0E8-641C-E73F-DCA63D9A8754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95246" y="4063519"/>
            <a:ext cx="61557" cy="85194"/>
          </a:xfrm>
          <a:prstGeom prst="rect">
            <a:avLst/>
          </a:prstGeom>
          <a:noFill/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42E01A2D-DC8C-8B26-374A-900101679771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6994799" y="4133954"/>
            <a:ext cx="68466" cy="94756"/>
          </a:xfrm>
          <a:prstGeom prst="rect">
            <a:avLst/>
          </a:prstGeom>
          <a:noFill/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B467EEB-F1CD-ECC6-1317-D0ECA7110D99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164057" y="4051227"/>
            <a:ext cx="68466" cy="94756"/>
          </a:xfrm>
          <a:prstGeom prst="rect">
            <a:avLst/>
          </a:prstGeom>
          <a:noFill/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56814866-4CA6-B9C1-0DF9-17E5434879A4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22380" y="4036718"/>
            <a:ext cx="61557" cy="85194"/>
          </a:xfrm>
          <a:prstGeom prst="rect">
            <a:avLst/>
          </a:prstGeom>
          <a:noFill/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E3CEA1A7-6CF6-7679-F192-CB29095CF04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2582582" y="3672267"/>
            <a:ext cx="68466" cy="94756"/>
          </a:xfrm>
          <a:prstGeom prst="rect">
            <a:avLst/>
          </a:prstGeom>
          <a:noFill/>
          <a:ln>
            <a:noFill/>
          </a:ln>
        </p:spPr>
      </p:pic>
      <p:sp>
        <p:nvSpPr>
          <p:cNvPr id="32" name="Oval 31">
            <a:extLst>
              <a:ext uri="{FF2B5EF4-FFF2-40B4-BE49-F238E27FC236}">
                <a16:creationId xmlns:a16="http://schemas.microsoft.com/office/drawing/2014/main" id="{1CCA5073-82AA-E7C7-F6A4-5488F929BA39}"/>
              </a:ext>
            </a:extLst>
          </p:cNvPr>
          <p:cNvSpPr/>
          <p:nvPr/>
        </p:nvSpPr>
        <p:spPr>
          <a:xfrm>
            <a:off x="1563099" y="3061767"/>
            <a:ext cx="2499369" cy="2536276"/>
          </a:xfrm>
          <a:prstGeom prst="ellipse">
            <a:avLst/>
          </a:prstGeom>
          <a:solidFill>
            <a:schemeClr val="accent3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90E3C93C-9B89-8E0F-4FA3-CBBFCF53563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5795898" y="4046546"/>
            <a:ext cx="68466" cy="94756"/>
          </a:xfrm>
          <a:prstGeom prst="rect">
            <a:avLst/>
          </a:prstGeom>
          <a:noFill/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BE63231C-162F-9D36-2AD9-DC3E88AC143E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119164" y="4178778"/>
            <a:ext cx="61557" cy="85194"/>
          </a:xfrm>
          <a:prstGeom prst="rect">
            <a:avLst/>
          </a:prstGeom>
          <a:noFill/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9494212F-5231-773C-5C13-569C7CB4DF6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1899" y="4390249"/>
            <a:ext cx="61557" cy="85194"/>
          </a:xfrm>
          <a:prstGeom prst="rect">
            <a:avLst/>
          </a:prstGeom>
          <a:noFill/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B87BCF14-434A-FED2-A37F-231D309B45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21453" y="4540740"/>
            <a:ext cx="68466" cy="94756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50E85831-8F32-5ABD-1C10-0DC0B8DC78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53914" y="4797694"/>
            <a:ext cx="68466" cy="94756"/>
          </a:xfrm>
          <a:prstGeom prst="rect">
            <a:avLst/>
          </a:prstGeom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4726B9AE-B8E4-2E9A-CA5C-A313ACC967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1925" y="3982702"/>
            <a:ext cx="68466" cy="94756"/>
          </a:xfrm>
          <a:prstGeom prst="rect">
            <a:avLst/>
          </a:prstGeom>
        </p:spPr>
      </p:pic>
      <p:pic>
        <p:nvPicPr>
          <p:cNvPr id="46" name="Picture 45">
            <a:extLst>
              <a:ext uri="{FF2B5EF4-FFF2-40B4-BE49-F238E27FC236}">
                <a16:creationId xmlns:a16="http://schemas.microsoft.com/office/drawing/2014/main" id="{C7150771-6ACC-691C-56A5-431FC274E31E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216812" y="4106683"/>
            <a:ext cx="68466" cy="94756"/>
          </a:xfrm>
          <a:prstGeom prst="rect">
            <a:avLst/>
          </a:prstGeom>
        </p:spPr>
      </p:pic>
      <p:sp>
        <p:nvSpPr>
          <p:cNvPr id="4" name="Oval 3">
            <a:extLst>
              <a:ext uri="{FF2B5EF4-FFF2-40B4-BE49-F238E27FC236}">
                <a16:creationId xmlns:a16="http://schemas.microsoft.com/office/drawing/2014/main" id="{AC42FC37-9BC9-CEE6-970B-11A7CB47F85D}"/>
              </a:ext>
            </a:extLst>
          </p:cNvPr>
          <p:cNvSpPr/>
          <p:nvPr/>
        </p:nvSpPr>
        <p:spPr>
          <a:xfrm>
            <a:off x="5769626" y="3110353"/>
            <a:ext cx="2849506" cy="2812261"/>
          </a:xfrm>
          <a:prstGeom prst="ellipse">
            <a:avLst/>
          </a:prstGeom>
          <a:solidFill>
            <a:schemeClr val="accent1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869EDB9-457F-C964-DE17-05BF83CD6EE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967145" y="3279469"/>
            <a:ext cx="68466" cy="94756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36ABEB20-6A65-7E69-149F-4C2141C80D51}"/>
              </a:ext>
            </a:extLst>
          </p:cNvPr>
          <p:cNvSpPr/>
          <p:nvPr/>
        </p:nvSpPr>
        <p:spPr>
          <a:xfrm>
            <a:off x="4174413" y="2651900"/>
            <a:ext cx="1857583" cy="1918049"/>
          </a:xfrm>
          <a:prstGeom prst="ellipse">
            <a:avLst/>
          </a:prstGeom>
          <a:solidFill>
            <a:schemeClr val="accent3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2748272"/>
      </p:ext>
    </p:extLst>
  </p:cSld>
  <p:clrMapOvr>
    <a:masterClrMapping/>
  </p:clrMapOvr>
</p:sld>
</file>

<file path=ppt/slides/slide4.xml><?xml version="1.0" encoding="utf-8"?>
<p:sld xmlns:a16="http://schemas.microsoft.com/office/drawing/2014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1066AA-8F8A-4D5B-B1D9-08144F7AAF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oughnut 5">
            <a:extLst>
              <a:ext uri="{FF2B5EF4-FFF2-40B4-BE49-F238E27FC236}">
                <a16:creationId xmlns:a16="http://schemas.microsoft.com/office/drawing/2014/main" id="{B112C90B-8E19-32EF-37A5-B343FBCA1D8C}"/>
              </a:ext>
            </a:extLst>
          </p:cNvPr>
          <p:cNvSpPr/>
          <p:nvPr/>
        </p:nvSpPr>
        <p:spPr>
          <a:xfrm>
            <a:off x="4243137" y="1791299"/>
            <a:ext cx="3705726" cy="3705726"/>
          </a:xfrm>
          <a:prstGeom prst="donut">
            <a:avLst>
              <a:gd name="adj" fmla="val 16041"/>
            </a:avLst>
          </a:prstGeom>
          <a:solidFill>
            <a:schemeClr val="accent1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tx1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3D898B2-2F51-5670-3508-920E36D1D74E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  <a:ln w="19050">
            <a:noFill/>
          </a:ln>
        </p:spPr>
        <p:txBody>
          <a:bodyPr wrap="square" rtlCol="0" anchor="b">
            <a:spAutoFit/>
          </a:bodyPr>
          <a:lstStyle/>
          <a:p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Our Service Offerings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anose="00000500000000000000" pitchFamily="2" charset="0"/>
              <a:ea typeface="+mn-ea"/>
              <a:cs typeface="Poppins" panose="00000500000000000000" pitchFamily="2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FBA9DD-2E44-1466-3FE3-B97D8A543AA4}"/>
              </a:ext>
            </a:extLst>
          </p:cNvPr>
          <p:cNvSpPr txBox="1"/>
          <p:nvPr/>
        </p:nvSpPr>
        <p:spPr>
          <a:xfrm>
            <a:off x="1676107" y="1360355"/>
            <a:ext cx="2185633" cy="553998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Financial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M&amp;A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Insolvency / Liquidation</a:t>
            </a:r>
            <a:endParaRPr lang="en-GB" sz="100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38F2966-712F-29C6-53D9-062EE1A749F8}"/>
              </a:ext>
            </a:extLst>
          </p:cNvPr>
          <p:cNvGrpSpPr/>
          <p:nvPr/>
        </p:nvGrpSpPr>
        <p:grpSpPr>
          <a:xfrm flipH="1">
            <a:off x="2351304" y="1142574"/>
            <a:ext cx="2650898" cy="881377"/>
            <a:chOff x="2538076" y="2003857"/>
            <a:chExt cx="961547" cy="1196792"/>
          </a:xfrm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9C2DD83-CBCB-2059-0748-A722E0940AB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41027" y="2003857"/>
              <a:ext cx="0" cy="1196792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84AD14B7-1D31-5BE4-6D91-9C01B72036E9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2006157"/>
              <a:ext cx="961547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21C1B475-9430-2929-5815-E43622921F06}"/>
              </a:ext>
            </a:extLst>
          </p:cNvPr>
          <p:cNvSpPr txBox="1"/>
          <p:nvPr/>
        </p:nvSpPr>
        <p:spPr>
          <a:xfrm>
            <a:off x="1676107" y="990044"/>
            <a:ext cx="1016644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Advisory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9820BC0-5220-6D7E-D13E-3906748C6DCB}"/>
              </a:ext>
            </a:extLst>
          </p:cNvPr>
          <p:cNvSpPr txBox="1"/>
          <p:nvPr/>
        </p:nvSpPr>
        <p:spPr>
          <a:xfrm>
            <a:off x="506909" y="2625226"/>
            <a:ext cx="3234767" cy="1169551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Market Entry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Industrial Park &amp; Business Partners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Cross-Border Compliance 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China’s ODI &amp; Registration in Circular 37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UAE Free Zone &amp; Mainland </a:t>
            </a:r>
            <a:b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</a:b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Trade License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 ExtraLight" pitchFamily="2" charset="77"/>
              </a:rPr>
              <a:t>International Expansion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37FDEFAB-5B42-2FB4-FE78-8762833E60F2}"/>
              </a:ext>
            </a:extLst>
          </p:cNvPr>
          <p:cNvCxnSpPr>
            <a:cxnSpLocks/>
          </p:cNvCxnSpPr>
          <p:nvPr/>
        </p:nvCxnSpPr>
        <p:spPr>
          <a:xfrm flipH="1">
            <a:off x="3033732" y="3482056"/>
            <a:ext cx="983534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79C38F29-256E-D382-9145-03600D52571E}"/>
              </a:ext>
            </a:extLst>
          </p:cNvPr>
          <p:cNvSpPr txBox="1"/>
          <p:nvPr/>
        </p:nvSpPr>
        <p:spPr>
          <a:xfrm>
            <a:off x="506909" y="2038772"/>
            <a:ext cx="2321585" cy="52322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Cross Border / </a:t>
            </a:r>
            <a:b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</a:b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FDI Specialist Services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39C9054-B59B-F027-9D45-1ACA535A460E}"/>
              </a:ext>
            </a:extLst>
          </p:cNvPr>
          <p:cNvSpPr txBox="1"/>
          <p:nvPr/>
        </p:nvSpPr>
        <p:spPr>
          <a:xfrm>
            <a:off x="504031" y="4269498"/>
            <a:ext cx="3616939" cy="861774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Internal Audit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Risk Assurance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ESG (Environmental, Social &amp; Governance)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Compliance &amp; Governance Solutions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Audit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67FE611-D97F-CB43-E700-B9C03FF798E9}"/>
              </a:ext>
            </a:extLst>
          </p:cNvPr>
          <p:cNvSpPr txBox="1"/>
          <p:nvPr/>
        </p:nvSpPr>
        <p:spPr>
          <a:xfrm>
            <a:off x="504032" y="3921368"/>
            <a:ext cx="2321586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Risk Assurance &amp; Audit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46EECB72-197F-6094-846F-10A94D2476B1}"/>
              </a:ext>
            </a:extLst>
          </p:cNvPr>
          <p:cNvCxnSpPr>
            <a:cxnSpLocks/>
          </p:cNvCxnSpPr>
          <p:nvPr/>
        </p:nvCxnSpPr>
        <p:spPr>
          <a:xfrm flipH="1">
            <a:off x="3861740" y="4689844"/>
            <a:ext cx="494360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2026060D-8084-FB9D-3C70-5931BCE48900}"/>
              </a:ext>
            </a:extLst>
          </p:cNvPr>
          <p:cNvSpPr txBox="1"/>
          <p:nvPr/>
        </p:nvSpPr>
        <p:spPr>
          <a:xfrm>
            <a:off x="1676106" y="5504709"/>
            <a:ext cx="3778805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Immigration &amp; Expatriate Services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Payroll Outsourcing &amp; PEO/EOR Services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Outplacement Services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Professional Resources Solutions &amp; Recruitment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HR Outsourcing &amp; Advisory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8C1F38C-C2CF-8C73-D1E1-189BD37EC67A}"/>
              </a:ext>
            </a:extLst>
          </p:cNvPr>
          <p:cNvSpPr txBox="1"/>
          <p:nvPr/>
        </p:nvSpPr>
        <p:spPr>
          <a:xfrm>
            <a:off x="1676107" y="5141079"/>
            <a:ext cx="1282753" cy="307776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HR Services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F43183B9-E620-8016-FE96-7C0745B2FB92}"/>
              </a:ext>
            </a:extLst>
          </p:cNvPr>
          <p:cNvGrpSpPr/>
          <p:nvPr/>
        </p:nvGrpSpPr>
        <p:grpSpPr>
          <a:xfrm rot="10800000">
            <a:off x="5272233" y="5552612"/>
            <a:ext cx="267610" cy="445003"/>
            <a:chOff x="2538076" y="1978303"/>
            <a:chExt cx="792780" cy="119679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3547B00E-58B2-EF26-11F1-C955FEEEEB79}"/>
                </a:ext>
              </a:extLst>
            </p:cNvPr>
            <p:cNvCxnSpPr/>
            <p:nvPr/>
          </p:nvCxnSpPr>
          <p:spPr>
            <a:xfrm flipV="1">
              <a:off x="2540022" y="1978303"/>
              <a:ext cx="0" cy="1196792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904E16CE-97DB-3261-F2B8-EC4F5E525706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1978303"/>
              <a:ext cx="792780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DE29E862-7DD7-65A1-DC78-82F1449BA2CF}"/>
              </a:ext>
            </a:extLst>
          </p:cNvPr>
          <p:cNvSpPr txBox="1"/>
          <p:nvPr/>
        </p:nvSpPr>
        <p:spPr>
          <a:xfrm>
            <a:off x="6494372" y="639021"/>
            <a:ext cx="3373233" cy="1015663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latin typeface="Poppins ExtraLight" pitchFamily="2" charset="77"/>
                <a:cs typeface="Poppins" pitchFamily="2" charset="77"/>
              </a:rPr>
              <a:t>Incorporation &amp; Business Formation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Company Secretarial &amp; Compliance (Private Co, </a:t>
            </a:r>
            <a:r>
              <a:rPr lang="en-GB" sz="1000" b="1" err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ListCo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, MNC, etc.)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Director Services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Trademark, Licenses, Copyright Registration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Share Registry</a:t>
            </a: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AE5A427D-0174-117D-E7B8-C69957DBB202}"/>
              </a:ext>
            </a:extLst>
          </p:cNvPr>
          <p:cNvGrpSpPr/>
          <p:nvPr/>
        </p:nvGrpSpPr>
        <p:grpSpPr>
          <a:xfrm>
            <a:off x="6040386" y="430840"/>
            <a:ext cx="635685" cy="1118807"/>
            <a:chOff x="2538076" y="1978303"/>
            <a:chExt cx="430338" cy="1701047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5C343506-4CE1-0D7E-2BFD-A436380BF8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40022" y="1978303"/>
              <a:ext cx="0" cy="1701047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6C7892A-B362-D2FC-70F5-A4CD0158A2D6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1978303"/>
              <a:ext cx="430338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DFEC0D36-9B40-8E5D-DA9A-147D323F97C1}"/>
              </a:ext>
            </a:extLst>
          </p:cNvPr>
          <p:cNvSpPr txBox="1"/>
          <p:nvPr/>
        </p:nvSpPr>
        <p:spPr>
          <a:xfrm>
            <a:off x="6494372" y="283062"/>
            <a:ext cx="1935746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Corporate Services</a:t>
            </a:r>
            <a:endParaRPr lang="en-GB" sz="1100" b="1">
              <a:solidFill>
                <a:schemeClr val="bg1"/>
              </a:solidFill>
              <a:latin typeface="Poppins ExtraLight" pitchFamily="2" charset="77"/>
              <a:cs typeface="Poppins" pitchFamily="2" charset="7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26B7FCE4-6B87-660B-58EA-C01EA1E208F0}"/>
              </a:ext>
            </a:extLst>
          </p:cNvPr>
          <p:cNvSpPr txBox="1"/>
          <p:nvPr/>
        </p:nvSpPr>
        <p:spPr>
          <a:xfrm>
            <a:off x="8084477" y="1964886"/>
            <a:ext cx="3373233" cy="553998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Trust Services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Fund Governance &amp; Administration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Trustee &amp; Trust Administration</a:t>
            </a: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01230B31-27A9-0CE6-C3DA-D6A6D739D361}"/>
              </a:ext>
            </a:extLst>
          </p:cNvPr>
          <p:cNvCxnSpPr>
            <a:cxnSpLocks/>
          </p:cNvCxnSpPr>
          <p:nvPr/>
        </p:nvCxnSpPr>
        <p:spPr>
          <a:xfrm>
            <a:off x="6937518" y="2176611"/>
            <a:ext cx="999886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64D1E344-B988-ADB3-44E5-846ABED663FB}"/>
              </a:ext>
            </a:extLst>
          </p:cNvPr>
          <p:cNvSpPr txBox="1"/>
          <p:nvPr/>
        </p:nvSpPr>
        <p:spPr>
          <a:xfrm>
            <a:off x="8071030" y="1605124"/>
            <a:ext cx="3373233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Fund, Trust and Fiduciary Services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CCC31B1D-F824-5297-D51D-C9E12DBFEBD1}"/>
              </a:ext>
            </a:extLst>
          </p:cNvPr>
          <p:cNvSpPr txBox="1"/>
          <p:nvPr/>
        </p:nvSpPr>
        <p:spPr>
          <a:xfrm>
            <a:off x="8671895" y="2972028"/>
            <a:ext cx="2919662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Accounting &amp; Finance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Filing 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&amp;</a:t>
            </a: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Compliance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Transfer Pricing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Government Incentive Plans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273F6714-B9A7-62D1-84E0-83A2A7FA2ABD}"/>
              </a:ext>
            </a:extLst>
          </p:cNvPr>
          <p:cNvCxnSpPr>
            <a:cxnSpLocks/>
          </p:cNvCxnSpPr>
          <p:nvPr/>
        </p:nvCxnSpPr>
        <p:spPr>
          <a:xfrm>
            <a:off x="7805592" y="3262357"/>
            <a:ext cx="701643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8004D1A3-7B0A-78CE-E68D-12CB6A29F168}"/>
              </a:ext>
            </a:extLst>
          </p:cNvPr>
          <p:cNvSpPr txBox="1"/>
          <p:nvPr/>
        </p:nvSpPr>
        <p:spPr>
          <a:xfrm>
            <a:off x="8671895" y="2625302"/>
            <a:ext cx="2835029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Accounting and Tax Services</a:t>
            </a:r>
            <a:endParaRPr kumimoji="0" lang="en-GB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90BFA09-0D91-2A03-1AD7-018A58556DB6}"/>
              </a:ext>
            </a:extLst>
          </p:cNvPr>
          <p:cNvSpPr txBox="1"/>
          <p:nvPr/>
        </p:nvSpPr>
        <p:spPr>
          <a:xfrm>
            <a:off x="8330260" y="4267059"/>
            <a:ext cx="2755368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Private Wealth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Family Office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Planning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Escrow, Custody &amp; Administration of Project Funds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95F0911-A5C6-C66F-C442-B24D0EE72028}"/>
              </a:ext>
            </a:extLst>
          </p:cNvPr>
          <p:cNvSpPr txBox="1"/>
          <p:nvPr/>
        </p:nvSpPr>
        <p:spPr>
          <a:xfrm>
            <a:off x="7488281" y="5525800"/>
            <a:ext cx="3593504" cy="1169551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Market &amp; Sector Analysis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Location &amp; Site Benchmarking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Partner, Supplier, &amp; Ecosystem Screening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Regulatory, Policy, &amp; Incentive Assessment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Market Entry &amp; Expansion Feasibility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Government &amp; Economic Development </a:t>
            </a:r>
            <a:r>
              <a:rPr lang="en-SG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O</a:t>
            </a:r>
            <a:r>
              <a:rPr lang="en-SG" sz="1000"/>
              <a:t>rganisation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 Support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2127DF11-A6BA-AC3E-8B5A-1A185CEA3CCD}"/>
              </a:ext>
            </a:extLst>
          </p:cNvPr>
          <p:cNvGrpSpPr/>
          <p:nvPr/>
        </p:nvGrpSpPr>
        <p:grpSpPr>
          <a:xfrm rot="16200000">
            <a:off x="6712309" y="5604384"/>
            <a:ext cx="322595" cy="395076"/>
            <a:chOff x="2538075" y="1978303"/>
            <a:chExt cx="344060" cy="295221"/>
          </a:xfrm>
        </p:grpSpPr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DE0C4D1-E3A5-8A89-E9B5-B4E90440B5FC}"/>
                </a:ext>
              </a:extLst>
            </p:cNvPr>
            <p:cNvCxnSpPr>
              <a:cxnSpLocks/>
            </p:cNvCxnSpPr>
            <p:nvPr/>
          </p:nvCxnSpPr>
          <p:spPr>
            <a:xfrm rot="5400000" flipH="1">
              <a:off x="2392412" y="2125914"/>
              <a:ext cx="295220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08B26D0A-94E4-3878-4670-3FFF1EE76C47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2710105" y="1806273"/>
              <a:ext cx="0" cy="34406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3DBDE49F-A52C-A967-F022-A97F61E12B67}"/>
              </a:ext>
            </a:extLst>
          </p:cNvPr>
          <p:cNvSpPr txBox="1"/>
          <p:nvPr/>
        </p:nvSpPr>
        <p:spPr>
          <a:xfrm>
            <a:off x="7488281" y="5176866"/>
            <a:ext cx="2182949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GB" sz="1400" b="1">
                <a:solidFill>
                  <a:schemeClr val="bg1"/>
                </a:solidFill>
                <a:cs typeface="Poppins" pitchFamily="2" charset="77"/>
              </a:rPr>
              <a:t>Business Intelligence</a:t>
            </a:r>
            <a:endParaRPr kumimoji="0" lang="en-GB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37B860C3-D0B3-292B-F986-74D20FD6B6C5}"/>
              </a:ext>
            </a:extLst>
          </p:cNvPr>
          <p:cNvCxnSpPr>
            <a:cxnSpLocks/>
          </p:cNvCxnSpPr>
          <p:nvPr/>
        </p:nvCxnSpPr>
        <p:spPr>
          <a:xfrm>
            <a:off x="7553786" y="4507871"/>
            <a:ext cx="701643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ED8AAECB-3908-14FF-14A5-55B19298D94B}"/>
              </a:ext>
            </a:extLst>
          </p:cNvPr>
          <p:cNvSpPr txBox="1"/>
          <p:nvPr/>
        </p:nvSpPr>
        <p:spPr>
          <a:xfrm>
            <a:off x="8330261" y="3899666"/>
            <a:ext cx="3601768" cy="307776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Private Client Services / Family Office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DFC5BC5-F5F2-81FF-7162-DC7F09840E0B}"/>
              </a:ext>
            </a:extLst>
          </p:cNvPr>
          <p:cNvGrpSpPr/>
          <p:nvPr/>
        </p:nvGrpSpPr>
        <p:grpSpPr>
          <a:xfrm>
            <a:off x="6226726" y="4794422"/>
            <a:ext cx="900000" cy="900000"/>
            <a:chOff x="6226726" y="4794422"/>
            <a:chExt cx="900000" cy="900000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E3965F5-C4BC-892D-FA9B-DCA5BAF609DB}"/>
                </a:ext>
              </a:extLst>
            </p:cNvPr>
            <p:cNvSpPr/>
            <p:nvPr/>
          </p:nvSpPr>
          <p:spPr>
            <a:xfrm rot="8100000">
              <a:off x="6226726" y="4794422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2F8024B0-246D-3F91-0926-B6FBCEF3095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500722" y="5074935"/>
              <a:ext cx="338094" cy="352794"/>
            </a:xfrm>
            <a:prstGeom prst="rect">
              <a:avLst/>
            </a:prstGeom>
          </p:spPr>
        </p:pic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B02D5B2-DD1F-9668-7AA4-AFFA909DFFD6}"/>
              </a:ext>
            </a:extLst>
          </p:cNvPr>
          <p:cNvGrpSpPr/>
          <p:nvPr/>
        </p:nvGrpSpPr>
        <p:grpSpPr>
          <a:xfrm>
            <a:off x="7103786" y="4015835"/>
            <a:ext cx="900000" cy="900000"/>
            <a:chOff x="7103786" y="4015835"/>
            <a:chExt cx="900000" cy="900000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47499B11-C8AB-A74F-C7F4-D53BD9576DD0}"/>
                </a:ext>
              </a:extLst>
            </p:cNvPr>
            <p:cNvSpPr/>
            <p:nvPr/>
          </p:nvSpPr>
          <p:spPr>
            <a:xfrm rot="8100000">
              <a:off x="7103786" y="4015835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0A929DE8-E703-9972-74A9-6559C490A57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377622" y="4298949"/>
              <a:ext cx="353197" cy="338481"/>
            </a:xfrm>
            <a:prstGeom prst="rect">
              <a:avLst/>
            </a:prstGeom>
          </p:spPr>
        </p:pic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C1460D8-8246-4C72-5845-010396AA3B4B}"/>
              </a:ext>
            </a:extLst>
          </p:cNvPr>
          <p:cNvGrpSpPr/>
          <p:nvPr/>
        </p:nvGrpSpPr>
        <p:grpSpPr>
          <a:xfrm>
            <a:off x="5055397" y="4740624"/>
            <a:ext cx="900000" cy="900000"/>
            <a:chOff x="5055397" y="4740624"/>
            <a:chExt cx="900000" cy="900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81B0B87A-B133-7D16-2039-95D5095F4F93}"/>
                </a:ext>
              </a:extLst>
            </p:cNvPr>
            <p:cNvSpPr/>
            <p:nvPr/>
          </p:nvSpPr>
          <p:spPr>
            <a:xfrm rot="10800000">
              <a:off x="5055397" y="4740624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390F89F5-0747-EFA3-ED47-F5473747E0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349375" y="5013325"/>
              <a:ext cx="326869" cy="356584"/>
            </a:xfrm>
            <a:prstGeom prst="rect">
              <a:avLst/>
            </a:prstGeom>
          </p:spPr>
        </p:pic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BC5DF5A-D841-28E9-E080-65810D70F7AA}"/>
              </a:ext>
            </a:extLst>
          </p:cNvPr>
          <p:cNvGrpSpPr/>
          <p:nvPr/>
        </p:nvGrpSpPr>
        <p:grpSpPr>
          <a:xfrm>
            <a:off x="3976689" y="2874047"/>
            <a:ext cx="900000" cy="900000"/>
            <a:chOff x="3976689" y="2874047"/>
            <a:chExt cx="900000" cy="90000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EE372C3-5BDB-BC0F-881D-53C89140853D}"/>
                </a:ext>
              </a:extLst>
            </p:cNvPr>
            <p:cNvSpPr/>
            <p:nvPr/>
          </p:nvSpPr>
          <p:spPr>
            <a:xfrm>
              <a:off x="3976689" y="2874047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41AD0ECF-8664-C757-8947-0950A481590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223388" y="3153694"/>
              <a:ext cx="387167" cy="298441"/>
            </a:xfrm>
            <a:prstGeom prst="rect">
              <a:avLst/>
            </a:prstGeom>
          </p:spPr>
        </p:pic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441EEC9-B000-B93F-539F-61F3356A7C8D}"/>
              </a:ext>
            </a:extLst>
          </p:cNvPr>
          <p:cNvGrpSpPr/>
          <p:nvPr/>
        </p:nvGrpSpPr>
        <p:grpSpPr>
          <a:xfrm>
            <a:off x="5641797" y="1510519"/>
            <a:ext cx="900000" cy="900000"/>
            <a:chOff x="5641797" y="1510519"/>
            <a:chExt cx="900000" cy="900000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2D14F23B-D399-B5A2-7B68-7A2D30D97170}"/>
                </a:ext>
              </a:extLst>
            </p:cNvPr>
            <p:cNvSpPr/>
            <p:nvPr/>
          </p:nvSpPr>
          <p:spPr>
            <a:xfrm>
              <a:off x="5641797" y="1510519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BCFB0002-1057-BFF4-4623-0D0BAF4BB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932118" y="1779677"/>
              <a:ext cx="363962" cy="363962"/>
            </a:xfrm>
            <a:prstGeom prst="rect">
              <a:avLst/>
            </a:prstGeom>
          </p:spPr>
        </p:pic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09F554E-B178-D8C2-67B1-CC1A2372FDF7}"/>
              </a:ext>
            </a:extLst>
          </p:cNvPr>
          <p:cNvGrpSpPr/>
          <p:nvPr/>
        </p:nvGrpSpPr>
        <p:grpSpPr>
          <a:xfrm>
            <a:off x="7307710" y="2877860"/>
            <a:ext cx="900000" cy="900000"/>
            <a:chOff x="7307710" y="2877860"/>
            <a:chExt cx="900000" cy="900000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F41D6802-C605-869B-A34B-C901096FBA4A}"/>
                </a:ext>
              </a:extLst>
            </p:cNvPr>
            <p:cNvSpPr/>
            <p:nvPr/>
          </p:nvSpPr>
          <p:spPr>
            <a:xfrm>
              <a:off x="7307710" y="2877860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A6596099-8A04-3183-BFAF-FFDF328187B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586069" y="3143462"/>
              <a:ext cx="355037" cy="355037"/>
            </a:xfrm>
            <a:prstGeom prst="rect">
              <a:avLst/>
            </a:prstGeom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B1E1DE2-6B2F-AF86-F099-0AA118473EF9}"/>
              </a:ext>
            </a:extLst>
          </p:cNvPr>
          <p:cNvGrpSpPr/>
          <p:nvPr/>
        </p:nvGrpSpPr>
        <p:grpSpPr>
          <a:xfrm>
            <a:off x="6719195" y="1911813"/>
            <a:ext cx="900000" cy="900000"/>
            <a:chOff x="6719195" y="1911813"/>
            <a:chExt cx="900000" cy="900000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C4B58439-57E6-1794-56A8-2C05529C00A1}"/>
                </a:ext>
              </a:extLst>
            </p:cNvPr>
            <p:cNvSpPr/>
            <p:nvPr/>
          </p:nvSpPr>
          <p:spPr>
            <a:xfrm rot="18900000">
              <a:off x="6719195" y="1911813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6E2FC134-E30F-DBED-E535-DA7562CE3D0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991941" y="2185333"/>
              <a:ext cx="357653" cy="357653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CCF028B-863B-589A-74DA-2E17D9D49F38}"/>
              </a:ext>
            </a:extLst>
          </p:cNvPr>
          <p:cNvGrpSpPr/>
          <p:nvPr/>
        </p:nvGrpSpPr>
        <p:grpSpPr>
          <a:xfrm>
            <a:off x="4192326" y="4028422"/>
            <a:ext cx="900000" cy="900000"/>
            <a:chOff x="4192326" y="4028422"/>
            <a:chExt cx="900000" cy="900000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8ECB01C9-A23E-7162-7932-47432F8A43D6}"/>
                </a:ext>
              </a:extLst>
            </p:cNvPr>
            <p:cNvSpPr/>
            <p:nvPr/>
          </p:nvSpPr>
          <p:spPr>
            <a:xfrm rot="8100000">
              <a:off x="4192326" y="4028422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72" name="Picture 71">
              <a:extLst>
                <a:ext uri="{FF2B5EF4-FFF2-40B4-BE49-F238E27FC236}">
                  <a16:creationId xmlns:a16="http://schemas.microsoft.com/office/drawing/2014/main" id="{442AA5B1-D87B-8407-C798-6561F1B379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55639" y="4298949"/>
              <a:ext cx="366602" cy="366602"/>
            </a:xfrm>
            <a:prstGeom prst="rect">
              <a:avLst/>
            </a:prstGeom>
          </p:spPr>
        </p:pic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19DB616-5603-D9D9-F9BF-81D97490B791}"/>
              </a:ext>
            </a:extLst>
          </p:cNvPr>
          <p:cNvGrpSpPr/>
          <p:nvPr/>
        </p:nvGrpSpPr>
        <p:grpSpPr>
          <a:xfrm>
            <a:off x="4580098" y="1905025"/>
            <a:ext cx="900000" cy="900000"/>
            <a:chOff x="4580098" y="1905025"/>
            <a:chExt cx="900000" cy="900000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163242EE-CA9E-2326-B4EA-07C53DE41D6B}"/>
                </a:ext>
              </a:extLst>
            </p:cNvPr>
            <p:cNvSpPr/>
            <p:nvPr/>
          </p:nvSpPr>
          <p:spPr>
            <a:xfrm rot="18900000">
              <a:off x="4580098" y="1905025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75" name="Picture 74">
              <a:extLst>
                <a:ext uri="{FF2B5EF4-FFF2-40B4-BE49-F238E27FC236}">
                  <a16:creationId xmlns:a16="http://schemas.microsoft.com/office/drawing/2014/main" id="{7313E227-15A3-4663-4A8F-8097D40906B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854199" y="2169590"/>
              <a:ext cx="360952" cy="3686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8381959"/>
      </p:ext>
    </p:extLst>
  </p:cSld>
  <p:clrMapOvr>
    <a:masterClrMapping/>
  </p:clrMapOvr>
</p:sld>
</file>

<file path=ppt/slides/slide6.xml><?xml version="1.0" encoding="utf-8"?>
<p:sld xmlns:a16="http://schemas.microsoft.com/office/drawing/2014/main" xmlns:a14="http://schemas.microsoft.com/office/drawing/2010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DD9DE4-1B82-6C50-53C8-AB24034DF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34FF5080-1828-2586-EF04-205FA0B214E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EE0009D3-9E5C-3522-D5A3-644A35FB703B}"/>
              </a:ext>
            </a:extLst>
          </p:cNvPr>
          <p:cNvSpPr/>
          <p:nvPr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7037CCF-C050-A2DA-05F3-56F95DE4200C}"/>
              </a:ext>
            </a:extLst>
          </p:cNvPr>
          <p:cNvSpPr txBox="1"/>
          <p:nvPr/>
        </p:nvSpPr>
        <p:spPr>
          <a:xfrm>
            <a:off x="3048000" y="829085"/>
            <a:ext cx="6096000" cy="47300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We Are Ascentium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kern="100" dirty="0">
                <a:effectLst/>
                <a:latin typeface="Poppins Light" panose="00000400000000000000" pitchFamily="2" charset="0"/>
                <a:ea typeface="Aptos" panose="020B0004020202020204" pitchFamily="34" charset="0"/>
                <a:cs typeface="Poppins Light" panose="00000400000000000000" pitchFamily="2" charset="0"/>
              </a:rPr>
              <a:t>We are the professionals you'd recommend to a friend. We are the team that gets it, stays on it, and solves it.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kern="100" dirty="0">
                <a:effectLst/>
                <a:latin typeface="Poppins Light" panose="00000400000000000000" pitchFamily="2" charset="0"/>
                <a:ea typeface="Aptos" panose="020B0004020202020204" pitchFamily="34" charset="0"/>
                <a:cs typeface="Poppins Light" panose="00000400000000000000" pitchFamily="2" charset="0"/>
              </a:rPr>
              <a:t>We are human-first, technology-enabled, and relentlessly focused on your experience.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We believe in better.</a:t>
            </a:r>
            <a:endParaRPr lang="en-AU" sz="2400" kern="100" dirty="0">
              <a:effectLst/>
              <a:latin typeface="+mj-lt"/>
              <a:ea typeface="Aptos" panose="020B0004020202020204" pitchFamily="34" charset="0"/>
              <a:cs typeface="Poppins Light" panose="00000400000000000000" pitchFamily="2" charset="0"/>
            </a:endParaRP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Do you?</a:t>
            </a:r>
            <a:endParaRPr lang="en-AU" sz="2400" kern="100" dirty="0">
              <a:effectLst/>
              <a:latin typeface="+mj-lt"/>
              <a:ea typeface="Aptos" panose="020B0004020202020204" pitchFamily="34" charset="0"/>
              <a:cs typeface="Poppins Light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6046603"/>
      </p:ext>
    </p:extLst>
  </p:cSld>
  <p:clrMapOvr>
    <a:masterClrMapping/>
  </p:clrMapOvr>
</p:sld>
</file>

<file path=ppt/slides/slide7.xml><?xml version="1.0" encoding="utf-8"?>
<p:sld xmlns:a16="http://schemas.microsoft.com/office/drawing/2014/main" xmlns:p14="http://schemas.microsoft.com/office/powerpoint/2010/main"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D360B-5365-1733-5D0D-0F9757B6B3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0D245134-5E4E-EF75-1D81-C7B62C998F71}"/>
              </a:ext>
            </a:extLst>
          </p:cNvPr>
          <p:cNvSpPr txBox="1"/>
          <p:nvPr/>
        </p:nvSpPr>
        <p:spPr>
          <a:xfrm>
            <a:off x="368709" y="1937815"/>
            <a:ext cx="9379140" cy="30931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b="1" dirty="0">
                <a:latin typeface="Poppins" panose="020B0604020202020204" pitchFamily="34" charset="0"/>
              </a:rPr>
              <a:t>Contact Us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i="0" u="none" strike="noStrike" kern="1200" cap="none" spc="0" normalizeH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{{</a:t>
            </a:r>
            <a:r>
              <a:rPr kumimoji="0" lang="en-GB" sz="2400" i="0" u="none" strike="noStrike" kern="1200" cap="none" spc="0" normalizeH="0" noProof="0" dirty="0" err="1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contact_name</a:t>
            </a:r>
            <a:r>
              <a:rPr kumimoji="0" lang="en-GB" sz="2400" i="0" u="none" strike="noStrike" kern="1200" cap="none" spc="0" normalizeH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}}</a:t>
            </a:r>
            <a:r>
              <a:rPr kumimoji="0" lang="en-GB" sz="2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, {{</a:t>
            </a:r>
            <a:r>
              <a:rPr kumimoji="0" lang="en-GB" sz="2400" i="0" u="none" strike="noStrike" kern="1200" cap="none" spc="0" normalizeH="0" baseline="0" noProof="0" dirty="0" err="1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contact_title</a:t>
            </a:r>
            <a:r>
              <a:rPr kumimoji="0" lang="en-GB" sz="2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}}</a:t>
            </a: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E	: 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contact_email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}}</a:t>
            </a: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M	: </a:t>
            </a:r>
            <a:r>
              <a:rPr lang="en-GB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{{</a:t>
            </a:r>
            <a:r>
              <a:rPr lang="en-GB" altLang="zh-CN" sz="2400" dirty="0" err="1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contact_number</a:t>
            </a:r>
            <a:r>
              <a:rPr lang="en-GB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}}</a:t>
            </a:r>
          </a:p>
        </p:txBody>
      </p:sp>
    </p:spTree>
    <p:extLst>
      <p:ext uri="{BB962C8B-B14F-4D97-AF65-F5344CB8AC3E}">
        <p14:creationId xmlns:p14="http://schemas.microsoft.com/office/powerpoint/2010/main" val="2680882977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Ascentium">
      <a:dk1>
        <a:srgbClr val="272C2C"/>
      </a:dk1>
      <a:lt1>
        <a:srgbClr val="FFFFFF"/>
      </a:lt1>
      <a:dk2>
        <a:srgbClr val="043834"/>
      </a:dk2>
      <a:lt2>
        <a:srgbClr val="F5F2EF"/>
      </a:lt2>
      <a:accent1>
        <a:srgbClr val="FF6611"/>
      </a:accent1>
      <a:accent2>
        <a:srgbClr val="077069"/>
      </a:accent2>
      <a:accent3>
        <a:srgbClr val="1877F2"/>
      </a:accent3>
      <a:accent4>
        <a:srgbClr val="FFF0E2"/>
      </a:accent4>
      <a:accent5>
        <a:srgbClr val="CDE2E1"/>
      </a:accent5>
      <a:accent6>
        <a:srgbClr val="BDD5EF"/>
      </a:accent6>
      <a:hlink>
        <a:srgbClr val="FF8541"/>
      </a:hlink>
      <a:folHlink>
        <a:srgbClr val="388D87"/>
      </a:folHlink>
    </a:clrScheme>
    <a:fontScheme name="Ascentium">
      <a:majorFont>
        <a:latin typeface="Poppins"/>
        <a:ea typeface=""/>
        <a:cs typeface=""/>
      </a:majorFont>
      <a:minorFont>
        <a:latin typeface="Poppi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Metadata/LabelInfo.xml><?xml version="1.0" encoding="utf-8"?>
<clbl:labelList xmlns:clbl="http://schemas.microsoft.com/office/2020/mipLabelMetadata">
  <clbl:label id="{defa4170-0d19-0005-0004-bc88714345d2}" enabled="1" method="Standard" siteId="{16b2da74-16c2-4ae1-a9fd-f3ec8f19d362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2204</TotalTime>
  <Words>451</Words>
  <Application>Microsoft Macintosh PowerPoint</Application>
  <PresentationFormat>宽屏</PresentationFormat>
  <Paragraphs>134</Paragraphs>
  <Slides>7</Slides>
  <Notes>3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7</vt:i4>
      </vt:variant>
    </vt:vector>
  </HeadingPairs>
  <TitlesOfParts>
    <vt:vector size="13" baseType="lpstr">
      <vt:lpstr>Aptos</vt:lpstr>
      <vt:lpstr>Arial</vt:lpstr>
      <vt:lpstr>Poppins</vt:lpstr>
      <vt:lpstr>Poppins ExtraLight</vt:lpstr>
      <vt:lpstr>Poppins Light</vt:lpstr>
      <vt:lpstr>1_Office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Emma Black</dc:creator>
  <cp:lastModifiedBy>Ping Qian</cp:lastModifiedBy>
  <cp:revision>7</cp:revision>
  <dcterms:created xsi:type="dcterms:W3CDTF">2025-05-14T06:48:25Z</dcterms:created>
  <dcterms:modified xsi:type="dcterms:W3CDTF">2026-07-23T12:35:52Z</dcterms:modified>
</cp:coreProperties>
</file>

<file path=docProps/custom.xml><?xml version="1.0" encoding="utf-8"?>
<op:Properties xmlns:op="http://schemas.openxmlformats.org/officeDocument/2006/custom-properties">
  <op:property fmtid="{D5CDD505-2E9C-101B-9397-08002B2CF9AE}" pid="2" name="OfficeCLI.Version">
    <vt:lpwstr xmlns:vt="http://schemas.openxmlformats.org/officeDocument/2006/docPropsVTypes">1.0.141</vt:lpwstr>
  </op:property>
  <op:property fmtid="{D5CDD505-2E9C-101B-9397-08002B2CF9AE}" pid="3" name="OfficeCLI.LastModified">
    <vt:lpwstr xmlns:vt="http://schemas.openxmlformats.org/officeDocument/2006/docPropsVTypes">2026-07-24T09:07:47Z</vt:lpwstr>
  </op:property>
</op:Properties>
</file>